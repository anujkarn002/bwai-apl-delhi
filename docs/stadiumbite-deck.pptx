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embeddings/oleObject1.bin" ContentType="application/vnd.openxmlformats-officedocument.oleObject"/>
  <Override PartName="/ppt/handoutMasters/handoutMaster1.xml" ContentType="application/vnd.openxmlformats-officedocument.presentationml.handoutMaster+xml"/>
  <Override PartName="/ppt/media/image1.svg" ContentType="image/svg+xml"/>
  <Override PartName="/ppt/media/image10.svg" ContentType="image/svg+xml"/>
  <Override PartName="/ppt/media/image15.svg" ContentType="image/svg+xml"/>
  <Override PartName="/ppt/media/image6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5" r:id="rId4"/>
    <p:sldMasterId id="2147483704" r:id="rId5"/>
    <p:sldMasterId id="2147483718" r:id="rId6"/>
  </p:sldMasterIdLst>
  <p:notesMasterIdLst>
    <p:notesMasterId r:id="rId17"/>
  </p:notesMasterIdLst>
  <p:handoutMasterIdLst>
    <p:handoutMasterId r:id="rId18"/>
  </p:handoutMasterIdLst>
  <p:sldIdLst>
    <p:sldId id="256" r:id="rId15"/>
    <p:sldId id="257" r:id="rId16"/>
    <p:sldId id="258" r:id="rId14"/>
    <p:sldId id="259" r:id="rId13"/>
    <p:sldId id="260" r:id="rId12"/>
    <p:sldId id="261" r:id="rId11"/>
    <p:sldId id="262" r:id="rId10"/>
    <p:sldId id="263" r:id="rId9"/>
    <p:sldId id="264" r:id="rId8"/>
    <p:sldId id="265" r:id="rId7"/>
    <p:sldId id="266" r:id="rId25"/>
    <p:sldId id="267" r:id="rId26"/>
    <p:sldId id="268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296" userDrawn="1">
          <p15:clr>
            <a:srgbClr val="A4A3A4"/>
          </p15:clr>
        </p15:guide>
        <p15:guide id="2" pos="480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FA1FD2E-2D7D-424C-7331-5F3E85EE926F}" name="Derek Lyons" initials="DL" userId="S::Derek@pivotxadvisors.com::9c638292-90f8-47f5-afd8-050b8922e588" providerId="AD"/>
  <p188:author id="{8D98AA37-CCA0-27A8-A7F0-5907ECCFA397}" name="Poornima" initials="Po" userId="S::poornima@pivotxadvisors.com::e1d4d665-0c60-42b5-bb6d-0ed0afad5b8b" providerId="AD"/>
  <p188:author id="{258B7E3F-5FCA-54B9-0B9F-714EB2ACB581}" name="Roban Gilbert" initials="" userId="S::Roban.Gilbert@pivotxadvisors.com::bd5474be-3dde-40df-8a55-b4bea9760fc9" providerId="AD"/>
  <p188:author id="{B7938C70-5BF6-8FBB-845B-503F801E00A8}" name="Vaibhav" initials="" userId="S::vaibhav@pivotxadvisors.com::40aef7bd-d517-4d9b-a56f-61907100a43d" providerId="AD"/>
  <p188:author id="{44FE0888-2596-EF9B-6F49-FE097293F524}" name="Nikhilesh" initials="" userId="S::Nikhilesh@pivotxadvisors.com::62e92b9a-f202-4b2d-abe9-834fac3f3f46" providerId="AD"/>
  <p188:author id="{3C4BCC89-2E2A-0B6E-BD56-FD3DFD4F1A3B}" name="Derek Lyons" initials="DL" userId="S::derek@pivotxadvisors.com::9c638292-90f8-47f5-afd8-050b8922e588" providerId="AD"/>
  <p188:author id="{C8FC3AA6-174D-9A55-E8F2-21EAE75A6D79}" name="Suresh Pai" initials="SP" userId="S::suresh.pai@pivotxadvisors.com::a6bb685b-2e1e-4172-806b-5fba1506e9e4" providerId="AD"/>
  <p188:author id="{CD5A2BB6-F384-CC3A-1F95-857A1CAEE2FD}" name="Guest User" initials="GU" userId="S::urn:spo:anon#cfbf26ad8719f8ad473b8dcafc32d7113f8569449d25c45aa1014064ca0a6485::" providerId="AD"/>
  <p188:author id="{0E94EAEB-33BE-759D-1984-ED3E6A212C94}" name="Guest User" initials="GU" userId="S::urn:spo:anon#6a6c40ebe765c1eaa7c60ad16d08128600f2d4b5d424bf093d86c35c9bef985a::" providerId="AD"/>
  <p188:author id="{E5DA62F7-32AB-EBB0-865E-1A341FEC0AC9}" name="Poornima" initials="" userId="S::Poornima@pivotxadvisors.com::e1d4d665-0c60-42b5-bb6d-0ed0afad5b8b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A"/>
    <a:srgbClr val="FF7D00"/>
    <a:srgbClr val="EDEDED"/>
    <a:srgbClr val="B8B8B8"/>
    <a:srgbClr val="7F7F7F"/>
    <a:srgbClr val="D4D4D4"/>
    <a:srgbClr val="BBBBBB"/>
    <a:srgbClr val="7030A0"/>
    <a:srgbClr val="CBFFFF"/>
    <a:srgbClr val="E2E2E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F47E6B6-E606-4CC7-8E73-32BE2EB2FA59}" v="253" dt="2026-03-17T18:40:04.18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31"/>
    <p:restoredTop sz="94310" autoAdjust="0"/>
  </p:normalViewPr>
  <p:slideViewPr>
    <p:cSldViewPr snapToGrid="0">
      <p:cViewPr varScale="1">
        <p:scale>
          <a:sx n="56" d="100"/>
          <a:sy n="56" d="100"/>
        </p:scale>
        <p:origin x="976" y="44"/>
      </p:cViewPr>
      <p:guideLst>
        <p:guide orient="horz" pos="1296"/>
        <p:guide pos="480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3403" y="33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" Target="slides/slide10.xml"/><Relationship Id="rId8" Type="http://schemas.openxmlformats.org/officeDocument/2006/relationships/slide" Target="slides/slide9.xml"/><Relationship Id="rId9" Type="http://schemas.openxmlformats.org/officeDocument/2006/relationships/slide" Target="slides/slide8.xml"/><Relationship Id="rId10" Type="http://schemas.openxmlformats.org/officeDocument/2006/relationships/slide" Target="slides/slide7.xml"/><Relationship Id="rId11" Type="http://schemas.openxmlformats.org/officeDocument/2006/relationships/slide" Target="slides/slide6.xml"/><Relationship Id="rId12" Type="http://schemas.openxmlformats.org/officeDocument/2006/relationships/slide" Target="slides/slide5.xml"/><Relationship Id="rId13" Type="http://schemas.openxmlformats.org/officeDocument/2006/relationships/slide" Target="slides/slide4.xml"/><Relationship Id="rId14" Type="http://schemas.openxmlformats.org/officeDocument/2006/relationships/slide" Target="slides/slide3.xml"/><Relationship Id="rId15" Type="http://schemas.openxmlformats.org/officeDocument/2006/relationships/slide" Target="slides/slide1.xml"/><Relationship Id="rId16" Type="http://schemas.openxmlformats.org/officeDocument/2006/relationships/slide" Target="slides/slide2.xml"/><Relationship Id="rId17" Type="http://schemas.openxmlformats.org/officeDocument/2006/relationships/notesMaster" Target="notesMasters/notesMaster1.xml"/><Relationship Id="rId18" Type="http://schemas.openxmlformats.org/officeDocument/2006/relationships/handoutMaster" Target="handoutMasters/handout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microsoft.com/office/2015/10/relationships/revisionInfo" Target="revisionInfo.xml"/><Relationship Id="rId24" Type="http://schemas.microsoft.com/office/2018/10/relationships/authors" Target="authors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3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126D836-DA3E-4290-2C2A-16CAD74C87B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8EAA98-4866-0F04-6106-11BA34A5835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73535B-4BDE-4F60-9882-FD828D9704B8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6395C2-0335-B0D6-B24D-EB6047BF63C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240D498-EF7E-CFD6-C4AD-B4ECC673069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C02906-8D6E-4BAC-9546-643AD16B1C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124631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6629119-55A7-DB4D-9B68-A3B5F1120D5E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5F5487-E533-ED40-AC72-D86D2175E1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53092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this around the audience experience at today's event.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the 5-step flow left to right. Emphasize: AI food detection happens at step 3, SSE push is real-time.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Two-tier confidence matching. Also detects image quality (good/acceptable/poor) and warns user.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Fail-open design: if Gemini is down, reviews auto-approve. ~$0.001 per call with thinking_budget=0.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Interactive slide. Project leaderboard on screen while audience submits reviews. Demo OTP: 999999.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Relationship Id="rId3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emf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jpe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jpe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jpeg"/><Relationship Id="rId3" Type="http://schemas.openxmlformats.org/officeDocument/2006/relationships/image" Target="../media/image14.jpeg"/><Relationship Id="rId4" Type="http://schemas.openxmlformats.org/officeDocument/2006/relationships/image" Target="../media/image15.sv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jpeg"/><Relationship Id="rId3" Type="http://schemas.openxmlformats.org/officeDocument/2006/relationships/image" Target="../media/image15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jpeg"/><Relationship Id="rId3" Type="http://schemas.openxmlformats.org/officeDocument/2006/relationships/image" Target="../media/image15.sv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Relationship Id="rId3" Type="http://schemas.openxmlformats.org/officeDocument/2006/relationships/image" Target="../media/image15.sv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jpeg"/><Relationship Id="rId3" Type="http://schemas.openxmlformats.org/officeDocument/2006/relationships/image" Target="../media/image15.sv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tags" Target="../tags/tag2.xml"/><Relationship Id="rId3" Type="http://schemas.openxmlformats.org/officeDocument/2006/relationships/tags" Target="../tags/tag3.xml"/><Relationship Id="rId4" Type="http://schemas.openxmlformats.org/officeDocument/2006/relationships/tags" Target="../tags/tag4.xml"/><Relationship Id="rId5" Type="http://schemas.openxmlformats.org/officeDocument/2006/relationships/tags" Target="../tags/tag5.xml"/><Relationship Id="rId6" Type="http://schemas.openxmlformats.org/officeDocument/2006/relationships/tags" Target="../tags/tag6.xml"/><Relationship Id="rId7" Type="http://schemas.openxmlformats.org/officeDocument/2006/relationships/slideMaster" Target="../slideMasters/slideMaster2.xml"/><Relationship Id="rId8" Type="http://schemas.openxmlformats.org/officeDocument/2006/relationships/oleObject" Target="../embeddings/oleObject1.bin"/><Relationship Id="rId9" Type="http://schemas.openxmlformats.org/officeDocument/2006/relationships/image" Target="../media/image20.emf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svg"/><Relationship Id="rId3" Type="http://schemas.openxmlformats.org/officeDocument/2006/relationships/image" Target="../media/image2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jpeg"/><Relationship Id="rId3" Type="http://schemas.openxmlformats.org/officeDocument/2006/relationships/image" Target="../media/image2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svg"/><Relationship Id="rId3" Type="http://schemas.openxmlformats.org/officeDocument/2006/relationships/image" Target="../media/image2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1.jpe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2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9" name="Graphic 988">
            <a:extLst>
              <a:ext uri="{FF2B5EF4-FFF2-40B4-BE49-F238E27FC236}">
                <a16:creationId xmlns:a16="http://schemas.microsoft.com/office/drawing/2014/main" id="{3DBF9F29-5C96-B22B-8A59-3DDD2FEBF23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293372" y="-35035"/>
            <a:ext cx="9912076" cy="6919299"/>
          </a:xfrm>
          <a:prstGeom prst="rect">
            <a:avLst/>
          </a:prstGeom>
        </p:spPr>
      </p:pic>
      <p:sp>
        <p:nvSpPr>
          <p:cNvPr id="1226" name="Rectangle 1225">
            <a:extLst>
              <a:ext uri="{FF2B5EF4-FFF2-40B4-BE49-F238E27FC236}">
                <a16:creationId xmlns:a16="http://schemas.microsoft.com/office/drawing/2014/main" id="{C8F0BF5D-2C66-4B05-CC52-285F4FFB3133}"/>
              </a:ext>
            </a:extLst>
          </p:cNvPr>
          <p:cNvSpPr/>
          <p:nvPr userDrawn="1"/>
        </p:nvSpPr>
        <p:spPr>
          <a:xfrm rot="13500000">
            <a:off x="6673804" y="1570054"/>
            <a:ext cx="1905843" cy="1905843"/>
          </a:xfrm>
          <a:prstGeom prst="rect">
            <a:avLst/>
          </a:prstGeom>
          <a:gradFill>
            <a:gsLst>
              <a:gs pos="0">
                <a:schemeClr val="tx1">
                  <a:lumMod val="95000"/>
                  <a:lumOff val="5000"/>
                  <a:alpha val="3000"/>
                </a:schemeClr>
              </a:gs>
              <a:gs pos="100000">
                <a:schemeClr val="tx1">
                  <a:lumMod val="75000"/>
                  <a:lumOff val="25000"/>
                  <a:alpha val="26925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227" name="Rectangle 1226">
            <a:extLst>
              <a:ext uri="{FF2B5EF4-FFF2-40B4-BE49-F238E27FC236}">
                <a16:creationId xmlns:a16="http://schemas.microsoft.com/office/drawing/2014/main" id="{E66632F4-A135-3FAE-F0A0-184A0D11E967}"/>
              </a:ext>
            </a:extLst>
          </p:cNvPr>
          <p:cNvSpPr/>
          <p:nvPr userDrawn="1"/>
        </p:nvSpPr>
        <p:spPr>
          <a:xfrm rot="13500000">
            <a:off x="7823368" y="-1436702"/>
            <a:ext cx="1932491" cy="5168348"/>
          </a:xfrm>
          <a:custGeom>
            <a:avLst/>
            <a:gdLst>
              <a:gd name="connsiteX0" fmla="*/ 0 w 1905843"/>
              <a:gd name="connsiteY0" fmla="*/ 0 h 3294396"/>
              <a:gd name="connsiteX1" fmla="*/ 1905843 w 1905843"/>
              <a:gd name="connsiteY1" fmla="*/ 0 h 3294396"/>
              <a:gd name="connsiteX2" fmla="*/ 1905843 w 1905843"/>
              <a:gd name="connsiteY2" fmla="*/ 3294396 h 3294396"/>
              <a:gd name="connsiteX3" fmla="*/ 0 w 1905843"/>
              <a:gd name="connsiteY3" fmla="*/ 3294396 h 3294396"/>
              <a:gd name="connsiteX4" fmla="*/ 0 w 1905843"/>
              <a:gd name="connsiteY4" fmla="*/ 0 h 3294396"/>
              <a:gd name="connsiteX0" fmla="*/ 23655 w 1929498"/>
              <a:gd name="connsiteY0" fmla="*/ 0 h 5147395"/>
              <a:gd name="connsiteX1" fmla="*/ 1929498 w 1929498"/>
              <a:gd name="connsiteY1" fmla="*/ 0 h 5147395"/>
              <a:gd name="connsiteX2" fmla="*/ 1929498 w 1929498"/>
              <a:gd name="connsiteY2" fmla="*/ 3294396 h 5147395"/>
              <a:gd name="connsiteX3" fmla="*/ 0 w 1929498"/>
              <a:gd name="connsiteY3" fmla="*/ 5147395 h 5147395"/>
              <a:gd name="connsiteX4" fmla="*/ 23655 w 1929498"/>
              <a:gd name="connsiteY4" fmla="*/ 0 h 5147395"/>
              <a:gd name="connsiteX0" fmla="*/ 26648 w 1932491"/>
              <a:gd name="connsiteY0" fmla="*/ 0 h 5168348"/>
              <a:gd name="connsiteX1" fmla="*/ 1932491 w 1932491"/>
              <a:gd name="connsiteY1" fmla="*/ 0 h 5168348"/>
              <a:gd name="connsiteX2" fmla="*/ 1932491 w 1932491"/>
              <a:gd name="connsiteY2" fmla="*/ 3294396 h 5168348"/>
              <a:gd name="connsiteX3" fmla="*/ 0 w 1932491"/>
              <a:gd name="connsiteY3" fmla="*/ 5168348 h 5168348"/>
              <a:gd name="connsiteX4" fmla="*/ 26648 w 1932491"/>
              <a:gd name="connsiteY4" fmla="*/ 0 h 5168348"/>
              <a:gd name="connsiteX0" fmla="*/ 26648 w 1932491"/>
              <a:gd name="connsiteY0" fmla="*/ 0 h 5168348"/>
              <a:gd name="connsiteX1" fmla="*/ 1932491 w 1932491"/>
              <a:gd name="connsiteY1" fmla="*/ 0 h 5168348"/>
              <a:gd name="connsiteX2" fmla="*/ 1932491 w 1932491"/>
              <a:gd name="connsiteY2" fmla="*/ 3252489 h 5168348"/>
              <a:gd name="connsiteX3" fmla="*/ 0 w 1932491"/>
              <a:gd name="connsiteY3" fmla="*/ 5168348 h 5168348"/>
              <a:gd name="connsiteX4" fmla="*/ 26648 w 1932491"/>
              <a:gd name="connsiteY4" fmla="*/ 0 h 51683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32491" h="5168348">
                <a:moveTo>
                  <a:pt x="26648" y="0"/>
                </a:moveTo>
                <a:lnTo>
                  <a:pt x="1932491" y="0"/>
                </a:lnTo>
                <a:lnTo>
                  <a:pt x="1932491" y="3252489"/>
                </a:lnTo>
                <a:lnTo>
                  <a:pt x="0" y="5168348"/>
                </a:lnTo>
                <a:lnTo>
                  <a:pt x="26648" y="0"/>
                </a:lnTo>
                <a:close/>
              </a:path>
            </a:pathLst>
          </a:custGeom>
          <a:gradFill>
            <a:gsLst>
              <a:gs pos="0">
                <a:schemeClr val="tx1">
                  <a:lumMod val="95000"/>
                  <a:lumOff val="5000"/>
                  <a:alpha val="3000"/>
                </a:schemeClr>
              </a:gs>
              <a:gs pos="100000">
                <a:schemeClr val="tx1">
                  <a:lumMod val="75000"/>
                  <a:lumOff val="25000"/>
                  <a:alpha val="26925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225" name="Rectangle 1224">
            <a:extLst>
              <a:ext uri="{FF2B5EF4-FFF2-40B4-BE49-F238E27FC236}">
                <a16:creationId xmlns:a16="http://schemas.microsoft.com/office/drawing/2014/main" id="{2DBEFF83-F7ED-2832-5C87-01DA4CCDF014}"/>
              </a:ext>
            </a:extLst>
          </p:cNvPr>
          <p:cNvSpPr/>
          <p:nvPr userDrawn="1"/>
        </p:nvSpPr>
        <p:spPr>
          <a:xfrm rot="2700000">
            <a:off x="7072773" y="3847204"/>
            <a:ext cx="1905843" cy="1905843"/>
          </a:xfrm>
          <a:prstGeom prst="rect">
            <a:avLst/>
          </a:prstGeom>
          <a:gradFill>
            <a:gsLst>
              <a:gs pos="0">
                <a:schemeClr val="tx1">
                  <a:lumMod val="95000"/>
                  <a:lumOff val="5000"/>
                  <a:alpha val="3000"/>
                </a:schemeClr>
              </a:gs>
              <a:gs pos="100000">
                <a:schemeClr val="tx1">
                  <a:lumMod val="75000"/>
                  <a:lumOff val="25000"/>
                  <a:alpha val="26925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224" name="Rectangle 1223">
            <a:extLst>
              <a:ext uri="{FF2B5EF4-FFF2-40B4-BE49-F238E27FC236}">
                <a16:creationId xmlns:a16="http://schemas.microsoft.com/office/drawing/2014/main" id="{0882E48A-DC3E-7A00-C5AC-CD6DD55CA21B}"/>
              </a:ext>
            </a:extLst>
          </p:cNvPr>
          <p:cNvSpPr/>
          <p:nvPr userDrawn="1"/>
        </p:nvSpPr>
        <p:spPr>
          <a:xfrm rot="18900000">
            <a:off x="8310437" y="1856987"/>
            <a:ext cx="3894835" cy="5748200"/>
          </a:xfrm>
          <a:custGeom>
            <a:avLst/>
            <a:gdLst>
              <a:gd name="connsiteX0" fmla="*/ 0 w 3894583"/>
              <a:gd name="connsiteY0" fmla="*/ 0 h 4057711"/>
              <a:gd name="connsiteX1" fmla="*/ 3894583 w 3894583"/>
              <a:gd name="connsiteY1" fmla="*/ 0 h 4057711"/>
              <a:gd name="connsiteX2" fmla="*/ 3894583 w 3894583"/>
              <a:gd name="connsiteY2" fmla="*/ 4057711 h 4057711"/>
              <a:gd name="connsiteX3" fmla="*/ 0 w 3894583"/>
              <a:gd name="connsiteY3" fmla="*/ 4057711 h 4057711"/>
              <a:gd name="connsiteX4" fmla="*/ 0 w 3894583"/>
              <a:gd name="connsiteY4" fmla="*/ 0 h 4057711"/>
              <a:gd name="connsiteX0" fmla="*/ 0 w 3903321"/>
              <a:gd name="connsiteY0" fmla="*/ 0 h 4057711"/>
              <a:gd name="connsiteX1" fmla="*/ 3894583 w 3903321"/>
              <a:gd name="connsiteY1" fmla="*/ 0 h 4057711"/>
              <a:gd name="connsiteX2" fmla="*/ 3903321 w 3903321"/>
              <a:gd name="connsiteY2" fmla="*/ 3716946 h 4057711"/>
              <a:gd name="connsiteX3" fmla="*/ 0 w 3903321"/>
              <a:gd name="connsiteY3" fmla="*/ 4057711 h 4057711"/>
              <a:gd name="connsiteX4" fmla="*/ 0 w 3903321"/>
              <a:gd name="connsiteY4" fmla="*/ 0 h 4057711"/>
              <a:gd name="connsiteX0" fmla="*/ 0 w 3903321"/>
              <a:gd name="connsiteY0" fmla="*/ 0 h 4057711"/>
              <a:gd name="connsiteX1" fmla="*/ 3894583 w 3903321"/>
              <a:gd name="connsiteY1" fmla="*/ 0 h 4057711"/>
              <a:gd name="connsiteX2" fmla="*/ 3903321 w 3903321"/>
              <a:gd name="connsiteY2" fmla="*/ 3716946 h 4057711"/>
              <a:gd name="connsiteX3" fmla="*/ 3300948 w 3903321"/>
              <a:gd name="connsiteY3" fmla="*/ 3775471 h 4057711"/>
              <a:gd name="connsiteX4" fmla="*/ 0 w 3903321"/>
              <a:gd name="connsiteY4" fmla="*/ 4057711 h 4057711"/>
              <a:gd name="connsiteX5" fmla="*/ 0 w 3903321"/>
              <a:gd name="connsiteY5" fmla="*/ 0 h 4057711"/>
              <a:gd name="connsiteX0" fmla="*/ 0 w 3903321"/>
              <a:gd name="connsiteY0" fmla="*/ 0 h 5732682"/>
              <a:gd name="connsiteX1" fmla="*/ 3894583 w 3903321"/>
              <a:gd name="connsiteY1" fmla="*/ 0 h 5732682"/>
              <a:gd name="connsiteX2" fmla="*/ 3903321 w 3903321"/>
              <a:gd name="connsiteY2" fmla="*/ 3716946 h 5732682"/>
              <a:gd name="connsiteX3" fmla="*/ 1815565 w 3903321"/>
              <a:gd name="connsiteY3" fmla="*/ 5732682 h 5732682"/>
              <a:gd name="connsiteX4" fmla="*/ 0 w 3903321"/>
              <a:gd name="connsiteY4" fmla="*/ 4057711 h 5732682"/>
              <a:gd name="connsiteX5" fmla="*/ 0 w 3903321"/>
              <a:gd name="connsiteY5" fmla="*/ 0 h 5732682"/>
              <a:gd name="connsiteX0" fmla="*/ 0 w 3894835"/>
              <a:gd name="connsiteY0" fmla="*/ 0 h 5732682"/>
              <a:gd name="connsiteX1" fmla="*/ 3894583 w 3894835"/>
              <a:gd name="connsiteY1" fmla="*/ 0 h 5732682"/>
              <a:gd name="connsiteX2" fmla="*/ 3877108 w 3894835"/>
              <a:gd name="connsiteY2" fmla="*/ 3690733 h 5732682"/>
              <a:gd name="connsiteX3" fmla="*/ 1815565 w 3894835"/>
              <a:gd name="connsiteY3" fmla="*/ 5732682 h 5732682"/>
              <a:gd name="connsiteX4" fmla="*/ 0 w 3894835"/>
              <a:gd name="connsiteY4" fmla="*/ 4057711 h 5732682"/>
              <a:gd name="connsiteX5" fmla="*/ 0 w 3894835"/>
              <a:gd name="connsiteY5" fmla="*/ 0 h 5732682"/>
              <a:gd name="connsiteX0" fmla="*/ 0 w 3894835"/>
              <a:gd name="connsiteY0" fmla="*/ 0 h 5732682"/>
              <a:gd name="connsiteX1" fmla="*/ 3894583 w 3894835"/>
              <a:gd name="connsiteY1" fmla="*/ 0 h 5732682"/>
              <a:gd name="connsiteX2" fmla="*/ 3877108 w 3894835"/>
              <a:gd name="connsiteY2" fmla="*/ 3690733 h 5732682"/>
              <a:gd name="connsiteX3" fmla="*/ 1815565 w 3894835"/>
              <a:gd name="connsiteY3" fmla="*/ 5732682 h 5732682"/>
              <a:gd name="connsiteX4" fmla="*/ 8738 w 3894835"/>
              <a:gd name="connsiteY4" fmla="*/ 4031498 h 5732682"/>
              <a:gd name="connsiteX5" fmla="*/ 0 w 3894835"/>
              <a:gd name="connsiteY5" fmla="*/ 0 h 5732682"/>
              <a:gd name="connsiteX0" fmla="*/ 0 w 3894835"/>
              <a:gd name="connsiteY0" fmla="*/ 0 h 5732682"/>
              <a:gd name="connsiteX1" fmla="*/ 3894583 w 3894835"/>
              <a:gd name="connsiteY1" fmla="*/ 0 h 5732682"/>
              <a:gd name="connsiteX2" fmla="*/ 3877108 w 3894835"/>
              <a:gd name="connsiteY2" fmla="*/ 3690733 h 5732682"/>
              <a:gd name="connsiteX3" fmla="*/ 1815565 w 3894835"/>
              <a:gd name="connsiteY3" fmla="*/ 5732682 h 5732682"/>
              <a:gd name="connsiteX4" fmla="*/ 13911 w 3894835"/>
              <a:gd name="connsiteY4" fmla="*/ 4005635 h 5732682"/>
              <a:gd name="connsiteX5" fmla="*/ 0 w 3894835"/>
              <a:gd name="connsiteY5" fmla="*/ 0 h 5732682"/>
              <a:gd name="connsiteX0" fmla="*/ 0 w 3894835"/>
              <a:gd name="connsiteY0" fmla="*/ 0 h 5732682"/>
              <a:gd name="connsiteX1" fmla="*/ 3894583 w 3894835"/>
              <a:gd name="connsiteY1" fmla="*/ 0 h 5732682"/>
              <a:gd name="connsiteX2" fmla="*/ 3877108 w 3894835"/>
              <a:gd name="connsiteY2" fmla="*/ 3690733 h 5732682"/>
              <a:gd name="connsiteX3" fmla="*/ 1815565 w 3894835"/>
              <a:gd name="connsiteY3" fmla="*/ 5732682 h 5732682"/>
              <a:gd name="connsiteX4" fmla="*/ 3566 w 3894835"/>
              <a:gd name="connsiteY4" fmla="*/ 3964254 h 5732682"/>
              <a:gd name="connsiteX5" fmla="*/ 0 w 3894835"/>
              <a:gd name="connsiteY5" fmla="*/ 0 h 5732682"/>
              <a:gd name="connsiteX0" fmla="*/ 0 w 3894835"/>
              <a:gd name="connsiteY0" fmla="*/ 0 h 5748200"/>
              <a:gd name="connsiteX1" fmla="*/ 3894583 w 3894835"/>
              <a:gd name="connsiteY1" fmla="*/ 0 h 5748200"/>
              <a:gd name="connsiteX2" fmla="*/ 3877108 w 3894835"/>
              <a:gd name="connsiteY2" fmla="*/ 3690733 h 5748200"/>
              <a:gd name="connsiteX3" fmla="*/ 1800048 w 3894835"/>
              <a:gd name="connsiteY3" fmla="*/ 5748200 h 5748200"/>
              <a:gd name="connsiteX4" fmla="*/ 3566 w 3894835"/>
              <a:gd name="connsiteY4" fmla="*/ 3964254 h 5748200"/>
              <a:gd name="connsiteX5" fmla="*/ 0 w 3894835"/>
              <a:gd name="connsiteY5" fmla="*/ 0 h 5748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894835" h="5748200">
                <a:moveTo>
                  <a:pt x="0" y="0"/>
                </a:moveTo>
                <a:lnTo>
                  <a:pt x="3894583" y="0"/>
                </a:lnTo>
                <a:cubicBezTo>
                  <a:pt x="3897496" y="1238982"/>
                  <a:pt x="3874195" y="2451751"/>
                  <a:pt x="3877108" y="3690733"/>
                </a:cubicBezTo>
                <a:lnTo>
                  <a:pt x="1800048" y="5748200"/>
                </a:lnTo>
                <a:lnTo>
                  <a:pt x="3566" y="3964254"/>
                </a:lnTo>
                <a:cubicBezTo>
                  <a:pt x="653" y="2620421"/>
                  <a:pt x="2913" y="1343833"/>
                  <a:pt x="0" y="0"/>
                </a:cubicBezTo>
                <a:close/>
              </a:path>
            </a:pathLst>
          </a:custGeom>
          <a:gradFill>
            <a:gsLst>
              <a:gs pos="0">
                <a:schemeClr val="tx1">
                  <a:lumMod val="85000"/>
                  <a:lumOff val="15000"/>
                  <a:alpha val="19252"/>
                </a:schemeClr>
              </a:gs>
              <a:gs pos="100000">
                <a:schemeClr val="tx1">
                  <a:lumMod val="75000"/>
                  <a:lumOff val="25000"/>
                  <a:alpha val="26925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223" name="Rectangle 1222">
            <a:extLst>
              <a:ext uri="{FF2B5EF4-FFF2-40B4-BE49-F238E27FC236}">
                <a16:creationId xmlns:a16="http://schemas.microsoft.com/office/drawing/2014/main" id="{FD8E1BD3-415D-E8DE-A9F9-A1DC0BC936FD}"/>
              </a:ext>
            </a:extLst>
          </p:cNvPr>
          <p:cNvSpPr/>
          <p:nvPr userDrawn="1"/>
        </p:nvSpPr>
        <p:spPr>
          <a:xfrm>
            <a:off x="6299497" y="-10759"/>
            <a:ext cx="5891607" cy="4253729"/>
          </a:xfrm>
          <a:custGeom>
            <a:avLst/>
            <a:gdLst>
              <a:gd name="connsiteX0" fmla="*/ 0 w 4227515"/>
              <a:gd name="connsiteY0" fmla="*/ 0 h 6884264"/>
              <a:gd name="connsiteX1" fmla="*/ 4227515 w 4227515"/>
              <a:gd name="connsiteY1" fmla="*/ 0 h 6884264"/>
              <a:gd name="connsiteX2" fmla="*/ 4227515 w 4227515"/>
              <a:gd name="connsiteY2" fmla="*/ 6884264 h 6884264"/>
              <a:gd name="connsiteX3" fmla="*/ 0 w 4227515"/>
              <a:gd name="connsiteY3" fmla="*/ 6884264 h 6884264"/>
              <a:gd name="connsiteX4" fmla="*/ 0 w 4227515"/>
              <a:gd name="connsiteY4" fmla="*/ 0 h 6884264"/>
              <a:gd name="connsiteX0" fmla="*/ 0 w 5023581"/>
              <a:gd name="connsiteY0" fmla="*/ 10758 h 6895022"/>
              <a:gd name="connsiteX1" fmla="*/ 5023581 w 5023581"/>
              <a:gd name="connsiteY1" fmla="*/ 0 h 6895022"/>
              <a:gd name="connsiteX2" fmla="*/ 4227515 w 5023581"/>
              <a:gd name="connsiteY2" fmla="*/ 6895022 h 6895022"/>
              <a:gd name="connsiteX3" fmla="*/ 0 w 5023581"/>
              <a:gd name="connsiteY3" fmla="*/ 6895022 h 6895022"/>
              <a:gd name="connsiteX4" fmla="*/ 0 w 5023581"/>
              <a:gd name="connsiteY4" fmla="*/ 10758 h 6895022"/>
              <a:gd name="connsiteX0" fmla="*/ 0 w 5023581"/>
              <a:gd name="connsiteY0" fmla="*/ 10758 h 6895022"/>
              <a:gd name="connsiteX1" fmla="*/ 5023581 w 5023581"/>
              <a:gd name="connsiteY1" fmla="*/ 0 h 6895022"/>
              <a:gd name="connsiteX2" fmla="*/ 5023581 w 5023581"/>
              <a:gd name="connsiteY2" fmla="*/ 4463794 h 6895022"/>
              <a:gd name="connsiteX3" fmla="*/ 0 w 5023581"/>
              <a:gd name="connsiteY3" fmla="*/ 6895022 h 6895022"/>
              <a:gd name="connsiteX4" fmla="*/ 0 w 5023581"/>
              <a:gd name="connsiteY4" fmla="*/ 10758 h 6895022"/>
              <a:gd name="connsiteX0" fmla="*/ 1226372 w 6249953"/>
              <a:gd name="connsiteY0" fmla="*/ 10758 h 6389412"/>
              <a:gd name="connsiteX1" fmla="*/ 6249953 w 6249953"/>
              <a:gd name="connsiteY1" fmla="*/ 0 h 6389412"/>
              <a:gd name="connsiteX2" fmla="*/ 6249953 w 6249953"/>
              <a:gd name="connsiteY2" fmla="*/ 4463794 h 6389412"/>
              <a:gd name="connsiteX3" fmla="*/ 0 w 6249953"/>
              <a:gd name="connsiteY3" fmla="*/ 6389412 h 6389412"/>
              <a:gd name="connsiteX4" fmla="*/ 1226372 w 6249953"/>
              <a:gd name="connsiteY4" fmla="*/ 10758 h 6389412"/>
              <a:gd name="connsiteX0" fmla="*/ 3302307 w 6249953"/>
              <a:gd name="connsiteY0" fmla="*/ 10758 h 6389412"/>
              <a:gd name="connsiteX1" fmla="*/ 6249953 w 6249953"/>
              <a:gd name="connsiteY1" fmla="*/ 0 h 6389412"/>
              <a:gd name="connsiteX2" fmla="*/ 6249953 w 6249953"/>
              <a:gd name="connsiteY2" fmla="*/ 4463794 h 6389412"/>
              <a:gd name="connsiteX3" fmla="*/ 0 w 6249953"/>
              <a:gd name="connsiteY3" fmla="*/ 6389412 h 6389412"/>
              <a:gd name="connsiteX4" fmla="*/ 3302307 w 6249953"/>
              <a:gd name="connsiteY4" fmla="*/ 10758 h 6389412"/>
              <a:gd name="connsiteX0" fmla="*/ 2943961 w 5891607"/>
              <a:gd name="connsiteY0" fmla="*/ 10758 h 4463794"/>
              <a:gd name="connsiteX1" fmla="*/ 5891607 w 5891607"/>
              <a:gd name="connsiteY1" fmla="*/ 0 h 4463794"/>
              <a:gd name="connsiteX2" fmla="*/ 5891607 w 5891607"/>
              <a:gd name="connsiteY2" fmla="*/ 4463794 h 4463794"/>
              <a:gd name="connsiteX3" fmla="*/ 0 w 5891607"/>
              <a:gd name="connsiteY3" fmla="*/ 2707098 h 4463794"/>
              <a:gd name="connsiteX4" fmla="*/ 2943961 w 5891607"/>
              <a:gd name="connsiteY4" fmla="*/ 10758 h 4463794"/>
              <a:gd name="connsiteX0" fmla="*/ 2943961 w 5891607"/>
              <a:gd name="connsiteY0" fmla="*/ 10758 h 4253729"/>
              <a:gd name="connsiteX1" fmla="*/ 5891607 w 5891607"/>
              <a:gd name="connsiteY1" fmla="*/ 0 h 4253729"/>
              <a:gd name="connsiteX2" fmla="*/ 1591456 w 5891607"/>
              <a:gd name="connsiteY2" fmla="*/ 4253729 h 4253729"/>
              <a:gd name="connsiteX3" fmla="*/ 0 w 5891607"/>
              <a:gd name="connsiteY3" fmla="*/ 2707098 h 4253729"/>
              <a:gd name="connsiteX4" fmla="*/ 2943961 w 5891607"/>
              <a:gd name="connsiteY4" fmla="*/ 10758 h 42537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891607" h="4253729">
                <a:moveTo>
                  <a:pt x="2943961" y="10758"/>
                </a:moveTo>
                <a:lnTo>
                  <a:pt x="5891607" y="0"/>
                </a:lnTo>
                <a:lnTo>
                  <a:pt x="1591456" y="4253729"/>
                </a:lnTo>
                <a:lnTo>
                  <a:pt x="0" y="2707098"/>
                </a:lnTo>
                <a:lnTo>
                  <a:pt x="2943961" y="10758"/>
                </a:lnTo>
                <a:close/>
              </a:path>
            </a:pathLst>
          </a:custGeom>
          <a:gradFill>
            <a:gsLst>
              <a:gs pos="0">
                <a:schemeClr val="tx1">
                  <a:lumMod val="95000"/>
                  <a:lumOff val="5000"/>
                  <a:alpha val="3000"/>
                </a:schemeClr>
              </a:gs>
              <a:gs pos="100000">
                <a:schemeClr val="tx1">
                  <a:lumMod val="75000"/>
                  <a:lumOff val="25000"/>
                  <a:alpha val="26925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3" name="Oval 982">
            <a:extLst>
              <a:ext uri="{FF2B5EF4-FFF2-40B4-BE49-F238E27FC236}">
                <a16:creationId xmlns:a16="http://schemas.microsoft.com/office/drawing/2014/main" id="{BB72779E-97A9-0487-DF5A-BEF2685BDE82}"/>
              </a:ext>
            </a:extLst>
          </p:cNvPr>
          <p:cNvSpPr/>
          <p:nvPr userDrawn="1"/>
        </p:nvSpPr>
        <p:spPr>
          <a:xfrm>
            <a:off x="8285505" y="1384092"/>
            <a:ext cx="2013464" cy="2013464"/>
          </a:xfrm>
          <a:prstGeom prst="ellipse">
            <a:avLst/>
          </a:prstGeom>
          <a:solidFill>
            <a:srgbClr val="B8B8B8"/>
          </a:solidFill>
          <a:ln>
            <a:noFill/>
          </a:ln>
          <a:effectLst>
            <a:glow rad="139700">
              <a:srgbClr val="F3F3F3">
                <a:alpha val="18000"/>
              </a:srgbClr>
            </a:glow>
            <a:softEdge rad="510154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F5640BA-0723-564A-CF90-E03CF1D86BF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89397" y="1770614"/>
            <a:ext cx="6359129" cy="1949820"/>
          </a:xfrm>
        </p:spPr>
        <p:txBody>
          <a:bodyPr anchor="ctr">
            <a:noAutofit/>
          </a:bodyPr>
          <a:lstStyle>
            <a:lvl1pPr algn="l">
              <a:defRPr sz="4800" b="1">
                <a:solidFill>
                  <a:srgbClr val="7030A0"/>
                </a:solidFill>
                <a:latin typeface="Century Gothic" panose="020B0502020202020204" pitchFamily="34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8999FA-B677-EBA1-1CEF-76D229AB62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9397" y="4052065"/>
            <a:ext cx="5781964" cy="1090179"/>
          </a:xfrm>
        </p:spPr>
        <p:txBody>
          <a:bodyPr>
            <a:normAutofit/>
          </a:bodyPr>
          <a:lstStyle>
            <a:lvl1pPr marL="0" indent="0" algn="l">
              <a:buNone/>
              <a:defRPr sz="2000">
                <a:solidFill>
                  <a:srgbClr val="7C7C7C"/>
                </a:solidFill>
                <a:latin typeface="Century Gothic" panose="020B0502020202020204" pitchFamily="34" charset="0"/>
                <a:ea typeface="Roboto" panose="02000000000000000000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grpSp>
        <p:nvGrpSpPr>
          <p:cNvPr id="308" name="Group 307">
            <a:extLst>
              <a:ext uri="{FF2B5EF4-FFF2-40B4-BE49-F238E27FC236}">
                <a16:creationId xmlns:a16="http://schemas.microsoft.com/office/drawing/2014/main" id="{3E4490DB-AD9A-875D-34D5-9DB32FC0E41D}"/>
              </a:ext>
            </a:extLst>
          </p:cNvPr>
          <p:cNvGrpSpPr/>
          <p:nvPr userDrawn="1"/>
        </p:nvGrpSpPr>
        <p:grpSpPr>
          <a:xfrm>
            <a:off x="7119673" y="1030567"/>
            <a:ext cx="4323219" cy="4642260"/>
            <a:chOff x="7137569" y="1600781"/>
            <a:chExt cx="3833456" cy="4116354"/>
          </a:xfrm>
        </p:grpSpPr>
        <p:sp>
          <p:nvSpPr>
            <p:cNvPr id="305" name="Trapezoid 304">
              <a:extLst>
                <a:ext uri="{FF2B5EF4-FFF2-40B4-BE49-F238E27FC236}">
                  <a16:creationId xmlns:a16="http://schemas.microsoft.com/office/drawing/2014/main" id="{A232BE04-8F23-D0C5-F694-023B8EB5F6F2}"/>
                </a:ext>
              </a:extLst>
            </p:cNvPr>
            <p:cNvSpPr/>
            <p:nvPr userDrawn="1"/>
          </p:nvSpPr>
          <p:spPr>
            <a:xfrm rot="10800000">
              <a:off x="7424426" y="2080259"/>
              <a:ext cx="3309386" cy="2912674"/>
            </a:xfrm>
            <a:prstGeom prst="trapezoid">
              <a:avLst>
                <a:gd name="adj" fmla="val 36131"/>
              </a:avLst>
            </a:prstGeom>
            <a:gradFill>
              <a:gsLst>
                <a:gs pos="0">
                  <a:schemeClr val="bg1">
                    <a:alpha val="29482"/>
                  </a:schemeClr>
                </a:gs>
                <a:gs pos="100000">
                  <a:schemeClr val="bg1">
                    <a:alpha val="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4" name="Trapezoid 303">
              <a:extLst>
                <a:ext uri="{FF2B5EF4-FFF2-40B4-BE49-F238E27FC236}">
                  <a16:creationId xmlns:a16="http://schemas.microsoft.com/office/drawing/2014/main" id="{EE6693EB-B0BA-E894-43A6-28BB9FBBCA49}"/>
                </a:ext>
              </a:extLst>
            </p:cNvPr>
            <p:cNvSpPr/>
            <p:nvPr userDrawn="1"/>
          </p:nvSpPr>
          <p:spPr>
            <a:xfrm rot="10800000">
              <a:off x="7947196" y="1623059"/>
              <a:ext cx="2224088" cy="3400091"/>
            </a:xfrm>
            <a:prstGeom prst="trapezoid">
              <a:avLst/>
            </a:prstGeom>
            <a:gradFill flip="none" rotWithShape="1">
              <a:gsLst>
                <a:gs pos="0">
                  <a:schemeClr val="bg1">
                    <a:alpha val="19000"/>
                  </a:schemeClr>
                </a:gs>
                <a:gs pos="100000">
                  <a:schemeClr val="bg1">
                    <a:alpha val="0"/>
                  </a:schemeClr>
                </a:gs>
              </a:gsLst>
              <a:lin ang="54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6" name="Freeform 295">
              <a:extLst>
                <a:ext uri="{FF2B5EF4-FFF2-40B4-BE49-F238E27FC236}">
                  <a16:creationId xmlns:a16="http://schemas.microsoft.com/office/drawing/2014/main" id="{CD93825A-886A-2BF8-5EBF-20C87BF4E404}"/>
                </a:ext>
              </a:extLst>
            </p:cNvPr>
            <p:cNvSpPr/>
            <p:nvPr/>
          </p:nvSpPr>
          <p:spPr>
            <a:xfrm>
              <a:off x="7137569" y="4940163"/>
              <a:ext cx="3833456" cy="776972"/>
            </a:xfrm>
            <a:custGeom>
              <a:avLst/>
              <a:gdLst>
                <a:gd name="connsiteX0" fmla="*/ 1916728 w 3833456"/>
                <a:gd name="connsiteY0" fmla="*/ 776972 h 776972"/>
                <a:gd name="connsiteX1" fmla="*/ 562769 w 3833456"/>
                <a:gd name="connsiteY1" fmla="*/ 664103 h 776972"/>
                <a:gd name="connsiteX2" fmla="*/ 0 w 3833456"/>
                <a:gd name="connsiteY2" fmla="*/ 388486 h 776972"/>
                <a:gd name="connsiteX3" fmla="*/ 562769 w 3833456"/>
                <a:gd name="connsiteY3" fmla="*/ 112869 h 776972"/>
                <a:gd name="connsiteX4" fmla="*/ 1916728 w 3833456"/>
                <a:gd name="connsiteY4" fmla="*/ 0 h 776972"/>
                <a:gd name="connsiteX5" fmla="*/ 3270687 w 3833456"/>
                <a:gd name="connsiteY5" fmla="*/ 112869 h 776972"/>
                <a:gd name="connsiteX6" fmla="*/ 3833457 w 3833456"/>
                <a:gd name="connsiteY6" fmla="*/ 388486 h 776972"/>
                <a:gd name="connsiteX7" fmla="*/ 3270687 w 3833456"/>
                <a:gd name="connsiteY7" fmla="*/ 664103 h 776972"/>
                <a:gd name="connsiteX8" fmla="*/ 1916728 w 3833456"/>
                <a:gd name="connsiteY8" fmla="*/ 776972 h 776972"/>
                <a:gd name="connsiteX9" fmla="*/ 1916728 w 3833456"/>
                <a:gd name="connsiteY9" fmla="*/ 6556 h 776972"/>
                <a:gd name="connsiteX10" fmla="*/ 563531 w 3833456"/>
                <a:gd name="connsiteY10" fmla="*/ 119330 h 776972"/>
                <a:gd name="connsiteX11" fmla="*/ 5044 w 3833456"/>
                <a:gd name="connsiteY11" fmla="*/ 388486 h 776972"/>
                <a:gd name="connsiteX12" fmla="*/ 563531 w 3833456"/>
                <a:gd name="connsiteY12" fmla="*/ 657643 h 776972"/>
                <a:gd name="connsiteX13" fmla="*/ 1916728 w 3833456"/>
                <a:gd name="connsiteY13" fmla="*/ 770417 h 776972"/>
                <a:gd name="connsiteX14" fmla="*/ 3269925 w 3833456"/>
                <a:gd name="connsiteY14" fmla="*/ 657643 h 776972"/>
                <a:gd name="connsiteX15" fmla="*/ 3828412 w 3833456"/>
                <a:gd name="connsiteY15" fmla="*/ 388486 h 776972"/>
                <a:gd name="connsiteX16" fmla="*/ 3269925 w 3833456"/>
                <a:gd name="connsiteY16" fmla="*/ 119330 h 776972"/>
                <a:gd name="connsiteX17" fmla="*/ 1916728 w 3833456"/>
                <a:gd name="connsiteY17" fmla="*/ 6556 h 7769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833456" h="776972">
                  <a:moveTo>
                    <a:pt x="1916728" y="776972"/>
                  </a:moveTo>
                  <a:cubicBezTo>
                    <a:pt x="1405258" y="776972"/>
                    <a:pt x="924434" y="736879"/>
                    <a:pt x="562769" y="664103"/>
                  </a:cubicBezTo>
                  <a:cubicBezTo>
                    <a:pt x="199867" y="591043"/>
                    <a:pt x="0" y="493185"/>
                    <a:pt x="0" y="388486"/>
                  </a:cubicBezTo>
                  <a:cubicBezTo>
                    <a:pt x="0" y="283788"/>
                    <a:pt x="199867" y="185835"/>
                    <a:pt x="562769" y="112869"/>
                  </a:cubicBezTo>
                  <a:cubicBezTo>
                    <a:pt x="924434" y="40093"/>
                    <a:pt x="1405258" y="0"/>
                    <a:pt x="1916728" y="0"/>
                  </a:cubicBezTo>
                  <a:cubicBezTo>
                    <a:pt x="2428198" y="0"/>
                    <a:pt x="2909022" y="40093"/>
                    <a:pt x="3270687" y="112869"/>
                  </a:cubicBezTo>
                  <a:cubicBezTo>
                    <a:pt x="3633589" y="185930"/>
                    <a:pt x="3833457" y="283788"/>
                    <a:pt x="3833457" y="388486"/>
                  </a:cubicBezTo>
                  <a:cubicBezTo>
                    <a:pt x="3833457" y="493185"/>
                    <a:pt x="3633589" y="591138"/>
                    <a:pt x="3270687" y="664103"/>
                  </a:cubicBezTo>
                  <a:cubicBezTo>
                    <a:pt x="2909022" y="736879"/>
                    <a:pt x="2428198" y="776972"/>
                    <a:pt x="1916728" y="776972"/>
                  </a:cubicBezTo>
                  <a:close/>
                  <a:moveTo>
                    <a:pt x="1916728" y="6556"/>
                  </a:moveTo>
                  <a:cubicBezTo>
                    <a:pt x="1405544" y="6556"/>
                    <a:pt x="925005" y="46649"/>
                    <a:pt x="563531" y="119330"/>
                  </a:cubicBezTo>
                  <a:cubicBezTo>
                    <a:pt x="208528" y="190775"/>
                    <a:pt x="5044" y="288823"/>
                    <a:pt x="5044" y="388486"/>
                  </a:cubicBezTo>
                  <a:cubicBezTo>
                    <a:pt x="5044" y="488149"/>
                    <a:pt x="208623" y="586197"/>
                    <a:pt x="563531" y="657643"/>
                  </a:cubicBezTo>
                  <a:cubicBezTo>
                    <a:pt x="924910" y="730419"/>
                    <a:pt x="1405544" y="770417"/>
                    <a:pt x="1916728" y="770417"/>
                  </a:cubicBezTo>
                  <a:cubicBezTo>
                    <a:pt x="2427913" y="770417"/>
                    <a:pt x="2908451" y="730324"/>
                    <a:pt x="3269925" y="657643"/>
                  </a:cubicBezTo>
                  <a:cubicBezTo>
                    <a:pt x="3624928" y="586197"/>
                    <a:pt x="3828412" y="488149"/>
                    <a:pt x="3828412" y="388486"/>
                  </a:cubicBezTo>
                  <a:cubicBezTo>
                    <a:pt x="3828412" y="288823"/>
                    <a:pt x="3624833" y="190775"/>
                    <a:pt x="3269925" y="119330"/>
                  </a:cubicBezTo>
                  <a:cubicBezTo>
                    <a:pt x="2908546" y="46554"/>
                    <a:pt x="2427913" y="6556"/>
                    <a:pt x="1916728" y="6556"/>
                  </a:cubicBezTo>
                  <a:close/>
                </a:path>
              </a:pathLst>
            </a:custGeom>
            <a:solidFill>
              <a:srgbClr val="F2F2F2"/>
            </a:solidFill>
            <a:ln w="9502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7" name="Freeform 296">
              <a:extLst>
                <a:ext uri="{FF2B5EF4-FFF2-40B4-BE49-F238E27FC236}">
                  <a16:creationId xmlns:a16="http://schemas.microsoft.com/office/drawing/2014/main" id="{AB2AE10C-BE81-9B04-AE00-9CF67B3C7E35}"/>
                </a:ext>
              </a:extLst>
            </p:cNvPr>
            <p:cNvSpPr/>
            <p:nvPr/>
          </p:nvSpPr>
          <p:spPr>
            <a:xfrm>
              <a:off x="7424426" y="4943393"/>
              <a:ext cx="3259646" cy="652892"/>
            </a:xfrm>
            <a:custGeom>
              <a:avLst/>
              <a:gdLst>
                <a:gd name="connsiteX0" fmla="*/ 1629871 w 3259646"/>
                <a:gd name="connsiteY0" fmla="*/ 0 h 652892"/>
                <a:gd name="connsiteX1" fmla="*/ 0 w 3259646"/>
                <a:gd name="connsiteY1" fmla="*/ 326446 h 652892"/>
                <a:gd name="connsiteX2" fmla="*/ 1629871 w 3259646"/>
                <a:gd name="connsiteY2" fmla="*/ 652892 h 652892"/>
                <a:gd name="connsiteX3" fmla="*/ 3259647 w 3259646"/>
                <a:gd name="connsiteY3" fmla="*/ 326446 h 652892"/>
                <a:gd name="connsiteX4" fmla="*/ 3225764 w 3259646"/>
                <a:gd name="connsiteY4" fmla="*/ 326446 h 652892"/>
                <a:gd name="connsiteX5" fmla="*/ 2758360 w 3259646"/>
                <a:gd name="connsiteY5" fmla="*/ 552469 h 652892"/>
                <a:gd name="connsiteX6" fmla="*/ 1629871 w 3259646"/>
                <a:gd name="connsiteY6" fmla="*/ 646052 h 652892"/>
                <a:gd name="connsiteX7" fmla="*/ 501382 w 3259646"/>
                <a:gd name="connsiteY7" fmla="*/ 552469 h 652892"/>
                <a:gd name="connsiteX8" fmla="*/ 33882 w 3259646"/>
                <a:gd name="connsiteY8" fmla="*/ 326446 h 652892"/>
                <a:gd name="connsiteX9" fmla="*/ 501382 w 3259646"/>
                <a:gd name="connsiteY9" fmla="*/ 100423 h 652892"/>
                <a:gd name="connsiteX10" fmla="*/ 1629871 w 3259646"/>
                <a:gd name="connsiteY10" fmla="*/ 6841 h 652892"/>
                <a:gd name="connsiteX11" fmla="*/ 2758360 w 3259646"/>
                <a:gd name="connsiteY11" fmla="*/ 100423 h 652892"/>
                <a:gd name="connsiteX12" fmla="*/ 3225764 w 3259646"/>
                <a:gd name="connsiteY12" fmla="*/ 326446 h 652892"/>
                <a:gd name="connsiteX13" fmla="*/ 3259647 w 3259646"/>
                <a:gd name="connsiteY13" fmla="*/ 326446 h 652892"/>
                <a:gd name="connsiteX14" fmla="*/ 1629871 w 3259646"/>
                <a:gd name="connsiteY14" fmla="*/ 0 h 6528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259646" h="652892">
                  <a:moveTo>
                    <a:pt x="1629871" y="0"/>
                  </a:moveTo>
                  <a:cubicBezTo>
                    <a:pt x="729706" y="0"/>
                    <a:pt x="0" y="146122"/>
                    <a:pt x="0" y="326446"/>
                  </a:cubicBezTo>
                  <a:cubicBezTo>
                    <a:pt x="0" y="506771"/>
                    <a:pt x="729706" y="652892"/>
                    <a:pt x="1629871" y="652892"/>
                  </a:cubicBezTo>
                  <a:cubicBezTo>
                    <a:pt x="2530035" y="652892"/>
                    <a:pt x="3259647" y="506771"/>
                    <a:pt x="3259647" y="326446"/>
                  </a:cubicBezTo>
                  <a:lnTo>
                    <a:pt x="3225764" y="326446"/>
                  </a:lnTo>
                  <a:cubicBezTo>
                    <a:pt x="3225764" y="414708"/>
                    <a:pt x="3047216" y="494610"/>
                    <a:pt x="2758360" y="552469"/>
                  </a:cubicBezTo>
                  <a:cubicBezTo>
                    <a:pt x="2469504" y="610329"/>
                    <a:pt x="2070626" y="646052"/>
                    <a:pt x="1629871" y="646052"/>
                  </a:cubicBezTo>
                  <a:cubicBezTo>
                    <a:pt x="1189116" y="646052"/>
                    <a:pt x="790238" y="610329"/>
                    <a:pt x="501382" y="552469"/>
                  </a:cubicBezTo>
                  <a:cubicBezTo>
                    <a:pt x="212526" y="494610"/>
                    <a:pt x="33882" y="414708"/>
                    <a:pt x="33882" y="326446"/>
                  </a:cubicBezTo>
                  <a:cubicBezTo>
                    <a:pt x="33882" y="238184"/>
                    <a:pt x="212526" y="158283"/>
                    <a:pt x="501382" y="100423"/>
                  </a:cubicBezTo>
                  <a:cubicBezTo>
                    <a:pt x="790238" y="42563"/>
                    <a:pt x="1189116" y="6841"/>
                    <a:pt x="1629871" y="6841"/>
                  </a:cubicBezTo>
                  <a:cubicBezTo>
                    <a:pt x="2070626" y="6841"/>
                    <a:pt x="2469504" y="42563"/>
                    <a:pt x="2758360" y="100423"/>
                  </a:cubicBezTo>
                  <a:cubicBezTo>
                    <a:pt x="3047216" y="158283"/>
                    <a:pt x="3225764" y="238184"/>
                    <a:pt x="3225764" y="326446"/>
                  </a:cubicBezTo>
                  <a:lnTo>
                    <a:pt x="3259647" y="326446"/>
                  </a:lnTo>
                  <a:cubicBezTo>
                    <a:pt x="3259647" y="146122"/>
                    <a:pt x="2530035" y="0"/>
                    <a:pt x="1629871" y="0"/>
                  </a:cubicBezTo>
                </a:path>
              </a:pathLst>
            </a:custGeom>
            <a:solidFill>
              <a:schemeClr val="bg1"/>
            </a:solidFill>
            <a:ln w="9502" cap="flat">
              <a:solidFill>
                <a:schemeClr val="bg1"/>
              </a:solidFill>
              <a:prstDash val="solid"/>
              <a:miter/>
            </a:ln>
            <a:effectLst>
              <a:glow rad="127000">
                <a:srgbClr val="E2E2E2">
                  <a:alpha val="10000"/>
                </a:srgbClr>
              </a:glow>
              <a:outerShdw blurRad="50800" dist="50800" dir="5400000" algn="ctr" rotWithShape="0">
                <a:srgbClr val="EAEAEA"/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8" name="Freeform 297">
              <a:extLst>
                <a:ext uri="{FF2B5EF4-FFF2-40B4-BE49-F238E27FC236}">
                  <a16:creationId xmlns:a16="http://schemas.microsoft.com/office/drawing/2014/main" id="{ACF1E333-E3B0-05B6-79B3-C0B8581EEB56}"/>
                </a:ext>
              </a:extLst>
            </p:cNvPr>
            <p:cNvSpPr/>
            <p:nvPr/>
          </p:nvSpPr>
          <p:spPr>
            <a:xfrm>
              <a:off x="7595931" y="4919071"/>
              <a:ext cx="2916636" cy="584106"/>
            </a:xfrm>
            <a:custGeom>
              <a:avLst/>
              <a:gdLst>
                <a:gd name="connsiteX0" fmla="*/ 1458366 w 2916636"/>
                <a:gd name="connsiteY0" fmla="*/ 0 h 584106"/>
                <a:gd name="connsiteX1" fmla="*/ 427145 w 2916636"/>
                <a:gd name="connsiteY1" fmla="*/ 85507 h 584106"/>
                <a:gd name="connsiteX2" fmla="*/ 0 w 2916636"/>
                <a:gd name="connsiteY2" fmla="*/ 292053 h 584106"/>
                <a:gd name="connsiteX3" fmla="*/ 427145 w 2916636"/>
                <a:gd name="connsiteY3" fmla="*/ 498600 h 584106"/>
                <a:gd name="connsiteX4" fmla="*/ 1458080 w 2916636"/>
                <a:gd name="connsiteY4" fmla="*/ 584107 h 584106"/>
                <a:gd name="connsiteX5" fmla="*/ 1458366 w 2916636"/>
                <a:gd name="connsiteY5" fmla="*/ 584107 h 584106"/>
                <a:gd name="connsiteX6" fmla="*/ 2489586 w 2916636"/>
                <a:gd name="connsiteY6" fmla="*/ 498600 h 584106"/>
                <a:gd name="connsiteX7" fmla="*/ 2916636 w 2916636"/>
                <a:gd name="connsiteY7" fmla="*/ 292053 h 584106"/>
                <a:gd name="connsiteX8" fmla="*/ 2815084 w 2916636"/>
                <a:gd name="connsiteY8" fmla="*/ 292053 h 584106"/>
                <a:gd name="connsiteX9" fmla="*/ 2417729 w 2916636"/>
                <a:gd name="connsiteY9" fmla="*/ 484159 h 584106"/>
                <a:gd name="connsiteX10" fmla="*/ 1458366 w 2916636"/>
                <a:gd name="connsiteY10" fmla="*/ 563775 h 584106"/>
                <a:gd name="connsiteX11" fmla="*/ 498907 w 2916636"/>
                <a:gd name="connsiteY11" fmla="*/ 484159 h 584106"/>
                <a:gd name="connsiteX12" fmla="*/ 101552 w 2916636"/>
                <a:gd name="connsiteY12" fmla="*/ 292053 h 584106"/>
                <a:gd name="connsiteX13" fmla="*/ 498907 w 2916636"/>
                <a:gd name="connsiteY13" fmla="*/ 99948 h 584106"/>
                <a:gd name="connsiteX14" fmla="*/ 1458366 w 2916636"/>
                <a:gd name="connsiteY14" fmla="*/ 20332 h 584106"/>
                <a:gd name="connsiteX15" fmla="*/ 2417729 w 2916636"/>
                <a:gd name="connsiteY15" fmla="*/ 99948 h 584106"/>
                <a:gd name="connsiteX16" fmla="*/ 2815084 w 2916636"/>
                <a:gd name="connsiteY16" fmla="*/ 292053 h 584106"/>
                <a:gd name="connsiteX17" fmla="*/ 2916636 w 2916636"/>
                <a:gd name="connsiteY17" fmla="*/ 292053 h 584106"/>
                <a:gd name="connsiteX18" fmla="*/ 2489586 w 2916636"/>
                <a:gd name="connsiteY18" fmla="*/ 85507 h 584106"/>
                <a:gd name="connsiteX19" fmla="*/ 1458366 w 2916636"/>
                <a:gd name="connsiteY19" fmla="*/ 0 h 5841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2916636" h="584106">
                  <a:moveTo>
                    <a:pt x="1458366" y="0"/>
                  </a:moveTo>
                  <a:cubicBezTo>
                    <a:pt x="1055776" y="0"/>
                    <a:pt x="690875" y="32683"/>
                    <a:pt x="427145" y="85507"/>
                  </a:cubicBezTo>
                  <a:cubicBezTo>
                    <a:pt x="163320" y="138331"/>
                    <a:pt x="0" y="211392"/>
                    <a:pt x="0" y="292053"/>
                  </a:cubicBezTo>
                  <a:cubicBezTo>
                    <a:pt x="0" y="372715"/>
                    <a:pt x="163320" y="445776"/>
                    <a:pt x="427145" y="498600"/>
                  </a:cubicBezTo>
                  <a:cubicBezTo>
                    <a:pt x="690875" y="551424"/>
                    <a:pt x="1055585" y="584107"/>
                    <a:pt x="1458080" y="584107"/>
                  </a:cubicBezTo>
                  <a:lnTo>
                    <a:pt x="1458366" y="584107"/>
                  </a:lnTo>
                  <a:cubicBezTo>
                    <a:pt x="1860861" y="584107"/>
                    <a:pt x="2225857" y="551424"/>
                    <a:pt x="2489586" y="498600"/>
                  </a:cubicBezTo>
                  <a:cubicBezTo>
                    <a:pt x="2753316" y="445776"/>
                    <a:pt x="2916731" y="372715"/>
                    <a:pt x="2916636" y="292053"/>
                  </a:cubicBezTo>
                  <a:lnTo>
                    <a:pt x="2815084" y="292053"/>
                  </a:lnTo>
                  <a:cubicBezTo>
                    <a:pt x="2815084" y="367110"/>
                    <a:pt x="2663376" y="434945"/>
                    <a:pt x="2417729" y="484159"/>
                  </a:cubicBezTo>
                  <a:cubicBezTo>
                    <a:pt x="2172083" y="533373"/>
                    <a:pt x="1833165" y="563775"/>
                    <a:pt x="1458366" y="563775"/>
                  </a:cubicBezTo>
                  <a:cubicBezTo>
                    <a:pt x="1083567" y="563775"/>
                    <a:pt x="744649" y="533373"/>
                    <a:pt x="498907" y="484159"/>
                  </a:cubicBezTo>
                  <a:cubicBezTo>
                    <a:pt x="253356" y="434945"/>
                    <a:pt x="101552" y="367110"/>
                    <a:pt x="101552" y="292053"/>
                  </a:cubicBezTo>
                  <a:cubicBezTo>
                    <a:pt x="101552" y="216997"/>
                    <a:pt x="253356" y="149067"/>
                    <a:pt x="498907" y="99948"/>
                  </a:cubicBezTo>
                  <a:cubicBezTo>
                    <a:pt x="744554" y="50734"/>
                    <a:pt x="1083472" y="20332"/>
                    <a:pt x="1458366" y="20332"/>
                  </a:cubicBezTo>
                  <a:cubicBezTo>
                    <a:pt x="1833260" y="20332"/>
                    <a:pt x="2171988" y="50734"/>
                    <a:pt x="2417729" y="99948"/>
                  </a:cubicBezTo>
                  <a:cubicBezTo>
                    <a:pt x="2663376" y="149162"/>
                    <a:pt x="2815084" y="216997"/>
                    <a:pt x="2815084" y="292053"/>
                  </a:cubicBezTo>
                  <a:lnTo>
                    <a:pt x="2916636" y="292053"/>
                  </a:lnTo>
                  <a:cubicBezTo>
                    <a:pt x="2916636" y="211392"/>
                    <a:pt x="2753316" y="138331"/>
                    <a:pt x="2489586" y="85507"/>
                  </a:cubicBezTo>
                  <a:cubicBezTo>
                    <a:pt x="2225857" y="32683"/>
                    <a:pt x="1860861" y="0"/>
                    <a:pt x="1458366" y="0"/>
                  </a:cubicBezTo>
                </a:path>
              </a:pathLst>
            </a:custGeom>
            <a:solidFill>
              <a:schemeClr val="bg1"/>
            </a:solidFill>
            <a:ln w="9502" cap="flat">
              <a:solidFill>
                <a:schemeClr val="bg1"/>
              </a:solidFill>
              <a:prstDash val="solid"/>
              <a:miter/>
            </a:ln>
            <a:effectLst>
              <a:glow rad="127000">
                <a:srgbClr val="F3F3F3"/>
              </a:glo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9" name="Freeform 298">
              <a:extLst>
                <a:ext uri="{FF2B5EF4-FFF2-40B4-BE49-F238E27FC236}">
                  <a16:creationId xmlns:a16="http://schemas.microsoft.com/office/drawing/2014/main" id="{2C4D9CA5-60FC-B8D4-922F-C826EFB6B51D}"/>
                </a:ext>
              </a:extLst>
            </p:cNvPr>
            <p:cNvSpPr/>
            <p:nvPr/>
          </p:nvSpPr>
          <p:spPr>
            <a:xfrm>
              <a:off x="7759537" y="4884488"/>
              <a:ext cx="2589424" cy="518646"/>
            </a:xfrm>
            <a:custGeom>
              <a:avLst/>
              <a:gdLst>
                <a:gd name="connsiteX0" fmla="*/ 1318839 w 2589424"/>
                <a:gd name="connsiteY0" fmla="*/ 484634 h 518646"/>
                <a:gd name="connsiteX1" fmla="*/ 1295236 w 2589424"/>
                <a:gd name="connsiteY1" fmla="*/ 484634 h 518646"/>
                <a:gd name="connsiteX2" fmla="*/ 1295236 w 2589424"/>
                <a:gd name="connsiteY2" fmla="*/ 518552 h 518646"/>
                <a:gd name="connsiteX3" fmla="*/ 1322361 w 2589424"/>
                <a:gd name="connsiteY3" fmla="*/ 518552 h 518646"/>
                <a:gd name="connsiteX4" fmla="*/ 1318744 w 2589424"/>
                <a:gd name="connsiteY4" fmla="*/ 484634 h 518646"/>
                <a:gd name="connsiteX5" fmla="*/ 1248029 w 2589424"/>
                <a:gd name="connsiteY5" fmla="*/ 484539 h 518646"/>
                <a:gd name="connsiteX6" fmla="*/ 1241176 w 2589424"/>
                <a:gd name="connsiteY6" fmla="*/ 518457 h 518646"/>
                <a:gd name="connsiteX7" fmla="*/ 1268206 w 2589424"/>
                <a:gd name="connsiteY7" fmla="*/ 518647 h 518646"/>
                <a:gd name="connsiteX8" fmla="*/ 1271633 w 2589424"/>
                <a:gd name="connsiteY8" fmla="*/ 484729 h 518646"/>
                <a:gd name="connsiteX9" fmla="*/ 1248029 w 2589424"/>
                <a:gd name="connsiteY9" fmla="*/ 484634 h 518646"/>
                <a:gd name="connsiteX10" fmla="*/ 1365951 w 2589424"/>
                <a:gd name="connsiteY10" fmla="*/ 484254 h 518646"/>
                <a:gd name="connsiteX11" fmla="*/ 1342347 w 2589424"/>
                <a:gd name="connsiteY11" fmla="*/ 484539 h 518646"/>
                <a:gd name="connsiteX12" fmla="*/ 1349390 w 2589424"/>
                <a:gd name="connsiteY12" fmla="*/ 518457 h 518646"/>
                <a:gd name="connsiteX13" fmla="*/ 1376420 w 2589424"/>
                <a:gd name="connsiteY13" fmla="*/ 518172 h 518646"/>
                <a:gd name="connsiteX14" fmla="*/ 1365856 w 2589424"/>
                <a:gd name="connsiteY14" fmla="*/ 484349 h 518646"/>
                <a:gd name="connsiteX15" fmla="*/ 1200917 w 2589424"/>
                <a:gd name="connsiteY15" fmla="*/ 483969 h 518646"/>
                <a:gd name="connsiteX16" fmla="*/ 1187022 w 2589424"/>
                <a:gd name="connsiteY16" fmla="*/ 517792 h 518646"/>
                <a:gd name="connsiteX17" fmla="*/ 1214052 w 2589424"/>
                <a:gd name="connsiteY17" fmla="*/ 518172 h 518646"/>
                <a:gd name="connsiteX18" fmla="*/ 1224426 w 2589424"/>
                <a:gd name="connsiteY18" fmla="*/ 484349 h 518646"/>
                <a:gd name="connsiteX19" fmla="*/ 1200917 w 2589424"/>
                <a:gd name="connsiteY19" fmla="*/ 483969 h 518646"/>
                <a:gd name="connsiteX20" fmla="*/ 1412967 w 2589424"/>
                <a:gd name="connsiteY20" fmla="*/ 483494 h 518646"/>
                <a:gd name="connsiteX21" fmla="*/ 1389459 w 2589424"/>
                <a:gd name="connsiteY21" fmla="*/ 483969 h 518646"/>
                <a:gd name="connsiteX22" fmla="*/ 1403450 w 2589424"/>
                <a:gd name="connsiteY22" fmla="*/ 517792 h 518646"/>
                <a:gd name="connsiteX23" fmla="*/ 1430479 w 2589424"/>
                <a:gd name="connsiteY23" fmla="*/ 517317 h 518646"/>
                <a:gd name="connsiteX24" fmla="*/ 1412967 w 2589424"/>
                <a:gd name="connsiteY24" fmla="*/ 483589 h 518646"/>
                <a:gd name="connsiteX25" fmla="*/ 1154091 w 2589424"/>
                <a:gd name="connsiteY25" fmla="*/ 483019 h 518646"/>
                <a:gd name="connsiteX26" fmla="*/ 1133153 w 2589424"/>
                <a:gd name="connsiteY26" fmla="*/ 516652 h 518646"/>
                <a:gd name="connsiteX27" fmla="*/ 1160087 w 2589424"/>
                <a:gd name="connsiteY27" fmla="*/ 517222 h 518646"/>
                <a:gd name="connsiteX28" fmla="*/ 1177600 w 2589424"/>
                <a:gd name="connsiteY28" fmla="*/ 483494 h 518646"/>
                <a:gd name="connsiteX29" fmla="*/ 1154187 w 2589424"/>
                <a:gd name="connsiteY29" fmla="*/ 482924 h 518646"/>
                <a:gd name="connsiteX30" fmla="*/ 1459698 w 2589424"/>
                <a:gd name="connsiteY30" fmla="*/ 482354 h 518646"/>
                <a:gd name="connsiteX31" fmla="*/ 1436380 w 2589424"/>
                <a:gd name="connsiteY31" fmla="*/ 483019 h 518646"/>
                <a:gd name="connsiteX32" fmla="*/ 1457414 w 2589424"/>
                <a:gd name="connsiteY32" fmla="*/ 516652 h 518646"/>
                <a:gd name="connsiteX33" fmla="*/ 1484253 w 2589424"/>
                <a:gd name="connsiteY33" fmla="*/ 515891 h 518646"/>
                <a:gd name="connsiteX34" fmla="*/ 1459698 w 2589424"/>
                <a:gd name="connsiteY34" fmla="*/ 482354 h 518646"/>
                <a:gd name="connsiteX35" fmla="*/ 1107456 w 2589424"/>
                <a:gd name="connsiteY35" fmla="*/ 481594 h 518646"/>
                <a:gd name="connsiteX36" fmla="*/ 1079474 w 2589424"/>
                <a:gd name="connsiteY36" fmla="*/ 515036 h 518646"/>
                <a:gd name="connsiteX37" fmla="*/ 1106218 w 2589424"/>
                <a:gd name="connsiteY37" fmla="*/ 515891 h 518646"/>
                <a:gd name="connsiteX38" fmla="*/ 1130678 w 2589424"/>
                <a:gd name="connsiteY38" fmla="*/ 482354 h 518646"/>
                <a:gd name="connsiteX39" fmla="*/ 1107456 w 2589424"/>
                <a:gd name="connsiteY39" fmla="*/ 481594 h 518646"/>
                <a:gd name="connsiteX40" fmla="*/ 1506144 w 2589424"/>
                <a:gd name="connsiteY40" fmla="*/ 480739 h 518646"/>
                <a:gd name="connsiteX41" fmla="*/ 1482921 w 2589424"/>
                <a:gd name="connsiteY41" fmla="*/ 481594 h 518646"/>
                <a:gd name="connsiteX42" fmla="*/ 1510997 w 2589424"/>
                <a:gd name="connsiteY42" fmla="*/ 515036 h 518646"/>
                <a:gd name="connsiteX43" fmla="*/ 1537646 w 2589424"/>
                <a:gd name="connsiteY43" fmla="*/ 514086 h 518646"/>
                <a:gd name="connsiteX44" fmla="*/ 1506144 w 2589424"/>
                <a:gd name="connsiteY44" fmla="*/ 480739 h 518646"/>
                <a:gd name="connsiteX45" fmla="*/ 1061105 w 2589424"/>
                <a:gd name="connsiteY45" fmla="*/ 479884 h 518646"/>
                <a:gd name="connsiteX46" fmla="*/ 1026081 w 2589424"/>
                <a:gd name="connsiteY46" fmla="*/ 513041 h 518646"/>
                <a:gd name="connsiteX47" fmla="*/ 1052730 w 2589424"/>
                <a:gd name="connsiteY47" fmla="*/ 514086 h 518646"/>
                <a:gd name="connsiteX48" fmla="*/ 1084138 w 2589424"/>
                <a:gd name="connsiteY48" fmla="*/ 480739 h 518646"/>
                <a:gd name="connsiteX49" fmla="*/ 1061105 w 2589424"/>
                <a:gd name="connsiteY49" fmla="*/ 479789 h 518646"/>
                <a:gd name="connsiteX50" fmla="*/ 1552208 w 2589424"/>
                <a:gd name="connsiteY50" fmla="*/ 478743 h 518646"/>
                <a:gd name="connsiteX51" fmla="*/ 1529271 w 2589424"/>
                <a:gd name="connsiteY51" fmla="*/ 479789 h 518646"/>
                <a:gd name="connsiteX52" fmla="*/ 1564391 w 2589424"/>
                <a:gd name="connsiteY52" fmla="*/ 512946 h 518646"/>
                <a:gd name="connsiteX53" fmla="*/ 1590849 w 2589424"/>
                <a:gd name="connsiteY53" fmla="*/ 511806 h 518646"/>
                <a:gd name="connsiteX54" fmla="*/ 1552303 w 2589424"/>
                <a:gd name="connsiteY54" fmla="*/ 478743 h 518646"/>
                <a:gd name="connsiteX55" fmla="*/ 1015231 w 2589424"/>
                <a:gd name="connsiteY55" fmla="*/ 477698 h 518646"/>
                <a:gd name="connsiteX56" fmla="*/ 973354 w 2589424"/>
                <a:gd name="connsiteY56" fmla="*/ 510571 h 518646"/>
                <a:gd name="connsiteX57" fmla="*/ 999622 w 2589424"/>
                <a:gd name="connsiteY57" fmla="*/ 511901 h 518646"/>
                <a:gd name="connsiteX58" fmla="*/ 1038073 w 2589424"/>
                <a:gd name="connsiteY58" fmla="*/ 478839 h 518646"/>
                <a:gd name="connsiteX59" fmla="*/ 1015136 w 2589424"/>
                <a:gd name="connsiteY59" fmla="*/ 477698 h 518646"/>
                <a:gd name="connsiteX60" fmla="*/ 1597797 w 2589424"/>
                <a:gd name="connsiteY60" fmla="*/ 476463 h 518646"/>
                <a:gd name="connsiteX61" fmla="*/ 1575050 w 2589424"/>
                <a:gd name="connsiteY61" fmla="*/ 477698 h 518646"/>
                <a:gd name="connsiteX62" fmla="*/ 1617117 w 2589424"/>
                <a:gd name="connsiteY62" fmla="*/ 510571 h 518646"/>
                <a:gd name="connsiteX63" fmla="*/ 1643291 w 2589424"/>
                <a:gd name="connsiteY63" fmla="*/ 509146 h 518646"/>
                <a:gd name="connsiteX64" fmla="*/ 1597797 w 2589424"/>
                <a:gd name="connsiteY64" fmla="*/ 476463 h 518646"/>
                <a:gd name="connsiteX65" fmla="*/ 969928 w 2589424"/>
                <a:gd name="connsiteY65" fmla="*/ 475228 h 518646"/>
                <a:gd name="connsiteX66" fmla="*/ 921103 w 2589424"/>
                <a:gd name="connsiteY66" fmla="*/ 507721 h 518646"/>
                <a:gd name="connsiteX67" fmla="*/ 947181 w 2589424"/>
                <a:gd name="connsiteY67" fmla="*/ 509241 h 518646"/>
                <a:gd name="connsiteX68" fmla="*/ 992579 w 2589424"/>
                <a:gd name="connsiteY68" fmla="*/ 476558 h 518646"/>
                <a:gd name="connsiteX69" fmla="*/ 969928 w 2589424"/>
                <a:gd name="connsiteY69" fmla="*/ 475228 h 518646"/>
                <a:gd name="connsiteX70" fmla="*/ 1642910 w 2589424"/>
                <a:gd name="connsiteY70" fmla="*/ 473708 h 518646"/>
                <a:gd name="connsiteX71" fmla="*/ 1620449 w 2589424"/>
                <a:gd name="connsiteY71" fmla="*/ 475133 h 518646"/>
                <a:gd name="connsiteX72" fmla="*/ 1669369 w 2589424"/>
                <a:gd name="connsiteY72" fmla="*/ 507626 h 518646"/>
                <a:gd name="connsiteX73" fmla="*/ 1695256 w 2589424"/>
                <a:gd name="connsiteY73" fmla="*/ 506011 h 518646"/>
                <a:gd name="connsiteX74" fmla="*/ 1642910 w 2589424"/>
                <a:gd name="connsiteY74" fmla="*/ 473708 h 518646"/>
                <a:gd name="connsiteX75" fmla="*/ 924910 w 2589424"/>
                <a:gd name="connsiteY75" fmla="*/ 472283 h 518646"/>
                <a:gd name="connsiteX76" fmla="*/ 869328 w 2589424"/>
                <a:gd name="connsiteY76" fmla="*/ 504301 h 518646"/>
                <a:gd name="connsiteX77" fmla="*/ 895216 w 2589424"/>
                <a:gd name="connsiteY77" fmla="*/ 506011 h 518646"/>
                <a:gd name="connsiteX78" fmla="*/ 947467 w 2589424"/>
                <a:gd name="connsiteY78" fmla="*/ 473708 h 518646"/>
                <a:gd name="connsiteX79" fmla="*/ 925005 w 2589424"/>
                <a:gd name="connsiteY79" fmla="*/ 472188 h 518646"/>
                <a:gd name="connsiteX80" fmla="*/ 1687452 w 2589424"/>
                <a:gd name="connsiteY80" fmla="*/ 470573 h 518646"/>
                <a:gd name="connsiteX81" fmla="*/ 1665276 w 2589424"/>
                <a:gd name="connsiteY81" fmla="*/ 472188 h 518646"/>
                <a:gd name="connsiteX82" fmla="*/ 1720953 w 2589424"/>
                <a:gd name="connsiteY82" fmla="*/ 504206 h 518646"/>
                <a:gd name="connsiteX83" fmla="*/ 1746555 w 2589424"/>
                <a:gd name="connsiteY83" fmla="*/ 502400 h 518646"/>
                <a:gd name="connsiteX84" fmla="*/ 1687452 w 2589424"/>
                <a:gd name="connsiteY84" fmla="*/ 470573 h 518646"/>
                <a:gd name="connsiteX85" fmla="*/ 880559 w 2589424"/>
                <a:gd name="connsiteY85" fmla="*/ 468958 h 518646"/>
                <a:gd name="connsiteX86" fmla="*/ 818219 w 2589424"/>
                <a:gd name="connsiteY86" fmla="*/ 500500 h 518646"/>
                <a:gd name="connsiteX87" fmla="*/ 843631 w 2589424"/>
                <a:gd name="connsiteY87" fmla="*/ 502495 h 518646"/>
                <a:gd name="connsiteX88" fmla="*/ 902639 w 2589424"/>
                <a:gd name="connsiteY88" fmla="*/ 470668 h 518646"/>
                <a:gd name="connsiteX89" fmla="*/ 880559 w 2589424"/>
                <a:gd name="connsiteY89" fmla="*/ 468958 h 518646"/>
                <a:gd name="connsiteX90" fmla="*/ 1731137 w 2589424"/>
                <a:gd name="connsiteY90" fmla="*/ 467153 h 518646"/>
                <a:gd name="connsiteX91" fmla="*/ 1709342 w 2589424"/>
                <a:gd name="connsiteY91" fmla="*/ 468958 h 518646"/>
                <a:gd name="connsiteX92" fmla="*/ 1771777 w 2589424"/>
                <a:gd name="connsiteY92" fmla="*/ 500500 h 518646"/>
                <a:gd name="connsiteX93" fmla="*/ 1796808 w 2589424"/>
                <a:gd name="connsiteY93" fmla="*/ 498410 h 518646"/>
                <a:gd name="connsiteX94" fmla="*/ 1731042 w 2589424"/>
                <a:gd name="connsiteY94" fmla="*/ 467153 h 518646"/>
                <a:gd name="connsiteX95" fmla="*/ 837064 w 2589424"/>
                <a:gd name="connsiteY95" fmla="*/ 465252 h 518646"/>
                <a:gd name="connsiteX96" fmla="*/ 768157 w 2589424"/>
                <a:gd name="connsiteY96" fmla="*/ 496225 h 518646"/>
                <a:gd name="connsiteX97" fmla="*/ 793188 w 2589424"/>
                <a:gd name="connsiteY97" fmla="*/ 498410 h 518646"/>
                <a:gd name="connsiteX98" fmla="*/ 858859 w 2589424"/>
                <a:gd name="connsiteY98" fmla="*/ 467153 h 518646"/>
                <a:gd name="connsiteX99" fmla="*/ 837159 w 2589424"/>
                <a:gd name="connsiteY99" fmla="*/ 465252 h 518646"/>
                <a:gd name="connsiteX100" fmla="*/ 1773966 w 2589424"/>
                <a:gd name="connsiteY100" fmla="*/ 463352 h 518646"/>
                <a:gd name="connsiteX101" fmla="*/ 1752647 w 2589424"/>
                <a:gd name="connsiteY101" fmla="*/ 465347 h 518646"/>
                <a:gd name="connsiteX102" fmla="*/ 1821649 w 2589424"/>
                <a:gd name="connsiteY102" fmla="*/ 496320 h 518646"/>
                <a:gd name="connsiteX103" fmla="*/ 1846204 w 2589424"/>
                <a:gd name="connsiteY103" fmla="*/ 494040 h 518646"/>
                <a:gd name="connsiteX104" fmla="*/ 1773966 w 2589424"/>
                <a:gd name="connsiteY104" fmla="*/ 463352 h 518646"/>
                <a:gd name="connsiteX105" fmla="*/ 794330 w 2589424"/>
                <a:gd name="connsiteY105" fmla="*/ 461262 h 518646"/>
                <a:gd name="connsiteX106" fmla="*/ 718952 w 2589424"/>
                <a:gd name="connsiteY106" fmla="*/ 491570 h 518646"/>
                <a:gd name="connsiteX107" fmla="*/ 743412 w 2589424"/>
                <a:gd name="connsiteY107" fmla="*/ 493945 h 518646"/>
                <a:gd name="connsiteX108" fmla="*/ 815554 w 2589424"/>
                <a:gd name="connsiteY108" fmla="*/ 463257 h 518646"/>
                <a:gd name="connsiteX109" fmla="*/ 794330 w 2589424"/>
                <a:gd name="connsiteY109" fmla="*/ 461167 h 518646"/>
                <a:gd name="connsiteX110" fmla="*/ 1816033 w 2589424"/>
                <a:gd name="connsiteY110" fmla="*/ 459077 h 518646"/>
                <a:gd name="connsiteX111" fmla="*/ 1795095 w 2589424"/>
                <a:gd name="connsiteY111" fmla="*/ 461262 h 518646"/>
                <a:gd name="connsiteX112" fmla="*/ 1870473 w 2589424"/>
                <a:gd name="connsiteY112" fmla="*/ 491665 h 518646"/>
                <a:gd name="connsiteX113" fmla="*/ 1894552 w 2589424"/>
                <a:gd name="connsiteY113" fmla="*/ 489194 h 518646"/>
                <a:gd name="connsiteX114" fmla="*/ 1816033 w 2589424"/>
                <a:gd name="connsiteY114" fmla="*/ 459172 h 518646"/>
                <a:gd name="connsiteX115" fmla="*/ 752548 w 2589424"/>
                <a:gd name="connsiteY115" fmla="*/ 456892 h 518646"/>
                <a:gd name="connsiteX116" fmla="*/ 670793 w 2589424"/>
                <a:gd name="connsiteY116" fmla="*/ 486629 h 518646"/>
                <a:gd name="connsiteX117" fmla="*/ 694777 w 2589424"/>
                <a:gd name="connsiteY117" fmla="*/ 489194 h 518646"/>
                <a:gd name="connsiteX118" fmla="*/ 773392 w 2589424"/>
                <a:gd name="connsiteY118" fmla="*/ 459172 h 518646"/>
                <a:gd name="connsiteX119" fmla="*/ 752548 w 2589424"/>
                <a:gd name="connsiteY119" fmla="*/ 456987 h 518646"/>
                <a:gd name="connsiteX120" fmla="*/ 1857244 w 2589424"/>
                <a:gd name="connsiteY120" fmla="*/ 454612 h 518646"/>
                <a:gd name="connsiteX121" fmla="*/ 1836686 w 2589424"/>
                <a:gd name="connsiteY121" fmla="*/ 456892 h 518646"/>
                <a:gd name="connsiteX122" fmla="*/ 1918441 w 2589424"/>
                <a:gd name="connsiteY122" fmla="*/ 486629 h 518646"/>
                <a:gd name="connsiteX123" fmla="*/ 1941950 w 2589424"/>
                <a:gd name="connsiteY123" fmla="*/ 483969 h 518646"/>
                <a:gd name="connsiteX124" fmla="*/ 1857244 w 2589424"/>
                <a:gd name="connsiteY124" fmla="*/ 454612 h 518646"/>
                <a:gd name="connsiteX125" fmla="*/ 711718 w 2589424"/>
                <a:gd name="connsiteY125" fmla="*/ 452141 h 518646"/>
                <a:gd name="connsiteX126" fmla="*/ 623777 w 2589424"/>
                <a:gd name="connsiteY126" fmla="*/ 481119 h 518646"/>
                <a:gd name="connsiteX127" fmla="*/ 647094 w 2589424"/>
                <a:gd name="connsiteY127" fmla="*/ 483874 h 518646"/>
                <a:gd name="connsiteX128" fmla="*/ 731990 w 2589424"/>
                <a:gd name="connsiteY128" fmla="*/ 454517 h 518646"/>
                <a:gd name="connsiteX129" fmla="*/ 711718 w 2589424"/>
                <a:gd name="connsiteY129" fmla="*/ 452046 h 518646"/>
                <a:gd name="connsiteX130" fmla="*/ 1897503 w 2589424"/>
                <a:gd name="connsiteY130" fmla="*/ 449671 h 518646"/>
                <a:gd name="connsiteX131" fmla="*/ 1877516 w 2589424"/>
                <a:gd name="connsiteY131" fmla="*/ 452141 h 518646"/>
                <a:gd name="connsiteX132" fmla="*/ 1965363 w 2589424"/>
                <a:gd name="connsiteY132" fmla="*/ 481119 h 518646"/>
                <a:gd name="connsiteX133" fmla="*/ 1988300 w 2589424"/>
                <a:gd name="connsiteY133" fmla="*/ 478268 h 518646"/>
                <a:gd name="connsiteX134" fmla="*/ 1897503 w 2589424"/>
                <a:gd name="connsiteY134" fmla="*/ 449671 h 518646"/>
                <a:gd name="connsiteX135" fmla="*/ 671840 w 2589424"/>
                <a:gd name="connsiteY135" fmla="*/ 447011 h 518646"/>
                <a:gd name="connsiteX136" fmla="*/ 577997 w 2589424"/>
                <a:gd name="connsiteY136" fmla="*/ 475228 h 518646"/>
                <a:gd name="connsiteX137" fmla="*/ 600744 w 2589424"/>
                <a:gd name="connsiteY137" fmla="*/ 478173 h 518646"/>
                <a:gd name="connsiteX138" fmla="*/ 691636 w 2589424"/>
                <a:gd name="connsiteY138" fmla="*/ 449576 h 518646"/>
                <a:gd name="connsiteX139" fmla="*/ 671840 w 2589424"/>
                <a:gd name="connsiteY139" fmla="*/ 447011 h 518646"/>
                <a:gd name="connsiteX140" fmla="*/ 1936620 w 2589424"/>
                <a:gd name="connsiteY140" fmla="*/ 444541 h 518646"/>
                <a:gd name="connsiteX141" fmla="*/ 1917109 w 2589424"/>
                <a:gd name="connsiteY141" fmla="*/ 447201 h 518646"/>
                <a:gd name="connsiteX142" fmla="*/ 2010856 w 2589424"/>
                <a:gd name="connsiteY142" fmla="*/ 475418 h 518646"/>
                <a:gd name="connsiteX143" fmla="*/ 2033222 w 2589424"/>
                <a:gd name="connsiteY143" fmla="*/ 472378 h 518646"/>
                <a:gd name="connsiteX144" fmla="*/ 1936620 w 2589424"/>
                <a:gd name="connsiteY144" fmla="*/ 444541 h 518646"/>
                <a:gd name="connsiteX145" fmla="*/ 633104 w 2589424"/>
                <a:gd name="connsiteY145" fmla="*/ 441691 h 518646"/>
                <a:gd name="connsiteX146" fmla="*/ 533456 w 2589424"/>
                <a:gd name="connsiteY146" fmla="*/ 469148 h 518646"/>
                <a:gd name="connsiteX147" fmla="*/ 555536 w 2589424"/>
                <a:gd name="connsiteY147" fmla="*/ 472283 h 518646"/>
                <a:gd name="connsiteX148" fmla="*/ 652329 w 2589424"/>
                <a:gd name="connsiteY148" fmla="*/ 444446 h 518646"/>
                <a:gd name="connsiteX149" fmla="*/ 633104 w 2589424"/>
                <a:gd name="connsiteY149" fmla="*/ 441691 h 518646"/>
                <a:gd name="connsiteX150" fmla="*/ 1974690 w 2589424"/>
                <a:gd name="connsiteY150" fmla="*/ 438935 h 518646"/>
                <a:gd name="connsiteX151" fmla="*/ 1955845 w 2589424"/>
                <a:gd name="connsiteY151" fmla="*/ 441786 h 518646"/>
                <a:gd name="connsiteX152" fmla="*/ 2055398 w 2589424"/>
                <a:gd name="connsiteY152" fmla="*/ 469243 h 518646"/>
                <a:gd name="connsiteX153" fmla="*/ 2077098 w 2589424"/>
                <a:gd name="connsiteY153" fmla="*/ 466012 h 518646"/>
                <a:gd name="connsiteX154" fmla="*/ 1974690 w 2589424"/>
                <a:gd name="connsiteY154" fmla="*/ 439030 h 518646"/>
                <a:gd name="connsiteX155" fmla="*/ 595605 w 2589424"/>
                <a:gd name="connsiteY155" fmla="*/ 435895 h 518646"/>
                <a:gd name="connsiteX156" fmla="*/ 490246 w 2589424"/>
                <a:gd name="connsiteY156" fmla="*/ 462497 h 518646"/>
                <a:gd name="connsiteX157" fmla="*/ 511661 w 2589424"/>
                <a:gd name="connsiteY157" fmla="*/ 465822 h 518646"/>
                <a:gd name="connsiteX158" fmla="*/ 614164 w 2589424"/>
                <a:gd name="connsiteY158" fmla="*/ 438840 h 518646"/>
                <a:gd name="connsiteX159" fmla="*/ 595510 w 2589424"/>
                <a:gd name="connsiteY159" fmla="*/ 435895 h 518646"/>
                <a:gd name="connsiteX160" fmla="*/ 2011618 w 2589424"/>
                <a:gd name="connsiteY160" fmla="*/ 433045 h 518646"/>
                <a:gd name="connsiteX161" fmla="*/ 1993344 w 2589424"/>
                <a:gd name="connsiteY161" fmla="*/ 435990 h 518646"/>
                <a:gd name="connsiteX162" fmla="*/ 2098513 w 2589424"/>
                <a:gd name="connsiteY162" fmla="*/ 462592 h 518646"/>
                <a:gd name="connsiteX163" fmla="*/ 2119546 w 2589424"/>
                <a:gd name="connsiteY163" fmla="*/ 459172 h 518646"/>
                <a:gd name="connsiteX164" fmla="*/ 2011618 w 2589424"/>
                <a:gd name="connsiteY164" fmla="*/ 433045 h 518646"/>
                <a:gd name="connsiteX165" fmla="*/ 559248 w 2589424"/>
                <a:gd name="connsiteY165" fmla="*/ 429910 h 518646"/>
                <a:gd name="connsiteX166" fmla="*/ 448560 w 2589424"/>
                <a:gd name="connsiteY166" fmla="*/ 455562 h 518646"/>
                <a:gd name="connsiteX167" fmla="*/ 469213 w 2589424"/>
                <a:gd name="connsiteY167" fmla="*/ 459077 h 518646"/>
                <a:gd name="connsiteX168" fmla="*/ 577236 w 2589424"/>
                <a:gd name="connsiteY168" fmla="*/ 432950 h 518646"/>
                <a:gd name="connsiteX169" fmla="*/ 559343 w 2589424"/>
                <a:gd name="connsiteY169" fmla="*/ 429910 h 518646"/>
                <a:gd name="connsiteX170" fmla="*/ 2047308 w 2589424"/>
                <a:gd name="connsiteY170" fmla="*/ 426964 h 518646"/>
                <a:gd name="connsiteX171" fmla="*/ 2029606 w 2589424"/>
                <a:gd name="connsiteY171" fmla="*/ 430100 h 518646"/>
                <a:gd name="connsiteX172" fmla="*/ 2140294 w 2589424"/>
                <a:gd name="connsiteY172" fmla="*/ 455752 h 518646"/>
                <a:gd name="connsiteX173" fmla="*/ 2160566 w 2589424"/>
                <a:gd name="connsiteY173" fmla="*/ 452141 h 518646"/>
                <a:gd name="connsiteX174" fmla="*/ 2047308 w 2589424"/>
                <a:gd name="connsiteY174" fmla="*/ 426964 h 518646"/>
                <a:gd name="connsiteX175" fmla="*/ 524224 w 2589424"/>
                <a:gd name="connsiteY175" fmla="*/ 423544 h 518646"/>
                <a:gd name="connsiteX176" fmla="*/ 408301 w 2589424"/>
                <a:gd name="connsiteY176" fmla="*/ 448246 h 518646"/>
                <a:gd name="connsiteX177" fmla="*/ 428192 w 2589424"/>
                <a:gd name="connsiteY177" fmla="*/ 451951 h 518646"/>
                <a:gd name="connsiteX178" fmla="*/ 541641 w 2589424"/>
                <a:gd name="connsiteY178" fmla="*/ 426774 h 518646"/>
                <a:gd name="connsiteX179" fmla="*/ 524224 w 2589424"/>
                <a:gd name="connsiteY179" fmla="*/ 423544 h 518646"/>
                <a:gd name="connsiteX180" fmla="*/ 2081666 w 2589424"/>
                <a:gd name="connsiteY180" fmla="*/ 420409 h 518646"/>
                <a:gd name="connsiteX181" fmla="*/ 2064630 w 2589424"/>
                <a:gd name="connsiteY181" fmla="*/ 423734 h 518646"/>
                <a:gd name="connsiteX182" fmla="*/ 2180458 w 2589424"/>
                <a:gd name="connsiteY182" fmla="*/ 448436 h 518646"/>
                <a:gd name="connsiteX183" fmla="*/ 2200064 w 2589424"/>
                <a:gd name="connsiteY183" fmla="*/ 444731 h 518646"/>
                <a:gd name="connsiteX184" fmla="*/ 2081666 w 2589424"/>
                <a:gd name="connsiteY184" fmla="*/ 420504 h 518646"/>
                <a:gd name="connsiteX185" fmla="*/ 490532 w 2589424"/>
                <a:gd name="connsiteY185" fmla="*/ 416989 h 518646"/>
                <a:gd name="connsiteX186" fmla="*/ 369564 w 2589424"/>
                <a:gd name="connsiteY186" fmla="*/ 440740 h 518646"/>
                <a:gd name="connsiteX187" fmla="*/ 388695 w 2589424"/>
                <a:gd name="connsiteY187" fmla="*/ 444541 h 518646"/>
                <a:gd name="connsiteX188" fmla="*/ 507282 w 2589424"/>
                <a:gd name="connsiteY188" fmla="*/ 420314 h 518646"/>
                <a:gd name="connsiteX189" fmla="*/ 490532 w 2589424"/>
                <a:gd name="connsiteY189" fmla="*/ 416989 h 518646"/>
                <a:gd name="connsiteX190" fmla="*/ 2114692 w 2589424"/>
                <a:gd name="connsiteY190" fmla="*/ 413758 h 518646"/>
                <a:gd name="connsiteX191" fmla="*/ 2098322 w 2589424"/>
                <a:gd name="connsiteY191" fmla="*/ 417179 h 518646"/>
                <a:gd name="connsiteX192" fmla="*/ 2219194 w 2589424"/>
                <a:gd name="connsiteY192" fmla="*/ 440930 h 518646"/>
                <a:gd name="connsiteX193" fmla="*/ 2238039 w 2589424"/>
                <a:gd name="connsiteY193" fmla="*/ 437035 h 518646"/>
                <a:gd name="connsiteX194" fmla="*/ 2114692 w 2589424"/>
                <a:gd name="connsiteY194" fmla="*/ 413853 h 518646"/>
                <a:gd name="connsiteX195" fmla="*/ 458267 w 2589424"/>
                <a:gd name="connsiteY195" fmla="*/ 410053 h 518646"/>
                <a:gd name="connsiteX196" fmla="*/ 332351 w 2589424"/>
                <a:gd name="connsiteY196" fmla="*/ 432760 h 518646"/>
                <a:gd name="connsiteX197" fmla="*/ 350720 w 2589424"/>
                <a:gd name="connsiteY197" fmla="*/ 436750 h 518646"/>
                <a:gd name="connsiteX198" fmla="*/ 474162 w 2589424"/>
                <a:gd name="connsiteY198" fmla="*/ 413568 h 518646"/>
                <a:gd name="connsiteX199" fmla="*/ 458267 w 2589424"/>
                <a:gd name="connsiteY199" fmla="*/ 410053 h 518646"/>
                <a:gd name="connsiteX200" fmla="*/ 2146290 w 2589424"/>
                <a:gd name="connsiteY200" fmla="*/ 406728 h 518646"/>
                <a:gd name="connsiteX201" fmla="*/ 2130586 w 2589424"/>
                <a:gd name="connsiteY201" fmla="*/ 410243 h 518646"/>
                <a:gd name="connsiteX202" fmla="*/ 2256408 w 2589424"/>
                <a:gd name="connsiteY202" fmla="*/ 432950 h 518646"/>
                <a:gd name="connsiteX203" fmla="*/ 2274301 w 2589424"/>
                <a:gd name="connsiteY203" fmla="*/ 428864 h 518646"/>
                <a:gd name="connsiteX204" fmla="*/ 2146290 w 2589424"/>
                <a:gd name="connsiteY204" fmla="*/ 406633 h 518646"/>
                <a:gd name="connsiteX205" fmla="*/ 427526 w 2589424"/>
                <a:gd name="connsiteY205" fmla="*/ 402927 h 518646"/>
                <a:gd name="connsiteX206" fmla="*/ 297136 w 2589424"/>
                <a:gd name="connsiteY206" fmla="*/ 424589 h 518646"/>
                <a:gd name="connsiteX207" fmla="*/ 314648 w 2589424"/>
                <a:gd name="connsiteY207" fmla="*/ 428769 h 518646"/>
                <a:gd name="connsiteX208" fmla="*/ 442754 w 2589424"/>
                <a:gd name="connsiteY208" fmla="*/ 406633 h 518646"/>
                <a:gd name="connsiteX209" fmla="*/ 427526 w 2589424"/>
                <a:gd name="connsiteY209" fmla="*/ 403022 h 518646"/>
                <a:gd name="connsiteX210" fmla="*/ 2176366 w 2589424"/>
                <a:gd name="connsiteY210" fmla="*/ 399412 h 518646"/>
                <a:gd name="connsiteX211" fmla="*/ 2161518 w 2589424"/>
                <a:gd name="connsiteY211" fmla="*/ 403117 h 518646"/>
                <a:gd name="connsiteX212" fmla="*/ 2291813 w 2589424"/>
                <a:gd name="connsiteY212" fmla="*/ 424779 h 518646"/>
                <a:gd name="connsiteX213" fmla="*/ 2308849 w 2589424"/>
                <a:gd name="connsiteY213" fmla="*/ 420599 h 518646"/>
                <a:gd name="connsiteX214" fmla="*/ 2176366 w 2589424"/>
                <a:gd name="connsiteY214" fmla="*/ 399507 h 518646"/>
                <a:gd name="connsiteX215" fmla="*/ 398212 w 2589424"/>
                <a:gd name="connsiteY215" fmla="*/ 395612 h 518646"/>
                <a:gd name="connsiteX216" fmla="*/ 263349 w 2589424"/>
                <a:gd name="connsiteY216" fmla="*/ 416133 h 518646"/>
                <a:gd name="connsiteX217" fmla="*/ 280005 w 2589424"/>
                <a:gd name="connsiteY217" fmla="*/ 420409 h 518646"/>
                <a:gd name="connsiteX218" fmla="*/ 412679 w 2589424"/>
                <a:gd name="connsiteY218" fmla="*/ 399317 h 518646"/>
                <a:gd name="connsiteX219" fmla="*/ 398212 w 2589424"/>
                <a:gd name="connsiteY219" fmla="*/ 395612 h 518646"/>
                <a:gd name="connsiteX220" fmla="*/ 2204918 w 2589424"/>
                <a:gd name="connsiteY220" fmla="*/ 391907 h 518646"/>
                <a:gd name="connsiteX221" fmla="*/ 2190832 w 2589424"/>
                <a:gd name="connsiteY221" fmla="*/ 395707 h 518646"/>
                <a:gd name="connsiteX222" fmla="*/ 2325600 w 2589424"/>
                <a:gd name="connsiteY222" fmla="*/ 416228 h 518646"/>
                <a:gd name="connsiteX223" fmla="*/ 2341780 w 2589424"/>
                <a:gd name="connsiteY223" fmla="*/ 411858 h 518646"/>
                <a:gd name="connsiteX224" fmla="*/ 2204918 w 2589424"/>
                <a:gd name="connsiteY224" fmla="*/ 391907 h 518646"/>
                <a:gd name="connsiteX225" fmla="*/ 370516 w 2589424"/>
                <a:gd name="connsiteY225" fmla="*/ 387916 h 518646"/>
                <a:gd name="connsiteX226" fmla="*/ 231465 w 2589424"/>
                <a:gd name="connsiteY226" fmla="*/ 407298 h 518646"/>
                <a:gd name="connsiteX227" fmla="*/ 247265 w 2589424"/>
                <a:gd name="connsiteY227" fmla="*/ 411668 h 518646"/>
                <a:gd name="connsiteX228" fmla="*/ 384126 w 2589424"/>
                <a:gd name="connsiteY228" fmla="*/ 391717 h 518646"/>
                <a:gd name="connsiteX229" fmla="*/ 370516 w 2589424"/>
                <a:gd name="connsiteY229" fmla="*/ 387916 h 518646"/>
                <a:gd name="connsiteX230" fmla="*/ 2231948 w 2589424"/>
                <a:gd name="connsiteY230" fmla="*/ 384116 h 518646"/>
                <a:gd name="connsiteX231" fmla="*/ 2218623 w 2589424"/>
                <a:gd name="connsiteY231" fmla="*/ 388011 h 518646"/>
                <a:gd name="connsiteX232" fmla="*/ 2357579 w 2589424"/>
                <a:gd name="connsiteY232" fmla="*/ 407393 h 518646"/>
                <a:gd name="connsiteX233" fmla="*/ 2372806 w 2589424"/>
                <a:gd name="connsiteY233" fmla="*/ 402927 h 518646"/>
                <a:gd name="connsiteX234" fmla="*/ 2231948 w 2589424"/>
                <a:gd name="connsiteY234" fmla="*/ 384116 h 518646"/>
                <a:gd name="connsiteX235" fmla="*/ 344438 w 2589424"/>
                <a:gd name="connsiteY235" fmla="*/ 380126 h 518646"/>
                <a:gd name="connsiteX236" fmla="*/ 201581 w 2589424"/>
                <a:gd name="connsiteY236" fmla="*/ 398272 h 518646"/>
                <a:gd name="connsiteX237" fmla="*/ 216333 w 2589424"/>
                <a:gd name="connsiteY237" fmla="*/ 402832 h 518646"/>
                <a:gd name="connsiteX238" fmla="*/ 357382 w 2589424"/>
                <a:gd name="connsiteY238" fmla="*/ 384021 h 518646"/>
                <a:gd name="connsiteX239" fmla="*/ 344533 w 2589424"/>
                <a:gd name="connsiteY239" fmla="*/ 380126 h 518646"/>
                <a:gd name="connsiteX240" fmla="*/ 2257264 w 2589424"/>
                <a:gd name="connsiteY240" fmla="*/ 376230 h 518646"/>
                <a:gd name="connsiteX241" fmla="*/ 2244796 w 2589424"/>
                <a:gd name="connsiteY241" fmla="*/ 380221 h 518646"/>
                <a:gd name="connsiteX242" fmla="*/ 2387654 w 2589424"/>
                <a:gd name="connsiteY242" fmla="*/ 398462 h 518646"/>
                <a:gd name="connsiteX243" fmla="*/ 2401930 w 2589424"/>
                <a:gd name="connsiteY243" fmla="*/ 393807 h 518646"/>
                <a:gd name="connsiteX244" fmla="*/ 2257264 w 2589424"/>
                <a:gd name="connsiteY244" fmla="*/ 376230 h 518646"/>
                <a:gd name="connsiteX245" fmla="*/ 320073 w 2589424"/>
                <a:gd name="connsiteY245" fmla="*/ 372050 h 518646"/>
                <a:gd name="connsiteX246" fmla="*/ 173504 w 2589424"/>
                <a:gd name="connsiteY246" fmla="*/ 389056 h 518646"/>
                <a:gd name="connsiteX247" fmla="*/ 187304 w 2589424"/>
                <a:gd name="connsiteY247" fmla="*/ 393712 h 518646"/>
                <a:gd name="connsiteX248" fmla="*/ 332065 w 2589424"/>
                <a:gd name="connsiteY248" fmla="*/ 376135 h 518646"/>
                <a:gd name="connsiteX249" fmla="*/ 320073 w 2589424"/>
                <a:gd name="connsiteY249" fmla="*/ 372050 h 518646"/>
                <a:gd name="connsiteX250" fmla="*/ 2280963 w 2589424"/>
                <a:gd name="connsiteY250" fmla="*/ 367965 h 518646"/>
                <a:gd name="connsiteX251" fmla="*/ 2269256 w 2589424"/>
                <a:gd name="connsiteY251" fmla="*/ 372050 h 518646"/>
                <a:gd name="connsiteX252" fmla="*/ 2415826 w 2589424"/>
                <a:gd name="connsiteY252" fmla="*/ 389056 h 518646"/>
                <a:gd name="connsiteX253" fmla="*/ 2429150 w 2589424"/>
                <a:gd name="connsiteY253" fmla="*/ 384306 h 518646"/>
                <a:gd name="connsiteX254" fmla="*/ 2280868 w 2589424"/>
                <a:gd name="connsiteY254" fmla="*/ 367965 h 518646"/>
                <a:gd name="connsiteX255" fmla="*/ 297327 w 2589424"/>
                <a:gd name="connsiteY255" fmla="*/ 363784 h 518646"/>
                <a:gd name="connsiteX256" fmla="*/ 147331 w 2589424"/>
                <a:gd name="connsiteY256" fmla="*/ 379556 h 518646"/>
                <a:gd name="connsiteX257" fmla="*/ 160084 w 2589424"/>
                <a:gd name="connsiteY257" fmla="*/ 384306 h 518646"/>
                <a:gd name="connsiteX258" fmla="*/ 308462 w 2589424"/>
                <a:gd name="connsiteY258" fmla="*/ 367965 h 518646"/>
                <a:gd name="connsiteX259" fmla="*/ 297327 w 2589424"/>
                <a:gd name="connsiteY259" fmla="*/ 363784 h 518646"/>
                <a:gd name="connsiteX260" fmla="*/ 2302853 w 2589424"/>
                <a:gd name="connsiteY260" fmla="*/ 359604 h 518646"/>
                <a:gd name="connsiteX261" fmla="*/ 2292098 w 2589424"/>
                <a:gd name="connsiteY261" fmla="*/ 363784 h 518646"/>
                <a:gd name="connsiteX262" fmla="*/ 2442094 w 2589424"/>
                <a:gd name="connsiteY262" fmla="*/ 379556 h 518646"/>
                <a:gd name="connsiteX263" fmla="*/ 2454467 w 2589424"/>
                <a:gd name="connsiteY263" fmla="*/ 374710 h 518646"/>
                <a:gd name="connsiteX264" fmla="*/ 2302948 w 2589424"/>
                <a:gd name="connsiteY264" fmla="*/ 359604 h 518646"/>
                <a:gd name="connsiteX265" fmla="*/ 276483 w 2589424"/>
                <a:gd name="connsiteY265" fmla="*/ 355424 h 518646"/>
                <a:gd name="connsiteX266" fmla="*/ 123347 w 2589424"/>
                <a:gd name="connsiteY266" fmla="*/ 369865 h 518646"/>
                <a:gd name="connsiteX267" fmla="*/ 135053 w 2589424"/>
                <a:gd name="connsiteY267" fmla="*/ 374710 h 518646"/>
                <a:gd name="connsiteX268" fmla="*/ 286572 w 2589424"/>
                <a:gd name="connsiteY268" fmla="*/ 359604 h 518646"/>
                <a:gd name="connsiteX269" fmla="*/ 276388 w 2589424"/>
                <a:gd name="connsiteY269" fmla="*/ 355329 h 518646"/>
                <a:gd name="connsiteX270" fmla="*/ 2323030 w 2589424"/>
                <a:gd name="connsiteY270" fmla="*/ 351053 h 518646"/>
                <a:gd name="connsiteX271" fmla="*/ 2313227 w 2589424"/>
                <a:gd name="connsiteY271" fmla="*/ 355329 h 518646"/>
                <a:gd name="connsiteX272" fmla="*/ 2466364 w 2589424"/>
                <a:gd name="connsiteY272" fmla="*/ 369770 h 518646"/>
                <a:gd name="connsiteX273" fmla="*/ 2477784 w 2589424"/>
                <a:gd name="connsiteY273" fmla="*/ 364829 h 518646"/>
                <a:gd name="connsiteX274" fmla="*/ 2323125 w 2589424"/>
                <a:gd name="connsiteY274" fmla="*/ 350958 h 518646"/>
                <a:gd name="connsiteX275" fmla="*/ 257258 w 2589424"/>
                <a:gd name="connsiteY275" fmla="*/ 346778 h 518646"/>
                <a:gd name="connsiteX276" fmla="*/ 101171 w 2589424"/>
                <a:gd name="connsiteY276" fmla="*/ 359984 h 518646"/>
                <a:gd name="connsiteX277" fmla="*/ 111926 w 2589424"/>
                <a:gd name="connsiteY277" fmla="*/ 364924 h 518646"/>
                <a:gd name="connsiteX278" fmla="*/ 266490 w 2589424"/>
                <a:gd name="connsiteY278" fmla="*/ 351053 h 518646"/>
                <a:gd name="connsiteX279" fmla="*/ 257163 w 2589424"/>
                <a:gd name="connsiteY279" fmla="*/ 346683 h 518646"/>
                <a:gd name="connsiteX280" fmla="*/ 2341399 w 2589424"/>
                <a:gd name="connsiteY280" fmla="*/ 342408 h 518646"/>
                <a:gd name="connsiteX281" fmla="*/ 2332452 w 2589424"/>
                <a:gd name="connsiteY281" fmla="*/ 346778 h 518646"/>
                <a:gd name="connsiteX282" fmla="*/ 2488539 w 2589424"/>
                <a:gd name="connsiteY282" fmla="*/ 359984 h 518646"/>
                <a:gd name="connsiteX283" fmla="*/ 2498818 w 2589424"/>
                <a:gd name="connsiteY283" fmla="*/ 354949 h 518646"/>
                <a:gd name="connsiteX284" fmla="*/ 2341399 w 2589424"/>
                <a:gd name="connsiteY284" fmla="*/ 342408 h 518646"/>
                <a:gd name="connsiteX285" fmla="*/ 239936 w 2589424"/>
                <a:gd name="connsiteY285" fmla="*/ 338037 h 518646"/>
                <a:gd name="connsiteX286" fmla="*/ 81279 w 2589424"/>
                <a:gd name="connsiteY286" fmla="*/ 349913 h 518646"/>
                <a:gd name="connsiteX287" fmla="*/ 90987 w 2589424"/>
                <a:gd name="connsiteY287" fmla="*/ 354949 h 518646"/>
                <a:gd name="connsiteX288" fmla="*/ 248407 w 2589424"/>
                <a:gd name="connsiteY288" fmla="*/ 342408 h 518646"/>
                <a:gd name="connsiteX289" fmla="*/ 239936 w 2589424"/>
                <a:gd name="connsiteY289" fmla="*/ 338037 h 518646"/>
                <a:gd name="connsiteX290" fmla="*/ 2357769 w 2589424"/>
                <a:gd name="connsiteY290" fmla="*/ 333477 h 518646"/>
                <a:gd name="connsiteX291" fmla="*/ 2349774 w 2589424"/>
                <a:gd name="connsiteY291" fmla="*/ 337942 h 518646"/>
                <a:gd name="connsiteX292" fmla="*/ 2508431 w 2589424"/>
                <a:gd name="connsiteY292" fmla="*/ 349818 h 518646"/>
                <a:gd name="connsiteX293" fmla="*/ 2517663 w 2589424"/>
                <a:gd name="connsiteY293" fmla="*/ 344688 h 518646"/>
                <a:gd name="connsiteX294" fmla="*/ 2357769 w 2589424"/>
                <a:gd name="connsiteY294" fmla="*/ 333572 h 518646"/>
                <a:gd name="connsiteX295" fmla="*/ 224423 w 2589424"/>
                <a:gd name="connsiteY295" fmla="*/ 329106 h 518646"/>
                <a:gd name="connsiteX296" fmla="*/ 63482 w 2589424"/>
                <a:gd name="connsiteY296" fmla="*/ 339557 h 518646"/>
                <a:gd name="connsiteX297" fmla="*/ 72143 w 2589424"/>
                <a:gd name="connsiteY297" fmla="*/ 344688 h 518646"/>
                <a:gd name="connsiteX298" fmla="*/ 232037 w 2589424"/>
                <a:gd name="connsiteY298" fmla="*/ 333477 h 518646"/>
                <a:gd name="connsiteX299" fmla="*/ 224423 w 2589424"/>
                <a:gd name="connsiteY299" fmla="*/ 329011 h 518646"/>
                <a:gd name="connsiteX300" fmla="*/ 2372426 w 2589424"/>
                <a:gd name="connsiteY300" fmla="*/ 324451 h 518646"/>
                <a:gd name="connsiteX301" fmla="*/ 2365383 w 2589424"/>
                <a:gd name="connsiteY301" fmla="*/ 329011 h 518646"/>
                <a:gd name="connsiteX302" fmla="*/ 2526419 w 2589424"/>
                <a:gd name="connsiteY302" fmla="*/ 339462 h 518646"/>
                <a:gd name="connsiteX303" fmla="*/ 2534509 w 2589424"/>
                <a:gd name="connsiteY303" fmla="*/ 334237 h 518646"/>
                <a:gd name="connsiteX304" fmla="*/ 2372426 w 2589424"/>
                <a:gd name="connsiteY304" fmla="*/ 324451 h 518646"/>
                <a:gd name="connsiteX305" fmla="*/ 210813 w 2589424"/>
                <a:gd name="connsiteY305" fmla="*/ 320081 h 518646"/>
                <a:gd name="connsiteX306" fmla="*/ 47683 w 2589424"/>
                <a:gd name="connsiteY306" fmla="*/ 329201 h 518646"/>
                <a:gd name="connsiteX307" fmla="*/ 55297 w 2589424"/>
                <a:gd name="connsiteY307" fmla="*/ 334427 h 518646"/>
                <a:gd name="connsiteX308" fmla="*/ 217380 w 2589424"/>
                <a:gd name="connsiteY308" fmla="*/ 324641 h 518646"/>
                <a:gd name="connsiteX309" fmla="*/ 210813 w 2589424"/>
                <a:gd name="connsiteY309" fmla="*/ 320081 h 518646"/>
                <a:gd name="connsiteX310" fmla="*/ 2385084 w 2589424"/>
                <a:gd name="connsiteY310" fmla="*/ 315425 h 518646"/>
                <a:gd name="connsiteX311" fmla="*/ 2378993 w 2589424"/>
                <a:gd name="connsiteY311" fmla="*/ 319986 h 518646"/>
                <a:gd name="connsiteX312" fmla="*/ 2542123 w 2589424"/>
                <a:gd name="connsiteY312" fmla="*/ 329106 h 518646"/>
                <a:gd name="connsiteX313" fmla="*/ 2549166 w 2589424"/>
                <a:gd name="connsiteY313" fmla="*/ 323881 h 518646"/>
                <a:gd name="connsiteX314" fmla="*/ 2385084 w 2589424"/>
                <a:gd name="connsiteY314" fmla="*/ 315520 h 518646"/>
                <a:gd name="connsiteX315" fmla="*/ 199011 w 2589424"/>
                <a:gd name="connsiteY315" fmla="*/ 310960 h 518646"/>
                <a:gd name="connsiteX316" fmla="*/ 34168 w 2589424"/>
                <a:gd name="connsiteY316" fmla="*/ 318656 h 518646"/>
                <a:gd name="connsiteX317" fmla="*/ 40735 w 2589424"/>
                <a:gd name="connsiteY317" fmla="*/ 323976 h 518646"/>
                <a:gd name="connsiteX318" fmla="*/ 204721 w 2589424"/>
                <a:gd name="connsiteY318" fmla="*/ 315520 h 518646"/>
                <a:gd name="connsiteX319" fmla="*/ 199106 w 2589424"/>
                <a:gd name="connsiteY319" fmla="*/ 310960 h 518646"/>
                <a:gd name="connsiteX320" fmla="*/ 2395744 w 2589424"/>
                <a:gd name="connsiteY320" fmla="*/ 306210 h 518646"/>
                <a:gd name="connsiteX321" fmla="*/ 2390604 w 2589424"/>
                <a:gd name="connsiteY321" fmla="*/ 310770 h 518646"/>
                <a:gd name="connsiteX322" fmla="*/ 2555542 w 2589424"/>
                <a:gd name="connsiteY322" fmla="*/ 318466 h 518646"/>
                <a:gd name="connsiteX323" fmla="*/ 2561348 w 2589424"/>
                <a:gd name="connsiteY323" fmla="*/ 313145 h 518646"/>
                <a:gd name="connsiteX324" fmla="*/ 2395649 w 2589424"/>
                <a:gd name="connsiteY324" fmla="*/ 306115 h 518646"/>
                <a:gd name="connsiteX325" fmla="*/ 189303 w 2589424"/>
                <a:gd name="connsiteY325" fmla="*/ 301744 h 518646"/>
                <a:gd name="connsiteX326" fmla="*/ 22937 w 2589424"/>
                <a:gd name="connsiteY326" fmla="*/ 308110 h 518646"/>
                <a:gd name="connsiteX327" fmla="*/ 28362 w 2589424"/>
                <a:gd name="connsiteY327" fmla="*/ 313430 h 518646"/>
                <a:gd name="connsiteX328" fmla="*/ 193967 w 2589424"/>
                <a:gd name="connsiteY328" fmla="*/ 306400 h 518646"/>
                <a:gd name="connsiteX329" fmla="*/ 189398 w 2589424"/>
                <a:gd name="connsiteY329" fmla="*/ 301744 h 518646"/>
                <a:gd name="connsiteX330" fmla="*/ 2404595 w 2589424"/>
                <a:gd name="connsiteY330" fmla="*/ 296899 h 518646"/>
                <a:gd name="connsiteX331" fmla="*/ 2400407 w 2589424"/>
                <a:gd name="connsiteY331" fmla="*/ 301554 h 518646"/>
                <a:gd name="connsiteX332" fmla="*/ 2566868 w 2589424"/>
                <a:gd name="connsiteY332" fmla="*/ 307825 h 518646"/>
                <a:gd name="connsiteX333" fmla="*/ 2571532 w 2589424"/>
                <a:gd name="connsiteY333" fmla="*/ 302504 h 518646"/>
                <a:gd name="connsiteX334" fmla="*/ 2404595 w 2589424"/>
                <a:gd name="connsiteY334" fmla="*/ 296899 h 518646"/>
                <a:gd name="connsiteX335" fmla="*/ 181499 w 2589424"/>
                <a:gd name="connsiteY335" fmla="*/ 292434 h 518646"/>
                <a:gd name="connsiteX336" fmla="*/ 13896 w 2589424"/>
                <a:gd name="connsiteY336" fmla="*/ 297374 h 518646"/>
                <a:gd name="connsiteX337" fmla="*/ 18178 w 2589424"/>
                <a:gd name="connsiteY337" fmla="*/ 302694 h 518646"/>
                <a:gd name="connsiteX338" fmla="*/ 185115 w 2589424"/>
                <a:gd name="connsiteY338" fmla="*/ 297089 h 518646"/>
                <a:gd name="connsiteX339" fmla="*/ 181499 w 2589424"/>
                <a:gd name="connsiteY339" fmla="*/ 292434 h 518646"/>
                <a:gd name="connsiteX340" fmla="*/ 2411353 w 2589424"/>
                <a:gd name="connsiteY340" fmla="*/ 287588 h 518646"/>
                <a:gd name="connsiteX341" fmla="*/ 2408212 w 2589424"/>
                <a:gd name="connsiteY341" fmla="*/ 292243 h 518646"/>
                <a:gd name="connsiteX342" fmla="*/ 2575815 w 2589424"/>
                <a:gd name="connsiteY342" fmla="*/ 297184 h 518646"/>
                <a:gd name="connsiteX343" fmla="*/ 2579431 w 2589424"/>
                <a:gd name="connsiteY343" fmla="*/ 291768 h 518646"/>
                <a:gd name="connsiteX344" fmla="*/ 2411353 w 2589424"/>
                <a:gd name="connsiteY344" fmla="*/ 287588 h 518646"/>
                <a:gd name="connsiteX345" fmla="*/ 175503 w 2589424"/>
                <a:gd name="connsiteY345" fmla="*/ 283028 h 518646"/>
                <a:gd name="connsiteX346" fmla="*/ 7138 w 2589424"/>
                <a:gd name="connsiteY346" fmla="*/ 286543 h 518646"/>
                <a:gd name="connsiteX347" fmla="*/ 10184 w 2589424"/>
                <a:gd name="connsiteY347" fmla="*/ 291958 h 518646"/>
                <a:gd name="connsiteX348" fmla="*/ 178168 w 2589424"/>
                <a:gd name="connsiteY348" fmla="*/ 287683 h 518646"/>
                <a:gd name="connsiteX349" fmla="*/ 175503 w 2589424"/>
                <a:gd name="connsiteY349" fmla="*/ 283028 h 518646"/>
                <a:gd name="connsiteX350" fmla="*/ 2416206 w 2589424"/>
                <a:gd name="connsiteY350" fmla="*/ 278182 h 518646"/>
                <a:gd name="connsiteX351" fmla="*/ 2414017 w 2589424"/>
                <a:gd name="connsiteY351" fmla="*/ 282933 h 518646"/>
                <a:gd name="connsiteX352" fmla="*/ 2582477 w 2589424"/>
                <a:gd name="connsiteY352" fmla="*/ 286448 h 518646"/>
                <a:gd name="connsiteX353" fmla="*/ 2585047 w 2589424"/>
                <a:gd name="connsiteY353" fmla="*/ 281033 h 518646"/>
                <a:gd name="connsiteX354" fmla="*/ 2416206 w 2589424"/>
                <a:gd name="connsiteY354" fmla="*/ 278182 h 518646"/>
                <a:gd name="connsiteX355" fmla="*/ 171600 w 2589424"/>
                <a:gd name="connsiteY355" fmla="*/ 273622 h 518646"/>
                <a:gd name="connsiteX356" fmla="*/ 2665 w 2589424"/>
                <a:gd name="connsiteY356" fmla="*/ 275712 h 518646"/>
                <a:gd name="connsiteX357" fmla="*/ 4664 w 2589424"/>
                <a:gd name="connsiteY357" fmla="*/ 281128 h 518646"/>
                <a:gd name="connsiteX358" fmla="*/ 173409 w 2589424"/>
                <a:gd name="connsiteY358" fmla="*/ 278277 h 518646"/>
                <a:gd name="connsiteX359" fmla="*/ 171696 w 2589424"/>
                <a:gd name="connsiteY359" fmla="*/ 273527 h 518646"/>
                <a:gd name="connsiteX360" fmla="*/ 2419157 w 2589424"/>
                <a:gd name="connsiteY360" fmla="*/ 268777 h 518646"/>
                <a:gd name="connsiteX361" fmla="*/ 2417920 w 2589424"/>
                <a:gd name="connsiteY361" fmla="*/ 273527 h 518646"/>
                <a:gd name="connsiteX362" fmla="*/ 2586855 w 2589424"/>
                <a:gd name="connsiteY362" fmla="*/ 275617 h 518646"/>
                <a:gd name="connsiteX363" fmla="*/ 2588283 w 2589424"/>
                <a:gd name="connsiteY363" fmla="*/ 270202 h 518646"/>
                <a:gd name="connsiteX364" fmla="*/ 2419157 w 2589424"/>
                <a:gd name="connsiteY364" fmla="*/ 268777 h 518646"/>
                <a:gd name="connsiteX365" fmla="*/ 169697 w 2589424"/>
                <a:gd name="connsiteY365" fmla="*/ 264216 h 518646"/>
                <a:gd name="connsiteX366" fmla="*/ 381 w 2589424"/>
                <a:gd name="connsiteY366" fmla="*/ 264976 h 518646"/>
                <a:gd name="connsiteX367" fmla="*/ 1237 w 2589424"/>
                <a:gd name="connsiteY367" fmla="*/ 270392 h 518646"/>
                <a:gd name="connsiteX368" fmla="*/ 170363 w 2589424"/>
                <a:gd name="connsiteY368" fmla="*/ 268967 h 518646"/>
                <a:gd name="connsiteX369" fmla="*/ 169697 w 2589424"/>
                <a:gd name="connsiteY369" fmla="*/ 264216 h 518646"/>
                <a:gd name="connsiteX370" fmla="*/ 2589425 w 2589424"/>
                <a:gd name="connsiteY370" fmla="*/ 258896 h 518646"/>
                <a:gd name="connsiteX371" fmla="*/ 2420108 w 2589424"/>
                <a:gd name="connsiteY371" fmla="*/ 258896 h 518646"/>
                <a:gd name="connsiteX372" fmla="*/ 2420108 w 2589424"/>
                <a:gd name="connsiteY372" fmla="*/ 259276 h 518646"/>
                <a:gd name="connsiteX373" fmla="*/ 2419823 w 2589424"/>
                <a:gd name="connsiteY373" fmla="*/ 264026 h 518646"/>
                <a:gd name="connsiteX374" fmla="*/ 2589139 w 2589424"/>
                <a:gd name="connsiteY374" fmla="*/ 264691 h 518646"/>
                <a:gd name="connsiteX375" fmla="*/ 2589425 w 2589424"/>
                <a:gd name="connsiteY375" fmla="*/ 259276 h 518646"/>
                <a:gd name="connsiteX376" fmla="*/ 2589425 w 2589424"/>
                <a:gd name="connsiteY376" fmla="*/ 258896 h 518646"/>
                <a:gd name="connsiteX377" fmla="*/ 286 w 2589424"/>
                <a:gd name="connsiteY377" fmla="*/ 254145 h 518646"/>
                <a:gd name="connsiteX378" fmla="*/ 0 w 2589424"/>
                <a:gd name="connsiteY378" fmla="*/ 259371 h 518646"/>
                <a:gd name="connsiteX379" fmla="*/ 0 w 2589424"/>
                <a:gd name="connsiteY379" fmla="*/ 259561 h 518646"/>
                <a:gd name="connsiteX380" fmla="*/ 169411 w 2589424"/>
                <a:gd name="connsiteY380" fmla="*/ 259561 h 518646"/>
                <a:gd name="connsiteX381" fmla="*/ 169411 w 2589424"/>
                <a:gd name="connsiteY381" fmla="*/ 259371 h 518646"/>
                <a:gd name="connsiteX382" fmla="*/ 169602 w 2589424"/>
                <a:gd name="connsiteY382" fmla="*/ 254810 h 518646"/>
                <a:gd name="connsiteX383" fmla="*/ 286 w 2589424"/>
                <a:gd name="connsiteY383" fmla="*/ 254145 h 518646"/>
                <a:gd name="connsiteX384" fmla="*/ 2588283 w 2589424"/>
                <a:gd name="connsiteY384" fmla="*/ 248065 h 518646"/>
                <a:gd name="connsiteX385" fmla="*/ 2419157 w 2589424"/>
                <a:gd name="connsiteY385" fmla="*/ 249490 h 518646"/>
                <a:gd name="connsiteX386" fmla="*/ 2419918 w 2589424"/>
                <a:gd name="connsiteY386" fmla="*/ 254240 h 518646"/>
                <a:gd name="connsiteX387" fmla="*/ 2589139 w 2589424"/>
                <a:gd name="connsiteY387" fmla="*/ 253480 h 518646"/>
                <a:gd name="connsiteX388" fmla="*/ 2588283 w 2589424"/>
                <a:gd name="connsiteY388" fmla="*/ 248065 h 518646"/>
                <a:gd name="connsiteX389" fmla="*/ 2475 w 2589424"/>
                <a:gd name="connsiteY389" fmla="*/ 243220 h 518646"/>
                <a:gd name="connsiteX390" fmla="*/ 1142 w 2589424"/>
                <a:gd name="connsiteY390" fmla="*/ 248635 h 518646"/>
                <a:gd name="connsiteX391" fmla="*/ 170268 w 2589424"/>
                <a:gd name="connsiteY391" fmla="*/ 249965 h 518646"/>
                <a:gd name="connsiteX392" fmla="*/ 171505 w 2589424"/>
                <a:gd name="connsiteY392" fmla="*/ 245215 h 518646"/>
                <a:gd name="connsiteX393" fmla="*/ 2475 w 2589424"/>
                <a:gd name="connsiteY393" fmla="*/ 243125 h 518646"/>
                <a:gd name="connsiteX394" fmla="*/ 2584856 w 2589424"/>
                <a:gd name="connsiteY394" fmla="*/ 237234 h 518646"/>
                <a:gd name="connsiteX395" fmla="*/ 2416111 w 2589424"/>
                <a:gd name="connsiteY395" fmla="*/ 240084 h 518646"/>
                <a:gd name="connsiteX396" fmla="*/ 2417824 w 2589424"/>
                <a:gd name="connsiteY396" fmla="*/ 244835 h 518646"/>
                <a:gd name="connsiteX397" fmla="*/ 2586760 w 2589424"/>
                <a:gd name="connsiteY397" fmla="*/ 242649 h 518646"/>
                <a:gd name="connsiteX398" fmla="*/ 2584761 w 2589424"/>
                <a:gd name="connsiteY398" fmla="*/ 237234 h 518646"/>
                <a:gd name="connsiteX399" fmla="*/ 6948 w 2589424"/>
                <a:gd name="connsiteY399" fmla="*/ 232484 h 518646"/>
                <a:gd name="connsiteX400" fmla="*/ 4473 w 2589424"/>
                <a:gd name="connsiteY400" fmla="*/ 237899 h 518646"/>
                <a:gd name="connsiteX401" fmla="*/ 173218 w 2589424"/>
                <a:gd name="connsiteY401" fmla="*/ 240654 h 518646"/>
                <a:gd name="connsiteX402" fmla="*/ 175407 w 2589424"/>
                <a:gd name="connsiteY402" fmla="*/ 235904 h 518646"/>
                <a:gd name="connsiteX403" fmla="*/ 6948 w 2589424"/>
                <a:gd name="connsiteY403" fmla="*/ 232389 h 518646"/>
                <a:gd name="connsiteX404" fmla="*/ 2579146 w 2589424"/>
                <a:gd name="connsiteY404" fmla="*/ 226498 h 518646"/>
                <a:gd name="connsiteX405" fmla="*/ 2411162 w 2589424"/>
                <a:gd name="connsiteY405" fmla="*/ 230774 h 518646"/>
                <a:gd name="connsiteX406" fmla="*/ 2413827 w 2589424"/>
                <a:gd name="connsiteY406" fmla="*/ 235429 h 518646"/>
                <a:gd name="connsiteX407" fmla="*/ 2582287 w 2589424"/>
                <a:gd name="connsiteY407" fmla="*/ 231914 h 518646"/>
                <a:gd name="connsiteX408" fmla="*/ 2579146 w 2589424"/>
                <a:gd name="connsiteY408" fmla="*/ 226498 h 518646"/>
                <a:gd name="connsiteX409" fmla="*/ 13610 w 2589424"/>
                <a:gd name="connsiteY409" fmla="*/ 221653 h 518646"/>
                <a:gd name="connsiteX410" fmla="*/ 10089 w 2589424"/>
                <a:gd name="connsiteY410" fmla="*/ 227068 h 518646"/>
                <a:gd name="connsiteX411" fmla="*/ 178072 w 2589424"/>
                <a:gd name="connsiteY411" fmla="*/ 231249 h 518646"/>
                <a:gd name="connsiteX412" fmla="*/ 181213 w 2589424"/>
                <a:gd name="connsiteY412" fmla="*/ 226593 h 518646"/>
                <a:gd name="connsiteX413" fmla="*/ 13610 w 2589424"/>
                <a:gd name="connsiteY413" fmla="*/ 221748 h 518646"/>
                <a:gd name="connsiteX414" fmla="*/ 2571246 w 2589424"/>
                <a:gd name="connsiteY414" fmla="*/ 215667 h 518646"/>
                <a:gd name="connsiteX415" fmla="*/ 2404309 w 2589424"/>
                <a:gd name="connsiteY415" fmla="*/ 221368 h 518646"/>
                <a:gd name="connsiteX416" fmla="*/ 2407926 w 2589424"/>
                <a:gd name="connsiteY416" fmla="*/ 226023 h 518646"/>
                <a:gd name="connsiteX417" fmla="*/ 2575434 w 2589424"/>
                <a:gd name="connsiteY417" fmla="*/ 221083 h 518646"/>
                <a:gd name="connsiteX418" fmla="*/ 2571246 w 2589424"/>
                <a:gd name="connsiteY418" fmla="*/ 215667 h 518646"/>
                <a:gd name="connsiteX419" fmla="*/ 22556 w 2589424"/>
                <a:gd name="connsiteY419" fmla="*/ 210917 h 518646"/>
                <a:gd name="connsiteX420" fmla="*/ 17798 w 2589424"/>
                <a:gd name="connsiteY420" fmla="*/ 216237 h 518646"/>
                <a:gd name="connsiteX421" fmla="*/ 184830 w 2589424"/>
                <a:gd name="connsiteY421" fmla="*/ 221843 h 518646"/>
                <a:gd name="connsiteX422" fmla="*/ 188922 w 2589424"/>
                <a:gd name="connsiteY422" fmla="*/ 217187 h 518646"/>
                <a:gd name="connsiteX423" fmla="*/ 22556 w 2589424"/>
                <a:gd name="connsiteY423" fmla="*/ 210917 h 518646"/>
                <a:gd name="connsiteX424" fmla="*/ 2561063 w 2589424"/>
                <a:gd name="connsiteY424" fmla="*/ 205026 h 518646"/>
                <a:gd name="connsiteX425" fmla="*/ 2395363 w 2589424"/>
                <a:gd name="connsiteY425" fmla="*/ 212152 h 518646"/>
                <a:gd name="connsiteX426" fmla="*/ 2400027 w 2589424"/>
                <a:gd name="connsiteY426" fmla="*/ 216807 h 518646"/>
                <a:gd name="connsiteX427" fmla="*/ 2566297 w 2589424"/>
                <a:gd name="connsiteY427" fmla="*/ 210442 h 518646"/>
                <a:gd name="connsiteX428" fmla="*/ 2560968 w 2589424"/>
                <a:gd name="connsiteY428" fmla="*/ 205121 h 518646"/>
                <a:gd name="connsiteX429" fmla="*/ 33692 w 2589424"/>
                <a:gd name="connsiteY429" fmla="*/ 200371 h 518646"/>
                <a:gd name="connsiteX430" fmla="*/ 27886 w 2589424"/>
                <a:gd name="connsiteY430" fmla="*/ 205692 h 518646"/>
                <a:gd name="connsiteX431" fmla="*/ 193586 w 2589424"/>
                <a:gd name="connsiteY431" fmla="*/ 212722 h 518646"/>
                <a:gd name="connsiteX432" fmla="*/ 198725 w 2589424"/>
                <a:gd name="connsiteY432" fmla="*/ 208162 h 518646"/>
                <a:gd name="connsiteX433" fmla="*/ 33787 w 2589424"/>
                <a:gd name="connsiteY433" fmla="*/ 200466 h 518646"/>
                <a:gd name="connsiteX434" fmla="*/ 2548595 w 2589424"/>
                <a:gd name="connsiteY434" fmla="*/ 194481 h 518646"/>
                <a:gd name="connsiteX435" fmla="*/ 2384608 w 2589424"/>
                <a:gd name="connsiteY435" fmla="*/ 202936 h 518646"/>
                <a:gd name="connsiteX436" fmla="*/ 2390224 w 2589424"/>
                <a:gd name="connsiteY436" fmla="*/ 207497 h 518646"/>
                <a:gd name="connsiteX437" fmla="*/ 2555067 w 2589424"/>
                <a:gd name="connsiteY437" fmla="*/ 199706 h 518646"/>
                <a:gd name="connsiteX438" fmla="*/ 2548500 w 2589424"/>
                <a:gd name="connsiteY438" fmla="*/ 194481 h 518646"/>
                <a:gd name="connsiteX439" fmla="*/ 47112 w 2589424"/>
                <a:gd name="connsiteY439" fmla="*/ 189825 h 518646"/>
                <a:gd name="connsiteX440" fmla="*/ 40164 w 2589424"/>
                <a:gd name="connsiteY440" fmla="*/ 195051 h 518646"/>
                <a:gd name="connsiteX441" fmla="*/ 204245 w 2589424"/>
                <a:gd name="connsiteY441" fmla="*/ 203411 h 518646"/>
                <a:gd name="connsiteX442" fmla="*/ 210337 w 2589424"/>
                <a:gd name="connsiteY442" fmla="*/ 198851 h 518646"/>
                <a:gd name="connsiteX443" fmla="*/ 47112 w 2589424"/>
                <a:gd name="connsiteY443" fmla="*/ 189825 h 518646"/>
                <a:gd name="connsiteX444" fmla="*/ 2534033 w 2589424"/>
                <a:gd name="connsiteY444" fmla="*/ 184030 h 518646"/>
                <a:gd name="connsiteX445" fmla="*/ 2371950 w 2589424"/>
                <a:gd name="connsiteY445" fmla="*/ 193816 h 518646"/>
                <a:gd name="connsiteX446" fmla="*/ 2378612 w 2589424"/>
                <a:gd name="connsiteY446" fmla="*/ 198376 h 518646"/>
                <a:gd name="connsiteX447" fmla="*/ 2541647 w 2589424"/>
                <a:gd name="connsiteY447" fmla="*/ 189255 h 518646"/>
                <a:gd name="connsiteX448" fmla="*/ 2534033 w 2589424"/>
                <a:gd name="connsiteY448" fmla="*/ 184030 h 518646"/>
                <a:gd name="connsiteX449" fmla="*/ 62815 w 2589424"/>
                <a:gd name="connsiteY449" fmla="*/ 179374 h 518646"/>
                <a:gd name="connsiteX450" fmla="*/ 54726 w 2589424"/>
                <a:gd name="connsiteY450" fmla="*/ 184600 h 518646"/>
                <a:gd name="connsiteX451" fmla="*/ 216904 w 2589424"/>
                <a:gd name="connsiteY451" fmla="*/ 194386 h 518646"/>
                <a:gd name="connsiteX452" fmla="*/ 223947 w 2589424"/>
                <a:gd name="connsiteY452" fmla="*/ 189825 h 518646"/>
                <a:gd name="connsiteX453" fmla="*/ 62815 w 2589424"/>
                <a:gd name="connsiteY453" fmla="*/ 179374 h 518646"/>
                <a:gd name="connsiteX454" fmla="*/ 2517187 w 2589424"/>
                <a:gd name="connsiteY454" fmla="*/ 173674 h 518646"/>
                <a:gd name="connsiteX455" fmla="*/ 2357293 w 2589424"/>
                <a:gd name="connsiteY455" fmla="*/ 184885 h 518646"/>
                <a:gd name="connsiteX456" fmla="*/ 2364907 w 2589424"/>
                <a:gd name="connsiteY456" fmla="*/ 189350 h 518646"/>
                <a:gd name="connsiteX457" fmla="*/ 2525848 w 2589424"/>
                <a:gd name="connsiteY457" fmla="*/ 178804 h 518646"/>
                <a:gd name="connsiteX458" fmla="*/ 2517187 w 2589424"/>
                <a:gd name="connsiteY458" fmla="*/ 173674 h 518646"/>
                <a:gd name="connsiteX459" fmla="*/ 80613 w 2589424"/>
                <a:gd name="connsiteY459" fmla="*/ 169114 h 518646"/>
                <a:gd name="connsiteX460" fmla="*/ 71476 w 2589424"/>
                <a:gd name="connsiteY460" fmla="*/ 174244 h 518646"/>
                <a:gd name="connsiteX461" fmla="*/ 231370 w 2589424"/>
                <a:gd name="connsiteY461" fmla="*/ 185360 h 518646"/>
                <a:gd name="connsiteX462" fmla="*/ 239365 w 2589424"/>
                <a:gd name="connsiteY462" fmla="*/ 180895 h 518646"/>
                <a:gd name="connsiteX463" fmla="*/ 80613 w 2589424"/>
                <a:gd name="connsiteY463" fmla="*/ 169114 h 518646"/>
                <a:gd name="connsiteX464" fmla="*/ 2498152 w 2589424"/>
                <a:gd name="connsiteY464" fmla="*/ 163508 h 518646"/>
                <a:gd name="connsiteX465" fmla="*/ 2340828 w 2589424"/>
                <a:gd name="connsiteY465" fmla="*/ 176049 h 518646"/>
                <a:gd name="connsiteX466" fmla="*/ 2349298 w 2589424"/>
                <a:gd name="connsiteY466" fmla="*/ 180420 h 518646"/>
                <a:gd name="connsiteX467" fmla="*/ 2507955 w 2589424"/>
                <a:gd name="connsiteY467" fmla="*/ 168544 h 518646"/>
                <a:gd name="connsiteX468" fmla="*/ 2498152 w 2589424"/>
                <a:gd name="connsiteY468" fmla="*/ 163508 h 518646"/>
                <a:gd name="connsiteX469" fmla="*/ 100695 w 2589424"/>
                <a:gd name="connsiteY469" fmla="*/ 158948 h 518646"/>
                <a:gd name="connsiteX470" fmla="*/ 90416 w 2589424"/>
                <a:gd name="connsiteY470" fmla="*/ 163983 h 518646"/>
                <a:gd name="connsiteX471" fmla="*/ 247931 w 2589424"/>
                <a:gd name="connsiteY471" fmla="*/ 176429 h 518646"/>
                <a:gd name="connsiteX472" fmla="*/ 256877 w 2589424"/>
                <a:gd name="connsiteY472" fmla="*/ 172059 h 518646"/>
                <a:gd name="connsiteX473" fmla="*/ 100695 w 2589424"/>
                <a:gd name="connsiteY473" fmla="*/ 158948 h 518646"/>
                <a:gd name="connsiteX474" fmla="*/ 2477118 w 2589424"/>
                <a:gd name="connsiteY474" fmla="*/ 153532 h 518646"/>
                <a:gd name="connsiteX475" fmla="*/ 2322554 w 2589424"/>
                <a:gd name="connsiteY475" fmla="*/ 167403 h 518646"/>
                <a:gd name="connsiteX476" fmla="*/ 2331977 w 2589424"/>
                <a:gd name="connsiteY476" fmla="*/ 171774 h 518646"/>
                <a:gd name="connsiteX477" fmla="*/ 2487968 w 2589424"/>
                <a:gd name="connsiteY477" fmla="*/ 158568 h 518646"/>
                <a:gd name="connsiteX478" fmla="*/ 2477213 w 2589424"/>
                <a:gd name="connsiteY478" fmla="*/ 153627 h 518646"/>
                <a:gd name="connsiteX479" fmla="*/ 122776 w 2589424"/>
                <a:gd name="connsiteY479" fmla="*/ 148972 h 518646"/>
                <a:gd name="connsiteX480" fmla="*/ 111450 w 2589424"/>
                <a:gd name="connsiteY480" fmla="*/ 153912 h 518646"/>
                <a:gd name="connsiteX481" fmla="*/ 266109 w 2589424"/>
                <a:gd name="connsiteY481" fmla="*/ 167688 h 518646"/>
                <a:gd name="connsiteX482" fmla="*/ 275912 w 2589424"/>
                <a:gd name="connsiteY482" fmla="*/ 163413 h 518646"/>
                <a:gd name="connsiteX483" fmla="*/ 122680 w 2589424"/>
                <a:gd name="connsiteY483" fmla="*/ 148972 h 518646"/>
                <a:gd name="connsiteX484" fmla="*/ 2453991 w 2589424"/>
                <a:gd name="connsiteY484" fmla="*/ 143747 h 518646"/>
                <a:gd name="connsiteX485" fmla="*/ 2302472 w 2589424"/>
                <a:gd name="connsiteY485" fmla="*/ 158853 h 518646"/>
                <a:gd name="connsiteX486" fmla="*/ 2312751 w 2589424"/>
                <a:gd name="connsiteY486" fmla="*/ 163033 h 518646"/>
                <a:gd name="connsiteX487" fmla="*/ 2465793 w 2589424"/>
                <a:gd name="connsiteY487" fmla="*/ 148497 h 518646"/>
                <a:gd name="connsiteX488" fmla="*/ 2453991 w 2589424"/>
                <a:gd name="connsiteY488" fmla="*/ 143652 h 518646"/>
                <a:gd name="connsiteX489" fmla="*/ 146950 w 2589424"/>
                <a:gd name="connsiteY489" fmla="*/ 139281 h 518646"/>
                <a:gd name="connsiteX490" fmla="*/ 134577 w 2589424"/>
                <a:gd name="connsiteY490" fmla="*/ 144127 h 518646"/>
                <a:gd name="connsiteX491" fmla="*/ 286191 w 2589424"/>
                <a:gd name="connsiteY491" fmla="*/ 159233 h 518646"/>
                <a:gd name="connsiteX492" fmla="*/ 296946 w 2589424"/>
                <a:gd name="connsiteY492" fmla="*/ 155052 h 518646"/>
                <a:gd name="connsiteX493" fmla="*/ 146855 w 2589424"/>
                <a:gd name="connsiteY493" fmla="*/ 139281 h 518646"/>
                <a:gd name="connsiteX494" fmla="*/ 2428960 w 2589424"/>
                <a:gd name="connsiteY494" fmla="*/ 134151 h 518646"/>
                <a:gd name="connsiteX495" fmla="*/ 2280677 w 2589424"/>
                <a:gd name="connsiteY495" fmla="*/ 150587 h 518646"/>
                <a:gd name="connsiteX496" fmla="*/ 2291813 w 2589424"/>
                <a:gd name="connsiteY496" fmla="*/ 154672 h 518646"/>
                <a:gd name="connsiteX497" fmla="*/ 2441713 w 2589424"/>
                <a:gd name="connsiteY497" fmla="*/ 138901 h 518646"/>
                <a:gd name="connsiteX498" fmla="*/ 2428960 w 2589424"/>
                <a:gd name="connsiteY498" fmla="*/ 134151 h 518646"/>
                <a:gd name="connsiteX499" fmla="*/ 173218 w 2589424"/>
                <a:gd name="connsiteY499" fmla="*/ 129685 h 518646"/>
                <a:gd name="connsiteX500" fmla="*/ 159894 w 2589424"/>
                <a:gd name="connsiteY500" fmla="*/ 134436 h 518646"/>
                <a:gd name="connsiteX501" fmla="*/ 308272 w 2589424"/>
                <a:gd name="connsiteY501" fmla="*/ 150777 h 518646"/>
                <a:gd name="connsiteX502" fmla="*/ 319883 w 2589424"/>
                <a:gd name="connsiteY502" fmla="*/ 146692 h 518646"/>
                <a:gd name="connsiteX503" fmla="*/ 173314 w 2589424"/>
                <a:gd name="connsiteY503" fmla="*/ 129685 h 518646"/>
                <a:gd name="connsiteX504" fmla="*/ 2401740 w 2589424"/>
                <a:gd name="connsiteY504" fmla="*/ 124745 h 518646"/>
                <a:gd name="connsiteX505" fmla="*/ 2257074 w 2589424"/>
                <a:gd name="connsiteY505" fmla="*/ 142321 h 518646"/>
                <a:gd name="connsiteX506" fmla="*/ 2269066 w 2589424"/>
                <a:gd name="connsiteY506" fmla="*/ 146407 h 518646"/>
                <a:gd name="connsiteX507" fmla="*/ 2415540 w 2589424"/>
                <a:gd name="connsiteY507" fmla="*/ 129400 h 518646"/>
                <a:gd name="connsiteX508" fmla="*/ 2401740 w 2589424"/>
                <a:gd name="connsiteY508" fmla="*/ 124745 h 518646"/>
                <a:gd name="connsiteX509" fmla="*/ 201390 w 2589424"/>
                <a:gd name="connsiteY509" fmla="*/ 120375 h 518646"/>
                <a:gd name="connsiteX510" fmla="*/ 187019 w 2589424"/>
                <a:gd name="connsiteY510" fmla="*/ 125030 h 518646"/>
                <a:gd name="connsiteX511" fmla="*/ 331780 w 2589424"/>
                <a:gd name="connsiteY511" fmla="*/ 142606 h 518646"/>
                <a:gd name="connsiteX512" fmla="*/ 344248 w 2589424"/>
                <a:gd name="connsiteY512" fmla="*/ 138616 h 518646"/>
                <a:gd name="connsiteX513" fmla="*/ 201390 w 2589424"/>
                <a:gd name="connsiteY513" fmla="*/ 120470 h 518646"/>
                <a:gd name="connsiteX514" fmla="*/ 2372712 w 2589424"/>
                <a:gd name="connsiteY514" fmla="*/ 115624 h 518646"/>
                <a:gd name="connsiteX515" fmla="*/ 2231757 w 2589424"/>
                <a:gd name="connsiteY515" fmla="*/ 134436 h 518646"/>
                <a:gd name="connsiteX516" fmla="*/ 2244606 w 2589424"/>
                <a:gd name="connsiteY516" fmla="*/ 138331 h 518646"/>
                <a:gd name="connsiteX517" fmla="*/ 2387464 w 2589424"/>
                <a:gd name="connsiteY517" fmla="*/ 120090 h 518646"/>
                <a:gd name="connsiteX518" fmla="*/ 2372712 w 2589424"/>
                <a:gd name="connsiteY518" fmla="*/ 115529 h 518646"/>
                <a:gd name="connsiteX519" fmla="*/ 231465 w 2589424"/>
                <a:gd name="connsiteY519" fmla="*/ 111349 h 518646"/>
                <a:gd name="connsiteX520" fmla="*/ 216237 w 2589424"/>
                <a:gd name="connsiteY520" fmla="*/ 115814 h 518646"/>
                <a:gd name="connsiteX521" fmla="*/ 357192 w 2589424"/>
                <a:gd name="connsiteY521" fmla="*/ 134626 h 518646"/>
                <a:gd name="connsiteX522" fmla="*/ 370516 w 2589424"/>
                <a:gd name="connsiteY522" fmla="*/ 130731 h 518646"/>
                <a:gd name="connsiteX523" fmla="*/ 231465 w 2589424"/>
                <a:gd name="connsiteY523" fmla="*/ 111349 h 518646"/>
                <a:gd name="connsiteX524" fmla="*/ 2341684 w 2589424"/>
                <a:gd name="connsiteY524" fmla="*/ 106789 h 518646"/>
                <a:gd name="connsiteX525" fmla="*/ 2204823 w 2589424"/>
                <a:gd name="connsiteY525" fmla="*/ 126740 h 518646"/>
                <a:gd name="connsiteX526" fmla="*/ 2218528 w 2589424"/>
                <a:gd name="connsiteY526" fmla="*/ 130540 h 518646"/>
                <a:gd name="connsiteX527" fmla="*/ 2357483 w 2589424"/>
                <a:gd name="connsiteY527" fmla="*/ 111159 h 518646"/>
                <a:gd name="connsiteX528" fmla="*/ 2341684 w 2589424"/>
                <a:gd name="connsiteY528" fmla="*/ 106694 h 518646"/>
                <a:gd name="connsiteX529" fmla="*/ 263349 w 2589424"/>
                <a:gd name="connsiteY529" fmla="*/ 102608 h 518646"/>
                <a:gd name="connsiteX530" fmla="*/ 247169 w 2589424"/>
                <a:gd name="connsiteY530" fmla="*/ 106979 h 518646"/>
                <a:gd name="connsiteX531" fmla="*/ 384126 w 2589424"/>
                <a:gd name="connsiteY531" fmla="*/ 126930 h 518646"/>
                <a:gd name="connsiteX532" fmla="*/ 398212 w 2589424"/>
                <a:gd name="connsiteY532" fmla="*/ 123130 h 518646"/>
                <a:gd name="connsiteX533" fmla="*/ 263349 w 2589424"/>
                <a:gd name="connsiteY533" fmla="*/ 102608 h 518646"/>
                <a:gd name="connsiteX534" fmla="*/ 2308849 w 2589424"/>
                <a:gd name="connsiteY534" fmla="*/ 98143 h 518646"/>
                <a:gd name="connsiteX535" fmla="*/ 2176366 w 2589424"/>
                <a:gd name="connsiteY535" fmla="*/ 119235 h 518646"/>
                <a:gd name="connsiteX536" fmla="*/ 2190832 w 2589424"/>
                <a:gd name="connsiteY536" fmla="*/ 122940 h 518646"/>
                <a:gd name="connsiteX537" fmla="*/ 2325505 w 2589424"/>
                <a:gd name="connsiteY537" fmla="*/ 102418 h 518646"/>
                <a:gd name="connsiteX538" fmla="*/ 2308849 w 2589424"/>
                <a:gd name="connsiteY538" fmla="*/ 98143 h 518646"/>
                <a:gd name="connsiteX539" fmla="*/ 297041 w 2589424"/>
                <a:gd name="connsiteY539" fmla="*/ 94058 h 518646"/>
                <a:gd name="connsiteX540" fmla="*/ 280005 w 2589424"/>
                <a:gd name="connsiteY540" fmla="*/ 98238 h 518646"/>
                <a:gd name="connsiteX541" fmla="*/ 412679 w 2589424"/>
                <a:gd name="connsiteY541" fmla="*/ 119330 h 518646"/>
                <a:gd name="connsiteX542" fmla="*/ 427431 w 2589424"/>
                <a:gd name="connsiteY542" fmla="*/ 115624 h 518646"/>
                <a:gd name="connsiteX543" fmla="*/ 297041 w 2589424"/>
                <a:gd name="connsiteY543" fmla="*/ 93963 h 518646"/>
                <a:gd name="connsiteX544" fmla="*/ 2274301 w 2589424"/>
                <a:gd name="connsiteY544" fmla="*/ 89782 h 518646"/>
                <a:gd name="connsiteX545" fmla="*/ 2146290 w 2589424"/>
                <a:gd name="connsiteY545" fmla="*/ 111919 h 518646"/>
                <a:gd name="connsiteX546" fmla="*/ 2161518 w 2589424"/>
                <a:gd name="connsiteY546" fmla="*/ 115529 h 518646"/>
                <a:gd name="connsiteX547" fmla="*/ 2291813 w 2589424"/>
                <a:gd name="connsiteY547" fmla="*/ 93868 h 518646"/>
                <a:gd name="connsiteX548" fmla="*/ 2274301 w 2589424"/>
                <a:gd name="connsiteY548" fmla="*/ 89782 h 518646"/>
                <a:gd name="connsiteX549" fmla="*/ 332541 w 2589424"/>
                <a:gd name="connsiteY549" fmla="*/ 85887 h 518646"/>
                <a:gd name="connsiteX550" fmla="*/ 314648 w 2589424"/>
                <a:gd name="connsiteY550" fmla="*/ 89972 h 518646"/>
                <a:gd name="connsiteX551" fmla="*/ 442754 w 2589424"/>
                <a:gd name="connsiteY551" fmla="*/ 112109 h 518646"/>
                <a:gd name="connsiteX552" fmla="*/ 458458 w 2589424"/>
                <a:gd name="connsiteY552" fmla="*/ 108594 h 518646"/>
                <a:gd name="connsiteX553" fmla="*/ 332541 w 2589424"/>
                <a:gd name="connsiteY553" fmla="*/ 85887 h 518646"/>
                <a:gd name="connsiteX554" fmla="*/ 2238134 w 2589424"/>
                <a:gd name="connsiteY554" fmla="*/ 81707 h 518646"/>
                <a:gd name="connsiteX555" fmla="*/ 2114787 w 2589424"/>
                <a:gd name="connsiteY555" fmla="*/ 104888 h 518646"/>
                <a:gd name="connsiteX556" fmla="*/ 2130681 w 2589424"/>
                <a:gd name="connsiteY556" fmla="*/ 108404 h 518646"/>
                <a:gd name="connsiteX557" fmla="*/ 2256408 w 2589424"/>
                <a:gd name="connsiteY557" fmla="*/ 85697 h 518646"/>
                <a:gd name="connsiteX558" fmla="*/ 2238134 w 2589424"/>
                <a:gd name="connsiteY558" fmla="*/ 81707 h 518646"/>
                <a:gd name="connsiteX559" fmla="*/ 369564 w 2589424"/>
                <a:gd name="connsiteY559" fmla="*/ 77906 h 518646"/>
                <a:gd name="connsiteX560" fmla="*/ 350815 w 2589424"/>
                <a:gd name="connsiteY560" fmla="*/ 81802 h 518646"/>
                <a:gd name="connsiteX561" fmla="*/ 474257 w 2589424"/>
                <a:gd name="connsiteY561" fmla="*/ 104983 h 518646"/>
                <a:gd name="connsiteX562" fmla="*/ 490532 w 2589424"/>
                <a:gd name="connsiteY562" fmla="*/ 101563 h 518646"/>
                <a:gd name="connsiteX563" fmla="*/ 369564 w 2589424"/>
                <a:gd name="connsiteY563" fmla="*/ 77811 h 518646"/>
                <a:gd name="connsiteX564" fmla="*/ 2200159 w 2589424"/>
                <a:gd name="connsiteY564" fmla="*/ 74011 h 518646"/>
                <a:gd name="connsiteX565" fmla="*/ 2081666 w 2589424"/>
                <a:gd name="connsiteY565" fmla="*/ 98238 h 518646"/>
                <a:gd name="connsiteX566" fmla="*/ 2098417 w 2589424"/>
                <a:gd name="connsiteY566" fmla="*/ 101563 h 518646"/>
                <a:gd name="connsiteX567" fmla="*/ 2219290 w 2589424"/>
                <a:gd name="connsiteY567" fmla="*/ 77811 h 518646"/>
                <a:gd name="connsiteX568" fmla="*/ 2200159 w 2589424"/>
                <a:gd name="connsiteY568" fmla="*/ 74011 h 518646"/>
                <a:gd name="connsiteX569" fmla="*/ 408301 w 2589424"/>
                <a:gd name="connsiteY569" fmla="*/ 70306 h 518646"/>
                <a:gd name="connsiteX570" fmla="*/ 388695 w 2589424"/>
                <a:gd name="connsiteY570" fmla="*/ 74011 h 518646"/>
                <a:gd name="connsiteX571" fmla="*/ 507282 w 2589424"/>
                <a:gd name="connsiteY571" fmla="*/ 98238 h 518646"/>
                <a:gd name="connsiteX572" fmla="*/ 524224 w 2589424"/>
                <a:gd name="connsiteY572" fmla="*/ 94913 h 518646"/>
                <a:gd name="connsiteX573" fmla="*/ 408301 w 2589424"/>
                <a:gd name="connsiteY573" fmla="*/ 70211 h 518646"/>
                <a:gd name="connsiteX574" fmla="*/ 2160662 w 2589424"/>
                <a:gd name="connsiteY574" fmla="*/ 66505 h 518646"/>
                <a:gd name="connsiteX575" fmla="*/ 2047403 w 2589424"/>
                <a:gd name="connsiteY575" fmla="*/ 91682 h 518646"/>
                <a:gd name="connsiteX576" fmla="*/ 2064725 w 2589424"/>
                <a:gd name="connsiteY576" fmla="*/ 94913 h 518646"/>
                <a:gd name="connsiteX577" fmla="*/ 2180553 w 2589424"/>
                <a:gd name="connsiteY577" fmla="*/ 70211 h 518646"/>
                <a:gd name="connsiteX578" fmla="*/ 2160662 w 2589424"/>
                <a:gd name="connsiteY578" fmla="*/ 66505 h 518646"/>
                <a:gd name="connsiteX579" fmla="*/ 448560 w 2589424"/>
                <a:gd name="connsiteY579" fmla="*/ 63085 h 518646"/>
                <a:gd name="connsiteX580" fmla="*/ 428287 w 2589424"/>
                <a:gd name="connsiteY580" fmla="*/ 66695 h 518646"/>
                <a:gd name="connsiteX581" fmla="*/ 541641 w 2589424"/>
                <a:gd name="connsiteY581" fmla="*/ 91872 h 518646"/>
                <a:gd name="connsiteX582" fmla="*/ 559343 w 2589424"/>
                <a:gd name="connsiteY582" fmla="*/ 88737 h 518646"/>
                <a:gd name="connsiteX583" fmla="*/ 448655 w 2589424"/>
                <a:gd name="connsiteY583" fmla="*/ 63085 h 518646"/>
                <a:gd name="connsiteX584" fmla="*/ 2119546 w 2589424"/>
                <a:gd name="connsiteY584" fmla="*/ 59475 h 518646"/>
                <a:gd name="connsiteX585" fmla="*/ 2011618 w 2589424"/>
                <a:gd name="connsiteY585" fmla="*/ 85602 h 518646"/>
                <a:gd name="connsiteX586" fmla="*/ 2029606 w 2589424"/>
                <a:gd name="connsiteY586" fmla="*/ 88642 h 518646"/>
                <a:gd name="connsiteX587" fmla="*/ 2140294 w 2589424"/>
                <a:gd name="connsiteY587" fmla="*/ 62990 h 518646"/>
                <a:gd name="connsiteX588" fmla="*/ 2119546 w 2589424"/>
                <a:gd name="connsiteY588" fmla="*/ 59475 h 518646"/>
                <a:gd name="connsiteX589" fmla="*/ 490246 w 2589424"/>
                <a:gd name="connsiteY589" fmla="*/ 56150 h 518646"/>
                <a:gd name="connsiteX590" fmla="*/ 469308 w 2589424"/>
                <a:gd name="connsiteY590" fmla="*/ 59570 h 518646"/>
                <a:gd name="connsiteX591" fmla="*/ 577331 w 2589424"/>
                <a:gd name="connsiteY591" fmla="*/ 85697 h 518646"/>
                <a:gd name="connsiteX592" fmla="*/ 595605 w 2589424"/>
                <a:gd name="connsiteY592" fmla="*/ 82752 h 518646"/>
                <a:gd name="connsiteX593" fmla="*/ 490246 w 2589424"/>
                <a:gd name="connsiteY593" fmla="*/ 56150 h 518646"/>
                <a:gd name="connsiteX594" fmla="*/ 2077098 w 2589424"/>
                <a:gd name="connsiteY594" fmla="*/ 52729 h 518646"/>
                <a:gd name="connsiteX595" fmla="*/ 1974690 w 2589424"/>
                <a:gd name="connsiteY595" fmla="*/ 79711 h 518646"/>
                <a:gd name="connsiteX596" fmla="*/ 1993344 w 2589424"/>
                <a:gd name="connsiteY596" fmla="*/ 82562 h 518646"/>
                <a:gd name="connsiteX597" fmla="*/ 2098513 w 2589424"/>
                <a:gd name="connsiteY597" fmla="*/ 55959 h 518646"/>
                <a:gd name="connsiteX598" fmla="*/ 2077098 w 2589424"/>
                <a:gd name="connsiteY598" fmla="*/ 52634 h 518646"/>
                <a:gd name="connsiteX599" fmla="*/ 533360 w 2589424"/>
                <a:gd name="connsiteY599" fmla="*/ 49594 h 518646"/>
                <a:gd name="connsiteX600" fmla="*/ 511661 w 2589424"/>
                <a:gd name="connsiteY600" fmla="*/ 52824 h 518646"/>
                <a:gd name="connsiteX601" fmla="*/ 614164 w 2589424"/>
                <a:gd name="connsiteY601" fmla="*/ 79806 h 518646"/>
                <a:gd name="connsiteX602" fmla="*/ 633009 w 2589424"/>
                <a:gd name="connsiteY602" fmla="*/ 76956 h 518646"/>
                <a:gd name="connsiteX603" fmla="*/ 533360 w 2589424"/>
                <a:gd name="connsiteY603" fmla="*/ 49594 h 518646"/>
                <a:gd name="connsiteX604" fmla="*/ 2033222 w 2589424"/>
                <a:gd name="connsiteY604" fmla="*/ 46269 h 518646"/>
                <a:gd name="connsiteX605" fmla="*/ 1936525 w 2589424"/>
                <a:gd name="connsiteY605" fmla="*/ 74106 h 518646"/>
                <a:gd name="connsiteX606" fmla="*/ 1955750 w 2589424"/>
                <a:gd name="connsiteY606" fmla="*/ 76861 h 518646"/>
                <a:gd name="connsiteX607" fmla="*/ 2055303 w 2589424"/>
                <a:gd name="connsiteY607" fmla="*/ 49404 h 518646"/>
                <a:gd name="connsiteX608" fmla="*/ 2033222 w 2589424"/>
                <a:gd name="connsiteY608" fmla="*/ 46269 h 518646"/>
                <a:gd name="connsiteX609" fmla="*/ 577712 w 2589424"/>
                <a:gd name="connsiteY609" fmla="*/ 43418 h 518646"/>
                <a:gd name="connsiteX610" fmla="*/ 555441 w 2589424"/>
                <a:gd name="connsiteY610" fmla="*/ 46459 h 518646"/>
                <a:gd name="connsiteX611" fmla="*/ 652234 w 2589424"/>
                <a:gd name="connsiteY611" fmla="*/ 74296 h 518646"/>
                <a:gd name="connsiteX612" fmla="*/ 671650 w 2589424"/>
                <a:gd name="connsiteY612" fmla="*/ 71636 h 518646"/>
                <a:gd name="connsiteX613" fmla="*/ 577712 w 2589424"/>
                <a:gd name="connsiteY613" fmla="*/ 43418 h 518646"/>
                <a:gd name="connsiteX614" fmla="*/ 1988014 w 2589424"/>
                <a:gd name="connsiteY614" fmla="*/ 40283 h 518646"/>
                <a:gd name="connsiteX615" fmla="*/ 1897217 w 2589424"/>
                <a:gd name="connsiteY615" fmla="*/ 68881 h 518646"/>
                <a:gd name="connsiteX616" fmla="*/ 1917014 w 2589424"/>
                <a:gd name="connsiteY616" fmla="*/ 71446 h 518646"/>
                <a:gd name="connsiteX617" fmla="*/ 2010761 w 2589424"/>
                <a:gd name="connsiteY617" fmla="*/ 43228 h 518646"/>
                <a:gd name="connsiteX618" fmla="*/ 1988014 w 2589424"/>
                <a:gd name="connsiteY618" fmla="*/ 40283 h 518646"/>
                <a:gd name="connsiteX619" fmla="*/ 623396 w 2589424"/>
                <a:gd name="connsiteY619" fmla="*/ 37528 h 518646"/>
                <a:gd name="connsiteX620" fmla="*/ 600459 w 2589424"/>
                <a:gd name="connsiteY620" fmla="*/ 40378 h 518646"/>
                <a:gd name="connsiteX621" fmla="*/ 691351 w 2589424"/>
                <a:gd name="connsiteY621" fmla="*/ 68976 h 518646"/>
                <a:gd name="connsiteX622" fmla="*/ 711338 w 2589424"/>
                <a:gd name="connsiteY622" fmla="*/ 66505 h 518646"/>
                <a:gd name="connsiteX623" fmla="*/ 623396 w 2589424"/>
                <a:gd name="connsiteY623" fmla="*/ 37528 h 518646"/>
                <a:gd name="connsiteX624" fmla="*/ 1941474 w 2589424"/>
                <a:gd name="connsiteY624" fmla="*/ 34678 h 518646"/>
                <a:gd name="connsiteX625" fmla="*/ 1856768 w 2589424"/>
                <a:gd name="connsiteY625" fmla="*/ 64035 h 518646"/>
                <a:gd name="connsiteX626" fmla="*/ 1877040 w 2589424"/>
                <a:gd name="connsiteY626" fmla="*/ 66410 h 518646"/>
                <a:gd name="connsiteX627" fmla="*/ 1964887 w 2589424"/>
                <a:gd name="connsiteY627" fmla="*/ 37433 h 518646"/>
                <a:gd name="connsiteX628" fmla="*/ 1941474 w 2589424"/>
                <a:gd name="connsiteY628" fmla="*/ 34678 h 518646"/>
                <a:gd name="connsiteX629" fmla="*/ 670317 w 2589424"/>
                <a:gd name="connsiteY629" fmla="*/ 32113 h 518646"/>
                <a:gd name="connsiteX630" fmla="*/ 646714 w 2589424"/>
                <a:gd name="connsiteY630" fmla="*/ 34773 h 518646"/>
                <a:gd name="connsiteX631" fmla="*/ 731610 w 2589424"/>
                <a:gd name="connsiteY631" fmla="*/ 64130 h 518646"/>
                <a:gd name="connsiteX632" fmla="*/ 752072 w 2589424"/>
                <a:gd name="connsiteY632" fmla="*/ 61850 h 518646"/>
                <a:gd name="connsiteX633" fmla="*/ 670317 w 2589424"/>
                <a:gd name="connsiteY633" fmla="*/ 32113 h 518646"/>
                <a:gd name="connsiteX634" fmla="*/ 1893886 w 2589424"/>
                <a:gd name="connsiteY634" fmla="*/ 29357 h 518646"/>
                <a:gd name="connsiteX635" fmla="*/ 1815462 w 2589424"/>
                <a:gd name="connsiteY635" fmla="*/ 59380 h 518646"/>
                <a:gd name="connsiteX636" fmla="*/ 1836305 w 2589424"/>
                <a:gd name="connsiteY636" fmla="*/ 61565 h 518646"/>
                <a:gd name="connsiteX637" fmla="*/ 1917870 w 2589424"/>
                <a:gd name="connsiteY637" fmla="*/ 31828 h 518646"/>
                <a:gd name="connsiteX638" fmla="*/ 1893886 w 2589424"/>
                <a:gd name="connsiteY638" fmla="*/ 29262 h 518646"/>
                <a:gd name="connsiteX639" fmla="*/ 718190 w 2589424"/>
                <a:gd name="connsiteY639" fmla="*/ 27077 h 518646"/>
                <a:gd name="connsiteX640" fmla="*/ 694111 w 2589424"/>
                <a:gd name="connsiteY640" fmla="*/ 29547 h 518646"/>
                <a:gd name="connsiteX641" fmla="*/ 772821 w 2589424"/>
                <a:gd name="connsiteY641" fmla="*/ 59570 h 518646"/>
                <a:gd name="connsiteX642" fmla="*/ 793759 w 2589424"/>
                <a:gd name="connsiteY642" fmla="*/ 57385 h 518646"/>
                <a:gd name="connsiteX643" fmla="*/ 718285 w 2589424"/>
                <a:gd name="connsiteY643" fmla="*/ 27077 h 518646"/>
                <a:gd name="connsiteX644" fmla="*/ 1845252 w 2589424"/>
                <a:gd name="connsiteY644" fmla="*/ 24607 h 518646"/>
                <a:gd name="connsiteX645" fmla="*/ 1773204 w 2589424"/>
                <a:gd name="connsiteY645" fmla="*/ 55294 h 518646"/>
                <a:gd name="connsiteX646" fmla="*/ 1794428 w 2589424"/>
                <a:gd name="connsiteY646" fmla="*/ 57385 h 518646"/>
                <a:gd name="connsiteX647" fmla="*/ 1869712 w 2589424"/>
                <a:gd name="connsiteY647" fmla="*/ 26982 h 518646"/>
                <a:gd name="connsiteX648" fmla="*/ 1845252 w 2589424"/>
                <a:gd name="connsiteY648" fmla="*/ 24607 h 518646"/>
                <a:gd name="connsiteX649" fmla="*/ 767015 w 2589424"/>
                <a:gd name="connsiteY649" fmla="*/ 22517 h 518646"/>
                <a:gd name="connsiteX650" fmla="*/ 742460 w 2589424"/>
                <a:gd name="connsiteY650" fmla="*/ 24797 h 518646"/>
                <a:gd name="connsiteX651" fmla="*/ 814793 w 2589424"/>
                <a:gd name="connsiteY651" fmla="*/ 55484 h 518646"/>
                <a:gd name="connsiteX652" fmla="*/ 836112 w 2589424"/>
                <a:gd name="connsiteY652" fmla="*/ 53489 h 518646"/>
                <a:gd name="connsiteX653" fmla="*/ 767015 w 2589424"/>
                <a:gd name="connsiteY653" fmla="*/ 22517 h 518646"/>
                <a:gd name="connsiteX654" fmla="*/ 1795570 w 2589424"/>
                <a:gd name="connsiteY654" fmla="*/ 20142 h 518646"/>
                <a:gd name="connsiteX655" fmla="*/ 1729995 w 2589424"/>
                <a:gd name="connsiteY655" fmla="*/ 51399 h 518646"/>
                <a:gd name="connsiteX656" fmla="*/ 1751695 w 2589424"/>
                <a:gd name="connsiteY656" fmla="*/ 53299 h 518646"/>
                <a:gd name="connsiteX657" fmla="*/ 1820602 w 2589424"/>
                <a:gd name="connsiteY657" fmla="*/ 22327 h 518646"/>
                <a:gd name="connsiteX658" fmla="*/ 1795570 w 2589424"/>
                <a:gd name="connsiteY658" fmla="*/ 20142 h 518646"/>
                <a:gd name="connsiteX659" fmla="*/ 816791 w 2589424"/>
                <a:gd name="connsiteY659" fmla="*/ 18241 h 518646"/>
                <a:gd name="connsiteX660" fmla="*/ 791760 w 2589424"/>
                <a:gd name="connsiteY660" fmla="*/ 20237 h 518646"/>
                <a:gd name="connsiteX661" fmla="*/ 857526 w 2589424"/>
                <a:gd name="connsiteY661" fmla="*/ 51494 h 518646"/>
                <a:gd name="connsiteX662" fmla="*/ 879321 w 2589424"/>
                <a:gd name="connsiteY662" fmla="*/ 49689 h 518646"/>
                <a:gd name="connsiteX663" fmla="*/ 816696 w 2589424"/>
                <a:gd name="connsiteY663" fmla="*/ 18146 h 518646"/>
                <a:gd name="connsiteX664" fmla="*/ 1744937 w 2589424"/>
                <a:gd name="connsiteY664" fmla="*/ 16151 h 518646"/>
                <a:gd name="connsiteX665" fmla="*/ 1686024 w 2589424"/>
                <a:gd name="connsiteY665" fmla="*/ 47979 h 518646"/>
                <a:gd name="connsiteX666" fmla="*/ 1708105 w 2589424"/>
                <a:gd name="connsiteY666" fmla="*/ 49689 h 518646"/>
                <a:gd name="connsiteX667" fmla="*/ 1770349 w 2589424"/>
                <a:gd name="connsiteY667" fmla="*/ 18146 h 518646"/>
                <a:gd name="connsiteX668" fmla="*/ 1744937 w 2589424"/>
                <a:gd name="connsiteY668" fmla="*/ 16151 h 518646"/>
                <a:gd name="connsiteX669" fmla="*/ 867615 w 2589424"/>
                <a:gd name="connsiteY669" fmla="*/ 14441 h 518646"/>
                <a:gd name="connsiteX670" fmla="*/ 842108 w 2589424"/>
                <a:gd name="connsiteY670" fmla="*/ 16246 h 518646"/>
                <a:gd name="connsiteX671" fmla="*/ 901307 w 2589424"/>
                <a:gd name="connsiteY671" fmla="*/ 47979 h 518646"/>
                <a:gd name="connsiteX672" fmla="*/ 923483 w 2589424"/>
                <a:gd name="connsiteY672" fmla="*/ 46364 h 518646"/>
                <a:gd name="connsiteX673" fmla="*/ 867615 w 2589424"/>
                <a:gd name="connsiteY673" fmla="*/ 14346 h 518646"/>
                <a:gd name="connsiteX674" fmla="*/ 1693543 w 2589424"/>
                <a:gd name="connsiteY674" fmla="*/ 12541 h 518646"/>
                <a:gd name="connsiteX675" fmla="*/ 1641387 w 2589424"/>
                <a:gd name="connsiteY675" fmla="*/ 44844 h 518646"/>
                <a:gd name="connsiteX676" fmla="*/ 1663848 w 2589424"/>
                <a:gd name="connsiteY676" fmla="*/ 46364 h 518646"/>
                <a:gd name="connsiteX677" fmla="*/ 1719335 w 2589424"/>
                <a:gd name="connsiteY677" fmla="*/ 14346 h 518646"/>
                <a:gd name="connsiteX678" fmla="*/ 1693543 w 2589424"/>
                <a:gd name="connsiteY678" fmla="*/ 12636 h 518646"/>
                <a:gd name="connsiteX679" fmla="*/ 919200 w 2589424"/>
                <a:gd name="connsiteY679" fmla="*/ 11116 h 518646"/>
                <a:gd name="connsiteX680" fmla="*/ 893217 w 2589424"/>
                <a:gd name="connsiteY680" fmla="*/ 12731 h 518646"/>
                <a:gd name="connsiteX681" fmla="*/ 945753 w 2589424"/>
                <a:gd name="connsiteY681" fmla="*/ 45034 h 518646"/>
                <a:gd name="connsiteX682" fmla="*/ 968215 w 2589424"/>
                <a:gd name="connsiteY682" fmla="*/ 43609 h 518646"/>
                <a:gd name="connsiteX683" fmla="*/ 919200 w 2589424"/>
                <a:gd name="connsiteY683" fmla="*/ 11116 h 518646"/>
                <a:gd name="connsiteX684" fmla="*/ 1641482 w 2589424"/>
                <a:gd name="connsiteY684" fmla="*/ 9406 h 518646"/>
                <a:gd name="connsiteX685" fmla="*/ 1596179 w 2589424"/>
                <a:gd name="connsiteY685" fmla="*/ 42088 h 518646"/>
                <a:gd name="connsiteX686" fmla="*/ 1618831 w 2589424"/>
                <a:gd name="connsiteY686" fmla="*/ 43418 h 518646"/>
                <a:gd name="connsiteX687" fmla="*/ 1667465 w 2589424"/>
                <a:gd name="connsiteY687" fmla="*/ 10926 h 518646"/>
                <a:gd name="connsiteX688" fmla="*/ 1641482 w 2589424"/>
                <a:gd name="connsiteY688" fmla="*/ 9406 h 518646"/>
                <a:gd name="connsiteX689" fmla="*/ 971451 w 2589424"/>
                <a:gd name="connsiteY689" fmla="*/ 8171 h 518646"/>
                <a:gd name="connsiteX690" fmla="*/ 945278 w 2589424"/>
                <a:gd name="connsiteY690" fmla="*/ 9596 h 518646"/>
                <a:gd name="connsiteX691" fmla="*/ 990866 w 2589424"/>
                <a:gd name="connsiteY691" fmla="*/ 42278 h 518646"/>
                <a:gd name="connsiteX692" fmla="*/ 1013613 w 2589424"/>
                <a:gd name="connsiteY692" fmla="*/ 41043 h 518646"/>
                <a:gd name="connsiteX693" fmla="*/ 971451 w 2589424"/>
                <a:gd name="connsiteY693" fmla="*/ 8171 h 518646"/>
                <a:gd name="connsiteX694" fmla="*/ 1588850 w 2589424"/>
                <a:gd name="connsiteY694" fmla="*/ 6746 h 518646"/>
                <a:gd name="connsiteX695" fmla="*/ 1550590 w 2589424"/>
                <a:gd name="connsiteY695" fmla="*/ 39808 h 518646"/>
                <a:gd name="connsiteX696" fmla="*/ 1573527 w 2589424"/>
                <a:gd name="connsiteY696" fmla="*/ 40948 h 518646"/>
                <a:gd name="connsiteX697" fmla="*/ 1615309 w 2589424"/>
                <a:gd name="connsiteY697" fmla="*/ 8076 h 518646"/>
                <a:gd name="connsiteX698" fmla="*/ 1588946 w 2589424"/>
                <a:gd name="connsiteY698" fmla="*/ 6841 h 518646"/>
                <a:gd name="connsiteX699" fmla="*/ 1024273 w 2589424"/>
                <a:gd name="connsiteY699" fmla="*/ 5700 h 518646"/>
                <a:gd name="connsiteX700" fmla="*/ 997814 w 2589424"/>
                <a:gd name="connsiteY700" fmla="*/ 6841 h 518646"/>
                <a:gd name="connsiteX701" fmla="*/ 1036550 w 2589424"/>
                <a:gd name="connsiteY701" fmla="*/ 39808 h 518646"/>
                <a:gd name="connsiteX702" fmla="*/ 1059488 w 2589424"/>
                <a:gd name="connsiteY702" fmla="*/ 38763 h 518646"/>
                <a:gd name="connsiteX703" fmla="*/ 1024273 w 2589424"/>
                <a:gd name="connsiteY703" fmla="*/ 5605 h 518646"/>
                <a:gd name="connsiteX704" fmla="*/ 1535743 w 2589424"/>
                <a:gd name="connsiteY704" fmla="*/ 4560 h 518646"/>
                <a:gd name="connsiteX705" fmla="*/ 1504430 w 2589424"/>
                <a:gd name="connsiteY705" fmla="*/ 37908 h 518646"/>
                <a:gd name="connsiteX706" fmla="*/ 1527558 w 2589424"/>
                <a:gd name="connsiteY706" fmla="*/ 38858 h 518646"/>
                <a:gd name="connsiteX707" fmla="*/ 1562392 w 2589424"/>
                <a:gd name="connsiteY707" fmla="*/ 5700 h 518646"/>
                <a:gd name="connsiteX708" fmla="*/ 1535743 w 2589424"/>
                <a:gd name="connsiteY708" fmla="*/ 4655 h 518646"/>
                <a:gd name="connsiteX709" fmla="*/ 1077476 w 2589424"/>
                <a:gd name="connsiteY709" fmla="*/ 3705 h 518646"/>
                <a:gd name="connsiteX710" fmla="*/ 1050827 w 2589424"/>
                <a:gd name="connsiteY710" fmla="*/ 4655 h 518646"/>
                <a:gd name="connsiteX711" fmla="*/ 1082520 w 2589424"/>
                <a:gd name="connsiteY711" fmla="*/ 38003 h 518646"/>
                <a:gd name="connsiteX712" fmla="*/ 1105647 w 2589424"/>
                <a:gd name="connsiteY712" fmla="*/ 37148 h 518646"/>
                <a:gd name="connsiteX713" fmla="*/ 1077476 w 2589424"/>
                <a:gd name="connsiteY713" fmla="*/ 3705 h 518646"/>
                <a:gd name="connsiteX714" fmla="*/ 1482350 w 2589424"/>
                <a:gd name="connsiteY714" fmla="*/ 2755 h 518646"/>
                <a:gd name="connsiteX715" fmla="*/ 1457985 w 2589424"/>
                <a:gd name="connsiteY715" fmla="*/ 36293 h 518646"/>
                <a:gd name="connsiteX716" fmla="*/ 1481303 w 2589424"/>
                <a:gd name="connsiteY716" fmla="*/ 37053 h 518646"/>
                <a:gd name="connsiteX717" fmla="*/ 1509094 w 2589424"/>
                <a:gd name="connsiteY717" fmla="*/ 3610 h 518646"/>
                <a:gd name="connsiteX718" fmla="*/ 1482350 w 2589424"/>
                <a:gd name="connsiteY718" fmla="*/ 2755 h 518646"/>
                <a:gd name="connsiteX719" fmla="*/ 1131154 w 2589424"/>
                <a:gd name="connsiteY719" fmla="*/ 2090 h 518646"/>
                <a:gd name="connsiteX720" fmla="*/ 1104315 w 2589424"/>
                <a:gd name="connsiteY720" fmla="*/ 2850 h 518646"/>
                <a:gd name="connsiteX721" fmla="*/ 1129060 w 2589424"/>
                <a:gd name="connsiteY721" fmla="*/ 36388 h 518646"/>
                <a:gd name="connsiteX722" fmla="*/ 1152378 w 2589424"/>
                <a:gd name="connsiteY722" fmla="*/ 35723 h 518646"/>
                <a:gd name="connsiteX723" fmla="*/ 1131154 w 2589424"/>
                <a:gd name="connsiteY723" fmla="*/ 2090 h 518646"/>
                <a:gd name="connsiteX724" fmla="*/ 1428481 w 2589424"/>
                <a:gd name="connsiteY724" fmla="*/ 1425 h 518646"/>
                <a:gd name="connsiteX725" fmla="*/ 1411159 w 2589424"/>
                <a:gd name="connsiteY725" fmla="*/ 35153 h 518646"/>
                <a:gd name="connsiteX726" fmla="*/ 1434572 w 2589424"/>
                <a:gd name="connsiteY726" fmla="*/ 35723 h 518646"/>
                <a:gd name="connsiteX727" fmla="*/ 1455415 w 2589424"/>
                <a:gd name="connsiteY727" fmla="*/ 2090 h 518646"/>
                <a:gd name="connsiteX728" fmla="*/ 1428481 w 2589424"/>
                <a:gd name="connsiteY728" fmla="*/ 1520 h 518646"/>
                <a:gd name="connsiteX729" fmla="*/ 1185118 w 2589424"/>
                <a:gd name="connsiteY729" fmla="*/ 950 h 518646"/>
                <a:gd name="connsiteX730" fmla="*/ 1158089 w 2589424"/>
                <a:gd name="connsiteY730" fmla="*/ 1425 h 518646"/>
                <a:gd name="connsiteX731" fmla="*/ 1175791 w 2589424"/>
                <a:gd name="connsiteY731" fmla="*/ 35153 h 518646"/>
                <a:gd name="connsiteX732" fmla="*/ 1199300 w 2589424"/>
                <a:gd name="connsiteY732" fmla="*/ 34678 h 518646"/>
                <a:gd name="connsiteX733" fmla="*/ 1185118 w 2589424"/>
                <a:gd name="connsiteY733" fmla="*/ 855 h 518646"/>
                <a:gd name="connsiteX734" fmla="*/ 1374421 w 2589424"/>
                <a:gd name="connsiteY734" fmla="*/ 475 h 518646"/>
                <a:gd name="connsiteX735" fmla="*/ 1364143 w 2589424"/>
                <a:gd name="connsiteY735" fmla="*/ 34298 h 518646"/>
                <a:gd name="connsiteX736" fmla="*/ 1387651 w 2589424"/>
                <a:gd name="connsiteY736" fmla="*/ 34583 h 518646"/>
                <a:gd name="connsiteX737" fmla="*/ 1401451 w 2589424"/>
                <a:gd name="connsiteY737" fmla="*/ 760 h 518646"/>
                <a:gd name="connsiteX738" fmla="*/ 1374421 w 2589424"/>
                <a:gd name="connsiteY738" fmla="*/ 380 h 518646"/>
                <a:gd name="connsiteX739" fmla="*/ 1239178 w 2589424"/>
                <a:gd name="connsiteY739" fmla="*/ 285 h 518646"/>
                <a:gd name="connsiteX740" fmla="*/ 1212148 w 2589424"/>
                <a:gd name="connsiteY740" fmla="*/ 570 h 518646"/>
                <a:gd name="connsiteX741" fmla="*/ 1222808 w 2589424"/>
                <a:gd name="connsiteY741" fmla="*/ 34393 h 518646"/>
                <a:gd name="connsiteX742" fmla="*/ 1246316 w 2589424"/>
                <a:gd name="connsiteY742" fmla="*/ 34108 h 518646"/>
                <a:gd name="connsiteX743" fmla="*/ 1239178 w 2589424"/>
                <a:gd name="connsiteY743" fmla="*/ 190 h 518646"/>
                <a:gd name="connsiteX744" fmla="*/ 1320267 w 2589424"/>
                <a:gd name="connsiteY744" fmla="*/ 95 h 518646"/>
                <a:gd name="connsiteX745" fmla="*/ 1317031 w 2589424"/>
                <a:gd name="connsiteY745" fmla="*/ 34013 h 518646"/>
                <a:gd name="connsiteX746" fmla="*/ 1340539 w 2589424"/>
                <a:gd name="connsiteY746" fmla="*/ 34108 h 518646"/>
                <a:gd name="connsiteX747" fmla="*/ 1347297 w 2589424"/>
                <a:gd name="connsiteY747" fmla="*/ 190 h 518646"/>
                <a:gd name="connsiteX748" fmla="*/ 1320267 w 2589424"/>
                <a:gd name="connsiteY748" fmla="*/ 0 h 518646"/>
                <a:gd name="connsiteX749" fmla="*/ 1293237 w 2589424"/>
                <a:gd name="connsiteY749" fmla="*/ 0 h 518646"/>
                <a:gd name="connsiteX750" fmla="*/ 1266207 w 2589424"/>
                <a:gd name="connsiteY750" fmla="*/ 0 h 518646"/>
                <a:gd name="connsiteX751" fmla="*/ 1269824 w 2589424"/>
                <a:gd name="connsiteY751" fmla="*/ 33918 h 518646"/>
                <a:gd name="connsiteX752" fmla="*/ 1293523 w 2589424"/>
                <a:gd name="connsiteY752" fmla="*/ 33918 h 518646"/>
                <a:gd name="connsiteX753" fmla="*/ 1293237 w 2589424"/>
                <a:gd name="connsiteY753" fmla="*/ 0 h 5186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</a:cxnLst>
              <a:rect l="l" t="t" r="r" b="b"/>
              <a:pathLst>
                <a:path w="2589424" h="518646">
                  <a:moveTo>
                    <a:pt x="1318839" y="484634"/>
                  </a:moveTo>
                  <a:cubicBezTo>
                    <a:pt x="1311035" y="484634"/>
                    <a:pt x="1303135" y="484634"/>
                    <a:pt x="1295236" y="484634"/>
                  </a:cubicBezTo>
                  <a:lnTo>
                    <a:pt x="1295236" y="518552"/>
                  </a:lnTo>
                  <a:cubicBezTo>
                    <a:pt x="1304373" y="518552"/>
                    <a:pt x="1313319" y="518552"/>
                    <a:pt x="1322361" y="518552"/>
                  </a:cubicBezTo>
                  <a:lnTo>
                    <a:pt x="1318744" y="484634"/>
                  </a:lnTo>
                  <a:moveTo>
                    <a:pt x="1248029" y="484539"/>
                  </a:moveTo>
                  <a:lnTo>
                    <a:pt x="1241176" y="518457"/>
                  </a:lnTo>
                  <a:cubicBezTo>
                    <a:pt x="1250123" y="518457"/>
                    <a:pt x="1259164" y="518552"/>
                    <a:pt x="1268206" y="518647"/>
                  </a:cubicBezTo>
                  <a:lnTo>
                    <a:pt x="1271633" y="484729"/>
                  </a:lnTo>
                  <a:cubicBezTo>
                    <a:pt x="1263733" y="484729"/>
                    <a:pt x="1255833" y="484729"/>
                    <a:pt x="1248029" y="484634"/>
                  </a:cubicBezTo>
                  <a:moveTo>
                    <a:pt x="1365951" y="484254"/>
                  </a:moveTo>
                  <a:cubicBezTo>
                    <a:pt x="1358147" y="484349"/>
                    <a:pt x="1350247" y="484444"/>
                    <a:pt x="1342347" y="484539"/>
                  </a:cubicBezTo>
                  <a:lnTo>
                    <a:pt x="1349390" y="518457"/>
                  </a:lnTo>
                  <a:cubicBezTo>
                    <a:pt x="1358432" y="518457"/>
                    <a:pt x="1367378" y="518267"/>
                    <a:pt x="1376420" y="518172"/>
                  </a:cubicBezTo>
                  <a:lnTo>
                    <a:pt x="1365856" y="484349"/>
                  </a:lnTo>
                  <a:moveTo>
                    <a:pt x="1200917" y="483969"/>
                  </a:moveTo>
                  <a:lnTo>
                    <a:pt x="1187022" y="517792"/>
                  </a:lnTo>
                  <a:cubicBezTo>
                    <a:pt x="1196064" y="517982"/>
                    <a:pt x="1205010" y="518077"/>
                    <a:pt x="1214052" y="518172"/>
                  </a:cubicBezTo>
                  <a:lnTo>
                    <a:pt x="1224426" y="484349"/>
                  </a:lnTo>
                  <a:cubicBezTo>
                    <a:pt x="1216621" y="484254"/>
                    <a:pt x="1208722" y="484159"/>
                    <a:pt x="1200917" y="483969"/>
                  </a:cubicBezTo>
                  <a:moveTo>
                    <a:pt x="1412967" y="483494"/>
                  </a:moveTo>
                  <a:cubicBezTo>
                    <a:pt x="1405163" y="483684"/>
                    <a:pt x="1397263" y="483779"/>
                    <a:pt x="1389459" y="483969"/>
                  </a:cubicBezTo>
                  <a:lnTo>
                    <a:pt x="1403450" y="517792"/>
                  </a:lnTo>
                  <a:cubicBezTo>
                    <a:pt x="1412491" y="517697"/>
                    <a:pt x="1421438" y="517507"/>
                    <a:pt x="1430479" y="517317"/>
                  </a:cubicBezTo>
                  <a:lnTo>
                    <a:pt x="1412967" y="483589"/>
                  </a:lnTo>
                  <a:moveTo>
                    <a:pt x="1154091" y="483019"/>
                  </a:moveTo>
                  <a:lnTo>
                    <a:pt x="1133153" y="516652"/>
                  </a:lnTo>
                  <a:cubicBezTo>
                    <a:pt x="1142099" y="516842"/>
                    <a:pt x="1151046" y="517127"/>
                    <a:pt x="1160087" y="517222"/>
                  </a:cubicBezTo>
                  <a:lnTo>
                    <a:pt x="1177600" y="483494"/>
                  </a:lnTo>
                  <a:cubicBezTo>
                    <a:pt x="1169795" y="483304"/>
                    <a:pt x="1161896" y="483209"/>
                    <a:pt x="1154187" y="482924"/>
                  </a:cubicBezTo>
                  <a:moveTo>
                    <a:pt x="1459698" y="482354"/>
                  </a:moveTo>
                  <a:cubicBezTo>
                    <a:pt x="1451989" y="482544"/>
                    <a:pt x="1444089" y="482829"/>
                    <a:pt x="1436380" y="483019"/>
                  </a:cubicBezTo>
                  <a:lnTo>
                    <a:pt x="1457414" y="516652"/>
                  </a:lnTo>
                  <a:cubicBezTo>
                    <a:pt x="1466360" y="516462"/>
                    <a:pt x="1475307" y="516177"/>
                    <a:pt x="1484253" y="515891"/>
                  </a:cubicBezTo>
                  <a:lnTo>
                    <a:pt x="1459698" y="482354"/>
                  </a:lnTo>
                  <a:moveTo>
                    <a:pt x="1107456" y="481594"/>
                  </a:moveTo>
                  <a:lnTo>
                    <a:pt x="1079474" y="515036"/>
                  </a:lnTo>
                  <a:cubicBezTo>
                    <a:pt x="1088325" y="515321"/>
                    <a:pt x="1097272" y="515606"/>
                    <a:pt x="1106218" y="515891"/>
                  </a:cubicBezTo>
                  <a:lnTo>
                    <a:pt x="1130678" y="482354"/>
                  </a:lnTo>
                  <a:cubicBezTo>
                    <a:pt x="1122969" y="482164"/>
                    <a:pt x="1115165" y="481879"/>
                    <a:pt x="1107456" y="481594"/>
                  </a:cubicBezTo>
                  <a:moveTo>
                    <a:pt x="1506144" y="480739"/>
                  </a:moveTo>
                  <a:cubicBezTo>
                    <a:pt x="1498434" y="481024"/>
                    <a:pt x="1490630" y="481309"/>
                    <a:pt x="1482921" y="481594"/>
                  </a:cubicBezTo>
                  <a:lnTo>
                    <a:pt x="1510997" y="515036"/>
                  </a:lnTo>
                  <a:cubicBezTo>
                    <a:pt x="1519849" y="514751"/>
                    <a:pt x="1528890" y="514466"/>
                    <a:pt x="1537646" y="514086"/>
                  </a:cubicBezTo>
                  <a:lnTo>
                    <a:pt x="1506144" y="480739"/>
                  </a:lnTo>
                  <a:moveTo>
                    <a:pt x="1061105" y="479884"/>
                  </a:moveTo>
                  <a:lnTo>
                    <a:pt x="1026081" y="513041"/>
                  </a:lnTo>
                  <a:cubicBezTo>
                    <a:pt x="1034932" y="513421"/>
                    <a:pt x="1043879" y="513801"/>
                    <a:pt x="1052730" y="514086"/>
                  </a:cubicBezTo>
                  <a:lnTo>
                    <a:pt x="1084138" y="480739"/>
                  </a:lnTo>
                  <a:cubicBezTo>
                    <a:pt x="1076524" y="480454"/>
                    <a:pt x="1068719" y="480169"/>
                    <a:pt x="1061105" y="479789"/>
                  </a:cubicBezTo>
                  <a:moveTo>
                    <a:pt x="1552208" y="478743"/>
                  </a:moveTo>
                  <a:cubicBezTo>
                    <a:pt x="1544594" y="479124"/>
                    <a:pt x="1536885" y="479409"/>
                    <a:pt x="1529271" y="479789"/>
                  </a:cubicBezTo>
                  <a:lnTo>
                    <a:pt x="1564391" y="512946"/>
                  </a:lnTo>
                  <a:cubicBezTo>
                    <a:pt x="1573242" y="512566"/>
                    <a:pt x="1582093" y="512186"/>
                    <a:pt x="1590849" y="511806"/>
                  </a:cubicBezTo>
                  <a:lnTo>
                    <a:pt x="1552303" y="478743"/>
                  </a:lnTo>
                  <a:moveTo>
                    <a:pt x="1015231" y="477698"/>
                  </a:moveTo>
                  <a:lnTo>
                    <a:pt x="973354" y="510571"/>
                  </a:lnTo>
                  <a:cubicBezTo>
                    <a:pt x="982015" y="511046"/>
                    <a:pt x="990866" y="511426"/>
                    <a:pt x="999622" y="511901"/>
                  </a:cubicBezTo>
                  <a:lnTo>
                    <a:pt x="1038073" y="478839"/>
                  </a:lnTo>
                  <a:cubicBezTo>
                    <a:pt x="1030364" y="478458"/>
                    <a:pt x="1022750" y="478078"/>
                    <a:pt x="1015136" y="477698"/>
                  </a:cubicBezTo>
                  <a:moveTo>
                    <a:pt x="1597797" y="476463"/>
                  </a:moveTo>
                  <a:cubicBezTo>
                    <a:pt x="1590183" y="476843"/>
                    <a:pt x="1582664" y="477318"/>
                    <a:pt x="1575050" y="477698"/>
                  </a:cubicBezTo>
                  <a:lnTo>
                    <a:pt x="1617117" y="510571"/>
                  </a:lnTo>
                  <a:cubicBezTo>
                    <a:pt x="1625778" y="510096"/>
                    <a:pt x="1634630" y="509621"/>
                    <a:pt x="1643291" y="509146"/>
                  </a:cubicBezTo>
                  <a:lnTo>
                    <a:pt x="1597797" y="476463"/>
                  </a:lnTo>
                  <a:moveTo>
                    <a:pt x="969928" y="475228"/>
                  </a:moveTo>
                  <a:lnTo>
                    <a:pt x="921103" y="507721"/>
                  </a:lnTo>
                  <a:cubicBezTo>
                    <a:pt x="929764" y="508291"/>
                    <a:pt x="938425" y="508766"/>
                    <a:pt x="947181" y="509241"/>
                  </a:cubicBezTo>
                  <a:lnTo>
                    <a:pt x="992579" y="476558"/>
                  </a:lnTo>
                  <a:cubicBezTo>
                    <a:pt x="984965" y="476178"/>
                    <a:pt x="977447" y="475703"/>
                    <a:pt x="969928" y="475228"/>
                  </a:cubicBezTo>
                  <a:moveTo>
                    <a:pt x="1642910" y="473708"/>
                  </a:moveTo>
                  <a:cubicBezTo>
                    <a:pt x="1635391" y="474183"/>
                    <a:pt x="1627967" y="474658"/>
                    <a:pt x="1620449" y="475133"/>
                  </a:cubicBezTo>
                  <a:lnTo>
                    <a:pt x="1669369" y="507626"/>
                  </a:lnTo>
                  <a:cubicBezTo>
                    <a:pt x="1678029" y="507151"/>
                    <a:pt x="1686690" y="506581"/>
                    <a:pt x="1695256" y="506011"/>
                  </a:cubicBezTo>
                  <a:lnTo>
                    <a:pt x="1642910" y="473708"/>
                  </a:lnTo>
                  <a:moveTo>
                    <a:pt x="924910" y="472283"/>
                  </a:moveTo>
                  <a:lnTo>
                    <a:pt x="869328" y="504301"/>
                  </a:lnTo>
                  <a:cubicBezTo>
                    <a:pt x="877894" y="504871"/>
                    <a:pt x="886459" y="505441"/>
                    <a:pt x="895216" y="506011"/>
                  </a:cubicBezTo>
                  <a:lnTo>
                    <a:pt x="947467" y="473708"/>
                  </a:lnTo>
                  <a:cubicBezTo>
                    <a:pt x="939853" y="473233"/>
                    <a:pt x="932524" y="472758"/>
                    <a:pt x="925005" y="472188"/>
                  </a:cubicBezTo>
                  <a:moveTo>
                    <a:pt x="1687452" y="470573"/>
                  </a:moveTo>
                  <a:cubicBezTo>
                    <a:pt x="1680028" y="471143"/>
                    <a:pt x="1672700" y="471618"/>
                    <a:pt x="1665276" y="472188"/>
                  </a:cubicBezTo>
                  <a:lnTo>
                    <a:pt x="1720953" y="504206"/>
                  </a:lnTo>
                  <a:cubicBezTo>
                    <a:pt x="1729614" y="503635"/>
                    <a:pt x="1737990" y="502970"/>
                    <a:pt x="1746555" y="502400"/>
                  </a:cubicBezTo>
                  <a:lnTo>
                    <a:pt x="1687452" y="470573"/>
                  </a:lnTo>
                  <a:moveTo>
                    <a:pt x="880559" y="468958"/>
                  </a:moveTo>
                  <a:lnTo>
                    <a:pt x="818219" y="500500"/>
                  </a:lnTo>
                  <a:cubicBezTo>
                    <a:pt x="826690" y="501165"/>
                    <a:pt x="835065" y="501830"/>
                    <a:pt x="843631" y="502495"/>
                  </a:cubicBezTo>
                  <a:lnTo>
                    <a:pt x="902639" y="470668"/>
                  </a:lnTo>
                  <a:cubicBezTo>
                    <a:pt x="895216" y="470098"/>
                    <a:pt x="887887" y="469528"/>
                    <a:pt x="880559" y="468958"/>
                  </a:cubicBezTo>
                  <a:moveTo>
                    <a:pt x="1731137" y="467153"/>
                  </a:moveTo>
                  <a:cubicBezTo>
                    <a:pt x="1723904" y="467723"/>
                    <a:pt x="1716670" y="468388"/>
                    <a:pt x="1709342" y="468958"/>
                  </a:cubicBezTo>
                  <a:lnTo>
                    <a:pt x="1771777" y="500500"/>
                  </a:lnTo>
                  <a:cubicBezTo>
                    <a:pt x="1780247" y="499835"/>
                    <a:pt x="1788528" y="499170"/>
                    <a:pt x="1796808" y="498410"/>
                  </a:cubicBezTo>
                  <a:lnTo>
                    <a:pt x="1731042" y="467153"/>
                  </a:lnTo>
                  <a:moveTo>
                    <a:pt x="837064" y="465252"/>
                  </a:moveTo>
                  <a:lnTo>
                    <a:pt x="768157" y="496225"/>
                  </a:lnTo>
                  <a:cubicBezTo>
                    <a:pt x="776437" y="496985"/>
                    <a:pt x="784813" y="497650"/>
                    <a:pt x="793188" y="498410"/>
                  </a:cubicBezTo>
                  <a:lnTo>
                    <a:pt x="858859" y="467153"/>
                  </a:lnTo>
                  <a:cubicBezTo>
                    <a:pt x="851625" y="466583"/>
                    <a:pt x="844392" y="465917"/>
                    <a:pt x="837159" y="465252"/>
                  </a:cubicBezTo>
                  <a:moveTo>
                    <a:pt x="1773966" y="463352"/>
                  </a:moveTo>
                  <a:cubicBezTo>
                    <a:pt x="1766923" y="464017"/>
                    <a:pt x="1759785" y="464682"/>
                    <a:pt x="1752647" y="465347"/>
                  </a:cubicBezTo>
                  <a:lnTo>
                    <a:pt x="1821649" y="496320"/>
                  </a:lnTo>
                  <a:cubicBezTo>
                    <a:pt x="1829833" y="495560"/>
                    <a:pt x="1838018" y="494800"/>
                    <a:pt x="1846204" y="494040"/>
                  </a:cubicBezTo>
                  <a:lnTo>
                    <a:pt x="1773966" y="463352"/>
                  </a:lnTo>
                  <a:moveTo>
                    <a:pt x="794330" y="461262"/>
                  </a:moveTo>
                  <a:lnTo>
                    <a:pt x="718952" y="491570"/>
                  </a:lnTo>
                  <a:cubicBezTo>
                    <a:pt x="727041" y="492425"/>
                    <a:pt x="735227" y="493185"/>
                    <a:pt x="743412" y="493945"/>
                  </a:cubicBezTo>
                  <a:lnTo>
                    <a:pt x="815554" y="463257"/>
                  </a:lnTo>
                  <a:cubicBezTo>
                    <a:pt x="808511" y="462592"/>
                    <a:pt x="801373" y="461927"/>
                    <a:pt x="794330" y="461167"/>
                  </a:cubicBezTo>
                  <a:moveTo>
                    <a:pt x="1816033" y="459077"/>
                  </a:moveTo>
                  <a:cubicBezTo>
                    <a:pt x="1809085" y="459837"/>
                    <a:pt x="1802138" y="460502"/>
                    <a:pt x="1795095" y="461262"/>
                  </a:cubicBezTo>
                  <a:lnTo>
                    <a:pt x="1870473" y="491665"/>
                  </a:lnTo>
                  <a:cubicBezTo>
                    <a:pt x="1878563" y="490904"/>
                    <a:pt x="1886558" y="490049"/>
                    <a:pt x="1894552" y="489194"/>
                  </a:cubicBezTo>
                  <a:lnTo>
                    <a:pt x="1816033" y="459172"/>
                  </a:lnTo>
                  <a:moveTo>
                    <a:pt x="752548" y="456892"/>
                  </a:moveTo>
                  <a:lnTo>
                    <a:pt x="670793" y="486629"/>
                  </a:lnTo>
                  <a:cubicBezTo>
                    <a:pt x="678693" y="487484"/>
                    <a:pt x="686687" y="488339"/>
                    <a:pt x="694777" y="489194"/>
                  </a:cubicBezTo>
                  <a:lnTo>
                    <a:pt x="773392" y="459172"/>
                  </a:lnTo>
                  <a:cubicBezTo>
                    <a:pt x="766444" y="458412"/>
                    <a:pt x="759496" y="457747"/>
                    <a:pt x="752548" y="456987"/>
                  </a:cubicBezTo>
                  <a:moveTo>
                    <a:pt x="1857244" y="454612"/>
                  </a:moveTo>
                  <a:cubicBezTo>
                    <a:pt x="1850487" y="455372"/>
                    <a:pt x="1843539" y="456132"/>
                    <a:pt x="1836686" y="456892"/>
                  </a:cubicBezTo>
                  <a:lnTo>
                    <a:pt x="1918441" y="486629"/>
                  </a:lnTo>
                  <a:cubicBezTo>
                    <a:pt x="1926341" y="485774"/>
                    <a:pt x="1934240" y="484824"/>
                    <a:pt x="1941950" y="483969"/>
                  </a:cubicBezTo>
                  <a:lnTo>
                    <a:pt x="1857244" y="454612"/>
                  </a:lnTo>
                  <a:moveTo>
                    <a:pt x="711718" y="452141"/>
                  </a:moveTo>
                  <a:lnTo>
                    <a:pt x="623777" y="481119"/>
                  </a:lnTo>
                  <a:cubicBezTo>
                    <a:pt x="631486" y="482069"/>
                    <a:pt x="639290" y="483019"/>
                    <a:pt x="647094" y="483874"/>
                  </a:cubicBezTo>
                  <a:lnTo>
                    <a:pt x="731990" y="454517"/>
                  </a:lnTo>
                  <a:cubicBezTo>
                    <a:pt x="725138" y="453756"/>
                    <a:pt x="718381" y="452901"/>
                    <a:pt x="711718" y="452046"/>
                  </a:cubicBezTo>
                  <a:moveTo>
                    <a:pt x="1897503" y="449671"/>
                  </a:moveTo>
                  <a:cubicBezTo>
                    <a:pt x="1890841" y="450526"/>
                    <a:pt x="1884178" y="451381"/>
                    <a:pt x="1877516" y="452141"/>
                  </a:cubicBezTo>
                  <a:lnTo>
                    <a:pt x="1965363" y="481119"/>
                  </a:lnTo>
                  <a:cubicBezTo>
                    <a:pt x="1972977" y="480169"/>
                    <a:pt x="1980686" y="479218"/>
                    <a:pt x="1988300" y="478268"/>
                  </a:cubicBezTo>
                  <a:lnTo>
                    <a:pt x="1897503" y="449671"/>
                  </a:lnTo>
                  <a:moveTo>
                    <a:pt x="671840" y="447011"/>
                  </a:moveTo>
                  <a:lnTo>
                    <a:pt x="577997" y="475228"/>
                  </a:lnTo>
                  <a:cubicBezTo>
                    <a:pt x="585516" y="476273"/>
                    <a:pt x="593035" y="477223"/>
                    <a:pt x="600744" y="478173"/>
                  </a:cubicBezTo>
                  <a:lnTo>
                    <a:pt x="691636" y="449576"/>
                  </a:lnTo>
                  <a:cubicBezTo>
                    <a:pt x="684974" y="448721"/>
                    <a:pt x="678407" y="447866"/>
                    <a:pt x="671840" y="447011"/>
                  </a:cubicBezTo>
                  <a:moveTo>
                    <a:pt x="1936620" y="444541"/>
                  </a:moveTo>
                  <a:cubicBezTo>
                    <a:pt x="1930148" y="445396"/>
                    <a:pt x="1923676" y="446346"/>
                    <a:pt x="1917109" y="447201"/>
                  </a:cubicBezTo>
                  <a:lnTo>
                    <a:pt x="2010856" y="475418"/>
                  </a:lnTo>
                  <a:cubicBezTo>
                    <a:pt x="2018470" y="474468"/>
                    <a:pt x="2025799" y="473423"/>
                    <a:pt x="2033222" y="472378"/>
                  </a:cubicBezTo>
                  <a:lnTo>
                    <a:pt x="1936620" y="444541"/>
                  </a:lnTo>
                  <a:moveTo>
                    <a:pt x="633104" y="441691"/>
                  </a:moveTo>
                  <a:lnTo>
                    <a:pt x="533456" y="469148"/>
                  </a:lnTo>
                  <a:cubicBezTo>
                    <a:pt x="540784" y="470193"/>
                    <a:pt x="548208" y="471238"/>
                    <a:pt x="555536" y="472283"/>
                  </a:cubicBezTo>
                  <a:lnTo>
                    <a:pt x="652329" y="444446"/>
                  </a:lnTo>
                  <a:cubicBezTo>
                    <a:pt x="645857" y="443496"/>
                    <a:pt x="639480" y="442641"/>
                    <a:pt x="633104" y="441691"/>
                  </a:cubicBezTo>
                  <a:moveTo>
                    <a:pt x="1974690" y="438935"/>
                  </a:moveTo>
                  <a:cubicBezTo>
                    <a:pt x="1968408" y="439885"/>
                    <a:pt x="1962127" y="440835"/>
                    <a:pt x="1955845" y="441786"/>
                  </a:cubicBezTo>
                  <a:lnTo>
                    <a:pt x="2055398" y="469243"/>
                  </a:lnTo>
                  <a:cubicBezTo>
                    <a:pt x="2062727" y="468198"/>
                    <a:pt x="2069960" y="467058"/>
                    <a:pt x="2077098" y="466012"/>
                  </a:cubicBezTo>
                  <a:lnTo>
                    <a:pt x="1974690" y="439030"/>
                  </a:lnTo>
                  <a:moveTo>
                    <a:pt x="595605" y="435895"/>
                  </a:moveTo>
                  <a:lnTo>
                    <a:pt x="490246" y="462497"/>
                  </a:lnTo>
                  <a:cubicBezTo>
                    <a:pt x="497384" y="463637"/>
                    <a:pt x="504522" y="464682"/>
                    <a:pt x="511661" y="465822"/>
                  </a:cubicBezTo>
                  <a:lnTo>
                    <a:pt x="614164" y="438840"/>
                  </a:lnTo>
                  <a:cubicBezTo>
                    <a:pt x="607882" y="437890"/>
                    <a:pt x="601696" y="436940"/>
                    <a:pt x="595510" y="435895"/>
                  </a:cubicBezTo>
                  <a:moveTo>
                    <a:pt x="2011618" y="433045"/>
                  </a:moveTo>
                  <a:cubicBezTo>
                    <a:pt x="2005622" y="434090"/>
                    <a:pt x="1999435" y="435040"/>
                    <a:pt x="1993344" y="435990"/>
                  </a:cubicBezTo>
                  <a:lnTo>
                    <a:pt x="2098513" y="462592"/>
                  </a:lnTo>
                  <a:cubicBezTo>
                    <a:pt x="2105555" y="461452"/>
                    <a:pt x="2112598" y="460312"/>
                    <a:pt x="2119546" y="459172"/>
                  </a:cubicBezTo>
                  <a:lnTo>
                    <a:pt x="2011618" y="433045"/>
                  </a:lnTo>
                  <a:moveTo>
                    <a:pt x="559248" y="429910"/>
                  </a:moveTo>
                  <a:lnTo>
                    <a:pt x="448560" y="455562"/>
                  </a:lnTo>
                  <a:cubicBezTo>
                    <a:pt x="455317" y="456702"/>
                    <a:pt x="462265" y="457937"/>
                    <a:pt x="469213" y="459077"/>
                  </a:cubicBezTo>
                  <a:lnTo>
                    <a:pt x="577236" y="432950"/>
                  </a:lnTo>
                  <a:cubicBezTo>
                    <a:pt x="571240" y="431905"/>
                    <a:pt x="565244" y="430955"/>
                    <a:pt x="559343" y="429910"/>
                  </a:cubicBezTo>
                  <a:moveTo>
                    <a:pt x="2047308" y="426964"/>
                  </a:moveTo>
                  <a:cubicBezTo>
                    <a:pt x="2041502" y="428009"/>
                    <a:pt x="2035602" y="429054"/>
                    <a:pt x="2029606" y="430100"/>
                  </a:cubicBezTo>
                  <a:lnTo>
                    <a:pt x="2140294" y="455752"/>
                  </a:lnTo>
                  <a:cubicBezTo>
                    <a:pt x="2147052" y="454612"/>
                    <a:pt x="2153904" y="453376"/>
                    <a:pt x="2160566" y="452141"/>
                  </a:cubicBezTo>
                  <a:lnTo>
                    <a:pt x="2047308" y="426964"/>
                  </a:lnTo>
                  <a:moveTo>
                    <a:pt x="524224" y="423544"/>
                  </a:moveTo>
                  <a:lnTo>
                    <a:pt x="408301" y="448246"/>
                  </a:lnTo>
                  <a:cubicBezTo>
                    <a:pt x="414963" y="449481"/>
                    <a:pt x="421530" y="450716"/>
                    <a:pt x="428192" y="451951"/>
                  </a:cubicBezTo>
                  <a:lnTo>
                    <a:pt x="541641" y="426774"/>
                  </a:lnTo>
                  <a:cubicBezTo>
                    <a:pt x="535835" y="425729"/>
                    <a:pt x="529934" y="424684"/>
                    <a:pt x="524224" y="423544"/>
                  </a:cubicBezTo>
                  <a:moveTo>
                    <a:pt x="2081666" y="420409"/>
                  </a:moveTo>
                  <a:cubicBezTo>
                    <a:pt x="2076051" y="421549"/>
                    <a:pt x="2070340" y="422594"/>
                    <a:pt x="2064630" y="423734"/>
                  </a:cubicBezTo>
                  <a:lnTo>
                    <a:pt x="2180458" y="448436"/>
                  </a:lnTo>
                  <a:cubicBezTo>
                    <a:pt x="2187120" y="447201"/>
                    <a:pt x="2193592" y="445966"/>
                    <a:pt x="2200064" y="444731"/>
                  </a:cubicBezTo>
                  <a:lnTo>
                    <a:pt x="2081666" y="420504"/>
                  </a:lnTo>
                  <a:moveTo>
                    <a:pt x="490532" y="416989"/>
                  </a:moveTo>
                  <a:lnTo>
                    <a:pt x="369564" y="440740"/>
                  </a:lnTo>
                  <a:cubicBezTo>
                    <a:pt x="375941" y="442071"/>
                    <a:pt x="382318" y="443306"/>
                    <a:pt x="388695" y="444541"/>
                  </a:cubicBezTo>
                  <a:lnTo>
                    <a:pt x="507282" y="420314"/>
                  </a:lnTo>
                  <a:cubicBezTo>
                    <a:pt x="501667" y="419174"/>
                    <a:pt x="496147" y="418129"/>
                    <a:pt x="490532" y="416989"/>
                  </a:cubicBezTo>
                  <a:moveTo>
                    <a:pt x="2114692" y="413758"/>
                  </a:moveTo>
                  <a:cubicBezTo>
                    <a:pt x="2109267" y="414898"/>
                    <a:pt x="2103842" y="416038"/>
                    <a:pt x="2098322" y="417179"/>
                  </a:cubicBezTo>
                  <a:lnTo>
                    <a:pt x="2219194" y="440930"/>
                  </a:lnTo>
                  <a:cubicBezTo>
                    <a:pt x="2225571" y="439600"/>
                    <a:pt x="2231852" y="438365"/>
                    <a:pt x="2238039" y="437035"/>
                  </a:cubicBezTo>
                  <a:lnTo>
                    <a:pt x="2114692" y="413853"/>
                  </a:lnTo>
                  <a:moveTo>
                    <a:pt x="458267" y="410053"/>
                  </a:moveTo>
                  <a:lnTo>
                    <a:pt x="332351" y="432760"/>
                  </a:lnTo>
                  <a:cubicBezTo>
                    <a:pt x="338442" y="434090"/>
                    <a:pt x="344533" y="435420"/>
                    <a:pt x="350720" y="436750"/>
                  </a:cubicBezTo>
                  <a:lnTo>
                    <a:pt x="474162" y="413568"/>
                  </a:lnTo>
                  <a:cubicBezTo>
                    <a:pt x="468737" y="412428"/>
                    <a:pt x="463407" y="411288"/>
                    <a:pt x="458267" y="410053"/>
                  </a:cubicBezTo>
                  <a:moveTo>
                    <a:pt x="2146290" y="406728"/>
                  </a:moveTo>
                  <a:cubicBezTo>
                    <a:pt x="2141151" y="407963"/>
                    <a:pt x="2135916" y="409103"/>
                    <a:pt x="2130586" y="410243"/>
                  </a:cubicBezTo>
                  <a:lnTo>
                    <a:pt x="2256408" y="432950"/>
                  </a:lnTo>
                  <a:cubicBezTo>
                    <a:pt x="2262404" y="431620"/>
                    <a:pt x="2268400" y="430290"/>
                    <a:pt x="2274301" y="428864"/>
                  </a:cubicBezTo>
                  <a:lnTo>
                    <a:pt x="2146290" y="406633"/>
                  </a:lnTo>
                  <a:moveTo>
                    <a:pt x="427526" y="402927"/>
                  </a:moveTo>
                  <a:lnTo>
                    <a:pt x="297136" y="424589"/>
                  </a:lnTo>
                  <a:cubicBezTo>
                    <a:pt x="302847" y="426014"/>
                    <a:pt x="308748" y="427344"/>
                    <a:pt x="314648" y="428769"/>
                  </a:cubicBezTo>
                  <a:lnTo>
                    <a:pt x="442754" y="406633"/>
                  </a:lnTo>
                  <a:cubicBezTo>
                    <a:pt x="437614" y="405493"/>
                    <a:pt x="432570" y="404258"/>
                    <a:pt x="427526" y="403022"/>
                  </a:cubicBezTo>
                  <a:moveTo>
                    <a:pt x="2176366" y="399412"/>
                  </a:moveTo>
                  <a:cubicBezTo>
                    <a:pt x="2171417" y="400647"/>
                    <a:pt x="2166467" y="401882"/>
                    <a:pt x="2161518" y="403117"/>
                  </a:cubicBezTo>
                  <a:lnTo>
                    <a:pt x="2291813" y="424779"/>
                  </a:lnTo>
                  <a:cubicBezTo>
                    <a:pt x="2297523" y="423354"/>
                    <a:pt x="2303329" y="422024"/>
                    <a:pt x="2308849" y="420599"/>
                  </a:cubicBezTo>
                  <a:lnTo>
                    <a:pt x="2176366" y="399507"/>
                  </a:lnTo>
                  <a:moveTo>
                    <a:pt x="398212" y="395612"/>
                  </a:moveTo>
                  <a:lnTo>
                    <a:pt x="263349" y="416133"/>
                  </a:lnTo>
                  <a:cubicBezTo>
                    <a:pt x="268869" y="417559"/>
                    <a:pt x="274294" y="418984"/>
                    <a:pt x="280005" y="420409"/>
                  </a:cubicBezTo>
                  <a:lnTo>
                    <a:pt x="412679" y="399317"/>
                  </a:lnTo>
                  <a:cubicBezTo>
                    <a:pt x="407825" y="398082"/>
                    <a:pt x="402971" y="396847"/>
                    <a:pt x="398212" y="395612"/>
                  </a:cubicBezTo>
                  <a:moveTo>
                    <a:pt x="2204918" y="391907"/>
                  </a:moveTo>
                  <a:cubicBezTo>
                    <a:pt x="2200350" y="393142"/>
                    <a:pt x="2195591" y="394472"/>
                    <a:pt x="2190832" y="395707"/>
                  </a:cubicBezTo>
                  <a:lnTo>
                    <a:pt x="2325600" y="416228"/>
                  </a:lnTo>
                  <a:cubicBezTo>
                    <a:pt x="2331120" y="414803"/>
                    <a:pt x="2336450" y="413378"/>
                    <a:pt x="2341780" y="411858"/>
                  </a:cubicBezTo>
                  <a:lnTo>
                    <a:pt x="2204918" y="391907"/>
                  </a:lnTo>
                  <a:moveTo>
                    <a:pt x="370516" y="387916"/>
                  </a:moveTo>
                  <a:lnTo>
                    <a:pt x="231465" y="407298"/>
                  </a:lnTo>
                  <a:cubicBezTo>
                    <a:pt x="236700" y="408818"/>
                    <a:pt x="241935" y="410243"/>
                    <a:pt x="247265" y="411668"/>
                  </a:cubicBezTo>
                  <a:lnTo>
                    <a:pt x="384126" y="391717"/>
                  </a:lnTo>
                  <a:cubicBezTo>
                    <a:pt x="379558" y="390481"/>
                    <a:pt x="374989" y="389151"/>
                    <a:pt x="370516" y="387916"/>
                  </a:cubicBezTo>
                  <a:moveTo>
                    <a:pt x="2231948" y="384116"/>
                  </a:moveTo>
                  <a:cubicBezTo>
                    <a:pt x="2227570" y="385446"/>
                    <a:pt x="2223191" y="386776"/>
                    <a:pt x="2218623" y="388011"/>
                  </a:cubicBezTo>
                  <a:lnTo>
                    <a:pt x="2357579" y="407393"/>
                  </a:lnTo>
                  <a:cubicBezTo>
                    <a:pt x="2362718" y="405873"/>
                    <a:pt x="2367857" y="404448"/>
                    <a:pt x="2372806" y="402927"/>
                  </a:cubicBezTo>
                  <a:lnTo>
                    <a:pt x="2231948" y="384116"/>
                  </a:lnTo>
                  <a:moveTo>
                    <a:pt x="344438" y="380126"/>
                  </a:moveTo>
                  <a:lnTo>
                    <a:pt x="201581" y="398272"/>
                  </a:lnTo>
                  <a:cubicBezTo>
                    <a:pt x="206339" y="399792"/>
                    <a:pt x="211288" y="401312"/>
                    <a:pt x="216333" y="402832"/>
                  </a:cubicBezTo>
                  <a:lnTo>
                    <a:pt x="357382" y="384021"/>
                  </a:lnTo>
                  <a:cubicBezTo>
                    <a:pt x="353004" y="382691"/>
                    <a:pt x="348721" y="381361"/>
                    <a:pt x="344533" y="380126"/>
                  </a:cubicBezTo>
                  <a:moveTo>
                    <a:pt x="2257264" y="376230"/>
                  </a:moveTo>
                  <a:cubicBezTo>
                    <a:pt x="2253172" y="377560"/>
                    <a:pt x="2248984" y="378890"/>
                    <a:pt x="2244796" y="380221"/>
                  </a:cubicBezTo>
                  <a:lnTo>
                    <a:pt x="2387654" y="398462"/>
                  </a:lnTo>
                  <a:cubicBezTo>
                    <a:pt x="2392412" y="396942"/>
                    <a:pt x="2397267" y="395422"/>
                    <a:pt x="2401930" y="393807"/>
                  </a:cubicBezTo>
                  <a:lnTo>
                    <a:pt x="2257264" y="376230"/>
                  </a:lnTo>
                  <a:moveTo>
                    <a:pt x="320073" y="372050"/>
                  </a:moveTo>
                  <a:lnTo>
                    <a:pt x="173504" y="389056"/>
                  </a:lnTo>
                  <a:cubicBezTo>
                    <a:pt x="178072" y="390671"/>
                    <a:pt x="182641" y="392192"/>
                    <a:pt x="187304" y="393712"/>
                  </a:cubicBezTo>
                  <a:lnTo>
                    <a:pt x="332065" y="376135"/>
                  </a:lnTo>
                  <a:cubicBezTo>
                    <a:pt x="327973" y="374805"/>
                    <a:pt x="323976" y="373475"/>
                    <a:pt x="320073" y="372050"/>
                  </a:cubicBezTo>
                  <a:moveTo>
                    <a:pt x="2280963" y="367965"/>
                  </a:moveTo>
                  <a:cubicBezTo>
                    <a:pt x="2277156" y="369390"/>
                    <a:pt x="2273349" y="370720"/>
                    <a:pt x="2269256" y="372050"/>
                  </a:cubicBezTo>
                  <a:lnTo>
                    <a:pt x="2415826" y="389056"/>
                  </a:lnTo>
                  <a:cubicBezTo>
                    <a:pt x="2420394" y="387441"/>
                    <a:pt x="2424772" y="385921"/>
                    <a:pt x="2429150" y="384306"/>
                  </a:cubicBezTo>
                  <a:lnTo>
                    <a:pt x="2280868" y="367965"/>
                  </a:lnTo>
                  <a:moveTo>
                    <a:pt x="297327" y="363784"/>
                  </a:moveTo>
                  <a:lnTo>
                    <a:pt x="147331" y="379556"/>
                  </a:lnTo>
                  <a:cubicBezTo>
                    <a:pt x="151519" y="381171"/>
                    <a:pt x="155801" y="382786"/>
                    <a:pt x="160084" y="384306"/>
                  </a:cubicBezTo>
                  <a:lnTo>
                    <a:pt x="308462" y="367965"/>
                  </a:lnTo>
                  <a:cubicBezTo>
                    <a:pt x="304750" y="366634"/>
                    <a:pt x="300943" y="365209"/>
                    <a:pt x="297327" y="363784"/>
                  </a:cubicBezTo>
                  <a:moveTo>
                    <a:pt x="2302853" y="359604"/>
                  </a:moveTo>
                  <a:cubicBezTo>
                    <a:pt x="2299236" y="361029"/>
                    <a:pt x="2295715" y="362454"/>
                    <a:pt x="2292098" y="363784"/>
                  </a:cubicBezTo>
                  <a:lnTo>
                    <a:pt x="2442094" y="379556"/>
                  </a:lnTo>
                  <a:cubicBezTo>
                    <a:pt x="2446282" y="377940"/>
                    <a:pt x="2450469" y="376325"/>
                    <a:pt x="2454467" y="374710"/>
                  </a:cubicBezTo>
                  <a:lnTo>
                    <a:pt x="2302948" y="359604"/>
                  </a:lnTo>
                  <a:moveTo>
                    <a:pt x="276483" y="355424"/>
                  </a:moveTo>
                  <a:lnTo>
                    <a:pt x="123347" y="369865"/>
                  </a:lnTo>
                  <a:cubicBezTo>
                    <a:pt x="127154" y="371480"/>
                    <a:pt x="131056" y="373095"/>
                    <a:pt x="135053" y="374710"/>
                  </a:cubicBezTo>
                  <a:lnTo>
                    <a:pt x="286572" y="359604"/>
                  </a:lnTo>
                  <a:cubicBezTo>
                    <a:pt x="283050" y="358179"/>
                    <a:pt x="279719" y="356754"/>
                    <a:pt x="276388" y="355329"/>
                  </a:cubicBezTo>
                  <a:moveTo>
                    <a:pt x="2323030" y="351053"/>
                  </a:moveTo>
                  <a:cubicBezTo>
                    <a:pt x="2319794" y="352478"/>
                    <a:pt x="2316558" y="353903"/>
                    <a:pt x="2313227" y="355329"/>
                  </a:cubicBezTo>
                  <a:lnTo>
                    <a:pt x="2466364" y="369770"/>
                  </a:lnTo>
                  <a:cubicBezTo>
                    <a:pt x="2470266" y="368155"/>
                    <a:pt x="2473977" y="366444"/>
                    <a:pt x="2477784" y="364829"/>
                  </a:cubicBezTo>
                  <a:lnTo>
                    <a:pt x="2323125" y="350958"/>
                  </a:lnTo>
                  <a:moveTo>
                    <a:pt x="257258" y="346778"/>
                  </a:moveTo>
                  <a:lnTo>
                    <a:pt x="101171" y="359984"/>
                  </a:lnTo>
                  <a:cubicBezTo>
                    <a:pt x="104692" y="361599"/>
                    <a:pt x="108309" y="363309"/>
                    <a:pt x="111926" y="364924"/>
                  </a:cubicBezTo>
                  <a:lnTo>
                    <a:pt x="266490" y="351053"/>
                  </a:lnTo>
                  <a:cubicBezTo>
                    <a:pt x="263349" y="349628"/>
                    <a:pt x="260208" y="348203"/>
                    <a:pt x="257163" y="346683"/>
                  </a:cubicBezTo>
                  <a:moveTo>
                    <a:pt x="2341399" y="342408"/>
                  </a:moveTo>
                  <a:cubicBezTo>
                    <a:pt x="2338448" y="343833"/>
                    <a:pt x="2335498" y="345353"/>
                    <a:pt x="2332452" y="346778"/>
                  </a:cubicBezTo>
                  <a:lnTo>
                    <a:pt x="2488539" y="359984"/>
                  </a:lnTo>
                  <a:cubicBezTo>
                    <a:pt x="2492061" y="358274"/>
                    <a:pt x="2495487" y="356659"/>
                    <a:pt x="2498818" y="354949"/>
                  </a:cubicBezTo>
                  <a:lnTo>
                    <a:pt x="2341399" y="342408"/>
                  </a:lnTo>
                  <a:moveTo>
                    <a:pt x="239936" y="338037"/>
                  </a:moveTo>
                  <a:lnTo>
                    <a:pt x="81279" y="349913"/>
                  </a:lnTo>
                  <a:cubicBezTo>
                    <a:pt x="84420" y="351623"/>
                    <a:pt x="87751" y="353333"/>
                    <a:pt x="90987" y="354949"/>
                  </a:cubicBezTo>
                  <a:lnTo>
                    <a:pt x="248407" y="342408"/>
                  </a:lnTo>
                  <a:cubicBezTo>
                    <a:pt x="245551" y="340982"/>
                    <a:pt x="242696" y="339462"/>
                    <a:pt x="239936" y="338037"/>
                  </a:cubicBezTo>
                  <a:moveTo>
                    <a:pt x="2357769" y="333477"/>
                  </a:moveTo>
                  <a:cubicBezTo>
                    <a:pt x="2355199" y="334997"/>
                    <a:pt x="2352534" y="336422"/>
                    <a:pt x="2349774" y="337942"/>
                  </a:cubicBezTo>
                  <a:lnTo>
                    <a:pt x="2508431" y="349818"/>
                  </a:lnTo>
                  <a:cubicBezTo>
                    <a:pt x="2511667" y="348108"/>
                    <a:pt x="2514712" y="346398"/>
                    <a:pt x="2517663" y="344688"/>
                  </a:cubicBezTo>
                  <a:lnTo>
                    <a:pt x="2357769" y="333572"/>
                  </a:lnTo>
                  <a:moveTo>
                    <a:pt x="224423" y="329106"/>
                  </a:moveTo>
                  <a:lnTo>
                    <a:pt x="63482" y="339557"/>
                  </a:lnTo>
                  <a:cubicBezTo>
                    <a:pt x="66242" y="341267"/>
                    <a:pt x="69097" y="342978"/>
                    <a:pt x="72143" y="344688"/>
                  </a:cubicBezTo>
                  <a:lnTo>
                    <a:pt x="232037" y="333477"/>
                  </a:lnTo>
                  <a:cubicBezTo>
                    <a:pt x="229467" y="331957"/>
                    <a:pt x="226897" y="330532"/>
                    <a:pt x="224423" y="329011"/>
                  </a:cubicBezTo>
                  <a:moveTo>
                    <a:pt x="2372426" y="324451"/>
                  </a:moveTo>
                  <a:cubicBezTo>
                    <a:pt x="2370142" y="325971"/>
                    <a:pt x="2367857" y="327491"/>
                    <a:pt x="2365383" y="329011"/>
                  </a:cubicBezTo>
                  <a:lnTo>
                    <a:pt x="2526419" y="339462"/>
                  </a:lnTo>
                  <a:cubicBezTo>
                    <a:pt x="2529179" y="337752"/>
                    <a:pt x="2531939" y="336042"/>
                    <a:pt x="2534509" y="334237"/>
                  </a:cubicBezTo>
                  <a:lnTo>
                    <a:pt x="2372426" y="324451"/>
                  </a:lnTo>
                  <a:moveTo>
                    <a:pt x="210813" y="320081"/>
                  </a:moveTo>
                  <a:lnTo>
                    <a:pt x="47683" y="329201"/>
                  </a:lnTo>
                  <a:cubicBezTo>
                    <a:pt x="50157" y="330912"/>
                    <a:pt x="52632" y="332717"/>
                    <a:pt x="55297" y="334427"/>
                  </a:cubicBezTo>
                  <a:lnTo>
                    <a:pt x="217380" y="324641"/>
                  </a:lnTo>
                  <a:cubicBezTo>
                    <a:pt x="215095" y="323121"/>
                    <a:pt x="212906" y="321601"/>
                    <a:pt x="210813" y="320081"/>
                  </a:cubicBezTo>
                  <a:moveTo>
                    <a:pt x="2385084" y="315425"/>
                  </a:moveTo>
                  <a:cubicBezTo>
                    <a:pt x="2383181" y="316945"/>
                    <a:pt x="2381087" y="318466"/>
                    <a:pt x="2378993" y="319986"/>
                  </a:cubicBezTo>
                  <a:lnTo>
                    <a:pt x="2542123" y="329106"/>
                  </a:lnTo>
                  <a:cubicBezTo>
                    <a:pt x="2544597" y="327396"/>
                    <a:pt x="2546882" y="325591"/>
                    <a:pt x="2549166" y="323881"/>
                  </a:cubicBezTo>
                  <a:lnTo>
                    <a:pt x="2385084" y="315520"/>
                  </a:lnTo>
                  <a:moveTo>
                    <a:pt x="199011" y="310960"/>
                  </a:moveTo>
                  <a:lnTo>
                    <a:pt x="34168" y="318656"/>
                  </a:lnTo>
                  <a:cubicBezTo>
                    <a:pt x="36262" y="320461"/>
                    <a:pt x="38451" y="322171"/>
                    <a:pt x="40735" y="323976"/>
                  </a:cubicBezTo>
                  <a:lnTo>
                    <a:pt x="204721" y="315520"/>
                  </a:lnTo>
                  <a:cubicBezTo>
                    <a:pt x="202723" y="314000"/>
                    <a:pt x="200914" y="312480"/>
                    <a:pt x="199106" y="310960"/>
                  </a:cubicBezTo>
                  <a:moveTo>
                    <a:pt x="2395744" y="306210"/>
                  </a:moveTo>
                  <a:cubicBezTo>
                    <a:pt x="2394221" y="307730"/>
                    <a:pt x="2392412" y="309250"/>
                    <a:pt x="2390604" y="310770"/>
                  </a:cubicBezTo>
                  <a:lnTo>
                    <a:pt x="2555542" y="318466"/>
                  </a:lnTo>
                  <a:cubicBezTo>
                    <a:pt x="2557541" y="316660"/>
                    <a:pt x="2559540" y="314950"/>
                    <a:pt x="2561348" y="313145"/>
                  </a:cubicBezTo>
                  <a:lnTo>
                    <a:pt x="2395649" y="306115"/>
                  </a:lnTo>
                  <a:moveTo>
                    <a:pt x="189303" y="301744"/>
                  </a:moveTo>
                  <a:lnTo>
                    <a:pt x="22937" y="308110"/>
                  </a:lnTo>
                  <a:cubicBezTo>
                    <a:pt x="24650" y="309915"/>
                    <a:pt x="26459" y="311625"/>
                    <a:pt x="28362" y="313430"/>
                  </a:cubicBezTo>
                  <a:lnTo>
                    <a:pt x="193967" y="306400"/>
                  </a:lnTo>
                  <a:cubicBezTo>
                    <a:pt x="192444" y="304879"/>
                    <a:pt x="190826" y="303359"/>
                    <a:pt x="189398" y="301744"/>
                  </a:cubicBezTo>
                  <a:moveTo>
                    <a:pt x="2404595" y="296899"/>
                  </a:moveTo>
                  <a:cubicBezTo>
                    <a:pt x="2403263" y="298514"/>
                    <a:pt x="2401930" y="300034"/>
                    <a:pt x="2400407" y="301554"/>
                  </a:cubicBezTo>
                  <a:lnTo>
                    <a:pt x="2566868" y="307825"/>
                  </a:lnTo>
                  <a:cubicBezTo>
                    <a:pt x="2568486" y="306020"/>
                    <a:pt x="2570104" y="304309"/>
                    <a:pt x="2571532" y="302504"/>
                  </a:cubicBezTo>
                  <a:lnTo>
                    <a:pt x="2404595" y="296899"/>
                  </a:lnTo>
                  <a:moveTo>
                    <a:pt x="181499" y="292434"/>
                  </a:moveTo>
                  <a:lnTo>
                    <a:pt x="13896" y="297374"/>
                  </a:lnTo>
                  <a:cubicBezTo>
                    <a:pt x="15323" y="299179"/>
                    <a:pt x="16656" y="300984"/>
                    <a:pt x="18178" y="302694"/>
                  </a:cubicBezTo>
                  <a:lnTo>
                    <a:pt x="185115" y="297089"/>
                  </a:lnTo>
                  <a:cubicBezTo>
                    <a:pt x="183783" y="295569"/>
                    <a:pt x="182546" y="293954"/>
                    <a:pt x="181499" y="292434"/>
                  </a:cubicBezTo>
                  <a:moveTo>
                    <a:pt x="2411353" y="287588"/>
                  </a:moveTo>
                  <a:cubicBezTo>
                    <a:pt x="2410401" y="289203"/>
                    <a:pt x="2409354" y="290723"/>
                    <a:pt x="2408212" y="292243"/>
                  </a:cubicBezTo>
                  <a:lnTo>
                    <a:pt x="2575815" y="297184"/>
                  </a:lnTo>
                  <a:cubicBezTo>
                    <a:pt x="2577147" y="295379"/>
                    <a:pt x="2578384" y="293574"/>
                    <a:pt x="2579431" y="291768"/>
                  </a:cubicBezTo>
                  <a:lnTo>
                    <a:pt x="2411353" y="287588"/>
                  </a:lnTo>
                  <a:moveTo>
                    <a:pt x="175503" y="283028"/>
                  </a:moveTo>
                  <a:lnTo>
                    <a:pt x="7138" y="286543"/>
                  </a:lnTo>
                  <a:cubicBezTo>
                    <a:pt x="8090" y="288348"/>
                    <a:pt x="9042" y="290153"/>
                    <a:pt x="10184" y="291958"/>
                  </a:cubicBezTo>
                  <a:lnTo>
                    <a:pt x="178168" y="287683"/>
                  </a:lnTo>
                  <a:cubicBezTo>
                    <a:pt x="177216" y="286163"/>
                    <a:pt x="176359" y="284548"/>
                    <a:pt x="175503" y="283028"/>
                  </a:cubicBezTo>
                  <a:moveTo>
                    <a:pt x="2416206" y="278182"/>
                  </a:moveTo>
                  <a:cubicBezTo>
                    <a:pt x="2415635" y="279797"/>
                    <a:pt x="2414779" y="281318"/>
                    <a:pt x="2414017" y="282933"/>
                  </a:cubicBezTo>
                  <a:lnTo>
                    <a:pt x="2582477" y="286448"/>
                  </a:lnTo>
                  <a:cubicBezTo>
                    <a:pt x="2583429" y="284643"/>
                    <a:pt x="2584190" y="282838"/>
                    <a:pt x="2585047" y="281033"/>
                  </a:cubicBezTo>
                  <a:lnTo>
                    <a:pt x="2416206" y="278182"/>
                  </a:lnTo>
                  <a:moveTo>
                    <a:pt x="171600" y="273622"/>
                  </a:moveTo>
                  <a:lnTo>
                    <a:pt x="2665" y="275712"/>
                  </a:lnTo>
                  <a:cubicBezTo>
                    <a:pt x="3141" y="277517"/>
                    <a:pt x="3902" y="279322"/>
                    <a:pt x="4664" y="281128"/>
                  </a:cubicBezTo>
                  <a:lnTo>
                    <a:pt x="173409" y="278277"/>
                  </a:lnTo>
                  <a:cubicBezTo>
                    <a:pt x="172838" y="276662"/>
                    <a:pt x="172172" y="275142"/>
                    <a:pt x="171696" y="273527"/>
                  </a:cubicBezTo>
                  <a:moveTo>
                    <a:pt x="2419157" y="268777"/>
                  </a:moveTo>
                  <a:cubicBezTo>
                    <a:pt x="2418776" y="270392"/>
                    <a:pt x="2418395" y="271912"/>
                    <a:pt x="2417920" y="273527"/>
                  </a:cubicBezTo>
                  <a:lnTo>
                    <a:pt x="2586855" y="275617"/>
                  </a:lnTo>
                  <a:cubicBezTo>
                    <a:pt x="2587426" y="273812"/>
                    <a:pt x="2587902" y="272007"/>
                    <a:pt x="2588283" y="270202"/>
                  </a:cubicBezTo>
                  <a:lnTo>
                    <a:pt x="2419157" y="268777"/>
                  </a:lnTo>
                  <a:moveTo>
                    <a:pt x="169697" y="264216"/>
                  </a:moveTo>
                  <a:lnTo>
                    <a:pt x="381" y="264976"/>
                  </a:lnTo>
                  <a:cubicBezTo>
                    <a:pt x="571" y="266781"/>
                    <a:pt x="857" y="268587"/>
                    <a:pt x="1237" y="270392"/>
                  </a:cubicBezTo>
                  <a:lnTo>
                    <a:pt x="170363" y="268967"/>
                  </a:lnTo>
                  <a:cubicBezTo>
                    <a:pt x="169982" y="267352"/>
                    <a:pt x="169887" y="265831"/>
                    <a:pt x="169697" y="264216"/>
                  </a:cubicBezTo>
                  <a:moveTo>
                    <a:pt x="2589425" y="258896"/>
                  </a:moveTo>
                  <a:lnTo>
                    <a:pt x="2420108" y="258896"/>
                  </a:lnTo>
                  <a:lnTo>
                    <a:pt x="2420108" y="259276"/>
                  </a:lnTo>
                  <a:cubicBezTo>
                    <a:pt x="2420108" y="260891"/>
                    <a:pt x="2420108" y="262411"/>
                    <a:pt x="2419823" y="264026"/>
                  </a:cubicBezTo>
                  <a:lnTo>
                    <a:pt x="2589139" y="264691"/>
                  </a:lnTo>
                  <a:cubicBezTo>
                    <a:pt x="2589329" y="262886"/>
                    <a:pt x="2589425" y="261081"/>
                    <a:pt x="2589425" y="259276"/>
                  </a:cubicBezTo>
                  <a:lnTo>
                    <a:pt x="2589425" y="258896"/>
                  </a:lnTo>
                  <a:moveTo>
                    <a:pt x="286" y="254145"/>
                  </a:moveTo>
                  <a:cubicBezTo>
                    <a:pt x="95" y="255856"/>
                    <a:pt x="0" y="257661"/>
                    <a:pt x="0" y="259371"/>
                  </a:cubicBezTo>
                  <a:lnTo>
                    <a:pt x="0" y="259561"/>
                  </a:lnTo>
                  <a:lnTo>
                    <a:pt x="169411" y="259561"/>
                  </a:lnTo>
                  <a:lnTo>
                    <a:pt x="169411" y="259371"/>
                  </a:lnTo>
                  <a:cubicBezTo>
                    <a:pt x="169411" y="257851"/>
                    <a:pt x="169411" y="256331"/>
                    <a:pt x="169602" y="254810"/>
                  </a:cubicBezTo>
                  <a:lnTo>
                    <a:pt x="286" y="254145"/>
                  </a:lnTo>
                  <a:moveTo>
                    <a:pt x="2588283" y="248065"/>
                  </a:moveTo>
                  <a:lnTo>
                    <a:pt x="2419157" y="249490"/>
                  </a:lnTo>
                  <a:cubicBezTo>
                    <a:pt x="2419537" y="251105"/>
                    <a:pt x="2419728" y="252625"/>
                    <a:pt x="2419918" y="254240"/>
                  </a:cubicBezTo>
                  <a:lnTo>
                    <a:pt x="2589139" y="253480"/>
                  </a:lnTo>
                  <a:cubicBezTo>
                    <a:pt x="2588949" y="251675"/>
                    <a:pt x="2588663" y="249870"/>
                    <a:pt x="2588283" y="248065"/>
                  </a:cubicBezTo>
                  <a:moveTo>
                    <a:pt x="2475" y="243220"/>
                  </a:moveTo>
                  <a:cubicBezTo>
                    <a:pt x="1999" y="245025"/>
                    <a:pt x="1523" y="246830"/>
                    <a:pt x="1142" y="248635"/>
                  </a:cubicBezTo>
                  <a:lnTo>
                    <a:pt x="170268" y="249965"/>
                  </a:lnTo>
                  <a:cubicBezTo>
                    <a:pt x="170649" y="248350"/>
                    <a:pt x="171029" y="246830"/>
                    <a:pt x="171505" y="245215"/>
                  </a:cubicBezTo>
                  <a:lnTo>
                    <a:pt x="2475" y="243125"/>
                  </a:lnTo>
                  <a:moveTo>
                    <a:pt x="2584856" y="237234"/>
                  </a:moveTo>
                  <a:lnTo>
                    <a:pt x="2416111" y="240084"/>
                  </a:lnTo>
                  <a:cubicBezTo>
                    <a:pt x="2416682" y="241699"/>
                    <a:pt x="2417349" y="243220"/>
                    <a:pt x="2417824" y="244835"/>
                  </a:cubicBezTo>
                  <a:lnTo>
                    <a:pt x="2586760" y="242649"/>
                  </a:lnTo>
                  <a:cubicBezTo>
                    <a:pt x="2586189" y="240844"/>
                    <a:pt x="2585523" y="239039"/>
                    <a:pt x="2584761" y="237234"/>
                  </a:cubicBezTo>
                  <a:moveTo>
                    <a:pt x="6948" y="232484"/>
                  </a:moveTo>
                  <a:cubicBezTo>
                    <a:pt x="6091" y="234289"/>
                    <a:pt x="5235" y="236094"/>
                    <a:pt x="4473" y="237899"/>
                  </a:cubicBezTo>
                  <a:lnTo>
                    <a:pt x="173218" y="240654"/>
                  </a:lnTo>
                  <a:cubicBezTo>
                    <a:pt x="173885" y="239039"/>
                    <a:pt x="174646" y="237519"/>
                    <a:pt x="175407" y="235904"/>
                  </a:cubicBezTo>
                  <a:lnTo>
                    <a:pt x="6948" y="232389"/>
                  </a:lnTo>
                  <a:moveTo>
                    <a:pt x="2579146" y="226498"/>
                  </a:moveTo>
                  <a:lnTo>
                    <a:pt x="2411162" y="230774"/>
                  </a:lnTo>
                  <a:cubicBezTo>
                    <a:pt x="2412114" y="232294"/>
                    <a:pt x="2413066" y="233909"/>
                    <a:pt x="2413827" y="235429"/>
                  </a:cubicBezTo>
                  <a:lnTo>
                    <a:pt x="2582287" y="231914"/>
                  </a:lnTo>
                  <a:cubicBezTo>
                    <a:pt x="2581335" y="230108"/>
                    <a:pt x="2580288" y="228303"/>
                    <a:pt x="2579146" y="226498"/>
                  </a:cubicBezTo>
                  <a:moveTo>
                    <a:pt x="13610" y="221653"/>
                  </a:moveTo>
                  <a:cubicBezTo>
                    <a:pt x="12278" y="223458"/>
                    <a:pt x="11040" y="225263"/>
                    <a:pt x="10089" y="227068"/>
                  </a:cubicBezTo>
                  <a:lnTo>
                    <a:pt x="178072" y="231249"/>
                  </a:lnTo>
                  <a:cubicBezTo>
                    <a:pt x="179024" y="229728"/>
                    <a:pt x="180071" y="228113"/>
                    <a:pt x="181213" y="226593"/>
                  </a:cubicBezTo>
                  <a:lnTo>
                    <a:pt x="13610" y="221748"/>
                  </a:lnTo>
                  <a:moveTo>
                    <a:pt x="2571246" y="215667"/>
                  </a:moveTo>
                  <a:lnTo>
                    <a:pt x="2404309" y="221368"/>
                  </a:lnTo>
                  <a:cubicBezTo>
                    <a:pt x="2405642" y="222888"/>
                    <a:pt x="2406879" y="224503"/>
                    <a:pt x="2407926" y="226023"/>
                  </a:cubicBezTo>
                  <a:lnTo>
                    <a:pt x="2575434" y="221083"/>
                  </a:lnTo>
                  <a:cubicBezTo>
                    <a:pt x="2574102" y="219278"/>
                    <a:pt x="2572769" y="217472"/>
                    <a:pt x="2571246" y="215667"/>
                  </a:cubicBezTo>
                  <a:moveTo>
                    <a:pt x="22556" y="210917"/>
                  </a:moveTo>
                  <a:cubicBezTo>
                    <a:pt x="20939" y="212722"/>
                    <a:pt x="19225" y="214527"/>
                    <a:pt x="17798" y="216237"/>
                  </a:cubicBezTo>
                  <a:lnTo>
                    <a:pt x="184830" y="221843"/>
                  </a:lnTo>
                  <a:cubicBezTo>
                    <a:pt x="186162" y="220323"/>
                    <a:pt x="187495" y="218708"/>
                    <a:pt x="188922" y="217187"/>
                  </a:cubicBezTo>
                  <a:lnTo>
                    <a:pt x="22556" y="210917"/>
                  </a:lnTo>
                  <a:moveTo>
                    <a:pt x="2561063" y="205026"/>
                  </a:moveTo>
                  <a:lnTo>
                    <a:pt x="2395363" y="212152"/>
                  </a:lnTo>
                  <a:cubicBezTo>
                    <a:pt x="2396981" y="213672"/>
                    <a:pt x="2398599" y="215192"/>
                    <a:pt x="2400027" y="216807"/>
                  </a:cubicBezTo>
                  <a:lnTo>
                    <a:pt x="2566297" y="210442"/>
                  </a:lnTo>
                  <a:cubicBezTo>
                    <a:pt x="2564679" y="208637"/>
                    <a:pt x="2562776" y="206927"/>
                    <a:pt x="2560968" y="205121"/>
                  </a:cubicBezTo>
                  <a:moveTo>
                    <a:pt x="33692" y="200371"/>
                  </a:moveTo>
                  <a:cubicBezTo>
                    <a:pt x="31693" y="202176"/>
                    <a:pt x="29695" y="203886"/>
                    <a:pt x="27886" y="205692"/>
                  </a:cubicBezTo>
                  <a:lnTo>
                    <a:pt x="193586" y="212722"/>
                  </a:lnTo>
                  <a:cubicBezTo>
                    <a:pt x="195204" y="211202"/>
                    <a:pt x="196917" y="209682"/>
                    <a:pt x="198725" y="208162"/>
                  </a:cubicBezTo>
                  <a:lnTo>
                    <a:pt x="33787" y="200466"/>
                  </a:lnTo>
                  <a:moveTo>
                    <a:pt x="2548595" y="194481"/>
                  </a:moveTo>
                  <a:lnTo>
                    <a:pt x="2384608" y="202936"/>
                  </a:lnTo>
                  <a:cubicBezTo>
                    <a:pt x="2386607" y="204456"/>
                    <a:pt x="2388415" y="205977"/>
                    <a:pt x="2390224" y="207497"/>
                  </a:cubicBezTo>
                  <a:lnTo>
                    <a:pt x="2555067" y="199706"/>
                  </a:lnTo>
                  <a:cubicBezTo>
                    <a:pt x="2552973" y="197901"/>
                    <a:pt x="2550784" y="196191"/>
                    <a:pt x="2548500" y="194481"/>
                  </a:cubicBezTo>
                  <a:moveTo>
                    <a:pt x="47112" y="189825"/>
                  </a:moveTo>
                  <a:cubicBezTo>
                    <a:pt x="44732" y="191535"/>
                    <a:pt x="42448" y="193341"/>
                    <a:pt x="40164" y="195051"/>
                  </a:cubicBezTo>
                  <a:lnTo>
                    <a:pt x="204245" y="203411"/>
                  </a:lnTo>
                  <a:cubicBezTo>
                    <a:pt x="206149" y="201891"/>
                    <a:pt x="208148" y="200371"/>
                    <a:pt x="210337" y="198851"/>
                  </a:cubicBezTo>
                  <a:lnTo>
                    <a:pt x="47112" y="189825"/>
                  </a:lnTo>
                  <a:moveTo>
                    <a:pt x="2534033" y="184030"/>
                  </a:moveTo>
                  <a:lnTo>
                    <a:pt x="2371950" y="193816"/>
                  </a:lnTo>
                  <a:cubicBezTo>
                    <a:pt x="2374234" y="195336"/>
                    <a:pt x="2376518" y="196856"/>
                    <a:pt x="2378612" y="198376"/>
                  </a:cubicBezTo>
                  <a:lnTo>
                    <a:pt x="2541647" y="189255"/>
                  </a:lnTo>
                  <a:cubicBezTo>
                    <a:pt x="2539172" y="187545"/>
                    <a:pt x="2536698" y="185740"/>
                    <a:pt x="2534033" y="184030"/>
                  </a:cubicBezTo>
                  <a:moveTo>
                    <a:pt x="62815" y="179374"/>
                  </a:moveTo>
                  <a:cubicBezTo>
                    <a:pt x="60055" y="181085"/>
                    <a:pt x="57295" y="182890"/>
                    <a:pt x="54726" y="184600"/>
                  </a:cubicBezTo>
                  <a:lnTo>
                    <a:pt x="216904" y="194386"/>
                  </a:lnTo>
                  <a:cubicBezTo>
                    <a:pt x="219188" y="192866"/>
                    <a:pt x="221472" y="191345"/>
                    <a:pt x="223947" y="189825"/>
                  </a:cubicBezTo>
                  <a:lnTo>
                    <a:pt x="62815" y="179374"/>
                  </a:lnTo>
                  <a:moveTo>
                    <a:pt x="2517187" y="173674"/>
                  </a:moveTo>
                  <a:lnTo>
                    <a:pt x="2357293" y="184885"/>
                  </a:lnTo>
                  <a:cubicBezTo>
                    <a:pt x="2359863" y="186405"/>
                    <a:pt x="2362432" y="187830"/>
                    <a:pt x="2364907" y="189350"/>
                  </a:cubicBezTo>
                  <a:lnTo>
                    <a:pt x="2525848" y="178804"/>
                  </a:lnTo>
                  <a:cubicBezTo>
                    <a:pt x="2523088" y="177094"/>
                    <a:pt x="2520233" y="175384"/>
                    <a:pt x="2517187" y="173674"/>
                  </a:cubicBezTo>
                  <a:moveTo>
                    <a:pt x="80613" y="169114"/>
                  </a:moveTo>
                  <a:cubicBezTo>
                    <a:pt x="77472" y="170824"/>
                    <a:pt x="74427" y="172534"/>
                    <a:pt x="71476" y="174244"/>
                  </a:cubicBezTo>
                  <a:lnTo>
                    <a:pt x="231370" y="185360"/>
                  </a:lnTo>
                  <a:cubicBezTo>
                    <a:pt x="233940" y="183840"/>
                    <a:pt x="236605" y="182415"/>
                    <a:pt x="239365" y="180895"/>
                  </a:cubicBezTo>
                  <a:lnTo>
                    <a:pt x="80613" y="169114"/>
                  </a:lnTo>
                  <a:moveTo>
                    <a:pt x="2498152" y="163508"/>
                  </a:moveTo>
                  <a:lnTo>
                    <a:pt x="2340828" y="176049"/>
                  </a:lnTo>
                  <a:cubicBezTo>
                    <a:pt x="2343683" y="177474"/>
                    <a:pt x="2346538" y="178994"/>
                    <a:pt x="2349298" y="180420"/>
                  </a:cubicBezTo>
                  <a:lnTo>
                    <a:pt x="2507955" y="168544"/>
                  </a:lnTo>
                  <a:cubicBezTo>
                    <a:pt x="2504719" y="166833"/>
                    <a:pt x="2501483" y="165123"/>
                    <a:pt x="2498152" y="163508"/>
                  </a:cubicBezTo>
                  <a:moveTo>
                    <a:pt x="100695" y="158948"/>
                  </a:moveTo>
                  <a:cubicBezTo>
                    <a:pt x="97174" y="160658"/>
                    <a:pt x="93843" y="162273"/>
                    <a:pt x="90416" y="163983"/>
                  </a:cubicBezTo>
                  <a:lnTo>
                    <a:pt x="247931" y="176429"/>
                  </a:lnTo>
                  <a:cubicBezTo>
                    <a:pt x="250786" y="175004"/>
                    <a:pt x="253736" y="173484"/>
                    <a:pt x="256877" y="172059"/>
                  </a:cubicBezTo>
                  <a:lnTo>
                    <a:pt x="100695" y="158948"/>
                  </a:lnTo>
                  <a:moveTo>
                    <a:pt x="2477118" y="153532"/>
                  </a:moveTo>
                  <a:lnTo>
                    <a:pt x="2322554" y="167403"/>
                  </a:lnTo>
                  <a:cubicBezTo>
                    <a:pt x="2325790" y="168829"/>
                    <a:pt x="2328931" y="170254"/>
                    <a:pt x="2331977" y="171774"/>
                  </a:cubicBezTo>
                  <a:lnTo>
                    <a:pt x="2487968" y="158568"/>
                  </a:lnTo>
                  <a:cubicBezTo>
                    <a:pt x="2484352" y="156858"/>
                    <a:pt x="2480830" y="155242"/>
                    <a:pt x="2477213" y="153627"/>
                  </a:cubicBezTo>
                  <a:moveTo>
                    <a:pt x="122776" y="148972"/>
                  </a:moveTo>
                  <a:cubicBezTo>
                    <a:pt x="118969" y="150587"/>
                    <a:pt x="115162" y="152297"/>
                    <a:pt x="111450" y="153912"/>
                  </a:cubicBezTo>
                  <a:lnTo>
                    <a:pt x="266109" y="167688"/>
                  </a:lnTo>
                  <a:cubicBezTo>
                    <a:pt x="269345" y="166263"/>
                    <a:pt x="272676" y="164838"/>
                    <a:pt x="275912" y="163413"/>
                  </a:cubicBezTo>
                  <a:lnTo>
                    <a:pt x="122680" y="148972"/>
                  </a:lnTo>
                  <a:moveTo>
                    <a:pt x="2453991" y="143747"/>
                  </a:moveTo>
                  <a:lnTo>
                    <a:pt x="2302472" y="158853"/>
                  </a:lnTo>
                  <a:cubicBezTo>
                    <a:pt x="2305994" y="160278"/>
                    <a:pt x="2309325" y="161703"/>
                    <a:pt x="2312751" y="163033"/>
                  </a:cubicBezTo>
                  <a:lnTo>
                    <a:pt x="2465793" y="148497"/>
                  </a:lnTo>
                  <a:cubicBezTo>
                    <a:pt x="2461986" y="146882"/>
                    <a:pt x="2458083" y="145267"/>
                    <a:pt x="2453991" y="143652"/>
                  </a:cubicBezTo>
                  <a:moveTo>
                    <a:pt x="146950" y="139281"/>
                  </a:moveTo>
                  <a:cubicBezTo>
                    <a:pt x="142762" y="140896"/>
                    <a:pt x="138670" y="142511"/>
                    <a:pt x="134577" y="144127"/>
                  </a:cubicBezTo>
                  <a:lnTo>
                    <a:pt x="286191" y="159233"/>
                  </a:lnTo>
                  <a:cubicBezTo>
                    <a:pt x="289713" y="157808"/>
                    <a:pt x="293329" y="156383"/>
                    <a:pt x="296946" y="155052"/>
                  </a:cubicBezTo>
                  <a:lnTo>
                    <a:pt x="146855" y="139281"/>
                  </a:lnTo>
                  <a:moveTo>
                    <a:pt x="2428960" y="134151"/>
                  </a:moveTo>
                  <a:lnTo>
                    <a:pt x="2280677" y="150587"/>
                  </a:lnTo>
                  <a:cubicBezTo>
                    <a:pt x="2284389" y="151917"/>
                    <a:pt x="2288196" y="153342"/>
                    <a:pt x="2291813" y="154672"/>
                  </a:cubicBezTo>
                  <a:lnTo>
                    <a:pt x="2441713" y="138901"/>
                  </a:lnTo>
                  <a:cubicBezTo>
                    <a:pt x="2437526" y="137286"/>
                    <a:pt x="2433243" y="135671"/>
                    <a:pt x="2428960" y="134151"/>
                  </a:cubicBezTo>
                  <a:moveTo>
                    <a:pt x="173218" y="129685"/>
                  </a:moveTo>
                  <a:cubicBezTo>
                    <a:pt x="168650" y="131301"/>
                    <a:pt x="164272" y="132821"/>
                    <a:pt x="159894" y="134436"/>
                  </a:cubicBezTo>
                  <a:lnTo>
                    <a:pt x="308272" y="150777"/>
                  </a:lnTo>
                  <a:cubicBezTo>
                    <a:pt x="312079" y="149447"/>
                    <a:pt x="315886" y="148022"/>
                    <a:pt x="319883" y="146692"/>
                  </a:cubicBezTo>
                  <a:lnTo>
                    <a:pt x="173314" y="129685"/>
                  </a:lnTo>
                  <a:moveTo>
                    <a:pt x="2401740" y="124745"/>
                  </a:moveTo>
                  <a:lnTo>
                    <a:pt x="2257074" y="142321"/>
                  </a:lnTo>
                  <a:cubicBezTo>
                    <a:pt x="2261166" y="143652"/>
                    <a:pt x="2265164" y="144982"/>
                    <a:pt x="2269066" y="146407"/>
                  </a:cubicBezTo>
                  <a:lnTo>
                    <a:pt x="2415540" y="129400"/>
                  </a:lnTo>
                  <a:cubicBezTo>
                    <a:pt x="2410972" y="127785"/>
                    <a:pt x="2406403" y="126265"/>
                    <a:pt x="2401740" y="124745"/>
                  </a:cubicBezTo>
                  <a:moveTo>
                    <a:pt x="201390" y="120375"/>
                  </a:moveTo>
                  <a:cubicBezTo>
                    <a:pt x="196536" y="121895"/>
                    <a:pt x="191682" y="123415"/>
                    <a:pt x="187019" y="125030"/>
                  </a:cubicBezTo>
                  <a:lnTo>
                    <a:pt x="331780" y="142606"/>
                  </a:lnTo>
                  <a:cubicBezTo>
                    <a:pt x="335872" y="141276"/>
                    <a:pt x="340060" y="139946"/>
                    <a:pt x="344248" y="138616"/>
                  </a:cubicBezTo>
                  <a:lnTo>
                    <a:pt x="201390" y="120470"/>
                  </a:lnTo>
                  <a:moveTo>
                    <a:pt x="2372712" y="115624"/>
                  </a:moveTo>
                  <a:lnTo>
                    <a:pt x="2231757" y="134436"/>
                  </a:lnTo>
                  <a:cubicBezTo>
                    <a:pt x="2236135" y="135766"/>
                    <a:pt x="2240418" y="137096"/>
                    <a:pt x="2244606" y="138331"/>
                  </a:cubicBezTo>
                  <a:lnTo>
                    <a:pt x="2387464" y="120090"/>
                  </a:lnTo>
                  <a:cubicBezTo>
                    <a:pt x="2382609" y="118570"/>
                    <a:pt x="2377660" y="117049"/>
                    <a:pt x="2372712" y="115529"/>
                  </a:cubicBezTo>
                  <a:moveTo>
                    <a:pt x="231465" y="111349"/>
                  </a:moveTo>
                  <a:cubicBezTo>
                    <a:pt x="226326" y="112869"/>
                    <a:pt x="221187" y="114294"/>
                    <a:pt x="216237" y="115814"/>
                  </a:cubicBezTo>
                  <a:lnTo>
                    <a:pt x="357192" y="134626"/>
                  </a:lnTo>
                  <a:cubicBezTo>
                    <a:pt x="361570" y="133296"/>
                    <a:pt x="365948" y="131966"/>
                    <a:pt x="370516" y="130731"/>
                  </a:cubicBezTo>
                  <a:lnTo>
                    <a:pt x="231465" y="111349"/>
                  </a:lnTo>
                  <a:moveTo>
                    <a:pt x="2341684" y="106789"/>
                  </a:moveTo>
                  <a:lnTo>
                    <a:pt x="2204823" y="126740"/>
                  </a:lnTo>
                  <a:cubicBezTo>
                    <a:pt x="2209391" y="127975"/>
                    <a:pt x="2214055" y="129305"/>
                    <a:pt x="2218528" y="130540"/>
                  </a:cubicBezTo>
                  <a:lnTo>
                    <a:pt x="2357483" y="111159"/>
                  </a:lnTo>
                  <a:cubicBezTo>
                    <a:pt x="2352249" y="109639"/>
                    <a:pt x="2347014" y="108214"/>
                    <a:pt x="2341684" y="106694"/>
                  </a:cubicBezTo>
                  <a:moveTo>
                    <a:pt x="263349" y="102608"/>
                  </a:moveTo>
                  <a:cubicBezTo>
                    <a:pt x="257829" y="104033"/>
                    <a:pt x="252499" y="105458"/>
                    <a:pt x="247169" y="106979"/>
                  </a:cubicBezTo>
                  <a:lnTo>
                    <a:pt x="384126" y="126930"/>
                  </a:lnTo>
                  <a:cubicBezTo>
                    <a:pt x="388695" y="125695"/>
                    <a:pt x="393453" y="124365"/>
                    <a:pt x="398212" y="123130"/>
                  </a:cubicBezTo>
                  <a:lnTo>
                    <a:pt x="263349" y="102608"/>
                  </a:lnTo>
                  <a:moveTo>
                    <a:pt x="2308849" y="98143"/>
                  </a:moveTo>
                  <a:lnTo>
                    <a:pt x="2176366" y="119235"/>
                  </a:lnTo>
                  <a:cubicBezTo>
                    <a:pt x="2181220" y="120470"/>
                    <a:pt x="2186073" y="121705"/>
                    <a:pt x="2190832" y="122940"/>
                  </a:cubicBezTo>
                  <a:lnTo>
                    <a:pt x="2325505" y="102418"/>
                  </a:lnTo>
                  <a:cubicBezTo>
                    <a:pt x="2320080" y="100993"/>
                    <a:pt x="2314559" y="99568"/>
                    <a:pt x="2308849" y="98143"/>
                  </a:cubicBezTo>
                  <a:moveTo>
                    <a:pt x="297041" y="94058"/>
                  </a:moveTo>
                  <a:cubicBezTo>
                    <a:pt x="291331" y="95483"/>
                    <a:pt x="285525" y="96813"/>
                    <a:pt x="280005" y="98238"/>
                  </a:cubicBezTo>
                  <a:lnTo>
                    <a:pt x="412679" y="119330"/>
                  </a:lnTo>
                  <a:cubicBezTo>
                    <a:pt x="417533" y="118094"/>
                    <a:pt x="422482" y="116859"/>
                    <a:pt x="427431" y="115624"/>
                  </a:cubicBezTo>
                  <a:lnTo>
                    <a:pt x="297041" y="93963"/>
                  </a:lnTo>
                  <a:moveTo>
                    <a:pt x="2274301" y="89782"/>
                  </a:moveTo>
                  <a:lnTo>
                    <a:pt x="2146290" y="111919"/>
                  </a:lnTo>
                  <a:cubicBezTo>
                    <a:pt x="2151430" y="113059"/>
                    <a:pt x="2156474" y="114294"/>
                    <a:pt x="2161518" y="115529"/>
                  </a:cubicBezTo>
                  <a:lnTo>
                    <a:pt x="2291813" y="93868"/>
                  </a:lnTo>
                  <a:cubicBezTo>
                    <a:pt x="2286102" y="92442"/>
                    <a:pt x="2280201" y="91112"/>
                    <a:pt x="2274301" y="89782"/>
                  </a:cubicBezTo>
                  <a:moveTo>
                    <a:pt x="332541" y="85887"/>
                  </a:moveTo>
                  <a:cubicBezTo>
                    <a:pt x="326545" y="87217"/>
                    <a:pt x="320549" y="88547"/>
                    <a:pt x="314648" y="89972"/>
                  </a:cubicBezTo>
                  <a:lnTo>
                    <a:pt x="442754" y="112109"/>
                  </a:lnTo>
                  <a:cubicBezTo>
                    <a:pt x="447893" y="110969"/>
                    <a:pt x="453128" y="109734"/>
                    <a:pt x="458458" y="108594"/>
                  </a:cubicBezTo>
                  <a:lnTo>
                    <a:pt x="332541" y="85887"/>
                  </a:lnTo>
                  <a:moveTo>
                    <a:pt x="2238134" y="81707"/>
                  </a:moveTo>
                  <a:lnTo>
                    <a:pt x="2114787" y="104888"/>
                  </a:lnTo>
                  <a:cubicBezTo>
                    <a:pt x="2120117" y="106029"/>
                    <a:pt x="2125447" y="107169"/>
                    <a:pt x="2130681" y="108404"/>
                  </a:cubicBezTo>
                  <a:lnTo>
                    <a:pt x="2256408" y="85697"/>
                  </a:lnTo>
                  <a:cubicBezTo>
                    <a:pt x="2250412" y="84367"/>
                    <a:pt x="2244320" y="83037"/>
                    <a:pt x="2238134" y="81707"/>
                  </a:cubicBezTo>
                  <a:moveTo>
                    <a:pt x="369564" y="77906"/>
                  </a:moveTo>
                  <a:cubicBezTo>
                    <a:pt x="363283" y="79236"/>
                    <a:pt x="357001" y="80471"/>
                    <a:pt x="350815" y="81802"/>
                  </a:cubicBezTo>
                  <a:lnTo>
                    <a:pt x="474257" y="104983"/>
                  </a:lnTo>
                  <a:cubicBezTo>
                    <a:pt x="479682" y="103843"/>
                    <a:pt x="485012" y="102703"/>
                    <a:pt x="490532" y="101563"/>
                  </a:cubicBezTo>
                  <a:lnTo>
                    <a:pt x="369564" y="77811"/>
                  </a:lnTo>
                  <a:moveTo>
                    <a:pt x="2200159" y="74011"/>
                  </a:moveTo>
                  <a:lnTo>
                    <a:pt x="2081666" y="98238"/>
                  </a:lnTo>
                  <a:cubicBezTo>
                    <a:pt x="2087282" y="99378"/>
                    <a:pt x="2092897" y="100423"/>
                    <a:pt x="2098417" y="101563"/>
                  </a:cubicBezTo>
                  <a:lnTo>
                    <a:pt x="2219290" y="77811"/>
                  </a:lnTo>
                  <a:cubicBezTo>
                    <a:pt x="2212913" y="76481"/>
                    <a:pt x="2206536" y="75246"/>
                    <a:pt x="2200159" y="74011"/>
                  </a:cubicBezTo>
                  <a:moveTo>
                    <a:pt x="408301" y="70306"/>
                  </a:moveTo>
                  <a:cubicBezTo>
                    <a:pt x="401638" y="71541"/>
                    <a:pt x="395262" y="72776"/>
                    <a:pt x="388695" y="74011"/>
                  </a:cubicBezTo>
                  <a:lnTo>
                    <a:pt x="507282" y="98238"/>
                  </a:lnTo>
                  <a:cubicBezTo>
                    <a:pt x="512898" y="97098"/>
                    <a:pt x="518513" y="96053"/>
                    <a:pt x="524224" y="94913"/>
                  </a:cubicBezTo>
                  <a:lnTo>
                    <a:pt x="408301" y="70211"/>
                  </a:lnTo>
                  <a:moveTo>
                    <a:pt x="2160662" y="66505"/>
                  </a:moveTo>
                  <a:lnTo>
                    <a:pt x="2047403" y="91682"/>
                  </a:lnTo>
                  <a:cubicBezTo>
                    <a:pt x="2053209" y="92727"/>
                    <a:pt x="2059015" y="93773"/>
                    <a:pt x="2064725" y="94913"/>
                  </a:cubicBezTo>
                  <a:lnTo>
                    <a:pt x="2180553" y="70211"/>
                  </a:lnTo>
                  <a:cubicBezTo>
                    <a:pt x="2173891" y="68976"/>
                    <a:pt x="2167324" y="67740"/>
                    <a:pt x="2160662" y="66505"/>
                  </a:cubicBezTo>
                  <a:moveTo>
                    <a:pt x="448560" y="63085"/>
                  </a:moveTo>
                  <a:cubicBezTo>
                    <a:pt x="441802" y="64225"/>
                    <a:pt x="434950" y="65460"/>
                    <a:pt x="428287" y="66695"/>
                  </a:cubicBezTo>
                  <a:lnTo>
                    <a:pt x="541641" y="91872"/>
                  </a:lnTo>
                  <a:cubicBezTo>
                    <a:pt x="547446" y="90827"/>
                    <a:pt x="553347" y="89782"/>
                    <a:pt x="559343" y="88737"/>
                  </a:cubicBezTo>
                  <a:lnTo>
                    <a:pt x="448655" y="63085"/>
                  </a:lnTo>
                  <a:moveTo>
                    <a:pt x="2119546" y="59475"/>
                  </a:moveTo>
                  <a:lnTo>
                    <a:pt x="2011618" y="85602"/>
                  </a:lnTo>
                  <a:cubicBezTo>
                    <a:pt x="2017709" y="86647"/>
                    <a:pt x="2023705" y="87597"/>
                    <a:pt x="2029606" y="88642"/>
                  </a:cubicBezTo>
                  <a:lnTo>
                    <a:pt x="2140294" y="62990"/>
                  </a:lnTo>
                  <a:cubicBezTo>
                    <a:pt x="2133537" y="61850"/>
                    <a:pt x="2126494" y="60615"/>
                    <a:pt x="2119546" y="59475"/>
                  </a:cubicBezTo>
                  <a:moveTo>
                    <a:pt x="490246" y="56150"/>
                  </a:moveTo>
                  <a:cubicBezTo>
                    <a:pt x="483203" y="57290"/>
                    <a:pt x="476255" y="58430"/>
                    <a:pt x="469308" y="59570"/>
                  </a:cubicBezTo>
                  <a:lnTo>
                    <a:pt x="577331" y="85697"/>
                  </a:lnTo>
                  <a:cubicBezTo>
                    <a:pt x="583327" y="84747"/>
                    <a:pt x="589418" y="83702"/>
                    <a:pt x="595605" y="82752"/>
                  </a:cubicBezTo>
                  <a:lnTo>
                    <a:pt x="490246" y="56150"/>
                  </a:lnTo>
                  <a:moveTo>
                    <a:pt x="2077098" y="52729"/>
                  </a:moveTo>
                  <a:lnTo>
                    <a:pt x="1974690" y="79711"/>
                  </a:lnTo>
                  <a:cubicBezTo>
                    <a:pt x="1980971" y="80661"/>
                    <a:pt x="1987158" y="81612"/>
                    <a:pt x="1993344" y="82562"/>
                  </a:cubicBezTo>
                  <a:lnTo>
                    <a:pt x="2098513" y="55959"/>
                  </a:lnTo>
                  <a:cubicBezTo>
                    <a:pt x="2091469" y="54819"/>
                    <a:pt x="2084331" y="53774"/>
                    <a:pt x="2077098" y="52634"/>
                  </a:cubicBezTo>
                  <a:moveTo>
                    <a:pt x="533360" y="49594"/>
                  </a:moveTo>
                  <a:cubicBezTo>
                    <a:pt x="526127" y="50639"/>
                    <a:pt x="518799" y="51779"/>
                    <a:pt x="511661" y="52824"/>
                  </a:cubicBezTo>
                  <a:lnTo>
                    <a:pt x="614164" y="79806"/>
                  </a:lnTo>
                  <a:cubicBezTo>
                    <a:pt x="620350" y="78856"/>
                    <a:pt x="626727" y="77906"/>
                    <a:pt x="633009" y="76956"/>
                  </a:cubicBezTo>
                  <a:lnTo>
                    <a:pt x="533360" y="49594"/>
                  </a:lnTo>
                  <a:moveTo>
                    <a:pt x="2033222" y="46269"/>
                  </a:moveTo>
                  <a:lnTo>
                    <a:pt x="1936525" y="74106"/>
                  </a:lnTo>
                  <a:cubicBezTo>
                    <a:pt x="1942997" y="74961"/>
                    <a:pt x="1949373" y="75911"/>
                    <a:pt x="1955750" y="76861"/>
                  </a:cubicBezTo>
                  <a:lnTo>
                    <a:pt x="2055303" y="49404"/>
                  </a:lnTo>
                  <a:cubicBezTo>
                    <a:pt x="2047975" y="48359"/>
                    <a:pt x="2040551" y="47314"/>
                    <a:pt x="2033222" y="46269"/>
                  </a:cubicBezTo>
                  <a:moveTo>
                    <a:pt x="577712" y="43418"/>
                  </a:moveTo>
                  <a:cubicBezTo>
                    <a:pt x="570193" y="44464"/>
                    <a:pt x="562865" y="45414"/>
                    <a:pt x="555441" y="46459"/>
                  </a:cubicBezTo>
                  <a:lnTo>
                    <a:pt x="652234" y="74296"/>
                  </a:lnTo>
                  <a:cubicBezTo>
                    <a:pt x="658706" y="73441"/>
                    <a:pt x="665082" y="72491"/>
                    <a:pt x="671650" y="71636"/>
                  </a:cubicBezTo>
                  <a:lnTo>
                    <a:pt x="577712" y="43418"/>
                  </a:lnTo>
                  <a:moveTo>
                    <a:pt x="1988014" y="40283"/>
                  </a:moveTo>
                  <a:lnTo>
                    <a:pt x="1897217" y="68881"/>
                  </a:lnTo>
                  <a:cubicBezTo>
                    <a:pt x="1903880" y="69736"/>
                    <a:pt x="1910447" y="70591"/>
                    <a:pt x="1917014" y="71446"/>
                  </a:cubicBezTo>
                  <a:lnTo>
                    <a:pt x="2010761" y="43228"/>
                  </a:lnTo>
                  <a:cubicBezTo>
                    <a:pt x="2003242" y="42278"/>
                    <a:pt x="1995628" y="41233"/>
                    <a:pt x="1988014" y="40283"/>
                  </a:cubicBezTo>
                  <a:moveTo>
                    <a:pt x="623396" y="37528"/>
                  </a:moveTo>
                  <a:cubicBezTo>
                    <a:pt x="615687" y="38478"/>
                    <a:pt x="607978" y="39428"/>
                    <a:pt x="600459" y="40378"/>
                  </a:cubicBezTo>
                  <a:lnTo>
                    <a:pt x="691351" y="68976"/>
                  </a:lnTo>
                  <a:cubicBezTo>
                    <a:pt x="698013" y="68120"/>
                    <a:pt x="704675" y="67265"/>
                    <a:pt x="711338" y="66505"/>
                  </a:cubicBezTo>
                  <a:lnTo>
                    <a:pt x="623396" y="37528"/>
                  </a:lnTo>
                  <a:moveTo>
                    <a:pt x="1941474" y="34678"/>
                  </a:moveTo>
                  <a:lnTo>
                    <a:pt x="1856768" y="64035"/>
                  </a:lnTo>
                  <a:cubicBezTo>
                    <a:pt x="1863526" y="64795"/>
                    <a:pt x="1870378" y="65650"/>
                    <a:pt x="1877040" y="66410"/>
                  </a:cubicBezTo>
                  <a:lnTo>
                    <a:pt x="1964887" y="37433"/>
                  </a:lnTo>
                  <a:cubicBezTo>
                    <a:pt x="1957178" y="36483"/>
                    <a:pt x="1949278" y="35533"/>
                    <a:pt x="1941474" y="34678"/>
                  </a:cubicBezTo>
                  <a:moveTo>
                    <a:pt x="670317" y="32113"/>
                  </a:moveTo>
                  <a:cubicBezTo>
                    <a:pt x="662418" y="32968"/>
                    <a:pt x="654518" y="33918"/>
                    <a:pt x="646714" y="34773"/>
                  </a:cubicBezTo>
                  <a:lnTo>
                    <a:pt x="731610" y="64130"/>
                  </a:lnTo>
                  <a:cubicBezTo>
                    <a:pt x="738367" y="63370"/>
                    <a:pt x="745220" y="62610"/>
                    <a:pt x="752072" y="61850"/>
                  </a:cubicBezTo>
                  <a:lnTo>
                    <a:pt x="670317" y="32113"/>
                  </a:lnTo>
                  <a:moveTo>
                    <a:pt x="1893886" y="29357"/>
                  </a:moveTo>
                  <a:lnTo>
                    <a:pt x="1815462" y="59380"/>
                  </a:lnTo>
                  <a:cubicBezTo>
                    <a:pt x="1822410" y="60140"/>
                    <a:pt x="1829358" y="60900"/>
                    <a:pt x="1836305" y="61565"/>
                  </a:cubicBezTo>
                  <a:lnTo>
                    <a:pt x="1917870" y="31828"/>
                  </a:lnTo>
                  <a:cubicBezTo>
                    <a:pt x="1909971" y="30972"/>
                    <a:pt x="1902071" y="30117"/>
                    <a:pt x="1893886" y="29262"/>
                  </a:cubicBezTo>
                  <a:moveTo>
                    <a:pt x="718190" y="27077"/>
                  </a:moveTo>
                  <a:cubicBezTo>
                    <a:pt x="710100" y="27932"/>
                    <a:pt x="702106" y="28692"/>
                    <a:pt x="694111" y="29547"/>
                  </a:cubicBezTo>
                  <a:lnTo>
                    <a:pt x="772821" y="59570"/>
                  </a:lnTo>
                  <a:cubicBezTo>
                    <a:pt x="779768" y="58810"/>
                    <a:pt x="786716" y="58145"/>
                    <a:pt x="793759" y="57385"/>
                  </a:cubicBezTo>
                  <a:lnTo>
                    <a:pt x="718285" y="27077"/>
                  </a:lnTo>
                  <a:moveTo>
                    <a:pt x="1845252" y="24607"/>
                  </a:moveTo>
                  <a:lnTo>
                    <a:pt x="1773204" y="55294"/>
                  </a:lnTo>
                  <a:cubicBezTo>
                    <a:pt x="1780342" y="55959"/>
                    <a:pt x="1787386" y="56625"/>
                    <a:pt x="1794428" y="57385"/>
                  </a:cubicBezTo>
                  <a:lnTo>
                    <a:pt x="1869712" y="26982"/>
                  </a:lnTo>
                  <a:cubicBezTo>
                    <a:pt x="1861622" y="26127"/>
                    <a:pt x="1853437" y="25367"/>
                    <a:pt x="1845252" y="24607"/>
                  </a:cubicBezTo>
                  <a:moveTo>
                    <a:pt x="767015" y="22517"/>
                  </a:moveTo>
                  <a:cubicBezTo>
                    <a:pt x="758830" y="23277"/>
                    <a:pt x="750645" y="24037"/>
                    <a:pt x="742460" y="24797"/>
                  </a:cubicBezTo>
                  <a:lnTo>
                    <a:pt x="814793" y="55484"/>
                  </a:lnTo>
                  <a:cubicBezTo>
                    <a:pt x="821836" y="54819"/>
                    <a:pt x="828974" y="54154"/>
                    <a:pt x="836112" y="53489"/>
                  </a:cubicBezTo>
                  <a:lnTo>
                    <a:pt x="767015" y="22517"/>
                  </a:lnTo>
                  <a:moveTo>
                    <a:pt x="1795570" y="20142"/>
                  </a:moveTo>
                  <a:lnTo>
                    <a:pt x="1729995" y="51399"/>
                  </a:lnTo>
                  <a:cubicBezTo>
                    <a:pt x="1737323" y="51969"/>
                    <a:pt x="1744557" y="52634"/>
                    <a:pt x="1751695" y="53299"/>
                  </a:cubicBezTo>
                  <a:lnTo>
                    <a:pt x="1820602" y="22327"/>
                  </a:lnTo>
                  <a:cubicBezTo>
                    <a:pt x="1812321" y="21567"/>
                    <a:pt x="1803946" y="20902"/>
                    <a:pt x="1795570" y="20142"/>
                  </a:cubicBezTo>
                  <a:moveTo>
                    <a:pt x="816791" y="18241"/>
                  </a:moveTo>
                  <a:cubicBezTo>
                    <a:pt x="808416" y="18907"/>
                    <a:pt x="800041" y="19572"/>
                    <a:pt x="791760" y="20237"/>
                  </a:cubicBezTo>
                  <a:lnTo>
                    <a:pt x="857526" y="51494"/>
                  </a:lnTo>
                  <a:cubicBezTo>
                    <a:pt x="864760" y="50924"/>
                    <a:pt x="871993" y="50259"/>
                    <a:pt x="879321" y="49689"/>
                  </a:cubicBezTo>
                  <a:lnTo>
                    <a:pt x="816696" y="18146"/>
                  </a:lnTo>
                  <a:moveTo>
                    <a:pt x="1744937" y="16151"/>
                  </a:moveTo>
                  <a:lnTo>
                    <a:pt x="1686024" y="47979"/>
                  </a:lnTo>
                  <a:cubicBezTo>
                    <a:pt x="1693448" y="48549"/>
                    <a:pt x="1700871" y="49119"/>
                    <a:pt x="1708105" y="49689"/>
                  </a:cubicBezTo>
                  <a:lnTo>
                    <a:pt x="1770349" y="18146"/>
                  </a:lnTo>
                  <a:cubicBezTo>
                    <a:pt x="1761878" y="17481"/>
                    <a:pt x="1753503" y="16816"/>
                    <a:pt x="1744937" y="16151"/>
                  </a:cubicBezTo>
                  <a:moveTo>
                    <a:pt x="867615" y="14441"/>
                  </a:moveTo>
                  <a:cubicBezTo>
                    <a:pt x="859049" y="15011"/>
                    <a:pt x="850579" y="15676"/>
                    <a:pt x="842108" y="16246"/>
                  </a:cubicBezTo>
                  <a:lnTo>
                    <a:pt x="901307" y="47979"/>
                  </a:lnTo>
                  <a:cubicBezTo>
                    <a:pt x="908730" y="47409"/>
                    <a:pt x="916059" y="46934"/>
                    <a:pt x="923483" y="46364"/>
                  </a:cubicBezTo>
                  <a:lnTo>
                    <a:pt x="867615" y="14346"/>
                  </a:lnTo>
                  <a:moveTo>
                    <a:pt x="1693543" y="12541"/>
                  </a:moveTo>
                  <a:lnTo>
                    <a:pt x="1641387" y="44844"/>
                  </a:lnTo>
                  <a:cubicBezTo>
                    <a:pt x="1649001" y="45319"/>
                    <a:pt x="1656330" y="45794"/>
                    <a:pt x="1663848" y="46364"/>
                  </a:cubicBezTo>
                  <a:lnTo>
                    <a:pt x="1719335" y="14346"/>
                  </a:lnTo>
                  <a:cubicBezTo>
                    <a:pt x="1710770" y="13776"/>
                    <a:pt x="1702204" y="13206"/>
                    <a:pt x="1693543" y="12636"/>
                  </a:cubicBezTo>
                  <a:moveTo>
                    <a:pt x="919200" y="11116"/>
                  </a:moveTo>
                  <a:cubicBezTo>
                    <a:pt x="910539" y="11686"/>
                    <a:pt x="901878" y="12161"/>
                    <a:pt x="893217" y="12731"/>
                  </a:cubicBezTo>
                  <a:lnTo>
                    <a:pt x="945753" y="45034"/>
                  </a:lnTo>
                  <a:cubicBezTo>
                    <a:pt x="953272" y="44559"/>
                    <a:pt x="960696" y="44084"/>
                    <a:pt x="968215" y="43609"/>
                  </a:cubicBezTo>
                  <a:lnTo>
                    <a:pt x="919200" y="11116"/>
                  </a:lnTo>
                  <a:moveTo>
                    <a:pt x="1641482" y="9406"/>
                  </a:moveTo>
                  <a:lnTo>
                    <a:pt x="1596179" y="42088"/>
                  </a:lnTo>
                  <a:cubicBezTo>
                    <a:pt x="1603793" y="42468"/>
                    <a:pt x="1611312" y="42943"/>
                    <a:pt x="1618831" y="43418"/>
                  </a:cubicBezTo>
                  <a:lnTo>
                    <a:pt x="1667465" y="10926"/>
                  </a:lnTo>
                  <a:cubicBezTo>
                    <a:pt x="1658804" y="10356"/>
                    <a:pt x="1650143" y="9881"/>
                    <a:pt x="1641482" y="9406"/>
                  </a:cubicBezTo>
                  <a:moveTo>
                    <a:pt x="971451" y="8171"/>
                  </a:moveTo>
                  <a:cubicBezTo>
                    <a:pt x="962695" y="8646"/>
                    <a:pt x="953938" y="9121"/>
                    <a:pt x="945278" y="9596"/>
                  </a:cubicBezTo>
                  <a:lnTo>
                    <a:pt x="990866" y="42278"/>
                  </a:lnTo>
                  <a:cubicBezTo>
                    <a:pt x="998480" y="41898"/>
                    <a:pt x="1005999" y="41423"/>
                    <a:pt x="1013613" y="41043"/>
                  </a:cubicBezTo>
                  <a:lnTo>
                    <a:pt x="971451" y="8171"/>
                  </a:lnTo>
                  <a:moveTo>
                    <a:pt x="1588850" y="6746"/>
                  </a:moveTo>
                  <a:lnTo>
                    <a:pt x="1550590" y="39808"/>
                  </a:lnTo>
                  <a:cubicBezTo>
                    <a:pt x="1558204" y="40188"/>
                    <a:pt x="1565818" y="40568"/>
                    <a:pt x="1573527" y="40948"/>
                  </a:cubicBezTo>
                  <a:lnTo>
                    <a:pt x="1615309" y="8076"/>
                  </a:lnTo>
                  <a:cubicBezTo>
                    <a:pt x="1606553" y="7601"/>
                    <a:pt x="1597702" y="7221"/>
                    <a:pt x="1588946" y="6841"/>
                  </a:cubicBezTo>
                  <a:moveTo>
                    <a:pt x="1024273" y="5700"/>
                  </a:moveTo>
                  <a:cubicBezTo>
                    <a:pt x="1015517" y="6080"/>
                    <a:pt x="1006570" y="6461"/>
                    <a:pt x="997814" y="6841"/>
                  </a:cubicBezTo>
                  <a:lnTo>
                    <a:pt x="1036550" y="39808"/>
                  </a:lnTo>
                  <a:cubicBezTo>
                    <a:pt x="1044164" y="39428"/>
                    <a:pt x="1051873" y="39143"/>
                    <a:pt x="1059488" y="38763"/>
                  </a:cubicBezTo>
                  <a:lnTo>
                    <a:pt x="1024273" y="5605"/>
                  </a:lnTo>
                  <a:moveTo>
                    <a:pt x="1535743" y="4560"/>
                  </a:moveTo>
                  <a:lnTo>
                    <a:pt x="1504430" y="37908"/>
                  </a:lnTo>
                  <a:cubicBezTo>
                    <a:pt x="1512139" y="38193"/>
                    <a:pt x="1519849" y="38478"/>
                    <a:pt x="1527558" y="38858"/>
                  </a:cubicBezTo>
                  <a:lnTo>
                    <a:pt x="1562392" y="5700"/>
                  </a:lnTo>
                  <a:cubicBezTo>
                    <a:pt x="1553541" y="5320"/>
                    <a:pt x="1544594" y="4940"/>
                    <a:pt x="1535743" y="4655"/>
                  </a:cubicBezTo>
                  <a:moveTo>
                    <a:pt x="1077476" y="3705"/>
                  </a:moveTo>
                  <a:cubicBezTo>
                    <a:pt x="1068624" y="3990"/>
                    <a:pt x="1059678" y="4370"/>
                    <a:pt x="1050827" y="4655"/>
                  </a:cubicBezTo>
                  <a:lnTo>
                    <a:pt x="1082520" y="38003"/>
                  </a:lnTo>
                  <a:cubicBezTo>
                    <a:pt x="1090229" y="37718"/>
                    <a:pt x="1097938" y="37433"/>
                    <a:pt x="1105647" y="37148"/>
                  </a:cubicBezTo>
                  <a:lnTo>
                    <a:pt x="1077476" y="3705"/>
                  </a:lnTo>
                  <a:moveTo>
                    <a:pt x="1482350" y="2755"/>
                  </a:moveTo>
                  <a:lnTo>
                    <a:pt x="1457985" y="36293"/>
                  </a:lnTo>
                  <a:cubicBezTo>
                    <a:pt x="1465789" y="36483"/>
                    <a:pt x="1473594" y="36768"/>
                    <a:pt x="1481303" y="37053"/>
                  </a:cubicBezTo>
                  <a:lnTo>
                    <a:pt x="1509094" y="3610"/>
                  </a:lnTo>
                  <a:cubicBezTo>
                    <a:pt x="1500243" y="3325"/>
                    <a:pt x="1491296" y="3040"/>
                    <a:pt x="1482350" y="2755"/>
                  </a:cubicBezTo>
                  <a:moveTo>
                    <a:pt x="1131154" y="2090"/>
                  </a:moveTo>
                  <a:cubicBezTo>
                    <a:pt x="1122208" y="2280"/>
                    <a:pt x="1113261" y="2565"/>
                    <a:pt x="1104315" y="2850"/>
                  </a:cubicBezTo>
                  <a:lnTo>
                    <a:pt x="1129060" y="36388"/>
                  </a:lnTo>
                  <a:cubicBezTo>
                    <a:pt x="1136770" y="36198"/>
                    <a:pt x="1144574" y="35913"/>
                    <a:pt x="1152378" y="35723"/>
                  </a:cubicBezTo>
                  <a:lnTo>
                    <a:pt x="1131154" y="2090"/>
                  </a:lnTo>
                  <a:moveTo>
                    <a:pt x="1428481" y="1425"/>
                  </a:moveTo>
                  <a:lnTo>
                    <a:pt x="1411159" y="35153"/>
                  </a:lnTo>
                  <a:cubicBezTo>
                    <a:pt x="1418963" y="35343"/>
                    <a:pt x="1426863" y="35438"/>
                    <a:pt x="1434572" y="35723"/>
                  </a:cubicBezTo>
                  <a:lnTo>
                    <a:pt x="1455415" y="2090"/>
                  </a:lnTo>
                  <a:cubicBezTo>
                    <a:pt x="1446469" y="1900"/>
                    <a:pt x="1437522" y="1615"/>
                    <a:pt x="1428481" y="1520"/>
                  </a:cubicBezTo>
                  <a:moveTo>
                    <a:pt x="1185118" y="950"/>
                  </a:moveTo>
                  <a:cubicBezTo>
                    <a:pt x="1176077" y="1140"/>
                    <a:pt x="1167130" y="1235"/>
                    <a:pt x="1158089" y="1425"/>
                  </a:cubicBezTo>
                  <a:lnTo>
                    <a:pt x="1175791" y="35153"/>
                  </a:lnTo>
                  <a:cubicBezTo>
                    <a:pt x="1183596" y="34963"/>
                    <a:pt x="1191400" y="34868"/>
                    <a:pt x="1199300" y="34678"/>
                  </a:cubicBezTo>
                  <a:lnTo>
                    <a:pt x="1185118" y="855"/>
                  </a:lnTo>
                  <a:moveTo>
                    <a:pt x="1374421" y="475"/>
                  </a:moveTo>
                  <a:lnTo>
                    <a:pt x="1364143" y="34298"/>
                  </a:lnTo>
                  <a:cubicBezTo>
                    <a:pt x="1371947" y="34298"/>
                    <a:pt x="1379846" y="34488"/>
                    <a:pt x="1387651" y="34583"/>
                  </a:cubicBezTo>
                  <a:lnTo>
                    <a:pt x="1401451" y="760"/>
                  </a:lnTo>
                  <a:cubicBezTo>
                    <a:pt x="1392409" y="665"/>
                    <a:pt x="1383463" y="475"/>
                    <a:pt x="1374421" y="380"/>
                  </a:cubicBezTo>
                  <a:moveTo>
                    <a:pt x="1239178" y="285"/>
                  </a:moveTo>
                  <a:cubicBezTo>
                    <a:pt x="1230136" y="285"/>
                    <a:pt x="1221190" y="475"/>
                    <a:pt x="1212148" y="570"/>
                  </a:cubicBezTo>
                  <a:lnTo>
                    <a:pt x="1222808" y="34393"/>
                  </a:lnTo>
                  <a:cubicBezTo>
                    <a:pt x="1230612" y="34393"/>
                    <a:pt x="1238512" y="34203"/>
                    <a:pt x="1246316" y="34108"/>
                  </a:cubicBezTo>
                  <a:lnTo>
                    <a:pt x="1239178" y="190"/>
                  </a:lnTo>
                  <a:moveTo>
                    <a:pt x="1320267" y="95"/>
                  </a:moveTo>
                  <a:lnTo>
                    <a:pt x="1317031" y="34013"/>
                  </a:lnTo>
                  <a:cubicBezTo>
                    <a:pt x="1324835" y="34013"/>
                    <a:pt x="1332735" y="34013"/>
                    <a:pt x="1340539" y="34108"/>
                  </a:cubicBezTo>
                  <a:lnTo>
                    <a:pt x="1347297" y="190"/>
                  </a:lnTo>
                  <a:cubicBezTo>
                    <a:pt x="1338350" y="190"/>
                    <a:pt x="1329309" y="95"/>
                    <a:pt x="1320267" y="0"/>
                  </a:cubicBezTo>
                  <a:moveTo>
                    <a:pt x="1293237" y="0"/>
                  </a:moveTo>
                  <a:cubicBezTo>
                    <a:pt x="1284196" y="0"/>
                    <a:pt x="1275249" y="0"/>
                    <a:pt x="1266207" y="0"/>
                  </a:cubicBezTo>
                  <a:lnTo>
                    <a:pt x="1269824" y="33918"/>
                  </a:lnTo>
                  <a:cubicBezTo>
                    <a:pt x="1277724" y="33918"/>
                    <a:pt x="1285623" y="33918"/>
                    <a:pt x="1293523" y="33918"/>
                  </a:cubicBezTo>
                  <a:lnTo>
                    <a:pt x="1293237" y="0"/>
                  </a:lnTo>
                </a:path>
              </a:pathLst>
            </a:custGeom>
            <a:solidFill>
              <a:schemeClr val="bg1"/>
            </a:solidFill>
            <a:ln w="9502" cap="flat">
              <a:solidFill>
                <a:schemeClr val="bg1"/>
              </a:solidFill>
              <a:prstDash val="solid"/>
              <a:miter/>
            </a:ln>
            <a:effectLst>
              <a:glow rad="127000">
                <a:srgbClr val="E2E2E2">
                  <a:alpha val="1000"/>
                </a:srgbClr>
              </a:glow>
              <a:outerShdw blurRad="50800" dist="50800" dir="5400000" algn="ctr" rotWithShape="0">
                <a:srgbClr val="E2E2E2"/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0" name="Freeform 299">
              <a:extLst>
                <a:ext uri="{FF2B5EF4-FFF2-40B4-BE49-F238E27FC236}">
                  <a16:creationId xmlns:a16="http://schemas.microsoft.com/office/drawing/2014/main" id="{C558B7C5-C1E3-CE4B-E5F1-0852BB16AA25}"/>
                </a:ext>
              </a:extLst>
            </p:cNvPr>
            <p:cNvSpPr/>
            <p:nvPr/>
          </p:nvSpPr>
          <p:spPr>
            <a:xfrm>
              <a:off x="8012607" y="4935222"/>
              <a:ext cx="2083284" cy="417273"/>
            </a:xfrm>
            <a:custGeom>
              <a:avLst/>
              <a:gdLst>
                <a:gd name="connsiteX0" fmla="*/ 1041690 w 2083284"/>
                <a:gd name="connsiteY0" fmla="*/ 0 h 417273"/>
                <a:gd name="connsiteX1" fmla="*/ 0 w 2083284"/>
                <a:gd name="connsiteY1" fmla="*/ 208637 h 417273"/>
                <a:gd name="connsiteX2" fmla="*/ 1041690 w 2083284"/>
                <a:gd name="connsiteY2" fmla="*/ 417274 h 417273"/>
                <a:gd name="connsiteX3" fmla="*/ 2083284 w 2083284"/>
                <a:gd name="connsiteY3" fmla="*/ 208637 h 417273"/>
                <a:gd name="connsiteX4" fmla="*/ 2049402 w 2083284"/>
                <a:gd name="connsiteY4" fmla="*/ 208637 h 417273"/>
                <a:gd name="connsiteX5" fmla="*/ 1754170 w 2083284"/>
                <a:gd name="connsiteY5" fmla="*/ 351338 h 417273"/>
                <a:gd name="connsiteX6" fmla="*/ 1041595 w 2083284"/>
                <a:gd name="connsiteY6" fmla="*/ 410433 h 417273"/>
                <a:gd name="connsiteX7" fmla="*/ 328925 w 2083284"/>
                <a:gd name="connsiteY7" fmla="*/ 351338 h 417273"/>
                <a:gd name="connsiteX8" fmla="*/ 33692 w 2083284"/>
                <a:gd name="connsiteY8" fmla="*/ 208637 h 417273"/>
                <a:gd name="connsiteX9" fmla="*/ 328925 w 2083284"/>
                <a:gd name="connsiteY9" fmla="*/ 65935 h 417273"/>
                <a:gd name="connsiteX10" fmla="*/ 1041595 w 2083284"/>
                <a:gd name="connsiteY10" fmla="*/ 6841 h 417273"/>
                <a:gd name="connsiteX11" fmla="*/ 1754170 w 2083284"/>
                <a:gd name="connsiteY11" fmla="*/ 65935 h 417273"/>
                <a:gd name="connsiteX12" fmla="*/ 2049402 w 2083284"/>
                <a:gd name="connsiteY12" fmla="*/ 208637 h 417273"/>
                <a:gd name="connsiteX13" fmla="*/ 2083284 w 2083284"/>
                <a:gd name="connsiteY13" fmla="*/ 208637 h 417273"/>
                <a:gd name="connsiteX14" fmla="*/ 1041690 w 2083284"/>
                <a:gd name="connsiteY14" fmla="*/ 0 h 4172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083284" h="417273">
                  <a:moveTo>
                    <a:pt x="1041690" y="0"/>
                  </a:moveTo>
                  <a:cubicBezTo>
                    <a:pt x="466357" y="0"/>
                    <a:pt x="95" y="93393"/>
                    <a:pt x="0" y="208637"/>
                  </a:cubicBezTo>
                  <a:cubicBezTo>
                    <a:pt x="0" y="323881"/>
                    <a:pt x="466357" y="417274"/>
                    <a:pt x="1041690" y="417274"/>
                  </a:cubicBezTo>
                  <a:cubicBezTo>
                    <a:pt x="1617022" y="417274"/>
                    <a:pt x="2083284" y="323881"/>
                    <a:pt x="2083284" y="208637"/>
                  </a:cubicBezTo>
                  <a:lnTo>
                    <a:pt x="2049402" y="208637"/>
                  </a:lnTo>
                  <a:cubicBezTo>
                    <a:pt x="2049402" y="264406"/>
                    <a:pt x="1936620" y="314855"/>
                    <a:pt x="1754170" y="351338"/>
                  </a:cubicBezTo>
                  <a:cubicBezTo>
                    <a:pt x="1571814" y="387821"/>
                    <a:pt x="1319981" y="410433"/>
                    <a:pt x="1041595" y="410433"/>
                  </a:cubicBezTo>
                  <a:cubicBezTo>
                    <a:pt x="763208" y="410433"/>
                    <a:pt x="511470" y="387821"/>
                    <a:pt x="328925" y="351338"/>
                  </a:cubicBezTo>
                  <a:cubicBezTo>
                    <a:pt x="146569" y="314855"/>
                    <a:pt x="33787" y="264406"/>
                    <a:pt x="33692" y="208637"/>
                  </a:cubicBezTo>
                  <a:cubicBezTo>
                    <a:pt x="33692" y="152867"/>
                    <a:pt x="146474" y="102418"/>
                    <a:pt x="328925" y="65935"/>
                  </a:cubicBezTo>
                  <a:cubicBezTo>
                    <a:pt x="511375" y="29452"/>
                    <a:pt x="763113" y="6841"/>
                    <a:pt x="1041595" y="6841"/>
                  </a:cubicBezTo>
                  <a:cubicBezTo>
                    <a:pt x="1320076" y="6841"/>
                    <a:pt x="1571719" y="29452"/>
                    <a:pt x="1754170" y="65935"/>
                  </a:cubicBezTo>
                  <a:cubicBezTo>
                    <a:pt x="1936620" y="102418"/>
                    <a:pt x="2049402" y="152867"/>
                    <a:pt x="2049402" y="208637"/>
                  </a:cubicBezTo>
                  <a:lnTo>
                    <a:pt x="2083284" y="208637"/>
                  </a:lnTo>
                  <a:cubicBezTo>
                    <a:pt x="2083284" y="93393"/>
                    <a:pt x="1616927" y="0"/>
                    <a:pt x="1041690" y="0"/>
                  </a:cubicBezTo>
                </a:path>
              </a:pathLst>
            </a:custGeom>
            <a:solidFill>
              <a:srgbClr val="EAEAEA"/>
            </a:solidFill>
            <a:ln w="9502" cap="flat">
              <a:solidFill>
                <a:schemeClr val="bg1"/>
              </a:solidFill>
              <a:prstDash val="solid"/>
              <a:miter/>
            </a:ln>
            <a:effectLst>
              <a:glow rad="127000">
                <a:srgbClr val="E2E2E2">
                  <a:alpha val="12000"/>
                </a:srgbClr>
              </a:glow>
              <a:outerShdw blurRad="50800" dist="50800" dir="5400000" algn="ctr" rotWithShape="0">
                <a:srgbClr val="D3D3D3"/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1" name="Freeform 300">
              <a:extLst>
                <a:ext uri="{FF2B5EF4-FFF2-40B4-BE49-F238E27FC236}">
                  <a16:creationId xmlns:a16="http://schemas.microsoft.com/office/drawing/2014/main" id="{17469926-E9A3-DE9C-F287-6E0B2A702FD8}"/>
                </a:ext>
              </a:extLst>
            </p:cNvPr>
            <p:cNvSpPr/>
            <p:nvPr/>
          </p:nvSpPr>
          <p:spPr>
            <a:xfrm>
              <a:off x="8231034" y="5006953"/>
              <a:ext cx="1646716" cy="301839"/>
            </a:xfrm>
            <a:custGeom>
              <a:avLst/>
              <a:gdLst>
                <a:gd name="connsiteX0" fmla="*/ 363092 w 1646716"/>
                <a:gd name="connsiteY0" fmla="*/ 95 h 301839"/>
                <a:gd name="connsiteX1" fmla="*/ 0 w 1646716"/>
                <a:gd name="connsiteY1" fmla="*/ 136906 h 301839"/>
                <a:gd name="connsiteX2" fmla="*/ 823358 w 1646716"/>
                <a:gd name="connsiteY2" fmla="*/ 301839 h 301839"/>
                <a:gd name="connsiteX3" fmla="*/ 1646717 w 1646716"/>
                <a:gd name="connsiteY3" fmla="*/ 136906 h 301839"/>
                <a:gd name="connsiteX4" fmla="*/ 1629776 w 1646716"/>
                <a:gd name="connsiteY4" fmla="*/ 136906 h 301839"/>
                <a:gd name="connsiteX5" fmla="*/ 1393552 w 1646716"/>
                <a:gd name="connsiteY5" fmla="*/ 251105 h 301839"/>
                <a:gd name="connsiteX6" fmla="*/ 823358 w 1646716"/>
                <a:gd name="connsiteY6" fmla="*/ 298419 h 301839"/>
                <a:gd name="connsiteX7" fmla="*/ 253070 w 1646716"/>
                <a:gd name="connsiteY7" fmla="*/ 251105 h 301839"/>
                <a:gd name="connsiteX8" fmla="*/ 16846 w 1646716"/>
                <a:gd name="connsiteY8" fmla="*/ 136906 h 301839"/>
                <a:gd name="connsiteX9" fmla="*/ 253070 w 1646716"/>
                <a:gd name="connsiteY9" fmla="*/ 22707 h 301839"/>
                <a:gd name="connsiteX10" fmla="*/ 319978 w 1646716"/>
                <a:gd name="connsiteY10" fmla="*/ 10736 h 301839"/>
                <a:gd name="connsiteX11" fmla="*/ 363092 w 1646716"/>
                <a:gd name="connsiteY11" fmla="*/ 190 h 301839"/>
                <a:gd name="connsiteX12" fmla="*/ 1283434 w 1646716"/>
                <a:gd name="connsiteY12" fmla="*/ 95 h 301839"/>
                <a:gd name="connsiteX13" fmla="*/ 1326644 w 1646716"/>
                <a:gd name="connsiteY13" fmla="*/ 10641 h 301839"/>
                <a:gd name="connsiteX14" fmla="*/ 1393552 w 1646716"/>
                <a:gd name="connsiteY14" fmla="*/ 22612 h 301839"/>
                <a:gd name="connsiteX15" fmla="*/ 1629776 w 1646716"/>
                <a:gd name="connsiteY15" fmla="*/ 136811 h 301839"/>
                <a:gd name="connsiteX16" fmla="*/ 1646717 w 1646716"/>
                <a:gd name="connsiteY16" fmla="*/ 136811 h 301839"/>
                <a:gd name="connsiteX17" fmla="*/ 1283434 w 1646716"/>
                <a:gd name="connsiteY17" fmla="*/ 0 h 301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646716" h="301839">
                  <a:moveTo>
                    <a:pt x="363092" y="95"/>
                  </a:moveTo>
                  <a:cubicBezTo>
                    <a:pt x="144000" y="29737"/>
                    <a:pt x="0" y="79901"/>
                    <a:pt x="0" y="136906"/>
                  </a:cubicBezTo>
                  <a:cubicBezTo>
                    <a:pt x="0" y="227923"/>
                    <a:pt x="368613" y="301839"/>
                    <a:pt x="823358" y="301839"/>
                  </a:cubicBezTo>
                  <a:cubicBezTo>
                    <a:pt x="1278104" y="301839"/>
                    <a:pt x="1646717" y="228018"/>
                    <a:pt x="1646717" y="136906"/>
                  </a:cubicBezTo>
                  <a:lnTo>
                    <a:pt x="1629776" y="136906"/>
                  </a:lnTo>
                  <a:cubicBezTo>
                    <a:pt x="1629776" y="181465"/>
                    <a:pt x="1539550" y="221843"/>
                    <a:pt x="1393552" y="251105"/>
                  </a:cubicBezTo>
                  <a:cubicBezTo>
                    <a:pt x="1247553" y="280368"/>
                    <a:pt x="1046068" y="298419"/>
                    <a:pt x="823358" y="298419"/>
                  </a:cubicBezTo>
                  <a:cubicBezTo>
                    <a:pt x="600649" y="298419"/>
                    <a:pt x="399069" y="280368"/>
                    <a:pt x="253070" y="251105"/>
                  </a:cubicBezTo>
                  <a:cubicBezTo>
                    <a:pt x="107167" y="221843"/>
                    <a:pt x="16846" y="181465"/>
                    <a:pt x="16846" y="136906"/>
                  </a:cubicBezTo>
                  <a:cubicBezTo>
                    <a:pt x="16846" y="92347"/>
                    <a:pt x="107167" y="51969"/>
                    <a:pt x="253070" y="22707"/>
                  </a:cubicBezTo>
                  <a:cubicBezTo>
                    <a:pt x="274199" y="18431"/>
                    <a:pt x="296565" y="14441"/>
                    <a:pt x="319978" y="10736"/>
                  </a:cubicBezTo>
                  <a:cubicBezTo>
                    <a:pt x="333398" y="7031"/>
                    <a:pt x="347864" y="3515"/>
                    <a:pt x="363092" y="190"/>
                  </a:cubicBezTo>
                  <a:moveTo>
                    <a:pt x="1283434" y="95"/>
                  </a:moveTo>
                  <a:cubicBezTo>
                    <a:pt x="1298757" y="3420"/>
                    <a:pt x="1313224" y="7031"/>
                    <a:pt x="1326644" y="10641"/>
                  </a:cubicBezTo>
                  <a:cubicBezTo>
                    <a:pt x="1350057" y="14346"/>
                    <a:pt x="1372328" y="18431"/>
                    <a:pt x="1393552" y="22612"/>
                  </a:cubicBezTo>
                  <a:cubicBezTo>
                    <a:pt x="1539550" y="51874"/>
                    <a:pt x="1629776" y="92252"/>
                    <a:pt x="1629776" y="136811"/>
                  </a:cubicBezTo>
                  <a:lnTo>
                    <a:pt x="1646717" y="136811"/>
                  </a:lnTo>
                  <a:cubicBezTo>
                    <a:pt x="1646717" y="79901"/>
                    <a:pt x="1502622" y="29642"/>
                    <a:pt x="1283434" y="0"/>
                  </a:cubicBezTo>
                </a:path>
              </a:pathLst>
            </a:custGeom>
            <a:solidFill>
              <a:srgbClr val="EAEAEA"/>
            </a:solidFill>
            <a:ln w="9502" cap="flat">
              <a:solidFill>
                <a:schemeClr val="bg1"/>
              </a:solidFill>
              <a:prstDash val="solid"/>
              <a:miter/>
            </a:ln>
            <a:effectLst>
              <a:outerShdw blurRad="50800" dist="50800" dir="5400000" algn="ctr" rotWithShape="0">
                <a:srgbClr val="EAEAEA"/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2" name="Freeform 301">
              <a:extLst>
                <a:ext uri="{FF2B5EF4-FFF2-40B4-BE49-F238E27FC236}">
                  <a16:creationId xmlns:a16="http://schemas.microsoft.com/office/drawing/2014/main" id="{0383697C-9460-030E-4C1C-BA85D4FE493C}"/>
                </a:ext>
              </a:extLst>
            </p:cNvPr>
            <p:cNvSpPr/>
            <p:nvPr/>
          </p:nvSpPr>
          <p:spPr>
            <a:xfrm>
              <a:off x="8431282" y="4892754"/>
              <a:ext cx="1245935" cy="249490"/>
            </a:xfrm>
            <a:custGeom>
              <a:avLst/>
              <a:gdLst>
                <a:gd name="connsiteX0" fmla="*/ 623015 w 1245935"/>
                <a:gd name="connsiteY0" fmla="*/ 0 h 249490"/>
                <a:gd name="connsiteX1" fmla="*/ 162749 w 1245935"/>
                <a:gd name="connsiteY1" fmla="*/ 40663 h 249490"/>
                <a:gd name="connsiteX2" fmla="*/ 119635 w 1245935"/>
                <a:gd name="connsiteY2" fmla="*/ 51209 h 249490"/>
                <a:gd name="connsiteX3" fmla="*/ 0 w 1245935"/>
                <a:gd name="connsiteY3" fmla="*/ 124745 h 249490"/>
                <a:gd name="connsiteX4" fmla="*/ 623015 w 1245935"/>
                <a:gd name="connsiteY4" fmla="*/ 249490 h 249490"/>
                <a:gd name="connsiteX5" fmla="*/ 1245935 w 1245935"/>
                <a:gd name="connsiteY5" fmla="*/ 124745 h 249490"/>
                <a:gd name="connsiteX6" fmla="*/ 1126300 w 1245935"/>
                <a:gd name="connsiteY6" fmla="*/ 51209 h 249490"/>
                <a:gd name="connsiteX7" fmla="*/ 1083091 w 1245935"/>
                <a:gd name="connsiteY7" fmla="*/ 40663 h 249490"/>
                <a:gd name="connsiteX8" fmla="*/ 623015 w 1245935"/>
                <a:gd name="connsiteY8" fmla="*/ 0 h 249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45935" h="249490">
                  <a:moveTo>
                    <a:pt x="623015" y="0"/>
                  </a:moveTo>
                  <a:cubicBezTo>
                    <a:pt x="440660" y="0"/>
                    <a:pt x="276673" y="15676"/>
                    <a:pt x="162749" y="40663"/>
                  </a:cubicBezTo>
                  <a:cubicBezTo>
                    <a:pt x="147426" y="43989"/>
                    <a:pt x="133055" y="47504"/>
                    <a:pt x="119635" y="51209"/>
                  </a:cubicBezTo>
                  <a:cubicBezTo>
                    <a:pt x="44447" y="71826"/>
                    <a:pt x="0" y="97288"/>
                    <a:pt x="0" y="124745"/>
                  </a:cubicBezTo>
                  <a:cubicBezTo>
                    <a:pt x="0" y="193626"/>
                    <a:pt x="278958" y="249490"/>
                    <a:pt x="623015" y="249490"/>
                  </a:cubicBezTo>
                  <a:cubicBezTo>
                    <a:pt x="967072" y="249490"/>
                    <a:pt x="1245935" y="193626"/>
                    <a:pt x="1245935" y="124745"/>
                  </a:cubicBezTo>
                  <a:cubicBezTo>
                    <a:pt x="1245935" y="97288"/>
                    <a:pt x="1201488" y="71826"/>
                    <a:pt x="1126300" y="51209"/>
                  </a:cubicBezTo>
                  <a:cubicBezTo>
                    <a:pt x="1112881" y="47504"/>
                    <a:pt x="1098414" y="43989"/>
                    <a:pt x="1083091" y="40663"/>
                  </a:cubicBezTo>
                  <a:cubicBezTo>
                    <a:pt x="969166" y="15676"/>
                    <a:pt x="805180" y="0"/>
                    <a:pt x="623015" y="0"/>
                  </a:cubicBezTo>
                </a:path>
              </a:pathLst>
            </a:custGeom>
            <a:solidFill>
              <a:schemeClr val="bg1"/>
            </a:solidFill>
            <a:ln w="9502" cap="flat">
              <a:solidFill>
                <a:schemeClr val="bg1"/>
              </a:solidFill>
              <a:prstDash val="solid"/>
              <a:miter/>
            </a:ln>
            <a:effectLst>
              <a:outerShdw blurRad="50800" dist="50800" dir="5400000" algn="ctr" rotWithShape="0">
                <a:srgbClr val="D3D3D3"/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9" name="Graphic 6">
              <a:extLst>
                <a:ext uri="{FF2B5EF4-FFF2-40B4-BE49-F238E27FC236}">
                  <a16:creationId xmlns:a16="http://schemas.microsoft.com/office/drawing/2014/main" id="{D0021DD0-E92A-E5E4-6E6B-A3D8B1511C99}"/>
                </a:ext>
              </a:extLst>
            </p:cNvPr>
            <p:cNvGrpSpPr/>
            <p:nvPr/>
          </p:nvGrpSpPr>
          <p:grpSpPr>
            <a:xfrm>
              <a:off x="8352457" y="3344887"/>
              <a:ext cx="1471216" cy="1610157"/>
              <a:chOff x="8352457" y="3344887"/>
              <a:chExt cx="1471216" cy="1610157"/>
            </a:xfrm>
            <a:noFill/>
          </p:grpSpPr>
          <p:sp>
            <p:nvSpPr>
              <p:cNvPr id="11" name="Freeform 10">
                <a:extLst>
                  <a:ext uri="{FF2B5EF4-FFF2-40B4-BE49-F238E27FC236}">
                    <a16:creationId xmlns:a16="http://schemas.microsoft.com/office/drawing/2014/main" id="{EE74B11C-BBAF-E97B-2AF2-8D6220388973}"/>
                  </a:ext>
                </a:extLst>
              </p:cNvPr>
              <p:cNvSpPr/>
              <p:nvPr/>
            </p:nvSpPr>
            <p:spPr>
              <a:xfrm>
                <a:off x="8898083" y="4304710"/>
                <a:ext cx="173661" cy="214894"/>
              </a:xfrm>
              <a:custGeom>
                <a:avLst/>
                <a:gdLst>
                  <a:gd name="connsiteX0" fmla="*/ 0 w 173661"/>
                  <a:gd name="connsiteY0" fmla="*/ 214894 h 214894"/>
                  <a:gd name="connsiteX1" fmla="*/ 173662 w 173661"/>
                  <a:gd name="connsiteY1" fmla="*/ 0 h 214894"/>
                  <a:gd name="connsiteX2" fmla="*/ 4587 w 173661"/>
                  <a:gd name="connsiteY2" fmla="*/ 70067 h 214894"/>
                  <a:gd name="connsiteX3" fmla="*/ 0 w 173661"/>
                  <a:gd name="connsiteY3" fmla="*/ 214894 h 2148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73661" h="214894">
                    <a:moveTo>
                      <a:pt x="0" y="214894"/>
                    </a:moveTo>
                    <a:lnTo>
                      <a:pt x="173662" y="0"/>
                    </a:lnTo>
                    <a:lnTo>
                      <a:pt x="4587" y="70067"/>
                    </a:lnTo>
                    <a:lnTo>
                      <a:pt x="0" y="214894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" name="Freeform 11">
                <a:extLst>
                  <a:ext uri="{FF2B5EF4-FFF2-40B4-BE49-F238E27FC236}">
                    <a16:creationId xmlns:a16="http://schemas.microsoft.com/office/drawing/2014/main" id="{C91295CF-57DE-26E0-3886-0F5BF5075F66}"/>
                  </a:ext>
                </a:extLst>
              </p:cNvPr>
              <p:cNvSpPr/>
              <p:nvPr/>
            </p:nvSpPr>
            <p:spPr>
              <a:xfrm>
                <a:off x="8898083" y="4304710"/>
                <a:ext cx="234784" cy="214894"/>
              </a:xfrm>
              <a:custGeom>
                <a:avLst/>
                <a:gdLst>
                  <a:gd name="connsiteX0" fmla="*/ 234785 w 234784"/>
                  <a:gd name="connsiteY0" fmla="*/ 93210 h 214894"/>
                  <a:gd name="connsiteX1" fmla="*/ 0 w 234784"/>
                  <a:gd name="connsiteY1" fmla="*/ 214894 h 214894"/>
                  <a:gd name="connsiteX2" fmla="*/ 173662 w 234784"/>
                  <a:gd name="connsiteY2" fmla="*/ 0 h 214894"/>
                  <a:gd name="connsiteX3" fmla="*/ 234785 w 234784"/>
                  <a:gd name="connsiteY3" fmla="*/ 93210 h 2148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34784" h="214894">
                    <a:moveTo>
                      <a:pt x="234785" y="93210"/>
                    </a:moveTo>
                    <a:lnTo>
                      <a:pt x="0" y="214894"/>
                    </a:lnTo>
                    <a:lnTo>
                      <a:pt x="173662" y="0"/>
                    </a:lnTo>
                    <a:lnTo>
                      <a:pt x="234785" y="93210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" name="Freeform 12">
                <a:extLst>
                  <a:ext uri="{FF2B5EF4-FFF2-40B4-BE49-F238E27FC236}">
                    <a16:creationId xmlns:a16="http://schemas.microsoft.com/office/drawing/2014/main" id="{B5478755-EF2A-3116-7CC0-7FA8E6055B3E}"/>
                  </a:ext>
                </a:extLst>
              </p:cNvPr>
              <p:cNvSpPr/>
              <p:nvPr/>
            </p:nvSpPr>
            <p:spPr>
              <a:xfrm>
                <a:off x="8898083" y="4397920"/>
                <a:ext cx="234784" cy="130642"/>
              </a:xfrm>
              <a:custGeom>
                <a:avLst/>
                <a:gdLst>
                  <a:gd name="connsiteX0" fmla="*/ 234785 w 234784"/>
                  <a:gd name="connsiteY0" fmla="*/ 130643 h 130642"/>
                  <a:gd name="connsiteX1" fmla="*/ 234785 w 234784"/>
                  <a:gd name="connsiteY1" fmla="*/ 0 h 130642"/>
                  <a:gd name="connsiteX2" fmla="*/ 0 w 234784"/>
                  <a:gd name="connsiteY2" fmla="*/ 121684 h 130642"/>
                  <a:gd name="connsiteX3" fmla="*/ 234785 w 234784"/>
                  <a:gd name="connsiteY3" fmla="*/ 130643 h 1306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34784" h="130642">
                    <a:moveTo>
                      <a:pt x="234785" y="130643"/>
                    </a:moveTo>
                    <a:lnTo>
                      <a:pt x="234785" y="0"/>
                    </a:lnTo>
                    <a:lnTo>
                      <a:pt x="0" y="121684"/>
                    </a:lnTo>
                    <a:lnTo>
                      <a:pt x="234785" y="130643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" name="Freeform 13">
                <a:extLst>
                  <a:ext uri="{FF2B5EF4-FFF2-40B4-BE49-F238E27FC236}">
                    <a16:creationId xmlns:a16="http://schemas.microsoft.com/office/drawing/2014/main" id="{E4A6D422-2F57-2D2D-A1BE-B267B8F5572D}"/>
                  </a:ext>
                </a:extLst>
              </p:cNvPr>
              <p:cNvSpPr/>
              <p:nvPr/>
            </p:nvSpPr>
            <p:spPr>
              <a:xfrm>
                <a:off x="8888482" y="4519604"/>
                <a:ext cx="71470" cy="217346"/>
              </a:xfrm>
              <a:custGeom>
                <a:avLst/>
                <a:gdLst>
                  <a:gd name="connsiteX0" fmla="*/ 0 w 71470"/>
                  <a:gd name="connsiteY0" fmla="*/ 217347 h 217346"/>
                  <a:gd name="connsiteX1" fmla="*/ 71470 w 71470"/>
                  <a:gd name="connsiteY1" fmla="*/ 172022 h 217346"/>
                  <a:gd name="connsiteX2" fmla="*/ 9600 w 71470"/>
                  <a:gd name="connsiteY2" fmla="*/ 0 h 217346"/>
                  <a:gd name="connsiteX3" fmla="*/ 0 w 71470"/>
                  <a:gd name="connsiteY3" fmla="*/ 217347 h 2173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1470" h="217346">
                    <a:moveTo>
                      <a:pt x="0" y="217347"/>
                    </a:moveTo>
                    <a:lnTo>
                      <a:pt x="71470" y="172022"/>
                    </a:lnTo>
                    <a:lnTo>
                      <a:pt x="9600" y="0"/>
                    </a:lnTo>
                    <a:lnTo>
                      <a:pt x="0" y="217347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87B75F75-4F9C-A412-AD72-CBDE8257FBAE}"/>
                  </a:ext>
                </a:extLst>
              </p:cNvPr>
              <p:cNvSpPr/>
              <p:nvPr/>
            </p:nvSpPr>
            <p:spPr>
              <a:xfrm>
                <a:off x="8898083" y="4519604"/>
                <a:ext cx="234784" cy="172021"/>
              </a:xfrm>
              <a:custGeom>
                <a:avLst/>
                <a:gdLst>
                  <a:gd name="connsiteX0" fmla="*/ 234785 w 234784"/>
                  <a:gd name="connsiteY0" fmla="*/ 8959 h 172021"/>
                  <a:gd name="connsiteX1" fmla="*/ 61870 w 234784"/>
                  <a:gd name="connsiteY1" fmla="*/ 172022 h 172021"/>
                  <a:gd name="connsiteX2" fmla="*/ 0 w 234784"/>
                  <a:gd name="connsiteY2" fmla="*/ 0 h 172021"/>
                  <a:gd name="connsiteX3" fmla="*/ 234785 w 234784"/>
                  <a:gd name="connsiteY3" fmla="*/ 8959 h 1720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34784" h="172021">
                    <a:moveTo>
                      <a:pt x="234785" y="8959"/>
                    </a:moveTo>
                    <a:lnTo>
                      <a:pt x="61870" y="172022"/>
                    </a:lnTo>
                    <a:lnTo>
                      <a:pt x="0" y="0"/>
                    </a:lnTo>
                    <a:lnTo>
                      <a:pt x="234785" y="8959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" name="Freeform 15">
                <a:extLst>
                  <a:ext uri="{FF2B5EF4-FFF2-40B4-BE49-F238E27FC236}">
                    <a16:creationId xmlns:a16="http://schemas.microsoft.com/office/drawing/2014/main" id="{09E96A18-581E-5EC7-D43C-E29CE17DD14F}"/>
                  </a:ext>
                </a:extLst>
              </p:cNvPr>
              <p:cNvSpPr/>
              <p:nvPr/>
            </p:nvSpPr>
            <p:spPr>
              <a:xfrm>
                <a:off x="8959952" y="4528563"/>
                <a:ext cx="175474" cy="163063"/>
              </a:xfrm>
              <a:custGeom>
                <a:avLst/>
                <a:gdLst>
                  <a:gd name="connsiteX0" fmla="*/ 175475 w 175474"/>
                  <a:gd name="connsiteY0" fmla="*/ 109419 h 163063"/>
                  <a:gd name="connsiteX1" fmla="*/ 172915 w 175474"/>
                  <a:gd name="connsiteY1" fmla="*/ 0 h 163063"/>
                  <a:gd name="connsiteX2" fmla="*/ 0 w 175474"/>
                  <a:gd name="connsiteY2" fmla="*/ 163063 h 163063"/>
                  <a:gd name="connsiteX3" fmla="*/ 175475 w 175474"/>
                  <a:gd name="connsiteY3" fmla="*/ 109419 h 1630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75474" h="163063">
                    <a:moveTo>
                      <a:pt x="175475" y="109419"/>
                    </a:moveTo>
                    <a:lnTo>
                      <a:pt x="172915" y="0"/>
                    </a:lnTo>
                    <a:lnTo>
                      <a:pt x="0" y="163063"/>
                    </a:lnTo>
                    <a:lnTo>
                      <a:pt x="175475" y="109419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7" name="Freeform 16">
                <a:extLst>
                  <a:ext uri="{FF2B5EF4-FFF2-40B4-BE49-F238E27FC236}">
                    <a16:creationId xmlns:a16="http://schemas.microsoft.com/office/drawing/2014/main" id="{30EFE019-890A-F2E7-78DA-D4F2EB16AC59}"/>
                  </a:ext>
                </a:extLst>
              </p:cNvPr>
              <p:cNvSpPr/>
              <p:nvPr/>
            </p:nvSpPr>
            <p:spPr>
              <a:xfrm>
                <a:off x="8841973" y="3344887"/>
                <a:ext cx="212276" cy="165196"/>
              </a:xfrm>
              <a:custGeom>
                <a:avLst/>
                <a:gdLst>
                  <a:gd name="connsiteX0" fmla="*/ 73603 w 212276"/>
                  <a:gd name="connsiteY0" fmla="*/ 34020 h 165196"/>
                  <a:gd name="connsiteX1" fmla="*/ 0 w 212276"/>
                  <a:gd name="connsiteY1" fmla="*/ 165196 h 165196"/>
                  <a:gd name="connsiteX2" fmla="*/ 212277 w 212276"/>
                  <a:gd name="connsiteY2" fmla="*/ 0 h 165196"/>
                  <a:gd name="connsiteX3" fmla="*/ 73603 w 212276"/>
                  <a:gd name="connsiteY3" fmla="*/ 34020 h 165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12276" h="165196">
                    <a:moveTo>
                      <a:pt x="73603" y="34020"/>
                    </a:moveTo>
                    <a:lnTo>
                      <a:pt x="0" y="165196"/>
                    </a:lnTo>
                    <a:lnTo>
                      <a:pt x="212277" y="0"/>
                    </a:lnTo>
                    <a:lnTo>
                      <a:pt x="73603" y="34020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8" name="Freeform 17">
                <a:extLst>
                  <a:ext uri="{FF2B5EF4-FFF2-40B4-BE49-F238E27FC236}">
                    <a16:creationId xmlns:a16="http://schemas.microsoft.com/office/drawing/2014/main" id="{627C778A-10BD-B727-0A62-E0319FFDBAAD}"/>
                  </a:ext>
                </a:extLst>
              </p:cNvPr>
              <p:cNvSpPr/>
              <p:nvPr/>
            </p:nvSpPr>
            <p:spPr>
              <a:xfrm>
                <a:off x="8841973" y="3510083"/>
                <a:ext cx="199475" cy="183006"/>
              </a:xfrm>
              <a:custGeom>
                <a:avLst/>
                <a:gdLst>
                  <a:gd name="connsiteX0" fmla="*/ 0 w 199475"/>
                  <a:gd name="connsiteY0" fmla="*/ 0 h 183006"/>
                  <a:gd name="connsiteX1" fmla="*/ 199476 w 199475"/>
                  <a:gd name="connsiteY1" fmla="*/ 183006 h 183006"/>
                  <a:gd name="connsiteX2" fmla="*/ 60696 w 199475"/>
                  <a:gd name="connsiteY2" fmla="*/ 128723 h 183006"/>
                  <a:gd name="connsiteX3" fmla="*/ 0 w 199475"/>
                  <a:gd name="connsiteY3" fmla="*/ 0 h 1830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9475" h="183006">
                    <a:moveTo>
                      <a:pt x="0" y="0"/>
                    </a:moveTo>
                    <a:lnTo>
                      <a:pt x="199476" y="183006"/>
                    </a:lnTo>
                    <a:lnTo>
                      <a:pt x="60696" y="128723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" name="Freeform 18">
                <a:extLst>
                  <a:ext uri="{FF2B5EF4-FFF2-40B4-BE49-F238E27FC236}">
                    <a16:creationId xmlns:a16="http://schemas.microsoft.com/office/drawing/2014/main" id="{99CB290F-0B87-ECC6-B640-A1C67E5BA299}"/>
                  </a:ext>
                </a:extLst>
              </p:cNvPr>
              <p:cNvSpPr/>
              <p:nvPr/>
            </p:nvSpPr>
            <p:spPr>
              <a:xfrm>
                <a:off x="8977340" y="3344887"/>
                <a:ext cx="203209" cy="165196"/>
              </a:xfrm>
              <a:custGeom>
                <a:avLst/>
                <a:gdLst>
                  <a:gd name="connsiteX0" fmla="*/ 203210 w 203209"/>
                  <a:gd name="connsiteY0" fmla="*/ 165196 h 165196"/>
                  <a:gd name="connsiteX1" fmla="*/ 0 w 203209"/>
                  <a:gd name="connsiteY1" fmla="*/ 114539 h 165196"/>
                  <a:gd name="connsiteX2" fmla="*/ 76910 w 203209"/>
                  <a:gd name="connsiteY2" fmla="*/ 0 h 165196"/>
                  <a:gd name="connsiteX3" fmla="*/ 203210 w 203209"/>
                  <a:gd name="connsiteY3" fmla="*/ 165196 h 165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209" h="165196">
                    <a:moveTo>
                      <a:pt x="203210" y="165196"/>
                    </a:moveTo>
                    <a:lnTo>
                      <a:pt x="0" y="114539"/>
                    </a:lnTo>
                    <a:lnTo>
                      <a:pt x="76910" y="0"/>
                    </a:lnTo>
                    <a:lnTo>
                      <a:pt x="203210" y="165196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0" name="Freeform 19">
                <a:extLst>
                  <a:ext uri="{FF2B5EF4-FFF2-40B4-BE49-F238E27FC236}">
                    <a16:creationId xmlns:a16="http://schemas.microsoft.com/office/drawing/2014/main" id="{969543E3-B6AE-482C-7DBB-9CFDE4D4BBE6}"/>
                  </a:ext>
                </a:extLst>
              </p:cNvPr>
              <p:cNvSpPr/>
              <p:nvPr/>
            </p:nvSpPr>
            <p:spPr>
              <a:xfrm>
                <a:off x="8841973" y="3459426"/>
                <a:ext cx="199475" cy="233663"/>
              </a:xfrm>
              <a:custGeom>
                <a:avLst/>
                <a:gdLst>
                  <a:gd name="connsiteX0" fmla="*/ 0 w 199475"/>
                  <a:gd name="connsiteY0" fmla="*/ 50657 h 233663"/>
                  <a:gd name="connsiteX1" fmla="*/ 135366 w 199475"/>
                  <a:gd name="connsiteY1" fmla="*/ 0 h 233663"/>
                  <a:gd name="connsiteX2" fmla="*/ 199476 w 199475"/>
                  <a:gd name="connsiteY2" fmla="*/ 233664 h 233663"/>
                  <a:gd name="connsiteX3" fmla="*/ 0 w 199475"/>
                  <a:gd name="connsiteY3" fmla="*/ 50657 h 2336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9475" h="233663">
                    <a:moveTo>
                      <a:pt x="0" y="50657"/>
                    </a:moveTo>
                    <a:lnTo>
                      <a:pt x="135366" y="0"/>
                    </a:lnTo>
                    <a:lnTo>
                      <a:pt x="199476" y="233664"/>
                    </a:lnTo>
                    <a:lnTo>
                      <a:pt x="0" y="50657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" name="Freeform 21">
                <a:extLst>
                  <a:ext uri="{FF2B5EF4-FFF2-40B4-BE49-F238E27FC236}">
                    <a16:creationId xmlns:a16="http://schemas.microsoft.com/office/drawing/2014/main" id="{5B6C32B7-5BFD-61E7-DD9C-D2F8E27B69E4}"/>
                  </a:ext>
                </a:extLst>
              </p:cNvPr>
              <p:cNvSpPr/>
              <p:nvPr/>
            </p:nvSpPr>
            <p:spPr>
              <a:xfrm>
                <a:off x="8977340" y="3459426"/>
                <a:ext cx="203209" cy="233663"/>
              </a:xfrm>
              <a:custGeom>
                <a:avLst/>
                <a:gdLst>
                  <a:gd name="connsiteX0" fmla="*/ 0 w 203209"/>
                  <a:gd name="connsiteY0" fmla="*/ 0 h 233663"/>
                  <a:gd name="connsiteX1" fmla="*/ 203210 w 203209"/>
                  <a:gd name="connsiteY1" fmla="*/ 50657 h 233663"/>
                  <a:gd name="connsiteX2" fmla="*/ 64110 w 203209"/>
                  <a:gd name="connsiteY2" fmla="*/ 233664 h 233663"/>
                  <a:gd name="connsiteX3" fmla="*/ 0 w 203209"/>
                  <a:gd name="connsiteY3" fmla="*/ 0 h 2336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209" h="233663">
                    <a:moveTo>
                      <a:pt x="0" y="0"/>
                    </a:moveTo>
                    <a:lnTo>
                      <a:pt x="203210" y="50657"/>
                    </a:lnTo>
                    <a:lnTo>
                      <a:pt x="64110" y="233664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" name="Freeform 22">
                <a:extLst>
                  <a:ext uri="{FF2B5EF4-FFF2-40B4-BE49-F238E27FC236}">
                    <a16:creationId xmlns:a16="http://schemas.microsoft.com/office/drawing/2014/main" id="{9B0FA3A0-60C7-2D0C-C790-BA4E6C1C62DF}"/>
                  </a:ext>
                </a:extLst>
              </p:cNvPr>
              <p:cNvSpPr/>
              <p:nvPr/>
            </p:nvSpPr>
            <p:spPr>
              <a:xfrm>
                <a:off x="9041449" y="3510083"/>
                <a:ext cx="139100" cy="183006"/>
              </a:xfrm>
              <a:custGeom>
                <a:avLst/>
                <a:gdLst>
                  <a:gd name="connsiteX0" fmla="*/ 139100 w 139100"/>
                  <a:gd name="connsiteY0" fmla="*/ 0 h 183006"/>
                  <a:gd name="connsiteX1" fmla="*/ 91418 w 139100"/>
                  <a:gd name="connsiteY1" fmla="*/ 138961 h 183006"/>
                  <a:gd name="connsiteX2" fmla="*/ 0 w 139100"/>
                  <a:gd name="connsiteY2" fmla="*/ 183006 h 183006"/>
                  <a:gd name="connsiteX3" fmla="*/ 139100 w 139100"/>
                  <a:gd name="connsiteY3" fmla="*/ 0 h 1830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9100" h="183006">
                    <a:moveTo>
                      <a:pt x="139100" y="0"/>
                    </a:moveTo>
                    <a:lnTo>
                      <a:pt x="91418" y="138961"/>
                    </a:lnTo>
                    <a:lnTo>
                      <a:pt x="0" y="183006"/>
                    </a:lnTo>
                    <a:lnTo>
                      <a:pt x="139100" y="0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" name="Freeform 23">
                <a:extLst>
                  <a:ext uri="{FF2B5EF4-FFF2-40B4-BE49-F238E27FC236}">
                    <a16:creationId xmlns:a16="http://schemas.microsoft.com/office/drawing/2014/main" id="{71E6698E-B4C7-0291-24AB-E07EFB5CDD71}"/>
                  </a:ext>
                </a:extLst>
              </p:cNvPr>
              <p:cNvSpPr/>
              <p:nvPr/>
            </p:nvSpPr>
            <p:spPr>
              <a:xfrm>
                <a:off x="8959952" y="4637982"/>
                <a:ext cx="175474" cy="174581"/>
              </a:xfrm>
              <a:custGeom>
                <a:avLst/>
                <a:gdLst>
                  <a:gd name="connsiteX0" fmla="*/ 0 w 175474"/>
                  <a:gd name="connsiteY0" fmla="*/ 53644 h 174581"/>
                  <a:gd name="connsiteX1" fmla="*/ 131419 w 175474"/>
                  <a:gd name="connsiteY1" fmla="*/ 174582 h 174581"/>
                  <a:gd name="connsiteX2" fmla="*/ 175475 w 175474"/>
                  <a:gd name="connsiteY2" fmla="*/ 0 h 174581"/>
                  <a:gd name="connsiteX3" fmla="*/ 0 w 175474"/>
                  <a:gd name="connsiteY3" fmla="*/ 53644 h 1745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75474" h="174581">
                    <a:moveTo>
                      <a:pt x="0" y="53644"/>
                    </a:moveTo>
                    <a:lnTo>
                      <a:pt x="131419" y="174582"/>
                    </a:lnTo>
                    <a:lnTo>
                      <a:pt x="175475" y="0"/>
                    </a:lnTo>
                    <a:lnTo>
                      <a:pt x="0" y="53644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" name="Freeform 24">
                <a:extLst>
                  <a:ext uri="{FF2B5EF4-FFF2-40B4-BE49-F238E27FC236}">
                    <a16:creationId xmlns:a16="http://schemas.microsoft.com/office/drawing/2014/main" id="{FBD8D581-6DAC-0961-9852-3F08EBBF2F1B}"/>
                  </a:ext>
                </a:extLst>
              </p:cNvPr>
              <p:cNvSpPr/>
              <p:nvPr/>
            </p:nvSpPr>
            <p:spPr>
              <a:xfrm>
                <a:off x="8959952" y="4691626"/>
                <a:ext cx="131419" cy="120938"/>
              </a:xfrm>
              <a:custGeom>
                <a:avLst/>
                <a:gdLst>
                  <a:gd name="connsiteX0" fmla="*/ 0 w 131419"/>
                  <a:gd name="connsiteY0" fmla="*/ 0 h 120938"/>
                  <a:gd name="connsiteX1" fmla="*/ 24961 w 131419"/>
                  <a:gd name="connsiteY1" fmla="*/ 114325 h 120938"/>
                  <a:gd name="connsiteX2" fmla="*/ 131419 w 131419"/>
                  <a:gd name="connsiteY2" fmla="*/ 120938 h 120938"/>
                  <a:gd name="connsiteX3" fmla="*/ 0 w 131419"/>
                  <a:gd name="connsiteY3" fmla="*/ 0 h 1209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1419" h="120938">
                    <a:moveTo>
                      <a:pt x="0" y="0"/>
                    </a:moveTo>
                    <a:lnTo>
                      <a:pt x="24961" y="114325"/>
                    </a:lnTo>
                    <a:lnTo>
                      <a:pt x="131419" y="120938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" name="Freeform 26">
                <a:extLst>
                  <a:ext uri="{FF2B5EF4-FFF2-40B4-BE49-F238E27FC236}">
                    <a16:creationId xmlns:a16="http://schemas.microsoft.com/office/drawing/2014/main" id="{BA8711A8-575A-9816-93B9-AE768CCC7DFE}"/>
                  </a:ext>
                </a:extLst>
              </p:cNvPr>
              <p:cNvSpPr/>
              <p:nvPr/>
            </p:nvSpPr>
            <p:spPr>
              <a:xfrm>
                <a:off x="8906296" y="4691626"/>
                <a:ext cx="78617" cy="203482"/>
              </a:xfrm>
              <a:custGeom>
                <a:avLst/>
                <a:gdLst>
                  <a:gd name="connsiteX0" fmla="*/ 0 w 78617"/>
                  <a:gd name="connsiteY0" fmla="*/ 203483 h 203482"/>
                  <a:gd name="connsiteX1" fmla="*/ 78617 w 78617"/>
                  <a:gd name="connsiteY1" fmla="*/ 114325 h 203482"/>
                  <a:gd name="connsiteX2" fmla="*/ 53656 w 78617"/>
                  <a:gd name="connsiteY2" fmla="*/ 0 h 203482"/>
                  <a:gd name="connsiteX3" fmla="*/ 0 w 78617"/>
                  <a:gd name="connsiteY3" fmla="*/ 203483 h 2034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8617" h="203482">
                    <a:moveTo>
                      <a:pt x="0" y="203483"/>
                    </a:moveTo>
                    <a:lnTo>
                      <a:pt x="78617" y="114325"/>
                    </a:lnTo>
                    <a:lnTo>
                      <a:pt x="53656" y="0"/>
                    </a:lnTo>
                    <a:lnTo>
                      <a:pt x="0" y="203483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8" name="Freeform 27">
                <a:extLst>
                  <a:ext uri="{FF2B5EF4-FFF2-40B4-BE49-F238E27FC236}">
                    <a16:creationId xmlns:a16="http://schemas.microsoft.com/office/drawing/2014/main" id="{C5AF6DFE-B4A8-E9B4-EB85-EE7A35E9903B}"/>
                  </a:ext>
                </a:extLst>
              </p:cNvPr>
              <p:cNvSpPr/>
              <p:nvPr/>
            </p:nvSpPr>
            <p:spPr>
              <a:xfrm>
                <a:off x="8898083" y="4099628"/>
                <a:ext cx="89817" cy="147279"/>
              </a:xfrm>
              <a:custGeom>
                <a:avLst/>
                <a:gdLst>
                  <a:gd name="connsiteX0" fmla="*/ 0 w 89817"/>
                  <a:gd name="connsiteY0" fmla="*/ 147280 h 147279"/>
                  <a:gd name="connsiteX1" fmla="*/ 0 w 89817"/>
                  <a:gd name="connsiteY1" fmla="*/ 0 h 147279"/>
                  <a:gd name="connsiteX2" fmla="*/ 89818 w 89817"/>
                  <a:gd name="connsiteY2" fmla="*/ 46605 h 147279"/>
                  <a:gd name="connsiteX3" fmla="*/ 0 w 89817"/>
                  <a:gd name="connsiteY3" fmla="*/ 147280 h 1472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9817" h="147279">
                    <a:moveTo>
                      <a:pt x="0" y="147280"/>
                    </a:moveTo>
                    <a:lnTo>
                      <a:pt x="0" y="0"/>
                    </a:lnTo>
                    <a:lnTo>
                      <a:pt x="89818" y="46605"/>
                    </a:lnTo>
                    <a:lnTo>
                      <a:pt x="0" y="147280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9" name="Freeform 28">
                <a:extLst>
                  <a:ext uri="{FF2B5EF4-FFF2-40B4-BE49-F238E27FC236}">
                    <a16:creationId xmlns:a16="http://schemas.microsoft.com/office/drawing/2014/main" id="{C9A30A87-8E94-13B6-BE33-A74F0267C79E}"/>
                  </a:ext>
                </a:extLst>
              </p:cNvPr>
              <p:cNvSpPr/>
              <p:nvPr/>
            </p:nvSpPr>
            <p:spPr>
              <a:xfrm>
                <a:off x="8902670" y="3638806"/>
                <a:ext cx="138779" cy="226944"/>
              </a:xfrm>
              <a:custGeom>
                <a:avLst/>
                <a:gdLst>
                  <a:gd name="connsiteX0" fmla="*/ 0 w 138779"/>
                  <a:gd name="connsiteY0" fmla="*/ 0 h 226944"/>
                  <a:gd name="connsiteX1" fmla="*/ 15147 w 138779"/>
                  <a:gd name="connsiteY1" fmla="*/ 226945 h 226944"/>
                  <a:gd name="connsiteX2" fmla="*/ 138780 w 138779"/>
                  <a:gd name="connsiteY2" fmla="*/ 54283 h 226944"/>
                  <a:gd name="connsiteX3" fmla="*/ 0 w 138779"/>
                  <a:gd name="connsiteY3" fmla="*/ 0 h 2269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8779" h="226944">
                    <a:moveTo>
                      <a:pt x="0" y="0"/>
                    </a:moveTo>
                    <a:lnTo>
                      <a:pt x="15147" y="226945"/>
                    </a:lnTo>
                    <a:lnTo>
                      <a:pt x="138780" y="54283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0" name="Freeform 29">
                <a:extLst>
                  <a:ext uri="{FF2B5EF4-FFF2-40B4-BE49-F238E27FC236}">
                    <a16:creationId xmlns:a16="http://schemas.microsoft.com/office/drawing/2014/main" id="{5128F498-0261-D6DC-A854-388B54A5406E}"/>
                  </a:ext>
                </a:extLst>
              </p:cNvPr>
              <p:cNvSpPr/>
              <p:nvPr/>
            </p:nvSpPr>
            <p:spPr>
              <a:xfrm>
                <a:off x="9041449" y="3649044"/>
                <a:ext cx="91417" cy="209028"/>
              </a:xfrm>
              <a:custGeom>
                <a:avLst/>
                <a:gdLst>
                  <a:gd name="connsiteX0" fmla="*/ 78937 w 91417"/>
                  <a:gd name="connsiteY0" fmla="*/ 209028 h 209028"/>
                  <a:gd name="connsiteX1" fmla="*/ 0 w 91417"/>
                  <a:gd name="connsiteY1" fmla="*/ 44045 h 209028"/>
                  <a:gd name="connsiteX2" fmla="*/ 91418 w 91417"/>
                  <a:gd name="connsiteY2" fmla="*/ 0 h 209028"/>
                  <a:gd name="connsiteX3" fmla="*/ 78937 w 91417"/>
                  <a:gd name="connsiteY3" fmla="*/ 209028 h 2090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1417" h="209028">
                    <a:moveTo>
                      <a:pt x="78937" y="209028"/>
                    </a:moveTo>
                    <a:lnTo>
                      <a:pt x="0" y="44045"/>
                    </a:lnTo>
                    <a:lnTo>
                      <a:pt x="91418" y="0"/>
                    </a:lnTo>
                    <a:lnTo>
                      <a:pt x="78937" y="209028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1" name="Freeform 30">
                <a:extLst>
                  <a:ext uri="{FF2B5EF4-FFF2-40B4-BE49-F238E27FC236}">
                    <a16:creationId xmlns:a16="http://schemas.microsoft.com/office/drawing/2014/main" id="{84B1C40F-A0A1-A422-C779-699FC123E693}"/>
                  </a:ext>
                </a:extLst>
              </p:cNvPr>
              <p:cNvSpPr/>
              <p:nvPr/>
            </p:nvSpPr>
            <p:spPr>
              <a:xfrm>
                <a:off x="8898083" y="3865751"/>
                <a:ext cx="66989" cy="233876"/>
              </a:xfrm>
              <a:custGeom>
                <a:avLst/>
                <a:gdLst>
                  <a:gd name="connsiteX0" fmla="*/ 19734 w 66989"/>
                  <a:gd name="connsiteY0" fmla="*/ 0 h 233876"/>
                  <a:gd name="connsiteX1" fmla="*/ 0 w 66989"/>
                  <a:gd name="connsiteY1" fmla="*/ 233877 h 233876"/>
                  <a:gd name="connsiteX2" fmla="*/ 66990 w 66989"/>
                  <a:gd name="connsiteY2" fmla="*/ 58656 h 233876"/>
                  <a:gd name="connsiteX3" fmla="*/ 19734 w 66989"/>
                  <a:gd name="connsiteY3" fmla="*/ 0 h 2338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6989" h="233876">
                    <a:moveTo>
                      <a:pt x="19734" y="0"/>
                    </a:moveTo>
                    <a:lnTo>
                      <a:pt x="0" y="233877"/>
                    </a:lnTo>
                    <a:lnTo>
                      <a:pt x="66990" y="58656"/>
                    </a:lnTo>
                    <a:lnTo>
                      <a:pt x="19734" y="0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2" name="Freeform 31">
                <a:extLst>
                  <a:ext uri="{FF2B5EF4-FFF2-40B4-BE49-F238E27FC236}">
                    <a16:creationId xmlns:a16="http://schemas.microsoft.com/office/drawing/2014/main" id="{2D550911-CBF1-EFE4-9F1C-FA9CB0C603B1}"/>
                  </a:ext>
                </a:extLst>
              </p:cNvPr>
              <p:cNvSpPr/>
              <p:nvPr/>
            </p:nvSpPr>
            <p:spPr>
              <a:xfrm>
                <a:off x="9079211" y="3858072"/>
                <a:ext cx="47255" cy="153998"/>
              </a:xfrm>
              <a:custGeom>
                <a:avLst/>
                <a:gdLst>
                  <a:gd name="connsiteX0" fmla="*/ 41175 w 47255"/>
                  <a:gd name="connsiteY0" fmla="*/ 0 h 153998"/>
                  <a:gd name="connsiteX1" fmla="*/ 47256 w 47255"/>
                  <a:gd name="connsiteY1" fmla="*/ 153998 h 153998"/>
                  <a:gd name="connsiteX2" fmla="*/ 0 w 47255"/>
                  <a:gd name="connsiteY2" fmla="*/ 116565 h 153998"/>
                  <a:gd name="connsiteX3" fmla="*/ 41175 w 47255"/>
                  <a:gd name="connsiteY3" fmla="*/ 0 h 1539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7255" h="153998">
                    <a:moveTo>
                      <a:pt x="41175" y="0"/>
                    </a:moveTo>
                    <a:lnTo>
                      <a:pt x="47256" y="153998"/>
                    </a:lnTo>
                    <a:lnTo>
                      <a:pt x="0" y="116565"/>
                    </a:lnTo>
                    <a:lnTo>
                      <a:pt x="41175" y="0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3" name="Freeform 32">
                <a:extLst>
                  <a:ext uri="{FF2B5EF4-FFF2-40B4-BE49-F238E27FC236}">
                    <a16:creationId xmlns:a16="http://schemas.microsoft.com/office/drawing/2014/main" id="{30960235-9215-62A6-109F-01D62258E9D9}"/>
                  </a:ext>
                </a:extLst>
              </p:cNvPr>
              <p:cNvSpPr/>
              <p:nvPr/>
            </p:nvSpPr>
            <p:spPr>
              <a:xfrm>
                <a:off x="8898083" y="4012071"/>
                <a:ext cx="228384" cy="134161"/>
              </a:xfrm>
              <a:custGeom>
                <a:avLst/>
                <a:gdLst>
                  <a:gd name="connsiteX0" fmla="*/ 89818 w 228384"/>
                  <a:gd name="connsiteY0" fmla="*/ 134162 h 134161"/>
                  <a:gd name="connsiteX1" fmla="*/ 0 w 228384"/>
                  <a:gd name="connsiteY1" fmla="*/ 87557 h 134161"/>
                  <a:gd name="connsiteX2" fmla="*/ 228384 w 228384"/>
                  <a:gd name="connsiteY2" fmla="*/ 0 h 134161"/>
                  <a:gd name="connsiteX3" fmla="*/ 89818 w 228384"/>
                  <a:gd name="connsiteY3" fmla="*/ 134162 h 1341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28384" h="134161">
                    <a:moveTo>
                      <a:pt x="89818" y="134162"/>
                    </a:moveTo>
                    <a:lnTo>
                      <a:pt x="0" y="87557"/>
                    </a:lnTo>
                    <a:lnTo>
                      <a:pt x="228384" y="0"/>
                    </a:lnTo>
                    <a:lnTo>
                      <a:pt x="89818" y="134162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4" name="Freeform 33">
                <a:extLst>
                  <a:ext uri="{FF2B5EF4-FFF2-40B4-BE49-F238E27FC236}">
                    <a16:creationId xmlns:a16="http://schemas.microsoft.com/office/drawing/2014/main" id="{7FF80C9D-63A8-DF18-86C0-D45DBE81847F}"/>
                  </a:ext>
                </a:extLst>
              </p:cNvPr>
              <p:cNvSpPr/>
              <p:nvPr/>
            </p:nvSpPr>
            <p:spPr>
              <a:xfrm>
                <a:off x="8898083" y="3974637"/>
                <a:ext cx="228384" cy="124990"/>
              </a:xfrm>
              <a:custGeom>
                <a:avLst/>
                <a:gdLst>
                  <a:gd name="connsiteX0" fmla="*/ 0 w 228384"/>
                  <a:gd name="connsiteY0" fmla="*/ 124990 h 124990"/>
                  <a:gd name="connsiteX1" fmla="*/ 228384 w 228384"/>
                  <a:gd name="connsiteY1" fmla="*/ 37433 h 124990"/>
                  <a:gd name="connsiteX2" fmla="*/ 181129 w 228384"/>
                  <a:gd name="connsiteY2" fmla="*/ 0 h 124990"/>
                  <a:gd name="connsiteX3" fmla="*/ 0 w 228384"/>
                  <a:gd name="connsiteY3" fmla="*/ 124990 h 1249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28384" h="124990">
                    <a:moveTo>
                      <a:pt x="0" y="124990"/>
                    </a:moveTo>
                    <a:lnTo>
                      <a:pt x="228384" y="37433"/>
                    </a:lnTo>
                    <a:lnTo>
                      <a:pt x="181129" y="0"/>
                    </a:lnTo>
                    <a:lnTo>
                      <a:pt x="0" y="124990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5" name="Freeform 34">
                <a:extLst>
                  <a:ext uri="{FF2B5EF4-FFF2-40B4-BE49-F238E27FC236}">
                    <a16:creationId xmlns:a16="http://schemas.microsoft.com/office/drawing/2014/main" id="{0962302F-9441-2976-7DCB-B1341EDD2D9E}"/>
                  </a:ext>
                </a:extLst>
              </p:cNvPr>
              <p:cNvSpPr/>
              <p:nvPr/>
            </p:nvSpPr>
            <p:spPr>
              <a:xfrm>
                <a:off x="9091372" y="4637982"/>
                <a:ext cx="147100" cy="174581"/>
              </a:xfrm>
              <a:custGeom>
                <a:avLst/>
                <a:gdLst>
                  <a:gd name="connsiteX0" fmla="*/ 0 w 147100"/>
                  <a:gd name="connsiteY0" fmla="*/ 174582 h 174581"/>
                  <a:gd name="connsiteX1" fmla="*/ 147100 w 147100"/>
                  <a:gd name="connsiteY1" fmla="*/ 155385 h 174581"/>
                  <a:gd name="connsiteX2" fmla="*/ 44055 w 147100"/>
                  <a:gd name="connsiteY2" fmla="*/ 0 h 174581"/>
                  <a:gd name="connsiteX3" fmla="*/ 0 w 147100"/>
                  <a:gd name="connsiteY3" fmla="*/ 174582 h 1745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47100" h="174581">
                    <a:moveTo>
                      <a:pt x="0" y="174582"/>
                    </a:moveTo>
                    <a:lnTo>
                      <a:pt x="147100" y="155385"/>
                    </a:lnTo>
                    <a:lnTo>
                      <a:pt x="44055" y="0"/>
                    </a:lnTo>
                    <a:lnTo>
                      <a:pt x="0" y="174582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6" name="Freeform 35">
                <a:extLst>
                  <a:ext uri="{FF2B5EF4-FFF2-40B4-BE49-F238E27FC236}">
                    <a16:creationId xmlns:a16="http://schemas.microsoft.com/office/drawing/2014/main" id="{97F2764F-F9A4-E38E-65EC-D2BB2C58A9A1}"/>
                  </a:ext>
                </a:extLst>
              </p:cNvPr>
              <p:cNvSpPr/>
              <p:nvPr/>
            </p:nvSpPr>
            <p:spPr>
              <a:xfrm>
                <a:off x="9238472" y="4793367"/>
                <a:ext cx="172488" cy="113898"/>
              </a:xfrm>
              <a:custGeom>
                <a:avLst/>
                <a:gdLst>
                  <a:gd name="connsiteX0" fmla="*/ 5974 w 172488"/>
                  <a:gd name="connsiteY0" fmla="*/ 101742 h 113898"/>
                  <a:gd name="connsiteX1" fmla="*/ 172488 w 172488"/>
                  <a:gd name="connsiteY1" fmla="*/ 113899 h 113898"/>
                  <a:gd name="connsiteX2" fmla="*/ 0 w 172488"/>
                  <a:gd name="connsiteY2" fmla="*/ 0 h 113898"/>
                  <a:gd name="connsiteX3" fmla="*/ 5974 w 172488"/>
                  <a:gd name="connsiteY3" fmla="*/ 101742 h 1138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72488" h="113898">
                    <a:moveTo>
                      <a:pt x="5974" y="101742"/>
                    </a:moveTo>
                    <a:lnTo>
                      <a:pt x="172488" y="113899"/>
                    </a:lnTo>
                    <a:lnTo>
                      <a:pt x="0" y="0"/>
                    </a:lnTo>
                    <a:lnTo>
                      <a:pt x="5974" y="101742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7" name="Freeform 36">
                <a:extLst>
                  <a:ext uri="{FF2B5EF4-FFF2-40B4-BE49-F238E27FC236}">
                    <a16:creationId xmlns:a16="http://schemas.microsoft.com/office/drawing/2014/main" id="{4F397C2E-3A2B-68F1-41AF-1FB1824D46A9}"/>
                  </a:ext>
                </a:extLst>
              </p:cNvPr>
              <p:cNvSpPr/>
              <p:nvPr/>
            </p:nvSpPr>
            <p:spPr>
              <a:xfrm>
                <a:off x="8898083" y="3924407"/>
                <a:ext cx="181128" cy="175221"/>
              </a:xfrm>
              <a:custGeom>
                <a:avLst/>
                <a:gdLst>
                  <a:gd name="connsiteX0" fmla="*/ 66990 w 181128"/>
                  <a:gd name="connsiteY0" fmla="*/ 0 h 175221"/>
                  <a:gd name="connsiteX1" fmla="*/ 181129 w 181128"/>
                  <a:gd name="connsiteY1" fmla="*/ 50231 h 175221"/>
                  <a:gd name="connsiteX2" fmla="*/ 0 w 181128"/>
                  <a:gd name="connsiteY2" fmla="*/ 175221 h 175221"/>
                  <a:gd name="connsiteX3" fmla="*/ 66990 w 181128"/>
                  <a:gd name="connsiteY3" fmla="*/ 0 h 17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81128" h="175221">
                    <a:moveTo>
                      <a:pt x="66990" y="0"/>
                    </a:moveTo>
                    <a:lnTo>
                      <a:pt x="181129" y="50231"/>
                    </a:lnTo>
                    <a:lnTo>
                      <a:pt x="0" y="175221"/>
                    </a:lnTo>
                    <a:lnTo>
                      <a:pt x="66990" y="0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8" name="Freeform 37">
                <a:extLst>
                  <a:ext uri="{FF2B5EF4-FFF2-40B4-BE49-F238E27FC236}">
                    <a16:creationId xmlns:a16="http://schemas.microsoft.com/office/drawing/2014/main" id="{1D857396-1E50-C9A6-CF04-8FC001398C76}"/>
                  </a:ext>
                </a:extLst>
              </p:cNvPr>
              <p:cNvSpPr/>
              <p:nvPr/>
            </p:nvSpPr>
            <p:spPr>
              <a:xfrm>
                <a:off x="8965072" y="3858072"/>
                <a:ext cx="155314" cy="116565"/>
              </a:xfrm>
              <a:custGeom>
                <a:avLst/>
                <a:gdLst>
                  <a:gd name="connsiteX0" fmla="*/ 0 w 155314"/>
                  <a:gd name="connsiteY0" fmla="*/ 66334 h 116565"/>
                  <a:gd name="connsiteX1" fmla="*/ 155314 w 155314"/>
                  <a:gd name="connsiteY1" fmla="*/ 0 h 116565"/>
                  <a:gd name="connsiteX2" fmla="*/ 114139 w 155314"/>
                  <a:gd name="connsiteY2" fmla="*/ 116565 h 116565"/>
                  <a:gd name="connsiteX3" fmla="*/ 0 w 155314"/>
                  <a:gd name="connsiteY3" fmla="*/ 66334 h 1165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55314" h="116565">
                    <a:moveTo>
                      <a:pt x="0" y="66334"/>
                    </a:moveTo>
                    <a:lnTo>
                      <a:pt x="155314" y="0"/>
                    </a:lnTo>
                    <a:lnTo>
                      <a:pt x="114139" y="116565"/>
                    </a:lnTo>
                    <a:lnTo>
                      <a:pt x="0" y="66334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9" name="Freeform 38">
                <a:extLst>
                  <a:ext uri="{FF2B5EF4-FFF2-40B4-BE49-F238E27FC236}">
                    <a16:creationId xmlns:a16="http://schemas.microsoft.com/office/drawing/2014/main" id="{A0BC4651-950A-7D4F-C07F-07611D40B95E}"/>
                  </a:ext>
                </a:extLst>
              </p:cNvPr>
              <p:cNvSpPr/>
              <p:nvPr/>
            </p:nvSpPr>
            <p:spPr>
              <a:xfrm>
                <a:off x="8917817" y="3693089"/>
                <a:ext cx="123632" cy="231317"/>
              </a:xfrm>
              <a:custGeom>
                <a:avLst/>
                <a:gdLst>
                  <a:gd name="connsiteX0" fmla="*/ 0 w 123632"/>
                  <a:gd name="connsiteY0" fmla="*/ 172662 h 231317"/>
                  <a:gd name="connsiteX1" fmla="*/ 123633 w 123632"/>
                  <a:gd name="connsiteY1" fmla="*/ 0 h 231317"/>
                  <a:gd name="connsiteX2" fmla="*/ 47256 w 123632"/>
                  <a:gd name="connsiteY2" fmla="*/ 231317 h 231317"/>
                  <a:gd name="connsiteX3" fmla="*/ 0 w 123632"/>
                  <a:gd name="connsiteY3" fmla="*/ 172662 h 2313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23632" h="231317">
                    <a:moveTo>
                      <a:pt x="0" y="172662"/>
                    </a:moveTo>
                    <a:lnTo>
                      <a:pt x="123633" y="0"/>
                    </a:lnTo>
                    <a:lnTo>
                      <a:pt x="47256" y="231317"/>
                    </a:lnTo>
                    <a:lnTo>
                      <a:pt x="0" y="172662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" name="Freeform 49">
                <a:extLst>
                  <a:ext uri="{FF2B5EF4-FFF2-40B4-BE49-F238E27FC236}">
                    <a16:creationId xmlns:a16="http://schemas.microsoft.com/office/drawing/2014/main" id="{996C6EA9-F0E1-CF2F-D821-3125E5687E94}"/>
                  </a:ext>
                </a:extLst>
              </p:cNvPr>
              <p:cNvSpPr/>
              <p:nvPr/>
            </p:nvSpPr>
            <p:spPr>
              <a:xfrm>
                <a:off x="8729968" y="4812564"/>
                <a:ext cx="176328" cy="100141"/>
              </a:xfrm>
              <a:custGeom>
                <a:avLst/>
                <a:gdLst>
                  <a:gd name="connsiteX0" fmla="*/ 0 w 176328"/>
                  <a:gd name="connsiteY0" fmla="*/ 100141 h 100141"/>
                  <a:gd name="connsiteX1" fmla="*/ 70510 w 176328"/>
                  <a:gd name="connsiteY1" fmla="*/ 0 h 100141"/>
                  <a:gd name="connsiteX2" fmla="*/ 176328 w 176328"/>
                  <a:gd name="connsiteY2" fmla="*/ 82545 h 100141"/>
                  <a:gd name="connsiteX3" fmla="*/ 0 w 176328"/>
                  <a:gd name="connsiteY3" fmla="*/ 100141 h 1001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76328" h="100141">
                    <a:moveTo>
                      <a:pt x="0" y="100141"/>
                    </a:moveTo>
                    <a:lnTo>
                      <a:pt x="70510" y="0"/>
                    </a:lnTo>
                    <a:lnTo>
                      <a:pt x="176328" y="82545"/>
                    </a:lnTo>
                    <a:lnTo>
                      <a:pt x="0" y="100141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1" name="Freeform 50">
                <a:extLst>
                  <a:ext uri="{FF2B5EF4-FFF2-40B4-BE49-F238E27FC236}">
                    <a16:creationId xmlns:a16="http://schemas.microsoft.com/office/drawing/2014/main" id="{0F0CC630-55ED-65E1-5CA5-79CBFFEAD8D5}"/>
                  </a:ext>
                </a:extLst>
              </p:cNvPr>
              <p:cNvSpPr/>
              <p:nvPr/>
            </p:nvSpPr>
            <p:spPr>
              <a:xfrm>
                <a:off x="8352457" y="4862901"/>
                <a:ext cx="377511" cy="92143"/>
              </a:xfrm>
              <a:custGeom>
                <a:avLst/>
                <a:gdLst>
                  <a:gd name="connsiteX0" fmla="*/ 377511 w 377511"/>
                  <a:gd name="connsiteY0" fmla="*/ 49804 h 92143"/>
                  <a:gd name="connsiteX1" fmla="*/ 0 w 377511"/>
                  <a:gd name="connsiteY1" fmla="*/ 92143 h 92143"/>
                  <a:gd name="connsiteX2" fmla="*/ 288227 w 377511"/>
                  <a:gd name="connsiteY2" fmla="*/ 0 h 92143"/>
                  <a:gd name="connsiteX3" fmla="*/ 377511 w 377511"/>
                  <a:gd name="connsiteY3" fmla="*/ 49804 h 921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77511" h="92143">
                    <a:moveTo>
                      <a:pt x="377511" y="49804"/>
                    </a:moveTo>
                    <a:lnTo>
                      <a:pt x="0" y="92143"/>
                    </a:lnTo>
                    <a:lnTo>
                      <a:pt x="288227" y="0"/>
                    </a:lnTo>
                    <a:lnTo>
                      <a:pt x="377511" y="49804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2" name="Freeform 51">
                <a:extLst>
                  <a:ext uri="{FF2B5EF4-FFF2-40B4-BE49-F238E27FC236}">
                    <a16:creationId xmlns:a16="http://schemas.microsoft.com/office/drawing/2014/main" id="{B48B36E8-76B2-992E-60C4-2871AB4DA9FF}"/>
                  </a:ext>
                </a:extLst>
              </p:cNvPr>
              <p:cNvSpPr/>
              <p:nvPr/>
            </p:nvSpPr>
            <p:spPr>
              <a:xfrm>
                <a:off x="8800478" y="4736951"/>
                <a:ext cx="105818" cy="158157"/>
              </a:xfrm>
              <a:custGeom>
                <a:avLst/>
                <a:gdLst>
                  <a:gd name="connsiteX0" fmla="*/ 0 w 105818"/>
                  <a:gd name="connsiteY0" fmla="*/ 75613 h 158157"/>
                  <a:gd name="connsiteX1" fmla="*/ 88004 w 105818"/>
                  <a:gd name="connsiteY1" fmla="*/ 0 h 158157"/>
                  <a:gd name="connsiteX2" fmla="*/ 105819 w 105818"/>
                  <a:gd name="connsiteY2" fmla="*/ 158158 h 158157"/>
                  <a:gd name="connsiteX3" fmla="*/ 0 w 105818"/>
                  <a:gd name="connsiteY3" fmla="*/ 75613 h 1581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5818" h="158157">
                    <a:moveTo>
                      <a:pt x="0" y="75613"/>
                    </a:moveTo>
                    <a:lnTo>
                      <a:pt x="88004" y="0"/>
                    </a:lnTo>
                    <a:lnTo>
                      <a:pt x="105819" y="158158"/>
                    </a:lnTo>
                    <a:lnTo>
                      <a:pt x="0" y="75613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3" name="Freeform 52">
                <a:extLst>
                  <a:ext uri="{FF2B5EF4-FFF2-40B4-BE49-F238E27FC236}">
                    <a16:creationId xmlns:a16="http://schemas.microsoft.com/office/drawing/2014/main" id="{4B9CEA90-9D1E-C21E-C2D6-77B17B110757}"/>
                  </a:ext>
                </a:extLst>
              </p:cNvPr>
              <p:cNvSpPr/>
              <p:nvPr/>
            </p:nvSpPr>
            <p:spPr>
              <a:xfrm>
                <a:off x="8987900" y="4146233"/>
                <a:ext cx="149767" cy="81158"/>
              </a:xfrm>
              <a:custGeom>
                <a:avLst/>
                <a:gdLst>
                  <a:gd name="connsiteX0" fmla="*/ 149767 w 149767"/>
                  <a:gd name="connsiteY0" fmla="*/ 0 h 81158"/>
                  <a:gd name="connsiteX1" fmla="*/ 0 w 149767"/>
                  <a:gd name="connsiteY1" fmla="*/ 0 h 81158"/>
                  <a:gd name="connsiteX2" fmla="*/ 147527 w 149767"/>
                  <a:gd name="connsiteY2" fmla="*/ 81159 h 81158"/>
                  <a:gd name="connsiteX3" fmla="*/ 149767 w 149767"/>
                  <a:gd name="connsiteY3" fmla="*/ 0 h 811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49767" h="81158">
                    <a:moveTo>
                      <a:pt x="149767" y="0"/>
                    </a:moveTo>
                    <a:lnTo>
                      <a:pt x="0" y="0"/>
                    </a:lnTo>
                    <a:lnTo>
                      <a:pt x="147527" y="81159"/>
                    </a:lnTo>
                    <a:lnTo>
                      <a:pt x="149767" y="0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4" name="Freeform 53">
                <a:extLst>
                  <a:ext uri="{FF2B5EF4-FFF2-40B4-BE49-F238E27FC236}">
                    <a16:creationId xmlns:a16="http://schemas.microsoft.com/office/drawing/2014/main" id="{E5674C70-EF28-0330-6663-427418617E09}"/>
                  </a:ext>
                </a:extLst>
              </p:cNvPr>
              <p:cNvSpPr/>
              <p:nvPr/>
            </p:nvSpPr>
            <p:spPr>
              <a:xfrm>
                <a:off x="8898083" y="4246907"/>
                <a:ext cx="173661" cy="127869"/>
              </a:xfrm>
              <a:custGeom>
                <a:avLst/>
                <a:gdLst>
                  <a:gd name="connsiteX0" fmla="*/ 0 w 173661"/>
                  <a:gd name="connsiteY0" fmla="*/ 0 h 127869"/>
                  <a:gd name="connsiteX1" fmla="*/ 173662 w 173661"/>
                  <a:gd name="connsiteY1" fmla="*/ 57803 h 127869"/>
                  <a:gd name="connsiteX2" fmla="*/ 4587 w 173661"/>
                  <a:gd name="connsiteY2" fmla="*/ 127870 h 127869"/>
                  <a:gd name="connsiteX3" fmla="*/ 0 w 173661"/>
                  <a:gd name="connsiteY3" fmla="*/ 0 h 1278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73661" h="127869">
                    <a:moveTo>
                      <a:pt x="0" y="0"/>
                    </a:moveTo>
                    <a:lnTo>
                      <a:pt x="173662" y="57803"/>
                    </a:lnTo>
                    <a:lnTo>
                      <a:pt x="4587" y="12787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5" name="Freeform 54">
                <a:extLst>
                  <a:ext uri="{FF2B5EF4-FFF2-40B4-BE49-F238E27FC236}">
                    <a16:creationId xmlns:a16="http://schemas.microsoft.com/office/drawing/2014/main" id="{84D7D8BE-8F13-8432-A813-01D1C3976651}"/>
                  </a:ext>
                </a:extLst>
              </p:cNvPr>
              <p:cNvSpPr/>
              <p:nvPr/>
            </p:nvSpPr>
            <p:spPr>
              <a:xfrm>
                <a:off x="8987900" y="4146233"/>
                <a:ext cx="147526" cy="158477"/>
              </a:xfrm>
              <a:custGeom>
                <a:avLst/>
                <a:gdLst>
                  <a:gd name="connsiteX0" fmla="*/ 83844 w 147526"/>
                  <a:gd name="connsiteY0" fmla="*/ 158477 h 158477"/>
                  <a:gd name="connsiteX1" fmla="*/ 0 w 147526"/>
                  <a:gd name="connsiteY1" fmla="*/ 0 h 158477"/>
                  <a:gd name="connsiteX2" fmla="*/ 147527 w 147526"/>
                  <a:gd name="connsiteY2" fmla="*/ 81159 h 158477"/>
                  <a:gd name="connsiteX3" fmla="*/ 83844 w 147526"/>
                  <a:gd name="connsiteY3" fmla="*/ 158477 h 1584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47526" h="158477">
                    <a:moveTo>
                      <a:pt x="83844" y="158477"/>
                    </a:moveTo>
                    <a:lnTo>
                      <a:pt x="0" y="0"/>
                    </a:lnTo>
                    <a:lnTo>
                      <a:pt x="147527" y="81159"/>
                    </a:lnTo>
                    <a:lnTo>
                      <a:pt x="83844" y="158477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6" name="Freeform 55">
                <a:extLst>
                  <a:ext uri="{FF2B5EF4-FFF2-40B4-BE49-F238E27FC236}">
                    <a16:creationId xmlns:a16="http://schemas.microsoft.com/office/drawing/2014/main" id="{A6952814-4AFA-CA09-C87A-2F6C712CF99D}"/>
                  </a:ext>
                </a:extLst>
              </p:cNvPr>
              <p:cNvSpPr/>
              <p:nvPr/>
            </p:nvSpPr>
            <p:spPr>
              <a:xfrm>
                <a:off x="9071744" y="4227391"/>
                <a:ext cx="63683" cy="170528"/>
              </a:xfrm>
              <a:custGeom>
                <a:avLst/>
                <a:gdLst>
                  <a:gd name="connsiteX0" fmla="*/ 61123 w 63683"/>
                  <a:gd name="connsiteY0" fmla="*/ 170529 h 170528"/>
                  <a:gd name="connsiteX1" fmla="*/ 63683 w 63683"/>
                  <a:gd name="connsiteY1" fmla="*/ 0 h 170528"/>
                  <a:gd name="connsiteX2" fmla="*/ 0 w 63683"/>
                  <a:gd name="connsiteY2" fmla="*/ 77319 h 170528"/>
                  <a:gd name="connsiteX3" fmla="*/ 61123 w 63683"/>
                  <a:gd name="connsiteY3" fmla="*/ 170529 h 1705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3683" h="170528">
                    <a:moveTo>
                      <a:pt x="61123" y="170529"/>
                    </a:moveTo>
                    <a:lnTo>
                      <a:pt x="63683" y="0"/>
                    </a:lnTo>
                    <a:lnTo>
                      <a:pt x="0" y="77319"/>
                    </a:lnTo>
                    <a:lnTo>
                      <a:pt x="61123" y="170529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7" name="Freeform 56">
                <a:extLst>
                  <a:ext uri="{FF2B5EF4-FFF2-40B4-BE49-F238E27FC236}">
                    <a16:creationId xmlns:a16="http://schemas.microsoft.com/office/drawing/2014/main" id="{53253EFF-4AA8-A60D-B2DD-E40FB8693484}"/>
                  </a:ext>
                </a:extLst>
              </p:cNvPr>
              <p:cNvSpPr/>
              <p:nvPr/>
            </p:nvSpPr>
            <p:spPr>
              <a:xfrm>
                <a:off x="8906296" y="4812564"/>
                <a:ext cx="338149" cy="82544"/>
              </a:xfrm>
              <a:custGeom>
                <a:avLst/>
                <a:gdLst>
                  <a:gd name="connsiteX0" fmla="*/ 0 w 338149"/>
                  <a:gd name="connsiteY0" fmla="*/ 82545 h 82544"/>
                  <a:gd name="connsiteX1" fmla="*/ 338149 w 338149"/>
                  <a:gd name="connsiteY1" fmla="*/ 82545 h 82544"/>
                  <a:gd name="connsiteX2" fmla="*/ 185075 w 338149"/>
                  <a:gd name="connsiteY2" fmla="*/ 0 h 82544"/>
                  <a:gd name="connsiteX3" fmla="*/ 0 w 338149"/>
                  <a:gd name="connsiteY3" fmla="*/ 82545 h 825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38149" h="82544">
                    <a:moveTo>
                      <a:pt x="0" y="82545"/>
                    </a:moveTo>
                    <a:lnTo>
                      <a:pt x="338149" y="82545"/>
                    </a:lnTo>
                    <a:lnTo>
                      <a:pt x="185075" y="0"/>
                    </a:lnTo>
                    <a:lnTo>
                      <a:pt x="0" y="82545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8" name="Freeform 57">
                <a:extLst>
                  <a:ext uri="{FF2B5EF4-FFF2-40B4-BE49-F238E27FC236}">
                    <a16:creationId xmlns:a16="http://schemas.microsoft.com/office/drawing/2014/main" id="{EAABDDE2-45C4-BD04-D119-824C146BA72D}"/>
                  </a:ext>
                </a:extLst>
              </p:cNvPr>
              <p:cNvSpPr/>
              <p:nvPr/>
            </p:nvSpPr>
            <p:spPr>
              <a:xfrm>
                <a:off x="9415440" y="4884977"/>
                <a:ext cx="408232" cy="55456"/>
              </a:xfrm>
              <a:custGeom>
                <a:avLst/>
                <a:gdLst>
                  <a:gd name="connsiteX0" fmla="*/ 0 w 408232"/>
                  <a:gd name="connsiteY0" fmla="*/ 22289 h 55456"/>
                  <a:gd name="connsiteX1" fmla="*/ 107739 w 408232"/>
                  <a:gd name="connsiteY1" fmla="*/ 0 h 55456"/>
                  <a:gd name="connsiteX2" fmla="*/ 408233 w 408232"/>
                  <a:gd name="connsiteY2" fmla="*/ 55457 h 55456"/>
                  <a:gd name="connsiteX3" fmla="*/ 0 w 408232"/>
                  <a:gd name="connsiteY3" fmla="*/ 22289 h 554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08232" h="55456">
                    <a:moveTo>
                      <a:pt x="0" y="22289"/>
                    </a:moveTo>
                    <a:lnTo>
                      <a:pt x="107739" y="0"/>
                    </a:lnTo>
                    <a:lnTo>
                      <a:pt x="408233" y="55457"/>
                    </a:lnTo>
                    <a:lnTo>
                      <a:pt x="0" y="22289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9" name="Freeform 58">
                <a:extLst>
                  <a:ext uri="{FF2B5EF4-FFF2-40B4-BE49-F238E27FC236}">
                    <a16:creationId xmlns:a16="http://schemas.microsoft.com/office/drawing/2014/main" id="{B6526A5E-D217-C7BA-E99B-02965A2E20E7}"/>
                  </a:ext>
                </a:extLst>
              </p:cNvPr>
              <p:cNvSpPr/>
              <p:nvPr/>
            </p:nvSpPr>
            <p:spPr>
              <a:xfrm>
                <a:off x="8640684" y="4812564"/>
                <a:ext cx="159794" cy="100141"/>
              </a:xfrm>
              <a:custGeom>
                <a:avLst/>
                <a:gdLst>
                  <a:gd name="connsiteX0" fmla="*/ 0 w 159794"/>
                  <a:gd name="connsiteY0" fmla="*/ 50337 h 100141"/>
                  <a:gd name="connsiteX1" fmla="*/ 159794 w 159794"/>
                  <a:gd name="connsiteY1" fmla="*/ 0 h 100141"/>
                  <a:gd name="connsiteX2" fmla="*/ 89285 w 159794"/>
                  <a:gd name="connsiteY2" fmla="*/ 100141 h 100141"/>
                  <a:gd name="connsiteX3" fmla="*/ 0 w 159794"/>
                  <a:gd name="connsiteY3" fmla="*/ 50337 h 1001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59794" h="100141">
                    <a:moveTo>
                      <a:pt x="0" y="50337"/>
                    </a:moveTo>
                    <a:lnTo>
                      <a:pt x="159794" y="0"/>
                    </a:lnTo>
                    <a:lnTo>
                      <a:pt x="89285" y="100141"/>
                    </a:lnTo>
                    <a:lnTo>
                      <a:pt x="0" y="50337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0" name="Freeform 59">
                <a:extLst>
                  <a:ext uri="{FF2B5EF4-FFF2-40B4-BE49-F238E27FC236}">
                    <a16:creationId xmlns:a16="http://schemas.microsoft.com/office/drawing/2014/main" id="{E4D86154-4AD9-BE13-516B-25A8C2CCDED0}"/>
                  </a:ext>
                </a:extLst>
              </p:cNvPr>
              <p:cNvSpPr/>
              <p:nvPr/>
            </p:nvSpPr>
            <p:spPr>
              <a:xfrm>
                <a:off x="9126467" y="4012071"/>
                <a:ext cx="50989" cy="134161"/>
              </a:xfrm>
              <a:custGeom>
                <a:avLst/>
                <a:gdLst>
                  <a:gd name="connsiteX0" fmla="*/ 0 w 50989"/>
                  <a:gd name="connsiteY0" fmla="*/ 0 h 134161"/>
                  <a:gd name="connsiteX1" fmla="*/ 50989 w 50989"/>
                  <a:gd name="connsiteY1" fmla="*/ 25062 h 134161"/>
                  <a:gd name="connsiteX2" fmla="*/ 11201 w 50989"/>
                  <a:gd name="connsiteY2" fmla="*/ 134162 h 134161"/>
                  <a:gd name="connsiteX3" fmla="*/ 0 w 50989"/>
                  <a:gd name="connsiteY3" fmla="*/ 0 h 1341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0989" h="134161">
                    <a:moveTo>
                      <a:pt x="0" y="0"/>
                    </a:moveTo>
                    <a:lnTo>
                      <a:pt x="50989" y="25062"/>
                    </a:lnTo>
                    <a:lnTo>
                      <a:pt x="11201" y="134162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1" name="Freeform 60">
                <a:extLst>
                  <a:ext uri="{FF2B5EF4-FFF2-40B4-BE49-F238E27FC236}">
                    <a16:creationId xmlns:a16="http://schemas.microsoft.com/office/drawing/2014/main" id="{B3BF3210-3768-2B74-0D4A-11E55C489510}"/>
                  </a:ext>
                </a:extLst>
              </p:cNvPr>
              <p:cNvSpPr/>
              <p:nvPr/>
            </p:nvSpPr>
            <p:spPr>
              <a:xfrm>
                <a:off x="9137667" y="4037133"/>
                <a:ext cx="64536" cy="109099"/>
              </a:xfrm>
              <a:custGeom>
                <a:avLst/>
                <a:gdLst>
                  <a:gd name="connsiteX0" fmla="*/ 0 w 64536"/>
                  <a:gd name="connsiteY0" fmla="*/ 109100 h 109099"/>
                  <a:gd name="connsiteX1" fmla="*/ 64536 w 64536"/>
                  <a:gd name="connsiteY1" fmla="*/ 54177 h 109099"/>
                  <a:gd name="connsiteX2" fmla="*/ 39788 w 64536"/>
                  <a:gd name="connsiteY2" fmla="*/ 0 h 109099"/>
                  <a:gd name="connsiteX3" fmla="*/ 0 w 64536"/>
                  <a:gd name="connsiteY3" fmla="*/ 109100 h 109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4536" h="109099">
                    <a:moveTo>
                      <a:pt x="0" y="109100"/>
                    </a:moveTo>
                    <a:lnTo>
                      <a:pt x="64536" y="54177"/>
                    </a:lnTo>
                    <a:lnTo>
                      <a:pt x="39788" y="0"/>
                    </a:lnTo>
                    <a:lnTo>
                      <a:pt x="0" y="109100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2" name="Freeform 61">
                <a:extLst>
                  <a:ext uri="{FF2B5EF4-FFF2-40B4-BE49-F238E27FC236}">
                    <a16:creationId xmlns:a16="http://schemas.microsoft.com/office/drawing/2014/main" id="{AE986CB6-B6C1-3745-D1B7-3A6FAA00F82C}"/>
                  </a:ext>
                </a:extLst>
              </p:cNvPr>
              <p:cNvSpPr/>
              <p:nvPr/>
            </p:nvSpPr>
            <p:spPr>
              <a:xfrm>
                <a:off x="9137667" y="4091309"/>
                <a:ext cx="95364" cy="54923"/>
              </a:xfrm>
              <a:custGeom>
                <a:avLst/>
                <a:gdLst>
                  <a:gd name="connsiteX0" fmla="*/ 0 w 95364"/>
                  <a:gd name="connsiteY0" fmla="*/ 54923 h 54923"/>
                  <a:gd name="connsiteX1" fmla="*/ 95364 w 95364"/>
                  <a:gd name="connsiteY1" fmla="*/ 18770 h 54923"/>
                  <a:gd name="connsiteX2" fmla="*/ 64536 w 95364"/>
                  <a:gd name="connsiteY2" fmla="*/ 0 h 54923"/>
                  <a:gd name="connsiteX3" fmla="*/ 0 w 95364"/>
                  <a:gd name="connsiteY3" fmla="*/ 54923 h 549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5364" h="54923">
                    <a:moveTo>
                      <a:pt x="0" y="54923"/>
                    </a:moveTo>
                    <a:lnTo>
                      <a:pt x="95364" y="18770"/>
                    </a:lnTo>
                    <a:lnTo>
                      <a:pt x="64536" y="0"/>
                    </a:lnTo>
                    <a:lnTo>
                      <a:pt x="0" y="54923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3" name="Freeform 62">
                <a:extLst>
                  <a:ext uri="{FF2B5EF4-FFF2-40B4-BE49-F238E27FC236}">
                    <a16:creationId xmlns:a16="http://schemas.microsoft.com/office/drawing/2014/main" id="{7AD0CD3D-73C6-14FF-EA51-CC50E638D4D0}"/>
                  </a:ext>
                </a:extLst>
              </p:cNvPr>
              <p:cNvSpPr/>
              <p:nvPr/>
            </p:nvSpPr>
            <p:spPr>
              <a:xfrm>
                <a:off x="9177456" y="4030307"/>
                <a:ext cx="109232" cy="61002"/>
              </a:xfrm>
              <a:custGeom>
                <a:avLst/>
                <a:gdLst>
                  <a:gd name="connsiteX0" fmla="*/ 0 w 109232"/>
                  <a:gd name="connsiteY0" fmla="*/ 6826 h 61002"/>
                  <a:gd name="connsiteX1" fmla="*/ 109232 w 109232"/>
                  <a:gd name="connsiteY1" fmla="*/ 0 h 61002"/>
                  <a:gd name="connsiteX2" fmla="*/ 24748 w 109232"/>
                  <a:gd name="connsiteY2" fmla="*/ 61002 h 61002"/>
                  <a:gd name="connsiteX3" fmla="*/ 0 w 109232"/>
                  <a:gd name="connsiteY3" fmla="*/ 6826 h 610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9232" h="61002">
                    <a:moveTo>
                      <a:pt x="0" y="6826"/>
                    </a:moveTo>
                    <a:lnTo>
                      <a:pt x="109232" y="0"/>
                    </a:lnTo>
                    <a:lnTo>
                      <a:pt x="24748" y="61002"/>
                    </a:lnTo>
                    <a:lnTo>
                      <a:pt x="0" y="6826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4" name="Freeform 63">
                <a:extLst>
                  <a:ext uri="{FF2B5EF4-FFF2-40B4-BE49-F238E27FC236}">
                    <a16:creationId xmlns:a16="http://schemas.microsoft.com/office/drawing/2014/main" id="{EAC69085-C097-78C2-0CB4-9A452858A7A6}"/>
                  </a:ext>
                </a:extLst>
              </p:cNvPr>
              <p:cNvSpPr/>
              <p:nvPr/>
            </p:nvSpPr>
            <p:spPr>
              <a:xfrm>
                <a:off x="9202204" y="4030307"/>
                <a:ext cx="84484" cy="79772"/>
              </a:xfrm>
              <a:custGeom>
                <a:avLst/>
                <a:gdLst>
                  <a:gd name="connsiteX0" fmla="*/ 30828 w 84484"/>
                  <a:gd name="connsiteY0" fmla="*/ 79772 h 79772"/>
                  <a:gd name="connsiteX1" fmla="*/ 84484 w 84484"/>
                  <a:gd name="connsiteY1" fmla="*/ 0 h 79772"/>
                  <a:gd name="connsiteX2" fmla="*/ 0 w 84484"/>
                  <a:gd name="connsiteY2" fmla="*/ 61002 h 79772"/>
                  <a:gd name="connsiteX3" fmla="*/ 30828 w 84484"/>
                  <a:gd name="connsiteY3" fmla="*/ 79772 h 797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4484" h="79772">
                    <a:moveTo>
                      <a:pt x="30828" y="79772"/>
                    </a:moveTo>
                    <a:lnTo>
                      <a:pt x="84484" y="0"/>
                    </a:lnTo>
                    <a:lnTo>
                      <a:pt x="0" y="61002"/>
                    </a:lnTo>
                    <a:lnTo>
                      <a:pt x="30828" y="79772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5" name="Freeform 64">
                <a:extLst>
                  <a:ext uri="{FF2B5EF4-FFF2-40B4-BE49-F238E27FC236}">
                    <a16:creationId xmlns:a16="http://schemas.microsoft.com/office/drawing/2014/main" id="{3EFC8C22-8151-1646-00E5-884FE5E1DDD0}"/>
                  </a:ext>
                </a:extLst>
              </p:cNvPr>
              <p:cNvSpPr/>
              <p:nvPr/>
            </p:nvSpPr>
            <p:spPr>
              <a:xfrm>
                <a:off x="9177456" y="3953948"/>
                <a:ext cx="149660" cy="83184"/>
              </a:xfrm>
              <a:custGeom>
                <a:avLst/>
                <a:gdLst>
                  <a:gd name="connsiteX0" fmla="*/ 0 w 149660"/>
                  <a:gd name="connsiteY0" fmla="*/ 83185 h 83184"/>
                  <a:gd name="connsiteX1" fmla="*/ 149660 w 149660"/>
                  <a:gd name="connsiteY1" fmla="*/ 0 h 83184"/>
                  <a:gd name="connsiteX2" fmla="*/ 109232 w 149660"/>
                  <a:gd name="connsiteY2" fmla="*/ 76359 h 83184"/>
                  <a:gd name="connsiteX3" fmla="*/ 0 w 149660"/>
                  <a:gd name="connsiteY3" fmla="*/ 83185 h 831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49660" h="83184">
                    <a:moveTo>
                      <a:pt x="0" y="83185"/>
                    </a:moveTo>
                    <a:lnTo>
                      <a:pt x="149660" y="0"/>
                    </a:lnTo>
                    <a:lnTo>
                      <a:pt x="109232" y="76359"/>
                    </a:lnTo>
                    <a:lnTo>
                      <a:pt x="0" y="83185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6" name="Freeform 65">
                <a:extLst>
                  <a:ext uri="{FF2B5EF4-FFF2-40B4-BE49-F238E27FC236}">
                    <a16:creationId xmlns:a16="http://schemas.microsoft.com/office/drawing/2014/main" id="{7ADFEF7E-17CB-122E-9632-7E4C93A777CD}"/>
                  </a:ext>
                </a:extLst>
              </p:cNvPr>
              <p:cNvSpPr/>
              <p:nvPr/>
            </p:nvSpPr>
            <p:spPr>
              <a:xfrm>
                <a:off x="9233032" y="4024549"/>
                <a:ext cx="96644" cy="85530"/>
              </a:xfrm>
              <a:custGeom>
                <a:avLst/>
                <a:gdLst>
                  <a:gd name="connsiteX0" fmla="*/ 0 w 96644"/>
                  <a:gd name="connsiteY0" fmla="*/ 85531 h 85530"/>
                  <a:gd name="connsiteX1" fmla="*/ 96645 w 96644"/>
                  <a:gd name="connsiteY1" fmla="*/ 0 h 85530"/>
                  <a:gd name="connsiteX2" fmla="*/ 53656 w 96644"/>
                  <a:gd name="connsiteY2" fmla="*/ 5759 h 85530"/>
                  <a:gd name="connsiteX3" fmla="*/ 0 w 96644"/>
                  <a:gd name="connsiteY3" fmla="*/ 85531 h 855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6644" h="85530">
                    <a:moveTo>
                      <a:pt x="0" y="85531"/>
                    </a:moveTo>
                    <a:lnTo>
                      <a:pt x="96645" y="0"/>
                    </a:lnTo>
                    <a:lnTo>
                      <a:pt x="53656" y="5759"/>
                    </a:lnTo>
                    <a:lnTo>
                      <a:pt x="0" y="85531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7" name="Freeform 66">
                <a:extLst>
                  <a:ext uri="{FF2B5EF4-FFF2-40B4-BE49-F238E27FC236}">
                    <a16:creationId xmlns:a16="http://schemas.microsoft.com/office/drawing/2014/main" id="{04445AAF-984B-FA27-5C5A-8B1383C9DB52}"/>
                  </a:ext>
                </a:extLst>
              </p:cNvPr>
              <p:cNvSpPr/>
              <p:nvPr/>
            </p:nvSpPr>
            <p:spPr>
              <a:xfrm>
                <a:off x="9327116" y="3953948"/>
                <a:ext cx="75523" cy="70600"/>
              </a:xfrm>
              <a:custGeom>
                <a:avLst/>
                <a:gdLst>
                  <a:gd name="connsiteX0" fmla="*/ 0 w 75523"/>
                  <a:gd name="connsiteY0" fmla="*/ 0 h 70600"/>
                  <a:gd name="connsiteX1" fmla="*/ 75524 w 75523"/>
                  <a:gd name="connsiteY1" fmla="*/ 33487 h 70600"/>
                  <a:gd name="connsiteX2" fmla="*/ 2560 w 75523"/>
                  <a:gd name="connsiteY2" fmla="*/ 70601 h 70600"/>
                  <a:gd name="connsiteX3" fmla="*/ 0 w 75523"/>
                  <a:gd name="connsiteY3" fmla="*/ 0 h 70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5523" h="70600">
                    <a:moveTo>
                      <a:pt x="0" y="0"/>
                    </a:moveTo>
                    <a:lnTo>
                      <a:pt x="75524" y="33487"/>
                    </a:lnTo>
                    <a:lnTo>
                      <a:pt x="2560" y="70601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8" name="Freeform 67">
                <a:extLst>
                  <a:ext uri="{FF2B5EF4-FFF2-40B4-BE49-F238E27FC236}">
                    <a16:creationId xmlns:a16="http://schemas.microsoft.com/office/drawing/2014/main" id="{F3CAB715-CF5C-12EA-B31B-AB30D93C547B}"/>
                  </a:ext>
                </a:extLst>
              </p:cNvPr>
              <p:cNvSpPr/>
              <p:nvPr/>
            </p:nvSpPr>
            <p:spPr>
              <a:xfrm>
                <a:off x="9327116" y="3934112"/>
                <a:ext cx="117445" cy="53323"/>
              </a:xfrm>
              <a:custGeom>
                <a:avLst/>
                <a:gdLst>
                  <a:gd name="connsiteX0" fmla="*/ 117446 w 117445"/>
                  <a:gd name="connsiteY0" fmla="*/ 0 h 53323"/>
                  <a:gd name="connsiteX1" fmla="*/ 0 w 117445"/>
                  <a:gd name="connsiteY1" fmla="*/ 19836 h 53323"/>
                  <a:gd name="connsiteX2" fmla="*/ 75524 w 117445"/>
                  <a:gd name="connsiteY2" fmla="*/ 53324 h 53323"/>
                  <a:gd name="connsiteX3" fmla="*/ 117446 w 117445"/>
                  <a:gd name="connsiteY3" fmla="*/ 0 h 533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7445" h="53323">
                    <a:moveTo>
                      <a:pt x="117446" y="0"/>
                    </a:moveTo>
                    <a:lnTo>
                      <a:pt x="0" y="19836"/>
                    </a:lnTo>
                    <a:lnTo>
                      <a:pt x="75524" y="53324"/>
                    </a:lnTo>
                    <a:lnTo>
                      <a:pt x="117446" y="0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9" name="Freeform 68">
                <a:extLst>
                  <a:ext uri="{FF2B5EF4-FFF2-40B4-BE49-F238E27FC236}">
                    <a16:creationId xmlns:a16="http://schemas.microsoft.com/office/drawing/2014/main" id="{30F4C1C2-2364-68A8-AB76-98F6E09CC5BE}"/>
                  </a:ext>
                </a:extLst>
              </p:cNvPr>
              <p:cNvSpPr/>
              <p:nvPr/>
            </p:nvSpPr>
            <p:spPr>
              <a:xfrm>
                <a:off x="9402640" y="3934112"/>
                <a:ext cx="148486" cy="53323"/>
              </a:xfrm>
              <a:custGeom>
                <a:avLst/>
                <a:gdLst>
                  <a:gd name="connsiteX0" fmla="*/ 148487 w 148486"/>
                  <a:gd name="connsiteY0" fmla="*/ 17064 h 53323"/>
                  <a:gd name="connsiteX1" fmla="*/ 41922 w 148486"/>
                  <a:gd name="connsiteY1" fmla="*/ 0 h 53323"/>
                  <a:gd name="connsiteX2" fmla="*/ 0 w 148486"/>
                  <a:gd name="connsiteY2" fmla="*/ 53324 h 53323"/>
                  <a:gd name="connsiteX3" fmla="*/ 148487 w 148486"/>
                  <a:gd name="connsiteY3" fmla="*/ 17064 h 533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48486" h="53323">
                    <a:moveTo>
                      <a:pt x="148487" y="17064"/>
                    </a:moveTo>
                    <a:lnTo>
                      <a:pt x="41922" y="0"/>
                    </a:lnTo>
                    <a:lnTo>
                      <a:pt x="0" y="53324"/>
                    </a:lnTo>
                    <a:lnTo>
                      <a:pt x="148487" y="17064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0" name="Freeform 69">
                <a:extLst>
                  <a:ext uri="{FF2B5EF4-FFF2-40B4-BE49-F238E27FC236}">
                    <a16:creationId xmlns:a16="http://schemas.microsoft.com/office/drawing/2014/main" id="{96259D7F-541B-D3F3-F9BF-13FDF93ECB3F}"/>
                  </a:ext>
                </a:extLst>
              </p:cNvPr>
              <p:cNvSpPr/>
              <p:nvPr/>
            </p:nvSpPr>
            <p:spPr>
              <a:xfrm>
                <a:off x="9135427" y="4110079"/>
                <a:ext cx="97604" cy="117311"/>
              </a:xfrm>
              <a:custGeom>
                <a:avLst/>
                <a:gdLst>
                  <a:gd name="connsiteX0" fmla="*/ 0 w 97604"/>
                  <a:gd name="connsiteY0" fmla="*/ 117312 h 117311"/>
                  <a:gd name="connsiteX1" fmla="*/ 97605 w 97604"/>
                  <a:gd name="connsiteY1" fmla="*/ 0 h 117311"/>
                  <a:gd name="connsiteX2" fmla="*/ 2240 w 97604"/>
                  <a:gd name="connsiteY2" fmla="*/ 36153 h 117311"/>
                  <a:gd name="connsiteX3" fmla="*/ 0 w 97604"/>
                  <a:gd name="connsiteY3" fmla="*/ 117312 h 1173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7604" h="117311">
                    <a:moveTo>
                      <a:pt x="0" y="117312"/>
                    </a:moveTo>
                    <a:lnTo>
                      <a:pt x="97605" y="0"/>
                    </a:lnTo>
                    <a:lnTo>
                      <a:pt x="2240" y="36153"/>
                    </a:lnTo>
                    <a:lnTo>
                      <a:pt x="0" y="117312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1" name="Freeform 70">
                <a:extLst>
                  <a:ext uri="{FF2B5EF4-FFF2-40B4-BE49-F238E27FC236}">
                    <a16:creationId xmlns:a16="http://schemas.microsoft.com/office/drawing/2014/main" id="{A99DC7CD-4663-C1D4-E1DC-21E63B555D08}"/>
                  </a:ext>
                </a:extLst>
              </p:cNvPr>
              <p:cNvSpPr/>
              <p:nvPr/>
            </p:nvSpPr>
            <p:spPr>
              <a:xfrm>
                <a:off x="9238472" y="4793367"/>
                <a:ext cx="284706" cy="113898"/>
              </a:xfrm>
              <a:custGeom>
                <a:avLst/>
                <a:gdLst>
                  <a:gd name="connsiteX0" fmla="*/ 0 w 284706"/>
                  <a:gd name="connsiteY0" fmla="*/ 0 h 113898"/>
                  <a:gd name="connsiteX1" fmla="*/ 284707 w 284706"/>
                  <a:gd name="connsiteY1" fmla="*/ 91610 h 113898"/>
                  <a:gd name="connsiteX2" fmla="*/ 176968 w 284706"/>
                  <a:gd name="connsiteY2" fmla="*/ 113899 h 113898"/>
                  <a:gd name="connsiteX3" fmla="*/ 0 w 284706"/>
                  <a:gd name="connsiteY3" fmla="*/ 0 h 1138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84706" h="113898">
                    <a:moveTo>
                      <a:pt x="0" y="0"/>
                    </a:moveTo>
                    <a:lnTo>
                      <a:pt x="284707" y="91610"/>
                    </a:lnTo>
                    <a:lnTo>
                      <a:pt x="176968" y="113899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sp>
          <p:nvSpPr>
            <p:cNvPr id="72" name="Freeform 71">
              <a:extLst>
                <a:ext uri="{FF2B5EF4-FFF2-40B4-BE49-F238E27FC236}">
                  <a16:creationId xmlns:a16="http://schemas.microsoft.com/office/drawing/2014/main" id="{62CA830E-7296-368B-1DF4-C2B94ED519F8}"/>
                </a:ext>
              </a:extLst>
            </p:cNvPr>
            <p:cNvSpPr/>
            <p:nvPr/>
          </p:nvSpPr>
          <p:spPr>
            <a:xfrm>
              <a:off x="8861174" y="3179797"/>
              <a:ext cx="106031" cy="199110"/>
            </a:xfrm>
            <a:custGeom>
              <a:avLst/>
              <a:gdLst>
                <a:gd name="connsiteX0" fmla="*/ 54403 w 106031"/>
                <a:gd name="connsiteY0" fmla="*/ 199110 h 199110"/>
                <a:gd name="connsiteX1" fmla="*/ 0 w 106031"/>
                <a:gd name="connsiteY1" fmla="*/ 42766 h 199110"/>
                <a:gd name="connsiteX2" fmla="*/ 106032 w 106031"/>
                <a:gd name="connsiteY2" fmla="*/ 0 h 199110"/>
                <a:gd name="connsiteX3" fmla="*/ 54403 w 106031"/>
                <a:gd name="connsiteY3" fmla="*/ 199110 h 1991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6031" h="199110">
                  <a:moveTo>
                    <a:pt x="54403" y="199110"/>
                  </a:moveTo>
                  <a:lnTo>
                    <a:pt x="0" y="42766"/>
                  </a:lnTo>
                  <a:lnTo>
                    <a:pt x="106032" y="0"/>
                  </a:lnTo>
                  <a:lnTo>
                    <a:pt x="54403" y="19911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3" name="Freeform 72">
              <a:extLst>
                <a:ext uri="{FF2B5EF4-FFF2-40B4-BE49-F238E27FC236}">
                  <a16:creationId xmlns:a16="http://schemas.microsoft.com/office/drawing/2014/main" id="{584F1639-0268-3942-7774-AD624DDCAF66}"/>
                </a:ext>
              </a:extLst>
            </p:cNvPr>
            <p:cNvSpPr/>
            <p:nvPr/>
          </p:nvSpPr>
          <p:spPr>
            <a:xfrm>
              <a:off x="8653697" y="3222563"/>
              <a:ext cx="261879" cy="156344"/>
            </a:xfrm>
            <a:custGeom>
              <a:avLst/>
              <a:gdLst>
                <a:gd name="connsiteX0" fmla="*/ 0 w 261879"/>
                <a:gd name="connsiteY0" fmla="*/ 0 h 156344"/>
                <a:gd name="connsiteX1" fmla="*/ 207477 w 261879"/>
                <a:gd name="connsiteY1" fmla="*/ 0 h 156344"/>
                <a:gd name="connsiteX2" fmla="*/ 261879 w 261879"/>
                <a:gd name="connsiteY2" fmla="*/ 156345 h 156344"/>
                <a:gd name="connsiteX3" fmla="*/ 0 w 261879"/>
                <a:gd name="connsiteY3" fmla="*/ 0 h 156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1879" h="156344">
                  <a:moveTo>
                    <a:pt x="0" y="0"/>
                  </a:moveTo>
                  <a:lnTo>
                    <a:pt x="207477" y="0"/>
                  </a:lnTo>
                  <a:lnTo>
                    <a:pt x="261879" y="15634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4" name="Freeform 73">
              <a:extLst>
                <a:ext uri="{FF2B5EF4-FFF2-40B4-BE49-F238E27FC236}">
                  <a16:creationId xmlns:a16="http://schemas.microsoft.com/office/drawing/2014/main" id="{171815E2-A4CD-780A-2C05-4290ABDF535C}"/>
                </a:ext>
              </a:extLst>
            </p:cNvPr>
            <p:cNvSpPr/>
            <p:nvPr/>
          </p:nvSpPr>
          <p:spPr>
            <a:xfrm>
              <a:off x="8653697" y="2990605"/>
              <a:ext cx="207476" cy="231957"/>
            </a:xfrm>
            <a:custGeom>
              <a:avLst/>
              <a:gdLst>
                <a:gd name="connsiteX0" fmla="*/ 130246 w 207476"/>
                <a:gd name="connsiteY0" fmla="*/ 0 h 231957"/>
                <a:gd name="connsiteX1" fmla="*/ 0 w 207476"/>
                <a:gd name="connsiteY1" fmla="*/ 231957 h 231957"/>
                <a:gd name="connsiteX2" fmla="*/ 207477 w 207476"/>
                <a:gd name="connsiteY2" fmla="*/ 231957 h 231957"/>
                <a:gd name="connsiteX3" fmla="*/ 130246 w 207476"/>
                <a:gd name="connsiteY3" fmla="*/ 0 h 231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7476" h="231957">
                  <a:moveTo>
                    <a:pt x="130246" y="0"/>
                  </a:moveTo>
                  <a:lnTo>
                    <a:pt x="0" y="231957"/>
                  </a:lnTo>
                  <a:lnTo>
                    <a:pt x="207477" y="231957"/>
                  </a:lnTo>
                  <a:lnTo>
                    <a:pt x="130246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5" name="Freeform 74">
              <a:extLst>
                <a:ext uri="{FF2B5EF4-FFF2-40B4-BE49-F238E27FC236}">
                  <a16:creationId xmlns:a16="http://schemas.microsoft.com/office/drawing/2014/main" id="{C393C3C4-0F79-10B4-BC2B-E063E0CF8A5D}"/>
                </a:ext>
              </a:extLst>
            </p:cNvPr>
            <p:cNvSpPr/>
            <p:nvPr/>
          </p:nvSpPr>
          <p:spPr>
            <a:xfrm>
              <a:off x="8783944" y="2983886"/>
              <a:ext cx="317454" cy="72306"/>
            </a:xfrm>
            <a:custGeom>
              <a:avLst/>
              <a:gdLst>
                <a:gd name="connsiteX0" fmla="*/ 317455 w 317454"/>
                <a:gd name="connsiteY0" fmla="*/ 0 h 72306"/>
                <a:gd name="connsiteX1" fmla="*/ 0 w 317454"/>
                <a:gd name="connsiteY1" fmla="*/ 6719 h 72306"/>
                <a:gd name="connsiteX2" fmla="*/ 142193 w 317454"/>
                <a:gd name="connsiteY2" fmla="*/ 72307 h 72306"/>
                <a:gd name="connsiteX3" fmla="*/ 317455 w 317454"/>
                <a:gd name="connsiteY3" fmla="*/ 0 h 723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7454" h="72306">
                  <a:moveTo>
                    <a:pt x="317455" y="0"/>
                  </a:moveTo>
                  <a:lnTo>
                    <a:pt x="0" y="6719"/>
                  </a:lnTo>
                  <a:lnTo>
                    <a:pt x="142193" y="72307"/>
                  </a:lnTo>
                  <a:lnTo>
                    <a:pt x="317455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6" name="Freeform 75">
              <a:extLst>
                <a:ext uri="{FF2B5EF4-FFF2-40B4-BE49-F238E27FC236}">
                  <a16:creationId xmlns:a16="http://schemas.microsoft.com/office/drawing/2014/main" id="{732EF1CC-8E5C-7A3A-ACFC-67DBEAEBF28B}"/>
                </a:ext>
              </a:extLst>
            </p:cNvPr>
            <p:cNvSpPr/>
            <p:nvPr/>
          </p:nvSpPr>
          <p:spPr>
            <a:xfrm>
              <a:off x="8861174" y="3056193"/>
              <a:ext cx="106031" cy="166369"/>
            </a:xfrm>
            <a:custGeom>
              <a:avLst/>
              <a:gdLst>
                <a:gd name="connsiteX0" fmla="*/ 106032 w 106031"/>
                <a:gd name="connsiteY0" fmla="*/ 123604 h 166369"/>
                <a:gd name="connsiteX1" fmla="*/ 64963 w 106031"/>
                <a:gd name="connsiteY1" fmla="*/ 0 h 166369"/>
                <a:gd name="connsiteX2" fmla="*/ 0 w 106031"/>
                <a:gd name="connsiteY2" fmla="*/ 166369 h 166369"/>
                <a:gd name="connsiteX3" fmla="*/ 106032 w 106031"/>
                <a:gd name="connsiteY3" fmla="*/ 123604 h 1663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6031" h="166369">
                  <a:moveTo>
                    <a:pt x="106032" y="123604"/>
                  </a:moveTo>
                  <a:lnTo>
                    <a:pt x="64963" y="0"/>
                  </a:lnTo>
                  <a:lnTo>
                    <a:pt x="0" y="166369"/>
                  </a:lnTo>
                  <a:lnTo>
                    <a:pt x="106032" y="123604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7" name="Freeform 76">
              <a:extLst>
                <a:ext uri="{FF2B5EF4-FFF2-40B4-BE49-F238E27FC236}">
                  <a16:creationId xmlns:a16="http://schemas.microsoft.com/office/drawing/2014/main" id="{D7F27943-0C83-0943-9802-1D8D26275154}"/>
                </a:ext>
              </a:extLst>
            </p:cNvPr>
            <p:cNvSpPr/>
            <p:nvPr/>
          </p:nvSpPr>
          <p:spPr>
            <a:xfrm>
              <a:off x="8926137" y="2983886"/>
              <a:ext cx="175261" cy="195910"/>
            </a:xfrm>
            <a:custGeom>
              <a:avLst/>
              <a:gdLst>
                <a:gd name="connsiteX0" fmla="*/ 41069 w 175261"/>
                <a:gd name="connsiteY0" fmla="*/ 195911 h 195910"/>
                <a:gd name="connsiteX1" fmla="*/ 175262 w 175261"/>
                <a:gd name="connsiteY1" fmla="*/ 0 h 195910"/>
                <a:gd name="connsiteX2" fmla="*/ 0 w 175261"/>
                <a:gd name="connsiteY2" fmla="*/ 72307 h 195910"/>
                <a:gd name="connsiteX3" fmla="*/ 41069 w 175261"/>
                <a:gd name="connsiteY3" fmla="*/ 195911 h 1959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5261" h="195910">
                  <a:moveTo>
                    <a:pt x="41069" y="195911"/>
                  </a:moveTo>
                  <a:lnTo>
                    <a:pt x="175262" y="0"/>
                  </a:lnTo>
                  <a:lnTo>
                    <a:pt x="0" y="72307"/>
                  </a:lnTo>
                  <a:lnTo>
                    <a:pt x="41069" y="195911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8" name="Freeform 77">
              <a:extLst>
                <a:ext uri="{FF2B5EF4-FFF2-40B4-BE49-F238E27FC236}">
                  <a16:creationId xmlns:a16="http://schemas.microsoft.com/office/drawing/2014/main" id="{209D8125-FDFB-8B9E-ADC2-3281354CC84E}"/>
                </a:ext>
              </a:extLst>
            </p:cNvPr>
            <p:cNvSpPr/>
            <p:nvPr/>
          </p:nvSpPr>
          <p:spPr>
            <a:xfrm>
              <a:off x="8967206" y="2983886"/>
              <a:ext cx="212063" cy="305437"/>
            </a:xfrm>
            <a:custGeom>
              <a:avLst/>
              <a:gdLst>
                <a:gd name="connsiteX0" fmla="*/ 212063 w 212063"/>
                <a:gd name="connsiteY0" fmla="*/ 305437 h 305437"/>
                <a:gd name="connsiteX1" fmla="*/ 0 w 212063"/>
                <a:gd name="connsiteY1" fmla="*/ 195911 h 305437"/>
                <a:gd name="connsiteX2" fmla="*/ 134193 w 212063"/>
                <a:gd name="connsiteY2" fmla="*/ 0 h 305437"/>
                <a:gd name="connsiteX3" fmla="*/ 212063 w 212063"/>
                <a:gd name="connsiteY3" fmla="*/ 305437 h 3054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2063" h="305437">
                  <a:moveTo>
                    <a:pt x="212063" y="305437"/>
                  </a:moveTo>
                  <a:lnTo>
                    <a:pt x="0" y="195911"/>
                  </a:lnTo>
                  <a:lnTo>
                    <a:pt x="134193" y="0"/>
                  </a:lnTo>
                  <a:lnTo>
                    <a:pt x="212063" y="305437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9" name="Freeform 78">
              <a:extLst>
                <a:ext uri="{FF2B5EF4-FFF2-40B4-BE49-F238E27FC236}">
                  <a16:creationId xmlns:a16="http://schemas.microsoft.com/office/drawing/2014/main" id="{296EC918-4905-1985-04BF-CD3893397BA9}"/>
                </a:ext>
              </a:extLst>
            </p:cNvPr>
            <p:cNvSpPr/>
            <p:nvPr/>
          </p:nvSpPr>
          <p:spPr>
            <a:xfrm>
              <a:off x="8915577" y="3179797"/>
              <a:ext cx="138673" cy="199110"/>
            </a:xfrm>
            <a:custGeom>
              <a:avLst/>
              <a:gdLst>
                <a:gd name="connsiteX0" fmla="*/ 0 w 138673"/>
                <a:gd name="connsiteY0" fmla="*/ 199110 h 199110"/>
                <a:gd name="connsiteX1" fmla="*/ 138673 w 138673"/>
                <a:gd name="connsiteY1" fmla="*/ 165090 h 199110"/>
                <a:gd name="connsiteX2" fmla="*/ 51629 w 138673"/>
                <a:gd name="connsiteY2" fmla="*/ 0 h 199110"/>
                <a:gd name="connsiteX3" fmla="*/ 0 w 138673"/>
                <a:gd name="connsiteY3" fmla="*/ 199110 h 1991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8673" h="199110">
                  <a:moveTo>
                    <a:pt x="0" y="199110"/>
                  </a:moveTo>
                  <a:lnTo>
                    <a:pt x="138673" y="165090"/>
                  </a:lnTo>
                  <a:lnTo>
                    <a:pt x="51629" y="0"/>
                  </a:lnTo>
                  <a:lnTo>
                    <a:pt x="0" y="19911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0" name="Freeform 79">
              <a:extLst>
                <a:ext uri="{FF2B5EF4-FFF2-40B4-BE49-F238E27FC236}">
                  <a16:creationId xmlns:a16="http://schemas.microsoft.com/office/drawing/2014/main" id="{00698674-D0CA-77A4-FED6-B516F50C54D8}"/>
                </a:ext>
              </a:extLst>
            </p:cNvPr>
            <p:cNvSpPr/>
            <p:nvPr/>
          </p:nvSpPr>
          <p:spPr>
            <a:xfrm>
              <a:off x="8967206" y="3179797"/>
              <a:ext cx="212063" cy="165089"/>
            </a:xfrm>
            <a:custGeom>
              <a:avLst/>
              <a:gdLst>
                <a:gd name="connsiteX0" fmla="*/ 212063 w 212063"/>
                <a:gd name="connsiteY0" fmla="*/ 109527 h 165089"/>
                <a:gd name="connsiteX1" fmla="*/ 87044 w 212063"/>
                <a:gd name="connsiteY1" fmla="*/ 165090 h 165089"/>
                <a:gd name="connsiteX2" fmla="*/ 0 w 212063"/>
                <a:gd name="connsiteY2" fmla="*/ 0 h 165089"/>
                <a:gd name="connsiteX3" fmla="*/ 212063 w 212063"/>
                <a:gd name="connsiteY3" fmla="*/ 109527 h 1650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2063" h="165089">
                  <a:moveTo>
                    <a:pt x="212063" y="109527"/>
                  </a:moveTo>
                  <a:lnTo>
                    <a:pt x="87044" y="165090"/>
                  </a:lnTo>
                  <a:lnTo>
                    <a:pt x="0" y="0"/>
                  </a:lnTo>
                  <a:lnTo>
                    <a:pt x="212063" y="109527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1" name="Freeform 80">
              <a:extLst>
                <a:ext uri="{FF2B5EF4-FFF2-40B4-BE49-F238E27FC236}">
                  <a16:creationId xmlns:a16="http://schemas.microsoft.com/office/drawing/2014/main" id="{6C582ED2-918D-BC42-05ED-5FC68223830E}"/>
                </a:ext>
              </a:extLst>
            </p:cNvPr>
            <p:cNvSpPr/>
            <p:nvPr/>
          </p:nvSpPr>
          <p:spPr>
            <a:xfrm>
              <a:off x="9101399" y="2983886"/>
              <a:ext cx="223370" cy="305437"/>
            </a:xfrm>
            <a:custGeom>
              <a:avLst/>
              <a:gdLst>
                <a:gd name="connsiteX0" fmla="*/ 223371 w 223370"/>
                <a:gd name="connsiteY0" fmla="*/ 206789 h 305437"/>
                <a:gd name="connsiteX1" fmla="*/ 0 w 223370"/>
                <a:gd name="connsiteY1" fmla="*/ 0 h 305437"/>
                <a:gd name="connsiteX2" fmla="*/ 77871 w 223370"/>
                <a:gd name="connsiteY2" fmla="*/ 305437 h 305437"/>
                <a:gd name="connsiteX3" fmla="*/ 223371 w 223370"/>
                <a:gd name="connsiteY3" fmla="*/ 206789 h 3054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3370" h="305437">
                  <a:moveTo>
                    <a:pt x="223371" y="206789"/>
                  </a:moveTo>
                  <a:lnTo>
                    <a:pt x="0" y="0"/>
                  </a:lnTo>
                  <a:lnTo>
                    <a:pt x="77871" y="305437"/>
                  </a:lnTo>
                  <a:lnTo>
                    <a:pt x="223371" y="206789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2" name="Freeform 81">
              <a:extLst>
                <a:ext uri="{FF2B5EF4-FFF2-40B4-BE49-F238E27FC236}">
                  <a16:creationId xmlns:a16="http://schemas.microsoft.com/office/drawing/2014/main" id="{E057B38B-2305-D5A7-A2EA-300550CDAE31}"/>
                </a:ext>
              </a:extLst>
            </p:cNvPr>
            <p:cNvSpPr/>
            <p:nvPr/>
          </p:nvSpPr>
          <p:spPr>
            <a:xfrm>
              <a:off x="9054250" y="3344887"/>
              <a:ext cx="125019" cy="165196"/>
            </a:xfrm>
            <a:custGeom>
              <a:avLst/>
              <a:gdLst>
                <a:gd name="connsiteX0" fmla="*/ 109765 w 125019"/>
                <a:gd name="connsiteY0" fmla="*/ 43192 h 165196"/>
                <a:gd name="connsiteX1" fmla="*/ 0 w 125019"/>
                <a:gd name="connsiteY1" fmla="*/ 0 h 165196"/>
                <a:gd name="connsiteX2" fmla="*/ 125019 w 125019"/>
                <a:gd name="connsiteY2" fmla="*/ 165196 h 165196"/>
                <a:gd name="connsiteX3" fmla="*/ 109765 w 125019"/>
                <a:gd name="connsiteY3" fmla="*/ 43192 h 1651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5019" h="165196">
                  <a:moveTo>
                    <a:pt x="109765" y="43192"/>
                  </a:moveTo>
                  <a:lnTo>
                    <a:pt x="0" y="0"/>
                  </a:lnTo>
                  <a:lnTo>
                    <a:pt x="125019" y="165196"/>
                  </a:lnTo>
                  <a:lnTo>
                    <a:pt x="109765" y="43192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3" name="Freeform 82">
              <a:extLst>
                <a:ext uri="{FF2B5EF4-FFF2-40B4-BE49-F238E27FC236}">
                  <a16:creationId xmlns:a16="http://schemas.microsoft.com/office/drawing/2014/main" id="{206E709C-14FB-2786-FF6E-F16D44F21A73}"/>
                </a:ext>
              </a:extLst>
            </p:cNvPr>
            <p:cNvSpPr/>
            <p:nvPr/>
          </p:nvSpPr>
          <p:spPr>
            <a:xfrm>
              <a:off x="9164015" y="3190675"/>
              <a:ext cx="160754" cy="197403"/>
            </a:xfrm>
            <a:custGeom>
              <a:avLst/>
              <a:gdLst>
                <a:gd name="connsiteX0" fmla="*/ 15254 w 160754"/>
                <a:gd name="connsiteY0" fmla="*/ 98649 h 197403"/>
                <a:gd name="connsiteX1" fmla="*/ 0 w 160754"/>
                <a:gd name="connsiteY1" fmla="*/ 197403 h 197403"/>
                <a:gd name="connsiteX2" fmla="*/ 160754 w 160754"/>
                <a:gd name="connsiteY2" fmla="*/ 0 h 197403"/>
                <a:gd name="connsiteX3" fmla="*/ 15254 w 160754"/>
                <a:gd name="connsiteY3" fmla="*/ 98649 h 197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0754" h="197403">
                  <a:moveTo>
                    <a:pt x="15254" y="98649"/>
                  </a:moveTo>
                  <a:lnTo>
                    <a:pt x="0" y="197403"/>
                  </a:lnTo>
                  <a:lnTo>
                    <a:pt x="160754" y="0"/>
                  </a:lnTo>
                  <a:lnTo>
                    <a:pt x="15254" y="98649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4" name="Freeform 83">
              <a:extLst>
                <a:ext uri="{FF2B5EF4-FFF2-40B4-BE49-F238E27FC236}">
                  <a16:creationId xmlns:a16="http://schemas.microsoft.com/office/drawing/2014/main" id="{E1D537C3-0206-3C60-DF48-C283DABC373F}"/>
                </a:ext>
              </a:extLst>
            </p:cNvPr>
            <p:cNvSpPr/>
            <p:nvPr/>
          </p:nvSpPr>
          <p:spPr>
            <a:xfrm>
              <a:off x="9288714" y="3190675"/>
              <a:ext cx="311694" cy="248487"/>
            </a:xfrm>
            <a:custGeom>
              <a:avLst/>
              <a:gdLst>
                <a:gd name="connsiteX0" fmla="*/ 311695 w 311694"/>
                <a:gd name="connsiteY0" fmla="*/ 80945 h 248487"/>
                <a:gd name="connsiteX1" fmla="*/ 36055 w 311694"/>
                <a:gd name="connsiteY1" fmla="*/ 0 h 248487"/>
                <a:gd name="connsiteX2" fmla="*/ 0 w 311694"/>
                <a:gd name="connsiteY2" fmla="*/ 248487 h 248487"/>
                <a:gd name="connsiteX3" fmla="*/ 311695 w 311694"/>
                <a:gd name="connsiteY3" fmla="*/ 80945 h 2484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1694" h="248487">
                  <a:moveTo>
                    <a:pt x="311695" y="80945"/>
                  </a:moveTo>
                  <a:lnTo>
                    <a:pt x="36055" y="0"/>
                  </a:lnTo>
                  <a:lnTo>
                    <a:pt x="0" y="248487"/>
                  </a:lnTo>
                  <a:lnTo>
                    <a:pt x="311695" y="80945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5" name="Freeform 84">
              <a:extLst>
                <a:ext uri="{FF2B5EF4-FFF2-40B4-BE49-F238E27FC236}">
                  <a16:creationId xmlns:a16="http://schemas.microsoft.com/office/drawing/2014/main" id="{9A61C230-FDAC-B420-EAF8-BBFA8C6F83AD}"/>
                </a:ext>
              </a:extLst>
            </p:cNvPr>
            <p:cNvSpPr/>
            <p:nvPr/>
          </p:nvSpPr>
          <p:spPr>
            <a:xfrm>
              <a:off x="9101399" y="2983886"/>
              <a:ext cx="456448" cy="206788"/>
            </a:xfrm>
            <a:custGeom>
              <a:avLst/>
              <a:gdLst>
                <a:gd name="connsiteX0" fmla="*/ 0 w 456448"/>
                <a:gd name="connsiteY0" fmla="*/ 0 h 206788"/>
                <a:gd name="connsiteX1" fmla="*/ 456449 w 456448"/>
                <a:gd name="connsiteY1" fmla="*/ 23462 h 206788"/>
                <a:gd name="connsiteX2" fmla="*/ 223371 w 456448"/>
                <a:gd name="connsiteY2" fmla="*/ 206789 h 206788"/>
                <a:gd name="connsiteX3" fmla="*/ 0 w 456448"/>
                <a:gd name="connsiteY3" fmla="*/ 0 h 206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56448" h="206788">
                  <a:moveTo>
                    <a:pt x="0" y="0"/>
                  </a:moveTo>
                  <a:lnTo>
                    <a:pt x="456449" y="23462"/>
                  </a:lnTo>
                  <a:lnTo>
                    <a:pt x="223371" y="20678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6" name="Freeform 85">
              <a:extLst>
                <a:ext uri="{FF2B5EF4-FFF2-40B4-BE49-F238E27FC236}">
                  <a16:creationId xmlns:a16="http://schemas.microsoft.com/office/drawing/2014/main" id="{380362AD-DD7F-6C80-B317-79FA811663F6}"/>
                </a:ext>
              </a:extLst>
            </p:cNvPr>
            <p:cNvSpPr/>
            <p:nvPr/>
          </p:nvSpPr>
          <p:spPr>
            <a:xfrm>
              <a:off x="9557847" y="3007349"/>
              <a:ext cx="228811" cy="264271"/>
            </a:xfrm>
            <a:custGeom>
              <a:avLst/>
              <a:gdLst>
                <a:gd name="connsiteX0" fmla="*/ 228811 w 228811"/>
                <a:gd name="connsiteY0" fmla="*/ 76039 h 264271"/>
                <a:gd name="connsiteX1" fmla="*/ 0 w 228811"/>
                <a:gd name="connsiteY1" fmla="*/ 0 h 264271"/>
                <a:gd name="connsiteX2" fmla="*/ 42562 w 228811"/>
                <a:gd name="connsiteY2" fmla="*/ 264271 h 264271"/>
                <a:gd name="connsiteX3" fmla="*/ 228811 w 228811"/>
                <a:gd name="connsiteY3" fmla="*/ 76039 h 264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8811" h="264271">
                  <a:moveTo>
                    <a:pt x="228811" y="76039"/>
                  </a:moveTo>
                  <a:lnTo>
                    <a:pt x="0" y="0"/>
                  </a:lnTo>
                  <a:lnTo>
                    <a:pt x="42562" y="264271"/>
                  </a:lnTo>
                  <a:lnTo>
                    <a:pt x="228811" y="76039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7" name="Freeform 86">
              <a:extLst>
                <a:ext uri="{FF2B5EF4-FFF2-40B4-BE49-F238E27FC236}">
                  <a16:creationId xmlns:a16="http://schemas.microsoft.com/office/drawing/2014/main" id="{3CCE8500-6DBE-D75C-FC26-D395277B95FF}"/>
                </a:ext>
              </a:extLst>
            </p:cNvPr>
            <p:cNvSpPr/>
            <p:nvPr/>
          </p:nvSpPr>
          <p:spPr>
            <a:xfrm>
              <a:off x="9101399" y="2796721"/>
              <a:ext cx="456448" cy="210627"/>
            </a:xfrm>
            <a:custGeom>
              <a:avLst/>
              <a:gdLst>
                <a:gd name="connsiteX0" fmla="*/ 0 w 456448"/>
                <a:gd name="connsiteY0" fmla="*/ 187165 h 210627"/>
                <a:gd name="connsiteX1" fmla="*/ 80324 w 456448"/>
                <a:gd name="connsiteY1" fmla="*/ 0 h 210627"/>
                <a:gd name="connsiteX2" fmla="*/ 456449 w 456448"/>
                <a:gd name="connsiteY2" fmla="*/ 210628 h 210627"/>
                <a:gd name="connsiteX3" fmla="*/ 0 w 456448"/>
                <a:gd name="connsiteY3" fmla="*/ 187165 h 210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56448" h="210627">
                  <a:moveTo>
                    <a:pt x="0" y="187165"/>
                  </a:moveTo>
                  <a:lnTo>
                    <a:pt x="80324" y="0"/>
                  </a:lnTo>
                  <a:lnTo>
                    <a:pt x="456449" y="210628"/>
                  </a:lnTo>
                  <a:lnTo>
                    <a:pt x="0" y="187165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8" name="Freeform 87">
              <a:extLst>
                <a:ext uri="{FF2B5EF4-FFF2-40B4-BE49-F238E27FC236}">
                  <a16:creationId xmlns:a16="http://schemas.microsoft.com/office/drawing/2014/main" id="{34302BB7-D472-B8C3-D005-F45FECB2B199}"/>
                </a:ext>
              </a:extLst>
            </p:cNvPr>
            <p:cNvSpPr/>
            <p:nvPr/>
          </p:nvSpPr>
          <p:spPr>
            <a:xfrm>
              <a:off x="8783944" y="2708097"/>
              <a:ext cx="317454" cy="282507"/>
            </a:xfrm>
            <a:custGeom>
              <a:avLst/>
              <a:gdLst>
                <a:gd name="connsiteX0" fmla="*/ 172275 w 317454"/>
                <a:gd name="connsiteY0" fmla="*/ 0 h 282507"/>
                <a:gd name="connsiteX1" fmla="*/ 0 w 317454"/>
                <a:gd name="connsiteY1" fmla="*/ 282508 h 282507"/>
                <a:gd name="connsiteX2" fmla="*/ 317455 w 317454"/>
                <a:gd name="connsiteY2" fmla="*/ 275789 h 282507"/>
                <a:gd name="connsiteX3" fmla="*/ 172275 w 317454"/>
                <a:gd name="connsiteY3" fmla="*/ 0 h 2825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7454" h="282507">
                  <a:moveTo>
                    <a:pt x="172275" y="0"/>
                  </a:moveTo>
                  <a:lnTo>
                    <a:pt x="0" y="282508"/>
                  </a:lnTo>
                  <a:lnTo>
                    <a:pt x="317455" y="275789"/>
                  </a:lnTo>
                  <a:lnTo>
                    <a:pt x="172275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9" name="Freeform 88">
              <a:extLst>
                <a:ext uri="{FF2B5EF4-FFF2-40B4-BE49-F238E27FC236}">
                  <a16:creationId xmlns:a16="http://schemas.microsoft.com/office/drawing/2014/main" id="{C268A3F1-2D4F-3839-E8BF-707C7B87C3F1}"/>
                </a:ext>
              </a:extLst>
            </p:cNvPr>
            <p:cNvSpPr/>
            <p:nvPr/>
          </p:nvSpPr>
          <p:spPr>
            <a:xfrm>
              <a:off x="8494543" y="2975461"/>
              <a:ext cx="159154" cy="247101"/>
            </a:xfrm>
            <a:custGeom>
              <a:avLst/>
              <a:gdLst>
                <a:gd name="connsiteX0" fmla="*/ 106672 w 159154"/>
                <a:gd name="connsiteY0" fmla="*/ 0 h 247101"/>
                <a:gd name="connsiteX1" fmla="*/ 159154 w 159154"/>
                <a:gd name="connsiteY1" fmla="*/ 247101 h 247101"/>
                <a:gd name="connsiteX2" fmla="*/ 0 w 159154"/>
                <a:gd name="connsiteY2" fmla="*/ 122751 h 247101"/>
                <a:gd name="connsiteX3" fmla="*/ 106672 w 159154"/>
                <a:gd name="connsiteY3" fmla="*/ 0 h 2471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154" h="247101">
                  <a:moveTo>
                    <a:pt x="106672" y="0"/>
                  </a:moveTo>
                  <a:lnTo>
                    <a:pt x="159154" y="247101"/>
                  </a:lnTo>
                  <a:lnTo>
                    <a:pt x="0" y="122751"/>
                  </a:lnTo>
                  <a:lnTo>
                    <a:pt x="106672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0" name="Freeform 89">
              <a:extLst>
                <a:ext uri="{FF2B5EF4-FFF2-40B4-BE49-F238E27FC236}">
                  <a16:creationId xmlns:a16="http://schemas.microsoft.com/office/drawing/2014/main" id="{3BDB814E-041C-9C42-4C9F-98D942D3C4F6}"/>
                </a:ext>
              </a:extLst>
            </p:cNvPr>
            <p:cNvSpPr/>
            <p:nvPr/>
          </p:nvSpPr>
          <p:spPr>
            <a:xfrm>
              <a:off x="8653697" y="3222563"/>
              <a:ext cx="152647" cy="208068"/>
            </a:xfrm>
            <a:custGeom>
              <a:avLst/>
              <a:gdLst>
                <a:gd name="connsiteX0" fmla="*/ 152647 w 152647"/>
                <a:gd name="connsiteY0" fmla="*/ 146107 h 208068"/>
                <a:gd name="connsiteX1" fmla="*/ 0 w 152647"/>
                <a:gd name="connsiteY1" fmla="*/ 0 h 208068"/>
                <a:gd name="connsiteX2" fmla="*/ 33495 w 152647"/>
                <a:gd name="connsiteY2" fmla="*/ 208068 h 208068"/>
                <a:gd name="connsiteX3" fmla="*/ 152647 w 152647"/>
                <a:gd name="connsiteY3" fmla="*/ 146107 h 208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647" h="208068">
                  <a:moveTo>
                    <a:pt x="152647" y="146107"/>
                  </a:moveTo>
                  <a:lnTo>
                    <a:pt x="0" y="0"/>
                  </a:lnTo>
                  <a:lnTo>
                    <a:pt x="33495" y="208068"/>
                  </a:lnTo>
                  <a:lnTo>
                    <a:pt x="152647" y="146107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1" name="Freeform 90">
              <a:extLst>
                <a:ext uri="{FF2B5EF4-FFF2-40B4-BE49-F238E27FC236}">
                  <a16:creationId xmlns:a16="http://schemas.microsoft.com/office/drawing/2014/main" id="{DEF862BB-213F-6807-BF94-B702665D0471}"/>
                </a:ext>
              </a:extLst>
            </p:cNvPr>
            <p:cNvSpPr/>
            <p:nvPr/>
          </p:nvSpPr>
          <p:spPr>
            <a:xfrm>
              <a:off x="8392885" y="3222563"/>
              <a:ext cx="294307" cy="249767"/>
            </a:xfrm>
            <a:custGeom>
              <a:avLst/>
              <a:gdLst>
                <a:gd name="connsiteX0" fmla="*/ 0 w 294307"/>
                <a:gd name="connsiteY0" fmla="*/ 249767 h 249767"/>
                <a:gd name="connsiteX1" fmla="*/ 260812 w 294307"/>
                <a:gd name="connsiteY1" fmla="*/ 0 h 249767"/>
                <a:gd name="connsiteX2" fmla="*/ 294307 w 294307"/>
                <a:gd name="connsiteY2" fmla="*/ 208068 h 249767"/>
                <a:gd name="connsiteX3" fmla="*/ 0 w 294307"/>
                <a:gd name="connsiteY3" fmla="*/ 249767 h 249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307" h="249767">
                  <a:moveTo>
                    <a:pt x="0" y="249767"/>
                  </a:moveTo>
                  <a:lnTo>
                    <a:pt x="260812" y="0"/>
                  </a:lnTo>
                  <a:lnTo>
                    <a:pt x="294307" y="208068"/>
                  </a:lnTo>
                  <a:lnTo>
                    <a:pt x="0" y="249767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2" name="Freeform 91">
              <a:extLst>
                <a:ext uri="{FF2B5EF4-FFF2-40B4-BE49-F238E27FC236}">
                  <a16:creationId xmlns:a16="http://schemas.microsoft.com/office/drawing/2014/main" id="{CB684A7F-4A51-1AC1-BC6A-802E9CC12C8E}"/>
                </a:ext>
              </a:extLst>
            </p:cNvPr>
            <p:cNvSpPr/>
            <p:nvPr/>
          </p:nvSpPr>
          <p:spPr>
            <a:xfrm>
              <a:off x="8472676" y="2816877"/>
              <a:ext cx="128539" cy="281334"/>
            </a:xfrm>
            <a:custGeom>
              <a:avLst/>
              <a:gdLst>
                <a:gd name="connsiteX0" fmla="*/ 0 w 128539"/>
                <a:gd name="connsiteY0" fmla="*/ 0 h 281334"/>
                <a:gd name="connsiteX1" fmla="*/ 21868 w 128539"/>
                <a:gd name="connsiteY1" fmla="*/ 281335 h 281334"/>
                <a:gd name="connsiteX2" fmla="*/ 128539 w 128539"/>
                <a:gd name="connsiteY2" fmla="*/ 158584 h 281334"/>
                <a:gd name="connsiteX3" fmla="*/ 0 w 128539"/>
                <a:gd name="connsiteY3" fmla="*/ 0 h 2813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8539" h="281334">
                  <a:moveTo>
                    <a:pt x="0" y="0"/>
                  </a:moveTo>
                  <a:lnTo>
                    <a:pt x="21868" y="281335"/>
                  </a:lnTo>
                  <a:lnTo>
                    <a:pt x="128539" y="158584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3" name="Freeform 92">
              <a:extLst>
                <a:ext uri="{FF2B5EF4-FFF2-40B4-BE49-F238E27FC236}">
                  <a16:creationId xmlns:a16="http://schemas.microsoft.com/office/drawing/2014/main" id="{97886249-075E-0BF9-7F9D-A4B4097D59FF}"/>
                </a:ext>
              </a:extLst>
            </p:cNvPr>
            <p:cNvSpPr/>
            <p:nvPr/>
          </p:nvSpPr>
          <p:spPr>
            <a:xfrm>
              <a:off x="8472676" y="2764194"/>
              <a:ext cx="128539" cy="211267"/>
            </a:xfrm>
            <a:custGeom>
              <a:avLst/>
              <a:gdLst>
                <a:gd name="connsiteX0" fmla="*/ 79897 w 128539"/>
                <a:gd name="connsiteY0" fmla="*/ 0 h 211267"/>
                <a:gd name="connsiteX1" fmla="*/ 0 w 128539"/>
                <a:gd name="connsiteY1" fmla="*/ 52684 h 211267"/>
                <a:gd name="connsiteX2" fmla="*/ 128539 w 128539"/>
                <a:gd name="connsiteY2" fmla="*/ 211268 h 211267"/>
                <a:gd name="connsiteX3" fmla="*/ 79897 w 128539"/>
                <a:gd name="connsiteY3" fmla="*/ 0 h 211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8539" h="211267">
                  <a:moveTo>
                    <a:pt x="79897" y="0"/>
                  </a:moveTo>
                  <a:lnTo>
                    <a:pt x="0" y="52684"/>
                  </a:lnTo>
                  <a:lnTo>
                    <a:pt x="128539" y="211268"/>
                  </a:lnTo>
                  <a:lnTo>
                    <a:pt x="79897" y="0"/>
                  </a:lnTo>
                  <a:close/>
                </a:path>
              </a:pathLst>
            </a:custGeom>
            <a:solidFill>
              <a:srgbClr val="763B7F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4" name="Freeform 93">
              <a:extLst>
                <a:ext uri="{FF2B5EF4-FFF2-40B4-BE49-F238E27FC236}">
                  <a16:creationId xmlns:a16="http://schemas.microsoft.com/office/drawing/2014/main" id="{A6562C6E-BC55-4F14-C8EC-6A41AEBCC831}"/>
                </a:ext>
              </a:extLst>
            </p:cNvPr>
            <p:cNvSpPr/>
            <p:nvPr/>
          </p:nvSpPr>
          <p:spPr>
            <a:xfrm>
              <a:off x="8305841" y="2764194"/>
              <a:ext cx="188702" cy="334018"/>
            </a:xfrm>
            <a:custGeom>
              <a:avLst/>
              <a:gdLst>
                <a:gd name="connsiteX0" fmla="*/ 0 w 188702"/>
                <a:gd name="connsiteY0" fmla="*/ 0 h 334018"/>
                <a:gd name="connsiteX1" fmla="*/ 166835 w 188702"/>
                <a:gd name="connsiteY1" fmla="*/ 52684 h 334018"/>
                <a:gd name="connsiteX2" fmla="*/ 188702 w 188702"/>
                <a:gd name="connsiteY2" fmla="*/ 334019 h 334018"/>
                <a:gd name="connsiteX3" fmla="*/ 0 w 188702"/>
                <a:gd name="connsiteY3" fmla="*/ 0 h 3340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702" h="334018">
                  <a:moveTo>
                    <a:pt x="0" y="0"/>
                  </a:moveTo>
                  <a:lnTo>
                    <a:pt x="166835" y="52684"/>
                  </a:lnTo>
                  <a:lnTo>
                    <a:pt x="188702" y="33401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5" name="Freeform 94">
              <a:extLst>
                <a:ext uri="{FF2B5EF4-FFF2-40B4-BE49-F238E27FC236}">
                  <a16:creationId xmlns:a16="http://schemas.microsoft.com/office/drawing/2014/main" id="{08F905A7-6125-E9DF-EADB-ACA01675886B}"/>
                </a:ext>
              </a:extLst>
            </p:cNvPr>
            <p:cNvSpPr/>
            <p:nvPr/>
          </p:nvSpPr>
          <p:spPr>
            <a:xfrm>
              <a:off x="8283333" y="3347446"/>
              <a:ext cx="109551" cy="224065"/>
            </a:xfrm>
            <a:custGeom>
              <a:avLst/>
              <a:gdLst>
                <a:gd name="connsiteX0" fmla="*/ 0 w 109551"/>
                <a:gd name="connsiteY0" fmla="*/ 0 h 224065"/>
                <a:gd name="connsiteX1" fmla="*/ 109552 w 109551"/>
                <a:gd name="connsiteY1" fmla="*/ 124884 h 224065"/>
                <a:gd name="connsiteX2" fmla="*/ 73177 w 109551"/>
                <a:gd name="connsiteY2" fmla="*/ 224066 h 224065"/>
                <a:gd name="connsiteX3" fmla="*/ 0 w 109551"/>
                <a:gd name="connsiteY3" fmla="*/ 0 h 2240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9551" h="224065">
                  <a:moveTo>
                    <a:pt x="0" y="0"/>
                  </a:moveTo>
                  <a:lnTo>
                    <a:pt x="109552" y="124884"/>
                  </a:lnTo>
                  <a:lnTo>
                    <a:pt x="73177" y="224066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6" name="Freeform 95">
              <a:extLst>
                <a:ext uri="{FF2B5EF4-FFF2-40B4-BE49-F238E27FC236}">
                  <a16:creationId xmlns:a16="http://schemas.microsoft.com/office/drawing/2014/main" id="{3E9136BF-8AF1-99AB-0A89-B874FE3A9C40}"/>
                </a:ext>
              </a:extLst>
            </p:cNvPr>
            <p:cNvSpPr/>
            <p:nvPr/>
          </p:nvSpPr>
          <p:spPr>
            <a:xfrm>
              <a:off x="8039908" y="3347446"/>
              <a:ext cx="243425" cy="196657"/>
            </a:xfrm>
            <a:custGeom>
              <a:avLst/>
              <a:gdLst>
                <a:gd name="connsiteX0" fmla="*/ 0 w 243425"/>
                <a:gd name="connsiteY0" fmla="*/ 122964 h 196657"/>
                <a:gd name="connsiteX1" fmla="*/ 243425 w 243425"/>
                <a:gd name="connsiteY1" fmla="*/ 0 h 196657"/>
                <a:gd name="connsiteX2" fmla="*/ 167475 w 243425"/>
                <a:gd name="connsiteY2" fmla="*/ 196657 h 196657"/>
                <a:gd name="connsiteX3" fmla="*/ 0 w 243425"/>
                <a:gd name="connsiteY3" fmla="*/ 122964 h 196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3425" h="196657">
                  <a:moveTo>
                    <a:pt x="0" y="122964"/>
                  </a:moveTo>
                  <a:lnTo>
                    <a:pt x="243425" y="0"/>
                  </a:lnTo>
                  <a:lnTo>
                    <a:pt x="167475" y="196657"/>
                  </a:lnTo>
                  <a:lnTo>
                    <a:pt x="0" y="122964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7" name="Freeform 96">
              <a:extLst>
                <a:ext uri="{FF2B5EF4-FFF2-40B4-BE49-F238E27FC236}">
                  <a16:creationId xmlns:a16="http://schemas.microsoft.com/office/drawing/2014/main" id="{1A25BC5C-FEB7-C8F2-8971-3AF44EB25930}"/>
                </a:ext>
              </a:extLst>
            </p:cNvPr>
            <p:cNvSpPr/>
            <p:nvPr/>
          </p:nvSpPr>
          <p:spPr>
            <a:xfrm>
              <a:off x="8134953" y="3088081"/>
              <a:ext cx="243105" cy="259365"/>
            </a:xfrm>
            <a:custGeom>
              <a:avLst/>
              <a:gdLst>
                <a:gd name="connsiteX0" fmla="*/ 0 w 243105"/>
                <a:gd name="connsiteY0" fmla="*/ 5012 h 259365"/>
                <a:gd name="connsiteX1" fmla="*/ 148380 w 243105"/>
                <a:gd name="connsiteY1" fmla="*/ 259366 h 259365"/>
                <a:gd name="connsiteX2" fmla="*/ 243105 w 243105"/>
                <a:gd name="connsiteY2" fmla="*/ 0 h 259365"/>
                <a:gd name="connsiteX3" fmla="*/ 0 w 243105"/>
                <a:gd name="connsiteY3" fmla="*/ 5012 h 2593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3105" h="259365">
                  <a:moveTo>
                    <a:pt x="0" y="5012"/>
                  </a:moveTo>
                  <a:lnTo>
                    <a:pt x="148380" y="259366"/>
                  </a:lnTo>
                  <a:lnTo>
                    <a:pt x="243105" y="0"/>
                  </a:lnTo>
                  <a:lnTo>
                    <a:pt x="0" y="5012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8" name="Freeform 97">
              <a:extLst>
                <a:ext uri="{FF2B5EF4-FFF2-40B4-BE49-F238E27FC236}">
                  <a16:creationId xmlns:a16="http://schemas.microsoft.com/office/drawing/2014/main" id="{B11BADF7-AE26-CB6A-6F5E-1D7D92ED2473}"/>
                </a:ext>
              </a:extLst>
            </p:cNvPr>
            <p:cNvSpPr/>
            <p:nvPr/>
          </p:nvSpPr>
          <p:spPr>
            <a:xfrm>
              <a:off x="8005560" y="3093093"/>
              <a:ext cx="277773" cy="254353"/>
            </a:xfrm>
            <a:custGeom>
              <a:avLst/>
              <a:gdLst>
                <a:gd name="connsiteX0" fmla="*/ 0 w 277773"/>
                <a:gd name="connsiteY0" fmla="*/ 111020 h 254353"/>
                <a:gd name="connsiteX1" fmla="*/ 129393 w 277773"/>
                <a:gd name="connsiteY1" fmla="*/ 0 h 254353"/>
                <a:gd name="connsiteX2" fmla="*/ 277773 w 277773"/>
                <a:gd name="connsiteY2" fmla="*/ 254353 h 254353"/>
                <a:gd name="connsiteX3" fmla="*/ 0 w 277773"/>
                <a:gd name="connsiteY3" fmla="*/ 111020 h 2543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7773" h="254353">
                  <a:moveTo>
                    <a:pt x="0" y="111020"/>
                  </a:moveTo>
                  <a:lnTo>
                    <a:pt x="129393" y="0"/>
                  </a:lnTo>
                  <a:lnTo>
                    <a:pt x="277773" y="254353"/>
                  </a:lnTo>
                  <a:lnTo>
                    <a:pt x="0" y="11102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9" name="Freeform 98">
              <a:extLst>
                <a:ext uri="{FF2B5EF4-FFF2-40B4-BE49-F238E27FC236}">
                  <a16:creationId xmlns:a16="http://schemas.microsoft.com/office/drawing/2014/main" id="{DD3FD29B-AA8D-494C-E3EB-A9EE6CC85727}"/>
                </a:ext>
              </a:extLst>
            </p:cNvPr>
            <p:cNvSpPr/>
            <p:nvPr/>
          </p:nvSpPr>
          <p:spPr>
            <a:xfrm>
              <a:off x="7847259" y="3204113"/>
              <a:ext cx="436074" cy="163063"/>
            </a:xfrm>
            <a:custGeom>
              <a:avLst/>
              <a:gdLst>
                <a:gd name="connsiteX0" fmla="*/ 0 w 436074"/>
                <a:gd name="connsiteY0" fmla="*/ 163063 h 163063"/>
                <a:gd name="connsiteX1" fmla="*/ 158301 w 436074"/>
                <a:gd name="connsiteY1" fmla="*/ 0 h 163063"/>
                <a:gd name="connsiteX2" fmla="*/ 436074 w 436074"/>
                <a:gd name="connsiteY2" fmla="*/ 143334 h 163063"/>
                <a:gd name="connsiteX3" fmla="*/ 0 w 436074"/>
                <a:gd name="connsiteY3" fmla="*/ 163063 h 1630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6074" h="163063">
                  <a:moveTo>
                    <a:pt x="0" y="163063"/>
                  </a:moveTo>
                  <a:lnTo>
                    <a:pt x="158301" y="0"/>
                  </a:lnTo>
                  <a:lnTo>
                    <a:pt x="436074" y="143334"/>
                  </a:lnTo>
                  <a:lnTo>
                    <a:pt x="0" y="163063"/>
                  </a:lnTo>
                  <a:close/>
                </a:path>
              </a:pathLst>
            </a:custGeom>
            <a:solidFill>
              <a:srgbClr val="F4772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0" name="Freeform 99">
              <a:extLst>
                <a:ext uri="{FF2B5EF4-FFF2-40B4-BE49-F238E27FC236}">
                  <a16:creationId xmlns:a16="http://schemas.microsoft.com/office/drawing/2014/main" id="{A6D312A1-B21B-09D2-9A48-10E706F6A5BE}"/>
                </a:ext>
              </a:extLst>
            </p:cNvPr>
            <p:cNvSpPr/>
            <p:nvPr/>
          </p:nvSpPr>
          <p:spPr>
            <a:xfrm>
              <a:off x="7647250" y="3098212"/>
              <a:ext cx="218463" cy="320154"/>
            </a:xfrm>
            <a:custGeom>
              <a:avLst/>
              <a:gdLst>
                <a:gd name="connsiteX0" fmla="*/ 218464 w 218463"/>
                <a:gd name="connsiteY0" fmla="*/ 0 h 320154"/>
                <a:gd name="connsiteX1" fmla="*/ 200010 w 218463"/>
                <a:gd name="connsiteY1" fmla="*/ 268964 h 320154"/>
                <a:gd name="connsiteX2" fmla="*/ 0 w 218463"/>
                <a:gd name="connsiteY2" fmla="*/ 320154 h 320154"/>
                <a:gd name="connsiteX3" fmla="*/ 218464 w 218463"/>
                <a:gd name="connsiteY3" fmla="*/ 0 h 320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8463" h="320154">
                  <a:moveTo>
                    <a:pt x="218464" y="0"/>
                  </a:moveTo>
                  <a:lnTo>
                    <a:pt x="200010" y="268964"/>
                  </a:lnTo>
                  <a:lnTo>
                    <a:pt x="0" y="320154"/>
                  </a:lnTo>
                  <a:lnTo>
                    <a:pt x="218464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Freeform 100">
              <a:extLst>
                <a:ext uri="{FF2B5EF4-FFF2-40B4-BE49-F238E27FC236}">
                  <a16:creationId xmlns:a16="http://schemas.microsoft.com/office/drawing/2014/main" id="{C6536E37-C214-419F-BF6F-73E200F87BF4}"/>
                </a:ext>
              </a:extLst>
            </p:cNvPr>
            <p:cNvSpPr/>
            <p:nvPr/>
          </p:nvSpPr>
          <p:spPr>
            <a:xfrm>
              <a:off x="7628795" y="3052780"/>
              <a:ext cx="236917" cy="150052"/>
            </a:xfrm>
            <a:custGeom>
              <a:avLst/>
              <a:gdLst>
                <a:gd name="connsiteX0" fmla="*/ 0 w 236917"/>
                <a:gd name="connsiteY0" fmla="*/ 150052 h 150052"/>
                <a:gd name="connsiteX1" fmla="*/ 42349 w 236917"/>
                <a:gd name="connsiteY1" fmla="*/ 0 h 150052"/>
                <a:gd name="connsiteX2" fmla="*/ 236918 w 236917"/>
                <a:gd name="connsiteY2" fmla="*/ 45432 h 150052"/>
                <a:gd name="connsiteX3" fmla="*/ 0 w 236917"/>
                <a:gd name="connsiteY3" fmla="*/ 150052 h 1500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6917" h="150052">
                  <a:moveTo>
                    <a:pt x="0" y="150052"/>
                  </a:moveTo>
                  <a:lnTo>
                    <a:pt x="42349" y="0"/>
                  </a:lnTo>
                  <a:lnTo>
                    <a:pt x="236918" y="45432"/>
                  </a:lnTo>
                  <a:lnTo>
                    <a:pt x="0" y="150052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Freeform 101">
              <a:extLst>
                <a:ext uri="{FF2B5EF4-FFF2-40B4-BE49-F238E27FC236}">
                  <a16:creationId xmlns:a16="http://schemas.microsoft.com/office/drawing/2014/main" id="{80ACA04C-701C-FA57-4747-947E16AF723B}"/>
                </a:ext>
              </a:extLst>
            </p:cNvPr>
            <p:cNvSpPr/>
            <p:nvPr/>
          </p:nvSpPr>
          <p:spPr>
            <a:xfrm>
              <a:off x="7628795" y="3098212"/>
              <a:ext cx="236917" cy="320154"/>
            </a:xfrm>
            <a:custGeom>
              <a:avLst/>
              <a:gdLst>
                <a:gd name="connsiteX0" fmla="*/ 18454 w 236917"/>
                <a:gd name="connsiteY0" fmla="*/ 320154 h 320154"/>
                <a:gd name="connsiteX1" fmla="*/ 0 w 236917"/>
                <a:gd name="connsiteY1" fmla="*/ 104621 h 320154"/>
                <a:gd name="connsiteX2" fmla="*/ 236918 w 236917"/>
                <a:gd name="connsiteY2" fmla="*/ 0 h 320154"/>
                <a:gd name="connsiteX3" fmla="*/ 18454 w 236917"/>
                <a:gd name="connsiteY3" fmla="*/ 320154 h 320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6917" h="320154">
                  <a:moveTo>
                    <a:pt x="18454" y="320154"/>
                  </a:moveTo>
                  <a:lnTo>
                    <a:pt x="0" y="104621"/>
                  </a:lnTo>
                  <a:lnTo>
                    <a:pt x="236918" y="0"/>
                  </a:lnTo>
                  <a:lnTo>
                    <a:pt x="18454" y="320154"/>
                  </a:lnTo>
                  <a:close/>
                </a:path>
              </a:pathLst>
            </a:custGeom>
            <a:solidFill>
              <a:srgbClr val="763B7F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Freeform 102">
              <a:extLst>
                <a:ext uri="{FF2B5EF4-FFF2-40B4-BE49-F238E27FC236}">
                  <a16:creationId xmlns:a16="http://schemas.microsoft.com/office/drawing/2014/main" id="{85535DE7-BD90-E03B-A180-DAD1E74F26B5}"/>
                </a:ext>
              </a:extLst>
            </p:cNvPr>
            <p:cNvSpPr/>
            <p:nvPr/>
          </p:nvSpPr>
          <p:spPr>
            <a:xfrm>
              <a:off x="7342915" y="3202833"/>
              <a:ext cx="285880" cy="192924"/>
            </a:xfrm>
            <a:custGeom>
              <a:avLst/>
              <a:gdLst>
                <a:gd name="connsiteX0" fmla="*/ 0 w 285880"/>
                <a:gd name="connsiteY0" fmla="*/ 58443 h 192924"/>
                <a:gd name="connsiteX1" fmla="*/ 285880 w 285880"/>
                <a:gd name="connsiteY1" fmla="*/ 0 h 192924"/>
                <a:gd name="connsiteX2" fmla="*/ 110512 w 285880"/>
                <a:gd name="connsiteY2" fmla="*/ 192924 h 192924"/>
                <a:gd name="connsiteX3" fmla="*/ 0 w 285880"/>
                <a:gd name="connsiteY3" fmla="*/ 58443 h 1929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5880" h="192924">
                  <a:moveTo>
                    <a:pt x="0" y="58443"/>
                  </a:moveTo>
                  <a:lnTo>
                    <a:pt x="285880" y="0"/>
                  </a:lnTo>
                  <a:lnTo>
                    <a:pt x="110512" y="192924"/>
                  </a:lnTo>
                  <a:lnTo>
                    <a:pt x="0" y="58443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Freeform 103">
              <a:extLst>
                <a:ext uri="{FF2B5EF4-FFF2-40B4-BE49-F238E27FC236}">
                  <a16:creationId xmlns:a16="http://schemas.microsoft.com/office/drawing/2014/main" id="{B32640FA-9E49-A60A-A4FB-753CF81818E1}"/>
                </a:ext>
              </a:extLst>
            </p:cNvPr>
            <p:cNvSpPr/>
            <p:nvPr/>
          </p:nvSpPr>
          <p:spPr>
            <a:xfrm>
              <a:off x="7439987" y="3418366"/>
              <a:ext cx="376017" cy="125736"/>
            </a:xfrm>
            <a:custGeom>
              <a:avLst/>
              <a:gdLst>
                <a:gd name="connsiteX0" fmla="*/ 207263 w 376017"/>
                <a:gd name="connsiteY0" fmla="*/ 0 h 125736"/>
                <a:gd name="connsiteX1" fmla="*/ 0 w 376017"/>
                <a:gd name="connsiteY1" fmla="*/ 91717 h 125736"/>
                <a:gd name="connsiteX2" fmla="*/ 376018 w 376017"/>
                <a:gd name="connsiteY2" fmla="*/ 125737 h 125736"/>
                <a:gd name="connsiteX3" fmla="*/ 207263 w 376017"/>
                <a:gd name="connsiteY3" fmla="*/ 0 h 125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6017" h="125736">
                  <a:moveTo>
                    <a:pt x="207263" y="0"/>
                  </a:moveTo>
                  <a:lnTo>
                    <a:pt x="0" y="91717"/>
                  </a:lnTo>
                  <a:lnTo>
                    <a:pt x="376018" y="125737"/>
                  </a:lnTo>
                  <a:lnTo>
                    <a:pt x="207263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Freeform 104">
              <a:extLst>
                <a:ext uri="{FF2B5EF4-FFF2-40B4-BE49-F238E27FC236}">
                  <a16:creationId xmlns:a16="http://schemas.microsoft.com/office/drawing/2014/main" id="{5A932025-DBBD-BA04-C907-EE45B0E51627}"/>
                </a:ext>
              </a:extLst>
            </p:cNvPr>
            <p:cNvSpPr/>
            <p:nvPr/>
          </p:nvSpPr>
          <p:spPr>
            <a:xfrm>
              <a:off x="7816004" y="3367176"/>
              <a:ext cx="223903" cy="176927"/>
            </a:xfrm>
            <a:custGeom>
              <a:avLst/>
              <a:gdLst>
                <a:gd name="connsiteX0" fmla="*/ 31255 w 223903"/>
                <a:gd name="connsiteY0" fmla="*/ 0 h 176927"/>
                <a:gd name="connsiteX1" fmla="*/ 223904 w 223903"/>
                <a:gd name="connsiteY1" fmla="*/ 103234 h 176927"/>
                <a:gd name="connsiteX2" fmla="*/ 0 w 223903"/>
                <a:gd name="connsiteY2" fmla="*/ 176927 h 176927"/>
                <a:gd name="connsiteX3" fmla="*/ 31255 w 223903"/>
                <a:gd name="connsiteY3" fmla="*/ 0 h 1769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3903" h="176927">
                  <a:moveTo>
                    <a:pt x="31255" y="0"/>
                  </a:moveTo>
                  <a:lnTo>
                    <a:pt x="223904" y="103234"/>
                  </a:lnTo>
                  <a:lnTo>
                    <a:pt x="0" y="176927"/>
                  </a:lnTo>
                  <a:lnTo>
                    <a:pt x="31255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Freeform 105">
              <a:extLst>
                <a:ext uri="{FF2B5EF4-FFF2-40B4-BE49-F238E27FC236}">
                  <a16:creationId xmlns:a16="http://schemas.microsoft.com/office/drawing/2014/main" id="{511B9662-3B44-95BE-CB01-E2A09DCD53CB}"/>
                </a:ext>
              </a:extLst>
            </p:cNvPr>
            <p:cNvSpPr/>
            <p:nvPr/>
          </p:nvSpPr>
          <p:spPr>
            <a:xfrm>
              <a:off x="7197095" y="3088081"/>
              <a:ext cx="431700" cy="114752"/>
            </a:xfrm>
            <a:custGeom>
              <a:avLst/>
              <a:gdLst>
                <a:gd name="connsiteX0" fmla="*/ 108485 w 431700"/>
                <a:gd name="connsiteY0" fmla="*/ 0 h 114752"/>
                <a:gd name="connsiteX1" fmla="*/ 431701 w 431700"/>
                <a:gd name="connsiteY1" fmla="*/ 114752 h 114752"/>
                <a:gd name="connsiteX2" fmla="*/ 0 w 431700"/>
                <a:gd name="connsiteY2" fmla="*/ 110593 h 114752"/>
                <a:gd name="connsiteX3" fmla="*/ 108485 w 431700"/>
                <a:gd name="connsiteY3" fmla="*/ 0 h 11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1700" h="114752">
                  <a:moveTo>
                    <a:pt x="108485" y="0"/>
                  </a:moveTo>
                  <a:lnTo>
                    <a:pt x="431701" y="114752"/>
                  </a:lnTo>
                  <a:lnTo>
                    <a:pt x="0" y="110593"/>
                  </a:lnTo>
                  <a:lnTo>
                    <a:pt x="108485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7" name="Freeform 106">
              <a:extLst>
                <a:ext uri="{FF2B5EF4-FFF2-40B4-BE49-F238E27FC236}">
                  <a16:creationId xmlns:a16="http://schemas.microsoft.com/office/drawing/2014/main" id="{D2820C60-F871-F676-799A-0536E688B058}"/>
                </a:ext>
              </a:extLst>
            </p:cNvPr>
            <p:cNvSpPr/>
            <p:nvPr/>
          </p:nvSpPr>
          <p:spPr>
            <a:xfrm>
              <a:off x="7412999" y="2882252"/>
              <a:ext cx="258145" cy="170528"/>
            </a:xfrm>
            <a:custGeom>
              <a:avLst/>
              <a:gdLst>
                <a:gd name="connsiteX0" fmla="*/ 48536 w 258145"/>
                <a:gd name="connsiteY0" fmla="*/ 0 h 170528"/>
                <a:gd name="connsiteX1" fmla="*/ 0 w 258145"/>
                <a:gd name="connsiteY1" fmla="*/ 125097 h 170528"/>
                <a:gd name="connsiteX2" fmla="*/ 258146 w 258145"/>
                <a:gd name="connsiteY2" fmla="*/ 170529 h 170528"/>
                <a:gd name="connsiteX3" fmla="*/ 48536 w 258145"/>
                <a:gd name="connsiteY3" fmla="*/ 0 h 1705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145" h="170528">
                  <a:moveTo>
                    <a:pt x="48536" y="0"/>
                  </a:moveTo>
                  <a:lnTo>
                    <a:pt x="0" y="125097"/>
                  </a:lnTo>
                  <a:lnTo>
                    <a:pt x="258146" y="170529"/>
                  </a:lnTo>
                  <a:lnTo>
                    <a:pt x="48536" y="0"/>
                  </a:lnTo>
                  <a:close/>
                </a:path>
              </a:pathLst>
            </a:custGeom>
            <a:solidFill>
              <a:srgbClr val="763B7F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8" name="Freeform 107">
              <a:extLst>
                <a:ext uri="{FF2B5EF4-FFF2-40B4-BE49-F238E27FC236}">
                  <a16:creationId xmlns:a16="http://schemas.microsoft.com/office/drawing/2014/main" id="{D8525917-E4D9-E1E6-3993-B56D72C7E02C}"/>
                </a:ext>
              </a:extLst>
            </p:cNvPr>
            <p:cNvSpPr/>
            <p:nvPr/>
          </p:nvSpPr>
          <p:spPr>
            <a:xfrm>
              <a:off x="7305580" y="3007349"/>
              <a:ext cx="323215" cy="195483"/>
            </a:xfrm>
            <a:custGeom>
              <a:avLst/>
              <a:gdLst>
                <a:gd name="connsiteX0" fmla="*/ 0 w 323215"/>
                <a:gd name="connsiteY0" fmla="*/ 80732 h 195483"/>
                <a:gd name="connsiteX1" fmla="*/ 107419 w 323215"/>
                <a:gd name="connsiteY1" fmla="*/ 0 h 195483"/>
                <a:gd name="connsiteX2" fmla="*/ 323215 w 323215"/>
                <a:gd name="connsiteY2" fmla="*/ 195484 h 195483"/>
                <a:gd name="connsiteX3" fmla="*/ 0 w 323215"/>
                <a:gd name="connsiteY3" fmla="*/ 80732 h 1954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3215" h="195483">
                  <a:moveTo>
                    <a:pt x="0" y="80732"/>
                  </a:moveTo>
                  <a:lnTo>
                    <a:pt x="107419" y="0"/>
                  </a:lnTo>
                  <a:lnTo>
                    <a:pt x="323215" y="195484"/>
                  </a:lnTo>
                  <a:lnTo>
                    <a:pt x="0" y="80732"/>
                  </a:lnTo>
                  <a:close/>
                </a:path>
              </a:pathLst>
            </a:custGeom>
            <a:solidFill>
              <a:srgbClr val="F47820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9" name="Freeform 108">
              <a:extLst>
                <a:ext uri="{FF2B5EF4-FFF2-40B4-BE49-F238E27FC236}">
                  <a16:creationId xmlns:a16="http://schemas.microsoft.com/office/drawing/2014/main" id="{92510EA0-484E-3F44-B585-AE4C00E5403B}"/>
                </a:ext>
              </a:extLst>
            </p:cNvPr>
            <p:cNvSpPr/>
            <p:nvPr/>
          </p:nvSpPr>
          <p:spPr>
            <a:xfrm>
              <a:off x="7854300" y="2957545"/>
              <a:ext cx="280653" cy="246567"/>
            </a:xfrm>
            <a:custGeom>
              <a:avLst/>
              <a:gdLst>
                <a:gd name="connsiteX0" fmla="*/ 151260 w 280653"/>
                <a:gd name="connsiteY0" fmla="*/ 246568 h 246567"/>
                <a:gd name="connsiteX1" fmla="*/ 0 w 280653"/>
                <a:gd name="connsiteY1" fmla="*/ 0 h 246567"/>
                <a:gd name="connsiteX2" fmla="*/ 280653 w 280653"/>
                <a:gd name="connsiteY2" fmla="*/ 135548 h 246567"/>
                <a:gd name="connsiteX3" fmla="*/ 151260 w 280653"/>
                <a:gd name="connsiteY3" fmla="*/ 246568 h 2465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0653" h="246567">
                  <a:moveTo>
                    <a:pt x="151260" y="246568"/>
                  </a:moveTo>
                  <a:lnTo>
                    <a:pt x="0" y="0"/>
                  </a:lnTo>
                  <a:lnTo>
                    <a:pt x="280653" y="135548"/>
                  </a:lnTo>
                  <a:lnTo>
                    <a:pt x="151260" y="246568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" name="Freeform 109">
              <a:extLst>
                <a:ext uri="{FF2B5EF4-FFF2-40B4-BE49-F238E27FC236}">
                  <a16:creationId xmlns:a16="http://schemas.microsoft.com/office/drawing/2014/main" id="{4D1A8E9D-AE07-2179-926C-74782FF1A122}"/>
                </a:ext>
              </a:extLst>
            </p:cNvPr>
            <p:cNvSpPr/>
            <p:nvPr/>
          </p:nvSpPr>
          <p:spPr>
            <a:xfrm>
              <a:off x="7522657" y="2865615"/>
              <a:ext cx="148487" cy="187165"/>
            </a:xfrm>
            <a:custGeom>
              <a:avLst/>
              <a:gdLst>
                <a:gd name="connsiteX0" fmla="*/ 124593 w 148487"/>
                <a:gd name="connsiteY0" fmla="*/ 853 h 187165"/>
                <a:gd name="connsiteX1" fmla="*/ 0 w 148487"/>
                <a:gd name="connsiteY1" fmla="*/ 0 h 187165"/>
                <a:gd name="connsiteX2" fmla="*/ 148487 w 148487"/>
                <a:gd name="connsiteY2" fmla="*/ 187165 h 187165"/>
                <a:gd name="connsiteX3" fmla="*/ 124593 w 148487"/>
                <a:gd name="connsiteY3" fmla="*/ 853 h 1871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8487" h="187165">
                  <a:moveTo>
                    <a:pt x="124593" y="853"/>
                  </a:moveTo>
                  <a:lnTo>
                    <a:pt x="0" y="0"/>
                  </a:lnTo>
                  <a:lnTo>
                    <a:pt x="148487" y="187165"/>
                  </a:lnTo>
                  <a:lnTo>
                    <a:pt x="124593" y="853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1" name="Freeform 110">
              <a:extLst>
                <a:ext uri="{FF2B5EF4-FFF2-40B4-BE49-F238E27FC236}">
                  <a16:creationId xmlns:a16="http://schemas.microsoft.com/office/drawing/2014/main" id="{8F03F2F2-9409-43BB-D39C-DFC7AF109DEA}"/>
                </a:ext>
              </a:extLst>
            </p:cNvPr>
            <p:cNvSpPr/>
            <p:nvPr/>
          </p:nvSpPr>
          <p:spPr>
            <a:xfrm>
              <a:off x="7854300" y="2906567"/>
              <a:ext cx="280653" cy="186525"/>
            </a:xfrm>
            <a:custGeom>
              <a:avLst/>
              <a:gdLst>
                <a:gd name="connsiteX0" fmla="*/ 0 w 280653"/>
                <a:gd name="connsiteY0" fmla="*/ 50977 h 186525"/>
                <a:gd name="connsiteX1" fmla="*/ 203850 w 280653"/>
                <a:gd name="connsiteY1" fmla="*/ 0 h 186525"/>
                <a:gd name="connsiteX2" fmla="*/ 280653 w 280653"/>
                <a:gd name="connsiteY2" fmla="*/ 186526 h 186525"/>
                <a:gd name="connsiteX3" fmla="*/ 0 w 280653"/>
                <a:gd name="connsiteY3" fmla="*/ 50977 h 186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0653" h="186525">
                  <a:moveTo>
                    <a:pt x="0" y="50977"/>
                  </a:moveTo>
                  <a:lnTo>
                    <a:pt x="203850" y="0"/>
                  </a:lnTo>
                  <a:lnTo>
                    <a:pt x="280653" y="186526"/>
                  </a:lnTo>
                  <a:lnTo>
                    <a:pt x="0" y="50977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2" name="Freeform 111">
              <a:extLst>
                <a:ext uri="{FF2B5EF4-FFF2-40B4-BE49-F238E27FC236}">
                  <a16:creationId xmlns:a16="http://schemas.microsoft.com/office/drawing/2014/main" id="{18FC8C6B-DEFD-758F-FB60-427BE96BE623}"/>
                </a:ext>
              </a:extLst>
            </p:cNvPr>
            <p:cNvSpPr/>
            <p:nvPr/>
          </p:nvSpPr>
          <p:spPr>
            <a:xfrm>
              <a:off x="8134953" y="2912860"/>
              <a:ext cx="243105" cy="180233"/>
            </a:xfrm>
            <a:custGeom>
              <a:avLst/>
              <a:gdLst>
                <a:gd name="connsiteX0" fmla="*/ 243105 w 243105"/>
                <a:gd name="connsiteY0" fmla="*/ 175221 h 180233"/>
                <a:gd name="connsiteX1" fmla="*/ 124166 w 243105"/>
                <a:gd name="connsiteY1" fmla="*/ 0 h 180233"/>
                <a:gd name="connsiteX2" fmla="*/ 0 w 243105"/>
                <a:gd name="connsiteY2" fmla="*/ 180233 h 180233"/>
                <a:gd name="connsiteX3" fmla="*/ 243105 w 243105"/>
                <a:gd name="connsiteY3" fmla="*/ 175221 h 180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3105" h="180233">
                  <a:moveTo>
                    <a:pt x="243105" y="175221"/>
                  </a:moveTo>
                  <a:lnTo>
                    <a:pt x="124166" y="0"/>
                  </a:lnTo>
                  <a:lnTo>
                    <a:pt x="0" y="180233"/>
                  </a:lnTo>
                  <a:lnTo>
                    <a:pt x="243105" y="175221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3" name="Freeform 112">
              <a:extLst>
                <a:ext uri="{FF2B5EF4-FFF2-40B4-BE49-F238E27FC236}">
                  <a16:creationId xmlns:a16="http://schemas.microsoft.com/office/drawing/2014/main" id="{C7F45FF6-0F1A-6C6B-6E96-E2BCC8D63FE3}"/>
                </a:ext>
              </a:extLst>
            </p:cNvPr>
            <p:cNvSpPr/>
            <p:nvPr/>
          </p:nvSpPr>
          <p:spPr>
            <a:xfrm>
              <a:off x="8259119" y="2764194"/>
              <a:ext cx="118939" cy="323887"/>
            </a:xfrm>
            <a:custGeom>
              <a:avLst/>
              <a:gdLst>
                <a:gd name="connsiteX0" fmla="*/ 46722 w 118939"/>
                <a:gd name="connsiteY0" fmla="*/ 0 h 323887"/>
                <a:gd name="connsiteX1" fmla="*/ 118939 w 118939"/>
                <a:gd name="connsiteY1" fmla="*/ 323887 h 323887"/>
                <a:gd name="connsiteX2" fmla="*/ 0 w 118939"/>
                <a:gd name="connsiteY2" fmla="*/ 148666 h 323887"/>
                <a:gd name="connsiteX3" fmla="*/ 46722 w 118939"/>
                <a:gd name="connsiteY3" fmla="*/ 0 h 3238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8939" h="323887">
                  <a:moveTo>
                    <a:pt x="46722" y="0"/>
                  </a:moveTo>
                  <a:lnTo>
                    <a:pt x="118939" y="323887"/>
                  </a:lnTo>
                  <a:lnTo>
                    <a:pt x="0" y="148666"/>
                  </a:lnTo>
                  <a:lnTo>
                    <a:pt x="46722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" name="Freeform 113">
              <a:extLst>
                <a:ext uri="{FF2B5EF4-FFF2-40B4-BE49-F238E27FC236}">
                  <a16:creationId xmlns:a16="http://schemas.microsoft.com/office/drawing/2014/main" id="{6D717622-C2AA-C93A-7AD0-33DE7C83A5F6}"/>
                </a:ext>
              </a:extLst>
            </p:cNvPr>
            <p:cNvSpPr/>
            <p:nvPr/>
          </p:nvSpPr>
          <p:spPr>
            <a:xfrm>
              <a:off x="8305841" y="2764194"/>
              <a:ext cx="188702" cy="334018"/>
            </a:xfrm>
            <a:custGeom>
              <a:avLst/>
              <a:gdLst>
                <a:gd name="connsiteX0" fmla="*/ 188702 w 188702"/>
                <a:gd name="connsiteY0" fmla="*/ 334019 h 334018"/>
                <a:gd name="connsiteX1" fmla="*/ 72217 w 188702"/>
                <a:gd name="connsiteY1" fmla="*/ 323887 h 334018"/>
                <a:gd name="connsiteX2" fmla="*/ 0 w 188702"/>
                <a:gd name="connsiteY2" fmla="*/ 0 h 334018"/>
                <a:gd name="connsiteX3" fmla="*/ 188702 w 188702"/>
                <a:gd name="connsiteY3" fmla="*/ 334019 h 3340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702" h="334018">
                  <a:moveTo>
                    <a:pt x="188702" y="334019"/>
                  </a:moveTo>
                  <a:lnTo>
                    <a:pt x="72217" y="323887"/>
                  </a:lnTo>
                  <a:lnTo>
                    <a:pt x="0" y="0"/>
                  </a:lnTo>
                  <a:lnTo>
                    <a:pt x="188702" y="334019"/>
                  </a:lnTo>
                  <a:close/>
                </a:path>
              </a:pathLst>
            </a:custGeom>
            <a:solidFill>
              <a:srgbClr val="F4772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" name="Freeform 114">
              <a:extLst>
                <a:ext uri="{FF2B5EF4-FFF2-40B4-BE49-F238E27FC236}">
                  <a16:creationId xmlns:a16="http://schemas.microsoft.com/office/drawing/2014/main" id="{7F40483A-F052-46AC-479D-75B4EC6B0908}"/>
                </a:ext>
              </a:extLst>
            </p:cNvPr>
            <p:cNvSpPr/>
            <p:nvPr/>
          </p:nvSpPr>
          <p:spPr>
            <a:xfrm>
              <a:off x="8392885" y="3222563"/>
              <a:ext cx="260919" cy="249767"/>
            </a:xfrm>
            <a:custGeom>
              <a:avLst/>
              <a:gdLst>
                <a:gd name="connsiteX0" fmla="*/ 0 w 260919"/>
                <a:gd name="connsiteY0" fmla="*/ 249767 h 249767"/>
                <a:gd name="connsiteX1" fmla="*/ 79897 w 260919"/>
                <a:gd name="connsiteY1" fmla="*/ 31141 h 249767"/>
                <a:gd name="connsiteX2" fmla="*/ 260919 w 260919"/>
                <a:gd name="connsiteY2" fmla="*/ 0 h 249767"/>
                <a:gd name="connsiteX3" fmla="*/ 107 w 260919"/>
                <a:gd name="connsiteY3" fmla="*/ 249767 h 249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0919" h="249767">
                  <a:moveTo>
                    <a:pt x="0" y="249767"/>
                  </a:moveTo>
                  <a:cubicBezTo>
                    <a:pt x="11520" y="229611"/>
                    <a:pt x="79897" y="31141"/>
                    <a:pt x="79897" y="31141"/>
                  </a:cubicBezTo>
                  <a:lnTo>
                    <a:pt x="260919" y="0"/>
                  </a:lnTo>
                  <a:lnTo>
                    <a:pt x="107" y="249767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115">
              <a:extLst>
                <a:ext uri="{FF2B5EF4-FFF2-40B4-BE49-F238E27FC236}">
                  <a16:creationId xmlns:a16="http://schemas.microsoft.com/office/drawing/2014/main" id="{1E12139C-D98E-C502-8BF4-82F5797A1B9E}"/>
                </a:ext>
              </a:extLst>
            </p:cNvPr>
            <p:cNvSpPr/>
            <p:nvPr/>
          </p:nvSpPr>
          <p:spPr>
            <a:xfrm>
              <a:off x="8378058" y="3088081"/>
              <a:ext cx="116485" cy="165622"/>
            </a:xfrm>
            <a:custGeom>
              <a:avLst/>
              <a:gdLst>
                <a:gd name="connsiteX0" fmla="*/ 0 w 116485"/>
                <a:gd name="connsiteY0" fmla="*/ 0 h 165622"/>
                <a:gd name="connsiteX1" fmla="*/ 94618 w 116485"/>
                <a:gd name="connsiteY1" fmla="*/ 165623 h 165622"/>
                <a:gd name="connsiteX2" fmla="*/ 116486 w 116485"/>
                <a:gd name="connsiteY2" fmla="*/ 10132 h 165622"/>
                <a:gd name="connsiteX3" fmla="*/ 0 w 116485"/>
                <a:gd name="connsiteY3" fmla="*/ 0 h 1656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485" h="165622">
                  <a:moveTo>
                    <a:pt x="0" y="0"/>
                  </a:moveTo>
                  <a:lnTo>
                    <a:pt x="94618" y="165623"/>
                  </a:lnTo>
                  <a:lnTo>
                    <a:pt x="116486" y="10132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7" name="Freeform 116">
              <a:extLst>
                <a:ext uri="{FF2B5EF4-FFF2-40B4-BE49-F238E27FC236}">
                  <a16:creationId xmlns:a16="http://schemas.microsoft.com/office/drawing/2014/main" id="{607FED18-2097-CEFC-CF64-56BCC24CD2F1}"/>
                </a:ext>
              </a:extLst>
            </p:cNvPr>
            <p:cNvSpPr/>
            <p:nvPr/>
          </p:nvSpPr>
          <p:spPr>
            <a:xfrm>
              <a:off x="8514171" y="3430631"/>
              <a:ext cx="222410" cy="158797"/>
            </a:xfrm>
            <a:custGeom>
              <a:avLst/>
              <a:gdLst>
                <a:gd name="connsiteX0" fmla="*/ 173022 w 222410"/>
                <a:gd name="connsiteY0" fmla="*/ 0 h 158797"/>
                <a:gd name="connsiteX1" fmla="*/ 0 w 222410"/>
                <a:gd name="connsiteY1" fmla="*/ 158797 h 158797"/>
                <a:gd name="connsiteX2" fmla="*/ 222411 w 222410"/>
                <a:gd name="connsiteY2" fmla="*/ 95236 h 158797"/>
                <a:gd name="connsiteX3" fmla="*/ 173022 w 222410"/>
                <a:gd name="connsiteY3" fmla="*/ 0 h 1587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2410" h="158797">
                  <a:moveTo>
                    <a:pt x="173022" y="0"/>
                  </a:moveTo>
                  <a:lnTo>
                    <a:pt x="0" y="158797"/>
                  </a:lnTo>
                  <a:lnTo>
                    <a:pt x="222411" y="95236"/>
                  </a:lnTo>
                  <a:lnTo>
                    <a:pt x="173022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8" name="Freeform 117">
              <a:extLst>
                <a:ext uri="{FF2B5EF4-FFF2-40B4-BE49-F238E27FC236}">
                  <a16:creationId xmlns:a16="http://schemas.microsoft.com/office/drawing/2014/main" id="{C1546E6B-7419-3E21-16D2-26635CDD49A4}"/>
                </a:ext>
              </a:extLst>
            </p:cNvPr>
            <p:cNvSpPr/>
            <p:nvPr/>
          </p:nvSpPr>
          <p:spPr>
            <a:xfrm>
              <a:off x="8687193" y="3368669"/>
              <a:ext cx="154780" cy="141413"/>
            </a:xfrm>
            <a:custGeom>
              <a:avLst/>
              <a:gdLst>
                <a:gd name="connsiteX0" fmla="*/ 154781 w 154780"/>
                <a:gd name="connsiteY0" fmla="*/ 141414 h 141413"/>
                <a:gd name="connsiteX1" fmla="*/ 0 w 154780"/>
                <a:gd name="connsiteY1" fmla="*/ 61962 h 141413"/>
                <a:gd name="connsiteX2" fmla="*/ 119152 w 154780"/>
                <a:gd name="connsiteY2" fmla="*/ 0 h 141413"/>
                <a:gd name="connsiteX3" fmla="*/ 154781 w 154780"/>
                <a:gd name="connsiteY3" fmla="*/ 141414 h 1414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4780" h="141413">
                  <a:moveTo>
                    <a:pt x="154781" y="141414"/>
                  </a:moveTo>
                  <a:lnTo>
                    <a:pt x="0" y="61962"/>
                  </a:lnTo>
                  <a:lnTo>
                    <a:pt x="119152" y="0"/>
                  </a:lnTo>
                  <a:lnTo>
                    <a:pt x="154781" y="141414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9" name="Freeform 118">
              <a:extLst>
                <a:ext uri="{FF2B5EF4-FFF2-40B4-BE49-F238E27FC236}">
                  <a16:creationId xmlns:a16="http://schemas.microsoft.com/office/drawing/2014/main" id="{78FFAB45-18DF-DE0F-DC6F-67407A4227F7}"/>
                </a:ext>
              </a:extLst>
            </p:cNvPr>
            <p:cNvSpPr/>
            <p:nvPr/>
          </p:nvSpPr>
          <p:spPr>
            <a:xfrm>
              <a:off x="9164015" y="3388079"/>
              <a:ext cx="124698" cy="126270"/>
            </a:xfrm>
            <a:custGeom>
              <a:avLst/>
              <a:gdLst>
                <a:gd name="connsiteX0" fmla="*/ 0 w 124698"/>
                <a:gd name="connsiteY0" fmla="*/ 0 h 126270"/>
                <a:gd name="connsiteX1" fmla="*/ 116165 w 124698"/>
                <a:gd name="connsiteY1" fmla="*/ 126270 h 126270"/>
                <a:gd name="connsiteX2" fmla="*/ 124699 w 124698"/>
                <a:gd name="connsiteY2" fmla="*/ 51084 h 126270"/>
                <a:gd name="connsiteX3" fmla="*/ 0 w 124698"/>
                <a:gd name="connsiteY3" fmla="*/ 0 h 126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4698" h="126270">
                  <a:moveTo>
                    <a:pt x="0" y="0"/>
                  </a:moveTo>
                  <a:lnTo>
                    <a:pt x="116165" y="126270"/>
                  </a:lnTo>
                  <a:lnTo>
                    <a:pt x="124699" y="51084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119">
              <a:extLst>
                <a:ext uri="{FF2B5EF4-FFF2-40B4-BE49-F238E27FC236}">
                  <a16:creationId xmlns:a16="http://schemas.microsoft.com/office/drawing/2014/main" id="{5D23C8BA-DAC4-2508-0677-926B06ABA499}"/>
                </a:ext>
              </a:extLst>
            </p:cNvPr>
            <p:cNvSpPr/>
            <p:nvPr/>
          </p:nvSpPr>
          <p:spPr>
            <a:xfrm>
              <a:off x="9288714" y="3439163"/>
              <a:ext cx="284920" cy="93209"/>
            </a:xfrm>
            <a:custGeom>
              <a:avLst/>
              <a:gdLst>
                <a:gd name="connsiteX0" fmla="*/ 227851 w 284920"/>
                <a:gd name="connsiteY0" fmla="*/ 0 h 93209"/>
                <a:gd name="connsiteX1" fmla="*/ 0 w 284920"/>
                <a:gd name="connsiteY1" fmla="*/ 0 h 93209"/>
                <a:gd name="connsiteX2" fmla="*/ 284920 w 284920"/>
                <a:gd name="connsiteY2" fmla="*/ 93209 h 93209"/>
                <a:gd name="connsiteX3" fmla="*/ 227851 w 284920"/>
                <a:gd name="connsiteY3" fmla="*/ 0 h 932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4920" h="93209">
                  <a:moveTo>
                    <a:pt x="227851" y="0"/>
                  </a:moveTo>
                  <a:lnTo>
                    <a:pt x="0" y="0"/>
                  </a:lnTo>
                  <a:lnTo>
                    <a:pt x="284920" y="93209"/>
                  </a:lnTo>
                  <a:lnTo>
                    <a:pt x="227851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120">
              <a:extLst>
                <a:ext uri="{FF2B5EF4-FFF2-40B4-BE49-F238E27FC236}">
                  <a16:creationId xmlns:a16="http://schemas.microsoft.com/office/drawing/2014/main" id="{82799A30-5B14-59D9-B294-4378A29835BC}"/>
                </a:ext>
              </a:extLst>
            </p:cNvPr>
            <p:cNvSpPr/>
            <p:nvPr/>
          </p:nvSpPr>
          <p:spPr>
            <a:xfrm>
              <a:off x="9516565" y="3263088"/>
              <a:ext cx="373991" cy="176074"/>
            </a:xfrm>
            <a:custGeom>
              <a:avLst/>
              <a:gdLst>
                <a:gd name="connsiteX0" fmla="*/ 373991 w 373991"/>
                <a:gd name="connsiteY0" fmla="*/ 0 h 176074"/>
                <a:gd name="connsiteX1" fmla="*/ 0 w 373991"/>
                <a:gd name="connsiteY1" fmla="*/ 176074 h 176074"/>
                <a:gd name="connsiteX2" fmla="*/ 232651 w 373991"/>
                <a:gd name="connsiteY2" fmla="*/ 167543 h 176074"/>
                <a:gd name="connsiteX3" fmla="*/ 373991 w 373991"/>
                <a:gd name="connsiteY3" fmla="*/ 0 h 176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3991" h="176074">
                  <a:moveTo>
                    <a:pt x="373991" y="0"/>
                  </a:moveTo>
                  <a:lnTo>
                    <a:pt x="0" y="176074"/>
                  </a:lnTo>
                  <a:lnTo>
                    <a:pt x="232651" y="167543"/>
                  </a:lnTo>
                  <a:lnTo>
                    <a:pt x="373991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121">
              <a:extLst>
                <a:ext uri="{FF2B5EF4-FFF2-40B4-BE49-F238E27FC236}">
                  <a16:creationId xmlns:a16="http://schemas.microsoft.com/office/drawing/2014/main" id="{53B205A8-8756-B835-523E-E36864984A3D}"/>
                </a:ext>
              </a:extLst>
            </p:cNvPr>
            <p:cNvSpPr/>
            <p:nvPr/>
          </p:nvSpPr>
          <p:spPr>
            <a:xfrm>
              <a:off x="9890557" y="3218403"/>
              <a:ext cx="184115" cy="201883"/>
            </a:xfrm>
            <a:custGeom>
              <a:avLst/>
              <a:gdLst>
                <a:gd name="connsiteX0" fmla="*/ 163208 w 184115"/>
                <a:gd name="connsiteY0" fmla="*/ 0 h 201883"/>
                <a:gd name="connsiteX1" fmla="*/ 0 w 184115"/>
                <a:gd name="connsiteY1" fmla="*/ 44685 h 201883"/>
                <a:gd name="connsiteX2" fmla="*/ 184116 w 184115"/>
                <a:gd name="connsiteY2" fmla="*/ 201883 h 201883"/>
                <a:gd name="connsiteX3" fmla="*/ 163208 w 184115"/>
                <a:gd name="connsiteY3" fmla="*/ 0 h 201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4115" h="201883">
                  <a:moveTo>
                    <a:pt x="163208" y="0"/>
                  </a:moveTo>
                  <a:lnTo>
                    <a:pt x="0" y="44685"/>
                  </a:lnTo>
                  <a:lnTo>
                    <a:pt x="184116" y="201883"/>
                  </a:lnTo>
                  <a:lnTo>
                    <a:pt x="163208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3" name="Freeform 122">
              <a:extLst>
                <a:ext uri="{FF2B5EF4-FFF2-40B4-BE49-F238E27FC236}">
                  <a16:creationId xmlns:a16="http://schemas.microsoft.com/office/drawing/2014/main" id="{E9535B09-7020-A56D-4924-87476F975E90}"/>
                </a:ext>
              </a:extLst>
            </p:cNvPr>
            <p:cNvSpPr/>
            <p:nvPr/>
          </p:nvSpPr>
          <p:spPr>
            <a:xfrm>
              <a:off x="9864955" y="3420286"/>
              <a:ext cx="307428" cy="161996"/>
            </a:xfrm>
            <a:custGeom>
              <a:avLst/>
              <a:gdLst>
                <a:gd name="connsiteX0" fmla="*/ 0 w 307428"/>
                <a:gd name="connsiteY0" fmla="*/ 96729 h 161996"/>
                <a:gd name="connsiteX1" fmla="*/ 209717 w 307428"/>
                <a:gd name="connsiteY1" fmla="*/ 0 h 161996"/>
                <a:gd name="connsiteX2" fmla="*/ 307428 w 307428"/>
                <a:gd name="connsiteY2" fmla="*/ 161997 h 161996"/>
                <a:gd name="connsiteX3" fmla="*/ 0 w 307428"/>
                <a:gd name="connsiteY3" fmla="*/ 96729 h 1619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7428" h="161996">
                  <a:moveTo>
                    <a:pt x="0" y="96729"/>
                  </a:moveTo>
                  <a:lnTo>
                    <a:pt x="209717" y="0"/>
                  </a:lnTo>
                  <a:lnTo>
                    <a:pt x="307428" y="161997"/>
                  </a:lnTo>
                  <a:lnTo>
                    <a:pt x="0" y="96729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4" name="Freeform 123">
              <a:extLst>
                <a:ext uri="{FF2B5EF4-FFF2-40B4-BE49-F238E27FC236}">
                  <a16:creationId xmlns:a16="http://schemas.microsoft.com/office/drawing/2014/main" id="{07923EC0-B670-DD65-2ED6-52338D0F2AAF}"/>
                </a:ext>
              </a:extLst>
            </p:cNvPr>
            <p:cNvSpPr/>
            <p:nvPr/>
          </p:nvSpPr>
          <p:spPr>
            <a:xfrm>
              <a:off x="9516565" y="3430631"/>
              <a:ext cx="232651" cy="101741"/>
            </a:xfrm>
            <a:custGeom>
              <a:avLst/>
              <a:gdLst>
                <a:gd name="connsiteX0" fmla="*/ 57069 w 232651"/>
                <a:gd name="connsiteY0" fmla="*/ 101741 h 101741"/>
                <a:gd name="connsiteX1" fmla="*/ 232651 w 232651"/>
                <a:gd name="connsiteY1" fmla="*/ 0 h 101741"/>
                <a:gd name="connsiteX2" fmla="*/ 0 w 232651"/>
                <a:gd name="connsiteY2" fmla="*/ 8532 h 101741"/>
                <a:gd name="connsiteX3" fmla="*/ 57069 w 232651"/>
                <a:gd name="connsiteY3" fmla="*/ 101741 h 1017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651" h="101741">
                  <a:moveTo>
                    <a:pt x="57069" y="101741"/>
                  </a:moveTo>
                  <a:lnTo>
                    <a:pt x="232651" y="0"/>
                  </a:lnTo>
                  <a:lnTo>
                    <a:pt x="0" y="8532"/>
                  </a:lnTo>
                  <a:lnTo>
                    <a:pt x="57069" y="101741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5" name="Freeform 124">
              <a:extLst>
                <a:ext uri="{FF2B5EF4-FFF2-40B4-BE49-F238E27FC236}">
                  <a16:creationId xmlns:a16="http://schemas.microsoft.com/office/drawing/2014/main" id="{8EBD82FC-CC00-FEEC-A2FE-12C440252E53}"/>
                </a:ext>
              </a:extLst>
            </p:cNvPr>
            <p:cNvSpPr/>
            <p:nvPr/>
          </p:nvSpPr>
          <p:spPr>
            <a:xfrm>
              <a:off x="9573635" y="3430631"/>
              <a:ext cx="273186" cy="140880"/>
            </a:xfrm>
            <a:custGeom>
              <a:avLst/>
              <a:gdLst>
                <a:gd name="connsiteX0" fmla="*/ 273186 w 273186"/>
                <a:gd name="connsiteY0" fmla="*/ 140881 h 140880"/>
                <a:gd name="connsiteX1" fmla="*/ 0 w 273186"/>
                <a:gd name="connsiteY1" fmla="*/ 101741 h 140880"/>
                <a:gd name="connsiteX2" fmla="*/ 175582 w 273186"/>
                <a:gd name="connsiteY2" fmla="*/ 0 h 140880"/>
                <a:gd name="connsiteX3" fmla="*/ 273186 w 273186"/>
                <a:gd name="connsiteY3" fmla="*/ 140881 h 1408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3186" h="140880">
                  <a:moveTo>
                    <a:pt x="273186" y="140881"/>
                  </a:moveTo>
                  <a:lnTo>
                    <a:pt x="0" y="101741"/>
                  </a:lnTo>
                  <a:lnTo>
                    <a:pt x="175582" y="0"/>
                  </a:lnTo>
                  <a:lnTo>
                    <a:pt x="273186" y="140881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6" name="Freeform 125">
              <a:extLst>
                <a:ext uri="{FF2B5EF4-FFF2-40B4-BE49-F238E27FC236}">
                  <a16:creationId xmlns:a16="http://schemas.microsoft.com/office/drawing/2014/main" id="{89DC9B4A-22A1-EF1B-DDA0-5CEE9AB4B1FE}"/>
                </a:ext>
              </a:extLst>
            </p:cNvPr>
            <p:cNvSpPr/>
            <p:nvPr/>
          </p:nvSpPr>
          <p:spPr>
            <a:xfrm>
              <a:off x="9367225" y="3532372"/>
              <a:ext cx="206409" cy="152931"/>
            </a:xfrm>
            <a:custGeom>
              <a:avLst/>
              <a:gdLst>
                <a:gd name="connsiteX0" fmla="*/ 0 w 206409"/>
                <a:gd name="connsiteY0" fmla="*/ 49911 h 152931"/>
                <a:gd name="connsiteX1" fmla="*/ 206410 w 206409"/>
                <a:gd name="connsiteY1" fmla="*/ 0 h 152931"/>
                <a:gd name="connsiteX2" fmla="*/ 143260 w 206409"/>
                <a:gd name="connsiteY2" fmla="*/ 152932 h 152931"/>
                <a:gd name="connsiteX3" fmla="*/ 0 w 206409"/>
                <a:gd name="connsiteY3" fmla="*/ 49911 h 1529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6409" h="152931">
                  <a:moveTo>
                    <a:pt x="0" y="49911"/>
                  </a:moveTo>
                  <a:lnTo>
                    <a:pt x="206410" y="0"/>
                  </a:lnTo>
                  <a:lnTo>
                    <a:pt x="143260" y="152932"/>
                  </a:lnTo>
                  <a:lnTo>
                    <a:pt x="0" y="49911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7" name="Freeform 126">
              <a:extLst>
                <a:ext uri="{FF2B5EF4-FFF2-40B4-BE49-F238E27FC236}">
                  <a16:creationId xmlns:a16="http://schemas.microsoft.com/office/drawing/2014/main" id="{A32A59F9-7570-6AE5-3480-B8E670EBB0AB}"/>
                </a:ext>
              </a:extLst>
            </p:cNvPr>
            <p:cNvSpPr/>
            <p:nvPr/>
          </p:nvSpPr>
          <p:spPr>
            <a:xfrm>
              <a:off x="9786658" y="3005749"/>
              <a:ext cx="267105" cy="212654"/>
            </a:xfrm>
            <a:custGeom>
              <a:avLst/>
              <a:gdLst>
                <a:gd name="connsiteX0" fmla="*/ 0 w 267105"/>
                <a:gd name="connsiteY0" fmla="*/ 77639 h 212654"/>
                <a:gd name="connsiteX1" fmla="*/ 87791 w 267105"/>
                <a:gd name="connsiteY1" fmla="*/ 0 h 212654"/>
                <a:gd name="connsiteX2" fmla="*/ 267106 w 267105"/>
                <a:gd name="connsiteY2" fmla="*/ 212654 h 212654"/>
                <a:gd name="connsiteX3" fmla="*/ 0 w 267105"/>
                <a:gd name="connsiteY3" fmla="*/ 77639 h 2126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7105" h="212654">
                  <a:moveTo>
                    <a:pt x="0" y="77639"/>
                  </a:moveTo>
                  <a:lnTo>
                    <a:pt x="87791" y="0"/>
                  </a:lnTo>
                  <a:lnTo>
                    <a:pt x="267106" y="212654"/>
                  </a:lnTo>
                  <a:lnTo>
                    <a:pt x="0" y="77639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8" name="Freeform 127">
              <a:extLst>
                <a:ext uri="{FF2B5EF4-FFF2-40B4-BE49-F238E27FC236}">
                  <a16:creationId xmlns:a16="http://schemas.microsoft.com/office/drawing/2014/main" id="{7A3E53F8-BE01-AF97-D93E-34AEEA305B5D}"/>
                </a:ext>
              </a:extLst>
            </p:cNvPr>
            <p:cNvSpPr/>
            <p:nvPr/>
          </p:nvSpPr>
          <p:spPr>
            <a:xfrm>
              <a:off x="9874449" y="2882998"/>
              <a:ext cx="210036" cy="151332"/>
            </a:xfrm>
            <a:custGeom>
              <a:avLst/>
              <a:gdLst>
                <a:gd name="connsiteX0" fmla="*/ 210037 w 210036"/>
                <a:gd name="connsiteY0" fmla="*/ 151332 h 151332"/>
                <a:gd name="connsiteX1" fmla="*/ 0 w 210036"/>
                <a:gd name="connsiteY1" fmla="*/ 122751 h 151332"/>
                <a:gd name="connsiteX2" fmla="*/ 129713 w 210036"/>
                <a:gd name="connsiteY2" fmla="*/ 0 h 151332"/>
                <a:gd name="connsiteX3" fmla="*/ 210037 w 210036"/>
                <a:gd name="connsiteY3" fmla="*/ 151332 h 151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0036" h="151332">
                  <a:moveTo>
                    <a:pt x="210037" y="151332"/>
                  </a:moveTo>
                  <a:lnTo>
                    <a:pt x="0" y="122751"/>
                  </a:lnTo>
                  <a:lnTo>
                    <a:pt x="129713" y="0"/>
                  </a:lnTo>
                  <a:lnTo>
                    <a:pt x="210037" y="151332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9" name="Freeform 128">
              <a:extLst>
                <a:ext uri="{FF2B5EF4-FFF2-40B4-BE49-F238E27FC236}">
                  <a16:creationId xmlns:a16="http://schemas.microsoft.com/office/drawing/2014/main" id="{67FB59FE-A676-8B7F-70A4-1AE9D652D8F4}"/>
                </a:ext>
              </a:extLst>
            </p:cNvPr>
            <p:cNvSpPr/>
            <p:nvPr/>
          </p:nvSpPr>
          <p:spPr>
            <a:xfrm>
              <a:off x="10053764" y="3176918"/>
              <a:ext cx="175261" cy="181619"/>
            </a:xfrm>
            <a:custGeom>
              <a:avLst/>
              <a:gdLst>
                <a:gd name="connsiteX0" fmla="*/ 0 w 175261"/>
                <a:gd name="connsiteY0" fmla="*/ 41486 h 181619"/>
                <a:gd name="connsiteX1" fmla="*/ 175262 w 175261"/>
                <a:gd name="connsiteY1" fmla="*/ 0 h 181619"/>
                <a:gd name="connsiteX2" fmla="*/ 91418 w 175261"/>
                <a:gd name="connsiteY2" fmla="*/ 181620 h 181619"/>
                <a:gd name="connsiteX3" fmla="*/ 0 w 175261"/>
                <a:gd name="connsiteY3" fmla="*/ 41486 h 1816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5261" h="181619">
                  <a:moveTo>
                    <a:pt x="0" y="41486"/>
                  </a:moveTo>
                  <a:lnTo>
                    <a:pt x="175262" y="0"/>
                  </a:lnTo>
                  <a:lnTo>
                    <a:pt x="91418" y="181620"/>
                  </a:lnTo>
                  <a:lnTo>
                    <a:pt x="0" y="41486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Freeform 129">
              <a:extLst>
                <a:ext uri="{FF2B5EF4-FFF2-40B4-BE49-F238E27FC236}">
                  <a16:creationId xmlns:a16="http://schemas.microsoft.com/office/drawing/2014/main" id="{29DF09E6-64CD-D5D1-4CB6-4D007B0EA337}"/>
                </a:ext>
              </a:extLst>
            </p:cNvPr>
            <p:cNvSpPr/>
            <p:nvPr/>
          </p:nvSpPr>
          <p:spPr>
            <a:xfrm>
              <a:off x="10229026" y="3149189"/>
              <a:ext cx="312761" cy="69213"/>
            </a:xfrm>
            <a:custGeom>
              <a:avLst/>
              <a:gdLst>
                <a:gd name="connsiteX0" fmla="*/ 312761 w 312761"/>
                <a:gd name="connsiteY0" fmla="*/ 69214 h 69213"/>
                <a:gd name="connsiteX1" fmla="*/ 0 w 312761"/>
                <a:gd name="connsiteY1" fmla="*/ 27728 h 69213"/>
                <a:gd name="connsiteX2" fmla="*/ 190729 w 312761"/>
                <a:gd name="connsiteY2" fmla="*/ 0 h 69213"/>
                <a:gd name="connsiteX3" fmla="*/ 312761 w 312761"/>
                <a:gd name="connsiteY3" fmla="*/ 69214 h 69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2761" h="69213">
                  <a:moveTo>
                    <a:pt x="312761" y="69214"/>
                  </a:moveTo>
                  <a:lnTo>
                    <a:pt x="0" y="27728"/>
                  </a:lnTo>
                  <a:lnTo>
                    <a:pt x="190729" y="0"/>
                  </a:lnTo>
                  <a:lnTo>
                    <a:pt x="312761" y="69214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Freeform 130">
              <a:extLst>
                <a:ext uri="{FF2B5EF4-FFF2-40B4-BE49-F238E27FC236}">
                  <a16:creationId xmlns:a16="http://schemas.microsoft.com/office/drawing/2014/main" id="{EEF7439E-D7BE-4B8B-6E3D-3F23F9E6AF62}"/>
                </a:ext>
              </a:extLst>
            </p:cNvPr>
            <p:cNvSpPr/>
            <p:nvPr/>
          </p:nvSpPr>
          <p:spPr>
            <a:xfrm>
              <a:off x="10145182" y="3358538"/>
              <a:ext cx="176435" cy="173834"/>
            </a:xfrm>
            <a:custGeom>
              <a:avLst/>
              <a:gdLst>
                <a:gd name="connsiteX0" fmla="*/ 0 w 176435"/>
                <a:gd name="connsiteY0" fmla="*/ 0 h 173834"/>
                <a:gd name="connsiteX1" fmla="*/ 167368 w 176435"/>
                <a:gd name="connsiteY1" fmla="*/ 18450 h 173834"/>
                <a:gd name="connsiteX2" fmla="*/ 176435 w 176435"/>
                <a:gd name="connsiteY2" fmla="*/ 173835 h 173834"/>
                <a:gd name="connsiteX3" fmla="*/ 0 w 176435"/>
                <a:gd name="connsiteY3" fmla="*/ 0 h 1738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6435" h="173834">
                  <a:moveTo>
                    <a:pt x="0" y="0"/>
                  </a:moveTo>
                  <a:lnTo>
                    <a:pt x="167368" y="18450"/>
                  </a:lnTo>
                  <a:lnTo>
                    <a:pt x="176435" y="17383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Freeform 131">
              <a:extLst>
                <a:ext uri="{FF2B5EF4-FFF2-40B4-BE49-F238E27FC236}">
                  <a16:creationId xmlns:a16="http://schemas.microsoft.com/office/drawing/2014/main" id="{605DC17F-2628-754C-EE76-19869933B7C2}"/>
                </a:ext>
              </a:extLst>
            </p:cNvPr>
            <p:cNvSpPr/>
            <p:nvPr/>
          </p:nvSpPr>
          <p:spPr>
            <a:xfrm>
              <a:off x="10312550" y="3376988"/>
              <a:ext cx="180915" cy="155384"/>
            </a:xfrm>
            <a:custGeom>
              <a:avLst/>
              <a:gdLst>
                <a:gd name="connsiteX0" fmla="*/ 180915 w 180915"/>
                <a:gd name="connsiteY0" fmla="*/ 155385 h 155384"/>
                <a:gd name="connsiteX1" fmla="*/ 9067 w 180915"/>
                <a:gd name="connsiteY1" fmla="*/ 155385 h 155384"/>
                <a:gd name="connsiteX2" fmla="*/ 0 w 180915"/>
                <a:gd name="connsiteY2" fmla="*/ 0 h 155384"/>
                <a:gd name="connsiteX3" fmla="*/ 180915 w 180915"/>
                <a:gd name="connsiteY3" fmla="*/ 155385 h 1553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0915" h="155384">
                  <a:moveTo>
                    <a:pt x="180915" y="155385"/>
                  </a:moveTo>
                  <a:lnTo>
                    <a:pt x="9067" y="155385"/>
                  </a:lnTo>
                  <a:lnTo>
                    <a:pt x="0" y="0"/>
                  </a:lnTo>
                  <a:lnTo>
                    <a:pt x="180915" y="155385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3E095D0B-0A6A-2018-B475-D0B9628D765E}"/>
                </a:ext>
              </a:extLst>
            </p:cNvPr>
            <p:cNvSpPr/>
            <p:nvPr/>
          </p:nvSpPr>
          <p:spPr>
            <a:xfrm>
              <a:off x="10312550" y="3312893"/>
              <a:ext cx="292600" cy="64094"/>
            </a:xfrm>
            <a:custGeom>
              <a:avLst/>
              <a:gdLst>
                <a:gd name="connsiteX0" fmla="*/ 0 w 292600"/>
                <a:gd name="connsiteY0" fmla="*/ 64095 h 64094"/>
                <a:gd name="connsiteX1" fmla="*/ 66883 w 292600"/>
                <a:gd name="connsiteY1" fmla="*/ 0 h 64094"/>
                <a:gd name="connsiteX2" fmla="*/ 292601 w 292600"/>
                <a:gd name="connsiteY2" fmla="*/ 36367 h 64094"/>
                <a:gd name="connsiteX3" fmla="*/ 0 w 292600"/>
                <a:gd name="connsiteY3" fmla="*/ 64095 h 64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2600" h="64094">
                  <a:moveTo>
                    <a:pt x="0" y="64095"/>
                  </a:moveTo>
                  <a:lnTo>
                    <a:pt x="66883" y="0"/>
                  </a:lnTo>
                  <a:lnTo>
                    <a:pt x="292601" y="36367"/>
                  </a:lnTo>
                  <a:lnTo>
                    <a:pt x="0" y="64095"/>
                  </a:lnTo>
                  <a:close/>
                </a:path>
              </a:pathLst>
            </a:custGeom>
            <a:solidFill>
              <a:srgbClr val="763B7F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41C90647-20DE-5DA9-4EFE-76C60C53D1AD}"/>
                </a:ext>
              </a:extLst>
            </p:cNvPr>
            <p:cNvSpPr/>
            <p:nvPr/>
          </p:nvSpPr>
          <p:spPr>
            <a:xfrm>
              <a:off x="10312550" y="2990605"/>
              <a:ext cx="314788" cy="158584"/>
            </a:xfrm>
            <a:custGeom>
              <a:avLst/>
              <a:gdLst>
                <a:gd name="connsiteX0" fmla="*/ 107205 w 314788"/>
                <a:gd name="connsiteY0" fmla="*/ 158584 h 158584"/>
                <a:gd name="connsiteX1" fmla="*/ 0 w 314788"/>
                <a:gd name="connsiteY1" fmla="*/ 117632 h 158584"/>
                <a:gd name="connsiteX2" fmla="*/ 314788 w 314788"/>
                <a:gd name="connsiteY2" fmla="*/ 0 h 158584"/>
                <a:gd name="connsiteX3" fmla="*/ 107205 w 314788"/>
                <a:gd name="connsiteY3" fmla="*/ 158584 h 158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4788" h="158584">
                  <a:moveTo>
                    <a:pt x="107205" y="158584"/>
                  </a:moveTo>
                  <a:lnTo>
                    <a:pt x="0" y="117632"/>
                  </a:lnTo>
                  <a:lnTo>
                    <a:pt x="314788" y="0"/>
                  </a:lnTo>
                  <a:lnTo>
                    <a:pt x="107205" y="158584"/>
                  </a:lnTo>
                  <a:close/>
                </a:path>
              </a:pathLst>
            </a:custGeom>
            <a:solidFill>
              <a:srgbClr val="763B7F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5" name="Freeform 134">
              <a:extLst>
                <a:ext uri="{FF2B5EF4-FFF2-40B4-BE49-F238E27FC236}">
                  <a16:creationId xmlns:a16="http://schemas.microsoft.com/office/drawing/2014/main" id="{D410B2D2-BC2D-8986-BDB9-9D5263C03DF5}"/>
                </a:ext>
              </a:extLst>
            </p:cNvPr>
            <p:cNvSpPr/>
            <p:nvPr/>
          </p:nvSpPr>
          <p:spPr>
            <a:xfrm>
              <a:off x="10084486" y="2895583"/>
              <a:ext cx="165767" cy="281334"/>
            </a:xfrm>
            <a:custGeom>
              <a:avLst/>
              <a:gdLst>
                <a:gd name="connsiteX0" fmla="*/ 144540 w 165767"/>
                <a:gd name="connsiteY0" fmla="*/ 281335 h 281334"/>
                <a:gd name="connsiteX1" fmla="*/ 165768 w 165767"/>
                <a:gd name="connsiteY1" fmla="*/ 0 h 281334"/>
                <a:gd name="connsiteX2" fmla="*/ 0 w 165767"/>
                <a:gd name="connsiteY2" fmla="*/ 138748 h 281334"/>
                <a:gd name="connsiteX3" fmla="*/ 144540 w 165767"/>
                <a:gd name="connsiteY3" fmla="*/ 281335 h 2813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5767" h="281334">
                  <a:moveTo>
                    <a:pt x="144540" y="281335"/>
                  </a:moveTo>
                  <a:lnTo>
                    <a:pt x="165768" y="0"/>
                  </a:lnTo>
                  <a:lnTo>
                    <a:pt x="0" y="138748"/>
                  </a:lnTo>
                  <a:lnTo>
                    <a:pt x="144540" y="281335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89BB6CBC-94D1-8899-9CBB-C0CB47957986}"/>
                </a:ext>
              </a:extLst>
            </p:cNvPr>
            <p:cNvSpPr/>
            <p:nvPr/>
          </p:nvSpPr>
          <p:spPr>
            <a:xfrm>
              <a:off x="10004162" y="2832554"/>
              <a:ext cx="80323" cy="50444"/>
            </a:xfrm>
            <a:custGeom>
              <a:avLst/>
              <a:gdLst>
                <a:gd name="connsiteX0" fmla="*/ 0 w 80323"/>
                <a:gd name="connsiteY0" fmla="*/ 50444 h 50444"/>
                <a:gd name="connsiteX1" fmla="*/ 70510 w 80323"/>
                <a:gd name="connsiteY1" fmla="*/ 0 h 50444"/>
                <a:gd name="connsiteX2" fmla="*/ 80324 w 80323"/>
                <a:gd name="connsiteY2" fmla="*/ 50444 h 50444"/>
                <a:gd name="connsiteX3" fmla="*/ 0 w 80323"/>
                <a:gd name="connsiteY3" fmla="*/ 50444 h 504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0323" h="50444">
                  <a:moveTo>
                    <a:pt x="0" y="50444"/>
                  </a:moveTo>
                  <a:lnTo>
                    <a:pt x="70510" y="0"/>
                  </a:lnTo>
                  <a:lnTo>
                    <a:pt x="80324" y="50444"/>
                  </a:lnTo>
                  <a:lnTo>
                    <a:pt x="0" y="50444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4584ADAC-6DAA-1E43-18DA-F671E259F404}"/>
                </a:ext>
              </a:extLst>
            </p:cNvPr>
            <p:cNvSpPr/>
            <p:nvPr/>
          </p:nvSpPr>
          <p:spPr>
            <a:xfrm>
              <a:off x="10084486" y="2857830"/>
              <a:ext cx="74670" cy="94702"/>
            </a:xfrm>
            <a:custGeom>
              <a:avLst/>
              <a:gdLst>
                <a:gd name="connsiteX0" fmla="*/ 74670 w 74670"/>
                <a:gd name="connsiteY0" fmla="*/ 0 h 94702"/>
                <a:gd name="connsiteX1" fmla="*/ 0 w 74670"/>
                <a:gd name="connsiteY1" fmla="*/ 25169 h 94702"/>
                <a:gd name="connsiteX2" fmla="*/ 48749 w 74670"/>
                <a:gd name="connsiteY2" fmla="*/ 94703 h 94702"/>
                <a:gd name="connsiteX3" fmla="*/ 74670 w 74670"/>
                <a:gd name="connsiteY3" fmla="*/ 0 h 94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4670" h="94702">
                  <a:moveTo>
                    <a:pt x="74670" y="0"/>
                  </a:moveTo>
                  <a:lnTo>
                    <a:pt x="0" y="25169"/>
                  </a:lnTo>
                  <a:lnTo>
                    <a:pt x="48749" y="94703"/>
                  </a:lnTo>
                  <a:lnTo>
                    <a:pt x="74670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8" name="Freeform 137">
              <a:extLst>
                <a:ext uri="{FF2B5EF4-FFF2-40B4-BE49-F238E27FC236}">
                  <a16:creationId xmlns:a16="http://schemas.microsoft.com/office/drawing/2014/main" id="{BCB25CD9-CF84-E8DF-C41B-87567831D8C6}"/>
                </a:ext>
              </a:extLst>
            </p:cNvPr>
            <p:cNvSpPr/>
            <p:nvPr/>
          </p:nvSpPr>
          <p:spPr>
            <a:xfrm>
              <a:off x="10250254" y="2888651"/>
              <a:ext cx="78723" cy="95235"/>
            </a:xfrm>
            <a:custGeom>
              <a:avLst/>
              <a:gdLst>
                <a:gd name="connsiteX0" fmla="*/ 0 w 78723"/>
                <a:gd name="connsiteY0" fmla="*/ 6932 h 95235"/>
                <a:gd name="connsiteX1" fmla="*/ 78724 w 78723"/>
                <a:gd name="connsiteY1" fmla="*/ 0 h 95235"/>
                <a:gd name="connsiteX2" fmla="*/ 12054 w 78723"/>
                <a:gd name="connsiteY2" fmla="*/ 95236 h 95235"/>
                <a:gd name="connsiteX3" fmla="*/ 0 w 78723"/>
                <a:gd name="connsiteY3" fmla="*/ 6932 h 952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8723" h="95235">
                  <a:moveTo>
                    <a:pt x="0" y="6932"/>
                  </a:moveTo>
                  <a:lnTo>
                    <a:pt x="78724" y="0"/>
                  </a:lnTo>
                  <a:lnTo>
                    <a:pt x="12054" y="95236"/>
                  </a:lnTo>
                  <a:lnTo>
                    <a:pt x="0" y="6932"/>
                  </a:lnTo>
                  <a:close/>
                </a:path>
              </a:pathLst>
            </a:custGeom>
            <a:solidFill>
              <a:srgbClr val="F47820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9" name="Freeform 138">
              <a:extLst>
                <a:ext uri="{FF2B5EF4-FFF2-40B4-BE49-F238E27FC236}">
                  <a16:creationId xmlns:a16="http://schemas.microsoft.com/office/drawing/2014/main" id="{0970F391-AEB9-7CDD-1A09-52D24051B170}"/>
                </a:ext>
              </a:extLst>
            </p:cNvPr>
            <p:cNvSpPr/>
            <p:nvPr/>
          </p:nvSpPr>
          <p:spPr>
            <a:xfrm>
              <a:off x="10262308" y="2901448"/>
              <a:ext cx="165554" cy="82438"/>
            </a:xfrm>
            <a:custGeom>
              <a:avLst/>
              <a:gdLst>
                <a:gd name="connsiteX0" fmla="*/ 110192 w 165554"/>
                <a:gd name="connsiteY0" fmla="*/ 0 h 82438"/>
                <a:gd name="connsiteX1" fmla="*/ 0 w 165554"/>
                <a:gd name="connsiteY1" fmla="*/ 82438 h 82438"/>
                <a:gd name="connsiteX2" fmla="*/ 165554 w 165554"/>
                <a:gd name="connsiteY2" fmla="*/ 24102 h 82438"/>
                <a:gd name="connsiteX3" fmla="*/ 110192 w 165554"/>
                <a:gd name="connsiteY3" fmla="*/ 0 h 82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5554" h="82438">
                  <a:moveTo>
                    <a:pt x="110192" y="0"/>
                  </a:moveTo>
                  <a:lnTo>
                    <a:pt x="0" y="82438"/>
                  </a:lnTo>
                  <a:lnTo>
                    <a:pt x="165554" y="24102"/>
                  </a:lnTo>
                  <a:lnTo>
                    <a:pt x="110192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0" name="Freeform 139">
              <a:extLst>
                <a:ext uri="{FF2B5EF4-FFF2-40B4-BE49-F238E27FC236}">
                  <a16:creationId xmlns:a16="http://schemas.microsoft.com/office/drawing/2014/main" id="{68488391-B475-28B6-3DDC-51C6A66B3E07}"/>
                </a:ext>
              </a:extLst>
            </p:cNvPr>
            <p:cNvSpPr/>
            <p:nvPr/>
          </p:nvSpPr>
          <p:spPr>
            <a:xfrm>
              <a:off x="10321617" y="2925551"/>
              <a:ext cx="305721" cy="117524"/>
            </a:xfrm>
            <a:custGeom>
              <a:avLst/>
              <a:gdLst>
                <a:gd name="connsiteX0" fmla="*/ 0 w 305721"/>
                <a:gd name="connsiteY0" fmla="*/ 117525 h 117524"/>
                <a:gd name="connsiteX1" fmla="*/ 106245 w 305721"/>
                <a:gd name="connsiteY1" fmla="*/ 0 h 117524"/>
                <a:gd name="connsiteX2" fmla="*/ 305721 w 305721"/>
                <a:gd name="connsiteY2" fmla="*/ 65055 h 117524"/>
                <a:gd name="connsiteX3" fmla="*/ 0 w 305721"/>
                <a:gd name="connsiteY3" fmla="*/ 117525 h 1175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5721" h="117524">
                  <a:moveTo>
                    <a:pt x="0" y="117525"/>
                  </a:moveTo>
                  <a:lnTo>
                    <a:pt x="106245" y="0"/>
                  </a:lnTo>
                  <a:lnTo>
                    <a:pt x="305721" y="65055"/>
                  </a:lnTo>
                  <a:lnTo>
                    <a:pt x="0" y="117525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1" name="Freeform 140">
              <a:extLst>
                <a:ext uri="{FF2B5EF4-FFF2-40B4-BE49-F238E27FC236}">
                  <a16:creationId xmlns:a16="http://schemas.microsoft.com/office/drawing/2014/main" id="{4C5A3099-7753-AAD9-2283-5E942ABE896A}"/>
                </a:ext>
              </a:extLst>
            </p:cNvPr>
            <p:cNvSpPr/>
            <p:nvPr/>
          </p:nvSpPr>
          <p:spPr>
            <a:xfrm>
              <a:off x="9557847" y="2866468"/>
              <a:ext cx="228811" cy="216920"/>
            </a:xfrm>
            <a:custGeom>
              <a:avLst/>
              <a:gdLst>
                <a:gd name="connsiteX0" fmla="*/ 0 w 228811"/>
                <a:gd name="connsiteY0" fmla="*/ 140881 h 216920"/>
                <a:gd name="connsiteX1" fmla="*/ 61123 w 228811"/>
                <a:gd name="connsiteY1" fmla="*/ 0 h 216920"/>
                <a:gd name="connsiteX2" fmla="*/ 228811 w 228811"/>
                <a:gd name="connsiteY2" fmla="*/ 216920 h 216920"/>
                <a:gd name="connsiteX3" fmla="*/ 0 w 228811"/>
                <a:gd name="connsiteY3" fmla="*/ 140881 h 216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8811" h="216920">
                  <a:moveTo>
                    <a:pt x="0" y="140881"/>
                  </a:moveTo>
                  <a:lnTo>
                    <a:pt x="61123" y="0"/>
                  </a:lnTo>
                  <a:lnTo>
                    <a:pt x="228811" y="216920"/>
                  </a:lnTo>
                  <a:lnTo>
                    <a:pt x="0" y="140881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2" name="Freeform 141">
              <a:extLst>
                <a:ext uri="{FF2B5EF4-FFF2-40B4-BE49-F238E27FC236}">
                  <a16:creationId xmlns:a16="http://schemas.microsoft.com/office/drawing/2014/main" id="{33D0649E-D7B8-B9F9-CBFA-FF1B9CC14E62}"/>
                </a:ext>
              </a:extLst>
            </p:cNvPr>
            <p:cNvSpPr/>
            <p:nvPr/>
          </p:nvSpPr>
          <p:spPr>
            <a:xfrm>
              <a:off x="9181723" y="2684635"/>
              <a:ext cx="228384" cy="112086"/>
            </a:xfrm>
            <a:custGeom>
              <a:avLst/>
              <a:gdLst>
                <a:gd name="connsiteX0" fmla="*/ 228384 w 228384"/>
                <a:gd name="connsiteY0" fmla="*/ 112086 h 112086"/>
                <a:gd name="connsiteX1" fmla="*/ 0 w 228384"/>
                <a:gd name="connsiteY1" fmla="*/ 112086 h 112086"/>
                <a:gd name="connsiteX2" fmla="*/ 92805 w 228384"/>
                <a:gd name="connsiteY2" fmla="*/ 0 h 112086"/>
                <a:gd name="connsiteX3" fmla="*/ 228384 w 228384"/>
                <a:gd name="connsiteY3" fmla="*/ 112086 h 1120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8384" h="112086">
                  <a:moveTo>
                    <a:pt x="228384" y="112086"/>
                  </a:moveTo>
                  <a:lnTo>
                    <a:pt x="0" y="112086"/>
                  </a:lnTo>
                  <a:lnTo>
                    <a:pt x="92805" y="0"/>
                  </a:lnTo>
                  <a:lnTo>
                    <a:pt x="228384" y="112086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3" name="Freeform 142">
              <a:extLst>
                <a:ext uri="{FF2B5EF4-FFF2-40B4-BE49-F238E27FC236}">
                  <a16:creationId xmlns:a16="http://schemas.microsoft.com/office/drawing/2014/main" id="{6A19DE5C-4237-3FE8-F9FA-FF1E1F0C0BA2}"/>
                </a:ext>
              </a:extLst>
            </p:cNvPr>
            <p:cNvSpPr/>
            <p:nvPr/>
          </p:nvSpPr>
          <p:spPr>
            <a:xfrm>
              <a:off x="9451709" y="2654134"/>
              <a:ext cx="167261" cy="212333"/>
            </a:xfrm>
            <a:custGeom>
              <a:avLst/>
              <a:gdLst>
                <a:gd name="connsiteX0" fmla="*/ 0 w 167261"/>
                <a:gd name="connsiteY0" fmla="*/ 142587 h 212333"/>
                <a:gd name="connsiteX1" fmla="*/ 148700 w 167261"/>
                <a:gd name="connsiteY1" fmla="*/ 0 h 212333"/>
                <a:gd name="connsiteX2" fmla="*/ 167262 w 167261"/>
                <a:gd name="connsiteY2" fmla="*/ 212334 h 212333"/>
                <a:gd name="connsiteX3" fmla="*/ 0 w 167261"/>
                <a:gd name="connsiteY3" fmla="*/ 142587 h 2123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7261" h="212333">
                  <a:moveTo>
                    <a:pt x="0" y="142587"/>
                  </a:moveTo>
                  <a:lnTo>
                    <a:pt x="148700" y="0"/>
                  </a:lnTo>
                  <a:lnTo>
                    <a:pt x="167262" y="212334"/>
                  </a:lnTo>
                  <a:lnTo>
                    <a:pt x="0" y="142587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4" name="Freeform 143">
              <a:extLst>
                <a:ext uri="{FF2B5EF4-FFF2-40B4-BE49-F238E27FC236}">
                  <a16:creationId xmlns:a16="http://schemas.microsoft.com/office/drawing/2014/main" id="{55EA6780-4C6A-56F1-2CC8-824A208FA026}"/>
                </a:ext>
              </a:extLst>
            </p:cNvPr>
            <p:cNvSpPr/>
            <p:nvPr/>
          </p:nvSpPr>
          <p:spPr>
            <a:xfrm>
              <a:off x="9410107" y="2560178"/>
              <a:ext cx="90777" cy="236543"/>
            </a:xfrm>
            <a:custGeom>
              <a:avLst/>
              <a:gdLst>
                <a:gd name="connsiteX0" fmla="*/ 0 w 90777"/>
                <a:gd name="connsiteY0" fmla="*/ 22396 h 236543"/>
                <a:gd name="connsiteX1" fmla="*/ 90778 w 90777"/>
                <a:gd name="connsiteY1" fmla="*/ 0 h 236543"/>
                <a:gd name="connsiteX2" fmla="*/ 0 w 90777"/>
                <a:gd name="connsiteY2" fmla="*/ 236543 h 236543"/>
                <a:gd name="connsiteX3" fmla="*/ 0 w 90777"/>
                <a:gd name="connsiteY3" fmla="*/ 22396 h 2365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0777" h="236543">
                  <a:moveTo>
                    <a:pt x="0" y="22396"/>
                  </a:moveTo>
                  <a:lnTo>
                    <a:pt x="90778" y="0"/>
                  </a:lnTo>
                  <a:lnTo>
                    <a:pt x="0" y="236543"/>
                  </a:lnTo>
                  <a:lnTo>
                    <a:pt x="0" y="22396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5" name="Freeform 144">
              <a:extLst>
                <a:ext uri="{FF2B5EF4-FFF2-40B4-BE49-F238E27FC236}">
                  <a16:creationId xmlns:a16="http://schemas.microsoft.com/office/drawing/2014/main" id="{933551CF-B218-F9FC-36CD-0B23E241B222}"/>
                </a:ext>
              </a:extLst>
            </p:cNvPr>
            <p:cNvSpPr/>
            <p:nvPr/>
          </p:nvSpPr>
          <p:spPr>
            <a:xfrm>
              <a:off x="9275594" y="2582574"/>
              <a:ext cx="134512" cy="114325"/>
            </a:xfrm>
            <a:custGeom>
              <a:avLst/>
              <a:gdLst>
                <a:gd name="connsiteX0" fmla="*/ 0 w 134512"/>
                <a:gd name="connsiteY0" fmla="*/ 75186 h 114325"/>
                <a:gd name="connsiteX1" fmla="*/ 134513 w 134512"/>
                <a:gd name="connsiteY1" fmla="*/ 0 h 114325"/>
                <a:gd name="connsiteX2" fmla="*/ 112645 w 134512"/>
                <a:gd name="connsiteY2" fmla="*/ 114326 h 114325"/>
                <a:gd name="connsiteX3" fmla="*/ 0 w 134512"/>
                <a:gd name="connsiteY3" fmla="*/ 75186 h 1143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4512" h="114325">
                  <a:moveTo>
                    <a:pt x="0" y="75186"/>
                  </a:moveTo>
                  <a:lnTo>
                    <a:pt x="134513" y="0"/>
                  </a:lnTo>
                  <a:lnTo>
                    <a:pt x="112645" y="114326"/>
                  </a:lnTo>
                  <a:lnTo>
                    <a:pt x="0" y="75186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6" name="Freeform 145">
              <a:extLst>
                <a:ext uri="{FF2B5EF4-FFF2-40B4-BE49-F238E27FC236}">
                  <a16:creationId xmlns:a16="http://schemas.microsoft.com/office/drawing/2014/main" id="{FFCE928B-4F2C-B4E2-CA0E-8BB8700F08CE}"/>
                </a:ext>
              </a:extLst>
            </p:cNvPr>
            <p:cNvSpPr/>
            <p:nvPr/>
          </p:nvSpPr>
          <p:spPr>
            <a:xfrm>
              <a:off x="9451709" y="2591639"/>
              <a:ext cx="148700" cy="205082"/>
            </a:xfrm>
            <a:custGeom>
              <a:avLst/>
              <a:gdLst>
                <a:gd name="connsiteX0" fmla="*/ 148700 w 148700"/>
                <a:gd name="connsiteY0" fmla="*/ 62495 h 205082"/>
                <a:gd name="connsiteX1" fmla="*/ 72217 w 148700"/>
                <a:gd name="connsiteY1" fmla="*/ 0 h 205082"/>
                <a:gd name="connsiteX2" fmla="*/ 0 w 148700"/>
                <a:gd name="connsiteY2" fmla="*/ 205082 h 205082"/>
                <a:gd name="connsiteX3" fmla="*/ 148700 w 148700"/>
                <a:gd name="connsiteY3" fmla="*/ 62495 h 205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8700" h="205082">
                  <a:moveTo>
                    <a:pt x="148700" y="62495"/>
                  </a:moveTo>
                  <a:lnTo>
                    <a:pt x="72217" y="0"/>
                  </a:lnTo>
                  <a:lnTo>
                    <a:pt x="0" y="205082"/>
                  </a:lnTo>
                  <a:lnTo>
                    <a:pt x="148700" y="62495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7" name="Freeform 146">
              <a:extLst>
                <a:ext uri="{FF2B5EF4-FFF2-40B4-BE49-F238E27FC236}">
                  <a16:creationId xmlns:a16="http://schemas.microsoft.com/office/drawing/2014/main" id="{96477756-EA27-5225-FF3E-1F5A8B11BD4B}"/>
                </a:ext>
              </a:extLst>
            </p:cNvPr>
            <p:cNvSpPr/>
            <p:nvPr/>
          </p:nvSpPr>
          <p:spPr>
            <a:xfrm>
              <a:off x="9600409" y="2574362"/>
              <a:ext cx="148807" cy="138321"/>
            </a:xfrm>
            <a:custGeom>
              <a:avLst/>
              <a:gdLst>
                <a:gd name="connsiteX0" fmla="*/ 44162 w 148807"/>
                <a:gd name="connsiteY0" fmla="*/ 0 h 138321"/>
                <a:gd name="connsiteX1" fmla="*/ 0 w 148807"/>
                <a:gd name="connsiteY1" fmla="*/ 79772 h 138321"/>
                <a:gd name="connsiteX2" fmla="*/ 148807 w 148807"/>
                <a:gd name="connsiteY2" fmla="*/ 138321 h 138321"/>
                <a:gd name="connsiteX3" fmla="*/ 44162 w 148807"/>
                <a:gd name="connsiteY3" fmla="*/ 0 h 1383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8807" h="138321">
                  <a:moveTo>
                    <a:pt x="44162" y="0"/>
                  </a:moveTo>
                  <a:lnTo>
                    <a:pt x="0" y="79772"/>
                  </a:lnTo>
                  <a:lnTo>
                    <a:pt x="148807" y="138321"/>
                  </a:lnTo>
                  <a:lnTo>
                    <a:pt x="44162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8" name="Freeform 147">
              <a:extLst>
                <a:ext uri="{FF2B5EF4-FFF2-40B4-BE49-F238E27FC236}">
                  <a16:creationId xmlns:a16="http://schemas.microsoft.com/office/drawing/2014/main" id="{A235A230-D090-9C39-3F9A-CBEB90353A75}"/>
                </a:ext>
              </a:extLst>
            </p:cNvPr>
            <p:cNvSpPr/>
            <p:nvPr/>
          </p:nvSpPr>
          <p:spPr>
            <a:xfrm>
              <a:off x="9749216" y="2524984"/>
              <a:ext cx="115738" cy="187698"/>
            </a:xfrm>
            <a:custGeom>
              <a:avLst/>
              <a:gdLst>
                <a:gd name="connsiteX0" fmla="*/ 0 w 115738"/>
                <a:gd name="connsiteY0" fmla="*/ 0 h 187698"/>
                <a:gd name="connsiteX1" fmla="*/ 0 w 115738"/>
                <a:gd name="connsiteY1" fmla="*/ 187699 h 187698"/>
                <a:gd name="connsiteX2" fmla="*/ 115739 w 115738"/>
                <a:gd name="connsiteY2" fmla="*/ 72094 h 187698"/>
                <a:gd name="connsiteX3" fmla="*/ 0 w 115738"/>
                <a:gd name="connsiteY3" fmla="*/ 0 h 1876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5738" h="187698">
                  <a:moveTo>
                    <a:pt x="0" y="0"/>
                  </a:moveTo>
                  <a:lnTo>
                    <a:pt x="0" y="187699"/>
                  </a:lnTo>
                  <a:lnTo>
                    <a:pt x="115739" y="72094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9" name="Freeform 148">
              <a:extLst>
                <a:ext uri="{FF2B5EF4-FFF2-40B4-BE49-F238E27FC236}">
                  <a16:creationId xmlns:a16="http://schemas.microsoft.com/office/drawing/2014/main" id="{0055C124-328D-BE0E-18AC-D05516DE38A5}"/>
                </a:ext>
              </a:extLst>
            </p:cNvPr>
            <p:cNvSpPr/>
            <p:nvPr/>
          </p:nvSpPr>
          <p:spPr>
            <a:xfrm>
              <a:off x="9749216" y="2712683"/>
              <a:ext cx="85870" cy="138321"/>
            </a:xfrm>
            <a:custGeom>
              <a:avLst/>
              <a:gdLst>
                <a:gd name="connsiteX0" fmla="*/ 85871 w 85870"/>
                <a:gd name="connsiteY0" fmla="*/ 7785 h 138321"/>
                <a:gd name="connsiteX1" fmla="*/ 0 w 85870"/>
                <a:gd name="connsiteY1" fmla="*/ 0 h 138321"/>
                <a:gd name="connsiteX2" fmla="*/ 27841 w 85870"/>
                <a:gd name="connsiteY2" fmla="*/ 138321 h 138321"/>
                <a:gd name="connsiteX3" fmla="*/ 85871 w 85870"/>
                <a:gd name="connsiteY3" fmla="*/ 7785 h 1383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5870" h="138321">
                  <a:moveTo>
                    <a:pt x="85871" y="7785"/>
                  </a:moveTo>
                  <a:lnTo>
                    <a:pt x="0" y="0"/>
                  </a:lnTo>
                  <a:lnTo>
                    <a:pt x="27841" y="138321"/>
                  </a:lnTo>
                  <a:lnTo>
                    <a:pt x="85871" y="7785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0" name="Freeform 149">
              <a:extLst>
                <a:ext uri="{FF2B5EF4-FFF2-40B4-BE49-F238E27FC236}">
                  <a16:creationId xmlns:a16="http://schemas.microsoft.com/office/drawing/2014/main" id="{6F3E4DBB-E946-BE34-A6AA-273DDAA741B4}"/>
                </a:ext>
              </a:extLst>
            </p:cNvPr>
            <p:cNvSpPr/>
            <p:nvPr/>
          </p:nvSpPr>
          <p:spPr>
            <a:xfrm>
              <a:off x="9755297" y="2471128"/>
              <a:ext cx="334415" cy="125950"/>
            </a:xfrm>
            <a:custGeom>
              <a:avLst/>
              <a:gdLst>
                <a:gd name="connsiteX0" fmla="*/ 0 w 334415"/>
                <a:gd name="connsiteY0" fmla="*/ 0 h 125950"/>
                <a:gd name="connsiteX1" fmla="*/ 109659 w 334415"/>
                <a:gd name="connsiteY1" fmla="*/ 125950 h 125950"/>
                <a:gd name="connsiteX2" fmla="*/ 334416 w 334415"/>
                <a:gd name="connsiteY2" fmla="*/ 75933 h 125950"/>
                <a:gd name="connsiteX3" fmla="*/ 0 w 334415"/>
                <a:gd name="connsiteY3" fmla="*/ 0 h 1259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4415" h="125950">
                  <a:moveTo>
                    <a:pt x="0" y="0"/>
                  </a:moveTo>
                  <a:lnTo>
                    <a:pt x="109659" y="125950"/>
                  </a:lnTo>
                  <a:lnTo>
                    <a:pt x="334416" y="7593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1" name="Freeform 150">
              <a:extLst>
                <a:ext uri="{FF2B5EF4-FFF2-40B4-BE49-F238E27FC236}">
                  <a16:creationId xmlns:a16="http://schemas.microsoft.com/office/drawing/2014/main" id="{1772D6BC-5562-F3AB-6684-E93032AB357D}"/>
                </a:ext>
              </a:extLst>
            </p:cNvPr>
            <p:cNvSpPr/>
            <p:nvPr/>
          </p:nvSpPr>
          <p:spPr>
            <a:xfrm>
              <a:off x="9755297" y="2392102"/>
              <a:ext cx="334415" cy="154958"/>
            </a:xfrm>
            <a:custGeom>
              <a:avLst/>
              <a:gdLst>
                <a:gd name="connsiteX0" fmla="*/ 219317 w 334415"/>
                <a:gd name="connsiteY0" fmla="*/ 0 h 154958"/>
                <a:gd name="connsiteX1" fmla="*/ 0 w 334415"/>
                <a:gd name="connsiteY1" fmla="*/ 79026 h 154958"/>
                <a:gd name="connsiteX2" fmla="*/ 334416 w 334415"/>
                <a:gd name="connsiteY2" fmla="*/ 154958 h 154958"/>
                <a:gd name="connsiteX3" fmla="*/ 219317 w 334415"/>
                <a:gd name="connsiteY3" fmla="*/ 0 h 154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4415" h="154958">
                  <a:moveTo>
                    <a:pt x="219317" y="0"/>
                  </a:moveTo>
                  <a:lnTo>
                    <a:pt x="0" y="79026"/>
                  </a:lnTo>
                  <a:lnTo>
                    <a:pt x="334416" y="154958"/>
                  </a:lnTo>
                  <a:lnTo>
                    <a:pt x="219317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2" name="Freeform 151">
              <a:extLst>
                <a:ext uri="{FF2B5EF4-FFF2-40B4-BE49-F238E27FC236}">
                  <a16:creationId xmlns:a16="http://schemas.microsoft.com/office/drawing/2014/main" id="{98194FE2-4415-F895-543A-4A872E3F4C83}"/>
                </a:ext>
              </a:extLst>
            </p:cNvPr>
            <p:cNvSpPr/>
            <p:nvPr/>
          </p:nvSpPr>
          <p:spPr>
            <a:xfrm>
              <a:off x="9618970" y="2851004"/>
              <a:ext cx="167688" cy="232383"/>
            </a:xfrm>
            <a:custGeom>
              <a:avLst/>
              <a:gdLst>
                <a:gd name="connsiteX0" fmla="*/ 167688 w 167688"/>
                <a:gd name="connsiteY0" fmla="*/ 232384 h 232383"/>
                <a:gd name="connsiteX1" fmla="*/ 158087 w 167688"/>
                <a:gd name="connsiteY1" fmla="*/ 0 h 232383"/>
                <a:gd name="connsiteX2" fmla="*/ 0 w 167688"/>
                <a:gd name="connsiteY2" fmla="*/ 15464 h 232383"/>
                <a:gd name="connsiteX3" fmla="*/ 167688 w 167688"/>
                <a:gd name="connsiteY3" fmla="*/ 232384 h 2323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7688" h="232383">
                  <a:moveTo>
                    <a:pt x="167688" y="232384"/>
                  </a:moveTo>
                  <a:lnTo>
                    <a:pt x="158087" y="0"/>
                  </a:lnTo>
                  <a:lnTo>
                    <a:pt x="0" y="15464"/>
                  </a:lnTo>
                  <a:lnTo>
                    <a:pt x="167688" y="232384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3" name="Freeform 152">
              <a:extLst>
                <a:ext uri="{FF2B5EF4-FFF2-40B4-BE49-F238E27FC236}">
                  <a16:creationId xmlns:a16="http://schemas.microsoft.com/office/drawing/2014/main" id="{3A1AD792-29FB-8D0C-AF88-A11DBAEB7EDF}"/>
                </a:ext>
              </a:extLst>
            </p:cNvPr>
            <p:cNvSpPr/>
            <p:nvPr/>
          </p:nvSpPr>
          <p:spPr>
            <a:xfrm>
              <a:off x="9777058" y="2782110"/>
              <a:ext cx="227104" cy="100888"/>
            </a:xfrm>
            <a:custGeom>
              <a:avLst/>
              <a:gdLst>
                <a:gd name="connsiteX0" fmla="*/ 227104 w 227104"/>
                <a:gd name="connsiteY0" fmla="*/ 100888 h 100888"/>
                <a:gd name="connsiteX1" fmla="*/ 0 w 227104"/>
                <a:gd name="connsiteY1" fmla="*/ 68894 h 100888"/>
                <a:gd name="connsiteX2" fmla="*/ 97391 w 227104"/>
                <a:gd name="connsiteY2" fmla="*/ 0 h 100888"/>
                <a:gd name="connsiteX3" fmla="*/ 227104 w 227104"/>
                <a:gd name="connsiteY3" fmla="*/ 100888 h 100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7104" h="100888">
                  <a:moveTo>
                    <a:pt x="227104" y="100888"/>
                  </a:moveTo>
                  <a:lnTo>
                    <a:pt x="0" y="68894"/>
                  </a:lnTo>
                  <a:lnTo>
                    <a:pt x="97391" y="0"/>
                  </a:lnTo>
                  <a:lnTo>
                    <a:pt x="227104" y="100888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4" name="Freeform 153">
              <a:extLst>
                <a:ext uri="{FF2B5EF4-FFF2-40B4-BE49-F238E27FC236}">
                  <a16:creationId xmlns:a16="http://schemas.microsoft.com/office/drawing/2014/main" id="{1CD3C15C-890E-6865-962B-8A5801B067EF}"/>
                </a:ext>
              </a:extLst>
            </p:cNvPr>
            <p:cNvSpPr/>
            <p:nvPr/>
          </p:nvSpPr>
          <p:spPr>
            <a:xfrm>
              <a:off x="9181723" y="2796721"/>
              <a:ext cx="376124" cy="210627"/>
            </a:xfrm>
            <a:custGeom>
              <a:avLst/>
              <a:gdLst>
                <a:gd name="connsiteX0" fmla="*/ 228384 w 376124"/>
                <a:gd name="connsiteY0" fmla="*/ 0 h 210627"/>
                <a:gd name="connsiteX1" fmla="*/ 376125 w 376124"/>
                <a:gd name="connsiteY1" fmla="*/ 210628 h 210627"/>
                <a:gd name="connsiteX2" fmla="*/ 0 w 376124"/>
                <a:gd name="connsiteY2" fmla="*/ 0 h 210627"/>
                <a:gd name="connsiteX3" fmla="*/ 228384 w 376124"/>
                <a:gd name="connsiteY3" fmla="*/ 0 h 210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6124" h="210627">
                  <a:moveTo>
                    <a:pt x="228384" y="0"/>
                  </a:moveTo>
                  <a:lnTo>
                    <a:pt x="376125" y="210628"/>
                  </a:lnTo>
                  <a:lnTo>
                    <a:pt x="0" y="0"/>
                  </a:lnTo>
                  <a:lnTo>
                    <a:pt x="228384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5" name="Freeform 154">
              <a:extLst>
                <a:ext uri="{FF2B5EF4-FFF2-40B4-BE49-F238E27FC236}">
                  <a16:creationId xmlns:a16="http://schemas.microsoft.com/office/drawing/2014/main" id="{3E6AD047-7D29-D72E-A339-A46AD8DBA542}"/>
                </a:ext>
              </a:extLst>
            </p:cNvPr>
            <p:cNvSpPr/>
            <p:nvPr/>
          </p:nvSpPr>
          <p:spPr>
            <a:xfrm>
              <a:off x="8956219" y="2531596"/>
              <a:ext cx="209396" cy="176501"/>
            </a:xfrm>
            <a:custGeom>
              <a:avLst/>
              <a:gdLst>
                <a:gd name="connsiteX0" fmla="*/ 209397 w 209396"/>
                <a:gd name="connsiteY0" fmla="*/ 37007 h 176501"/>
                <a:gd name="connsiteX1" fmla="*/ 0 w 209396"/>
                <a:gd name="connsiteY1" fmla="*/ 176501 h 176501"/>
                <a:gd name="connsiteX2" fmla="*/ 76057 w 209396"/>
                <a:gd name="connsiteY2" fmla="*/ 0 h 176501"/>
                <a:gd name="connsiteX3" fmla="*/ 209397 w 209396"/>
                <a:gd name="connsiteY3" fmla="*/ 37007 h 176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396" h="176501">
                  <a:moveTo>
                    <a:pt x="209397" y="37007"/>
                  </a:moveTo>
                  <a:lnTo>
                    <a:pt x="0" y="176501"/>
                  </a:lnTo>
                  <a:lnTo>
                    <a:pt x="76057" y="0"/>
                  </a:lnTo>
                  <a:lnTo>
                    <a:pt x="209397" y="37007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6" name="Freeform 155">
              <a:extLst>
                <a:ext uri="{FF2B5EF4-FFF2-40B4-BE49-F238E27FC236}">
                  <a16:creationId xmlns:a16="http://schemas.microsoft.com/office/drawing/2014/main" id="{4A5D6E4D-B476-49E8-F3F3-80D5F5C8423D}"/>
                </a:ext>
              </a:extLst>
            </p:cNvPr>
            <p:cNvSpPr/>
            <p:nvPr/>
          </p:nvSpPr>
          <p:spPr>
            <a:xfrm>
              <a:off x="9150895" y="2568603"/>
              <a:ext cx="86937" cy="109846"/>
            </a:xfrm>
            <a:custGeom>
              <a:avLst/>
              <a:gdLst>
                <a:gd name="connsiteX0" fmla="*/ 0 w 86937"/>
                <a:gd name="connsiteY0" fmla="*/ 79026 h 109846"/>
                <a:gd name="connsiteX1" fmla="*/ 14721 w 86937"/>
                <a:gd name="connsiteY1" fmla="*/ 0 h 109846"/>
                <a:gd name="connsiteX2" fmla="*/ 86937 w 86937"/>
                <a:gd name="connsiteY2" fmla="*/ 109847 h 109846"/>
                <a:gd name="connsiteX3" fmla="*/ 0 w 86937"/>
                <a:gd name="connsiteY3" fmla="*/ 79026 h 1098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937" h="109846">
                  <a:moveTo>
                    <a:pt x="0" y="79026"/>
                  </a:moveTo>
                  <a:lnTo>
                    <a:pt x="14721" y="0"/>
                  </a:lnTo>
                  <a:lnTo>
                    <a:pt x="86937" y="109847"/>
                  </a:lnTo>
                  <a:lnTo>
                    <a:pt x="0" y="79026"/>
                  </a:lnTo>
                  <a:close/>
                </a:path>
              </a:pathLst>
            </a:custGeom>
            <a:solidFill>
              <a:srgbClr val="F4772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7" name="Freeform 156">
              <a:extLst>
                <a:ext uri="{FF2B5EF4-FFF2-40B4-BE49-F238E27FC236}">
                  <a16:creationId xmlns:a16="http://schemas.microsoft.com/office/drawing/2014/main" id="{F77A3F71-C291-0F30-F906-4424E5330777}"/>
                </a:ext>
              </a:extLst>
            </p:cNvPr>
            <p:cNvSpPr/>
            <p:nvPr/>
          </p:nvSpPr>
          <p:spPr>
            <a:xfrm>
              <a:off x="8806345" y="2405539"/>
              <a:ext cx="225931" cy="144613"/>
            </a:xfrm>
            <a:custGeom>
              <a:avLst/>
              <a:gdLst>
                <a:gd name="connsiteX0" fmla="*/ 225931 w 225931"/>
                <a:gd name="connsiteY0" fmla="*/ 126057 h 144613"/>
                <a:gd name="connsiteX1" fmla="*/ 0 w 225931"/>
                <a:gd name="connsiteY1" fmla="*/ 144614 h 144613"/>
                <a:gd name="connsiteX2" fmla="*/ 149874 w 225931"/>
                <a:gd name="connsiteY2" fmla="*/ 0 h 144613"/>
                <a:gd name="connsiteX3" fmla="*/ 225931 w 225931"/>
                <a:gd name="connsiteY3" fmla="*/ 126057 h 1446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5931" h="144613">
                  <a:moveTo>
                    <a:pt x="225931" y="126057"/>
                  </a:moveTo>
                  <a:lnTo>
                    <a:pt x="0" y="144614"/>
                  </a:lnTo>
                  <a:lnTo>
                    <a:pt x="149874" y="0"/>
                  </a:lnTo>
                  <a:lnTo>
                    <a:pt x="225931" y="126057"/>
                  </a:lnTo>
                  <a:close/>
                </a:path>
              </a:pathLst>
            </a:custGeom>
            <a:solidFill>
              <a:srgbClr val="763B7F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8" name="Freeform 157">
              <a:extLst>
                <a:ext uri="{FF2B5EF4-FFF2-40B4-BE49-F238E27FC236}">
                  <a16:creationId xmlns:a16="http://schemas.microsoft.com/office/drawing/2014/main" id="{76612E38-14C0-A92C-659C-D755D9F6D00C}"/>
                </a:ext>
              </a:extLst>
            </p:cNvPr>
            <p:cNvSpPr/>
            <p:nvPr/>
          </p:nvSpPr>
          <p:spPr>
            <a:xfrm>
              <a:off x="8710447" y="2371946"/>
              <a:ext cx="245771" cy="173408"/>
            </a:xfrm>
            <a:custGeom>
              <a:avLst/>
              <a:gdLst>
                <a:gd name="connsiteX0" fmla="*/ 140167 w 245771"/>
                <a:gd name="connsiteY0" fmla="*/ 0 h 173408"/>
                <a:gd name="connsiteX1" fmla="*/ 0 w 245771"/>
                <a:gd name="connsiteY1" fmla="*/ 173408 h 173408"/>
                <a:gd name="connsiteX2" fmla="*/ 245772 w 245771"/>
                <a:gd name="connsiteY2" fmla="*/ 33594 h 173408"/>
                <a:gd name="connsiteX3" fmla="*/ 140167 w 245771"/>
                <a:gd name="connsiteY3" fmla="*/ 0 h 1734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5771" h="173408">
                  <a:moveTo>
                    <a:pt x="140167" y="0"/>
                  </a:moveTo>
                  <a:lnTo>
                    <a:pt x="0" y="173408"/>
                  </a:lnTo>
                  <a:lnTo>
                    <a:pt x="245772" y="33594"/>
                  </a:lnTo>
                  <a:lnTo>
                    <a:pt x="140167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9" name="Freeform 158">
              <a:extLst>
                <a:ext uri="{FF2B5EF4-FFF2-40B4-BE49-F238E27FC236}">
                  <a16:creationId xmlns:a16="http://schemas.microsoft.com/office/drawing/2014/main" id="{5E32D307-794A-97E7-CD46-4AF05172C801}"/>
                </a:ext>
              </a:extLst>
            </p:cNvPr>
            <p:cNvSpPr/>
            <p:nvPr/>
          </p:nvSpPr>
          <p:spPr>
            <a:xfrm>
              <a:off x="8661485" y="2338245"/>
              <a:ext cx="61123" cy="207108"/>
            </a:xfrm>
            <a:custGeom>
              <a:avLst/>
              <a:gdLst>
                <a:gd name="connsiteX0" fmla="*/ 61123 w 61123"/>
                <a:gd name="connsiteY0" fmla="*/ 0 h 207108"/>
                <a:gd name="connsiteX1" fmla="*/ 48962 w 61123"/>
                <a:gd name="connsiteY1" fmla="*/ 207109 h 207108"/>
                <a:gd name="connsiteX2" fmla="*/ 0 w 61123"/>
                <a:gd name="connsiteY2" fmla="*/ 11305 h 207108"/>
                <a:gd name="connsiteX3" fmla="*/ 61123 w 61123"/>
                <a:gd name="connsiteY3" fmla="*/ 0 h 2071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123" h="207108">
                  <a:moveTo>
                    <a:pt x="61123" y="0"/>
                  </a:moveTo>
                  <a:lnTo>
                    <a:pt x="48962" y="207109"/>
                  </a:lnTo>
                  <a:lnTo>
                    <a:pt x="0" y="11305"/>
                  </a:lnTo>
                  <a:lnTo>
                    <a:pt x="61123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0" name="Freeform 159">
              <a:extLst>
                <a:ext uri="{FF2B5EF4-FFF2-40B4-BE49-F238E27FC236}">
                  <a16:creationId xmlns:a16="http://schemas.microsoft.com/office/drawing/2014/main" id="{FADB9E9D-54D2-24B0-7072-EF9885072AE8}"/>
                </a:ext>
              </a:extLst>
            </p:cNvPr>
            <p:cNvSpPr/>
            <p:nvPr/>
          </p:nvSpPr>
          <p:spPr>
            <a:xfrm>
              <a:off x="8722608" y="2338245"/>
              <a:ext cx="91950" cy="67294"/>
            </a:xfrm>
            <a:custGeom>
              <a:avLst/>
              <a:gdLst>
                <a:gd name="connsiteX0" fmla="*/ 64003 w 91950"/>
                <a:gd name="connsiteY0" fmla="*/ 67294 h 67294"/>
                <a:gd name="connsiteX1" fmla="*/ 0 w 91950"/>
                <a:gd name="connsiteY1" fmla="*/ 0 h 67294"/>
                <a:gd name="connsiteX2" fmla="*/ 91951 w 91950"/>
                <a:gd name="connsiteY2" fmla="*/ 10132 h 67294"/>
                <a:gd name="connsiteX3" fmla="*/ 64003 w 91950"/>
                <a:gd name="connsiteY3" fmla="*/ 67294 h 672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1950" h="67294">
                  <a:moveTo>
                    <a:pt x="64003" y="67294"/>
                  </a:moveTo>
                  <a:lnTo>
                    <a:pt x="0" y="0"/>
                  </a:lnTo>
                  <a:lnTo>
                    <a:pt x="91951" y="10132"/>
                  </a:lnTo>
                  <a:lnTo>
                    <a:pt x="64003" y="67294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1" name="Freeform 160">
              <a:extLst>
                <a:ext uri="{FF2B5EF4-FFF2-40B4-BE49-F238E27FC236}">
                  <a16:creationId xmlns:a16="http://schemas.microsoft.com/office/drawing/2014/main" id="{B0C539F7-87C5-0454-F2C6-DA7B3687B8AA}"/>
                </a:ext>
              </a:extLst>
            </p:cNvPr>
            <p:cNvSpPr/>
            <p:nvPr/>
          </p:nvSpPr>
          <p:spPr>
            <a:xfrm>
              <a:off x="8574120" y="2503868"/>
              <a:ext cx="136326" cy="254673"/>
            </a:xfrm>
            <a:custGeom>
              <a:avLst/>
              <a:gdLst>
                <a:gd name="connsiteX0" fmla="*/ 126406 w 136326"/>
                <a:gd name="connsiteY0" fmla="*/ 254673 h 254673"/>
                <a:gd name="connsiteX1" fmla="*/ 0 w 136326"/>
                <a:gd name="connsiteY1" fmla="*/ 0 h 254673"/>
                <a:gd name="connsiteX2" fmla="*/ 136326 w 136326"/>
                <a:gd name="connsiteY2" fmla="*/ 41486 h 254673"/>
                <a:gd name="connsiteX3" fmla="*/ 126406 w 136326"/>
                <a:gd name="connsiteY3" fmla="*/ 254673 h 254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6326" h="254673">
                  <a:moveTo>
                    <a:pt x="126406" y="254673"/>
                  </a:moveTo>
                  <a:lnTo>
                    <a:pt x="0" y="0"/>
                  </a:lnTo>
                  <a:lnTo>
                    <a:pt x="136326" y="41486"/>
                  </a:lnTo>
                  <a:lnTo>
                    <a:pt x="126406" y="254673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2" name="Freeform 161">
              <a:extLst>
                <a:ext uri="{FF2B5EF4-FFF2-40B4-BE49-F238E27FC236}">
                  <a16:creationId xmlns:a16="http://schemas.microsoft.com/office/drawing/2014/main" id="{AF7BCC98-0AB8-98FC-E554-A4380C7607E1}"/>
                </a:ext>
              </a:extLst>
            </p:cNvPr>
            <p:cNvSpPr/>
            <p:nvPr/>
          </p:nvSpPr>
          <p:spPr>
            <a:xfrm>
              <a:off x="8700527" y="2545354"/>
              <a:ext cx="255692" cy="213187"/>
            </a:xfrm>
            <a:custGeom>
              <a:avLst/>
              <a:gdLst>
                <a:gd name="connsiteX0" fmla="*/ 255692 w 255692"/>
                <a:gd name="connsiteY0" fmla="*/ 162743 h 213187"/>
                <a:gd name="connsiteX1" fmla="*/ 9920 w 255692"/>
                <a:gd name="connsiteY1" fmla="*/ 0 h 213187"/>
                <a:gd name="connsiteX2" fmla="*/ 0 w 255692"/>
                <a:gd name="connsiteY2" fmla="*/ 213187 h 213187"/>
                <a:gd name="connsiteX3" fmla="*/ 255692 w 255692"/>
                <a:gd name="connsiteY3" fmla="*/ 162743 h 2131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5692" h="213187">
                  <a:moveTo>
                    <a:pt x="255692" y="162743"/>
                  </a:moveTo>
                  <a:lnTo>
                    <a:pt x="9920" y="0"/>
                  </a:lnTo>
                  <a:lnTo>
                    <a:pt x="0" y="213187"/>
                  </a:lnTo>
                  <a:lnTo>
                    <a:pt x="255692" y="162743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3" name="Freeform 162">
              <a:extLst>
                <a:ext uri="{FF2B5EF4-FFF2-40B4-BE49-F238E27FC236}">
                  <a16:creationId xmlns:a16="http://schemas.microsoft.com/office/drawing/2014/main" id="{D8C90455-567E-A1BB-7DD6-898DEB4A2AA1}"/>
                </a:ext>
              </a:extLst>
            </p:cNvPr>
            <p:cNvSpPr/>
            <p:nvPr/>
          </p:nvSpPr>
          <p:spPr>
            <a:xfrm>
              <a:off x="8574120" y="2503868"/>
              <a:ext cx="126406" cy="254673"/>
            </a:xfrm>
            <a:custGeom>
              <a:avLst/>
              <a:gdLst>
                <a:gd name="connsiteX0" fmla="*/ 2454 w 126406"/>
                <a:gd name="connsiteY0" fmla="*/ 180767 h 254673"/>
                <a:gd name="connsiteX1" fmla="*/ 0 w 126406"/>
                <a:gd name="connsiteY1" fmla="*/ 0 h 254673"/>
                <a:gd name="connsiteX2" fmla="*/ 126406 w 126406"/>
                <a:gd name="connsiteY2" fmla="*/ 254673 h 254673"/>
                <a:gd name="connsiteX3" fmla="*/ 2454 w 126406"/>
                <a:gd name="connsiteY3" fmla="*/ 180767 h 254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06" h="254673">
                  <a:moveTo>
                    <a:pt x="2454" y="180767"/>
                  </a:moveTo>
                  <a:lnTo>
                    <a:pt x="0" y="0"/>
                  </a:lnTo>
                  <a:lnTo>
                    <a:pt x="126406" y="254673"/>
                  </a:lnTo>
                  <a:lnTo>
                    <a:pt x="2454" y="180767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4" name="Freeform 163">
              <a:extLst>
                <a:ext uri="{FF2B5EF4-FFF2-40B4-BE49-F238E27FC236}">
                  <a16:creationId xmlns:a16="http://schemas.microsoft.com/office/drawing/2014/main" id="{4507019A-66C5-9BC0-4292-4922EB4F284B}"/>
                </a:ext>
              </a:extLst>
            </p:cNvPr>
            <p:cNvSpPr/>
            <p:nvPr/>
          </p:nvSpPr>
          <p:spPr>
            <a:xfrm>
              <a:off x="8305841" y="2677916"/>
              <a:ext cx="166834" cy="138961"/>
            </a:xfrm>
            <a:custGeom>
              <a:avLst/>
              <a:gdLst>
                <a:gd name="connsiteX0" fmla="*/ 0 w 166834"/>
                <a:gd name="connsiteY0" fmla="*/ 86277 h 138961"/>
                <a:gd name="connsiteX1" fmla="*/ 87044 w 166834"/>
                <a:gd name="connsiteY1" fmla="*/ 0 h 138961"/>
                <a:gd name="connsiteX2" fmla="*/ 166835 w 166834"/>
                <a:gd name="connsiteY2" fmla="*/ 138961 h 138961"/>
                <a:gd name="connsiteX3" fmla="*/ 0 w 166834"/>
                <a:gd name="connsiteY3" fmla="*/ 86277 h 1389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6834" h="138961">
                  <a:moveTo>
                    <a:pt x="0" y="86277"/>
                  </a:moveTo>
                  <a:lnTo>
                    <a:pt x="87044" y="0"/>
                  </a:lnTo>
                  <a:lnTo>
                    <a:pt x="166835" y="138961"/>
                  </a:lnTo>
                  <a:lnTo>
                    <a:pt x="0" y="86277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5" name="Freeform 164">
              <a:extLst>
                <a:ext uri="{FF2B5EF4-FFF2-40B4-BE49-F238E27FC236}">
                  <a16:creationId xmlns:a16="http://schemas.microsoft.com/office/drawing/2014/main" id="{A50372A9-BE9E-4E3E-33F7-F6F926801371}"/>
                </a:ext>
              </a:extLst>
            </p:cNvPr>
            <p:cNvSpPr/>
            <p:nvPr/>
          </p:nvSpPr>
          <p:spPr>
            <a:xfrm>
              <a:off x="8392885" y="2550153"/>
              <a:ext cx="79790" cy="266724"/>
            </a:xfrm>
            <a:custGeom>
              <a:avLst/>
              <a:gdLst>
                <a:gd name="connsiteX0" fmla="*/ 50136 w 79790"/>
                <a:gd name="connsiteY0" fmla="*/ 0 h 266724"/>
                <a:gd name="connsiteX1" fmla="*/ 0 w 79790"/>
                <a:gd name="connsiteY1" fmla="*/ 127763 h 266724"/>
                <a:gd name="connsiteX2" fmla="*/ 79790 w 79790"/>
                <a:gd name="connsiteY2" fmla="*/ 266724 h 266724"/>
                <a:gd name="connsiteX3" fmla="*/ 50136 w 79790"/>
                <a:gd name="connsiteY3" fmla="*/ 0 h 2667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790" h="266724">
                  <a:moveTo>
                    <a:pt x="50136" y="0"/>
                  </a:moveTo>
                  <a:lnTo>
                    <a:pt x="0" y="127763"/>
                  </a:lnTo>
                  <a:lnTo>
                    <a:pt x="79790" y="266724"/>
                  </a:lnTo>
                  <a:lnTo>
                    <a:pt x="50136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6" name="Freeform 165">
              <a:extLst>
                <a:ext uri="{FF2B5EF4-FFF2-40B4-BE49-F238E27FC236}">
                  <a16:creationId xmlns:a16="http://schemas.microsoft.com/office/drawing/2014/main" id="{F89A9B10-5FD0-AD3F-5B3F-4773BC450299}"/>
                </a:ext>
              </a:extLst>
            </p:cNvPr>
            <p:cNvSpPr/>
            <p:nvPr/>
          </p:nvSpPr>
          <p:spPr>
            <a:xfrm>
              <a:off x="8443021" y="2550153"/>
              <a:ext cx="109551" cy="266724"/>
            </a:xfrm>
            <a:custGeom>
              <a:avLst/>
              <a:gdLst>
                <a:gd name="connsiteX0" fmla="*/ 109552 w 109551"/>
                <a:gd name="connsiteY0" fmla="*/ 214040 h 266724"/>
                <a:gd name="connsiteX1" fmla="*/ 0 w 109551"/>
                <a:gd name="connsiteY1" fmla="*/ 0 h 266724"/>
                <a:gd name="connsiteX2" fmla="*/ 29655 w 109551"/>
                <a:gd name="connsiteY2" fmla="*/ 266724 h 266724"/>
                <a:gd name="connsiteX3" fmla="*/ 109552 w 109551"/>
                <a:gd name="connsiteY3" fmla="*/ 214040 h 2667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9551" h="266724">
                  <a:moveTo>
                    <a:pt x="109552" y="214040"/>
                  </a:moveTo>
                  <a:lnTo>
                    <a:pt x="0" y="0"/>
                  </a:lnTo>
                  <a:lnTo>
                    <a:pt x="29655" y="266724"/>
                  </a:lnTo>
                  <a:lnTo>
                    <a:pt x="109552" y="21404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7" name="Freeform 166">
              <a:extLst>
                <a:ext uri="{FF2B5EF4-FFF2-40B4-BE49-F238E27FC236}">
                  <a16:creationId xmlns:a16="http://schemas.microsoft.com/office/drawing/2014/main" id="{ADED44D6-B377-F85E-DE69-5B1F5491BDC6}"/>
                </a:ext>
              </a:extLst>
            </p:cNvPr>
            <p:cNvSpPr/>
            <p:nvPr/>
          </p:nvSpPr>
          <p:spPr>
            <a:xfrm>
              <a:off x="8443021" y="2550153"/>
              <a:ext cx="133553" cy="214040"/>
            </a:xfrm>
            <a:custGeom>
              <a:avLst/>
              <a:gdLst>
                <a:gd name="connsiteX0" fmla="*/ 133553 w 133553"/>
                <a:gd name="connsiteY0" fmla="*/ 134482 h 214040"/>
                <a:gd name="connsiteX1" fmla="*/ 109552 w 133553"/>
                <a:gd name="connsiteY1" fmla="*/ 214040 h 214040"/>
                <a:gd name="connsiteX2" fmla="*/ 0 w 133553"/>
                <a:gd name="connsiteY2" fmla="*/ 0 h 214040"/>
                <a:gd name="connsiteX3" fmla="*/ 133553 w 133553"/>
                <a:gd name="connsiteY3" fmla="*/ 134482 h 2140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3553" h="214040">
                  <a:moveTo>
                    <a:pt x="133553" y="134482"/>
                  </a:moveTo>
                  <a:lnTo>
                    <a:pt x="109552" y="214040"/>
                  </a:lnTo>
                  <a:lnTo>
                    <a:pt x="0" y="0"/>
                  </a:lnTo>
                  <a:lnTo>
                    <a:pt x="133553" y="134482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8" name="Freeform 167">
              <a:extLst>
                <a:ext uri="{FF2B5EF4-FFF2-40B4-BE49-F238E27FC236}">
                  <a16:creationId xmlns:a16="http://schemas.microsoft.com/office/drawing/2014/main" id="{CF02D3CD-4A56-8062-E106-EEB795D8FF32}"/>
                </a:ext>
              </a:extLst>
            </p:cNvPr>
            <p:cNvSpPr/>
            <p:nvPr/>
          </p:nvSpPr>
          <p:spPr>
            <a:xfrm>
              <a:off x="8220077" y="2498003"/>
              <a:ext cx="172808" cy="179913"/>
            </a:xfrm>
            <a:custGeom>
              <a:avLst/>
              <a:gdLst>
                <a:gd name="connsiteX0" fmla="*/ 0 w 172808"/>
                <a:gd name="connsiteY0" fmla="*/ 3946 h 179913"/>
                <a:gd name="connsiteX1" fmla="*/ 107099 w 172808"/>
                <a:gd name="connsiteY1" fmla="*/ 0 h 179913"/>
                <a:gd name="connsiteX2" fmla="*/ 172808 w 172808"/>
                <a:gd name="connsiteY2" fmla="*/ 179914 h 179913"/>
                <a:gd name="connsiteX3" fmla="*/ 0 w 172808"/>
                <a:gd name="connsiteY3" fmla="*/ 3946 h 1799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2808" h="179913">
                  <a:moveTo>
                    <a:pt x="0" y="3946"/>
                  </a:moveTo>
                  <a:lnTo>
                    <a:pt x="107099" y="0"/>
                  </a:lnTo>
                  <a:lnTo>
                    <a:pt x="172808" y="179914"/>
                  </a:lnTo>
                  <a:lnTo>
                    <a:pt x="0" y="3946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9" name="Freeform 168">
              <a:extLst>
                <a:ext uri="{FF2B5EF4-FFF2-40B4-BE49-F238E27FC236}">
                  <a16:creationId xmlns:a16="http://schemas.microsoft.com/office/drawing/2014/main" id="{9D81EF34-AFD2-DADE-6995-661892815C5B}"/>
                </a:ext>
              </a:extLst>
            </p:cNvPr>
            <p:cNvSpPr/>
            <p:nvPr/>
          </p:nvSpPr>
          <p:spPr>
            <a:xfrm>
              <a:off x="8091538" y="2764194"/>
              <a:ext cx="214303" cy="148666"/>
            </a:xfrm>
            <a:custGeom>
              <a:avLst/>
              <a:gdLst>
                <a:gd name="connsiteX0" fmla="*/ 167581 w 214303"/>
                <a:gd name="connsiteY0" fmla="*/ 148666 h 148666"/>
                <a:gd name="connsiteX1" fmla="*/ 0 w 214303"/>
                <a:gd name="connsiteY1" fmla="*/ 74333 h 148666"/>
                <a:gd name="connsiteX2" fmla="*/ 214304 w 214303"/>
                <a:gd name="connsiteY2" fmla="*/ 0 h 148666"/>
                <a:gd name="connsiteX3" fmla="*/ 167581 w 214303"/>
                <a:gd name="connsiteY3" fmla="*/ 148666 h 1486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4303" h="148666">
                  <a:moveTo>
                    <a:pt x="167581" y="148666"/>
                  </a:moveTo>
                  <a:lnTo>
                    <a:pt x="0" y="74333"/>
                  </a:lnTo>
                  <a:lnTo>
                    <a:pt x="214304" y="0"/>
                  </a:lnTo>
                  <a:lnTo>
                    <a:pt x="167581" y="148666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0" name="Freeform 169">
              <a:extLst>
                <a:ext uri="{FF2B5EF4-FFF2-40B4-BE49-F238E27FC236}">
                  <a16:creationId xmlns:a16="http://schemas.microsoft.com/office/drawing/2014/main" id="{A99B5831-F01A-97A7-FB6A-4FD7507708D3}"/>
                </a:ext>
              </a:extLst>
            </p:cNvPr>
            <p:cNvSpPr/>
            <p:nvPr/>
          </p:nvSpPr>
          <p:spPr>
            <a:xfrm>
              <a:off x="8198743" y="2677916"/>
              <a:ext cx="194142" cy="86277"/>
            </a:xfrm>
            <a:custGeom>
              <a:avLst/>
              <a:gdLst>
                <a:gd name="connsiteX0" fmla="*/ 0 w 194142"/>
                <a:gd name="connsiteY0" fmla="*/ 6719 h 86277"/>
                <a:gd name="connsiteX1" fmla="*/ 107099 w 194142"/>
                <a:gd name="connsiteY1" fmla="*/ 86277 h 86277"/>
                <a:gd name="connsiteX2" fmla="*/ 194143 w 194142"/>
                <a:gd name="connsiteY2" fmla="*/ 0 h 86277"/>
                <a:gd name="connsiteX3" fmla="*/ 0 w 194142"/>
                <a:gd name="connsiteY3" fmla="*/ 6719 h 86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142" h="86277">
                  <a:moveTo>
                    <a:pt x="0" y="6719"/>
                  </a:moveTo>
                  <a:lnTo>
                    <a:pt x="107099" y="86277"/>
                  </a:lnTo>
                  <a:lnTo>
                    <a:pt x="194143" y="0"/>
                  </a:lnTo>
                  <a:lnTo>
                    <a:pt x="0" y="6719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1" name="Freeform 170">
              <a:extLst>
                <a:ext uri="{FF2B5EF4-FFF2-40B4-BE49-F238E27FC236}">
                  <a16:creationId xmlns:a16="http://schemas.microsoft.com/office/drawing/2014/main" id="{535463E4-B6CB-C3AF-920E-43C389B9CE23}"/>
                </a:ext>
              </a:extLst>
            </p:cNvPr>
            <p:cNvSpPr/>
            <p:nvPr/>
          </p:nvSpPr>
          <p:spPr>
            <a:xfrm>
              <a:off x="7565539" y="2627899"/>
              <a:ext cx="148593" cy="238569"/>
            </a:xfrm>
            <a:custGeom>
              <a:avLst/>
              <a:gdLst>
                <a:gd name="connsiteX0" fmla="*/ 0 w 148593"/>
                <a:gd name="connsiteY0" fmla="*/ 0 h 238569"/>
                <a:gd name="connsiteX1" fmla="*/ 81711 w 148593"/>
                <a:gd name="connsiteY1" fmla="*/ 238569 h 238569"/>
                <a:gd name="connsiteX2" fmla="*/ 148594 w 148593"/>
                <a:gd name="connsiteY2" fmla="*/ 186952 h 238569"/>
                <a:gd name="connsiteX3" fmla="*/ 0 w 148593"/>
                <a:gd name="connsiteY3" fmla="*/ 0 h 2385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8593" h="238569">
                  <a:moveTo>
                    <a:pt x="0" y="0"/>
                  </a:moveTo>
                  <a:lnTo>
                    <a:pt x="81711" y="238569"/>
                  </a:lnTo>
                  <a:lnTo>
                    <a:pt x="148594" y="186952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2" name="Freeform 171">
              <a:extLst>
                <a:ext uri="{FF2B5EF4-FFF2-40B4-BE49-F238E27FC236}">
                  <a16:creationId xmlns:a16="http://schemas.microsoft.com/office/drawing/2014/main" id="{A2C346C4-BA16-1845-0B4D-FA1F0B95B260}"/>
                </a:ext>
              </a:extLst>
            </p:cNvPr>
            <p:cNvSpPr/>
            <p:nvPr/>
          </p:nvSpPr>
          <p:spPr>
            <a:xfrm>
              <a:off x="7565539" y="2627899"/>
              <a:ext cx="226784" cy="186952"/>
            </a:xfrm>
            <a:custGeom>
              <a:avLst/>
              <a:gdLst>
                <a:gd name="connsiteX0" fmla="*/ 0 w 226784"/>
                <a:gd name="connsiteY0" fmla="*/ 0 h 186952"/>
                <a:gd name="connsiteX1" fmla="*/ 148594 w 226784"/>
                <a:gd name="connsiteY1" fmla="*/ 186952 h 186952"/>
                <a:gd name="connsiteX2" fmla="*/ 226784 w 226784"/>
                <a:gd name="connsiteY2" fmla="*/ 160930 h 186952"/>
                <a:gd name="connsiteX3" fmla="*/ 0 w 226784"/>
                <a:gd name="connsiteY3" fmla="*/ 0 h 18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6784" h="186952">
                  <a:moveTo>
                    <a:pt x="0" y="0"/>
                  </a:moveTo>
                  <a:lnTo>
                    <a:pt x="148594" y="186952"/>
                  </a:lnTo>
                  <a:lnTo>
                    <a:pt x="226784" y="1609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7D00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3" name="Freeform 172">
              <a:extLst>
                <a:ext uri="{FF2B5EF4-FFF2-40B4-BE49-F238E27FC236}">
                  <a16:creationId xmlns:a16="http://schemas.microsoft.com/office/drawing/2014/main" id="{7BCEC4CE-ABBD-B28F-1BD6-7E148E5BDDBA}"/>
                </a:ext>
              </a:extLst>
            </p:cNvPr>
            <p:cNvSpPr/>
            <p:nvPr/>
          </p:nvSpPr>
          <p:spPr>
            <a:xfrm>
              <a:off x="7647250" y="2838527"/>
              <a:ext cx="218463" cy="119018"/>
            </a:xfrm>
            <a:custGeom>
              <a:avLst/>
              <a:gdLst>
                <a:gd name="connsiteX0" fmla="*/ 207050 w 218463"/>
                <a:gd name="connsiteY0" fmla="*/ 119018 h 119018"/>
                <a:gd name="connsiteX1" fmla="*/ 218464 w 218463"/>
                <a:gd name="connsiteY1" fmla="*/ 0 h 119018"/>
                <a:gd name="connsiteX2" fmla="*/ 0 w 218463"/>
                <a:gd name="connsiteY2" fmla="*/ 27941 h 119018"/>
                <a:gd name="connsiteX3" fmla="*/ 207050 w 218463"/>
                <a:gd name="connsiteY3" fmla="*/ 119018 h 1190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8463" h="119018">
                  <a:moveTo>
                    <a:pt x="207050" y="119018"/>
                  </a:moveTo>
                  <a:lnTo>
                    <a:pt x="218464" y="0"/>
                  </a:lnTo>
                  <a:lnTo>
                    <a:pt x="0" y="27941"/>
                  </a:lnTo>
                  <a:lnTo>
                    <a:pt x="207050" y="119018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4" name="Freeform 173">
              <a:extLst>
                <a:ext uri="{FF2B5EF4-FFF2-40B4-BE49-F238E27FC236}">
                  <a16:creationId xmlns:a16="http://schemas.microsoft.com/office/drawing/2014/main" id="{EA91C4B4-0C88-2C68-ED96-23E6910D0871}"/>
                </a:ext>
              </a:extLst>
            </p:cNvPr>
            <p:cNvSpPr/>
            <p:nvPr/>
          </p:nvSpPr>
          <p:spPr>
            <a:xfrm>
              <a:off x="7854300" y="2844286"/>
              <a:ext cx="203849" cy="113259"/>
            </a:xfrm>
            <a:custGeom>
              <a:avLst/>
              <a:gdLst>
                <a:gd name="connsiteX0" fmla="*/ 75844 w 203849"/>
                <a:gd name="connsiteY0" fmla="*/ 0 h 113259"/>
                <a:gd name="connsiteX1" fmla="*/ 0 w 203849"/>
                <a:gd name="connsiteY1" fmla="*/ 113259 h 113259"/>
                <a:gd name="connsiteX2" fmla="*/ 203850 w 203849"/>
                <a:gd name="connsiteY2" fmla="*/ 62282 h 113259"/>
                <a:gd name="connsiteX3" fmla="*/ 75844 w 203849"/>
                <a:gd name="connsiteY3" fmla="*/ 0 h 1132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849" h="113259">
                  <a:moveTo>
                    <a:pt x="75844" y="0"/>
                  </a:moveTo>
                  <a:lnTo>
                    <a:pt x="0" y="113259"/>
                  </a:lnTo>
                  <a:lnTo>
                    <a:pt x="203850" y="62282"/>
                  </a:lnTo>
                  <a:lnTo>
                    <a:pt x="75844" y="0"/>
                  </a:lnTo>
                  <a:close/>
                </a:path>
              </a:pathLst>
            </a:custGeom>
            <a:solidFill>
              <a:srgbClr val="763B7F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5" name="Freeform 174">
              <a:extLst>
                <a:ext uri="{FF2B5EF4-FFF2-40B4-BE49-F238E27FC236}">
                  <a16:creationId xmlns:a16="http://schemas.microsoft.com/office/drawing/2014/main" id="{840250F2-F228-8490-EFBA-6532FE8A1B0D}"/>
                </a:ext>
              </a:extLst>
            </p:cNvPr>
            <p:cNvSpPr/>
            <p:nvPr/>
          </p:nvSpPr>
          <p:spPr>
            <a:xfrm>
              <a:off x="8091538" y="2684635"/>
              <a:ext cx="214303" cy="153891"/>
            </a:xfrm>
            <a:custGeom>
              <a:avLst/>
              <a:gdLst>
                <a:gd name="connsiteX0" fmla="*/ 107205 w 214303"/>
                <a:gd name="connsiteY0" fmla="*/ 0 h 153891"/>
                <a:gd name="connsiteX1" fmla="*/ 0 w 214303"/>
                <a:gd name="connsiteY1" fmla="*/ 153892 h 153891"/>
                <a:gd name="connsiteX2" fmla="*/ 214304 w 214303"/>
                <a:gd name="connsiteY2" fmla="*/ 79559 h 153891"/>
                <a:gd name="connsiteX3" fmla="*/ 107205 w 214303"/>
                <a:gd name="connsiteY3" fmla="*/ 0 h 153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4303" h="153891">
                  <a:moveTo>
                    <a:pt x="107205" y="0"/>
                  </a:moveTo>
                  <a:lnTo>
                    <a:pt x="0" y="153892"/>
                  </a:lnTo>
                  <a:lnTo>
                    <a:pt x="214304" y="79559"/>
                  </a:lnTo>
                  <a:lnTo>
                    <a:pt x="107205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6" name="Freeform 175">
              <a:extLst>
                <a:ext uri="{FF2B5EF4-FFF2-40B4-BE49-F238E27FC236}">
                  <a16:creationId xmlns:a16="http://schemas.microsoft.com/office/drawing/2014/main" id="{F6850908-DD7B-579B-1FC4-DD8BB29AD79E}"/>
                </a:ext>
              </a:extLst>
            </p:cNvPr>
            <p:cNvSpPr/>
            <p:nvPr/>
          </p:nvSpPr>
          <p:spPr>
            <a:xfrm>
              <a:off x="8053882" y="2477846"/>
              <a:ext cx="144860" cy="206788"/>
            </a:xfrm>
            <a:custGeom>
              <a:avLst/>
              <a:gdLst>
                <a:gd name="connsiteX0" fmla="*/ 47042 w 144860"/>
                <a:gd name="connsiteY0" fmla="*/ 0 h 206788"/>
                <a:gd name="connsiteX1" fmla="*/ 144860 w 144860"/>
                <a:gd name="connsiteY1" fmla="*/ 206789 h 206788"/>
                <a:gd name="connsiteX2" fmla="*/ 0 w 144860"/>
                <a:gd name="connsiteY2" fmla="*/ 139495 h 206788"/>
                <a:gd name="connsiteX3" fmla="*/ 47042 w 144860"/>
                <a:gd name="connsiteY3" fmla="*/ 0 h 206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4860" h="206788">
                  <a:moveTo>
                    <a:pt x="47042" y="0"/>
                  </a:moveTo>
                  <a:lnTo>
                    <a:pt x="144860" y="206789"/>
                  </a:lnTo>
                  <a:lnTo>
                    <a:pt x="0" y="139495"/>
                  </a:lnTo>
                  <a:lnTo>
                    <a:pt x="47042" y="0"/>
                  </a:lnTo>
                  <a:close/>
                </a:path>
              </a:pathLst>
            </a:custGeom>
            <a:solidFill>
              <a:srgbClr val="763B7F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7" name="Freeform 176">
              <a:extLst>
                <a:ext uri="{FF2B5EF4-FFF2-40B4-BE49-F238E27FC236}">
                  <a16:creationId xmlns:a16="http://schemas.microsoft.com/office/drawing/2014/main" id="{5D4D28CD-E2CB-F5F3-F7C7-4E319BC39436}"/>
                </a:ext>
              </a:extLst>
            </p:cNvPr>
            <p:cNvSpPr/>
            <p:nvPr/>
          </p:nvSpPr>
          <p:spPr>
            <a:xfrm>
              <a:off x="7938357" y="2674290"/>
              <a:ext cx="260385" cy="117951"/>
            </a:xfrm>
            <a:custGeom>
              <a:avLst/>
              <a:gdLst>
                <a:gd name="connsiteX0" fmla="*/ 0 w 260385"/>
                <a:gd name="connsiteY0" fmla="*/ 117952 h 117951"/>
                <a:gd name="connsiteX1" fmla="*/ 260386 w 260385"/>
                <a:gd name="connsiteY1" fmla="*/ 10345 h 117951"/>
                <a:gd name="connsiteX2" fmla="*/ 27841 w 260385"/>
                <a:gd name="connsiteY2" fmla="*/ 0 h 117951"/>
                <a:gd name="connsiteX3" fmla="*/ 0 w 260385"/>
                <a:gd name="connsiteY3" fmla="*/ 117952 h 117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0385" h="117951">
                  <a:moveTo>
                    <a:pt x="0" y="117952"/>
                  </a:moveTo>
                  <a:lnTo>
                    <a:pt x="260386" y="10345"/>
                  </a:lnTo>
                  <a:lnTo>
                    <a:pt x="27841" y="0"/>
                  </a:lnTo>
                  <a:lnTo>
                    <a:pt x="0" y="117952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8" name="Freeform 177">
              <a:extLst>
                <a:ext uri="{FF2B5EF4-FFF2-40B4-BE49-F238E27FC236}">
                  <a16:creationId xmlns:a16="http://schemas.microsoft.com/office/drawing/2014/main" id="{CFD67BBB-34AB-4989-3CEF-0943ADB8A965}"/>
                </a:ext>
              </a:extLst>
            </p:cNvPr>
            <p:cNvSpPr/>
            <p:nvPr/>
          </p:nvSpPr>
          <p:spPr>
            <a:xfrm>
              <a:off x="7966198" y="2617341"/>
              <a:ext cx="232544" cy="67294"/>
            </a:xfrm>
            <a:custGeom>
              <a:avLst/>
              <a:gdLst>
                <a:gd name="connsiteX0" fmla="*/ 87684 w 232544"/>
                <a:gd name="connsiteY0" fmla="*/ 0 h 67294"/>
                <a:gd name="connsiteX1" fmla="*/ 0 w 232544"/>
                <a:gd name="connsiteY1" fmla="*/ 56949 h 67294"/>
                <a:gd name="connsiteX2" fmla="*/ 232544 w 232544"/>
                <a:gd name="connsiteY2" fmla="*/ 67294 h 67294"/>
                <a:gd name="connsiteX3" fmla="*/ 87684 w 232544"/>
                <a:gd name="connsiteY3" fmla="*/ 0 h 672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544" h="67294">
                  <a:moveTo>
                    <a:pt x="87684" y="0"/>
                  </a:moveTo>
                  <a:lnTo>
                    <a:pt x="0" y="56949"/>
                  </a:lnTo>
                  <a:lnTo>
                    <a:pt x="232544" y="67294"/>
                  </a:lnTo>
                  <a:lnTo>
                    <a:pt x="87684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9" name="Freeform 178">
              <a:extLst>
                <a:ext uri="{FF2B5EF4-FFF2-40B4-BE49-F238E27FC236}">
                  <a16:creationId xmlns:a16="http://schemas.microsoft.com/office/drawing/2014/main" id="{17BD6788-D32D-E20D-A740-E73FDD16FA2F}"/>
                </a:ext>
              </a:extLst>
            </p:cNvPr>
            <p:cNvSpPr/>
            <p:nvPr/>
          </p:nvSpPr>
          <p:spPr>
            <a:xfrm>
              <a:off x="8198743" y="2501948"/>
              <a:ext cx="194142" cy="182686"/>
            </a:xfrm>
            <a:custGeom>
              <a:avLst/>
              <a:gdLst>
                <a:gd name="connsiteX0" fmla="*/ 21334 w 194142"/>
                <a:gd name="connsiteY0" fmla="*/ 0 h 182686"/>
                <a:gd name="connsiteX1" fmla="*/ 0 w 194142"/>
                <a:gd name="connsiteY1" fmla="*/ 182686 h 182686"/>
                <a:gd name="connsiteX2" fmla="*/ 194143 w 194142"/>
                <a:gd name="connsiteY2" fmla="*/ 175968 h 182686"/>
                <a:gd name="connsiteX3" fmla="*/ 21334 w 194142"/>
                <a:gd name="connsiteY3" fmla="*/ 0 h 1826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142" h="182686">
                  <a:moveTo>
                    <a:pt x="21334" y="0"/>
                  </a:moveTo>
                  <a:lnTo>
                    <a:pt x="0" y="182686"/>
                  </a:lnTo>
                  <a:lnTo>
                    <a:pt x="194143" y="175968"/>
                  </a:lnTo>
                  <a:lnTo>
                    <a:pt x="21334" y="0"/>
                  </a:lnTo>
                  <a:close/>
                </a:path>
              </a:pathLst>
            </a:custGeom>
            <a:solidFill>
              <a:srgbClr val="FF7D00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0" name="Freeform 179">
              <a:extLst>
                <a:ext uri="{FF2B5EF4-FFF2-40B4-BE49-F238E27FC236}">
                  <a16:creationId xmlns:a16="http://schemas.microsoft.com/office/drawing/2014/main" id="{C4B8A170-879B-D1C9-C296-86B6AC354142}"/>
                </a:ext>
              </a:extLst>
            </p:cNvPr>
            <p:cNvSpPr/>
            <p:nvPr/>
          </p:nvSpPr>
          <p:spPr>
            <a:xfrm>
              <a:off x="8454008" y="2487765"/>
              <a:ext cx="122565" cy="196870"/>
            </a:xfrm>
            <a:custGeom>
              <a:avLst/>
              <a:gdLst>
                <a:gd name="connsiteX0" fmla="*/ 120112 w 122565"/>
                <a:gd name="connsiteY0" fmla="*/ 16103 h 196870"/>
                <a:gd name="connsiteX1" fmla="*/ 0 w 122565"/>
                <a:gd name="connsiteY1" fmla="*/ 0 h 196870"/>
                <a:gd name="connsiteX2" fmla="*/ 122566 w 122565"/>
                <a:gd name="connsiteY2" fmla="*/ 196870 h 196870"/>
                <a:gd name="connsiteX3" fmla="*/ 120112 w 122565"/>
                <a:gd name="connsiteY3" fmla="*/ 16103 h 1968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565" h="196870">
                  <a:moveTo>
                    <a:pt x="120112" y="16103"/>
                  </a:moveTo>
                  <a:lnTo>
                    <a:pt x="0" y="0"/>
                  </a:lnTo>
                  <a:lnTo>
                    <a:pt x="122566" y="196870"/>
                  </a:lnTo>
                  <a:lnTo>
                    <a:pt x="120112" y="16103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1" name="Freeform 180">
              <a:extLst>
                <a:ext uri="{FF2B5EF4-FFF2-40B4-BE49-F238E27FC236}">
                  <a16:creationId xmlns:a16="http://schemas.microsoft.com/office/drawing/2014/main" id="{46D3C7BA-582F-1D77-38BD-9D413870BB20}"/>
                </a:ext>
              </a:extLst>
            </p:cNvPr>
            <p:cNvSpPr/>
            <p:nvPr/>
          </p:nvSpPr>
          <p:spPr>
            <a:xfrm>
              <a:off x="8378058" y="2220080"/>
              <a:ext cx="283426" cy="237609"/>
            </a:xfrm>
            <a:custGeom>
              <a:avLst/>
              <a:gdLst>
                <a:gd name="connsiteX0" fmla="*/ 283427 w 283426"/>
                <a:gd name="connsiteY0" fmla="*/ 129469 h 237609"/>
                <a:gd name="connsiteX1" fmla="*/ 0 w 283426"/>
                <a:gd name="connsiteY1" fmla="*/ 0 h 237609"/>
                <a:gd name="connsiteX2" fmla="*/ 22188 w 283426"/>
                <a:gd name="connsiteY2" fmla="*/ 237610 h 237609"/>
                <a:gd name="connsiteX3" fmla="*/ 283427 w 283426"/>
                <a:gd name="connsiteY3" fmla="*/ 129469 h 2376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3426" h="237609">
                  <a:moveTo>
                    <a:pt x="283427" y="129469"/>
                  </a:moveTo>
                  <a:lnTo>
                    <a:pt x="0" y="0"/>
                  </a:lnTo>
                  <a:lnTo>
                    <a:pt x="22188" y="237610"/>
                  </a:lnTo>
                  <a:lnTo>
                    <a:pt x="283427" y="129469"/>
                  </a:lnTo>
                  <a:close/>
                </a:path>
              </a:pathLst>
            </a:custGeom>
            <a:solidFill>
              <a:srgbClr val="FF7D00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2" name="Freeform 181">
              <a:extLst>
                <a:ext uri="{FF2B5EF4-FFF2-40B4-BE49-F238E27FC236}">
                  <a16:creationId xmlns:a16="http://schemas.microsoft.com/office/drawing/2014/main" id="{D275AE78-8EA8-D86F-0168-5E1927F67FEA}"/>
                </a:ext>
              </a:extLst>
            </p:cNvPr>
            <p:cNvSpPr/>
            <p:nvPr/>
          </p:nvSpPr>
          <p:spPr>
            <a:xfrm>
              <a:off x="8574120" y="2349550"/>
              <a:ext cx="136326" cy="195804"/>
            </a:xfrm>
            <a:custGeom>
              <a:avLst/>
              <a:gdLst>
                <a:gd name="connsiteX0" fmla="*/ 0 w 136326"/>
                <a:gd name="connsiteY0" fmla="*/ 154318 h 195804"/>
                <a:gd name="connsiteX1" fmla="*/ 87364 w 136326"/>
                <a:gd name="connsiteY1" fmla="*/ 0 h 195804"/>
                <a:gd name="connsiteX2" fmla="*/ 136326 w 136326"/>
                <a:gd name="connsiteY2" fmla="*/ 195804 h 195804"/>
                <a:gd name="connsiteX3" fmla="*/ 0 w 136326"/>
                <a:gd name="connsiteY3" fmla="*/ 154318 h 1958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6326" h="195804">
                  <a:moveTo>
                    <a:pt x="0" y="154318"/>
                  </a:moveTo>
                  <a:lnTo>
                    <a:pt x="87364" y="0"/>
                  </a:lnTo>
                  <a:lnTo>
                    <a:pt x="136326" y="195804"/>
                  </a:lnTo>
                  <a:lnTo>
                    <a:pt x="0" y="154318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3" name="Freeform 182">
              <a:extLst>
                <a:ext uri="{FF2B5EF4-FFF2-40B4-BE49-F238E27FC236}">
                  <a16:creationId xmlns:a16="http://schemas.microsoft.com/office/drawing/2014/main" id="{907A07E6-A063-5598-B2F7-7F5E826B9CC3}"/>
                </a:ext>
              </a:extLst>
            </p:cNvPr>
            <p:cNvSpPr/>
            <p:nvPr/>
          </p:nvSpPr>
          <p:spPr>
            <a:xfrm>
              <a:off x="8266053" y="2220080"/>
              <a:ext cx="134192" cy="237609"/>
            </a:xfrm>
            <a:custGeom>
              <a:avLst/>
              <a:gdLst>
                <a:gd name="connsiteX0" fmla="*/ 134193 w 134192"/>
                <a:gd name="connsiteY0" fmla="*/ 237610 h 237609"/>
                <a:gd name="connsiteX1" fmla="*/ 0 w 134192"/>
                <a:gd name="connsiteY1" fmla="*/ 0 h 237609"/>
                <a:gd name="connsiteX2" fmla="*/ 112005 w 134192"/>
                <a:gd name="connsiteY2" fmla="*/ 0 h 237609"/>
                <a:gd name="connsiteX3" fmla="*/ 134193 w 134192"/>
                <a:gd name="connsiteY3" fmla="*/ 237610 h 2376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4192" h="237609">
                  <a:moveTo>
                    <a:pt x="134193" y="237610"/>
                  </a:moveTo>
                  <a:lnTo>
                    <a:pt x="0" y="0"/>
                  </a:lnTo>
                  <a:lnTo>
                    <a:pt x="112005" y="0"/>
                  </a:lnTo>
                  <a:lnTo>
                    <a:pt x="134193" y="23761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4" name="Freeform 183">
              <a:extLst>
                <a:ext uri="{FF2B5EF4-FFF2-40B4-BE49-F238E27FC236}">
                  <a16:creationId xmlns:a16="http://schemas.microsoft.com/office/drawing/2014/main" id="{61B9CE47-FB35-32AA-E6FD-7267C1BF862D}"/>
                </a:ext>
              </a:extLst>
            </p:cNvPr>
            <p:cNvSpPr/>
            <p:nvPr/>
          </p:nvSpPr>
          <p:spPr>
            <a:xfrm>
              <a:off x="8126313" y="2220080"/>
              <a:ext cx="273932" cy="237609"/>
            </a:xfrm>
            <a:custGeom>
              <a:avLst/>
              <a:gdLst>
                <a:gd name="connsiteX0" fmla="*/ 0 w 273932"/>
                <a:gd name="connsiteY0" fmla="*/ 101635 h 237609"/>
                <a:gd name="connsiteX1" fmla="*/ 139740 w 273932"/>
                <a:gd name="connsiteY1" fmla="*/ 0 h 237609"/>
                <a:gd name="connsiteX2" fmla="*/ 273933 w 273932"/>
                <a:gd name="connsiteY2" fmla="*/ 237610 h 237609"/>
                <a:gd name="connsiteX3" fmla="*/ 0 w 273932"/>
                <a:gd name="connsiteY3" fmla="*/ 101635 h 2376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3932" h="237609">
                  <a:moveTo>
                    <a:pt x="0" y="101635"/>
                  </a:moveTo>
                  <a:lnTo>
                    <a:pt x="139740" y="0"/>
                  </a:lnTo>
                  <a:lnTo>
                    <a:pt x="273933" y="237610"/>
                  </a:lnTo>
                  <a:lnTo>
                    <a:pt x="0" y="101635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5" name="Freeform 184">
              <a:extLst>
                <a:ext uri="{FF2B5EF4-FFF2-40B4-BE49-F238E27FC236}">
                  <a16:creationId xmlns:a16="http://schemas.microsoft.com/office/drawing/2014/main" id="{EAC4FE2A-FF87-6EA8-4391-DDBBC00134DE}"/>
                </a:ext>
              </a:extLst>
            </p:cNvPr>
            <p:cNvSpPr/>
            <p:nvPr/>
          </p:nvSpPr>
          <p:spPr>
            <a:xfrm>
              <a:off x="8378058" y="1964554"/>
              <a:ext cx="186782" cy="255526"/>
            </a:xfrm>
            <a:custGeom>
              <a:avLst/>
              <a:gdLst>
                <a:gd name="connsiteX0" fmla="*/ 0 w 186782"/>
                <a:gd name="connsiteY0" fmla="*/ 255526 h 255526"/>
                <a:gd name="connsiteX1" fmla="*/ 33068 w 186782"/>
                <a:gd name="connsiteY1" fmla="*/ 0 h 255526"/>
                <a:gd name="connsiteX2" fmla="*/ 186782 w 186782"/>
                <a:gd name="connsiteY2" fmla="*/ 63242 h 255526"/>
                <a:gd name="connsiteX3" fmla="*/ 0 w 186782"/>
                <a:gd name="connsiteY3" fmla="*/ 255526 h 2555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6782" h="255526">
                  <a:moveTo>
                    <a:pt x="0" y="255526"/>
                  </a:moveTo>
                  <a:lnTo>
                    <a:pt x="33068" y="0"/>
                  </a:lnTo>
                  <a:lnTo>
                    <a:pt x="186782" y="63242"/>
                  </a:lnTo>
                  <a:lnTo>
                    <a:pt x="0" y="255526"/>
                  </a:lnTo>
                  <a:close/>
                </a:path>
              </a:pathLst>
            </a:custGeom>
            <a:solidFill>
              <a:srgbClr val="FF7D00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6" name="Freeform 185">
              <a:extLst>
                <a:ext uri="{FF2B5EF4-FFF2-40B4-BE49-F238E27FC236}">
                  <a16:creationId xmlns:a16="http://schemas.microsoft.com/office/drawing/2014/main" id="{6553749C-C764-B320-0034-85C9F0E24A69}"/>
                </a:ext>
              </a:extLst>
            </p:cNvPr>
            <p:cNvSpPr/>
            <p:nvPr/>
          </p:nvSpPr>
          <p:spPr>
            <a:xfrm>
              <a:off x="8283333" y="1964554"/>
              <a:ext cx="127792" cy="255526"/>
            </a:xfrm>
            <a:custGeom>
              <a:avLst/>
              <a:gdLst>
                <a:gd name="connsiteX0" fmla="*/ 0 w 127792"/>
                <a:gd name="connsiteY0" fmla="*/ 0 h 255526"/>
                <a:gd name="connsiteX1" fmla="*/ 127793 w 127792"/>
                <a:gd name="connsiteY1" fmla="*/ 0 h 255526"/>
                <a:gd name="connsiteX2" fmla="*/ 94725 w 127792"/>
                <a:gd name="connsiteY2" fmla="*/ 255526 h 255526"/>
                <a:gd name="connsiteX3" fmla="*/ 0 w 127792"/>
                <a:gd name="connsiteY3" fmla="*/ 0 h 2555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792" h="255526">
                  <a:moveTo>
                    <a:pt x="0" y="0"/>
                  </a:moveTo>
                  <a:lnTo>
                    <a:pt x="127793" y="0"/>
                  </a:lnTo>
                  <a:lnTo>
                    <a:pt x="94725" y="255526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7" name="Freeform 186">
              <a:extLst>
                <a:ext uri="{FF2B5EF4-FFF2-40B4-BE49-F238E27FC236}">
                  <a16:creationId xmlns:a16="http://schemas.microsoft.com/office/drawing/2014/main" id="{3EDC56EB-3867-3BCF-28C7-70002D38DACC}"/>
                </a:ext>
              </a:extLst>
            </p:cNvPr>
            <p:cNvSpPr/>
            <p:nvPr/>
          </p:nvSpPr>
          <p:spPr>
            <a:xfrm>
              <a:off x="8111165" y="1875931"/>
              <a:ext cx="172168" cy="151865"/>
            </a:xfrm>
            <a:custGeom>
              <a:avLst/>
              <a:gdLst>
                <a:gd name="connsiteX0" fmla="*/ 23788 w 172168"/>
                <a:gd name="connsiteY0" fmla="*/ 0 h 151865"/>
                <a:gd name="connsiteX1" fmla="*/ 172168 w 172168"/>
                <a:gd name="connsiteY1" fmla="*/ 88624 h 151865"/>
                <a:gd name="connsiteX2" fmla="*/ 0 w 172168"/>
                <a:gd name="connsiteY2" fmla="*/ 151865 h 151865"/>
                <a:gd name="connsiteX3" fmla="*/ 23788 w 172168"/>
                <a:gd name="connsiteY3" fmla="*/ 0 h 1518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2168" h="151865">
                  <a:moveTo>
                    <a:pt x="23788" y="0"/>
                  </a:moveTo>
                  <a:lnTo>
                    <a:pt x="172168" y="88624"/>
                  </a:lnTo>
                  <a:lnTo>
                    <a:pt x="0" y="151865"/>
                  </a:lnTo>
                  <a:lnTo>
                    <a:pt x="23788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8" name="Freeform 187">
              <a:extLst>
                <a:ext uri="{FF2B5EF4-FFF2-40B4-BE49-F238E27FC236}">
                  <a16:creationId xmlns:a16="http://schemas.microsoft.com/office/drawing/2014/main" id="{DFDE9412-66BA-7F86-68DB-F9EAAA3D63F6}"/>
                </a:ext>
              </a:extLst>
            </p:cNvPr>
            <p:cNvSpPr/>
            <p:nvPr/>
          </p:nvSpPr>
          <p:spPr>
            <a:xfrm>
              <a:off x="8111165" y="1964554"/>
              <a:ext cx="266892" cy="255526"/>
            </a:xfrm>
            <a:custGeom>
              <a:avLst/>
              <a:gdLst>
                <a:gd name="connsiteX0" fmla="*/ 266893 w 266892"/>
                <a:gd name="connsiteY0" fmla="*/ 255526 h 255526"/>
                <a:gd name="connsiteX1" fmla="*/ 0 w 266892"/>
                <a:gd name="connsiteY1" fmla="*/ 63242 h 255526"/>
                <a:gd name="connsiteX2" fmla="*/ 172168 w 266892"/>
                <a:gd name="connsiteY2" fmla="*/ 0 h 255526"/>
                <a:gd name="connsiteX3" fmla="*/ 266893 w 266892"/>
                <a:gd name="connsiteY3" fmla="*/ 255526 h 2555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6892" h="255526">
                  <a:moveTo>
                    <a:pt x="266893" y="255526"/>
                  </a:moveTo>
                  <a:lnTo>
                    <a:pt x="0" y="63242"/>
                  </a:lnTo>
                  <a:lnTo>
                    <a:pt x="172168" y="0"/>
                  </a:lnTo>
                  <a:lnTo>
                    <a:pt x="266893" y="255526"/>
                  </a:lnTo>
                  <a:close/>
                </a:path>
              </a:pathLst>
            </a:custGeom>
            <a:solidFill>
              <a:srgbClr val="763B7F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9" name="Freeform 188">
              <a:extLst>
                <a:ext uri="{FF2B5EF4-FFF2-40B4-BE49-F238E27FC236}">
                  <a16:creationId xmlns:a16="http://schemas.microsoft.com/office/drawing/2014/main" id="{64D27C77-08CC-F0CF-13E9-BAB5C3520FE7}"/>
                </a:ext>
              </a:extLst>
            </p:cNvPr>
            <p:cNvSpPr/>
            <p:nvPr/>
          </p:nvSpPr>
          <p:spPr>
            <a:xfrm>
              <a:off x="8111165" y="2027796"/>
              <a:ext cx="154887" cy="192284"/>
            </a:xfrm>
            <a:custGeom>
              <a:avLst/>
              <a:gdLst>
                <a:gd name="connsiteX0" fmla="*/ 29015 w 154887"/>
                <a:gd name="connsiteY0" fmla="*/ 119444 h 192284"/>
                <a:gd name="connsiteX1" fmla="*/ 0 w 154887"/>
                <a:gd name="connsiteY1" fmla="*/ 0 h 192284"/>
                <a:gd name="connsiteX2" fmla="*/ 154887 w 154887"/>
                <a:gd name="connsiteY2" fmla="*/ 192285 h 192284"/>
                <a:gd name="connsiteX3" fmla="*/ 29015 w 154887"/>
                <a:gd name="connsiteY3" fmla="*/ 119444 h 192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4887" h="192284">
                  <a:moveTo>
                    <a:pt x="29015" y="119444"/>
                  </a:moveTo>
                  <a:lnTo>
                    <a:pt x="0" y="0"/>
                  </a:lnTo>
                  <a:lnTo>
                    <a:pt x="154887" y="192285"/>
                  </a:lnTo>
                  <a:lnTo>
                    <a:pt x="29015" y="119444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0" name="Freeform 189">
              <a:extLst>
                <a:ext uri="{FF2B5EF4-FFF2-40B4-BE49-F238E27FC236}">
                  <a16:creationId xmlns:a16="http://schemas.microsoft.com/office/drawing/2014/main" id="{856DE7CF-3B3A-15DB-0C64-B085469C67FA}"/>
                </a:ext>
              </a:extLst>
            </p:cNvPr>
            <p:cNvSpPr/>
            <p:nvPr/>
          </p:nvSpPr>
          <p:spPr>
            <a:xfrm>
              <a:off x="8638550" y="2238211"/>
              <a:ext cx="230517" cy="63454"/>
            </a:xfrm>
            <a:custGeom>
              <a:avLst/>
              <a:gdLst>
                <a:gd name="connsiteX0" fmla="*/ 0 w 230517"/>
                <a:gd name="connsiteY0" fmla="*/ 0 h 63454"/>
                <a:gd name="connsiteX1" fmla="*/ 230517 w 230517"/>
                <a:gd name="connsiteY1" fmla="*/ 14504 h 63454"/>
                <a:gd name="connsiteX2" fmla="*/ 167794 w 230517"/>
                <a:gd name="connsiteY2" fmla="*/ 63455 h 63454"/>
                <a:gd name="connsiteX3" fmla="*/ 0 w 230517"/>
                <a:gd name="connsiteY3" fmla="*/ 0 h 634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517" h="63454">
                  <a:moveTo>
                    <a:pt x="0" y="0"/>
                  </a:moveTo>
                  <a:lnTo>
                    <a:pt x="230517" y="14504"/>
                  </a:lnTo>
                  <a:lnTo>
                    <a:pt x="167794" y="6345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63B7F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1" name="Freeform 190">
              <a:extLst>
                <a:ext uri="{FF2B5EF4-FFF2-40B4-BE49-F238E27FC236}">
                  <a16:creationId xmlns:a16="http://schemas.microsoft.com/office/drawing/2014/main" id="{77F59A2C-67F3-1CBE-AE4E-05D00B316CBA}"/>
                </a:ext>
              </a:extLst>
            </p:cNvPr>
            <p:cNvSpPr/>
            <p:nvPr/>
          </p:nvSpPr>
          <p:spPr>
            <a:xfrm>
              <a:off x="8638550" y="2147240"/>
              <a:ext cx="230517" cy="105474"/>
            </a:xfrm>
            <a:custGeom>
              <a:avLst/>
              <a:gdLst>
                <a:gd name="connsiteX0" fmla="*/ 150514 w 230517"/>
                <a:gd name="connsiteY0" fmla="*/ 0 h 105474"/>
                <a:gd name="connsiteX1" fmla="*/ 0 w 230517"/>
                <a:gd name="connsiteY1" fmla="*/ 90970 h 105474"/>
                <a:gd name="connsiteX2" fmla="*/ 230517 w 230517"/>
                <a:gd name="connsiteY2" fmla="*/ 105474 h 105474"/>
                <a:gd name="connsiteX3" fmla="*/ 150514 w 230517"/>
                <a:gd name="connsiteY3" fmla="*/ 0 h 1054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517" h="105474">
                  <a:moveTo>
                    <a:pt x="150514" y="0"/>
                  </a:moveTo>
                  <a:lnTo>
                    <a:pt x="0" y="90970"/>
                  </a:lnTo>
                  <a:lnTo>
                    <a:pt x="230517" y="105474"/>
                  </a:lnTo>
                  <a:lnTo>
                    <a:pt x="150514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2" name="Freeform 191">
              <a:extLst>
                <a:ext uri="{FF2B5EF4-FFF2-40B4-BE49-F238E27FC236}">
                  <a16:creationId xmlns:a16="http://schemas.microsoft.com/office/drawing/2014/main" id="{A41FBBA2-BC9B-0306-94FA-F2BA9E452E58}"/>
                </a:ext>
              </a:extLst>
            </p:cNvPr>
            <p:cNvSpPr/>
            <p:nvPr/>
          </p:nvSpPr>
          <p:spPr>
            <a:xfrm>
              <a:off x="8789064" y="2060856"/>
              <a:ext cx="227637" cy="142906"/>
            </a:xfrm>
            <a:custGeom>
              <a:avLst/>
              <a:gdLst>
                <a:gd name="connsiteX0" fmla="*/ 51203 w 227637"/>
                <a:gd name="connsiteY0" fmla="*/ 0 h 142906"/>
                <a:gd name="connsiteX1" fmla="*/ 0 w 227637"/>
                <a:gd name="connsiteY1" fmla="*/ 86384 h 142906"/>
                <a:gd name="connsiteX2" fmla="*/ 227637 w 227637"/>
                <a:gd name="connsiteY2" fmla="*/ 142907 h 142906"/>
                <a:gd name="connsiteX3" fmla="*/ 51203 w 227637"/>
                <a:gd name="connsiteY3" fmla="*/ 0 h 142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7637" h="142906">
                  <a:moveTo>
                    <a:pt x="51203" y="0"/>
                  </a:moveTo>
                  <a:lnTo>
                    <a:pt x="0" y="86384"/>
                  </a:lnTo>
                  <a:lnTo>
                    <a:pt x="227637" y="142907"/>
                  </a:lnTo>
                  <a:lnTo>
                    <a:pt x="51203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3" name="Freeform 192">
              <a:extLst>
                <a:ext uri="{FF2B5EF4-FFF2-40B4-BE49-F238E27FC236}">
                  <a16:creationId xmlns:a16="http://schemas.microsoft.com/office/drawing/2014/main" id="{9349C1EA-1A27-672D-A583-649B57A6AF49}"/>
                </a:ext>
              </a:extLst>
            </p:cNvPr>
            <p:cNvSpPr/>
            <p:nvPr/>
          </p:nvSpPr>
          <p:spPr>
            <a:xfrm>
              <a:off x="8869068" y="2203763"/>
              <a:ext cx="232331" cy="267364"/>
            </a:xfrm>
            <a:custGeom>
              <a:avLst/>
              <a:gdLst>
                <a:gd name="connsiteX0" fmla="*/ 0 w 232331"/>
                <a:gd name="connsiteY0" fmla="*/ 48951 h 267364"/>
                <a:gd name="connsiteX1" fmla="*/ 232331 w 232331"/>
                <a:gd name="connsiteY1" fmla="*/ 267364 h 267364"/>
                <a:gd name="connsiteX2" fmla="*/ 147634 w 232331"/>
                <a:gd name="connsiteY2" fmla="*/ 0 h 267364"/>
                <a:gd name="connsiteX3" fmla="*/ 0 w 232331"/>
                <a:gd name="connsiteY3" fmla="*/ 48951 h 267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331" h="267364">
                  <a:moveTo>
                    <a:pt x="0" y="48951"/>
                  </a:moveTo>
                  <a:lnTo>
                    <a:pt x="232331" y="267364"/>
                  </a:lnTo>
                  <a:lnTo>
                    <a:pt x="147634" y="0"/>
                  </a:lnTo>
                  <a:lnTo>
                    <a:pt x="0" y="48951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4" name="Freeform 193">
              <a:extLst>
                <a:ext uri="{FF2B5EF4-FFF2-40B4-BE49-F238E27FC236}">
                  <a16:creationId xmlns:a16="http://schemas.microsoft.com/office/drawing/2014/main" id="{1F214329-6DD0-B69D-3BE6-7125E08F85C2}"/>
                </a:ext>
              </a:extLst>
            </p:cNvPr>
            <p:cNvSpPr/>
            <p:nvPr/>
          </p:nvSpPr>
          <p:spPr>
            <a:xfrm>
              <a:off x="8840267" y="2060856"/>
              <a:ext cx="176434" cy="142906"/>
            </a:xfrm>
            <a:custGeom>
              <a:avLst/>
              <a:gdLst>
                <a:gd name="connsiteX0" fmla="*/ 139953 w 176434"/>
                <a:gd name="connsiteY0" fmla="*/ 3946 h 142906"/>
                <a:gd name="connsiteX1" fmla="*/ 176435 w 176434"/>
                <a:gd name="connsiteY1" fmla="*/ 142907 h 142906"/>
                <a:gd name="connsiteX2" fmla="*/ 0 w 176434"/>
                <a:gd name="connsiteY2" fmla="*/ 0 h 142906"/>
                <a:gd name="connsiteX3" fmla="*/ 139953 w 176434"/>
                <a:gd name="connsiteY3" fmla="*/ 3946 h 142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6434" h="142906">
                  <a:moveTo>
                    <a:pt x="139953" y="3946"/>
                  </a:moveTo>
                  <a:lnTo>
                    <a:pt x="176435" y="142907"/>
                  </a:lnTo>
                  <a:lnTo>
                    <a:pt x="0" y="0"/>
                  </a:lnTo>
                  <a:lnTo>
                    <a:pt x="139953" y="3946"/>
                  </a:lnTo>
                  <a:close/>
                </a:path>
              </a:pathLst>
            </a:custGeom>
            <a:solidFill>
              <a:srgbClr val="F4772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5" name="Freeform 194">
              <a:extLst>
                <a:ext uri="{FF2B5EF4-FFF2-40B4-BE49-F238E27FC236}">
                  <a16:creationId xmlns:a16="http://schemas.microsoft.com/office/drawing/2014/main" id="{E579F358-BE7B-8F31-D7F8-384C29D555F1}"/>
                </a:ext>
              </a:extLst>
            </p:cNvPr>
            <p:cNvSpPr/>
            <p:nvPr/>
          </p:nvSpPr>
          <p:spPr>
            <a:xfrm>
              <a:off x="8980220" y="1979591"/>
              <a:ext cx="133446" cy="224171"/>
            </a:xfrm>
            <a:custGeom>
              <a:avLst/>
              <a:gdLst>
                <a:gd name="connsiteX0" fmla="*/ 133446 w 133446"/>
                <a:gd name="connsiteY0" fmla="*/ 0 h 224171"/>
                <a:gd name="connsiteX1" fmla="*/ 36482 w 133446"/>
                <a:gd name="connsiteY1" fmla="*/ 224172 h 224171"/>
                <a:gd name="connsiteX2" fmla="*/ 0 w 133446"/>
                <a:gd name="connsiteY2" fmla="*/ 85211 h 224171"/>
                <a:gd name="connsiteX3" fmla="*/ 133446 w 133446"/>
                <a:gd name="connsiteY3" fmla="*/ 0 h 2241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3446" h="224171">
                  <a:moveTo>
                    <a:pt x="133446" y="0"/>
                  </a:moveTo>
                  <a:lnTo>
                    <a:pt x="36482" y="224172"/>
                  </a:lnTo>
                  <a:lnTo>
                    <a:pt x="0" y="85211"/>
                  </a:lnTo>
                  <a:lnTo>
                    <a:pt x="133446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6" name="Freeform 195">
              <a:extLst>
                <a:ext uri="{FF2B5EF4-FFF2-40B4-BE49-F238E27FC236}">
                  <a16:creationId xmlns:a16="http://schemas.microsoft.com/office/drawing/2014/main" id="{3F6B2705-71EF-50C0-44F4-245B42DFA785}"/>
                </a:ext>
              </a:extLst>
            </p:cNvPr>
            <p:cNvSpPr/>
            <p:nvPr/>
          </p:nvSpPr>
          <p:spPr>
            <a:xfrm>
              <a:off x="9016701" y="1979591"/>
              <a:ext cx="237024" cy="224171"/>
            </a:xfrm>
            <a:custGeom>
              <a:avLst/>
              <a:gdLst>
                <a:gd name="connsiteX0" fmla="*/ 237025 w 237024"/>
                <a:gd name="connsiteY0" fmla="*/ 111553 h 224171"/>
                <a:gd name="connsiteX1" fmla="*/ 96965 w 237024"/>
                <a:gd name="connsiteY1" fmla="*/ 0 h 224171"/>
                <a:gd name="connsiteX2" fmla="*/ 0 w 237024"/>
                <a:gd name="connsiteY2" fmla="*/ 224172 h 224171"/>
                <a:gd name="connsiteX3" fmla="*/ 237025 w 237024"/>
                <a:gd name="connsiteY3" fmla="*/ 111553 h 2241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7024" h="224171">
                  <a:moveTo>
                    <a:pt x="237025" y="111553"/>
                  </a:moveTo>
                  <a:lnTo>
                    <a:pt x="96965" y="0"/>
                  </a:lnTo>
                  <a:lnTo>
                    <a:pt x="0" y="224172"/>
                  </a:lnTo>
                  <a:lnTo>
                    <a:pt x="237025" y="111553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7" name="Freeform 196">
              <a:extLst>
                <a:ext uri="{FF2B5EF4-FFF2-40B4-BE49-F238E27FC236}">
                  <a16:creationId xmlns:a16="http://schemas.microsoft.com/office/drawing/2014/main" id="{C58BFA8E-5612-0BA2-5CA5-120B27C6C8E9}"/>
                </a:ext>
              </a:extLst>
            </p:cNvPr>
            <p:cNvSpPr/>
            <p:nvPr/>
          </p:nvSpPr>
          <p:spPr>
            <a:xfrm>
              <a:off x="9016701" y="2091144"/>
              <a:ext cx="237024" cy="146852"/>
            </a:xfrm>
            <a:custGeom>
              <a:avLst/>
              <a:gdLst>
                <a:gd name="connsiteX0" fmla="*/ 95258 w 237024"/>
                <a:gd name="connsiteY0" fmla="*/ 146853 h 146852"/>
                <a:gd name="connsiteX1" fmla="*/ 0 w 237024"/>
                <a:gd name="connsiteY1" fmla="*/ 112619 h 146852"/>
                <a:gd name="connsiteX2" fmla="*/ 237025 w 237024"/>
                <a:gd name="connsiteY2" fmla="*/ 0 h 146852"/>
                <a:gd name="connsiteX3" fmla="*/ 95258 w 237024"/>
                <a:gd name="connsiteY3" fmla="*/ 146853 h 1468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7024" h="146852">
                  <a:moveTo>
                    <a:pt x="95258" y="146853"/>
                  </a:moveTo>
                  <a:lnTo>
                    <a:pt x="0" y="112619"/>
                  </a:lnTo>
                  <a:lnTo>
                    <a:pt x="237025" y="0"/>
                  </a:lnTo>
                  <a:lnTo>
                    <a:pt x="95258" y="146853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8" name="Freeform 197">
              <a:extLst>
                <a:ext uri="{FF2B5EF4-FFF2-40B4-BE49-F238E27FC236}">
                  <a16:creationId xmlns:a16="http://schemas.microsoft.com/office/drawing/2014/main" id="{21E135FC-6351-03FA-3209-C486FF81D0F1}"/>
                </a:ext>
              </a:extLst>
            </p:cNvPr>
            <p:cNvSpPr/>
            <p:nvPr/>
          </p:nvSpPr>
          <p:spPr>
            <a:xfrm>
              <a:off x="9016701" y="2203763"/>
              <a:ext cx="95258" cy="267364"/>
            </a:xfrm>
            <a:custGeom>
              <a:avLst/>
              <a:gdLst>
                <a:gd name="connsiteX0" fmla="*/ 84697 w 95258"/>
                <a:gd name="connsiteY0" fmla="*/ 267364 h 267364"/>
                <a:gd name="connsiteX1" fmla="*/ 95258 w 95258"/>
                <a:gd name="connsiteY1" fmla="*/ 34234 h 267364"/>
                <a:gd name="connsiteX2" fmla="*/ 0 w 95258"/>
                <a:gd name="connsiteY2" fmla="*/ 0 h 267364"/>
                <a:gd name="connsiteX3" fmla="*/ 84697 w 95258"/>
                <a:gd name="connsiteY3" fmla="*/ 267364 h 267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258" h="267364">
                  <a:moveTo>
                    <a:pt x="84697" y="267364"/>
                  </a:moveTo>
                  <a:lnTo>
                    <a:pt x="95258" y="34234"/>
                  </a:lnTo>
                  <a:lnTo>
                    <a:pt x="0" y="0"/>
                  </a:lnTo>
                  <a:lnTo>
                    <a:pt x="84697" y="267364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9" name="Freeform 198">
              <a:extLst>
                <a:ext uri="{FF2B5EF4-FFF2-40B4-BE49-F238E27FC236}">
                  <a16:creationId xmlns:a16="http://schemas.microsoft.com/office/drawing/2014/main" id="{381EE098-B228-CB31-2F3C-43DA7E89FF10}"/>
                </a:ext>
              </a:extLst>
            </p:cNvPr>
            <p:cNvSpPr/>
            <p:nvPr/>
          </p:nvSpPr>
          <p:spPr>
            <a:xfrm>
              <a:off x="9111960" y="2091144"/>
              <a:ext cx="174194" cy="146852"/>
            </a:xfrm>
            <a:custGeom>
              <a:avLst/>
              <a:gdLst>
                <a:gd name="connsiteX0" fmla="*/ 174195 w 174194"/>
                <a:gd name="connsiteY0" fmla="*/ 146853 h 146852"/>
                <a:gd name="connsiteX1" fmla="*/ 141767 w 174194"/>
                <a:gd name="connsiteY1" fmla="*/ 0 h 146852"/>
                <a:gd name="connsiteX2" fmla="*/ 0 w 174194"/>
                <a:gd name="connsiteY2" fmla="*/ 146853 h 146852"/>
                <a:gd name="connsiteX3" fmla="*/ 174195 w 174194"/>
                <a:gd name="connsiteY3" fmla="*/ 146853 h 1468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4194" h="146852">
                  <a:moveTo>
                    <a:pt x="174195" y="146853"/>
                  </a:moveTo>
                  <a:lnTo>
                    <a:pt x="141767" y="0"/>
                  </a:lnTo>
                  <a:lnTo>
                    <a:pt x="0" y="146853"/>
                  </a:lnTo>
                  <a:lnTo>
                    <a:pt x="174195" y="146853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0" name="Freeform 199">
              <a:extLst>
                <a:ext uri="{FF2B5EF4-FFF2-40B4-BE49-F238E27FC236}">
                  <a16:creationId xmlns:a16="http://schemas.microsoft.com/office/drawing/2014/main" id="{26CC83A0-2AD8-79A5-F84D-0435574C676E}"/>
                </a:ext>
              </a:extLst>
            </p:cNvPr>
            <p:cNvSpPr/>
            <p:nvPr/>
          </p:nvSpPr>
          <p:spPr>
            <a:xfrm>
              <a:off x="9101399" y="2237997"/>
              <a:ext cx="184755" cy="233130"/>
            </a:xfrm>
            <a:custGeom>
              <a:avLst/>
              <a:gdLst>
                <a:gd name="connsiteX0" fmla="*/ 0 w 184755"/>
                <a:gd name="connsiteY0" fmla="*/ 233131 h 233130"/>
                <a:gd name="connsiteX1" fmla="*/ 10561 w 184755"/>
                <a:gd name="connsiteY1" fmla="*/ 0 h 233130"/>
                <a:gd name="connsiteX2" fmla="*/ 184756 w 184755"/>
                <a:gd name="connsiteY2" fmla="*/ 0 h 233130"/>
                <a:gd name="connsiteX3" fmla="*/ 0 w 184755"/>
                <a:gd name="connsiteY3" fmla="*/ 233131 h 233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4755" h="233130">
                  <a:moveTo>
                    <a:pt x="0" y="233131"/>
                  </a:moveTo>
                  <a:lnTo>
                    <a:pt x="10561" y="0"/>
                  </a:lnTo>
                  <a:lnTo>
                    <a:pt x="184756" y="0"/>
                  </a:lnTo>
                  <a:lnTo>
                    <a:pt x="0" y="233131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1" name="Freeform 200">
              <a:extLst>
                <a:ext uri="{FF2B5EF4-FFF2-40B4-BE49-F238E27FC236}">
                  <a16:creationId xmlns:a16="http://schemas.microsoft.com/office/drawing/2014/main" id="{4B17CDD8-AAA3-9C5A-9A3A-22667779D51C}"/>
                </a:ext>
              </a:extLst>
            </p:cNvPr>
            <p:cNvSpPr/>
            <p:nvPr/>
          </p:nvSpPr>
          <p:spPr>
            <a:xfrm>
              <a:off x="9253726" y="2064802"/>
              <a:ext cx="271266" cy="173194"/>
            </a:xfrm>
            <a:custGeom>
              <a:avLst/>
              <a:gdLst>
                <a:gd name="connsiteX0" fmla="*/ 0 w 271266"/>
                <a:gd name="connsiteY0" fmla="*/ 26342 h 173194"/>
                <a:gd name="connsiteX1" fmla="*/ 202356 w 271266"/>
                <a:gd name="connsiteY1" fmla="*/ 0 h 173194"/>
                <a:gd name="connsiteX2" fmla="*/ 271267 w 271266"/>
                <a:gd name="connsiteY2" fmla="*/ 173195 h 173194"/>
                <a:gd name="connsiteX3" fmla="*/ 0 w 271266"/>
                <a:gd name="connsiteY3" fmla="*/ 26342 h 1731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1266" h="173194">
                  <a:moveTo>
                    <a:pt x="0" y="26342"/>
                  </a:moveTo>
                  <a:lnTo>
                    <a:pt x="202356" y="0"/>
                  </a:lnTo>
                  <a:lnTo>
                    <a:pt x="271267" y="173195"/>
                  </a:lnTo>
                  <a:lnTo>
                    <a:pt x="0" y="26342"/>
                  </a:lnTo>
                  <a:close/>
                </a:path>
              </a:pathLst>
            </a:custGeom>
            <a:solidFill>
              <a:srgbClr val="FF7D00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2" name="Freeform 201">
              <a:extLst>
                <a:ext uri="{FF2B5EF4-FFF2-40B4-BE49-F238E27FC236}">
                  <a16:creationId xmlns:a16="http://schemas.microsoft.com/office/drawing/2014/main" id="{CFD97448-2965-BE09-D92A-074B67E90BD3}"/>
                </a:ext>
              </a:extLst>
            </p:cNvPr>
            <p:cNvSpPr/>
            <p:nvPr/>
          </p:nvSpPr>
          <p:spPr>
            <a:xfrm>
              <a:off x="9286154" y="2237997"/>
              <a:ext cx="238838" cy="111552"/>
            </a:xfrm>
            <a:custGeom>
              <a:avLst/>
              <a:gdLst>
                <a:gd name="connsiteX0" fmla="*/ 0 w 238838"/>
                <a:gd name="connsiteY0" fmla="*/ 0 h 111552"/>
                <a:gd name="connsiteX1" fmla="*/ 238838 w 238838"/>
                <a:gd name="connsiteY1" fmla="*/ 0 h 111552"/>
                <a:gd name="connsiteX2" fmla="*/ 227851 w 238838"/>
                <a:gd name="connsiteY2" fmla="*/ 111553 h 111552"/>
                <a:gd name="connsiteX3" fmla="*/ 0 w 238838"/>
                <a:gd name="connsiteY3" fmla="*/ 0 h 1115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8838" h="111552">
                  <a:moveTo>
                    <a:pt x="0" y="0"/>
                  </a:moveTo>
                  <a:lnTo>
                    <a:pt x="238838" y="0"/>
                  </a:lnTo>
                  <a:lnTo>
                    <a:pt x="227851" y="11155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3" name="Freeform 202">
              <a:extLst>
                <a:ext uri="{FF2B5EF4-FFF2-40B4-BE49-F238E27FC236}">
                  <a16:creationId xmlns:a16="http://schemas.microsoft.com/office/drawing/2014/main" id="{B1225E17-7111-8615-5C8F-2AB2817879F4}"/>
                </a:ext>
              </a:extLst>
            </p:cNvPr>
            <p:cNvSpPr/>
            <p:nvPr/>
          </p:nvSpPr>
          <p:spPr>
            <a:xfrm>
              <a:off x="9246046" y="2349550"/>
              <a:ext cx="445248" cy="88730"/>
            </a:xfrm>
            <a:custGeom>
              <a:avLst/>
              <a:gdLst>
                <a:gd name="connsiteX0" fmla="*/ 0 w 445248"/>
                <a:gd name="connsiteY0" fmla="*/ 55990 h 88730"/>
                <a:gd name="connsiteX1" fmla="*/ 267960 w 445248"/>
                <a:gd name="connsiteY1" fmla="*/ 0 h 88730"/>
                <a:gd name="connsiteX2" fmla="*/ 445248 w 445248"/>
                <a:gd name="connsiteY2" fmla="*/ 88730 h 88730"/>
                <a:gd name="connsiteX3" fmla="*/ 0 w 445248"/>
                <a:gd name="connsiteY3" fmla="*/ 55990 h 887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5248" h="88730">
                  <a:moveTo>
                    <a:pt x="0" y="55990"/>
                  </a:moveTo>
                  <a:lnTo>
                    <a:pt x="267960" y="0"/>
                  </a:lnTo>
                  <a:lnTo>
                    <a:pt x="445248" y="88730"/>
                  </a:lnTo>
                  <a:lnTo>
                    <a:pt x="0" y="5599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4" name="Freeform 203">
              <a:extLst>
                <a:ext uri="{FF2B5EF4-FFF2-40B4-BE49-F238E27FC236}">
                  <a16:creationId xmlns:a16="http://schemas.microsoft.com/office/drawing/2014/main" id="{6EDD5268-03ED-EE94-2075-8EECAC517127}"/>
                </a:ext>
              </a:extLst>
            </p:cNvPr>
            <p:cNvSpPr/>
            <p:nvPr/>
          </p:nvSpPr>
          <p:spPr>
            <a:xfrm>
              <a:off x="9755297" y="2237997"/>
              <a:ext cx="219317" cy="233130"/>
            </a:xfrm>
            <a:custGeom>
              <a:avLst/>
              <a:gdLst>
                <a:gd name="connsiteX0" fmla="*/ 0 w 219317"/>
                <a:gd name="connsiteY0" fmla="*/ 233131 h 233130"/>
                <a:gd name="connsiteX1" fmla="*/ 129073 w 219317"/>
                <a:gd name="connsiteY1" fmla="*/ 0 h 233130"/>
                <a:gd name="connsiteX2" fmla="*/ 219317 w 219317"/>
                <a:gd name="connsiteY2" fmla="*/ 154105 h 233130"/>
                <a:gd name="connsiteX3" fmla="*/ 0 w 219317"/>
                <a:gd name="connsiteY3" fmla="*/ 233131 h 233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9317" h="233130">
                  <a:moveTo>
                    <a:pt x="0" y="233131"/>
                  </a:moveTo>
                  <a:lnTo>
                    <a:pt x="129073" y="0"/>
                  </a:lnTo>
                  <a:lnTo>
                    <a:pt x="219317" y="154105"/>
                  </a:lnTo>
                  <a:lnTo>
                    <a:pt x="0" y="233131"/>
                  </a:lnTo>
                  <a:close/>
                </a:path>
              </a:pathLst>
            </a:custGeom>
            <a:solidFill>
              <a:srgbClr val="763B7F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5" name="Freeform 204">
              <a:extLst>
                <a:ext uri="{FF2B5EF4-FFF2-40B4-BE49-F238E27FC236}">
                  <a16:creationId xmlns:a16="http://schemas.microsoft.com/office/drawing/2014/main" id="{7837FF4F-FDB3-7250-8A0D-6A50F99CFD01}"/>
                </a:ext>
              </a:extLst>
            </p:cNvPr>
            <p:cNvSpPr/>
            <p:nvPr/>
          </p:nvSpPr>
          <p:spPr>
            <a:xfrm>
              <a:off x="9558914" y="2120899"/>
              <a:ext cx="325455" cy="203909"/>
            </a:xfrm>
            <a:custGeom>
              <a:avLst/>
              <a:gdLst>
                <a:gd name="connsiteX0" fmla="*/ 0 w 325455"/>
                <a:gd name="connsiteY0" fmla="*/ 0 h 203909"/>
                <a:gd name="connsiteX1" fmla="*/ 325456 w 325455"/>
                <a:gd name="connsiteY1" fmla="*/ 117098 h 203909"/>
                <a:gd name="connsiteX2" fmla="*/ 41495 w 325455"/>
                <a:gd name="connsiteY2" fmla="*/ 203909 h 203909"/>
                <a:gd name="connsiteX3" fmla="*/ 0 w 325455"/>
                <a:gd name="connsiteY3" fmla="*/ 0 h 203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5455" h="203909">
                  <a:moveTo>
                    <a:pt x="0" y="0"/>
                  </a:moveTo>
                  <a:lnTo>
                    <a:pt x="325456" y="117098"/>
                  </a:lnTo>
                  <a:lnTo>
                    <a:pt x="41495" y="20390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6" name="Freeform 205">
              <a:extLst>
                <a:ext uri="{FF2B5EF4-FFF2-40B4-BE49-F238E27FC236}">
                  <a16:creationId xmlns:a16="http://schemas.microsoft.com/office/drawing/2014/main" id="{94B4C823-0142-5562-1748-A08DC08DF9F9}"/>
                </a:ext>
              </a:extLst>
            </p:cNvPr>
            <p:cNvSpPr/>
            <p:nvPr/>
          </p:nvSpPr>
          <p:spPr>
            <a:xfrm>
              <a:off x="9558914" y="2078666"/>
              <a:ext cx="325455" cy="159330"/>
            </a:xfrm>
            <a:custGeom>
              <a:avLst/>
              <a:gdLst>
                <a:gd name="connsiteX0" fmla="*/ 106245 w 325455"/>
                <a:gd name="connsiteY0" fmla="*/ 0 h 159330"/>
                <a:gd name="connsiteX1" fmla="*/ 0 w 325455"/>
                <a:gd name="connsiteY1" fmla="*/ 42232 h 159330"/>
                <a:gd name="connsiteX2" fmla="*/ 325456 w 325455"/>
                <a:gd name="connsiteY2" fmla="*/ 159331 h 159330"/>
                <a:gd name="connsiteX3" fmla="*/ 106245 w 325455"/>
                <a:gd name="connsiteY3" fmla="*/ 0 h 1593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5455" h="159330">
                  <a:moveTo>
                    <a:pt x="106245" y="0"/>
                  </a:moveTo>
                  <a:lnTo>
                    <a:pt x="0" y="42232"/>
                  </a:lnTo>
                  <a:lnTo>
                    <a:pt x="325456" y="159331"/>
                  </a:lnTo>
                  <a:lnTo>
                    <a:pt x="106245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7" name="Freeform 206">
              <a:extLst>
                <a:ext uri="{FF2B5EF4-FFF2-40B4-BE49-F238E27FC236}">
                  <a16:creationId xmlns:a16="http://schemas.microsoft.com/office/drawing/2014/main" id="{B0D7423B-1574-6DF4-80F3-9A5F72134204}"/>
                </a:ext>
              </a:extLst>
            </p:cNvPr>
            <p:cNvSpPr/>
            <p:nvPr/>
          </p:nvSpPr>
          <p:spPr>
            <a:xfrm>
              <a:off x="9824740" y="2060856"/>
              <a:ext cx="68483" cy="177140"/>
            </a:xfrm>
            <a:custGeom>
              <a:avLst/>
              <a:gdLst>
                <a:gd name="connsiteX0" fmla="*/ 0 w 68483"/>
                <a:gd name="connsiteY0" fmla="*/ 71453 h 177140"/>
                <a:gd name="connsiteX1" fmla="*/ 59630 w 68483"/>
                <a:gd name="connsiteY1" fmla="*/ 177141 h 177140"/>
                <a:gd name="connsiteX2" fmla="*/ 68483 w 68483"/>
                <a:gd name="connsiteY2" fmla="*/ 0 h 177140"/>
                <a:gd name="connsiteX3" fmla="*/ 0 w 68483"/>
                <a:gd name="connsiteY3" fmla="*/ 71453 h 177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8483" h="177140">
                  <a:moveTo>
                    <a:pt x="0" y="71453"/>
                  </a:moveTo>
                  <a:lnTo>
                    <a:pt x="59630" y="177141"/>
                  </a:lnTo>
                  <a:lnTo>
                    <a:pt x="68483" y="0"/>
                  </a:lnTo>
                  <a:lnTo>
                    <a:pt x="0" y="71453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8" name="Freeform 207">
              <a:extLst>
                <a:ext uri="{FF2B5EF4-FFF2-40B4-BE49-F238E27FC236}">
                  <a16:creationId xmlns:a16="http://schemas.microsoft.com/office/drawing/2014/main" id="{A63E1E7F-E111-BE99-DCC1-EB5E6DDE3530}"/>
                </a:ext>
              </a:extLst>
            </p:cNvPr>
            <p:cNvSpPr/>
            <p:nvPr/>
          </p:nvSpPr>
          <p:spPr>
            <a:xfrm>
              <a:off x="9665159" y="2078666"/>
              <a:ext cx="219210" cy="159330"/>
            </a:xfrm>
            <a:custGeom>
              <a:avLst/>
              <a:gdLst>
                <a:gd name="connsiteX0" fmla="*/ 0 w 219210"/>
                <a:gd name="connsiteY0" fmla="*/ 0 h 159330"/>
                <a:gd name="connsiteX1" fmla="*/ 159581 w 219210"/>
                <a:gd name="connsiteY1" fmla="*/ 53643 h 159330"/>
                <a:gd name="connsiteX2" fmla="*/ 219211 w 219210"/>
                <a:gd name="connsiteY2" fmla="*/ 159331 h 159330"/>
                <a:gd name="connsiteX3" fmla="*/ 0 w 219210"/>
                <a:gd name="connsiteY3" fmla="*/ 0 h 1593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9210" h="159330">
                  <a:moveTo>
                    <a:pt x="0" y="0"/>
                  </a:moveTo>
                  <a:lnTo>
                    <a:pt x="159581" y="53643"/>
                  </a:lnTo>
                  <a:lnTo>
                    <a:pt x="219211" y="15933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9" name="Freeform 208">
              <a:extLst>
                <a:ext uri="{FF2B5EF4-FFF2-40B4-BE49-F238E27FC236}">
                  <a16:creationId xmlns:a16="http://schemas.microsoft.com/office/drawing/2014/main" id="{71219FE2-A98B-D5D1-4C1A-F204A847C921}"/>
                </a:ext>
              </a:extLst>
            </p:cNvPr>
            <p:cNvSpPr/>
            <p:nvPr/>
          </p:nvSpPr>
          <p:spPr>
            <a:xfrm>
              <a:off x="9893223" y="2060856"/>
              <a:ext cx="178675" cy="102594"/>
            </a:xfrm>
            <a:custGeom>
              <a:avLst/>
              <a:gdLst>
                <a:gd name="connsiteX0" fmla="*/ 178675 w 178675"/>
                <a:gd name="connsiteY0" fmla="*/ 30288 h 102594"/>
                <a:gd name="connsiteX1" fmla="*/ 95578 w 178675"/>
                <a:gd name="connsiteY1" fmla="*/ 102594 h 102594"/>
                <a:gd name="connsiteX2" fmla="*/ 0 w 178675"/>
                <a:gd name="connsiteY2" fmla="*/ 0 h 102594"/>
                <a:gd name="connsiteX3" fmla="*/ 178675 w 178675"/>
                <a:gd name="connsiteY3" fmla="*/ 30288 h 102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8675" h="102594">
                  <a:moveTo>
                    <a:pt x="178675" y="30288"/>
                  </a:moveTo>
                  <a:lnTo>
                    <a:pt x="95578" y="102594"/>
                  </a:lnTo>
                  <a:lnTo>
                    <a:pt x="0" y="0"/>
                  </a:lnTo>
                  <a:lnTo>
                    <a:pt x="178675" y="30288"/>
                  </a:lnTo>
                  <a:close/>
                </a:path>
              </a:pathLst>
            </a:custGeom>
            <a:solidFill>
              <a:srgbClr val="763B7F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0" name="Freeform 209">
              <a:extLst>
                <a:ext uri="{FF2B5EF4-FFF2-40B4-BE49-F238E27FC236}">
                  <a16:creationId xmlns:a16="http://schemas.microsoft.com/office/drawing/2014/main" id="{6052F127-55DF-68C8-993D-D825A6188E74}"/>
                </a:ext>
              </a:extLst>
            </p:cNvPr>
            <p:cNvSpPr/>
            <p:nvPr/>
          </p:nvSpPr>
          <p:spPr>
            <a:xfrm>
              <a:off x="9954880" y="2091144"/>
              <a:ext cx="182728" cy="161996"/>
            </a:xfrm>
            <a:custGeom>
              <a:avLst/>
              <a:gdLst>
                <a:gd name="connsiteX0" fmla="*/ 0 w 182728"/>
                <a:gd name="connsiteY0" fmla="*/ 161997 h 161996"/>
                <a:gd name="connsiteX1" fmla="*/ 117019 w 182728"/>
                <a:gd name="connsiteY1" fmla="*/ 0 h 161996"/>
                <a:gd name="connsiteX2" fmla="*/ 182729 w 182728"/>
                <a:gd name="connsiteY2" fmla="*/ 67507 h 161996"/>
                <a:gd name="connsiteX3" fmla="*/ 0 w 182728"/>
                <a:gd name="connsiteY3" fmla="*/ 161997 h 1619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28" h="161996">
                  <a:moveTo>
                    <a:pt x="0" y="161997"/>
                  </a:moveTo>
                  <a:lnTo>
                    <a:pt x="117019" y="0"/>
                  </a:lnTo>
                  <a:lnTo>
                    <a:pt x="182729" y="67507"/>
                  </a:lnTo>
                  <a:lnTo>
                    <a:pt x="0" y="161997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1" name="Freeform 210">
              <a:extLst>
                <a:ext uri="{FF2B5EF4-FFF2-40B4-BE49-F238E27FC236}">
                  <a16:creationId xmlns:a16="http://schemas.microsoft.com/office/drawing/2014/main" id="{BA8431D0-E134-9E7D-8FCC-B6BD007DFCEB}"/>
                </a:ext>
              </a:extLst>
            </p:cNvPr>
            <p:cNvSpPr/>
            <p:nvPr/>
          </p:nvSpPr>
          <p:spPr>
            <a:xfrm>
              <a:off x="9954880" y="2158652"/>
              <a:ext cx="182728" cy="146426"/>
            </a:xfrm>
            <a:custGeom>
              <a:avLst/>
              <a:gdLst>
                <a:gd name="connsiteX0" fmla="*/ 178355 w 182728"/>
                <a:gd name="connsiteY0" fmla="*/ 146427 h 146426"/>
                <a:gd name="connsiteX1" fmla="*/ 182729 w 182728"/>
                <a:gd name="connsiteY1" fmla="*/ 0 h 146426"/>
                <a:gd name="connsiteX2" fmla="*/ 0 w 182728"/>
                <a:gd name="connsiteY2" fmla="*/ 94489 h 146426"/>
                <a:gd name="connsiteX3" fmla="*/ 178355 w 182728"/>
                <a:gd name="connsiteY3" fmla="*/ 146427 h 146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28" h="146426">
                  <a:moveTo>
                    <a:pt x="178355" y="146427"/>
                  </a:moveTo>
                  <a:lnTo>
                    <a:pt x="182729" y="0"/>
                  </a:lnTo>
                  <a:lnTo>
                    <a:pt x="0" y="94489"/>
                  </a:lnTo>
                  <a:lnTo>
                    <a:pt x="178355" y="146427"/>
                  </a:lnTo>
                  <a:close/>
                </a:path>
              </a:pathLst>
            </a:custGeom>
            <a:solidFill>
              <a:srgbClr val="FF7D00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2" name="Freeform 211">
              <a:extLst>
                <a:ext uri="{FF2B5EF4-FFF2-40B4-BE49-F238E27FC236}">
                  <a16:creationId xmlns:a16="http://schemas.microsoft.com/office/drawing/2014/main" id="{CD1B25D8-C481-DAA4-49A1-684FA048DFD5}"/>
                </a:ext>
              </a:extLst>
            </p:cNvPr>
            <p:cNvSpPr/>
            <p:nvPr/>
          </p:nvSpPr>
          <p:spPr>
            <a:xfrm>
              <a:off x="9974614" y="2305078"/>
              <a:ext cx="235104" cy="87024"/>
            </a:xfrm>
            <a:custGeom>
              <a:avLst/>
              <a:gdLst>
                <a:gd name="connsiteX0" fmla="*/ 0 w 235104"/>
                <a:gd name="connsiteY0" fmla="*/ 87024 h 87024"/>
                <a:gd name="connsiteX1" fmla="*/ 158621 w 235104"/>
                <a:gd name="connsiteY1" fmla="*/ 0 h 87024"/>
                <a:gd name="connsiteX2" fmla="*/ 235105 w 235104"/>
                <a:gd name="connsiteY2" fmla="*/ 76892 h 87024"/>
                <a:gd name="connsiteX3" fmla="*/ 0 w 235104"/>
                <a:gd name="connsiteY3" fmla="*/ 87024 h 870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5104" h="87024">
                  <a:moveTo>
                    <a:pt x="0" y="87024"/>
                  </a:moveTo>
                  <a:lnTo>
                    <a:pt x="158621" y="0"/>
                  </a:lnTo>
                  <a:lnTo>
                    <a:pt x="235105" y="76892"/>
                  </a:lnTo>
                  <a:lnTo>
                    <a:pt x="0" y="87024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3" name="Freeform 212">
              <a:extLst>
                <a:ext uri="{FF2B5EF4-FFF2-40B4-BE49-F238E27FC236}">
                  <a16:creationId xmlns:a16="http://schemas.microsoft.com/office/drawing/2014/main" id="{0E3FC900-5FA8-2906-800A-7555FDAEC3C9}"/>
                </a:ext>
              </a:extLst>
            </p:cNvPr>
            <p:cNvSpPr/>
            <p:nvPr/>
          </p:nvSpPr>
          <p:spPr>
            <a:xfrm>
              <a:off x="10133235" y="2305078"/>
              <a:ext cx="179315" cy="76892"/>
            </a:xfrm>
            <a:custGeom>
              <a:avLst/>
              <a:gdLst>
                <a:gd name="connsiteX0" fmla="*/ 179315 w 179315"/>
                <a:gd name="connsiteY0" fmla="*/ 49484 h 76892"/>
                <a:gd name="connsiteX1" fmla="*/ 0 w 179315"/>
                <a:gd name="connsiteY1" fmla="*/ 0 h 76892"/>
                <a:gd name="connsiteX2" fmla="*/ 76484 w 179315"/>
                <a:gd name="connsiteY2" fmla="*/ 76892 h 76892"/>
                <a:gd name="connsiteX3" fmla="*/ 179315 w 179315"/>
                <a:gd name="connsiteY3" fmla="*/ 49484 h 768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9315" h="76892">
                  <a:moveTo>
                    <a:pt x="179315" y="49484"/>
                  </a:moveTo>
                  <a:lnTo>
                    <a:pt x="0" y="0"/>
                  </a:lnTo>
                  <a:lnTo>
                    <a:pt x="76484" y="76892"/>
                  </a:lnTo>
                  <a:lnTo>
                    <a:pt x="179315" y="49484"/>
                  </a:lnTo>
                  <a:close/>
                </a:path>
              </a:pathLst>
            </a:custGeom>
            <a:solidFill>
              <a:srgbClr val="763B7F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4" name="Freeform 213">
              <a:extLst>
                <a:ext uri="{FF2B5EF4-FFF2-40B4-BE49-F238E27FC236}">
                  <a16:creationId xmlns:a16="http://schemas.microsoft.com/office/drawing/2014/main" id="{DC77FC92-7A77-7A8A-88F9-BD527D0C5B18}"/>
                </a:ext>
              </a:extLst>
            </p:cNvPr>
            <p:cNvSpPr/>
            <p:nvPr/>
          </p:nvSpPr>
          <p:spPr>
            <a:xfrm>
              <a:off x="9982614" y="1964554"/>
              <a:ext cx="154994" cy="78598"/>
            </a:xfrm>
            <a:custGeom>
              <a:avLst/>
              <a:gdLst>
                <a:gd name="connsiteX0" fmla="*/ 0 w 154994"/>
                <a:gd name="connsiteY0" fmla="*/ 78599 h 78598"/>
                <a:gd name="connsiteX1" fmla="*/ 154994 w 154994"/>
                <a:gd name="connsiteY1" fmla="*/ 0 h 78598"/>
                <a:gd name="connsiteX2" fmla="*/ 154994 w 154994"/>
                <a:gd name="connsiteY2" fmla="*/ 73373 h 78598"/>
                <a:gd name="connsiteX3" fmla="*/ 0 w 154994"/>
                <a:gd name="connsiteY3" fmla="*/ 78599 h 78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4994" h="78598">
                  <a:moveTo>
                    <a:pt x="0" y="78599"/>
                  </a:moveTo>
                  <a:lnTo>
                    <a:pt x="154994" y="0"/>
                  </a:lnTo>
                  <a:lnTo>
                    <a:pt x="154994" y="73373"/>
                  </a:lnTo>
                  <a:lnTo>
                    <a:pt x="0" y="78599"/>
                  </a:lnTo>
                  <a:close/>
                </a:path>
              </a:pathLst>
            </a:custGeom>
            <a:solidFill>
              <a:srgbClr val="F47820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5" name="Freeform 214">
              <a:extLst>
                <a:ext uri="{FF2B5EF4-FFF2-40B4-BE49-F238E27FC236}">
                  <a16:creationId xmlns:a16="http://schemas.microsoft.com/office/drawing/2014/main" id="{D8C5CA93-83BD-3C60-F15F-A49C65BBF5C2}"/>
                </a:ext>
              </a:extLst>
            </p:cNvPr>
            <p:cNvSpPr/>
            <p:nvPr/>
          </p:nvSpPr>
          <p:spPr>
            <a:xfrm>
              <a:off x="10137608" y="2037927"/>
              <a:ext cx="174941" cy="165836"/>
            </a:xfrm>
            <a:custGeom>
              <a:avLst/>
              <a:gdLst>
                <a:gd name="connsiteX0" fmla="*/ 28375 w 174941"/>
                <a:gd name="connsiteY0" fmla="*/ 139281 h 165836"/>
                <a:gd name="connsiteX1" fmla="*/ 0 w 174941"/>
                <a:gd name="connsiteY1" fmla="*/ 0 h 165836"/>
                <a:gd name="connsiteX2" fmla="*/ 174942 w 174941"/>
                <a:gd name="connsiteY2" fmla="*/ 165836 h 165836"/>
                <a:gd name="connsiteX3" fmla="*/ 28375 w 174941"/>
                <a:gd name="connsiteY3" fmla="*/ 139281 h 1658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4941" h="165836">
                  <a:moveTo>
                    <a:pt x="28375" y="139281"/>
                  </a:moveTo>
                  <a:lnTo>
                    <a:pt x="0" y="0"/>
                  </a:lnTo>
                  <a:lnTo>
                    <a:pt x="174942" y="165836"/>
                  </a:lnTo>
                  <a:lnTo>
                    <a:pt x="28375" y="139281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6" name="Freeform 215">
              <a:extLst>
                <a:ext uri="{FF2B5EF4-FFF2-40B4-BE49-F238E27FC236}">
                  <a16:creationId xmlns:a16="http://schemas.microsoft.com/office/drawing/2014/main" id="{2C427309-E150-3DF6-7214-56D1B5E2CB13}"/>
                </a:ext>
              </a:extLst>
            </p:cNvPr>
            <p:cNvSpPr/>
            <p:nvPr/>
          </p:nvSpPr>
          <p:spPr>
            <a:xfrm>
              <a:off x="9884370" y="1964554"/>
              <a:ext cx="253238" cy="78598"/>
            </a:xfrm>
            <a:custGeom>
              <a:avLst/>
              <a:gdLst>
                <a:gd name="connsiteX0" fmla="*/ 0 w 253238"/>
                <a:gd name="connsiteY0" fmla="*/ 30821 h 78598"/>
                <a:gd name="connsiteX1" fmla="*/ 253239 w 253238"/>
                <a:gd name="connsiteY1" fmla="*/ 0 h 78598"/>
                <a:gd name="connsiteX2" fmla="*/ 98245 w 253238"/>
                <a:gd name="connsiteY2" fmla="*/ 78599 h 78598"/>
                <a:gd name="connsiteX3" fmla="*/ 0 w 253238"/>
                <a:gd name="connsiteY3" fmla="*/ 30821 h 78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3238" h="78598">
                  <a:moveTo>
                    <a:pt x="0" y="30821"/>
                  </a:moveTo>
                  <a:lnTo>
                    <a:pt x="253239" y="0"/>
                  </a:lnTo>
                  <a:lnTo>
                    <a:pt x="98245" y="78599"/>
                  </a:lnTo>
                  <a:lnTo>
                    <a:pt x="0" y="30821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7" name="Freeform 216">
              <a:extLst>
                <a:ext uri="{FF2B5EF4-FFF2-40B4-BE49-F238E27FC236}">
                  <a16:creationId xmlns:a16="http://schemas.microsoft.com/office/drawing/2014/main" id="{B7DA57B9-D7D1-1615-E739-39BB04D7090B}"/>
                </a:ext>
              </a:extLst>
            </p:cNvPr>
            <p:cNvSpPr/>
            <p:nvPr/>
          </p:nvSpPr>
          <p:spPr>
            <a:xfrm>
              <a:off x="9755297" y="1855241"/>
              <a:ext cx="152540" cy="205615"/>
            </a:xfrm>
            <a:custGeom>
              <a:avLst/>
              <a:gdLst>
                <a:gd name="connsiteX0" fmla="*/ 152540 w 152540"/>
                <a:gd name="connsiteY0" fmla="*/ 0 h 205615"/>
                <a:gd name="connsiteX1" fmla="*/ 0 w 152540"/>
                <a:gd name="connsiteY1" fmla="*/ 205615 h 205615"/>
                <a:gd name="connsiteX2" fmla="*/ 129073 w 152540"/>
                <a:gd name="connsiteY2" fmla="*/ 140134 h 205615"/>
                <a:gd name="connsiteX3" fmla="*/ 152540 w 152540"/>
                <a:gd name="connsiteY3" fmla="*/ 0 h 2056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540" h="205615">
                  <a:moveTo>
                    <a:pt x="152540" y="0"/>
                  </a:moveTo>
                  <a:lnTo>
                    <a:pt x="0" y="205615"/>
                  </a:lnTo>
                  <a:lnTo>
                    <a:pt x="129073" y="140134"/>
                  </a:lnTo>
                  <a:lnTo>
                    <a:pt x="152540" y="0"/>
                  </a:lnTo>
                  <a:close/>
                </a:path>
              </a:pathLst>
            </a:custGeom>
            <a:solidFill>
              <a:srgbClr val="F47820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8" name="Freeform 217">
              <a:extLst>
                <a:ext uri="{FF2B5EF4-FFF2-40B4-BE49-F238E27FC236}">
                  <a16:creationId xmlns:a16="http://schemas.microsoft.com/office/drawing/2014/main" id="{FC6D8B82-A876-72B6-549E-C5BCCA6E87AE}"/>
                </a:ext>
              </a:extLst>
            </p:cNvPr>
            <p:cNvSpPr/>
            <p:nvPr/>
          </p:nvSpPr>
          <p:spPr>
            <a:xfrm>
              <a:off x="9755297" y="1855241"/>
              <a:ext cx="152540" cy="205615"/>
            </a:xfrm>
            <a:custGeom>
              <a:avLst/>
              <a:gdLst>
                <a:gd name="connsiteX0" fmla="*/ 152540 w 152540"/>
                <a:gd name="connsiteY0" fmla="*/ 0 h 205615"/>
                <a:gd name="connsiteX1" fmla="*/ 69443 w 152540"/>
                <a:gd name="connsiteY1" fmla="*/ 20690 h 205615"/>
                <a:gd name="connsiteX2" fmla="*/ 0 w 152540"/>
                <a:gd name="connsiteY2" fmla="*/ 205615 h 205615"/>
                <a:gd name="connsiteX3" fmla="*/ 152540 w 152540"/>
                <a:gd name="connsiteY3" fmla="*/ 0 h 2056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540" h="205615">
                  <a:moveTo>
                    <a:pt x="152540" y="0"/>
                  </a:moveTo>
                  <a:lnTo>
                    <a:pt x="69443" y="20690"/>
                  </a:lnTo>
                  <a:lnTo>
                    <a:pt x="0" y="205615"/>
                  </a:lnTo>
                  <a:lnTo>
                    <a:pt x="152540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9" name="Freeform 218">
              <a:extLst>
                <a:ext uri="{FF2B5EF4-FFF2-40B4-BE49-F238E27FC236}">
                  <a16:creationId xmlns:a16="http://schemas.microsoft.com/office/drawing/2014/main" id="{8E11054D-51F9-853F-2D5F-2E06F2D2A6BB}"/>
                </a:ext>
              </a:extLst>
            </p:cNvPr>
            <p:cNvSpPr/>
            <p:nvPr/>
          </p:nvSpPr>
          <p:spPr>
            <a:xfrm>
              <a:off x="9739403" y="1820154"/>
              <a:ext cx="85337" cy="137041"/>
            </a:xfrm>
            <a:custGeom>
              <a:avLst/>
              <a:gdLst>
                <a:gd name="connsiteX0" fmla="*/ 27628 w 85337"/>
                <a:gd name="connsiteY0" fmla="*/ 0 h 137041"/>
                <a:gd name="connsiteX1" fmla="*/ 85337 w 85337"/>
                <a:gd name="connsiteY1" fmla="*/ 55777 h 137041"/>
                <a:gd name="connsiteX2" fmla="*/ 0 w 85337"/>
                <a:gd name="connsiteY2" fmla="*/ 137042 h 137041"/>
                <a:gd name="connsiteX3" fmla="*/ 27628 w 85337"/>
                <a:gd name="connsiteY3" fmla="*/ 0 h 1370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5337" h="137041">
                  <a:moveTo>
                    <a:pt x="27628" y="0"/>
                  </a:moveTo>
                  <a:lnTo>
                    <a:pt x="85337" y="55777"/>
                  </a:lnTo>
                  <a:lnTo>
                    <a:pt x="0" y="137042"/>
                  </a:lnTo>
                  <a:lnTo>
                    <a:pt x="27628" y="0"/>
                  </a:lnTo>
                  <a:close/>
                </a:path>
              </a:pathLst>
            </a:custGeom>
            <a:solidFill>
              <a:srgbClr val="F47820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0" name="Freeform 219">
              <a:extLst>
                <a:ext uri="{FF2B5EF4-FFF2-40B4-BE49-F238E27FC236}">
                  <a16:creationId xmlns:a16="http://schemas.microsoft.com/office/drawing/2014/main" id="{E2A9E981-7D3D-8CF0-1872-DF1CB32490F5}"/>
                </a:ext>
              </a:extLst>
            </p:cNvPr>
            <p:cNvSpPr/>
            <p:nvPr/>
          </p:nvSpPr>
          <p:spPr>
            <a:xfrm>
              <a:off x="9628891" y="1820154"/>
              <a:ext cx="138140" cy="137041"/>
            </a:xfrm>
            <a:custGeom>
              <a:avLst/>
              <a:gdLst>
                <a:gd name="connsiteX0" fmla="*/ 0 w 138140"/>
                <a:gd name="connsiteY0" fmla="*/ 4799 h 137041"/>
                <a:gd name="connsiteX1" fmla="*/ 138140 w 138140"/>
                <a:gd name="connsiteY1" fmla="*/ 0 h 137041"/>
                <a:gd name="connsiteX2" fmla="*/ 110512 w 138140"/>
                <a:gd name="connsiteY2" fmla="*/ 137042 h 137041"/>
                <a:gd name="connsiteX3" fmla="*/ 0 w 138140"/>
                <a:gd name="connsiteY3" fmla="*/ 4799 h 1370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8140" h="137041">
                  <a:moveTo>
                    <a:pt x="0" y="4799"/>
                  </a:moveTo>
                  <a:lnTo>
                    <a:pt x="138140" y="0"/>
                  </a:lnTo>
                  <a:lnTo>
                    <a:pt x="110512" y="137042"/>
                  </a:lnTo>
                  <a:lnTo>
                    <a:pt x="0" y="4799"/>
                  </a:lnTo>
                  <a:close/>
                </a:path>
              </a:pathLst>
            </a:custGeom>
            <a:solidFill>
              <a:srgbClr val="763B7F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1" name="Freeform 220">
              <a:extLst>
                <a:ext uri="{FF2B5EF4-FFF2-40B4-BE49-F238E27FC236}">
                  <a16:creationId xmlns:a16="http://schemas.microsoft.com/office/drawing/2014/main" id="{690C08E5-04F9-BB03-4FCD-23EB77D9D9AF}"/>
                </a:ext>
              </a:extLst>
            </p:cNvPr>
            <p:cNvSpPr/>
            <p:nvPr/>
          </p:nvSpPr>
          <p:spPr>
            <a:xfrm>
              <a:off x="9514005" y="1790506"/>
              <a:ext cx="114885" cy="50337"/>
            </a:xfrm>
            <a:custGeom>
              <a:avLst/>
              <a:gdLst>
                <a:gd name="connsiteX0" fmla="*/ 0 w 114885"/>
                <a:gd name="connsiteY0" fmla="*/ 50337 h 50337"/>
                <a:gd name="connsiteX1" fmla="*/ 114885 w 114885"/>
                <a:gd name="connsiteY1" fmla="*/ 34447 h 50337"/>
                <a:gd name="connsiteX2" fmla="*/ 0 w 114885"/>
                <a:gd name="connsiteY2" fmla="*/ 0 h 50337"/>
                <a:gd name="connsiteX3" fmla="*/ 0 w 114885"/>
                <a:gd name="connsiteY3" fmla="*/ 50337 h 503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4885" h="50337">
                  <a:moveTo>
                    <a:pt x="0" y="50337"/>
                  </a:moveTo>
                  <a:lnTo>
                    <a:pt x="114885" y="34447"/>
                  </a:lnTo>
                  <a:lnTo>
                    <a:pt x="0" y="0"/>
                  </a:lnTo>
                  <a:lnTo>
                    <a:pt x="0" y="50337"/>
                  </a:lnTo>
                  <a:close/>
                </a:path>
              </a:pathLst>
            </a:custGeom>
            <a:solidFill>
              <a:srgbClr val="F47820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2" name="Freeform 221">
              <a:extLst>
                <a:ext uri="{FF2B5EF4-FFF2-40B4-BE49-F238E27FC236}">
                  <a16:creationId xmlns:a16="http://schemas.microsoft.com/office/drawing/2014/main" id="{0BE45D36-33E8-170E-72E6-731A6B9B42EE}"/>
                </a:ext>
              </a:extLst>
            </p:cNvPr>
            <p:cNvSpPr/>
            <p:nvPr/>
          </p:nvSpPr>
          <p:spPr>
            <a:xfrm>
              <a:off x="9514005" y="1824953"/>
              <a:ext cx="225397" cy="132242"/>
            </a:xfrm>
            <a:custGeom>
              <a:avLst/>
              <a:gdLst>
                <a:gd name="connsiteX0" fmla="*/ 225397 w 225397"/>
                <a:gd name="connsiteY0" fmla="*/ 132242 h 132242"/>
                <a:gd name="connsiteX1" fmla="*/ 0 w 225397"/>
                <a:gd name="connsiteY1" fmla="*/ 15890 h 132242"/>
                <a:gd name="connsiteX2" fmla="*/ 114885 w 225397"/>
                <a:gd name="connsiteY2" fmla="*/ 0 h 132242"/>
                <a:gd name="connsiteX3" fmla="*/ 225397 w 225397"/>
                <a:gd name="connsiteY3" fmla="*/ 132242 h 1322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5397" h="132242">
                  <a:moveTo>
                    <a:pt x="225397" y="132242"/>
                  </a:moveTo>
                  <a:lnTo>
                    <a:pt x="0" y="15890"/>
                  </a:lnTo>
                  <a:lnTo>
                    <a:pt x="114885" y="0"/>
                  </a:lnTo>
                  <a:lnTo>
                    <a:pt x="225397" y="132242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3" name="Freeform 222">
              <a:extLst>
                <a:ext uri="{FF2B5EF4-FFF2-40B4-BE49-F238E27FC236}">
                  <a16:creationId xmlns:a16="http://schemas.microsoft.com/office/drawing/2014/main" id="{D91E31C1-8D34-C4A6-3A61-136D585A89D9}"/>
                </a:ext>
              </a:extLst>
            </p:cNvPr>
            <p:cNvSpPr/>
            <p:nvPr/>
          </p:nvSpPr>
          <p:spPr>
            <a:xfrm>
              <a:off x="9514005" y="1840844"/>
              <a:ext cx="225397" cy="206682"/>
            </a:xfrm>
            <a:custGeom>
              <a:avLst/>
              <a:gdLst>
                <a:gd name="connsiteX0" fmla="*/ 221130 w 225397"/>
                <a:gd name="connsiteY0" fmla="*/ 206682 h 206682"/>
                <a:gd name="connsiteX1" fmla="*/ 0 w 225397"/>
                <a:gd name="connsiteY1" fmla="*/ 0 h 206682"/>
                <a:gd name="connsiteX2" fmla="*/ 225397 w 225397"/>
                <a:gd name="connsiteY2" fmla="*/ 116352 h 206682"/>
                <a:gd name="connsiteX3" fmla="*/ 221130 w 225397"/>
                <a:gd name="connsiteY3" fmla="*/ 206682 h 2066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5397" h="206682">
                  <a:moveTo>
                    <a:pt x="221130" y="206682"/>
                  </a:moveTo>
                  <a:lnTo>
                    <a:pt x="0" y="0"/>
                  </a:lnTo>
                  <a:lnTo>
                    <a:pt x="225397" y="116352"/>
                  </a:lnTo>
                  <a:lnTo>
                    <a:pt x="221130" y="206682"/>
                  </a:lnTo>
                  <a:close/>
                </a:path>
              </a:pathLst>
            </a:custGeom>
            <a:solidFill>
              <a:srgbClr val="763B7F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4" name="Freeform 223">
              <a:extLst>
                <a:ext uri="{FF2B5EF4-FFF2-40B4-BE49-F238E27FC236}">
                  <a16:creationId xmlns:a16="http://schemas.microsoft.com/office/drawing/2014/main" id="{8F899E89-680C-E79C-A582-3622816C699A}"/>
                </a:ext>
              </a:extLst>
            </p:cNvPr>
            <p:cNvSpPr/>
            <p:nvPr/>
          </p:nvSpPr>
          <p:spPr>
            <a:xfrm>
              <a:off x="9302902" y="1807036"/>
              <a:ext cx="125872" cy="198256"/>
            </a:xfrm>
            <a:custGeom>
              <a:avLst/>
              <a:gdLst>
                <a:gd name="connsiteX0" fmla="*/ 0 w 125872"/>
                <a:gd name="connsiteY0" fmla="*/ 0 h 198256"/>
                <a:gd name="connsiteX1" fmla="*/ 21868 w 125872"/>
                <a:gd name="connsiteY1" fmla="*/ 198257 h 198256"/>
                <a:gd name="connsiteX2" fmla="*/ 125873 w 125872"/>
                <a:gd name="connsiteY2" fmla="*/ 23676 h 198256"/>
                <a:gd name="connsiteX3" fmla="*/ 0 w 125872"/>
                <a:gd name="connsiteY3" fmla="*/ 0 h 198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5872" h="198256">
                  <a:moveTo>
                    <a:pt x="0" y="0"/>
                  </a:moveTo>
                  <a:lnTo>
                    <a:pt x="21868" y="198257"/>
                  </a:lnTo>
                  <a:lnTo>
                    <a:pt x="125873" y="236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7D00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5" name="Freeform 224">
              <a:extLst>
                <a:ext uri="{FF2B5EF4-FFF2-40B4-BE49-F238E27FC236}">
                  <a16:creationId xmlns:a16="http://schemas.microsoft.com/office/drawing/2014/main" id="{C4886807-61D1-A5C5-0CCE-66959052B3E1}"/>
                </a:ext>
              </a:extLst>
            </p:cNvPr>
            <p:cNvSpPr/>
            <p:nvPr/>
          </p:nvSpPr>
          <p:spPr>
            <a:xfrm>
              <a:off x="9428774" y="1790506"/>
              <a:ext cx="85230" cy="50337"/>
            </a:xfrm>
            <a:custGeom>
              <a:avLst/>
              <a:gdLst>
                <a:gd name="connsiteX0" fmla="*/ 85231 w 85230"/>
                <a:gd name="connsiteY0" fmla="*/ 50337 h 50337"/>
                <a:gd name="connsiteX1" fmla="*/ 0 w 85230"/>
                <a:gd name="connsiteY1" fmla="*/ 40206 h 50337"/>
                <a:gd name="connsiteX2" fmla="*/ 85231 w 85230"/>
                <a:gd name="connsiteY2" fmla="*/ 0 h 50337"/>
                <a:gd name="connsiteX3" fmla="*/ 85231 w 85230"/>
                <a:gd name="connsiteY3" fmla="*/ 50337 h 503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5230" h="50337">
                  <a:moveTo>
                    <a:pt x="85231" y="50337"/>
                  </a:moveTo>
                  <a:lnTo>
                    <a:pt x="0" y="40206"/>
                  </a:lnTo>
                  <a:lnTo>
                    <a:pt x="85231" y="0"/>
                  </a:lnTo>
                  <a:lnTo>
                    <a:pt x="85231" y="50337"/>
                  </a:lnTo>
                  <a:close/>
                </a:path>
              </a:pathLst>
            </a:custGeom>
            <a:solidFill>
              <a:srgbClr val="763B7F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6" name="Freeform 225">
              <a:extLst>
                <a:ext uri="{FF2B5EF4-FFF2-40B4-BE49-F238E27FC236}">
                  <a16:creationId xmlns:a16="http://schemas.microsoft.com/office/drawing/2014/main" id="{92EC061B-0A5A-D081-2D71-6AD4348F9187}"/>
                </a:ext>
              </a:extLst>
            </p:cNvPr>
            <p:cNvSpPr/>
            <p:nvPr/>
          </p:nvSpPr>
          <p:spPr>
            <a:xfrm>
              <a:off x="9146521" y="1815675"/>
              <a:ext cx="178248" cy="189618"/>
            </a:xfrm>
            <a:custGeom>
              <a:avLst/>
              <a:gdLst>
                <a:gd name="connsiteX0" fmla="*/ 91311 w 178248"/>
                <a:gd name="connsiteY0" fmla="*/ 0 h 189618"/>
                <a:gd name="connsiteX1" fmla="*/ 178248 w 178248"/>
                <a:gd name="connsiteY1" fmla="*/ 189618 h 189618"/>
                <a:gd name="connsiteX2" fmla="*/ 0 w 178248"/>
                <a:gd name="connsiteY2" fmla="*/ 60256 h 189618"/>
                <a:gd name="connsiteX3" fmla="*/ 91311 w 178248"/>
                <a:gd name="connsiteY3" fmla="*/ 0 h 1896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8248" h="189618">
                  <a:moveTo>
                    <a:pt x="91311" y="0"/>
                  </a:moveTo>
                  <a:lnTo>
                    <a:pt x="178248" y="189618"/>
                  </a:lnTo>
                  <a:lnTo>
                    <a:pt x="0" y="60256"/>
                  </a:lnTo>
                  <a:lnTo>
                    <a:pt x="91311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7" name="Freeform 226">
              <a:extLst>
                <a:ext uri="{FF2B5EF4-FFF2-40B4-BE49-F238E27FC236}">
                  <a16:creationId xmlns:a16="http://schemas.microsoft.com/office/drawing/2014/main" id="{9E839755-703C-6661-6CAA-8820253E6453}"/>
                </a:ext>
              </a:extLst>
            </p:cNvPr>
            <p:cNvSpPr/>
            <p:nvPr/>
          </p:nvSpPr>
          <p:spPr>
            <a:xfrm>
              <a:off x="9237832" y="1807036"/>
              <a:ext cx="86937" cy="198256"/>
            </a:xfrm>
            <a:custGeom>
              <a:avLst/>
              <a:gdLst>
                <a:gd name="connsiteX0" fmla="*/ 65070 w 86937"/>
                <a:gd name="connsiteY0" fmla="*/ 0 h 198256"/>
                <a:gd name="connsiteX1" fmla="*/ 86937 w 86937"/>
                <a:gd name="connsiteY1" fmla="*/ 198257 h 198256"/>
                <a:gd name="connsiteX2" fmla="*/ 0 w 86937"/>
                <a:gd name="connsiteY2" fmla="*/ 8638 h 198256"/>
                <a:gd name="connsiteX3" fmla="*/ 65070 w 86937"/>
                <a:gd name="connsiteY3" fmla="*/ 0 h 198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937" h="198256">
                  <a:moveTo>
                    <a:pt x="65070" y="0"/>
                  </a:moveTo>
                  <a:lnTo>
                    <a:pt x="86937" y="198257"/>
                  </a:lnTo>
                  <a:lnTo>
                    <a:pt x="0" y="8638"/>
                  </a:lnTo>
                  <a:lnTo>
                    <a:pt x="65070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8" name="Freeform 227">
              <a:extLst>
                <a:ext uri="{FF2B5EF4-FFF2-40B4-BE49-F238E27FC236}">
                  <a16:creationId xmlns:a16="http://schemas.microsoft.com/office/drawing/2014/main" id="{9A8B3C39-2865-873D-6290-0DDC6F495260}"/>
                </a:ext>
              </a:extLst>
            </p:cNvPr>
            <p:cNvSpPr/>
            <p:nvPr/>
          </p:nvSpPr>
          <p:spPr>
            <a:xfrm>
              <a:off x="9113666" y="1875931"/>
              <a:ext cx="211103" cy="129362"/>
            </a:xfrm>
            <a:custGeom>
              <a:avLst/>
              <a:gdLst>
                <a:gd name="connsiteX0" fmla="*/ 0 w 211103"/>
                <a:gd name="connsiteY0" fmla="*/ 103661 h 129362"/>
                <a:gd name="connsiteX1" fmla="*/ 32855 w 211103"/>
                <a:gd name="connsiteY1" fmla="*/ 0 h 129362"/>
                <a:gd name="connsiteX2" fmla="*/ 211103 w 211103"/>
                <a:gd name="connsiteY2" fmla="*/ 129363 h 129362"/>
                <a:gd name="connsiteX3" fmla="*/ 0 w 211103"/>
                <a:gd name="connsiteY3" fmla="*/ 103661 h 1293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1103" h="129362">
                  <a:moveTo>
                    <a:pt x="0" y="103661"/>
                  </a:moveTo>
                  <a:lnTo>
                    <a:pt x="32855" y="0"/>
                  </a:lnTo>
                  <a:lnTo>
                    <a:pt x="211103" y="129363"/>
                  </a:lnTo>
                  <a:lnTo>
                    <a:pt x="0" y="103661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9" name="Freeform 228">
              <a:extLst>
                <a:ext uri="{FF2B5EF4-FFF2-40B4-BE49-F238E27FC236}">
                  <a16:creationId xmlns:a16="http://schemas.microsoft.com/office/drawing/2014/main" id="{6756DA51-8761-B500-5F44-442471748D2F}"/>
                </a:ext>
              </a:extLst>
            </p:cNvPr>
            <p:cNvSpPr/>
            <p:nvPr/>
          </p:nvSpPr>
          <p:spPr>
            <a:xfrm>
              <a:off x="8783944" y="1831459"/>
              <a:ext cx="196275" cy="233343"/>
            </a:xfrm>
            <a:custGeom>
              <a:avLst/>
              <a:gdLst>
                <a:gd name="connsiteX0" fmla="*/ 196276 w 196275"/>
                <a:gd name="connsiteY0" fmla="*/ 233344 h 233343"/>
                <a:gd name="connsiteX1" fmla="*/ 184222 w 196275"/>
                <a:gd name="connsiteY1" fmla="*/ 0 h 233343"/>
                <a:gd name="connsiteX2" fmla="*/ 0 w 196275"/>
                <a:gd name="connsiteY2" fmla="*/ 98329 h 233343"/>
                <a:gd name="connsiteX3" fmla="*/ 196276 w 196275"/>
                <a:gd name="connsiteY3" fmla="*/ 233344 h 2333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6275" h="233343">
                  <a:moveTo>
                    <a:pt x="196276" y="233344"/>
                  </a:moveTo>
                  <a:lnTo>
                    <a:pt x="184222" y="0"/>
                  </a:lnTo>
                  <a:lnTo>
                    <a:pt x="0" y="98329"/>
                  </a:lnTo>
                  <a:lnTo>
                    <a:pt x="196276" y="233344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0" name="Freeform 229">
              <a:extLst>
                <a:ext uri="{FF2B5EF4-FFF2-40B4-BE49-F238E27FC236}">
                  <a16:creationId xmlns:a16="http://schemas.microsoft.com/office/drawing/2014/main" id="{D75CE288-0C42-6B35-E726-F63D07FBC3AE}"/>
                </a:ext>
              </a:extLst>
            </p:cNvPr>
            <p:cNvSpPr/>
            <p:nvPr/>
          </p:nvSpPr>
          <p:spPr>
            <a:xfrm>
              <a:off x="8626176" y="1929787"/>
              <a:ext cx="214090" cy="131069"/>
            </a:xfrm>
            <a:custGeom>
              <a:avLst/>
              <a:gdLst>
                <a:gd name="connsiteX0" fmla="*/ 0 w 214090"/>
                <a:gd name="connsiteY0" fmla="*/ 27408 h 131069"/>
                <a:gd name="connsiteX1" fmla="*/ 157768 w 214090"/>
                <a:gd name="connsiteY1" fmla="*/ 0 h 131069"/>
                <a:gd name="connsiteX2" fmla="*/ 214090 w 214090"/>
                <a:gd name="connsiteY2" fmla="*/ 131069 h 131069"/>
                <a:gd name="connsiteX3" fmla="*/ 0 w 214090"/>
                <a:gd name="connsiteY3" fmla="*/ 27408 h 1310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4090" h="131069">
                  <a:moveTo>
                    <a:pt x="0" y="27408"/>
                  </a:moveTo>
                  <a:lnTo>
                    <a:pt x="157768" y="0"/>
                  </a:lnTo>
                  <a:lnTo>
                    <a:pt x="214090" y="131069"/>
                  </a:lnTo>
                  <a:lnTo>
                    <a:pt x="0" y="27408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1" name="Freeform 230">
              <a:extLst>
                <a:ext uri="{FF2B5EF4-FFF2-40B4-BE49-F238E27FC236}">
                  <a16:creationId xmlns:a16="http://schemas.microsoft.com/office/drawing/2014/main" id="{E5FCE2D1-4705-7643-4489-B856300F18E0}"/>
                </a:ext>
              </a:extLst>
            </p:cNvPr>
            <p:cNvSpPr/>
            <p:nvPr/>
          </p:nvSpPr>
          <p:spPr>
            <a:xfrm>
              <a:off x="8765810" y="1712867"/>
              <a:ext cx="100698" cy="216920"/>
            </a:xfrm>
            <a:custGeom>
              <a:avLst/>
              <a:gdLst>
                <a:gd name="connsiteX0" fmla="*/ 100698 w 100698"/>
                <a:gd name="connsiteY0" fmla="*/ 20156 h 216920"/>
                <a:gd name="connsiteX1" fmla="*/ 18134 w 100698"/>
                <a:gd name="connsiteY1" fmla="*/ 216920 h 216920"/>
                <a:gd name="connsiteX2" fmla="*/ 0 w 100698"/>
                <a:gd name="connsiteY2" fmla="*/ 0 h 216920"/>
                <a:gd name="connsiteX3" fmla="*/ 100698 w 100698"/>
                <a:gd name="connsiteY3" fmla="*/ 20156 h 216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0698" h="216920">
                  <a:moveTo>
                    <a:pt x="100698" y="20156"/>
                  </a:moveTo>
                  <a:lnTo>
                    <a:pt x="18134" y="216920"/>
                  </a:lnTo>
                  <a:lnTo>
                    <a:pt x="0" y="0"/>
                  </a:lnTo>
                  <a:lnTo>
                    <a:pt x="100698" y="20156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2" name="Freeform 231">
              <a:extLst>
                <a:ext uri="{FF2B5EF4-FFF2-40B4-BE49-F238E27FC236}">
                  <a16:creationId xmlns:a16="http://schemas.microsoft.com/office/drawing/2014/main" id="{73BD6CF9-C0FA-886E-BC7D-28B48D9CD370}"/>
                </a:ext>
              </a:extLst>
            </p:cNvPr>
            <p:cNvSpPr/>
            <p:nvPr/>
          </p:nvSpPr>
          <p:spPr>
            <a:xfrm>
              <a:off x="8968166" y="1685352"/>
              <a:ext cx="145500" cy="294239"/>
            </a:xfrm>
            <a:custGeom>
              <a:avLst/>
              <a:gdLst>
                <a:gd name="connsiteX0" fmla="*/ 0 w 145500"/>
                <a:gd name="connsiteY0" fmla="*/ 146107 h 294239"/>
                <a:gd name="connsiteX1" fmla="*/ 12267 w 145500"/>
                <a:gd name="connsiteY1" fmla="*/ 0 h 294239"/>
                <a:gd name="connsiteX2" fmla="*/ 145500 w 145500"/>
                <a:gd name="connsiteY2" fmla="*/ 294239 h 294239"/>
                <a:gd name="connsiteX3" fmla="*/ 0 w 145500"/>
                <a:gd name="connsiteY3" fmla="*/ 146107 h 294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5500" h="294239">
                  <a:moveTo>
                    <a:pt x="0" y="146107"/>
                  </a:moveTo>
                  <a:lnTo>
                    <a:pt x="12267" y="0"/>
                  </a:lnTo>
                  <a:lnTo>
                    <a:pt x="145500" y="294239"/>
                  </a:lnTo>
                  <a:lnTo>
                    <a:pt x="0" y="146107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3" name="Freeform 232">
              <a:extLst>
                <a:ext uri="{FF2B5EF4-FFF2-40B4-BE49-F238E27FC236}">
                  <a16:creationId xmlns:a16="http://schemas.microsoft.com/office/drawing/2014/main" id="{41D8ED09-7A2C-1035-0621-B2318227A75F}"/>
                </a:ext>
              </a:extLst>
            </p:cNvPr>
            <p:cNvSpPr/>
            <p:nvPr/>
          </p:nvSpPr>
          <p:spPr>
            <a:xfrm>
              <a:off x="8783944" y="1733023"/>
              <a:ext cx="184221" cy="196763"/>
            </a:xfrm>
            <a:custGeom>
              <a:avLst/>
              <a:gdLst>
                <a:gd name="connsiteX0" fmla="*/ 82564 w 184221"/>
                <a:gd name="connsiteY0" fmla="*/ 0 h 196763"/>
                <a:gd name="connsiteX1" fmla="*/ 184222 w 184221"/>
                <a:gd name="connsiteY1" fmla="*/ 98435 h 196763"/>
                <a:gd name="connsiteX2" fmla="*/ 0 w 184221"/>
                <a:gd name="connsiteY2" fmla="*/ 196764 h 196763"/>
                <a:gd name="connsiteX3" fmla="*/ 82564 w 184221"/>
                <a:gd name="connsiteY3" fmla="*/ 0 h 1967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4221" h="196763">
                  <a:moveTo>
                    <a:pt x="82564" y="0"/>
                  </a:moveTo>
                  <a:lnTo>
                    <a:pt x="184222" y="98435"/>
                  </a:lnTo>
                  <a:lnTo>
                    <a:pt x="0" y="196764"/>
                  </a:lnTo>
                  <a:lnTo>
                    <a:pt x="82564" y="0"/>
                  </a:lnTo>
                  <a:close/>
                </a:path>
              </a:pathLst>
            </a:custGeom>
            <a:solidFill>
              <a:srgbClr val="FF7D00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4" name="Freeform 233">
              <a:extLst>
                <a:ext uri="{FF2B5EF4-FFF2-40B4-BE49-F238E27FC236}">
                  <a16:creationId xmlns:a16="http://schemas.microsoft.com/office/drawing/2014/main" id="{B4F96D6E-D18F-5AEF-D08B-C5EA0CA35EAF}"/>
                </a:ext>
              </a:extLst>
            </p:cNvPr>
            <p:cNvSpPr/>
            <p:nvPr/>
          </p:nvSpPr>
          <p:spPr>
            <a:xfrm>
              <a:off x="8980433" y="1600781"/>
              <a:ext cx="185182" cy="119977"/>
            </a:xfrm>
            <a:custGeom>
              <a:avLst/>
              <a:gdLst>
                <a:gd name="connsiteX0" fmla="*/ 0 w 185182"/>
                <a:gd name="connsiteY0" fmla="*/ 84571 h 119977"/>
                <a:gd name="connsiteX1" fmla="*/ 131526 w 185182"/>
                <a:gd name="connsiteY1" fmla="*/ 119978 h 119977"/>
                <a:gd name="connsiteX2" fmla="*/ 185182 w 185182"/>
                <a:gd name="connsiteY2" fmla="*/ 0 h 119977"/>
                <a:gd name="connsiteX3" fmla="*/ 0 w 185182"/>
                <a:gd name="connsiteY3" fmla="*/ 84571 h 1199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5182" h="119977">
                  <a:moveTo>
                    <a:pt x="0" y="84571"/>
                  </a:moveTo>
                  <a:lnTo>
                    <a:pt x="131526" y="119978"/>
                  </a:lnTo>
                  <a:lnTo>
                    <a:pt x="185182" y="0"/>
                  </a:lnTo>
                  <a:lnTo>
                    <a:pt x="0" y="84571"/>
                  </a:lnTo>
                  <a:close/>
                </a:path>
              </a:pathLst>
            </a:custGeom>
            <a:solidFill>
              <a:srgbClr val="763B7F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5" name="Freeform 234">
              <a:extLst>
                <a:ext uri="{FF2B5EF4-FFF2-40B4-BE49-F238E27FC236}">
                  <a16:creationId xmlns:a16="http://schemas.microsoft.com/office/drawing/2014/main" id="{C0002EF3-5AE2-FC7D-A059-F4FAAD0102CC}"/>
                </a:ext>
              </a:extLst>
            </p:cNvPr>
            <p:cNvSpPr/>
            <p:nvPr/>
          </p:nvSpPr>
          <p:spPr>
            <a:xfrm>
              <a:off x="9111960" y="1695804"/>
              <a:ext cx="167047" cy="119871"/>
            </a:xfrm>
            <a:custGeom>
              <a:avLst/>
              <a:gdLst>
                <a:gd name="connsiteX0" fmla="*/ 167048 w 167047"/>
                <a:gd name="connsiteY0" fmla="*/ 0 h 119871"/>
                <a:gd name="connsiteX1" fmla="*/ 0 w 167047"/>
                <a:gd name="connsiteY1" fmla="*/ 24955 h 119871"/>
                <a:gd name="connsiteX2" fmla="*/ 125873 w 167047"/>
                <a:gd name="connsiteY2" fmla="*/ 119871 h 119871"/>
                <a:gd name="connsiteX3" fmla="*/ 167048 w 167047"/>
                <a:gd name="connsiteY3" fmla="*/ 0 h 119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7047" h="119871">
                  <a:moveTo>
                    <a:pt x="167048" y="0"/>
                  </a:moveTo>
                  <a:lnTo>
                    <a:pt x="0" y="24955"/>
                  </a:lnTo>
                  <a:lnTo>
                    <a:pt x="125873" y="119871"/>
                  </a:lnTo>
                  <a:lnTo>
                    <a:pt x="167048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6" name="Freeform 235">
              <a:extLst>
                <a:ext uri="{FF2B5EF4-FFF2-40B4-BE49-F238E27FC236}">
                  <a16:creationId xmlns:a16="http://schemas.microsoft.com/office/drawing/2014/main" id="{2918D9C8-0100-833C-73B5-D87C94A5AC45}"/>
                </a:ext>
              </a:extLst>
            </p:cNvPr>
            <p:cNvSpPr/>
            <p:nvPr/>
          </p:nvSpPr>
          <p:spPr>
            <a:xfrm>
              <a:off x="9237832" y="1695804"/>
              <a:ext cx="65069" cy="119871"/>
            </a:xfrm>
            <a:custGeom>
              <a:avLst/>
              <a:gdLst>
                <a:gd name="connsiteX0" fmla="*/ 65070 w 65069"/>
                <a:gd name="connsiteY0" fmla="*/ 111233 h 119871"/>
                <a:gd name="connsiteX1" fmla="*/ 0 w 65069"/>
                <a:gd name="connsiteY1" fmla="*/ 119871 h 119871"/>
                <a:gd name="connsiteX2" fmla="*/ 41175 w 65069"/>
                <a:gd name="connsiteY2" fmla="*/ 0 h 119871"/>
                <a:gd name="connsiteX3" fmla="*/ 65070 w 65069"/>
                <a:gd name="connsiteY3" fmla="*/ 111233 h 119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5069" h="119871">
                  <a:moveTo>
                    <a:pt x="65070" y="111233"/>
                  </a:moveTo>
                  <a:lnTo>
                    <a:pt x="0" y="119871"/>
                  </a:lnTo>
                  <a:lnTo>
                    <a:pt x="41175" y="0"/>
                  </a:lnTo>
                  <a:lnTo>
                    <a:pt x="65070" y="111233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7" name="Freeform 236">
              <a:extLst>
                <a:ext uri="{FF2B5EF4-FFF2-40B4-BE49-F238E27FC236}">
                  <a16:creationId xmlns:a16="http://schemas.microsoft.com/office/drawing/2014/main" id="{3906BA5C-BE8C-47D9-A5A0-8DC2D4878B9C}"/>
                </a:ext>
              </a:extLst>
            </p:cNvPr>
            <p:cNvSpPr/>
            <p:nvPr/>
          </p:nvSpPr>
          <p:spPr>
            <a:xfrm>
              <a:off x="9302902" y="1699429"/>
              <a:ext cx="211103" cy="107606"/>
            </a:xfrm>
            <a:custGeom>
              <a:avLst/>
              <a:gdLst>
                <a:gd name="connsiteX0" fmla="*/ 211103 w 211103"/>
                <a:gd name="connsiteY0" fmla="*/ 91077 h 107606"/>
                <a:gd name="connsiteX1" fmla="*/ 140060 w 211103"/>
                <a:gd name="connsiteY1" fmla="*/ 0 h 107606"/>
                <a:gd name="connsiteX2" fmla="*/ 0 w 211103"/>
                <a:gd name="connsiteY2" fmla="*/ 107607 h 107606"/>
                <a:gd name="connsiteX3" fmla="*/ 211103 w 211103"/>
                <a:gd name="connsiteY3" fmla="*/ 91077 h 1076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1103" h="107606">
                  <a:moveTo>
                    <a:pt x="211103" y="91077"/>
                  </a:moveTo>
                  <a:lnTo>
                    <a:pt x="140060" y="0"/>
                  </a:lnTo>
                  <a:lnTo>
                    <a:pt x="0" y="107607"/>
                  </a:lnTo>
                  <a:lnTo>
                    <a:pt x="211103" y="91077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8" name="Freeform 237">
              <a:extLst>
                <a:ext uri="{FF2B5EF4-FFF2-40B4-BE49-F238E27FC236}">
                  <a16:creationId xmlns:a16="http://schemas.microsoft.com/office/drawing/2014/main" id="{86D82061-519D-30FC-6550-1A2EC92FA64B}"/>
                </a:ext>
              </a:extLst>
            </p:cNvPr>
            <p:cNvSpPr/>
            <p:nvPr/>
          </p:nvSpPr>
          <p:spPr>
            <a:xfrm>
              <a:off x="9111960" y="1600781"/>
              <a:ext cx="167047" cy="119977"/>
            </a:xfrm>
            <a:custGeom>
              <a:avLst/>
              <a:gdLst>
                <a:gd name="connsiteX0" fmla="*/ 53656 w 167047"/>
                <a:gd name="connsiteY0" fmla="*/ 0 h 119977"/>
                <a:gd name="connsiteX1" fmla="*/ 0 w 167047"/>
                <a:gd name="connsiteY1" fmla="*/ 119978 h 119977"/>
                <a:gd name="connsiteX2" fmla="*/ 167048 w 167047"/>
                <a:gd name="connsiteY2" fmla="*/ 95023 h 119977"/>
                <a:gd name="connsiteX3" fmla="*/ 53656 w 167047"/>
                <a:gd name="connsiteY3" fmla="*/ 0 h 1199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7047" h="119977">
                  <a:moveTo>
                    <a:pt x="53656" y="0"/>
                  </a:moveTo>
                  <a:lnTo>
                    <a:pt x="0" y="119978"/>
                  </a:lnTo>
                  <a:lnTo>
                    <a:pt x="167048" y="95023"/>
                  </a:lnTo>
                  <a:lnTo>
                    <a:pt x="53656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9" name="Freeform 238">
              <a:extLst>
                <a:ext uri="{FF2B5EF4-FFF2-40B4-BE49-F238E27FC236}">
                  <a16:creationId xmlns:a16="http://schemas.microsoft.com/office/drawing/2014/main" id="{42A4700F-B365-81D1-DCB0-3F20D9F34C8D}"/>
                </a:ext>
              </a:extLst>
            </p:cNvPr>
            <p:cNvSpPr/>
            <p:nvPr/>
          </p:nvSpPr>
          <p:spPr>
            <a:xfrm>
              <a:off x="8866508" y="1685352"/>
              <a:ext cx="113925" cy="146106"/>
            </a:xfrm>
            <a:custGeom>
              <a:avLst/>
              <a:gdLst>
                <a:gd name="connsiteX0" fmla="*/ 113925 w 113925"/>
                <a:gd name="connsiteY0" fmla="*/ 0 h 146106"/>
                <a:gd name="connsiteX1" fmla="*/ 0 w 113925"/>
                <a:gd name="connsiteY1" fmla="*/ 47671 h 146106"/>
                <a:gd name="connsiteX2" fmla="*/ 101658 w 113925"/>
                <a:gd name="connsiteY2" fmla="*/ 146107 h 146106"/>
                <a:gd name="connsiteX3" fmla="*/ 113925 w 113925"/>
                <a:gd name="connsiteY3" fmla="*/ 0 h 1461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3925" h="146106">
                  <a:moveTo>
                    <a:pt x="113925" y="0"/>
                  </a:moveTo>
                  <a:lnTo>
                    <a:pt x="0" y="47671"/>
                  </a:lnTo>
                  <a:lnTo>
                    <a:pt x="101658" y="146107"/>
                  </a:lnTo>
                  <a:lnTo>
                    <a:pt x="113925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0" name="Freeform 239">
              <a:extLst>
                <a:ext uri="{FF2B5EF4-FFF2-40B4-BE49-F238E27FC236}">
                  <a16:creationId xmlns:a16="http://schemas.microsoft.com/office/drawing/2014/main" id="{E3CB195F-4FA2-4AF5-750F-C6ADDFA71C51}"/>
                </a:ext>
              </a:extLst>
            </p:cNvPr>
            <p:cNvSpPr/>
            <p:nvPr/>
          </p:nvSpPr>
          <p:spPr>
            <a:xfrm>
              <a:off x="8626176" y="1855241"/>
              <a:ext cx="157767" cy="101954"/>
            </a:xfrm>
            <a:custGeom>
              <a:avLst/>
              <a:gdLst>
                <a:gd name="connsiteX0" fmla="*/ 103792 w 157767"/>
                <a:gd name="connsiteY0" fmla="*/ 0 h 101954"/>
                <a:gd name="connsiteX1" fmla="*/ 0 w 157767"/>
                <a:gd name="connsiteY1" fmla="*/ 101955 h 101954"/>
                <a:gd name="connsiteX2" fmla="*/ 157768 w 157767"/>
                <a:gd name="connsiteY2" fmla="*/ 74546 h 101954"/>
                <a:gd name="connsiteX3" fmla="*/ 103792 w 157767"/>
                <a:gd name="connsiteY3" fmla="*/ 0 h 101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7767" h="101954">
                  <a:moveTo>
                    <a:pt x="103792" y="0"/>
                  </a:moveTo>
                  <a:lnTo>
                    <a:pt x="0" y="101955"/>
                  </a:lnTo>
                  <a:lnTo>
                    <a:pt x="157768" y="74546"/>
                  </a:lnTo>
                  <a:lnTo>
                    <a:pt x="103792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1" name="Freeform 240">
              <a:extLst>
                <a:ext uri="{FF2B5EF4-FFF2-40B4-BE49-F238E27FC236}">
                  <a16:creationId xmlns:a16="http://schemas.microsoft.com/office/drawing/2014/main" id="{00DB6813-DAFC-B448-0CD0-C0131D8D337C}"/>
                </a:ext>
              </a:extLst>
            </p:cNvPr>
            <p:cNvSpPr/>
            <p:nvPr/>
          </p:nvSpPr>
          <p:spPr>
            <a:xfrm>
              <a:off x="8509797" y="1733023"/>
              <a:ext cx="104004" cy="294772"/>
            </a:xfrm>
            <a:custGeom>
              <a:avLst/>
              <a:gdLst>
                <a:gd name="connsiteX0" fmla="*/ 55043 w 104004"/>
                <a:gd name="connsiteY0" fmla="*/ 294773 h 294772"/>
                <a:gd name="connsiteX1" fmla="*/ 0 w 104004"/>
                <a:gd name="connsiteY1" fmla="*/ 107820 h 294772"/>
                <a:gd name="connsiteX2" fmla="*/ 104005 w 104004"/>
                <a:gd name="connsiteY2" fmla="*/ 0 h 294772"/>
                <a:gd name="connsiteX3" fmla="*/ 55043 w 104004"/>
                <a:gd name="connsiteY3" fmla="*/ 294773 h 2947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4004" h="294772">
                  <a:moveTo>
                    <a:pt x="55043" y="294773"/>
                  </a:moveTo>
                  <a:lnTo>
                    <a:pt x="0" y="107820"/>
                  </a:lnTo>
                  <a:lnTo>
                    <a:pt x="104005" y="0"/>
                  </a:lnTo>
                  <a:lnTo>
                    <a:pt x="55043" y="294773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2" name="Freeform 241">
              <a:extLst>
                <a:ext uri="{FF2B5EF4-FFF2-40B4-BE49-F238E27FC236}">
                  <a16:creationId xmlns:a16="http://schemas.microsoft.com/office/drawing/2014/main" id="{694B3E45-D785-0A9D-C2A9-57280B78D5F6}"/>
                </a:ext>
              </a:extLst>
            </p:cNvPr>
            <p:cNvSpPr/>
            <p:nvPr/>
          </p:nvSpPr>
          <p:spPr>
            <a:xfrm>
              <a:off x="8134953" y="1840844"/>
              <a:ext cx="374844" cy="123710"/>
            </a:xfrm>
            <a:custGeom>
              <a:avLst/>
              <a:gdLst>
                <a:gd name="connsiteX0" fmla="*/ 276173 w 374844"/>
                <a:gd name="connsiteY0" fmla="*/ 123711 h 123710"/>
                <a:gd name="connsiteX1" fmla="*/ 374845 w 374844"/>
                <a:gd name="connsiteY1" fmla="*/ 0 h 123710"/>
                <a:gd name="connsiteX2" fmla="*/ 0 w 374844"/>
                <a:gd name="connsiteY2" fmla="*/ 35087 h 123710"/>
                <a:gd name="connsiteX3" fmla="*/ 276173 w 374844"/>
                <a:gd name="connsiteY3" fmla="*/ 123711 h 1237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4844" h="123710">
                  <a:moveTo>
                    <a:pt x="276173" y="123711"/>
                  </a:moveTo>
                  <a:lnTo>
                    <a:pt x="374845" y="0"/>
                  </a:lnTo>
                  <a:lnTo>
                    <a:pt x="0" y="35087"/>
                  </a:lnTo>
                  <a:lnTo>
                    <a:pt x="276173" y="123711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3" name="Freeform 242">
              <a:extLst>
                <a:ext uri="{FF2B5EF4-FFF2-40B4-BE49-F238E27FC236}">
                  <a16:creationId xmlns:a16="http://schemas.microsoft.com/office/drawing/2014/main" id="{1E1575D7-5A85-AA8A-CC14-E4EAE73A75EF}"/>
                </a:ext>
              </a:extLst>
            </p:cNvPr>
            <p:cNvSpPr/>
            <p:nvPr/>
          </p:nvSpPr>
          <p:spPr>
            <a:xfrm>
              <a:off x="8411126" y="1840844"/>
              <a:ext cx="153714" cy="186952"/>
            </a:xfrm>
            <a:custGeom>
              <a:avLst/>
              <a:gdLst>
                <a:gd name="connsiteX0" fmla="*/ 98671 w 153714"/>
                <a:gd name="connsiteY0" fmla="*/ 0 h 186952"/>
                <a:gd name="connsiteX1" fmla="*/ 0 w 153714"/>
                <a:gd name="connsiteY1" fmla="*/ 123711 h 186952"/>
                <a:gd name="connsiteX2" fmla="*/ 153714 w 153714"/>
                <a:gd name="connsiteY2" fmla="*/ 186952 h 186952"/>
                <a:gd name="connsiteX3" fmla="*/ 98671 w 153714"/>
                <a:gd name="connsiteY3" fmla="*/ 0 h 18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3714" h="186952">
                  <a:moveTo>
                    <a:pt x="98671" y="0"/>
                  </a:moveTo>
                  <a:lnTo>
                    <a:pt x="0" y="123711"/>
                  </a:lnTo>
                  <a:lnTo>
                    <a:pt x="153714" y="186952"/>
                  </a:lnTo>
                  <a:lnTo>
                    <a:pt x="98671" y="0"/>
                  </a:lnTo>
                  <a:close/>
                </a:path>
              </a:pathLst>
            </a:custGeom>
            <a:solidFill>
              <a:srgbClr val="763B7F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4" name="Freeform 243">
              <a:extLst>
                <a:ext uri="{FF2B5EF4-FFF2-40B4-BE49-F238E27FC236}">
                  <a16:creationId xmlns:a16="http://schemas.microsoft.com/office/drawing/2014/main" id="{BE817D02-269C-ACE7-7748-A664D5EF2930}"/>
                </a:ext>
              </a:extLst>
            </p:cNvPr>
            <p:cNvSpPr/>
            <p:nvPr/>
          </p:nvSpPr>
          <p:spPr>
            <a:xfrm>
              <a:off x="8134953" y="1875931"/>
              <a:ext cx="276173" cy="88623"/>
            </a:xfrm>
            <a:custGeom>
              <a:avLst/>
              <a:gdLst>
                <a:gd name="connsiteX0" fmla="*/ 148380 w 276173"/>
                <a:gd name="connsiteY0" fmla="*/ 88624 h 88623"/>
                <a:gd name="connsiteX1" fmla="*/ 0 w 276173"/>
                <a:gd name="connsiteY1" fmla="*/ 0 h 88623"/>
                <a:gd name="connsiteX2" fmla="*/ 276173 w 276173"/>
                <a:gd name="connsiteY2" fmla="*/ 88624 h 88623"/>
                <a:gd name="connsiteX3" fmla="*/ 148380 w 276173"/>
                <a:gd name="connsiteY3" fmla="*/ 88624 h 886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6173" h="88623">
                  <a:moveTo>
                    <a:pt x="148380" y="88624"/>
                  </a:moveTo>
                  <a:lnTo>
                    <a:pt x="0" y="0"/>
                  </a:lnTo>
                  <a:lnTo>
                    <a:pt x="276173" y="88624"/>
                  </a:lnTo>
                  <a:lnTo>
                    <a:pt x="148380" y="88624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5" name="Freeform 244">
              <a:extLst>
                <a:ext uri="{FF2B5EF4-FFF2-40B4-BE49-F238E27FC236}">
                  <a16:creationId xmlns:a16="http://schemas.microsoft.com/office/drawing/2014/main" id="{5B768EEE-B1FD-64B9-1BCD-C218858D9189}"/>
                </a:ext>
              </a:extLst>
            </p:cNvPr>
            <p:cNvSpPr/>
            <p:nvPr/>
          </p:nvSpPr>
          <p:spPr>
            <a:xfrm>
              <a:off x="7906035" y="2027796"/>
              <a:ext cx="234144" cy="119444"/>
            </a:xfrm>
            <a:custGeom>
              <a:avLst/>
              <a:gdLst>
                <a:gd name="connsiteX0" fmla="*/ 205130 w 234144"/>
                <a:gd name="connsiteY0" fmla="*/ 0 h 119444"/>
                <a:gd name="connsiteX1" fmla="*/ 0 w 234144"/>
                <a:gd name="connsiteY1" fmla="*/ 64521 h 119444"/>
                <a:gd name="connsiteX2" fmla="*/ 234144 w 234144"/>
                <a:gd name="connsiteY2" fmla="*/ 119444 h 119444"/>
                <a:gd name="connsiteX3" fmla="*/ 205130 w 234144"/>
                <a:gd name="connsiteY3" fmla="*/ 0 h 1194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4144" h="119444">
                  <a:moveTo>
                    <a:pt x="205130" y="0"/>
                  </a:moveTo>
                  <a:lnTo>
                    <a:pt x="0" y="64521"/>
                  </a:lnTo>
                  <a:lnTo>
                    <a:pt x="234144" y="119444"/>
                  </a:lnTo>
                  <a:lnTo>
                    <a:pt x="205130" y="0"/>
                  </a:lnTo>
                  <a:close/>
                </a:path>
              </a:pathLst>
            </a:custGeom>
            <a:solidFill>
              <a:srgbClr val="763B7F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6" name="Freeform 245">
              <a:extLst>
                <a:ext uri="{FF2B5EF4-FFF2-40B4-BE49-F238E27FC236}">
                  <a16:creationId xmlns:a16="http://schemas.microsoft.com/office/drawing/2014/main" id="{9EC338D2-85D8-F4DA-903E-E2092D72FAE9}"/>
                </a:ext>
              </a:extLst>
            </p:cNvPr>
            <p:cNvSpPr/>
            <p:nvPr/>
          </p:nvSpPr>
          <p:spPr>
            <a:xfrm>
              <a:off x="7906035" y="2092317"/>
              <a:ext cx="360017" cy="127763"/>
            </a:xfrm>
            <a:custGeom>
              <a:avLst/>
              <a:gdLst>
                <a:gd name="connsiteX0" fmla="*/ 360017 w 360017"/>
                <a:gd name="connsiteY0" fmla="*/ 127763 h 127763"/>
                <a:gd name="connsiteX1" fmla="*/ 0 w 360017"/>
                <a:gd name="connsiteY1" fmla="*/ 0 h 127763"/>
                <a:gd name="connsiteX2" fmla="*/ 234144 w 360017"/>
                <a:gd name="connsiteY2" fmla="*/ 54923 h 127763"/>
                <a:gd name="connsiteX3" fmla="*/ 360017 w 360017"/>
                <a:gd name="connsiteY3" fmla="*/ 127763 h 1277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0017" h="127763">
                  <a:moveTo>
                    <a:pt x="360017" y="127763"/>
                  </a:moveTo>
                  <a:lnTo>
                    <a:pt x="0" y="0"/>
                  </a:lnTo>
                  <a:lnTo>
                    <a:pt x="234144" y="54923"/>
                  </a:lnTo>
                  <a:lnTo>
                    <a:pt x="360017" y="127763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7" name="Freeform 246">
              <a:extLst>
                <a:ext uri="{FF2B5EF4-FFF2-40B4-BE49-F238E27FC236}">
                  <a16:creationId xmlns:a16="http://schemas.microsoft.com/office/drawing/2014/main" id="{7262E6A6-19DD-AB9C-166F-E5F0D1AFDA92}"/>
                </a:ext>
              </a:extLst>
            </p:cNvPr>
            <p:cNvSpPr/>
            <p:nvPr/>
          </p:nvSpPr>
          <p:spPr>
            <a:xfrm>
              <a:off x="7906035" y="2092317"/>
              <a:ext cx="360017" cy="229397"/>
            </a:xfrm>
            <a:custGeom>
              <a:avLst/>
              <a:gdLst>
                <a:gd name="connsiteX0" fmla="*/ 220277 w 360017"/>
                <a:gd name="connsiteY0" fmla="*/ 229398 h 229397"/>
                <a:gd name="connsiteX1" fmla="*/ 0 w 360017"/>
                <a:gd name="connsiteY1" fmla="*/ 0 h 229397"/>
                <a:gd name="connsiteX2" fmla="*/ 360017 w 360017"/>
                <a:gd name="connsiteY2" fmla="*/ 127763 h 229397"/>
                <a:gd name="connsiteX3" fmla="*/ 220277 w 360017"/>
                <a:gd name="connsiteY3" fmla="*/ 229398 h 2293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0017" h="229397">
                  <a:moveTo>
                    <a:pt x="220277" y="229398"/>
                  </a:moveTo>
                  <a:lnTo>
                    <a:pt x="0" y="0"/>
                  </a:lnTo>
                  <a:lnTo>
                    <a:pt x="360017" y="127763"/>
                  </a:lnTo>
                  <a:lnTo>
                    <a:pt x="220277" y="229398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8" name="Freeform 247">
              <a:extLst>
                <a:ext uri="{FF2B5EF4-FFF2-40B4-BE49-F238E27FC236}">
                  <a16:creationId xmlns:a16="http://schemas.microsoft.com/office/drawing/2014/main" id="{B175661E-CB66-1DEB-E43E-B701FDBE322D}"/>
                </a:ext>
              </a:extLst>
            </p:cNvPr>
            <p:cNvSpPr/>
            <p:nvPr/>
          </p:nvSpPr>
          <p:spPr>
            <a:xfrm>
              <a:off x="7762989" y="2600597"/>
              <a:ext cx="198836" cy="163596"/>
            </a:xfrm>
            <a:custGeom>
              <a:avLst/>
              <a:gdLst>
                <a:gd name="connsiteX0" fmla="*/ 85231 w 198836"/>
                <a:gd name="connsiteY0" fmla="*/ 163597 h 163596"/>
                <a:gd name="connsiteX1" fmla="*/ 198836 w 198836"/>
                <a:gd name="connsiteY1" fmla="*/ 0 h 163596"/>
                <a:gd name="connsiteX2" fmla="*/ 0 w 198836"/>
                <a:gd name="connsiteY2" fmla="*/ 85744 h 163596"/>
                <a:gd name="connsiteX3" fmla="*/ 85231 w 198836"/>
                <a:gd name="connsiteY3" fmla="*/ 163597 h 1635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8836" h="163596">
                  <a:moveTo>
                    <a:pt x="85231" y="163597"/>
                  </a:moveTo>
                  <a:lnTo>
                    <a:pt x="198836" y="0"/>
                  </a:lnTo>
                  <a:lnTo>
                    <a:pt x="0" y="85744"/>
                  </a:lnTo>
                  <a:lnTo>
                    <a:pt x="85231" y="163597"/>
                  </a:lnTo>
                  <a:close/>
                </a:path>
              </a:pathLst>
            </a:custGeom>
            <a:solidFill>
              <a:srgbClr val="FF7D00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9" name="Freeform 248">
              <a:extLst>
                <a:ext uri="{FF2B5EF4-FFF2-40B4-BE49-F238E27FC236}">
                  <a16:creationId xmlns:a16="http://schemas.microsoft.com/office/drawing/2014/main" id="{1A881262-A54C-6463-F855-2208C8D48F3D}"/>
                </a:ext>
              </a:extLst>
            </p:cNvPr>
            <p:cNvSpPr/>
            <p:nvPr/>
          </p:nvSpPr>
          <p:spPr>
            <a:xfrm>
              <a:off x="7677438" y="2490217"/>
              <a:ext cx="284386" cy="110379"/>
            </a:xfrm>
            <a:custGeom>
              <a:avLst/>
              <a:gdLst>
                <a:gd name="connsiteX0" fmla="*/ 0 w 284386"/>
                <a:gd name="connsiteY0" fmla="*/ 110380 h 110379"/>
                <a:gd name="connsiteX1" fmla="*/ 284387 w 284386"/>
                <a:gd name="connsiteY1" fmla="*/ 110380 h 110379"/>
                <a:gd name="connsiteX2" fmla="*/ 85551 w 284386"/>
                <a:gd name="connsiteY2" fmla="*/ 0 h 110379"/>
                <a:gd name="connsiteX3" fmla="*/ 0 w 284386"/>
                <a:gd name="connsiteY3" fmla="*/ 110380 h 1103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4386" h="110379">
                  <a:moveTo>
                    <a:pt x="0" y="110380"/>
                  </a:moveTo>
                  <a:lnTo>
                    <a:pt x="284387" y="110380"/>
                  </a:lnTo>
                  <a:lnTo>
                    <a:pt x="85551" y="0"/>
                  </a:lnTo>
                  <a:lnTo>
                    <a:pt x="0" y="110380"/>
                  </a:lnTo>
                  <a:close/>
                </a:path>
              </a:pathLst>
            </a:custGeom>
            <a:solidFill>
              <a:srgbClr val="763B7F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0" name="Freeform 249">
              <a:extLst>
                <a:ext uri="{FF2B5EF4-FFF2-40B4-BE49-F238E27FC236}">
                  <a16:creationId xmlns:a16="http://schemas.microsoft.com/office/drawing/2014/main" id="{A2782BF8-C43F-6AA2-38E0-1A5703AE7ADD}"/>
                </a:ext>
              </a:extLst>
            </p:cNvPr>
            <p:cNvSpPr/>
            <p:nvPr/>
          </p:nvSpPr>
          <p:spPr>
            <a:xfrm>
              <a:off x="7762989" y="2436041"/>
              <a:ext cx="337936" cy="54176"/>
            </a:xfrm>
            <a:custGeom>
              <a:avLst/>
              <a:gdLst>
                <a:gd name="connsiteX0" fmla="*/ 337936 w 337936"/>
                <a:gd name="connsiteY0" fmla="*/ 41805 h 54176"/>
                <a:gd name="connsiteX1" fmla="*/ 0 w 337936"/>
                <a:gd name="connsiteY1" fmla="*/ 54177 h 54176"/>
                <a:gd name="connsiteX2" fmla="*/ 121179 w 337936"/>
                <a:gd name="connsiteY2" fmla="*/ 0 h 54176"/>
                <a:gd name="connsiteX3" fmla="*/ 337936 w 337936"/>
                <a:gd name="connsiteY3" fmla="*/ 41805 h 541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936" h="54176">
                  <a:moveTo>
                    <a:pt x="337936" y="41805"/>
                  </a:moveTo>
                  <a:lnTo>
                    <a:pt x="0" y="54177"/>
                  </a:lnTo>
                  <a:lnTo>
                    <a:pt x="121179" y="0"/>
                  </a:lnTo>
                  <a:lnTo>
                    <a:pt x="337936" y="41805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1" name="Freeform 250">
              <a:extLst>
                <a:ext uri="{FF2B5EF4-FFF2-40B4-BE49-F238E27FC236}">
                  <a16:creationId xmlns:a16="http://schemas.microsoft.com/office/drawing/2014/main" id="{B17AEC0F-B73D-765A-3B98-8B8477C415F0}"/>
                </a:ext>
              </a:extLst>
            </p:cNvPr>
            <p:cNvSpPr/>
            <p:nvPr/>
          </p:nvSpPr>
          <p:spPr>
            <a:xfrm>
              <a:off x="7714133" y="2283109"/>
              <a:ext cx="203743" cy="88836"/>
            </a:xfrm>
            <a:custGeom>
              <a:avLst/>
              <a:gdLst>
                <a:gd name="connsiteX0" fmla="*/ 0 w 203743"/>
                <a:gd name="connsiteY0" fmla="*/ 88837 h 88836"/>
                <a:gd name="connsiteX1" fmla="*/ 203743 w 203743"/>
                <a:gd name="connsiteY1" fmla="*/ 63881 h 88836"/>
                <a:gd name="connsiteX2" fmla="*/ 139633 w 203743"/>
                <a:gd name="connsiteY2" fmla="*/ 0 h 88836"/>
                <a:gd name="connsiteX3" fmla="*/ 0 w 203743"/>
                <a:gd name="connsiteY3" fmla="*/ 88837 h 888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743" h="88836">
                  <a:moveTo>
                    <a:pt x="0" y="88837"/>
                  </a:moveTo>
                  <a:lnTo>
                    <a:pt x="203743" y="63881"/>
                  </a:lnTo>
                  <a:lnTo>
                    <a:pt x="139633" y="0"/>
                  </a:lnTo>
                  <a:lnTo>
                    <a:pt x="0" y="88837"/>
                  </a:lnTo>
                  <a:close/>
                </a:path>
              </a:pathLst>
            </a:custGeom>
            <a:solidFill>
              <a:srgbClr val="F47820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2" name="Freeform 251">
              <a:extLst>
                <a:ext uri="{FF2B5EF4-FFF2-40B4-BE49-F238E27FC236}">
                  <a16:creationId xmlns:a16="http://schemas.microsoft.com/office/drawing/2014/main" id="{3B1E667F-54E9-B28B-94C5-DD8953374E2F}"/>
                </a:ext>
              </a:extLst>
            </p:cNvPr>
            <p:cNvSpPr/>
            <p:nvPr/>
          </p:nvSpPr>
          <p:spPr>
            <a:xfrm>
              <a:off x="7894621" y="2172089"/>
              <a:ext cx="134086" cy="174901"/>
            </a:xfrm>
            <a:custGeom>
              <a:avLst/>
              <a:gdLst>
                <a:gd name="connsiteX0" fmla="*/ 0 w 134086"/>
                <a:gd name="connsiteY0" fmla="*/ 0 h 174901"/>
                <a:gd name="connsiteX1" fmla="*/ 23255 w 134086"/>
                <a:gd name="connsiteY1" fmla="*/ 174901 h 174901"/>
                <a:gd name="connsiteX2" fmla="*/ 134086 w 134086"/>
                <a:gd name="connsiteY2" fmla="*/ 130643 h 174901"/>
                <a:gd name="connsiteX3" fmla="*/ 0 w 134086"/>
                <a:gd name="connsiteY3" fmla="*/ 0 h 1749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4086" h="174901">
                  <a:moveTo>
                    <a:pt x="0" y="0"/>
                  </a:moveTo>
                  <a:lnTo>
                    <a:pt x="23255" y="174901"/>
                  </a:lnTo>
                  <a:lnTo>
                    <a:pt x="134086" y="13064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3" name="Freeform 252">
              <a:extLst>
                <a:ext uri="{FF2B5EF4-FFF2-40B4-BE49-F238E27FC236}">
                  <a16:creationId xmlns:a16="http://schemas.microsoft.com/office/drawing/2014/main" id="{54EDAEA4-88DE-D36D-F5ED-F7F2D27EB052}"/>
                </a:ext>
              </a:extLst>
            </p:cNvPr>
            <p:cNvSpPr/>
            <p:nvPr/>
          </p:nvSpPr>
          <p:spPr>
            <a:xfrm>
              <a:off x="7917876" y="2321715"/>
              <a:ext cx="208436" cy="156131"/>
            </a:xfrm>
            <a:custGeom>
              <a:avLst/>
              <a:gdLst>
                <a:gd name="connsiteX0" fmla="*/ 208437 w 208436"/>
                <a:gd name="connsiteY0" fmla="*/ 0 h 156131"/>
                <a:gd name="connsiteX1" fmla="*/ 0 w 208436"/>
                <a:gd name="connsiteY1" fmla="*/ 25275 h 156131"/>
                <a:gd name="connsiteX2" fmla="*/ 183049 w 208436"/>
                <a:gd name="connsiteY2" fmla="*/ 156131 h 156131"/>
                <a:gd name="connsiteX3" fmla="*/ 208437 w 208436"/>
                <a:gd name="connsiteY3" fmla="*/ 0 h 156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8436" h="156131">
                  <a:moveTo>
                    <a:pt x="208437" y="0"/>
                  </a:moveTo>
                  <a:lnTo>
                    <a:pt x="0" y="25275"/>
                  </a:lnTo>
                  <a:lnTo>
                    <a:pt x="183049" y="156131"/>
                  </a:lnTo>
                  <a:lnTo>
                    <a:pt x="208437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4" name="Freeform 253">
              <a:extLst>
                <a:ext uri="{FF2B5EF4-FFF2-40B4-BE49-F238E27FC236}">
                  <a16:creationId xmlns:a16="http://schemas.microsoft.com/office/drawing/2014/main" id="{EAF050CD-9DBC-1C86-5EFA-3FA7714FBBB7}"/>
                </a:ext>
              </a:extLst>
            </p:cNvPr>
            <p:cNvSpPr/>
            <p:nvPr/>
          </p:nvSpPr>
          <p:spPr>
            <a:xfrm>
              <a:off x="8443021" y="1616778"/>
              <a:ext cx="170781" cy="116245"/>
            </a:xfrm>
            <a:custGeom>
              <a:avLst/>
              <a:gdLst>
                <a:gd name="connsiteX0" fmla="*/ 0 w 170781"/>
                <a:gd name="connsiteY0" fmla="*/ 99288 h 116245"/>
                <a:gd name="connsiteX1" fmla="*/ 153714 w 170781"/>
                <a:gd name="connsiteY1" fmla="*/ 0 h 116245"/>
                <a:gd name="connsiteX2" fmla="*/ 170781 w 170781"/>
                <a:gd name="connsiteY2" fmla="*/ 116245 h 116245"/>
                <a:gd name="connsiteX3" fmla="*/ 0 w 170781"/>
                <a:gd name="connsiteY3" fmla="*/ 99288 h 1162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0781" h="116245">
                  <a:moveTo>
                    <a:pt x="0" y="99288"/>
                  </a:moveTo>
                  <a:lnTo>
                    <a:pt x="153714" y="0"/>
                  </a:lnTo>
                  <a:lnTo>
                    <a:pt x="170781" y="116245"/>
                  </a:lnTo>
                  <a:lnTo>
                    <a:pt x="0" y="99288"/>
                  </a:lnTo>
                  <a:close/>
                </a:path>
              </a:pathLst>
            </a:custGeom>
            <a:solidFill>
              <a:srgbClr val="FF7D00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5" name="Freeform 254">
              <a:extLst>
                <a:ext uri="{FF2B5EF4-FFF2-40B4-BE49-F238E27FC236}">
                  <a16:creationId xmlns:a16="http://schemas.microsoft.com/office/drawing/2014/main" id="{B1F49946-2E36-53BB-D0E5-461CAA9F5A9C}"/>
                </a:ext>
              </a:extLst>
            </p:cNvPr>
            <p:cNvSpPr/>
            <p:nvPr/>
          </p:nvSpPr>
          <p:spPr>
            <a:xfrm>
              <a:off x="8626176" y="1668075"/>
              <a:ext cx="103791" cy="289120"/>
            </a:xfrm>
            <a:custGeom>
              <a:avLst/>
              <a:gdLst>
                <a:gd name="connsiteX0" fmla="*/ 103792 w 103791"/>
                <a:gd name="connsiteY0" fmla="*/ 187166 h 289120"/>
                <a:gd name="connsiteX1" fmla="*/ 42349 w 103791"/>
                <a:gd name="connsiteY1" fmla="*/ 0 h 289120"/>
                <a:gd name="connsiteX2" fmla="*/ 0 w 103791"/>
                <a:gd name="connsiteY2" fmla="*/ 289120 h 289120"/>
                <a:gd name="connsiteX3" fmla="*/ 103792 w 103791"/>
                <a:gd name="connsiteY3" fmla="*/ 187166 h 2891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3791" h="289120">
                  <a:moveTo>
                    <a:pt x="103792" y="187166"/>
                  </a:moveTo>
                  <a:lnTo>
                    <a:pt x="42349" y="0"/>
                  </a:lnTo>
                  <a:lnTo>
                    <a:pt x="0" y="289120"/>
                  </a:lnTo>
                  <a:lnTo>
                    <a:pt x="103792" y="187166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6" name="Freeform 255">
              <a:extLst>
                <a:ext uri="{FF2B5EF4-FFF2-40B4-BE49-F238E27FC236}">
                  <a16:creationId xmlns:a16="http://schemas.microsoft.com/office/drawing/2014/main" id="{1F880B52-4A35-0BFD-A3B1-EDF4D3A83741}"/>
                </a:ext>
              </a:extLst>
            </p:cNvPr>
            <p:cNvSpPr/>
            <p:nvPr/>
          </p:nvSpPr>
          <p:spPr>
            <a:xfrm>
              <a:off x="8668525" y="1668075"/>
              <a:ext cx="97284" cy="187165"/>
            </a:xfrm>
            <a:custGeom>
              <a:avLst/>
              <a:gdLst>
                <a:gd name="connsiteX0" fmla="*/ 97285 w 97284"/>
                <a:gd name="connsiteY0" fmla="*/ 44792 h 187165"/>
                <a:gd name="connsiteX1" fmla="*/ 0 w 97284"/>
                <a:gd name="connsiteY1" fmla="*/ 0 h 187165"/>
                <a:gd name="connsiteX2" fmla="*/ 61443 w 97284"/>
                <a:gd name="connsiteY2" fmla="*/ 187166 h 187165"/>
                <a:gd name="connsiteX3" fmla="*/ 97285 w 97284"/>
                <a:gd name="connsiteY3" fmla="*/ 44792 h 1871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7284" h="187165">
                  <a:moveTo>
                    <a:pt x="97285" y="44792"/>
                  </a:moveTo>
                  <a:lnTo>
                    <a:pt x="0" y="0"/>
                  </a:lnTo>
                  <a:lnTo>
                    <a:pt x="61443" y="187166"/>
                  </a:lnTo>
                  <a:lnTo>
                    <a:pt x="97285" y="44792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7" name="Freeform 256">
              <a:extLst>
                <a:ext uri="{FF2B5EF4-FFF2-40B4-BE49-F238E27FC236}">
                  <a16:creationId xmlns:a16="http://schemas.microsoft.com/office/drawing/2014/main" id="{12F57C74-6A09-FC3A-B362-32A161913F6C}"/>
                </a:ext>
              </a:extLst>
            </p:cNvPr>
            <p:cNvSpPr/>
            <p:nvPr/>
          </p:nvSpPr>
          <p:spPr>
            <a:xfrm>
              <a:off x="8980433" y="1685352"/>
              <a:ext cx="166087" cy="190578"/>
            </a:xfrm>
            <a:custGeom>
              <a:avLst/>
              <a:gdLst>
                <a:gd name="connsiteX0" fmla="*/ 0 w 166087"/>
                <a:gd name="connsiteY0" fmla="*/ 0 h 190578"/>
                <a:gd name="connsiteX1" fmla="*/ 166088 w 166087"/>
                <a:gd name="connsiteY1" fmla="*/ 190579 h 190578"/>
                <a:gd name="connsiteX2" fmla="*/ 131526 w 166087"/>
                <a:gd name="connsiteY2" fmla="*/ 35407 h 190578"/>
                <a:gd name="connsiteX3" fmla="*/ 0 w 166087"/>
                <a:gd name="connsiteY3" fmla="*/ 0 h 1905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6087" h="190578">
                  <a:moveTo>
                    <a:pt x="0" y="0"/>
                  </a:moveTo>
                  <a:lnTo>
                    <a:pt x="166088" y="190579"/>
                  </a:lnTo>
                  <a:lnTo>
                    <a:pt x="131526" y="3540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8" name="Freeform 257">
              <a:extLst>
                <a:ext uri="{FF2B5EF4-FFF2-40B4-BE49-F238E27FC236}">
                  <a16:creationId xmlns:a16="http://schemas.microsoft.com/office/drawing/2014/main" id="{502F92E5-2BC3-4E44-50AD-1E4A8412C8D5}"/>
                </a:ext>
              </a:extLst>
            </p:cNvPr>
            <p:cNvSpPr/>
            <p:nvPr/>
          </p:nvSpPr>
          <p:spPr>
            <a:xfrm>
              <a:off x="9324769" y="1840844"/>
              <a:ext cx="189235" cy="223958"/>
            </a:xfrm>
            <a:custGeom>
              <a:avLst/>
              <a:gdLst>
                <a:gd name="connsiteX0" fmla="*/ 0 w 189235"/>
                <a:gd name="connsiteY0" fmla="*/ 164450 h 223958"/>
                <a:gd name="connsiteX1" fmla="*/ 189236 w 189235"/>
                <a:gd name="connsiteY1" fmla="*/ 0 h 223958"/>
                <a:gd name="connsiteX2" fmla="*/ 131313 w 189235"/>
                <a:gd name="connsiteY2" fmla="*/ 223959 h 223958"/>
                <a:gd name="connsiteX3" fmla="*/ 0 w 189235"/>
                <a:gd name="connsiteY3" fmla="*/ 164450 h 223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9235" h="223958">
                  <a:moveTo>
                    <a:pt x="0" y="164450"/>
                  </a:moveTo>
                  <a:lnTo>
                    <a:pt x="189236" y="0"/>
                  </a:lnTo>
                  <a:lnTo>
                    <a:pt x="131313" y="223959"/>
                  </a:lnTo>
                  <a:lnTo>
                    <a:pt x="0" y="16445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9" name="Freeform 258">
              <a:extLst>
                <a:ext uri="{FF2B5EF4-FFF2-40B4-BE49-F238E27FC236}">
                  <a16:creationId xmlns:a16="http://schemas.microsoft.com/office/drawing/2014/main" id="{80DE08F9-B774-3194-D8F0-1ED44C49B503}"/>
                </a:ext>
              </a:extLst>
            </p:cNvPr>
            <p:cNvSpPr/>
            <p:nvPr/>
          </p:nvSpPr>
          <p:spPr>
            <a:xfrm>
              <a:off x="10209719" y="2381971"/>
              <a:ext cx="126192" cy="73266"/>
            </a:xfrm>
            <a:custGeom>
              <a:avLst/>
              <a:gdLst>
                <a:gd name="connsiteX0" fmla="*/ 0 w 126192"/>
                <a:gd name="connsiteY0" fmla="*/ 0 h 73266"/>
                <a:gd name="connsiteX1" fmla="*/ 119259 w 126192"/>
                <a:gd name="connsiteY1" fmla="*/ 10132 h 73266"/>
                <a:gd name="connsiteX2" fmla="*/ 126193 w 126192"/>
                <a:gd name="connsiteY2" fmla="*/ 73266 h 73266"/>
                <a:gd name="connsiteX3" fmla="*/ 0 w 126192"/>
                <a:gd name="connsiteY3" fmla="*/ 0 h 732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192" h="73266">
                  <a:moveTo>
                    <a:pt x="0" y="0"/>
                  </a:moveTo>
                  <a:lnTo>
                    <a:pt x="119259" y="10132"/>
                  </a:lnTo>
                  <a:lnTo>
                    <a:pt x="126193" y="73266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0" name="Freeform 259">
              <a:extLst>
                <a:ext uri="{FF2B5EF4-FFF2-40B4-BE49-F238E27FC236}">
                  <a16:creationId xmlns:a16="http://schemas.microsoft.com/office/drawing/2014/main" id="{BDB4526D-D77C-91D4-E9E5-1E2C40D3A24A}"/>
                </a:ext>
              </a:extLst>
            </p:cNvPr>
            <p:cNvSpPr/>
            <p:nvPr/>
          </p:nvSpPr>
          <p:spPr>
            <a:xfrm>
              <a:off x="10089713" y="2381971"/>
              <a:ext cx="246198" cy="165089"/>
            </a:xfrm>
            <a:custGeom>
              <a:avLst/>
              <a:gdLst>
                <a:gd name="connsiteX0" fmla="*/ 0 w 246198"/>
                <a:gd name="connsiteY0" fmla="*/ 165090 h 165089"/>
                <a:gd name="connsiteX1" fmla="*/ 120006 w 246198"/>
                <a:gd name="connsiteY1" fmla="*/ 0 h 165089"/>
                <a:gd name="connsiteX2" fmla="*/ 246198 w 246198"/>
                <a:gd name="connsiteY2" fmla="*/ 73266 h 165089"/>
                <a:gd name="connsiteX3" fmla="*/ 0 w 246198"/>
                <a:gd name="connsiteY3" fmla="*/ 165090 h 1650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6198" h="165089">
                  <a:moveTo>
                    <a:pt x="0" y="165090"/>
                  </a:moveTo>
                  <a:lnTo>
                    <a:pt x="120006" y="0"/>
                  </a:lnTo>
                  <a:lnTo>
                    <a:pt x="246198" y="73266"/>
                  </a:lnTo>
                  <a:lnTo>
                    <a:pt x="0" y="16509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1" name="Freeform 260">
              <a:extLst>
                <a:ext uri="{FF2B5EF4-FFF2-40B4-BE49-F238E27FC236}">
                  <a16:creationId xmlns:a16="http://schemas.microsoft.com/office/drawing/2014/main" id="{E245D81C-37CB-CC7D-B395-52DDEC929EC9}"/>
                </a:ext>
              </a:extLst>
            </p:cNvPr>
            <p:cNvSpPr/>
            <p:nvPr/>
          </p:nvSpPr>
          <p:spPr>
            <a:xfrm>
              <a:off x="10089713" y="2538102"/>
              <a:ext cx="222837" cy="136401"/>
            </a:xfrm>
            <a:custGeom>
              <a:avLst/>
              <a:gdLst>
                <a:gd name="connsiteX0" fmla="*/ 222837 w 222837"/>
                <a:gd name="connsiteY0" fmla="*/ 136401 h 136401"/>
                <a:gd name="connsiteX1" fmla="*/ 0 w 222837"/>
                <a:gd name="connsiteY1" fmla="*/ 8958 h 136401"/>
                <a:gd name="connsiteX2" fmla="*/ 188702 w 222837"/>
                <a:gd name="connsiteY2" fmla="*/ 0 h 136401"/>
                <a:gd name="connsiteX3" fmla="*/ 222837 w 222837"/>
                <a:gd name="connsiteY3" fmla="*/ 136401 h 136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2837" h="136401">
                  <a:moveTo>
                    <a:pt x="222837" y="136401"/>
                  </a:moveTo>
                  <a:lnTo>
                    <a:pt x="0" y="8958"/>
                  </a:lnTo>
                  <a:lnTo>
                    <a:pt x="188702" y="0"/>
                  </a:lnTo>
                  <a:lnTo>
                    <a:pt x="222837" y="136401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2" name="Freeform 261">
              <a:extLst>
                <a:ext uri="{FF2B5EF4-FFF2-40B4-BE49-F238E27FC236}">
                  <a16:creationId xmlns:a16="http://schemas.microsoft.com/office/drawing/2014/main" id="{30DB1E09-A2FE-D0FB-662D-B3586F76C072}"/>
                </a:ext>
              </a:extLst>
            </p:cNvPr>
            <p:cNvSpPr/>
            <p:nvPr/>
          </p:nvSpPr>
          <p:spPr>
            <a:xfrm>
              <a:off x="10089713" y="2455237"/>
              <a:ext cx="246198" cy="91823"/>
            </a:xfrm>
            <a:custGeom>
              <a:avLst/>
              <a:gdLst>
                <a:gd name="connsiteX0" fmla="*/ 246198 w 246198"/>
                <a:gd name="connsiteY0" fmla="*/ 0 h 91823"/>
                <a:gd name="connsiteX1" fmla="*/ 188702 w 246198"/>
                <a:gd name="connsiteY1" fmla="*/ 82865 h 91823"/>
                <a:gd name="connsiteX2" fmla="*/ 0 w 246198"/>
                <a:gd name="connsiteY2" fmla="*/ 91823 h 91823"/>
                <a:gd name="connsiteX3" fmla="*/ 246198 w 246198"/>
                <a:gd name="connsiteY3" fmla="*/ 0 h 918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6198" h="91823">
                  <a:moveTo>
                    <a:pt x="246198" y="0"/>
                  </a:moveTo>
                  <a:lnTo>
                    <a:pt x="188702" y="82865"/>
                  </a:lnTo>
                  <a:lnTo>
                    <a:pt x="0" y="91823"/>
                  </a:lnTo>
                  <a:lnTo>
                    <a:pt x="246198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3" name="Freeform 262">
              <a:extLst>
                <a:ext uri="{FF2B5EF4-FFF2-40B4-BE49-F238E27FC236}">
                  <a16:creationId xmlns:a16="http://schemas.microsoft.com/office/drawing/2014/main" id="{DBBF3DAB-33F3-E14B-0730-0F7D9C57F7D0}"/>
                </a:ext>
              </a:extLst>
            </p:cNvPr>
            <p:cNvSpPr/>
            <p:nvPr/>
          </p:nvSpPr>
          <p:spPr>
            <a:xfrm>
              <a:off x="10328977" y="2392102"/>
              <a:ext cx="139526" cy="92462"/>
            </a:xfrm>
            <a:custGeom>
              <a:avLst/>
              <a:gdLst>
                <a:gd name="connsiteX0" fmla="*/ 139527 w 139526"/>
                <a:gd name="connsiteY0" fmla="*/ 92463 h 92462"/>
                <a:gd name="connsiteX1" fmla="*/ 6934 w 139526"/>
                <a:gd name="connsiteY1" fmla="*/ 63135 h 92462"/>
                <a:gd name="connsiteX2" fmla="*/ 0 w 139526"/>
                <a:gd name="connsiteY2" fmla="*/ 0 h 92462"/>
                <a:gd name="connsiteX3" fmla="*/ 139527 w 139526"/>
                <a:gd name="connsiteY3" fmla="*/ 92463 h 924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9526" h="92462">
                  <a:moveTo>
                    <a:pt x="139527" y="92463"/>
                  </a:moveTo>
                  <a:lnTo>
                    <a:pt x="6934" y="63135"/>
                  </a:lnTo>
                  <a:lnTo>
                    <a:pt x="0" y="0"/>
                  </a:lnTo>
                  <a:lnTo>
                    <a:pt x="139527" y="92463"/>
                  </a:lnTo>
                  <a:close/>
                </a:path>
              </a:pathLst>
            </a:custGeom>
            <a:solidFill>
              <a:srgbClr val="F47820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4" name="Freeform 263">
              <a:extLst>
                <a:ext uri="{FF2B5EF4-FFF2-40B4-BE49-F238E27FC236}">
                  <a16:creationId xmlns:a16="http://schemas.microsoft.com/office/drawing/2014/main" id="{69D98B2A-66C8-128E-9D15-CBDBA6BD828C}"/>
                </a:ext>
              </a:extLst>
            </p:cNvPr>
            <p:cNvSpPr/>
            <p:nvPr/>
          </p:nvSpPr>
          <p:spPr>
            <a:xfrm>
              <a:off x="10278415" y="2504721"/>
              <a:ext cx="248972" cy="131175"/>
            </a:xfrm>
            <a:custGeom>
              <a:avLst/>
              <a:gdLst>
                <a:gd name="connsiteX0" fmla="*/ 0 w 248972"/>
                <a:gd name="connsiteY0" fmla="*/ 33381 h 131175"/>
                <a:gd name="connsiteX1" fmla="*/ 160541 w 248972"/>
                <a:gd name="connsiteY1" fmla="*/ 0 h 131175"/>
                <a:gd name="connsiteX2" fmla="*/ 248972 w 248972"/>
                <a:gd name="connsiteY2" fmla="*/ 131176 h 131175"/>
                <a:gd name="connsiteX3" fmla="*/ 0 w 248972"/>
                <a:gd name="connsiteY3" fmla="*/ 33381 h 1311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8972" h="131175">
                  <a:moveTo>
                    <a:pt x="0" y="33381"/>
                  </a:moveTo>
                  <a:lnTo>
                    <a:pt x="160541" y="0"/>
                  </a:lnTo>
                  <a:lnTo>
                    <a:pt x="248972" y="131176"/>
                  </a:lnTo>
                  <a:lnTo>
                    <a:pt x="0" y="33381"/>
                  </a:lnTo>
                  <a:close/>
                </a:path>
              </a:pathLst>
            </a:custGeom>
            <a:solidFill>
              <a:srgbClr val="763B7F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5" name="Freeform 264">
              <a:extLst>
                <a:ext uri="{FF2B5EF4-FFF2-40B4-BE49-F238E27FC236}">
                  <a16:creationId xmlns:a16="http://schemas.microsoft.com/office/drawing/2014/main" id="{BD349B76-1664-260E-E025-F58A04F417CB}"/>
                </a:ext>
              </a:extLst>
            </p:cNvPr>
            <p:cNvSpPr/>
            <p:nvPr/>
          </p:nvSpPr>
          <p:spPr>
            <a:xfrm>
              <a:off x="10312550" y="2674503"/>
              <a:ext cx="258145" cy="84037"/>
            </a:xfrm>
            <a:custGeom>
              <a:avLst/>
              <a:gdLst>
                <a:gd name="connsiteX0" fmla="*/ 0 w 258145"/>
                <a:gd name="connsiteY0" fmla="*/ 0 h 84037"/>
                <a:gd name="connsiteX1" fmla="*/ 258146 w 258145"/>
                <a:gd name="connsiteY1" fmla="*/ 14611 h 84037"/>
                <a:gd name="connsiteX2" fmla="*/ 86191 w 258145"/>
                <a:gd name="connsiteY2" fmla="*/ 84038 h 84037"/>
                <a:gd name="connsiteX3" fmla="*/ 0 w 258145"/>
                <a:gd name="connsiteY3" fmla="*/ 0 h 840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145" h="84037">
                  <a:moveTo>
                    <a:pt x="0" y="0"/>
                  </a:moveTo>
                  <a:lnTo>
                    <a:pt x="258146" y="14611"/>
                  </a:lnTo>
                  <a:lnTo>
                    <a:pt x="86191" y="8403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47820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6" name="Freeform 265">
              <a:extLst>
                <a:ext uri="{FF2B5EF4-FFF2-40B4-BE49-F238E27FC236}">
                  <a16:creationId xmlns:a16="http://schemas.microsoft.com/office/drawing/2014/main" id="{63C1F54A-69AA-B399-FBB2-370EB511649A}"/>
                </a:ext>
              </a:extLst>
            </p:cNvPr>
            <p:cNvSpPr/>
            <p:nvPr/>
          </p:nvSpPr>
          <p:spPr>
            <a:xfrm>
              <a:off x="9749216" y="2597078"/>
              <a:ext cx="115738" cy="123390"/>
            </a:xfrm>
            <a:custGeom>
              <a:avLst/>
              <a:gdLst>
                <a:gd name="connsiteX0" fmla="*/ 85871 w 115738"/>
                <a:gd name="connsiteY0" fmla="*/ 123390 h 123390"/>
                <a:gd name="connsiteX1" fmla="*/ 115739 w 115738"/>
                <a:gd name="connsiteY1" fmla="*/ 0 h 123390"/>
                <a:gd name="connsiteX2" fmla="*/ 0 w 115738"/>
                <a:gd name="connsiteY2" fmla="*/ 115605 h 123390"/>
                <a:gd name="connsiteX3" fmla="*/ 85871 w 115738"/>
                <a:gd name="connsiteY3" fmla="*/ 123390 h 1233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5738" h="123390">
                  <a:moveTo>
                    <a:pt x="85871" y="123390"/>
                  </a:moveTo>
                  <a:lnTo>
                    <a:pt x="115739" y="0"/>
                  </a:lnTo>
                  <a:lnTo>
                    <a:pt x="0" y="115605"/>
                  </a:lnTo>
                  <a:lnTo>
                    <a:pt x="85871" y="12339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7" name="Freeform 266">
              <a:extLst>
                <a:ext uri="{FF2B5EF4-FFF2-40B4-BE49-F238E27FC236}">
                  <a16:creationId xmlns:a16="http://schemas.microsoft.com/office/drawing/2014/main" id="{E6445A1A-EBEC-6669-2031-44FBBC1C63BE}"/>
                </a:ext>
              </a:extLst>
            </p:cNvPr>
            <p:cNvSpPr/>
            <p:nvPr/>
          </p:nvSpPr>
          <p:spPr>
            <a:xfrm>
              <a:off x="9835087" y="2694127"/>
              <a:ext cx="98458" cy="87983"/>
            </a:xfrm>
            <a:custGeom>
              <a:avLst/>
              <a:gdLst>
                <a:gd name="connsiteX0" fmla="*/ 98458 w 98458"/>
                <a:gd name="connsiteY0" fmla="*/ 0 h 87983"/>
                <a:gd name="connsiteX1" fmla="*/ 0 w 98458"/>
                <a:gd name="connsiteY1" fmla="*/ 26342 h 87983"/>
                <a:gd name="connsiteX2" fmla="*/ 39362 w 98458"/>
                <a:gd name="connsiteY2" fmla="*/ 87984 h 87983"/>
                <a:gd name="connsiteX3" fmla="*/ 98458 w 98458"/>
                <a:gd name="connsiteY3" fmla="*/ 0 h 87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8458" h="87983">
                  <a:moveTo>
                    <a:pt x="98458" y="0"/>
                  </a:moveTo>
                  <a:lnTo>
                    <a:pt x="0" y="26342"/>
                  </a:lnTo>
                  <a:lnTo>
                    <a:pt x="39362" y="87984"/>
                  </a:lnTo>
                  <a:lnTo>
                    <a:pt x="98458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8" name="Freeform 267">
              <a:extLst>
                <a:ext uri="{FF2B5EF4-FFF2-40B4-BE49-F238E27FC236}">
                  <a16:creationId xmlns:a16="http://schemas.microsoft.com/office/drawing/2014/main" id="{184E861C-5B5E-99E6-5C3C-848F61ABEDF8}"/>
                </a:ext>
              </a:extLst>
            </p:cNvPr>
            <p:cNvSpPr/>
            <p:nvPr/>
          </p:nvSpPr>
          <p:spPr>
            <a:xfrm>
              <a:off x="9874449" y="2704791"/>
              <a:ext cx="200223" cy="127762"/>
            </a:xfrm>
            <a:custGeom>
              <a:avLst/>
              <a:gdLst>
                <a:gd name="connsiteX0" fmla="*/ 92698 w 200223"/>
                <a:gd name="connsiteY0" fmla="*/ 0 h 127762"/>
                <a:gd name="connsiteX1" fmla="*/ 200223 w 200223"/>
                <a:gd name="connsiteY1" fmla="*/ 127763 h 127762"/>
                <a:gd name="connsiteX2" fmla="*/ 0 w 200223"/>
                <a:gd name="connsiteY2" fmla="*/ 77319 h 127762"/>
                <a:gd name="connsiteX3" fmla="*/ 92698 w 200223"/>
                <a:gd name="connsiteY3" fmla="*/ 0 h 127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0223" h="127762">
                  <a:moveTo>
                    <a:pt x="92698" y="0"/>
                  </a:moveTo>
                  <a:lnTo>
                    <a:pt x="200223" y="127763"/>
                  </a:lnTo>
                  <a:lnTo>
                    <a:pt x="0" y="77319"/>
                  </a:lnTo>
                  <a:lnTo>
                    <a:pt x="92698" y="0"/>
                  </a:lnTo>
                  <a:close/>
                </a:path>
              </a:pathLst>
            </a:custGeom>
            <a:solidFill>
              <a:srgbClr val="F47820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9" name="Freeform 268">
              <a:extLst>
                <a:ext uri="{FF2B5EF4-FFF2-40B4-BE49-F238E27FC236}">
                  <a16:creationId xmlns:a16="http://schemas.microsoft.com/office/drawing/2014/main" id="{BF11877F-E506-1146-7609-EA9B813A8668}"/>
                </a:ext>
              </a:extLst>
            </p:cNvPr>
            <p:cNvSpPr/>
            <p:nvPr/>
          </p:nvSpPr>
          <p:spPr>
            <a:xfrm>
              <a:off x="9967147" y="2674503"/>
              <a:ext cx="185608" cy="107607"/>
            </a:xfrm>
            <a:custGeom>
              <a:avLst/>
              <a:gdLst>
                <a:gd name="connsiteX0" fmla="*/ 185609 w 185608"/>
                <a:gd name="connsiteY0" fmla="*/ 0 h 107607"/>
                <a:gd name="connsiteX1" fmla="*/ 165768 w 185608"/>
                <a:gd name="connsiteY1" fmla="*/ 107607 h 107607"/>
                <a:gd name="connsiteX2" fmla="*/ 0 w 185608"/>
                <a:gd name="connsiteY2" fmla="*/ 30288 h 107607"/>
                <a:gd name="connsiteX3" fmla="*/ 185609 w 185608"/>
                <a:gd name="connsiteY3" fmla="*/ 0 h 1076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5608" h="107607">
                  <a:moveTo>
                    <a:pt x="185609" y="0"/>
                  </a:moveTo>
                  <a:lnTo>
                    <a:pt x="165768" y="107607"/>
                  </a:lnTo>
                  <a:lnTo>
                    <a:pt x="0" y="30288"/>
                  </a:lnTo>
                  <a:lnTo>
                    <a:pt x="185609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0" name="Freeform 269">
              <a:extLst>
                <a:ext uri="{FF2B5EF4-FFF2-40B4-BE49-F238E27FC236}">
                  <a16:creationId xmlns:a16="http://schemas.microsoft.com/office/drawing/2014/main" id="{883C7851-A0F0-1785-F0F8-DFA48436A959}"/>
                </a:ext>
              </a:extLst>
            </p:cNvPr>
            <p:cNvSpPr/>
            <p:nvPr/>
          </p:nvSpPr>
          <p:spPr>
            <a:xfrm>
              <a:off x="10152756" y="2674503"/>
              <a:ext cx="152434" cy="179060"/>
            </a:xfrm>
            <a:custGeom>
              <a:avLst/>
              <a:gdLst>
                <a:gd name="connsiteX0" fmla="*/ 48216 w 152434"/>
                <a:gd name="connsiteY0" fmla="*/ 179060 h 179060"/>
                <a:gd name="connsiteX1" fmla="*/ 0 w 152434"/>
                <a:gd name="connsiteY1" fmla="*/ 0 h 179060"/>
                <a:gd name="connsiteX2" fmla="*/ 152434 w 152434"/>
                <a:gd name="connsiteY2" fmla="*/ 90757 h 179060"/>
                <a:gd name="connsiteX3" fmla="*/ 48216 w 152434"/>
                <a:gd name="connsiteY3" fmla="*/ 179060 h 179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434" h="179060">
                  <a:moveTo>
                    <a:pt x="48216" y="179060"/>
                  </a:moveTo>
                  <a:lnTo>
                    <a:pt x="0" y="0"/>
                  </a:lnTo>
                  <a:lnTo>
                    <a:pt x="152434" y="90757"/>
                  </a:lnTo>
                  <a:lnTo>
                    <a:pt x="48216" y="179060"/>
                  </a:lnTo>
                  <a:close/>
                </a:path>
              </a:pathLst>
            </a:custGeom>
            <a:solidFill>
              <a:srgbClr val="763B7F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1" name="Freeform 270">
              <a:extLst>
                <a:ext uri="{FF2B5EF4-FFF2-40B4-BE49-F238E27FC236}">
                  <a16:creationId xmlns:a16="http://schemas.microsoft.com/office/drawing/2014/main" id="{BC342BA5-0987-207D-758E-55C4CE17D449}"/>
                </a:ext>
              </a:extLst>
            </p:cNvPr>
            <p:cNvSpPr/>
            <p:nvPr/>
          </p:nvSpPr>
          <p:spPr>
            <a:xfrm>
              <a:off x="10133235" y="2857830"/>
              <a:ext cx="117018" cy="94702"/>
            </a:xfrm>
            <a:custGeom>
              <a:avLst/>
              <a:gdLst>
                <a:gd name="connsiteX0" fmla="*/ 25921 w 117018"/>
                <a:gd name="connsiteY0" fmla="*/ 0 h 94702"/>
                <a:gd name="connsiteX1" fmla="*/ 117019 w 117018"/>
                <a:gd name="connsiteY1" fmla="*/ 37753 h 94702"/>
                <a:gd name="connsiteX2" fmla="*/ 0 w 117018"/>
                <a:gd name="connsiteY2" fmla="*/ 94703 h 94702"/>
                <a:gd name="connsiteX3" fmla="*/ 25921 w 117018"/>
                <a:gd name="connsiteY3" fmla="*/ 0 h 94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7018" h="94702">
                  <a:moveTo>
                    <a:pt x="25921" y="0"/>
                  </a:moveTo>
                  <a:lnTo>
                    <a:pt x="117019" y="37753"/>
                  </a:lnTo>
                  <a:lnTo>
                    <a:pt x="0" y="94703"/>
                  </a:lnTo>
                  <a:lnTo>
                    <a:pt x="25921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2" name="Freeform 271">
              <a:extLst>
                <a:ext uri="{FF2B5EF4-FFF2-40B4-BE49-F238E27FC236}">
                  <a16:creationId xmlns:a16="http://schemas.microsoft.com/office/drawing/2014/main" id="{A3DF2A4D-1D57-11BD-9C2C-528102887245}"/>
                </a:ext>
              </a:extLst>
            </p:cNvPr>
            <p:cNvSpPr/>
            <p:nvPr/>
          </p:nvSpPr>
          <p:spPr>
            <a:xfrm>
              <a:off x="10305190" y="2765260"/>
              <a:ext cx="114565" cy="88303"/>
            </a:xfrm>
            <a:custGeom>
              <a:avLst/>
              <a:gdLst>
                <a:gd name="connsiteX0" fmla="*/ 0 w 114565"/>
                <a:gd name="connsiteY0" fmla="*/ 0 h 88303"/>
                <a:gd name="connsiteX1" fmla="*/ 114565 w 114565"/>
                <a:gd name="connsiteY1" fmla="*/ 57163 h 88303"/>
                <a:gd name="connsiteX2" fmla="*/ 63150 w 114565"/>
                <a:gd name="connsiteY2" fmla="*/ 88304 h 88303"/>
                <a:gd name="connsiteX3" fmla="*/ 0 w 114565"/>
                <a:gd name="connsiteY3" fmla="*/ 0 h 88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4565" h="88303">
                  <a:moveTo>
                    <a:pt x="0" y="0"/>
                  </a:moveTo>
                  <a:lnTo>
                    <a:pt x="114565" y="57163"/>
                  </a:lnTo>
                  <a:lnTo>
                    <a:pt x="63150" y="88304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3" name="Freeform 272">
              <a:extLst>
                <a:ext uri="{FF2B5EF4-FFF2-40B4-BE49-F238E27FC236}">
                  <a16:creationId xmlns:a16="http://schemas.microsoft.com/office/drawing/2014/main" id="{724E3159-F79A-1746-1532-CF2FBB500947}"/>
                </a:ext>
              </a:extLst>
            </p:cNvPr>
            <p:cNvSpPr/>
            <p:nvPr/>
          </p:nvSpPr>
          <p:spPr>
            <a:xfrm>
              <a:off x="10566855" y="3007349"/>
              <a:ext cx="229771" cy="108886"/>
            </a:xfrm>
            <a:custGeom>
              <a:avLst/>
              <a:gdLst>
                <a:gd name="connsiteX0" fmla="*/ 229771 w 229771"/>
                <a:gd name="connsiteY0" fmla="*/ 0 h 108886"/>
                <a:gd name="connsiteX1" fmla="*/ 0 w 229771"/>
                <a:gd name="connsiteY1" fmla="*/ 79879 h 108886"/>
                <a:gd name="connsiteX2" fmla="*/ 157661 w 229771"/>
                <a:gd name="connsiteY2" fmla="*/ 108887 h 108886"/>
                <a:gd name="connsiteX3" fmla="*/ 229771 w 229771"/>
                <a:gd name="connsiteY3" fmla="*/ 0 h 1088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9771" h="108886">
                  <a:moveTo>
                    <a:pt x="229771" y="0"/>
                  </a:moveTo>
                  <a:lnTo>
                    <a:pt x="0" y="79879"/>
                  </a:lnTo>
                  <a:lnTo>
                    <a:pt x="157661" y="108887"/>
                  </a:lnTo>
                  <a:lnTo>
                    <a:pt x="229771" y="0"/>
                  </a:lnTo>
                  <a:close/>
                </a:path>
              </a:pathLst>
            </a:custGeom>
            <a:solidFill>
              <a:srgbClr val="F47820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4" name="Freeform 273">
              <a:extLst>
                <a:ext uri="{FF2B5EF4-FFF2-40B4-BE49-F238E27FC236}">
                  <a16:creationId xmlns:a16="http://schemas.microsoft.com/office/drawing/2014/main" id="{C4D9286D-386C-557A-DDD2-3AB20DB96BF7}"/>
                </a:ext>
              </a:extLst>
            </p:cNvPr>
            <p:cNvSpPr/>
            <p:nvPr/>
          </p:nvSpPr>
          <p:spPr>
            <a:xfrm>
              <a:off x="9246046" y="2237997"/>
              <a:ext cx="267959" cy="167542"/>
            </a:xfrm>
            <a:custGeom>
              <a:avLst/>
              <a:gdLst>
                <a:gd name="connsiteX0" fmla="*/ 0 w 267959"/>
                <a:gd name="connsiteY0" fmla="*/ 167542 h 167542"/>
                <a:gd name="connsiteX1" fmla="*/ 40109 w 267959"/>
                <a:gd name="connsiteY1" fmla="*/ 0 h 167542"/>
                <a:gd name="connsiteX2" fmla="*/ 267960 w 267959"/>
                <a:gd name="connsiteY2" fmla="*/ 111553 h 167542"/>
                <a:gd name="connsiteX3" fmla="*/ 0 w 267959"/>
                <a:gd name="connsiteY3" fmla="*/ 167542 h 1675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7959" h="167542">
                  <a:moveTo>
                    <a:pt x="0" y="167542"/>
                  </a:moveTo>
                  <a:lnTo>
                    <a:pt x="40109" y="0"/>
                  </a:lnTo>
                  <a:lnTo>
                    <a:pt x="267960" y="111553"/>
                  </a:lnTo>
                  <a:lnTo>
                    <a:pt x="0" y="167542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5" name="Freeform 274">
              <a:extLst>
                <a:ext uri="{FF2B5EF4-FFF2-40B4-BE49-F238E27FC236}">
                  <a16:creationId xmlns:a16="http://schemas.microsoft.com/office/drawing/2014/main" id="{483BD66E-A19C-CE0D-27E1-1C467C2D5B19}"/>
                </a:ext>
              </a:extLst>
            </p:cNvPr>
            <p:cNvSpPr/>
            <p:nvPr/>
          </p:nvSpPr>
          <p:spPr>
            <a:xfrm>
              <a:off x="8653697" y="3222563"/>
              <a:ext cx="261879" cy="156344"/>
            </a:xfrm>
            <a:custGeom>
              <a:avLst/>
              <a:gdLst>
                <a:gd name="connsiteX0" fmla="*/ 261879 w 261879"/>
                <a:gd name="connsiteY0" fmla="*/ 156345 h 156344"/>
                <a:gd name="connsiteX1" fmla="*/ 152647 w 261879"/>
                <a:gd name="connsiteY1" fmla="*/ 146107 h 156344"/>
                <a:gd name="connsiteX2" fmla="*/ 0 w 261879"/>
                <a:gd name="connsiteY2" fmla="*/ 0 h 156344"/>
                <a:gd name="connsiteX3" fmla="*/ 261879 w 261879"/>
                <a:gd name="connsiteY3" fmla="*/ 156345 h 156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1879" h="156344">
                  <a:moveTo>
                    <a:pt x="261879" y="156345"/>
                  </a:moveTo>
                  <a:lnTo>
                    <a:pt x="152647" y="146107"/>
                  </a:lnTo>
                  <a:lnTo>
                    <a:pt x="0" y="0"/>
                  </a:lnTo>
                  <a:lnTo>
                    <a:pt x="261879" y="156345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6" name="Freeform 275">
              <a:extLst>
                <a:ext uri="{FF2B5EF4-FFF2-40B4-BE49-F238E27FC236}">
                  <a16:creationId xmlns:a16="http://schemas.microsoft.com/office/drawing/2014/main" id="{AED8F9F5-5598-41E0-CD1E-0B6E5A5F3CAC}"/>
                </a:ext>
              </a:extLst>
            </p:cNvPr>
            <p:cNvSpPr/>
            <p:nvPr/>
          </p:nvSpPr>
          <p:spPr>
            <a:xfrm>
              <a:off x="9600409" y="3083388"/>
              <a:ext cx="290147" cy="188231"/>
            </a:xfrm>
            <a:custGeom>
              <a:avLst/>
              <a:gdLst>
                <a:gd name="connsiteX0" fmla="*/ 186249 w 290147"/>
                <a:gd name="connsiteY0" fmla="*/ 0 h 188231"/>
                <a:gd name="connsiteX1" fmla="*/ 290147 w 290147"/>
                <a:gd name="connsiteY1" fmla="*/ 179700 h 188231"/>
                <a:gd name="connsiteX2" fmla="*/ 0 w 290147"/>
                <a:gd name="connsiteY2" fmla="*/ 188232 h 188231"/>
                <a:gd name="connsiteX3" fmla="*/ 186249 w 290147"/>
                <a:gd name="connsiteY3" fmla="*/ 0 h 1882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0147" h="188231">
                  <a:moveTo>
                    <a:pt x="186249" y="0"/>
                  </a:moveTo>
                  <a:lnTo>
                    <a:pt x="290147" y="179700"/>
                  </a:lnTo>
                  <a:lnTo>
                    <a:pt x="0" y="188232"/>
                  </a:lnTo>
                  <a:lnTo>
                    <a:pt x="186249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7" name="Freeform 276">
              <a:extLst>
                <a:ext uri="{FF2B5EF4-FFF2-40B4-BE49-F238E27FC236}">
                  <a16:creationId xmlns:a16="http://schemas.microsoft.com/office/drawing/2014/main" id="{9D1C4E7A-5BC7-E88B-0189-931DBB2FAF35}"/>
                </a:ext>
              </a:extLst>
            </p:cNvPr>
            <p:cNvSpPr/>
            <p:nvPr/>
          </p:nvSpPr>
          <p:spPr>
            <a:xfrm>
              <a:off x="8601215" y="2708097"/>
              <a:ext cx="355003" cy="267363"/>
            </a:xfrm>
            <a:custGeom>
              <a:avLst/>
              <a:gdLst>
                <a:gd name="connsiteX0" fmla="*/ 99311 w 355003"/>
                <a:gd name="connsiteY0" fmla="*/ 50444 h 267363"/>
                <a:gd name="connsiteX1" fmla="*/ 0 w 355003"/>
                <a:gd name="connsiteY1" fmla="*/ 267364 h 267363"/>
                <a:gd name="connsiteX2" fmla="*/ 355004 w 355003"/>
                <a:gd name="connsiteY2" fmla="*/ 0 h 267363"/>
                <a:gd name="connsiteX3" fmla="*/ 99311 w 355003"/>
                <a:gd name="connsiteY3" fmla="*/ 50444 h 267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55003" h="267363">
                  <a:moveTo>
                    <a:pt x="99311" y="50444"/>
                  </a:moveTo>
                  <a:lnTo>
                    <a:pt x="0" y="267364"/>
                  </a:lnTo>
                  <a:lnTo>
                    <a:pt x="355004" y="0"/>
                  </a:lnTo>
                  <a:lnTo>
                    <a:pt x="99311" y="50444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8" name="Freeform 277">
              <a:extLst>
                <a:ext uri="{FF2B5EF4-FFF2-40B4-BE49-F238E27FC236}">
                  <a16:creationId xmlns:a16="http://schemas.microsoft.com/office/drawing/2014/main" id="{F16670E8-5C16-15FF-01A8-1D068054084A}"/>
                </a:ext>
              </a:extLst>
            </p:cNvPr>
            <p:cNvSpPr/>
            <p:nvPr/>
          </p:nvSpPr>
          <p:spPr>
            <a:xfrm>
              <a:off x="8601215" y="2975461"/>
              <a:ext cx="182728" cy="247101"/>
            </a:xfrm>
            <a:custGeom>
              <a:avLst/>
              <a:gdLst>
                <a:gd name="connsiteX0" fmla="*/ 182729 w 182728"/>
                <a:gd name="connsiteY0" fmla="*/ 15144 h 247101"/>
                <a:gd name="connsiteX1" fmla="*/ 0 w 182728"/>
                <a:gd name="connsiteY1" fmla="*/ 0 h 247101"/>
                <a:gd name="connsiteX2" fmla="*/ 52482 w 182728"/>
                <a:gd name="connsiteY2" fmla="*/ 247101 h 247101"/>
                <a:gd name="connsiteX3" fmla="*/ 182729 w 182728"/>
                <a:gd name="connsiteY3" fmla="*/ 15144 h 2471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28" h="247101">
                  <a:moveTo>
                    <a:pt x="182729" y="15144"/>
                  </a:moveTo>
                  <a:lnTo>
                    <a:pt x="0" y="0"/>
                  </a:lnTo>
                  <a:lnTo>
                    <a:pt x="52482" y="247101"/>
                  </a:lnTo>
                  <a:lnTo>
                    <a:pt x="182729" y="15144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9" name="Freeform 278">
              <a:extLst>
                <a:ext uri="{FF2B5EF4-FFF2-40B4-BE49-F238E27FC236}">
                  <a16:creationId xmlns:a16="http://schemas.microsoft.com/office/drawing/2014/main" id="{9E8A227A-8C8B-E873-7255-61B31EAE3DE4}"/>
                </a:ext>
              </a:extLst>
            </p:cNvPr>
            <p:cNvSpPr/>
            <p:nvPr/>
          </p:nvSpPr>
          <p:spPr>
            <a:xfrm>
              <a:off x="8555666" y="1957196"/>
              <a:ext cx="284600" cy="262884"/>
            </a:xfrm>
            <a:custGeom>
              <a:avLst/>
              <a:gdLst>
                <a:gd name="connsiteX0" fmla="*/ 70510 w 284600"/>
                <a:gd name="connsiteY0" fmla="*/ 0 h 262884"/>
                <a:gd name="connsiteX1" fmla="*/ 0 w 284600"/>
                <a:gd name="connsiteY1" fmla="*/ 262885 h 262884"/>
                <a:gd name="connsiteX2" fmla="*/ 284600 w 284600"/>
                <a:gd name="connsiteY2" fmla="*/ 103661 h 262884"/>
                <a:gd name="connsiteX3" fmla="*/ 70510 w 284600"/>
                <a:gd name="connsiteY3" fmla="*/ 0 h 2628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4600" h="262884">
                  <a:moveTo>
                    <a:pt x="70510" y="0"/>
                  </a:moveTo>
                  <a:lnTo>
                    <a:pt x="0" y="262885"/>
                  </a:lnTo>
                  <a:lnTo>
                    <a:pt x="284600" y="103661"/>
                  </a:lnTo>
                  <a:lnTo>
                    <a:pt x="70510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0" name="Freeform 279">
              <a:extLst>
                <a:ext uri="{FF2B5EF4-FFF2-40B4-BE49-F238E27FC236}">
                  <a16:creationId xmlns:a16="http://schemas.microsoft.com/office/drawing/2014/main" id="{71EA3014-A39D-B240-C737-8A34CA9F0849}"/>
                </a:ext>
              </a:extLst>
            </p:cNvPr>
            <p:cNvSpPr/>
            <p:nvPr/>
          </p:nvSpPr>
          <p:spPr>
            <a:xfrm>
              <a:off x="10229026" y="3176918"/>
              <a:ext cx="376124" cy="172341"/>
            </a:xfrm>
            <a:custGeom>
              <a:avLst/>
              <a:gdLst>
                <a:gd name="connsiteX0" fmla="*/ 0 w 376124"/>
                <a:gd name="connsiteY0" fmla="*/ 0 h 172341"/>
                <a:gd name="connsiteX1" fmla="*/ 150407 w 376124"/>
                <a:gd name="connsiteY1" fmla="*/ 135975 h 172341"/>
                <a:gd name="connsiteX2" fmla="*/ 376124 w 376124"/>
                <a:gd name="connsiteY2" fmla="*/ 172342 h 172341"/>
                <a:gd name="connsiteX3" fmla="*/ 0 w 376124"/>
                <a:gd name="connsiteY3" fmla="*/ 0 h 172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6124" h="172341">
                  <a:moveTo>
                    <a:pt x="0" y="0"/>
                  </a:moveTo>
                  <a:lnTo>
                    <a:pt x="150407" y="135975"/>
                  </a:lnTo>
                  <a:lnTo>
                    <a:pt x="376124" y="172342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1" name="Freeform 280">
              <a:extLst>
                <a:ext uri="{FF2B5EF4-FFF2-40B4-BE49-F238E27FC236}">
                  <a16:creationId xmlns:a16="http://schemas.microsoft.com/office/drawing/2014/main" id="{6E1EE9A2-AE78-6AD4-5705-D483AEC77A69}"/>
                </a:ext>
              </a:extLst>
            </p:cNvPr>
            <p:cNvSpPr/>
            <p:nvPr/>
          </p:nvSpPr>
          <p:spPr>
            <a:xfrm>
              <a:off x="9257460" y="2477846"/>
              <a:ext cx="152647" cy="104727"/>
            </a:xfrm>
            <a:custGeom>
              <a:avLst/>
              <a:gdLst>
                <a:gd name="connsiteX0" fmla="*/ 152647 w 152647"/>
                <a:gd name="connsiteY0" fmla="*/ 104727 h 104727"/>
                <a:gd name="connsiteX1" fmla="*/ 0 w 152647"/>
                <a:gd name="connsiteY1" fmla="*/ 0 h 104727"/>
                <a:gd name="connsiteX2" fmla="*/ 28695 w 152647"/>
                <a:gd name="connsiteY2" fmla="*/ 82332 h 104727"/>
                <a:gd name="connsiteX3" fmla="*/ 152647 w 152647"/>
                <a:gd name="connsiteY3" fmla="*/ 104727 h 1047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647" h="104727">
                  <a:moveTo>
                    <a:pt x="152647" y="104727"/>
                  </a:moveTo>
                  <a:lnTo>
                    <a:pt x="0" y="0"/>
                  </a:lnTo>
                  <a:lnTo>
                    <a:pt x="28695" y="82332"/>
                  </a:lnTo>
                  <a:lnTo>
                    <a:pt x="152647" y="104727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2" name="Freeform 281">
              <a:extLst>
                <a:ext uri="{FF2B5EF4-FFF2-40B4-BE49-F238E27FC236}">
                  <a16:creationId xmlns:a16="http://schemas.microsoft.com/office/drawing/2014/main" id="{563F38A3-B16B-4BCF-9626-72CC0F2C35A3}"/>
                </a:ext>
              </a:extLst>
            </p:cNvPr>
            <p:cNvSpPr/>
            <p:nvPr/>
          </p:nvSpPr>
          <p:spPr>
            <a:xfrm>
              <a:off x="9456082" y="2438280"/>
              <a:ext cx="235211" cy="153358"/>
            </a:xfrm>
            <a:custGeom>
              <a:avLst/>
              <a:gdLst>
                <a:gd name="connsiteX0" fmla="*/ 235211 w 235211"/>
                <a:gd name="connsiteY0" fmla="*/ 0 h 153358"/>
                <a:gd name="connsiteX1" fmla="*/ 67843 w 235211"/>
                <a:gd name="connsiteY1" fmla="*/ 153359 h 153358"/>
                <a:gd name="connsiteX2" fmla="*/ 0 w 235211"/>
                <a:gd name="connsiteY2" fmla="*/ 39566 h 153358"/>
                <a:gd name="connsiteX3" fmla="*/ 235211 w 235211"/>
                <a:gd name="connsiteY3" fmla="*/ 0 h 1533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5211" h="153358">
                  <a:moveTo>
                    <a:pt x="235211" y="0"/>
                  </a:moveTo>
                  <a:lnTo>
                    <a:pt x="67843" y="153359"/>
                  </a:lnTo>
                  <a:lnTo>
                    <a:pt x="0" y="39566"/>
                  </a:lnTo>
                  <a:lnTo>
                    <a:pt x="235211" y="0"/>
                  </a:lnTo>
                  <a:close/>
                </a:path>
              </a:pathLst>
            </a:custGeom>
            <a:solidFill>
              <a:srgbClr val="F47820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3" name="Freeform 282">
              <a:extLst>
                <a:ext uri="{FF2B5EF4-FFF2-40B4-BE49-F238E27FC236}">
                  <a16:creationId xmlns:a16="http://schemas.microsoft.com/office/drawing/2014/main" id="{8AF63026-A97A-9E34-42CF-15CD708DDA1E}"/>
                </a:ext>
              </a:extLst>
            </p:cNvPr>
            <p:cNvSpPr/>
            <p:nvPr/>
          </p:nvSpPr>
          <p:spPr>
            <a:xfrm>
              <a:off x="10419755" y="2793521"/>
              <a:ext cx="243958" cy="125310"/>
            </a:xfrm>
            <a:custGeom>
              <a:avLst/>
              <a:gdLst>
                <a:gd name="connsiteX0" fmla="*/ 0 w 243958"/>
                <a:gd name="connsiteY0" fmla="*/ 28902 h 125310"/>
                <a:gd name="connsiteX1" fmla="*/ 86618 w 243958"/>
                <a:gd name="connsiteY1" fmla="*/ 0 h 125310"/>
                <a:gd name="connsiteX2" fmla="*/ 243959 w 243958"/>
                <a:gd name="connsiteY2" fmla="*/ 125310 h 125310"/>
                <a:gd name="connsiteX3" fmla="*/ 0 w 243958"/>
                <a:gd name="connsiteY3" fmla="*/ 28902 h 1253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3958" h="125310">
                  <a:moveTo>
                    <a:pt x="0" y="28902"/>
                  </a:moveTo>
                  <a:lnTo>
                    <a:pt x="86618" y="0"/>
                  </a:lnTo>
                  <a:lnTo>
                    <a:pt x="243959" y="125310"/>
                  </a:lnTo>
                  <a:lnTo>
                    <a:pt x="0" y="28902"/>
                  </a:lnTo>
                  <a:close/>
                </a:path>
              </a:pathLst>
            </a:custGeom>
            <a:solidFill>
              <a:srgbClr val="F47820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4" name="Freeform 283">
              <a:extLst>
                <a:ext uri="{FF2B5EF4-FFF2-40B4-BE49-F238E27FC236}">
                  <a16:creationId xmlns:a16="http://schemas.microsoft.com/office/drawing/2014/main" id="{C57D6D06-676B-AE05-D054-DDF4A30D6EB8}"/>
                </a:ext>
              </a:extLst>
            </p:cNvPr>
            <p:cNvSpPr/>
            <p:nvPr/>
          </p:nvSpPr>
          <p:spPr>
            <a:xfrm>
              <a:off x="10605150" y="3206566"/>
              <a:ext cx="237238" cy="142693"/>
            </a:xfrm>
            <a:custGeom>
              <a:avLst/>
              <a:gdLst>
                <a:gd name="connsiteX0" fmla="*/ 0 w 237238"/>
                <a:gd name="connsiteY0" fmla="*/ 142694 h 142693"/>
                <a:gd name="connsiteX1" fmla="*/ 14294 w 237238"/>
                <a:gd name="connsiteY1" fmla="*/ 30394 h 142693"/>
                <a:gd name="connsiteX2" fmla="*/ 237238 w 237238"/>
                <a:gd name="connsiteY2" fmla="*/ 0 h 142693"/>
                <a:gd name="connsiteX3" fmla="*/ 0 w 237238"/>
                <a:gd name="connsiteY3" fmla="*/ 142694 h 14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7238" h="142693">
                  <a:moveTo>
                    <a:pt x="0" y="142694"/>
                  </a:moveTo>
                  <a:lnTo>
                    <a:pt x="14294" y="30394"/>
                  </a:lnTo>
                  <a:lnTo>
                    <a:pt x="237238" y="0"/>
                  </a:lnTo>
                  <a:lnTo>
                    <a:pt x="0" y="142694"/>
                  </a:lnTo>
                  <a:close/>
                </a:path>
              </a:pathLst>
            </a:custGeom>
            <a:solidFill>
              <a:srgbClr val="F47820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5" name="Freeform 284">
              <a:extLst>
                <a:ext uri="{FF2B5EF4-FFF2-40B4-BE49-F238E27FC236}">
                  <a16:creationId xmlns:a16="http://schemas.microsoft.com/office/drawing/2014/main" id="{BAC47D9F-CE2F-6E59-AB34-E1E3061FB075}"/>
                </a:ext>
              </a:extLst>
            </p:cNvPr>
            <p:cNvSpPr/>
            <p:nvPr/>
          </p:nvSpPr>
          <p:spPr>
            <a:xfrm>
              <a:off x="10570696" y="3349259"/>
              <a:ext cx="249398" cy="91929"/>
            </a:xfrm>
            <a:custGeom>
              <a:avLst/>
              <a:gdLst>
                <a:gd name="connsiteX0" fmla="*/ 34455 w 249398"/>
                <a:gd name="connsiteY0" fmla="*/ 0 h 91929"/>
                <a:gd name="connsiteX1" fmla="*/ 0 w 249398"/>
                <a:gd name="connsiteY1" fmla="*/ 91930 h 91929"/>
                <a:gd name="connsiteX2" fmla="*/ 249399 w 249398"/>
                <a:gd name="connsiteY2" fmla="*/ 0 h 91929"/>
                <a:gd name="connsiteX3" fmla="*/ 34455 w 249398"/>
                <a:gd name="connsiteY3" fmla="*/ 0 h 919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9398" h="91929">
                  <a:moveTo>
                    <a:pt x="34455" y="0"/>
                  </a:moveTo>
                  <a:lnTo>
                    <a:pt x="0" y="91930"/>
                  </a:lnTo>
                  <a:lnTo>
                    <a:pt x="249399" y="0"/>
                  </a:lnTo>
                  <a:lnTo>
                    <a:pt x="34455" y="0"/>
                  </a:lnTo>
                  <a:close/>
                </a:path>
              </a:pathLst>
            </a:custGeom>
            <a:solidFill>
              <a:srgbClr val="763B7F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6" name="Freeform 285">
              <a:extLst>
                <a:ext uri="{FF2B5EF4-FFF2-40B4-BE49-F238E27FC236}">
                  <a16:creationId xmlns:a16="http://schemas.microsoft.com/office/drawing/2014/main" id="{3F3775E4-BC0C-E256-106F-FBFC4ADB43A9}"/>
                </a:ext>
              </a:extLst>
            </p:cNvPr>
            <p:cNvSpPr/>
            <p:nvPr/>
          </p:nvSpPr>
          <p:spPr>
            <a:xfrm>
              <a:off x="10541787" y="3087227"/>
              <a:ext cx="182728" cy="131175"/>
            </a:xfrm>
            <a:custGeom>
              <a:avLst/>
              <a:gdLst>
                <a:gd name="connsiteX0" fmla="*/ 0 w 182728"/>
                <a:gd name="connsiteY0" fmla="*/ 131176 h 131175"/>
                <a:gd name="connsiteX1" fmla="*/ 25068 w 182728"/>
                <a:gd name="connsiteY1" fmla="*/ 0 h 131175"/>
                <a:gd name="connsiteX2" fmla="*/ 182729 w 182728"/>
                <a:gd name="connsiteY2" fmla="*/ 29008 h 131175"/>
                <a:gd name="connsiteX3" fmla="*/ 0 w 182728"/>
                <a:gd name="connsiteY3" fmla="*/ 131176 h 1311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28" h="131175">
                  <a:moveTo>
                    <a:pt x="0" y="131176"/>
                  </a:moveTo>
                  <a:lnTo>
                    <a:pt x="25068" y="0"/>
                  </a:lnTo>
                  <a:lnTo>
                    <a:pt x="182729" y="29008"/>
                  </a:lnTo>
                  <a:lnTo>
                    <a:pt x="0" y="131176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7" name="Freeform 286">
              <a:extLst>
                <a:ext uri="{FF2B5EF4-FFF2-40B4-BE49-F238E27FC236}">
                  <a16:creationId xmlns:a16="http://schemas.microsoft.com/office/drawing/2014/main" id="{391873B2-B82C-3017-8D54-2C566AF90501}"/>
                </a:ext>
              </a:extLst>
            </p:cNvPr>
            <p:cNvSpPr/>
            <p:nvPr/>
          </p:nvSpPr>
          <p:spPr>
            <a:xfrm>
              <a:off x="10427862" y="2888651"/>
              <a:ext cx="199476" cy="101954"/>
            </a:xfrm>
            <a:custGeom>
              <a:avLst/>
              <a:gdLst>
                <a:gd name="connsiteX0" fmla="*/ 0 w 199476"/>
                <a:gd name="connsiteY0" fmla="*/ 36900 h 101954"/>
                <a:gd name="connsiteX1" fmla="*/ 77017 w 199476"/>
                <a:gd name="connsiteY1" fmla="*/ 0 h 101954"/>
                <a:gd name="connsiteX2" fmla="*/ 199476 w 199476"/>
                <a:gd name="connsiteY2" fmla="*/ 101955 h 101954"/>
                <a:gd name="connsiteX3" fmla="*/ 0 w 199476"/>
                <a:gd name="connsiteY3" fmla="*/ 36900 h 101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9476" h="101954">
                  <a:moveTo>
                    <a:pt x="0" y="36900"/>
                  </a:moveTo>
                  <a:lnTo>
                    <a:pt x="77017" y="0"/>
                  </a:lnTo>
                  <a:lnTo>
                    <a:pt x="199476" y="101955"/>
                  </a:lnTo>
                  <a:lnTo>
                    <a:pt x="0" y="36900"/>
                  </a:lnTo>
                  <a:close/>
                </a:path>
              </a:pathLst>
            </a:custGeom>
            <a:solidFill>
              <a:srgbClr val="763B7F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8" name="Freeform 287">
              <a:extLst>
                <a:ext uri="{FF2B5EF4-FFF2-40B4-BE49-F238E27FC236}">
                  <a16:creationId xmlns:a16="http://schemas.microsoft.com/office/drawing/2014/main" id="{0C6DEBC5-7093-11F2-F01E-B719B24CF6C9}"/>
                </a:ext>
              </a:extLst>
            </p:cNvPr>
            <p:cNvSpPr/>
            <p:nvPr/>
          </p:nvSpPr>
          <p:spPr>
            <a:xfrm>
              <a:off x="10074672" y="3358538"/>
              <a:ext cx="97711" cy="223745"/>
            </a:xfrm>
            <a:custGeom>
              <a:avLst/>
              <a:gdLst>
                <a:gd name="connsiteX0" fmla="*/ 70510 w 97711"/>
                <a:gd name="connsiteY0" fmla="*/ 0 h 223745"/>
                <a:gd name="connsiteX1" fmla="*/ 0 w 97711"/>
                <a:gd name="connsiteY1" fmla="*/ 61749 h 223745"/>
                <a:gd name="connsiteX2" fmla="*/ 97711 w 97711"/>
                <a:gd name="connsiteY2" fmla="*/ 223746 h 223745"/>
                <a:gd name="connsiteX3" fmla="*/ 70510 w 97711"/>
                <a:gd name="connsiteY3" fmla="*/ 0 h 2237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7711" h="223745">
                  <a:moveTo>
                    <a:pt x="70510" y="0"/>
                  </a:moveTo>
                  <a:lnTo>
                    <a:pt x="0" y="61749"/>
                  </a:lnTo>
                  <a:lnTo>
                    <a:pt x="97711" y="223746"/>
                  </a:lnTo>
                  <a:lnTo>
                    <a:pt x="70510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9" name="Freeform 288">
              <a:extLst>
                <a:ext uri="{FF2B5EF4-FFF2-40B4-BE49-F238E27FC236}">
                  <a16:creationId xmlns:a16="http://schemas.microsoft.com/office/drawing/2014/main" id="{EF6B1282-7EAE-DD29-A00E-76B3F6394012}"/>
                </a:ext>
              </a:extLst>
            </p:cNvPr>
            <p:cNvSpPr/>
            <p:nvPr/>
          </p:nvSpPr>
          <p:spPr>
            <a:xfrm>
              <a:off x="10053764" y="3034331"/>
              <a:ext cx="175261" cy="184072"/>
            </a:xfrm>
            <a:custGeom>
              <a:avLst/>
              <a:gdLst>
                <a:gd name="connsiteX0" fmla="*/ 0 w 175261"/>
                <a:gd name="connsiteY0" fmla="*/ 184073 h 184072"/>
                <a:gd name="connsiteX1" fmla="*/ 30722 w 175261"/>
                <a:gd name="connsiteY1" fmla="*/ 0 h 184072"/>
                <a:gd name="connsiteX2" fmla="*/ 175262 w 175261"/>
                <a:gd name="connsiteY2" fmla="*/ 142587 h 184072"/>
                <a:gd name="connsiteX3" fmla="*/ 0 w 175261"/>
                <a:gd name="connsiteY3" fmla="*/ 184073 h 184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5261" h="184072">
                  <a:moveTo>
                    <a:pt x="0" y="184073"/>
                  </a:moveTo>
                  <a:lnTo>
                    <a:pt x="30722" y="0"/>
                  </a:lnTo>
                  <a:lnTo>
                    <a:pt x="175262" y="142587"/>
                  </a:lnTo>
                  <a:lnTo>
                    <a:pt x="0" y="184073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0" name="Freeform 289">
              <a:extLst>
                <a:ext uri="{FF2B5EF4-FFF2-40B4-BE49-F238E27FC236}">
                  <a16:creationId xmlns:a16="http://schemas.microsoft.com/office/drawing/2014/main" id="{1124E898-CB22-8E4D-85D6-27CCCB85AA6E}"/>
                </a:ext>
              </a:extLst>
            </p:cNvPr>
            <p:cNvSpPr/>
            <p:nvPr/>
          </p:nvSpPr>
          <p:spPr>
            <a:xfrm>
              <a:off x="9164015" y="3388079"/>
              <a:ext cx="116165" cy="126270"/>
            </a:xfrm>
            <a:custGeom>
              <a:avLst/>
              <a:gdLst>
                <a:gd name="connsiteX0" fmla="*/ 116165 w 116165"/>
                <a:gd name="connsiteY0" fmla="*/ 126270 h 126270"/>
                <a:gd name="connsiteX1" fmla="*/ 15254 w 116165"/>
                <a:gd name="connsiteY1" fmla="*/ 122004 h 126270"/>
                <a:gd name="connsiteX2" fmla="*/ 0 w 116165"/>
                <a:gd name="connsiteY2" fmla="*/ 0 h 126270"/>
                <a:gd name="connsiteX3" fmla="*/ 116165 w 116165"/>
                <a:gd name="connsiteY3" fmla="*/ 126270 h 126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165" h="126270">
                  <a:moveTo>
                    <a:pt x="116165" y="126270"/>
                  </a:moveTo>
                  <a:lnTo>
                    <a:pt x="15254" y="122004"/>
                  </a:lnTo>
                  <a:lnTo>
                    <a:pt x="0" y="0"/>
                  </a:lnTo>
                  <a:lnTo>
                    <a:pt x="116165" y="12627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1" name="Freeform 290">
              <a:extLst>
                <a:ext uri="{FF2B5EF4-FFF2-40B4-BE49-F238E27FC236}">
                  <a16:creationId xmlns:a16="http://schemas.microsoft.com/office/drawing/2014/main" id="{9CFB1BA0-1962-8E1C-D1AB-F0A964D87B32}"/>
                </a:ext>
              </a:extLst>
            </p:cNvPr>
            <p:cNvSpPr/>
            <p:nvPr/>
          </p:nvSpPr>
          <p:spPr>
            <a:xfrm>
              <a:off x="9516565" y="3263088"/>
              <a:ext cx="373991" cy="176074"/>
            </a:xfrm>
            <a:custGeom>
              <a:avLst/>
              <a:gdLst>
                <a:gd name="connsiteX0" fmla="*/ 83844 w 373991"/>
                <a:gd name="connsiteY0" fmla="*/ 8532 h 176074"/>
                <a:gd name="connsiteX1" fmla="*/ 0 w 373991"/>
                <a:gd name="connsiteY1" fmla="*/ 176074 h 176074"/>
                <a:gd name="connsiteX2" fmla="*/ 373991 w 373991"/>
                <a:gd name="connsiteY2" fmla="*/ 0 h 176074"/>
                <a:gd name="connsiteX3" fmla="*/ 83844 w 373991"/>
                <a:gd name="connsiteY3" fmla="*/ 8532 h 176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3991" h="176074">
                  <a:moveTo>
                    <a:pt x="83844" y="8532"/>
                  </a:moveTo>
                  <a:lnTo>
                    <a:pt x="0" y="176074"/>
                  </a:lnTo>
                  <a:lnTo>
                    <a:pt x="373991" y="0"/>
                  </a:lnTo>
                  <a:lnTo>
                    <a:pt x="83844" y="8532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974" name="Oval 973">
            <a:extLst>
              <a:ext uri="{FF2B5EF4-FFF2-40B4-BE49-F238E27FC236}">
                <a16:creationId xmlns:a16="http://schemas.microsoft.com/office/drawing/2014/main" id="{85F9BA88-37F4-297B-CECB-DF1396B334DD}"/>
              </a:ext>
            </a:extLst>
          </p:cNvPr>
          <p:cNvSpPr/>
          <p:nvPr userDrawn="1"/>
        </p:nvSpPr>
        <p:spPr>
          <a:xfrm>
            <a:off x="7838901" y="2626822"/>
            <a:ext cx="116378" cy="116378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glow rad="139700">
              <a:schemeClr val="accent2">
                <a:satMod val="175000"/>
                <a:alpha val="18000"/>
              </a:schemeClr>
            </a:glow>
            <a:softEdge rad="254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5" name="Oval 974">
            <a:extLst>
              <a:ext uri="{FF2B5EF4-FFF2-40B4-BE49-F238E27FC236}">
                <a16:creationId xmlns:a16="http://schemas.microsoft.com/office/drawing/2014/main" id="{AE6E1A6C-6404-AA01-C1DD-F7D37DC228DB}"/>
              </a:ext>
            </a:extLst>
          </p:cNvPr>
          <p:cNvSpPr/>
          <p:nvPr userDrawn="1"/>
        </p:nvSpPr>
        <p:spPr>
          <a:xfrm>
            <a:off x="9259865" y="1527543"/>
            <a:ext cx="116378" cy="116378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glow rad="139700">
              <a:schemeClr val="accent2">
                <a:satMod val="175000"/>
                <a:alpha val="18000"/>
              </a:schemeClr>
            </a:glow>
            <a:softEdge rad="254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6" name="Oval 975">
            <a:extLst>
              <a:ext uri="{FF2B5EF4-FFF2-40B4-BE49-F238E27FC236}">
                <a16:creationId xmlns:a16="http://schemas.microsoft.com/office/drawing/2014/main" id="{361C7114-56F9-474F-84BB-546A699C2932}"/>
              </a:ext>
            </a:extLst>
          </p:cNvPr>
          <p:cNvSpPr/>
          <p:nvPr userDrawn="1"/>
        </p:nvSpPr>
        <p:spPr>
          <a:xfrm>
            <a:off x="10374682" y="2153845"/>
            <a:ext cx="116378" cy="116378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glow rad="139700">
              <a:schemeClr val="accent2">
                <a:satMod val="175000"/>
                <a:alpha val="18000"/>
              </a:schemeClr>
            </a:glow>
            <a:softEdge rad="254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7" name="Oval 976">
            <a:extLst>
              <a:ext uri="{FF2B5EF4-FFF2-40B4-BE49-F238E27FC236}">
                <a16:creationId xmlns:a16="http://schemas.microsoft.com/office/drawing/2014/main" id="{616625D4-ED10-807C-4857-57A35CA514EB}"/>
              </a:ext>
            </a:extLst>
          </p:cNvPr>
          <p:cNvSpPr/>
          <p:nvPr userDrawn="1"/>
        </p:nvSpPr>
        <p:spPr>
          <a:xfrm>
            <a:off x="10524994" y="2845348"/>
            <a:ext cx="116378" cy="116378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glow rad="139700">
              <a:schemeClr val="accent2">
                <a:satMod val="175000"/>
                <a:alpha val="18000"/>
              </a:schemeClr>
            </a:glow>
            <a:softEdge rad="254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8" name="Oval 977">
            <a:extLst>
              <a:ext uri="{FF2B5EF4-FFF2-40B4-BE49-F238E27FC236}">
                <a16:creationId xmlns:a16="http://schemas.microsoft.com/office/drawing/2014/main" id="{A44F91FE-FB81-8B14-9F38-B806B973A214}"/>
              </a:ext>
            </a:extLst>
          </p:cNvPr>
          <p:cNvSpPr/>
          <p:nvPr userDrawn="1"/>
        </p:nvSpPr>
        <p:spPr>
          <a:xfrm>
            <a:off x="8833771" y="2169720"/>
            <a:ext cx="71830" cy="71830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glow rad="139700">
              <a:srgbClr val="7030A0">
                <a:alpha val="18000"/>
              </a:srgbClr>
            </a:glow>
            <a:softEdge rad="254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9" name="Oval 978">
            <a:extLst>
              <a:ext uri="{FF2B5EF4-FFF2-40B4-BE49-F238E27FC236}">
                <a16:creationId xmlns:a16="http://schemas.microsoft.com/office/drawing/2014/main" id="{341331A8-E73B-954F-7AB0-821D65390930}"/>
              </a:ext>
            </a:extLst>
          </p:cNvPr>
          <p:cNvSpPr/>
          <p:nvPr userDrawn="1"/>
        </p:nvSpPr>
        <p:spPr>
          <a:xfrm>
            <a:off x="9840246" y="2296720"/>
            <a:ext cx="71830" cy="71830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glow rad="139700">
              <a:srgbClr val="7030A0">
                <a:alpha val="18000"/>
              </a:srgbClr>
            </a:glow>
            <a:softEdge rad="254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0" name="Oval 979">
            <a:extLst>
              <a:ext uri="{FF2B5EF4-FFF2-40B4-BE49-F238E27FC236}">
                <a16:creationId xmlns:a16="http://schemas.microsoft.com/office/drawing/2014/main" id="{7F182052-5561-EBF1-D00E-C2C6DB761500}"/>
              </a:ext>
            </a:extLst>
          </p:cNvPr>
          <p:cNvSpPr/>
          <p:nvPr userDrawn="1"/>
        </p:nvSpPr>
        <p:spPr>
          <a:xfrm>
            <a:off x="9448407" y="1230910"/>
            <a:ext cx="71830" cy="71830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glow rad="139700">
              <a:srgbClr val="7030A0">
                <a:alpha val="18000"/>
              </a:srgbClr>
            </a:glow>
            <a:softEdge rad="254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1" name="Oval 980">
            <a:extLst>
              <a:ext uri="{FF2B5EF4-FFF2-40B4-BE49-F238E27FC236}">
                <a16:creationId xmlns:a16="http://schemas.microsoft.com/office/drawing/2014/main" id="{92B822FD-E546-CCFA-3246-B0470EEBA0A9}"/>
              </a:ext>
            </a:extLst>
          </p:cNvPr>
          <p:cNvSpPr/>
          <p:nvPr userDrawn="1"/>
        </p:nvSpPr>
        <p:spPr>
          <a:xfrm>
            <a:off x="8173559" y="1932836"/>
            <a:ext cx="71830" cy="71830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glow rad="139700">
              <a:srgbClr val="7030A0">
                <a:alpha val="18000"/>
              </a:srgbClr>
            </a:glow>
            <a:softEdge rad="254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2" name="Oval 981">
            <a:extLst>
              <a:ext uri="{FF2B5EF4-FFF2-40B4-BE49-F238E27FC236}">
                <a16:creationId xmlns:a16="http://schemas.microsoft.com/office/drawing/2014/main" id="{FCF8EB7C-E9A9-B6B8-791E-E7C39E361585}"/>
              </a:ext>
            </a:extLst>
          </p:cNvPr>
          <p:cNvSpPr/>
          <p:nvPr userDrawn="1"/>
        </p:nvSpPr>
        <p:spPr>
          <a:xfrm>
            <a:off x="8346656" y="3084302"/>
            <a:ext cx="71830" cy="71830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glow rad="139700">
              <a:srgbClr val="7030A0">
                <a:alpha val="18000"/>
              </a:srgbClr>
            </a:glow>
            <a:softEdge rad="254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8" name="Rectangle 1227">
            <a:extLst>
              <a:ext uri="{FF2B5EF4-FFF2-40B4-BE49-F238E27FC236}">
                <a16:creationId xmlns:a16="http://schemas.microsoft.com/office/drawing/2014/main" id="{5F54EA3F-9F16-2C01-154D-5B47D0FA5156}"/>
              </a:ext>
            </a:extLst>
          </p:cNvPr>
          <p:cNvSpPr/>
          <p:nvPr userDrawn="1"/>
        </p:nvSpPr>
        <p:spPr>
          <a:xfrm rot="13500000">
            <a:off x="11224735" y="887266"/>
            <a:ext cx="1905843" cy="1905843"/>
          </a:xfrm>
          <a:custGeom>
            <a:avLst/>
            <a:gdLst>
              <a:gd name="connsiteX0" fmla="*/ 0 w 1905843"/>
              <a:gd name="connsiteY0" fmla="*/ 0 h 1905843"/>
              <a:gd name="connsiteX1" fmla="*/ 1905843 w 1905843"/>
              <a:gd name="connsiteY1" fmla="*/ 0 h 1905843"/>
              <a:gd name="connsiteX2" fmla="*/ 1905843 w 1905843"/>
              <a:gd name="connsiteY2" fmla="*/ 1905843 h 1905843"/>
              <a:gd name="connsiteX3" fmla="*/ 0 w 1905843"/>
              <a:gd name="connsiteY3" fmla="*/ 1905843 h 1905843"/>
              <a:gd name="connsiteX4" fmla="*/ 0 w 1905843"/>
              <a:gd name="connsiteY4" fmla="*/ 0 h 1905843"/>
              <a:gd name="connsiteX0" fmla="*/ 0 w 1905843"/>
              <a:gd name="connsiteY0" fmla="*/ 0 h 1905843"/>
              <a:gd name="connsiteX1" fmla="*/ 1905843 w 1905843"/>
              <a:gd name="connsiteY1" fmla="*/ 0 h 1905843"/>
              <a:gd name="connsiteX2" fmla="*/ 1905843 w 1905843"/>
              <a:gd name="connsiteY2" fmla="*/ 1905843 h 1905843"/>
              <a:gd name="connsiteX3" fmla="*/ 0 w 1905843"/>
              <a:gd name="connsiteY3" fmla="*/ 0 h 19058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5843" h="1905843">
                <a:moveTo>
                  <a:pt x="0" y="0"/>
                </a:moveTo>
                <a:lnTo>
                  <a:pt x="1905843" y="0"/>
                </a:lnTo>
                <a:lnTo>
                  <a:pt x="1905843" y="1905843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bg1">
                  <a:alpha val="38783"/>
                </a:schemeClr>
              </a:gs>
              <a:gs pos="100000">
                <a:schemeClr val="bg1">
                  <a:alpha val="29237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229" name="Rectangle 1227">
            <a:extLst>
              <a:ext uri="{FF2B5EF4-FFF2-40B4-BE49-F238E27FC236}">
                <a16:creationId xmlns:a16="http://schemas.microsoft.com/office/drawing/2014/main" id="{A7C1F3D0-C6FD-90A6-F403-1D64FEB6DC7A}"/>
              </a:ext>
            </a:extLst>
          </p:cNvPr>
          <p:cNvSpPr/>
          <p:nvPr userDrawn="1"/>
        </p:nvSpPr>
        <p:spPr>
          <a:xfrm rot="13500000">
            <a:off x="11215513" y="1109986"/>
            <a:ext cx="1905843" cy="1905843"/>
          </a:xfrm>
          <a:custGeom>
            <a:avLst/>
            <a:gdLst>
              <a:gd name="connsiteX0" fmla="*/ 0 w 1905843"/>
              <a:gd name="connsiteY0" fmla="*/ 0 h 1905843"/>
              <a:gd name="connsiteX1" fmla="*/ 1905843 w 1905843"/>
              <a:gd name="connsiteY1" fmla="*/ 0 h 1905843"/>
              <a:gd name="connsiteX2" fmla="*/ 1905843 w 1905843"/>
              <a:gd name="connsiteY2" fmla="*/ 1905843 h 1905843"/>
              <a:gd name="connsiteX3" fmla="*/ 0 w 1905843"/>
              <a:gd name="connsiteY3" fmla="*/ 1905843 h 1905843"/>
              <a:gd name="connsiteX4" fmla="*/ 0 w 1905843"/>
              <a:gd name="connsiteY4" fmla="*/ 0 h 1905843"/>
              <a:gd name="connsiteX0" fmla="*/ 0 w 1905843"/>
              <a:gd name="connsiteY0" fmla="*/ 0 h 1905843"/>
              <a:gd name="connsiteX1" fmla="*/ 1905843 w 1905843"/>
              <a:gd name="connsiteY1" fmla="*/ 0 h 1905843"/>
              <a:gd name="connsiteX2" fmla="*/ 1905843 w 1905843"/>
              <a:gd name="connsiteY2" fmla="*/ 1905843 h 1905843"/>
              <a:gd name="connsiteX3" fmla="*/ 0 w 1905843"/>
              <a:gd name="connsiteY3" fmla="*/ 0 h 19058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5843" h="1905843">
                <a:moveTo>
                  <a:pt x="0" y="0"/>
                </a:moveTo>
                <a:lnTo>
                  <a:pt x="1905843" y="0"/>
                </a:lnTo>
                <a:lnTo>
                  <a:pt x="1905843" y="1905843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bg1">
                  <a:alpha val="38783"/>
                </a:schemeClr>
              </a:gs>
              <a:gs pos="100000">
                <a:schemeClr val="bg1">
                  <a:alpha val="29237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0287BE4-70F3-9771-F5BE-E08C0917BEF7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98023" y="998"/>
            <a:ext cx="2220685" cy="559241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D55D615-8680-04F1-0893-5D4EB567F4F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88949" y="5932654"/>
            <a:ext cx="5781963" cy="430213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Date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F2CC3C0F-DCC7-EC66-99C1-37359B8AC22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88949" y="5367934"/>
            <a:ext cx="5781963" cy="430213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Author</a:t>
            </a:r>
          </a:p>
        </p:txBody>
      </p:sp>
    </p:spTree>
    <p:extLst>
      <p:ext uri="{BB962C8B-B14F-4D97-AF65-F5344CB8AC3E}">
        <p14:creationId xmlns:p14="http://schemas.microsoft.com/office/powerpoint/2010/main" val="23491054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14619E-CAE3-C579-99C1-91782B57AD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8293" y="269887"/>
            <a:ext cx="11219428" cy="571285"/>
          </a:xfrm>
        </p:spPr>
        <p:txBody>
          <a:bodyPr anchor="t">
            <a:noAutofit/>
          </a:bodyPr>
          <a:lstStyle>
            <a:lvl1pPr>
              <a:defRPr sz="3200" b="1">
                <a:solidFill>
                  <a:schemeClr val="tx1">
                    <a:lumMod val="50000"/>
                    <a:lumOff val="50000"/>
                  </a:schemeClr>
                </a:solidFill>
                <a:latin typeface="Century Gothic" panose="020B0502020202020204" pitchFamily="34" charset="0"/>
                <a:ea typeface="Roboto" panose="02000000000000000000" pitchFamily="2" charset="0"/>
                <a:cs typeface="Poppins" panose="00000500000000000000" pitchFamily="50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A3E96E-B3D5-AE12-D12B-C2A056C19B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8292" y="1698171"/>
            <a:ext cx="11219427" cy="4887356"/>
          </a:xfrm>
        </p:spPr>
        <p:txBody>
          <a:bodyPr>
            <a:normAutofit/>
          </a:bodyPr>
          <a:lstStyle>
            <a:lvl1pPr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Century Gothic" panose="020B0502020202020204" pitchFamily="34" charset="0"/>
                <a:ea typeface="Roboto Light" panose="02000000000000000000" pitchFamily="2" charset="0"/>
                <a:cs typeface="Poppins Light" panose="00000400000000000000" pitchFamily="50" charset="0"/>
              </a:defRPr>
            </a:lvl1pPr>
            <a:lvl2pPr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Century Gothic" panose="020B0502020202020204" pitchFamily="34" charset="0"/>
                <a:ea typeface="Roboto Light" panose="02000000000000000000" pitchFamily="2" charset="0"/>
                <a:cs typeface="Poppins Light" panose="00000400000000000000" pitchFamily="50" charset="0"/>
              </a:defRPr>
            </a:lvl2pPr>
            <a:lvl3pPr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Century Gothic" panose="020B0502020202020204" pitchFamily="34" charset="0"/>
                <a:ea typeface="Roboto Light" panose="02000000000000000000" pitchFamily="2" charset="0"/>
                <a:cs typeface="Poppins Light" panose="00000400000000000000" pitchFamily="50" charset="0"/>
              </a:defRPr>
            </a:lvl3pPr>
            <a:lvl4pPr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Century Gothic" panose="020B0502020202020204" pitchFamily="34" charset="0"/>
                <a:ea typeface="Roboto Light" panose="02000000000000000000" pitchFamily="2" charset="0"/>
                <a:cs typeface="Poppins Light" panose="00000400000000000000" pitchFamily="50" charset="0"/>
              </a:defRPr>
            </a:lvl4pPr>
            <a:lvl5pPr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Century Gothic" panose="020B0502020202020204" pitchFamily="34" charset="0"/>
                <a:ea typeface="Roboto Light" panose="02000000000000000000" pitchFamily="2" charset="0"/>
                <a:cs typeface="Poppins Light" panose="00000400000000000000" pitchFamily="50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439311E6-520F-6EFE-5184-8351896DC106}"/>
              </a:ext>
            </a:extLst>
          </p:cNvPr>
          <p:cNvSpPr>
            <a:spLocks noGrp="1"/>
          </p:cNvSpPr>
          <p:nvPr>
            <p:ph type="subTitle" idx="10"/>
          </p:nvPr>
        </p:nvSpPr>
        <p:spPr>
          <a:xfrm>
            <a:off x="478292" y="936410"/>
            <a:ext cx="11219428" cy="571285"/>
          </a:xfrm>
        </p:spPr>
        <p:txBody>
          <a:bodyPr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  <a:latin typeface="Century Gothic" panose="020B0502020202020204" pitchFamily="34" charset="0"/>
                <a:ea typeface="Roboto" panose="02000000000000000000" pitchFamily="2" charset="0"/>
                <a:cs typeface="Poppins" panose="00000500000000000000" pitchFamily="50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6A2B515-E263-8B2E-8898-123F59F9678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1771145" y="-40023"/>
            <a:ext cx="324566" cy="559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04046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CE94051F-3FF6-7EBD-46E1-AA8ED6D434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85139" y="328179"/>
            <a:ext cx="7326735" cy="1057275"/>
          </a:xfrm>
        </p:spPr>
        <p:txBody>
          <a:bodyPr anchor="t">
            <a:normAutofit/>
          </a:bodyPr>
          <a:lstStyle>
            <a:lvl1pPr>
              <a:defRPr sz="3200" b="1">
                <a:solidFill>
                  <a:schemeClr val="tx1">
                    <a:lumMod val="50000"/>
                    <a:lumOff val="50000"/>
                  </a:schemeClr>
                </a:solidFill>
                <a:latin typeface="Century Gothic" panose="020B0502020202020204" pitchFamily="34" charset="0"/>
                <a:ea typeface="Roboto" panose="02000000000000000000" pitchFamily="2" charset="0"/>
                <a:cs typeface="Poppins" panose="00000500000000000000" pitchFamily="50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F457696-B1BF-1C37-B909-2A10F9D247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85140" y="2273515"/>
            <a:ext cx="7326734" cy="4275066"/>
          </a:xfrm>
        </p:spPr>
        <p:txBody>
          <a:bodyPr>
            <a:normAutofit/>
          </a:bodyPr>
          <a:lstStyle>
            <a:lvl1pPr>
              <a:defRPr sz="1600">
                <a:latin typeface="Century Gothic" panose="020B0502020202020204" pitchFamily="34" charset="0"/>
                <a:ea typeface="Roboto Light" panose="02000000000000000000" pitchFamily="2" charset="0"/>
                <a:cs typeface="Poppins Light" panose="00000400000000000000" pitchFamily="50" charset="0"/>
              </a:defRPr>
            </a:lvl1pPr>
            <a:lvl2pPr>
              <a:defRPr sz="1600">
                <a:latin typeface="Century Gothic" panose="020B0502020202020204" pitchFamily="34" charset="0"/>
                <a:ea typeface="Roboto Light" panose="02000000000000000000" pitchFamily="2" charset="0"/>
                <a:cs typeface="Poppins Light" panose="00000400000000000000" pitchFamily="50" charset="0"/>
              </a:defRPr>
            </a:lvl2pPr>
            <a:lvl3pPr>
              <a:defRPr sz="1600">
                <a:latin typeface="Century Gothic" panose="020B0502020202020204" pitchFamily="34" charset="0"/>
                <a:ea typeface="Roboto Light" panose="02000000000000000000" pitchFamily="2" charset="0"/>
                <a:cs typeface="Poppins Light" panose="00000400000000000000" pitchFamily="50" charset="0"/>
              </a:defRPr>
            </a:lvl3pPr>
            <a:lvl4pPr>
              <a:defRPr sz="1600">
                <a:latin typeface="Century Gothic" panose="020B0502020202020204" pitchFamily="34" charset="0"/>
                <a:ea typeface="Roboto Light" panose="02000000000000000000" pitchFamily="2" charset="0"/>
                <a:cs typeface="Poppins Light" panose="00000400000000000000" pitchFamily="50" charset="0"/>
              </a:defRPr>
            </a:lvl4pPr>
            <a:lvl5pPr>
              <a:defRPr sz="1600">
                <a:latin typeface="Century Gothic" panose="020B0502020202020204" pitchFamily="34" charset="0"/>
                <a:ea typeface="Roboto Light" panose="02000000000000000000" pitchFamily="2" charset="0"/>
                <a:cs typeface="Poppins Light" panose="00000400000000000000" pitchFamily="50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9C9A94CE-B1AA-A9FB-0D9D-3FF61B3BB096}"/>
              </a:ext>
            </a:extLst>
          </p:cNvPr>
          <p:cNvSpPr>
            <a:spLocks noGrp="1"/>
          </p:cNvSpPr>
          <p:nvPr>
            <p:ph type="subTitle" idx="10"/>
          </p:nvPr>
        </p:nvSpPr>
        <p:spPr>
          <a:xfrm>
            <a:off x="4385140" y="1543842"/>
            <a:ext cx="7326734" cy="571285"/>
          </a:xfrm>
        </p:spPr>
        <p:txBody>
          <a:bodyPr/>
          <a:lstStyle>
            <a:lvl1pPr marL="0" indent="0" algn="l">
              <a:buNone/>
              <a:defRPr sz="2400">
                <a:latin typeface="Century Gothic" panose="020B0502020202020204" pitchFamily="34" charset="0"/>
                <a:ea typeface="Roboto" panose="02000000000000000000" pitchFamily="2" charset="0"/>
                <a:cs typeface="Poppins" panose="00000500000000000000" pitchFamily="50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CA76156-4FF2-0201-17DD-D358DE19E29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1771145" y="-40023"/>
            <a:ext cx="324566" cy="559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95485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on Slide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0FA13884-8E88-2B8B-316A-7A9221DEA39B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62736" y="1"/>
            <a:ext cx="3896366" cy="6858000"/>
          </a:xfrm>
          <a:custGeom>
            <a:avLst/>
            <a:gdLst>
              <a:gd name="connsiteX0" fmla="*/ 133 w 3896366"/>
              <a:gd name="connsiteY0" fmla="*/ -1487 h 12136885"/>
              <a:gd name="connsiteX1" fmla="*/ 3896499 w 3896366"/>
              <a:gd name="connsiteY1" fmla="*/ -1487 h 12136885"/>
              <a:gd name="connsiteX2" fmla="*/ 3896499 w 3896366"/>
              <a:gd name="connsiteY2" fmla="*/ 12135399 h 12136885"/>
              <a:gd name="connsiteX3" fmla="*/ 133 w 3896366"/>
              <a:gd name="connsiteY3" fmla="*/ 12135399 h 121368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896366" h="12136885">
                <a:moveTo>
                  <a:pt x="133" y="-1487"/>
                </a:moveTo>
                <a:lnTo>
                  <a:pt x="3896499" y="-1487"/>
                </a:lnTo>
                <a:lnTo>
                  <a:pt x="3896499" y="12135399"/>
                </a:lnTo>
                <a:lnTo>
                  <a:pt x="133" y="12135399"/>
                </a:lnTo>
                <a:close/>
              </a:path>
            </a:pathLst>
          </a:custGeom>
        </p:spPr>
      </p:pic>
      <p:sp>
        <p:nvSpPr>
          <p:cNvPr id="12" name="Freeform 11">
            <a:extLst>
              <a:ext uri="{FF2B5EF4-FFF2-40B4-BE49-F238E27FC236}">
                <a16:creationId xmlns:a16="http://schemas.microsoft.com/office/drawing/2014/main" id="{E4AB56D5-2935-CA01-2087-F0B079523D15}"/>
              </a:ext>
            </a:extLst>
          </p:cNvPr>
          <p:cNvSpPr/>
          <p:nvPr userDrawn="1"/>
        </p:nvSpPr>
        <p:spPr>
          <a:xfrm>
            <a:off x="6861845" y="0"/>
            <a:ext cx="168848" cy="259650"/>
          </a:xfrm>
          <a:custGeom>
            <a:avLst/>
            <a:gdLst>
              <a:gd name="connsiteX0" fmla="*/ 0 w 168848"/>
              <a:gd name="connsiteY0" fmla="*/ 159 h 524738"/>
              <a:gd name="connsiteX1" fmla="*/ 4439 w 168848"/>
              <a:gd name="connsiteY1" fmla="*/ 28553 h 524738"/>
              <a:gd name="connsiteX2" fmla="*/ 164410 w 168848"/>
              <a:gd name="connsiteY2" fmla="*/ 524739 h 524738"/>
              <a:gd name="connsiteX3" fmla="*/ 168849 w 168848"/>
              <a:gd name="connsiteY3" fmla="*/ 523787 h 524738"/>
              <a:gd name="connsiteX4" fmla="*/ 0 w 168848"/>
              <a:gd name="connsiteY4" fmla="*/ 0 h 5247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8848" h="524738">
                <a:moveTo>
                  <a:pt x="0" y="159"/>
                </a:moveTo>
                <a:lnTo>
                  <a:pt x="4439" y="28553"/>
                </a:lnTo>
                <a:lnTo>
                  <a:pt x="164410" y="524739"/>
                </a:lnTo>
                <a:cubicBezTo>
                  <a:pt x="165836" y="524263"/>
                  <a:pt x="167422" y="524263"/>
                  <a:pt x="168849" y="523787"/>
                </a:cubicBezTo>
                <a:lnTo>
                  <a:pt x="0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ECD84D91-E112-A3AF-67B7-5D125C78865F}"/>
              </a:ext>
            </a:extLst>
          </p:cNvPr>
          <p:cNvSpPr/>
          <p:nvPr userDrawn="1"/>
        </p:nvSpPr>
        <p:spPr>
          <a:xfrm>
            <a:off x="7041475" y="397798"/>
            <a:ext cx="4439" cy="436994"/>
          </a:xfrm>
          <a:custGeom>
            <a:avLst/>
            <a:gdLst>
              <a:gd name="connsiteX0" fmla="*/ 2220 w 4439"/>
              <a:gd name="connsiteY0" fmla="*/ 476 h 507448"/>
              <a:gd name="connsiteX1" fmla="*/ 2220 w 4439"/>
              <a:gd name="connsiteY1" fmla="*/ 476 h 507448"/>
              <a:gd name="connsiteX2" fmla="*/ 0 w 4439"/>
              <a:gd name="connsiteY2" fmla="*/ 0 h 507448"/>
              <a:gd name="connsiteX3" fmla="*/ 0 w 4439"/>
              <a:gd name="connsiteY3" fmla="*/ 507448 h 507448"/>
              <a:gd name="connsiteX4" fmla="*/ 2220 w 4439"/>
              <a:gd name="connsiteY4" fmla="*/ 506973 h 507448"/>
              <a:gd name="connsiteX5" fmla="*/ 4439 w 4439"/>
              <a:gd name="connsiteY5" fmla="*/ 507448 h 507448"/>
              <a:gd name="connsiteX6" fmla="*/ 4439 w 4439"/>
              <a:gd name="connsiteY6" fmla="*/ 45050 h 507448"/>
              <a:gd name="connsiteX7" fmla="*/ 2220 w 4439"/>
              <a:gd name="connsiteY7" fmla="*/ 476 h 5074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439" h="507448">
                <a:moveTo>
                  <a:pt x="2220" y="476"/>
                </a:moveTo>
                <a:lnTo>
                  <a:pt x="2220" y="476"/>
                </a:lnTo>
                <a:cubicBezTo>
                  <a:pt x="1427" y="476"/>
                  <a:pt x="793" y="159"/>
                  <a:pt x="0" y="0"/>
                </a:cubicBezTo>
                <a:lnTo>
                  <a:pt x="0" y="507448"/>
                </a:lnTo>
                <a:cubicBezTo>
                  <a:pt x="0" y="507448"/>
                  <a:pt x="1427" y="506973"/>
                  <a:pt x="2220" y="506973"/>
                </a:cubicBezTo>
                <a:cubicBezTo>
                  <a:pt x="3012" y="506973"/>
                  <a:pt x="3647" y="507448"/>
                  <a:pt x="4439" y="507448"/>
                </a:cubicBezTo>
                <a:lnTo>
                  <a:pt x="4439" y="45050"/>
                </a:lnTo>
                <a:lnTo>
                  <a:pt x="2220" y="476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0C9A4993-C6AA-FAD8-4484-F43F8A410420}"/>
              </a:ext>
            </a:extLst>
          </p:cNvPr>
          <p:cNvSpPr/>
          <p:nvPr userDrawn="1"/>
        </p:nvSpPr>
        <p:spPr>
          <a:xfrm>
            <a:off x="7041158" y="1004706"/>
            <a:ext cx="4597" cy="320881"/>
          </a:xfrm>
          <a:custGeom>
            <a:avLst/>
            <a:gdLst>
              <a:gd name="connsiteX0" fmla="*/ 2378 w 4597"/>
              <a:gd name="connsiteY0" fmla="*/ 372139 h 372615"/>
              <a:gd name="connsiteX1" fmla="*/ 4598 w 4597"/>
              <a:gd name="connsiteY1" fmla="*/ 372615 h 372615"/>
              <a:gd name="connsiteX2" fmla="*/ 4598 w 4597"/>
              <a:gd name="connsiteY2" fmla="*/ 4600 h 372615"/>
              <a:gd name="connsiteX3" fmla="*/ 4122 w 4597"/>
              <a:gd name="connsiteY3" fmla="*/ 159 h 372615"/>
              <a:gd name="connsiteX4" fmla="*/ 2219 w 4597"/>
              <a:gd name="connsiteY4" fmla="*/ 476 h 372615"/>
              <a:gd name="connsiteX5" fmla="*/ 0 w 4597"/>
              <a:gd name="connsiteY5" fmla="*/ 0 h 372615"/>
              <a:gd name="connsiteX6" fmla="*/ 0 w 4597"/>
              <a:gd name="connsiteY6" fmla="*/ 372615 h 372615"/>
              <a:gd name="connsiteX7" fmla="*/ 2219 w 4597"/>
              <a:gd name="connsiteY7" fmla="*/ 372139 h 3726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597" h="372615">
                <a:moveTo>
                  <a:pt x="2378" y="372139"/>
                </a:moveTo>
                <a:cubicBezTo>
                  <a:pt x="3171" y="372139"/>
                  <a:pt x="3805" y="372615"/>
                  <a:pt x="4598" y="372615"/>
                </a:cubicBezTo>
                <a:lnTo>
                  <a:pt x="4598" y="4600"/>
                </a:lnTo>
                <a:lnTo>
                  <a:pt x="4122" y="159"/>
                </a:lnTo>
                <a:cubicBezTo>
                  <a:pt x="4122" y="159"/>
                  <a:pt x="2854" y="476"/>
                  <a:pt x="2219" y="476"/>
                </a:cubicBezTo>
                <a:cubicBezTo>
                  <a:pt x="1427" y="476"/>
                  <a:pt x="793" y="0"/>
                  <a:pt x="0" y="0"/>
                </a:cubicBezTo>
                <a:lnTo>
                  <a:pt x="0" y="372615"/>
                </a:lnTo>
                <a:cubicBezTo>
                  <a:pt x="0" y="372615"/>
                  <a:pt x="1427" y="372139"/>
                  <a:pt x="2219" y="372139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952FA017-D86C-784B-C399-ED2E1256E97E}"/>
              </a:ext>
            </a:extLst>
          </p:cNvPr>
          <p:cNvSpPr/>
          <p:nvPr userDrawn="1"/>
        </p:nvSpPr>
        <p:spPr>
          <a:xfrm>
            <a:off x="7000253" y="1094807"/>
            <a:ext cx="39318" cy="244246"/>
          </a:xfrm>
          <a:custGeom>
            <a:avLst/>
            <a:gdLst>
              <a:gd name="connsiteX0" fmla="*/ 39160 w 39318"/>
              <a:gd name="connsiteY0" fmla="*/ 282832 h 283625"/>
              <a:gd name="connsiteX1" fmla="*/ 3012 w 39318"/>
              <a:gd name="connsiteY1" fmla="*/ 0 h 283625"/>
              <a:gd name="connsiteX2" fmla="*/ 0 w 39318"/>
              <a:gd name="connsiteY2" fmla="*/ 9993 h 283625"/>
              <a:gd name="connsiteX3" fmla="*/ 35038 w 39318"/>
              <a:gd name="connsiteY3" fmla="*/ 283625 h 283625"/>
              <a:gd name="connsiteX4" fmla="*/ 39319 w 39318"/>
              <a:gd name="connsiteY4" fmla="*/ 282832 h 283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318" h="283625">
                <a:moveTo>
                  <a:pt x="39160" y="282832"/>
                </a:moveTo>
                <a:lnTo>
                  <a:pt x="3012" y="0"/>
                </a:lnTo>
                <a:lnTo>
                  <a:pt x="0" y="9993"/>
                </a:lnTo>
                <a:lnTo>
                  <a:pt x="35038" y="283625"/>
                </a:lnTo>
                <a:cubicBezTo>
                  <a:pt x="36465" y="283308"/>
                  <a:pt x="37892" y="282832"/>
                  <a:pt x="39319" y="28283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CB6864E9-3EFD-4F2B-3D73-97080A24A6B4}"/>
              </a:ext>
            </a:extLst>
          </p:cNvPr>
          <p:cNvSpPr/>
          <p:nvPr userDrawn="1"/>
        </p:nvSpPr>
        <p:spPr>
          <a:xfrm>
            <a:off x="7050987" y="1474719"/>
            <a:ext cx="52477" cy="207910"/>
          </a:xfrm>
          <a:custGeom>
            <a:avLst/>
            <a:gdLst>
              <a:gd name="connsiteX0" fmla="*/ 159 w 52477"/>
              <a:gd name="connsiteY0" fmla="*/ 793 h 241430"/>
              <a:gd name="connsiteX1" fmla="*/ 48197 w 52477"/>
              <a:gd name="connsiteY1" fmla="*/ 241431 h 241430"/>
              <a:gd name="connsiteX2" fmla="*/ 52478 w 52477"/>
              <a:gd name="connsiteY2" fmla="*/ 240638 h 241430"/>
              <a:gd name="connsiteX3" fmla="*/ 4281 w 52477"/>
              <a:gd name="connsiteY3" fmla="*/ 0 h 241430"/>
              <a:gd name="connsiteX4" fmla="*/ 0 w 52477"/>
              <a:gd name="connsiteY4" fmla="*/ 793 h 2414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477" h="241430">
                <a:moveTo>
                  <a:pt x="159" y="793"/>
                </a:moveTo>
                <a:lnTo>
                  <a:pt x="48197" y="241431"/>
                </a:lnTo>
                <a:cubicBezTo>
                  <a:pt x="49624" y="241113"/>
                  <a:pt x="51051" y="240796"/>
                  <a:pt x="52478" y="240638"/>
                </a:cubicBezTo>
                <a:lnTo>
                  <a:pt x="4281" y="0"/>
                </a:lnTo>
                <a:cubicBezTo>
                  <a:pt x="2854" y="317"/>
                  <a:pt x="1427" y="635"/>
                  <a:pt x="0" y="793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C77A6FE3-08B5-9267-43EA-955697EC33B4}"/>
              </a:ext>
            </a:extLst>
          </p:cNvPr>
          <p:cNvSpPr/>
          <p:nvPr userDrawn="1"/>
        </p:nvSpPr>
        <p:spPr>
          <a:xfrm>
            <a:off x="7045597" y="1003754"/>
            <a:ext cx="37099" cy="338503"/>
          </a:xfrm>
          <a:custGeom>
            <a:avLst/>
            <a:gdLst>
              <a:gd name="connsiteX0" fmla="*/ 32026 w 37099"/>
              <a:gd name="connsiteY0" fmla="*/ 386733 h 393078"/>
              <a:gd name="connsiteX1" fmla="*/ 37099 w 37099"/>
              <a:gd name="connsiteY1" fmla="*/ 393078 h 393078"/>
              <a:gd name="connsiteX2" fmla="*/ 4439 w 37099"/>
              <a:gd name="connsiteY2" fmla="*/ 0 h 393078"/>
              <a:gd name="connsiteX3" fmla="*/ 0 w 37099"/>
              <a:gd name="connsiteY3" fmla="*/ 952 h 393078"/>
              <a:gd name="connsiteX4" fmla="*/ 476 w 37099"/>
              <a:gd name="connsiteY4" fmla="*/ 5393 h 393078"/>
              <a:gd name="connsiteX5" fmla="*/ 32184 w 37099"/>
              <a:gd name="connsiteY5" fmla="*/ 386733 h 3930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99" h="393078">
                <a:moveTo>
                  <a:pt x="32026" y="386733"/>
                </a:moveTo>
                <a:cubicBezTo>
                  <a:pt x="34087" y="388637"/>
                  <a:pt x="35514" y="391016"/>
                  <a:pt x="37099" y="393078"/>
                </a:cubicBezTo>
                <a:lnTo>
                  <a:pt x="4439" y="0"/>
                </a:lnTo>
                <a:cubicBezTo>
                  <a:pt x="2854" y="159"/>
                  <a:pt x="1586" y="793"/>
                  <a:pt x="0" y="952"/>
                </a:cubicBezTo>
                <a:lnTo>
                  <a:pt x="476" y="5393"/>
                </a:lnTo>
                <a:lnTo>
                  <a:pt x="32184" y="386733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8D915A7B-2225-3995-FB88-A5B2492D18C7}"/>
              </a:ext>
            </a:extLst>
          </p:cNvPr>
          <p:cNvSpPr/>
          <p:nvPr userDrawn="1"/>
        </p:nvSpPr>
        <p:spPr>
          <a:xfrm>
            <a:off x="7083013" y="1450449"/>
            <a:ext cx="23305" cy="227990"/>
          </a:xfrm>
          <a:custGeom>
            <a:avLst/>
            <a:gdLst>
              <a:gd name="connsiteX0" fmla="*/ 0 w 23305"/>
              <a:gd name="connsiteY0" fmla="*/ 5869 h 264748"/>
              <a:gd name="connsiteX1" fmla="*/ 21562 w 23305"/>
              <a:gd name="connsiteY1" fmla="*/ 264749 h 264748"/>
              <a:gd name="connsiteX2" fmla="*/ 23306 w 23305"/>
              <a:gd name="connsiteY2" fmla="*/ 264432 h 264748"/>
              <a:gd name="connsiteX3" fmla="*/ 19660 w 23305"/>
              <a:gd name="connsiteY3" fmla="*/ 186863 h 264748"/>
              <a:gd name="connsiteX4" fmla="*/ 4122 w 23305"/>
              <a:gd name="connsiteY4" fmla="*/ 0 h 264748"/>
              <a:gd name="connsiteX5" fmla="*/ 0 w 23305"/>
              <a:gd name="connsiteY5" fmla="*/ 6028 h 2647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05" h="264748">
                <a:moveTo>
                  <a:pt x="0" y="5869"/>
                </a:moveTo>
                <a:lnTo>
                  <a:pt x="21562" y="264749"/>
                </a:lnTo>
                <a:cubicBezTo>
                  <a:pt x="21562" y="264749"/>
                  <a:pt x="22672" y="264432"/>
                  <a:pt x="23306" y="264432"/>
                </a:cubicBezTo>
                <a:lnTo>
                  <a:pt x="19660" y="186863"/>
                </a:lnTo>
                <a:lnTo>
                  <a:pt x="4122" y="0"/>
                </a:lnTo>
                <a:cubicBezTo>
                  <a:pt x="3012" y="2221"/>
                  <a:pt x="1586" y="4124"/>
                  <a:pt x="0" y="6028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6C9AE5DA-6469-85D1-06DB-4F56C0EA9C95}"/>
              </a:ext>
            </a:extLst>
          </p:cNvPr>
          <p:cNvSpPr/>
          <p:nvPr userDrawn="1"/>
        </p:nvSpPr>
        <p:spPr>
          <a:xfrm>
            <a:off x="7071915" y="992017"/>
            <a:ext cx="38842" cy="622364"/>
          </a:xfrm>
          <a:custGeom>
            <a:avLst/>
            <a:gdLst>
              <a:gd name="connsiteX0" fmla="*/ 20452 w 38842"/>
              <a:gd name="connsiteY0" fmla="*/ 428452 h 722705"/>
              <a:gd name="connsiteX1" fmla="*/ 21720 w 38842"/>
              <a:gd name="connsiteY1" fmla="*/ 434956 h 722705"/>
              <a:gd name="connsiteX2" fmla="*/ 20928 w 38842"/>
              <a:gd name="connsiteY2" fmla="*/ 438922 h 722705"/>
              <a:gd name="connsiteX3" fmla="*/ 30757 w 38842"/>
              <a:gd name="connsiteY3" fmla="*/ 645137 h 722705"/>
              <a:gd name="connsiteX4" fmla="*/ 34404 w 38842"/>
              <a:gd name="connsiteY4" fmla="*/ 722706 h 722705"/>
              <a:gd name="connsiteX5" fmla="*/ 38843 w 38842"/>
              <a:gd name="connsiteY5" fmla="*/ 721754 h 722705"/>
              <a:gd name="connsiteX6" fmla="*/ 4439 w 38842"/>
              <a:gd name="connsiteY6" fmla="*/ 0 h 722705"/>
              <a:gd name="connsiteX7" fmla="*/ 0 w 38842"/>
              <a:gd name="connsiteY7" fmla="*/ 3014 h 722705"/>
              <a:gd name="connsiteX8" fmla="*/ 20294 w 38842"/>
              <a:gd name="connsiteY8" fmla="*/ 428452 h 7227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8842" h="722705">
                <a:moveTo>
                  <a:pt x="20452" y="428452"/>
                </a:moveTo>
                <a:cubicBezTo>
                  <a:pt x="20769" y="430673"/>
                  <a:pt x="21720" y="432735"/>
                  <a:pt x="21720" y="434956"/>
                </a:cubicBezTo>
                <a:cubicBezTo>
                  <a:pt x="21720" y="436383"/>
                  <a:pt x="21086" y="437653"/>
                  <a:pt x="20928" y="438922"/>
                </a:cubicBezTo>
                <a:lnTo>
                  <a:pt x="30757" y="645137"/>
                </a:lnTo>
                <a:lnTo>
                  <a:pt x="34404" y="722706"/>
                </a:lnTo>
                <a:cubicBezTo>
                  <a:pt x="35989" y="722547"/>
                  <a:pt x="37258" y="721754"/>
                  <a:pt x="38843" y="721754"/>
                </a:cubicBezTo>
                <a:lnTo>
                  <a:pt x="4439" y="0"/>
                </a:lnTo>
                <a:cubicBezTo>
                  <a:pt x="3171" y="1269"/>
                  <a:pt x="1586" y="1904"/>
                  <a:pt x="0" y="3014"/>
                </a:cubicBezTo>
                <a:lnTo>
                  <a:pt x="20294" y="428452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B7AD0186-CD15-1B86-4DBC-747BE41B240D}"/>
              </a:ext>
            </a:extLst>
          </p:cNvPr>
          <p:cNvSpPr/>
          <p:nvPr userDrawn="1"/>
        </p:nvSpPr>
        <p:spPr>
          <a:xfrm>
            <a:off x="7043694" y="397481"/>
            <a:ext cx="29171" cy="446009"/>
          </a:xfrm>
          <a:custGeom>
            <a:avLst/>
            <a:gdLst>
              <a:gd name="connsiteX0" fmla="*/ 0 w 29171"/>
              <a:gd name="connsiteY0" fmla="*/ 793 h 517917"/>
              <a:gd name="connsiteX1" fmla="*/ 2219 w 29171"/>
              <a:gd name="connsiteY1" fmla="*/ 45367 h 517917"/>
              <a:gd name="connsiteX2" fmla="*/ 24574 w 29171"/>
              <a:gd name="connsiteY2" fmla="*/ 514745 h 517917"/>
              <a:gd name="connsiteX3" fmla="*/ 29172 w 29171"/>
              <a:gd name="connsiteY3" fmla="*/ 517918 h 517917"/>
              <a:gd name="connsiteX4" fmla="*/ 4597 w 29171"/>
              <a:gd name="connsiteY4" fmla="*/ 0 h 517917"/>
              <a:gd name="connsiteX5" fmla="*/ 158 w 29171"/>
              <a:gd name="connsiteY5" fmla="*/ 952 h 5179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9171" h="517917">
                <a:moveTo>
                  <a:pt x="0" y="793"/>
                </a:moveTo>
                <a:lnTo>
                  <a:pt x="2219" y="45367"/>
                </a:lnTo>
                <a:lnTo>
                  <a:pt x="24574" y="514745"/>
                </a:lnTo>
                <a:cubicBezTo>
                  <a:pt x="26160" y="515697"/>
                  <a:pt x="27745" y="516807"/>
                  <a:pt x="29172" y="517918"/>
                </a:cubicBezTo>
                <a:lnTo>
                  <a:pt x="4597" y="0"/>
                </a:lnTo>
                <a:cubicBezTo>
                  <a:pt x="3012" y="0"/>
                  <a:pt x="1744" y="952"/>
                  <a:pt x="158" y="95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BDAEA70D-3DF3-934A-61EB-3B90391481C9}"/>
              </a:ext>
            </a:extLst>
          </p:cNvPr>
          <p:cNvSpPr/>
          <p:nvPr userDrawn="1"/>
        </p:nvSpPr>
        <p:spPr>
          <a:xfrm>
            <a:off x="7086343" y="186350"/>
            <a:ext cx="2272246" cy="644084"/>
          </a:xfrm>
          <a:custGeom>
            <a:avLst/>
            <a:gdLst>
              <a:gd name="connsiteX0" fmla="*/ 0 w 2272246"/>
              <a:gd name="connsiteY0" fmla="*/ 1167972 h 1171779"/>
              <a:gd name="connsiteX1" fmla="*/ 2537 w 2272246"/>
              <a:gd name="connsiteY1" fmla="*/ 1171779 h 1171779"/>
              <a:gd name="connsiteX2" fmla="*/ 2272247 w 2272246"/>
              <a:gd name="connsiteY2" fmla="*/ 3807 h 1171779"/>
              <a:gd name="connsiteX3" fmla="*/ 2269709 w 2272246"/>
              <a:gd name="connsiteY3" fmla="*/ 0 h 1171779"/>
              <a:gd name="connsiteX4" fmla="*/ 0 w 2272246"/>
              <a:gd name="connsiteY4" fmla="*/ 1167972 h 11717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72246" h="1171779">
                <a:moveTo>
                  <a:pt x="0" y="1167972"/>
                </a:moveTo>
                <a:cubicBezTo>
                  <a:pt x="793" y="1169400"/>
                  <a:pt x="1902" y="1170352"/>
                  <a:pt x="2537" y="1171779"/>
                </a:cubicBezTo>
                <a:lnTo>
                  <a:pt x="2272247" y="3807"/>
                </a:lnTo>
                <a:cubicBezTo>
                  <a:pt x="2271454" y="2379"/>
                  <a:pt x="2270344" y="1428"/>
                  <a:pt x="2269709" y="0"/>
                </a:cubicBezTo>
                <a:lnTo>
                  <a:pt x="0" y="1167972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B5245CCD-EEFE-AB3C-28BF-1F2BD3C08B70}"/>
              </a:ext>
            </a:extLst>
          </p:cNvPr>
          <p:cNvSpPr/>
          <p:nvPr userDrawn="1"/>
        </p:nvSpPr>
        <p:spPr>
          <a:xfrm rot="819193">
            <a:off x="7100391" y="-247138"/>
            <a:ext cx="2263367" cy="505022"/>
          </a:xfrm>
          <a:custGeom>
            <a:avLst/>
            <a:gdLst>
              <a:gd name="connsiteX0" fmla="*/ 793 w 2263367"/>
              <a:gd name="connsiteY0" fmla="*/ 586445 h 586444"/>
              <a:gd name="connsiteX1" fmla="*/ 2263368 w 2263367"/>
              <a:gd name="connsiteY1" fmla="*/ 4283 h 586444"/>
              <a:gd name="connsiteX2" fmla="*/ 2262416 w 2263367"/>
              <a:gd name="connsiteY2" fmla="*/ 0 h 586444"/>
              <a:gd name="connsiteX3" fmla="*/ 0 w 2263367"/>
              <a:gd name="connsiteY3" fmla="*/ 582003 h 586444"/>
              <a:gd name="connsiteX4" fmla="*/ 951 w 2263367"/>
              <a:gd name="connsiteY4" fmla="*/ 586445 h 5864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63367" h="586444">
                <a:moveTo>
                  <a:pt x="793" y="586445"/>
                </a:moveTo>
                <a:lnTo>
                  <a:pt x="2263368" y="4283"/>
                </a:lnTo>
                <a:cubicBezTo>
                  <a:pt x="2262893" y="2855"/>
                  <a:pt x="2262734" y="1428"/>
                  <a:pt x="2262416" y="0"/>
                </a:cubicBezTo>
                <a:lnTo>
                  <a:pt x="0" y="582003"/>
                </a:lnTo>
                <a:cubicBezTo>
                  <a:pt x="476" y="583431"/>
                  <a:pt x="634" y="584859"/>
                  <a:pt x="951" y="586445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E010840D-A242-85EC-A3F1-5351BFFCC536}"/>
              </a:ext>
            </a:extLst>
          </p:cNvPr>
          <p:cNvSpPr/>
          <p:nvPr userDrawn="1"/>
        </p:nvSpPr>
        <p:spPr>
          <a:xfrm>
            <a:off x="1358639" y="166045"/>
            <a:ext cx="183276" cy="81142"/>
          </a:xfrm>
          <a:custGeom>
            <a:avLst/>
            <a:gdLst>
              <a:gd name="connsiteX0" fmla="*/ 0 w 183276"/>
              <a:gd name="connsiteY0" fmla="*/ 3807 h 94224"/>
              <a:gd name="connsiteX1" fmla="*/ 180740 w 183276"/>
              <a:gd name="connsiteY1" fmla="*/ 94225 h 94224"/>
              <a:gd name="connsiteX2" fmla="*/ 183276 w 183276"/>
              <a:gd name="connsiteY2" fmla="*/ 90418 h 94224"/>
              <a:gd name="connsiteX3" fmla="*/ 2537 w 183276"/>
              <a:gd name="connsiteY3" fmla="*/ 0 h 94224"/>
              <a:gd name="connsiteX4" fmla="*/ 0 w 183276"/>
              <a:gd name="connsiteY4" fmla="*/ 3807 h 942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3276" h="94224">
                <a:moveTo>
                  <a:pt x="0" y="3807"/>
                </a:moveTo>
                <a:lnTo>
                  <a:pt x="180740" y="94225"/>
                </a:lnTo>
                <a:cubicBezTo>
                  <a:pt x="181374" y="92797"/>
                  <a:pt x="182484" y="91845"/>
                  <a:pt x="183276" y="90418"/>
                </a:cubicBezTo>
                <a:lnTo>
                  <a:pt x="2537" y="0"/>
                </a:lnTo>
                <a:cubicBezTo>
                  <a:pt x="1903" y="1428"/>
                  <a:pt x="793" y="2538"/>
                  <a:pt x="0" y="3807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4" name="Freeform 23">
            <a:extLst>
              <a:ext uri="{FF2B5EF4-FFF2-40B4-BE49-F238E27FC236}">
                <a16:creationId xmlns:a16="http://schemas.microsoft.com/office/drawing/2014/main" id="{BD35586B-9127-A835-17C3-8175DF67415B}"/>
              </a:ext>
            </a:extLst>
          </p:cNvPr>
          <p:cNvSpPr/>
          <p:nvPr userDrawn="1"/>
        </p:nvSpPr>
        <p:spPr>
          <a:xfrm>
            <a:off x="194929" y="185715"/>
            <a:ext cx="1095377" cy="1440891"/>
          </a:xfrm>
          <a:custGeom>
            <a:avLst/>
            <a:gdLst>
              <a:gd name="connsiteX0" fmla="*/ 1095378 w 1095377"/>
              <a:gd name="connsiteY0" fmla="*/ 2538 h 1673199"/>
              <a:gd name="connsiteX1" fmla="*/ 1091731 w 1095377"/>
              <a:gd name="connsiteY1" fmla="*/ 0 h 1673199"/>
              <a:gd name="connsiteX2" fmla="*/ 0 w 1095377"/>
              <a:gd name="connsiteY2" fmla="*/ 1670662 h 1673199"/>
              <a:gd name="connsiteX3" fmla="*/ 3646 w 1095377"/>
              <a:gd name="connsiteY3" fmla="*/ 1673200 h 1673199"/>
              <a:gd name="connsiteX4" fmla="*/ 1095378 w 1095377"/>
              <a:gd name="connsiteY4" fmla="*/ 2538 h 16731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95377" h="1673199">
                <a:moveTo>
                  <a:pt x="1095378" y="2538"/>
                </a:moveTo>
                <a:cubicBezTo>
                  <a:pt x="1094109" y="1745"/>
                  <a:pt x="1092841" y="952"/>
                  <a:pt x="1091731" y="0"/>
                </a:cubicBezTo>
                <a:lnTo>
                  <a:pt x="0" y="1670662"/>
                </a:lnTo>
                <a:cubicBezTo>
                  <a:pt x="1268" y="1671455"/>
                  <a:pt x="2378" y="1672248"/>
                  <a:pt x="3646" y="1673200"/>
                </a:cubicBezTo>
                <a:lnTo>
                  <a:pt x="1095378" y="2538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DB179093-00B8-E449-EA97-FBBAD440CE6C}"/>
              </a:ext>
            </a:extLst>
          </p:cNvPr>
          <p:cNvSpPr/>
          <p:nvPr userDrawn="1"/>
        </p:nvSpPr>
        <p:spPr>
          <a:xfrm>
            <a:off x="200637" y="316741"/>
            <a:ext cx="1353644" cy="1331472"/>
          </a:xfrm>
          <a:custGeom>
            <a:avLst/>
            <a:gdLst>
              <a:gd name="connsiteX0" fmla="*/ 0 w 1353644"/>
              <a:gd name="connsiteY0" fmla="*/ 1543602 h 1546139"/>
              <a:gd name="connsiteX1" fmla="*/ 3647 w 1353644"/>
              <a:gd name="connsiteY1" fmla="*/ 1546140 h 1546139"/>
              <a:gd name="connsiteX2" fmla="*/ 1353645 w 1353644"/>
              <a:gd name="connsiteY2" fmla="*/ 2538 h 1546139"/>
              <a:gd name="connsiteX3" fmla="*/ 1349998 w 1353644"/>
              <a:gd name="connsiteY3" fmla="*/ 0 h 1546139"/>
              <a:gd name="connsiteX4" fmla="*/ 0 w 1353644"/>
              <a:gd name="connsiteY4" fmla="*/ 1543602 h 15461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53644" h="1546139">
                <a:moveTo>
                  <a:pt x="0" y="1543602"/>
                </a:moveTo>
                <a:cubicBezTo>
                  <a:pt x="1110" y="1544553"/>
                  <a:pt x="2695" y="1545029"/>
                  <a:pt x="3647" y="1546140"/>
                </a:cubicBezTo>
                <a:lnTo>
                  <a:pt x="1353645" y="2538"/>
                </a:lnTo>
                <a:cubicBezTo>
                  <a:pt x="1352535" y="1586"/>
                  <a:pt x="1351108" y="1110"/>
                  <a:pt x="1349998" y="0"/>
                </a:cubicBezTo>
                <a:lnTo>
                  <a:pt x="0" y="1543602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6" name="Freeform 25">
            <a:extLst>
              <a:ext uri="{FF2B5EF4-FFF2-40B4-BE49-F238E27FC236}">
                <a16:creationId xmlns:a16="http://schemas.microsoft.com/office/drawing/2014/main" id="{6C2E3D9C-F987-5CE8-6D11-075BBA2280E4}"/>
              </a:ext>
            </a:extLst>
          </p:cNvPr>
          <p:cNvSpPr/>
          <p:nvPr userDrawn="1"/>
        </p:nvSpPr>
        <p:spPr>
          <a:xfrm>
            <a:off x="33056" y="1945208"/>
            <a:ext cx="122712" cy="302712"/>
          </a:xfrm>
          <a:custGeom>
            <a:avLst/>
            <a:gdLst>
              <a:gd name="connsiteX0" fmla="*/ 118274 w 122712"/>
              <a:gd name="connsiteY0" fmla="*/ 0 h 351517"/>
              <a:gd name="connsiteX1" fmla="*/ 0 w 122712"/>
              <a:gd name="connsiteY1" fmla="*/ 338193 h 351517"/>
              <a:gd name="connsiteX2" fmla="*/ 0 w 122712"/>
              <a:gd name="connsiteY2" fmla="*/ 351518 h 351517"/>
              <a:gd name="connsiteX3" fmla="*/ 122713 w 122712"/>
              <a:gd name="connsiteY3" fmla="*/ 952 h 351517"/>
              <a:gd name="connsiteX4" fmla="*/ 118274 w 122712"/>
              <a:gd name="connsiteY4" fmla="*/ 0 h 3515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712" h="351517">
                <a:moveTo>
                  <a:pt x="118274" y="0"/>
                </a:moveTo>
                <a:lnTo>
                  <a:pt x="0" y="338193"/>
                </a:lnTo>
                <a:lnTo>
                  <a:pt x="0" y="351518"/>
                </a:lnTo>
                <a:lnTo>
                  <a:pt x="122713" y="952"/>
                </a:lnTo>
                <a:cubicBezTo>
                  <a:pt x="121286" y="476"/>
                  <a:pt x="119700" y="635"/>
                  <a:pt x="118274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7CEFBD1A-95AE-4940-2015-DDD8079E16AD}"/>
              </a:ext>
            </a:extLst>
          </p:cNvPr>
          <p:cNvSpPr/>
          <p:nvPr userDrawn="1"/>
        </p:nvSpPr>
        <p:spPr>
          <a:xfrm>
            <a:off x="33056" y="1933787"/>
            <a:ext cx="101943" cy="83600"/>
          </a:xfrm>
          <a:custGeom>
            <a:avLst/>
            <a:gdLst>
              <a:gd name="connsiteX0" fmla="*/ 100992 w 101943"/>
              <a:gd name="connsiteY0" fmla="*/ 0 h 97079"/>
              <a:gd name="connsiteX1" fmla="*/ 21720 w 101943"/>
              <a:gd name="connsiteY1" fmla="*/ 70431 h 97079"/>
              <a:gd name="connsiteX2" fmla="*/ 0 w 101943"/>
              <a:gd name="connsiteY2" fmla="*/ 90893 h 97079"/>
              <a:gd name="connsiteX3" fmla="*/ 0 w 101943"/>
              <a:gd name="connsiteY3" fmla="*/ 97080 h 97079"/>
              <a:gd name="connsiteX4" fmla="*/ 101944 w 101943"/>
              <a:gd name="connsiteY4" fmla="*/ 952 h 97079"/>
              <a:gd name="connsiteX5" fmla="*/ 100992 w 101943"/>
              <a:gd name="connsiteY5" fmla="*/ 0 h 970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1943" h="97079">
                <a:moveTo>
                  <a:pt x="100992" y="0"/>
                </a:moveTo>
                <a:lnTo>
                  <a:pt x="21720" y="70431"/>
                </a:lnTo>
                <a:lnTo>
                  <a:pt x="0" y="90893"/>
                </a:lnTo>
                <a:lnTo>
                  <a:pt x="0" y="97080"/>
                </a:lnTo>
                <a:lnTo>
                  <a:pt x="101944" y="952"/>
                </a:lnTo>
                <a:cubicBezTo>
                  <a:pt x="101944" y="952"/>
                  <a:pt x="101309" y="317"/>
                  <a:pt x="100992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4EC155F4-333B-B79C-6ED1-50938E30D038}"/>
              </a:ext>
            </a:extLst>
          </p:cNvPr>
          <p:cNvSpPr/>
          <p:nvPr userDrawn="1"/>
        </p:nvSpPr>
        <p:spPr>
          <a:xfrm>
            <a:off x="33056" y="1929979"/>
            <a:ext cx="100992" cy="80595"/>
          </a:xfrm>
          <a:custGeom>
            <a:avLst/>
            <a:gdLst>
              <a:gd name="connsiteX0" fmla="*/ 100992 w 100992"/>
              <a:gd name="connsiteY0" fmla="*/ 3807 h 93589"/>
              <a:gd name="connsiteX1" fmla="*/ 98456 w 100992"/>
              <a:gd name="connsiteY1" fmla="*/ 0 h 93589"/>
              <a:gd name="connsiteX2" fmla="*/ 0 w 100992"/>
              <a:gd name="connsiteY2" fmla="*/ 87562 h 93589"/>
              <a:gd name="connsiteX3" fmla="*/ 0 w 100992"/>
              <a:gd name="connsiteY3" fmla="*/ 93590 h 93589"/>
              <a:gd name="connsiteX4" fmla="*/ 21720 w 100992"/>
              <a:gd name="connsiteY4" fmla="*/ 74238 h 93589"/>
              <a:gd name="connsiteX5" fmla="*/ 100992 w 100992"/>
              <a:gd name="connsiteY5" fmla="*/ 3807 h 935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0992" h="93589">
                <a:moveTo>
                  <a:pt x="100992" y="3807"/>
                </a:moveTo>
                <a:cubicBezTo>
                  <a:pt x="99882" y="2697"/>
                  <a:pt x="99407" y="1269"/>
                  <a:pt x="98456" y="0"/>
                </a:cubicBezTo>
                <a:lnTo>
                  <a:pt x="0" y="87562"/>
                </a:lnTo>
                <a:lnTo>
                  <a:pt x="0" y="93590"/>
                </a:lnTo>
                <a:lnTo>
                  <a:pt x="21720" y="74238"/>
                </a:lnTo>
                <a:lnTo>
                  <a:pt x="100992" y="3807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1979B1EE-08C1-2EB2-C76D-BCB413856875}"/>
              </a:ext>
            </a:extLst>
          </p:cNvPr>
          <p:cNvSpPr/>
          <p:nvPr userDrawn="1"/>
        </p:nvSpPr>
        <p:spPr>
          <a:xfrm>
            <a:off x="33056" y="4640125"/>
            <a:ext cx="589940" cy="1120147"/>
          </a:xfrm>
          <a:custGeom>
            <a:avLst/>
            <a:gdLst>
              <a:gd name="connsiteX0" fmla="*/ 586136 w 589940"/>
              <a:gd name="connsiteY0" fmla="*/ 0 h 1300743"/>
              <a:gd name="connsiteX1" fmla="*/ 0 w 589940"/>
              <a:gd name="connsiteY1" fmla="*/ 1290115 h 1300743"/>
              <a:gd name="connsiteX2" fmla="*/ 0 w 589940"/>
              <a:gd name="connsiteY2" fmla="*/ 1300743 h 1300743"/>
              <a:gd name="connsiteX3" fmla="*/ 589941 w 589940"/>
              <a:gd name="connsiteY3" fmla="*/ 2221 h 1300743"/>
              <a:gd name="connsiteX4" fmla="*/ 586136 w 589940"/>
              <a:gd name="connsiteY4" fmla="*/ 0 h 13007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89940" h="1300743">
                <a:moveTo>
                  <a:pt x="586136" y="0"/>
                </a:moveTo>
                <a:lnTo>
                  <a:pt x="0" y="1290115"/>
                </a:lnTo>
                <a:lnTo>
                  <a:pt x="0" y="1300743"/>
                </a:lnTo>
                <a:lnTo>
                  <a:pt x="589941" y="2221"/>
                </a:lnTo>
                <a:cubicBezTo>
                  <a:pt x="588514" y="1586"/>
                  <a:pt x="587404" y="634"/>
                  <a:pt x="586136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0" name="Freeform 29">
            <a:extLst>
              <a:ext uri="{FF2B5EF4-FFF2-40B4-BE49-F238E27FC236}">
                <a16:creationId xmlns:a16="http://schemas.microsoft.com/office/drawing/2014/main" id="{CA1884D6-5D87-913C-8FC1-3F888ED26076}"/>
              </a:ext>
            </a:extLst>
          </p:cNvPr>
          <p:cNvSpPr/>
          <p:nvPr userDrawn="1"/>
        </p:nvSpPr>
        <p:spPr>
          <a:xfrm>
            <a:off x="32898" y="4306690"/>
            <a:ext cx="564890" cy="232225"/>
          </a:xfrm>
          <a:custGeom>
            <a:avLst/>
            <a:gdLst>
              <a:gd name="connsiteX0" fmla="*/ 564891 w 564890"/>
              <a:gd name="connsiteY0" fmla="*/ 266018 h 269666"/>
              <a:gd name="connsiteX1" fmla="*/ 0 w 564890"/>
              <a:gd name="connsiteY1" fmla="*/ 0 h 269666"/>
              <a:gd name="connsiteX2" fmla="*/ 0 w 564890"/>
              <a:gd name="connsiteY2" fmla="*/ 4917 h 269666"/>
              <a:gd name="connsiteX3" fmla="*/ 562354 w 564890"/>
              <a:gd name="connsiteY3" fmla="*/ 269666 h 269666"/>
              <a:gd name="connsiteX4" fmla="*/ 564891 w 564890"/>
              <a:gd name="connsiteY4" fmla="*/ 265859 h 269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64890" h="269666">
                <a:moveTo>
                  <a:pt x="564891" y="266018"/>
                </a:moveTo>
                <a:lnTo>
                  <a:pt x="0" y="0"/>
                </a:lnTo>
                <a:lnTo>
                  <a:pt x="0" y="4917"/>
                </a:lnTo>
                <a:lnTo>
                  <a:pt x="562354" y="269666"/>
                </a:lnTo>
                <a:cubicBezTo>
                  <a:pt x="562988" y="268239"/>
                  <a:pt x="564098" y="267287"/>
                  <a:pt x="564891" y="265859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1" name="Freeform 30">
            <a:extLst>
              <a:ext uri="{FF2B5EF4-FFF2-40B4-BE49-F238E27FC236}">
                <a16:creationId xmlns:a16="http://schemas.microsoft.com/office/drawing/2014/main" id="{D3D189F8-A380-621A-5852-3949310EABA3}"/>
              </a:ext>
            </a:extLst>
          </p:cNvPr>
          <p:cNvSpPr/>
          <p:nvPr userDrawn="1"/>
        </p:nvSpPr>
        <p:spPr>
          <a:xfrm>
            <a:off x="33056" y="3983884"/>
            <a:ext cx="574878" cy="498055"/>
          </a:xfrm>
          <a:custGeom>
            <a:avLst/>
            <a:gdLst>
              <a:gd name="connsiteX0" fmla="*/ 574879 w 574878"/>
              <a:gd name="connsiteY0" fmla="*/ 575182 h 578354"/>
              <a:gd name="connsiteX1" fmla="*/ 0 w 574878"/>
              <a:gd name="connsiteY1" fmla="*/ 0 h 578354"/>
              <a:gd name="connsiteX2" fmla="*/ 0 w 574878"/>
              <a:gd name="connsiteY2" fmla="*/ 6186 h 578354"/>
              <a:gd name="connsiteX3" fmla="*/ 571867 w 574878"/>
              <a:gd name="connsiteY3" fmla="*/ 578355 h 578354"/>
              <a:gd name="connsiteX4" fmla="*/ 574879 w 574878"/>
              <a:gd name="connsiteY4" fmla="*/ 575182 h 5783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74878" h="578354">
                <a:moveTo>
                  <a:pt x="574879" y="575182"/>
                </a:moveTo>
                <a:lnTo>
                  <a:pt x="0" y="0"/>
                </a:lnTo>
                <a:lnTo>
                  <a:pt x="0" y="6186"/>
                </a:lnTo>
                <a:lnTo>
                  <a:pt x="571867" y="578355"/>
                </a:lnTo>
                <a:cubicBezTo>
                  <a:pt x="572818" y="577244"/>
                  <a:pt x="573928" y="576293"/>
                  <a:pt x="574879" y="57518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" name="Freeform 31">
            <a:extLst>
              <a:ext uri="{FF2B5EF4-FFF2-40B4-BE49-F238E27FC236}">
                <a16:creationId xmlns:a16="http://schemas.microsoft.com/office/drawing/2014/main" id="{5B43B887-FBB4-C010-598B-B6DFA710490F}"/>
              </a:ext>
            </a:extLst>
          </p:cNvPr>
          <p:cNvSpPr/>
          <p:nvPr userDrawn="1"/>
        </p:nvSpPr>
        <p:spPr>
          <a:xfrm>
            <a:off x="159574" y="3910598"/>
            <a:ext cx="455654" cy="556385"/>
          </a:xfrm>
          <a:custGeom>
            <a:avLst/>
            <a:gdLst>
              <a:gd name="connsiteX0" fmla="*/ 6342 w 455654"/>
              <a:gd name="connsiteY0" fmla="*/ 1428 h 646088"/>
              <a:gd name="connsiteX1" fmla="*/ 0 w 455654"/>
              <a:gd name="connsiteY1" fmla="*/ 0 h 646088"/>
              <a:gd name="connsiteX2" fmla="*/ 452008 w 455654"/>
              <a:gd name="connsiteY2" fmla="*/ 646089 h 646088"/>
              <a:gd name="connsiteX3" fmla="*/ 455654 w 455654"/>
              <a:gd name="connsiteY3" fmla="*/ 643551 h 646088"/>
              <a:gd name="connsiteX4" fmla="*/ 6342 w 455654"/>
              <a:gd name="connsiteY4" fmla="*/ 1269 h 6460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55654" h="646088">
                <a:moveTo>
                  <a:pt x="6342" y="1428"/>
                </a:moveTo>
                <a:lnTo>
                  <a:pt x="0" y="0"/>
                </a:lnTo>
                <a:lnTo>
                  <a:pt x="452008" y="646089"/>
                </a:lnTo>
                <a:cubicBezTo>
                  <a:pt x="453118" y="645137"/>
                  <a:pt x="454386" y="644344"/>
                  <a:pt x="455654" y="643551"/>
                </a:cubicBezTo>
                <a:lnTo>
                  <a:pt x="6342" y="1269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3" name="Freeform 32">
            <a:extLst>
              <a:ext uri="{FF2B5EF4-FFF2-40B4-BE49-F238E27FC236}">
                <a16:creationId xmlns:a16="http://schemas.microsoft.com/office/drawing/2014/main" id="{16310501-813C-E046-EDAF-D7AB61E9D085}"/>
              </a:ext>
            </a:extLst>
          </p:cNvPr>
          <p:cNvSpPr/>
          <p:nvPr userDrawn="1"/>
        </p:nvSpPr>
        <p:spPr>
          <a:xfrm>
            <a:off x="33056" y="3722149"/>
            <a:ext cx="129212" cy="159006"/>
          </a:xfrm>
          <a:custGeom>
            <a:avLst/>
            <a:gdLst>
              <a:gd name="connsiteX0" fmla="*/ 129213 w 129212"/>
              <a:gd name="connsiteY0" fmla="*/ 184642 h 184642"/>
              <a:gd name="connsiteX1" fmla="*/ 0 w 129212"/>
              <a:gd name="connsiteY1" fmla="*/ 0 h 184642"/>
              <a:gd name="connsiteX2" fmla="*/ 0 w 129212"/>
              <a:gd name="connsiteY2" fmla="*/ 7614 h 184642"/>
              <a:gd name="connsiteX3" fmla="*/ 122713 w 129212"/>
              <a:gd name="connsiteY3" fmla="*/ 183214 h 184642"/>
              <a:gd name="connsiteX4" fmla="*/ 129213 w 129212"/>
              <a:gd name="connsiteY4" fmla="*/ 184642 h 184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9212" h="184642">
                <a:moveTo>
                  <a:pt x="129213" y="184642"/>
                </a:moveTo>
                <a:lnTo>
                  <a:pt x="0" y="0"/>
                </a:lnTo>
                <a:lnTo>
                  <a:pt x="0" y="7614"/>
                </a:lnTo>
                <a:lnTo>
                  <a:pt x="122713" y="183214"/>
                </a:lnTo>
                <a:lnTo>
                  <a:pt x="129213" y="184642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4" name="Freeform 33">
            <a:extLst>
              <a:ext uri="{FF2B5EF4-FFF2-40B4-BE49-F238E27FC236}">
                <a16:creationId xmlns:a16="http://schemas.microsoft.com/office/drawing/2014/main" id="{9BC78EA0-0227-2524-F1DB-74A0BC259A77}"/>
              </a:ext>
            </a:extLst>
          </p:cNvPr>
          <p:cNvSpPr/>
          <p:nvPr userDrawn="1"/>
        </p:nvSpPr>
        <p:spPr>
          <a:xfrm>
            <a:off x="33056" y="4604910"/>
            <a:ext cx="561244" cy="117615"/>
          </a:xfrm>
          <a:custGeom>
            <a:avLst/>
            <a:gdLst>
              <a:gd name="connsiteX0" fmla="*/ 560293 w 561244"/>
              <a:gd name="connsiteY0" fmla="*/ 0 h 136577"/>
              <a:gd name="connsiteX1" fmla="*/ 0 w 561244"/>
              <a:gd name="connsiteY1" fmla="*/ 131978 h 136577"/>
              <a:gd name="connsiteX2" fmla="*/ 0 w 561244"/>
              <a:gd name="connsiteY2" fmla="*/ 136578 h 136577"/>
              <a:gd name="connsiteX3" fmla="*/ 561244 w 561244"/>
              <a:gd name="connsiteY3" fmla="*/ 4442 h 136577"/>
              <a:gd name="connsiteX4" fmla="*/ 560293 w 561244"/>
              <a:gd name="connsiteY4" fmla="*/ 158 h 136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61244" h="136577">
                <a:moveTo>
                  <a:pt x="560293" y="0"/>
                </a:moveTo>
                <a:lnTo>
                  <a:pt x="0" y="131978"/>
                </a:lnTo>
                <a:lnTo>
                  <a:pt x="0" y="136578"/>
                </a:lnTo>
                <a:lnTo>
                  <a:pt x="561244" y="4442"/>
                </a:lnTo>
                <a:cubicBezTo>
                  <a:pt x="560769" y="3014"/>
                  <a:pt x="560610" y="1586"/>
                  <a:pt x="560293" y="158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" name="Freeform 34">
            <a:extLst>
              <a:ext uri="{FF2B5EF4-FFF2-40B4-BE49-F238E27FC236}">
                <a16:creationId xmlns:a16="http://schemas.microsoft.com/office/drawing/2014/main" id="{92D24683-06F1-52ED-65E1-11A4E093732F}"/>
              </a:ext>
            </a:extLst>
          </p:cNvPr>
          <p:cNvSpPr/>
          <p:nvPr userDrawn="1"/>
        </p:nvSpPr>
        <p:spPr>
          <a:xfrm>
            <a:off x="656925" y="4102537"/>
            <a:ext cx="171702" cy="385085"/>
          </a:xfrm>
          <a:custGeom>
            <a:avLst/>
            <a:gdLst>
              <a:gd name="connsiteX0" fmla="*/ 167263 w 171702"/>
              <a:gd name="connsiteY0" fmla="*/ 0 h 447170"/>
              <a:gd name="connsiteX1" fmla="*/ 0 w 171702"/>
              <a:gd name="connsiteY1" fmla="*/ 446218 h 447170"/>
              <a:gd name="connsiteX2" fmla="*/ 4439 w 171702"/>
              <a:gd name="connsiteY2" fmla="*/ 447170 h 447170"/>
              <a:gd name="connsiteX3" fmla="*/ 171703 w 171702"/>
              <a:gd name="connsiteY3" fmla="*/ 952 h 447170"/>
              <a:gd name="connsiteX4" fmla="*/ 167263 w 171702"/>
              <a:gd name="connsiteY4" fmla="*/ 0 h 4471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1702" h="447170">
                <a:moveTo>
                  <a:pt x="167263" y="0"/>
                </a:moveTo>
                <a:lnTo>
                  <a:pt x="0" y="446218"/>
                </a:lnTo>
                <a:cubicBezTo>
                  <a:pt x="1427" y="446694"/>
                  <a:pt x="3012" y="446536"/>
                  <a:pt x="4439" y="447170"/>
                </a:cubicBezTo>
                <a:lnTo>
                  <a:pt x="171703" y="952"/>
                </a:lnTo>
                <a:cubicBezTo>
                  <a:pt x="170276" y="476"/>
                  <a:pt x="168690" y="635"/>
                  <a:pt x="167263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6" name="Freeform 35">
            <a:extLst>
              <a:ext uri="{FF2B5EF4-FFF2-40B4-BE49-F238E27FC236}">
                <a16:creationId xmlns:a16="http://schemas.microsoft.com/office/drawing/2014/main" id="{7F15573C-C9C6-E78E-7DFC-D2EC21A8D279}"/>
              </a:ext>
            </a:extLst>
          </p:cNvPr>
          <p:cNvSpPr/>
          <p:nvPr userDrawn="1"/>
        </p:nvSpPr>
        <p:spPr>
          <a:xfrm>
            <a:off x="401195" y="3958504"/>
            <a:ext cx="394931" cy="77317"/>
          </a:xfrm>
          <a:custGeom>
            <a:avLst/>
            <a:gdLst>
              <a:gd name="connsiteX0" fmla="*/ 394932 w 394931"/>
              <a:gd name="connsiteY0" fmla="*/ 85500 h 89782"/>
              <a:gd name="connsiteX1" fmla="*/ 0 w 394931"/>
              <a:gd name="connsiteY1" fmla="*/ 0 h 89782"/>
              <a:gd name="connsiteX2" fmla="*/ 1903 w 394931"/>
              <a:gd name="connsiteY2" fmla="*/ 4917 h 89782"/>
              <a:gd name="connsiteX3" fmla="*/ 394139 w 394931"/>
              <a:gd name="connsiteY3" fmla="*/ 89783 h 89782"/>
              <a:gd name="connsiteX4" fmla="*/ 394932 w 394931"/>
              <a:gd name="connsiteY4" fmla="*/ 85500 h 897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4931" h="89782">
                <a:moveTo>
                  <a:pt x="394932" y="85500"/>
                </a:moveTo>
                <a:lnTo>
                  <a:pt x="0" y="0"/>
                </a:lnTo>
                <a:lnTo>
                  <a:pt x="1903" y="4917"/>
                </a:lnTo>
                <a:lnTo>
                  <a:pt x="394139" y="89783"/>
                </a:lnTo>
                <a:cubicBezTo>
                  <a:pt x="394456" y="88355"/>
                  <a:pt x="394615" y="86928"/>
                  <a:pt x="394932" y="8550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8" name="Freeform 37">
            <a:extLst>
              <a:ext uri="{FF2B5EF4-FFF2-40B4-BE49-F238E27FC236}">
                <a16:creationId xmlns:a16="http://schemas.microsoft.com/office/drawing/2014/main" id="{F2515FD4-E201-83F7-50A3-DAE46CB67879}"/>
              </a:ext>
            </a:extLst>
          </p:cNvPr>
          <p:cNvSpPr/>
          <p:nvPr userDrawn="1"/>
        </p:nvSpPr>
        <p:spPr>
          <a:xfrm>
            <a:off x="33056" y="3878873"/>
            <a:ext cx="364967" cy="71853"/>
          </a:xfrm>
          <a:custGeom>
            <a:avLst/>
            <a:gdLst>
              <a:gd name="connsiteX0" fmla="*/ 132860 w 364967"/>
              <a:gd name="connsiteY0" fmla="*/ 33153 h 83437"/>
              <a:gd name="connsiteX1" fmla="*/ 364967 w 364967"/>
              <a:gd name="connsiteY1" fmla="*/ 83438 h 83437"/>
              <a:gd name="connsiteX2" fmla="*/ 363065 w 364967"/>
              <a:gd name="connsiteY2" fmla="*/ 78520 h 83437"/>
              <a:gd name="connsiteX3" fmla="*/ 129213 w 364967"/>
              <a:gd name="connsiteY3" fmla="*/ 27918 h 83437"/>
              <a:gd name="connsiteX4" fmla="*/ 122713 w 364967"/>
              <a:gd name="connsiteY4" fmla="*/ 26491 h 83437"/>
              <a:gd name="connsiteX5" fmla="*/ 0 w 364967"/>
              <a:gd name="connsiteY5" fmla="*/ 0 h 83437"/>
              <a:gd name="connsiteX6" fmla="*/ 0 w 364967"/>
              <a:gd name="connsiteY6" fmla="*/ 4442 h 83437"/>
              <a:gd name="connsiteX7" fmla="*/ 126518 w 364967"/>
              <a:gd name="connsiteY7" fmla="*/ 31725 h 83437"/>
              <a:gd name="connsiteX8" fmla="*/ 132860 w 364967"/>
              <a:gd name="connsiteY8" fmla="*/ 33153 h 834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64967" h="83437">
                <a:moveTo>
                  <a:pt x="132860" y="33153"/>
                </a:moveTo>
                <a:lnTo>
                  <a:pt x="364967" y="83438"/>
                </a:lnTo>
                <a:lnTo>
                  <a:pt x="363065" y="78520"/>
                </a:lnTo>
                <a:lnTo>
                  <a:pt x="129213" y="27918"/>
                </a:lnTo>
                <a:lnTo>
                  <a:pt x="122713" y="26491"/>
                </a:lnTo>
                <a:lnTo>
                  <a:pt x="0" y="0"/>
                </a:lnTo>
                <a:lnTo>
                  <a:pt x="0" y="4442"/>
                </a:lnTo>
                <a:lnTo>
                  <a:pt x="126518" y="31725"/>
                </a:lnTo>
                <a:lnTo>
                  <a:pt x="132860" y="33153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9" name="Freeform 38">
            <a:extLst>
              <a:ext uri="{FF2B5EF4-FFF2-40B4-BE49-F238E27FC236}">
                <a16:creationId xmlns:a16="http://schemas.microsoft.com/office/drawing/2014/main" id="{F8B44699-D508-26D1-E163-42746BFD2EFA}"/>
              </a:ext>
            </a:extLst>
          </p:cNvPr>
          <p:cNvSpPr/>
          <p:nvPr userDrawn="1"/>
        </p:nvSpPr>
        <p:spPr>
          <a:xfrm>
            <a:off x="319228" y="3742771"/>
            <a:ext cx="483082" cy="249983"/>
          </a:xfrm>
          <a:custGeom>
            <a:avLst/>
            <a:gdLst>
              <a:gd name="connsiteX0" fmla="*/ 483082 w 483082"/>
              <a:gd name="connsiteY0" fmla="*/ 287115 h 290287"/>
              <a:gd name="connsiteX1" fmla="*/ 478484 w 483082"/>
              <a:gd name="connsiteY1" fmla="*/ 283784 h 290287"/>
              <a:gd name="connsiteX2" fmla="*/ 0 w 483082"/>
              <a:gd name="connsiteY2" fmla="*/ 0 h 290287"/>
              <a:gd name="connsiteX3" fmla="*/ 2537 w 483082"/>
              <a:gd name="connsiteY3" fmla="*/ 6662 h 290287"/>
              <a:gd name="connsiteX4" fmla="*/ 480863 w 483082"/>
              <a:gd name="connsiteY4" fmla="*/ 290288 h 290287"/>
              <a:gd name="connsiteX5" fmla="*/ 483082 w 483082"/>
              <a:gd name="connsiteY5" fmla="*/ 286957 h 2902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83082" h="290287">
                <a:moveTo>
                  <a:pt x="483082" y="287115"/>
                </a:moveTo>
                <a:lnTo>
                  <a:pt x="478484" y="283784"/>
                </a:lnTo>
                <a:lnTo>
                  <a:pt x="0" y="0"/>
                </a:lnTo>
                <a:lnTo>
                  <a:pt x="2537" y="6662"/>
                </a:lnTo>
                <a:lnTo>
                  <a:pt x="480863" y="290288"/>
                </a:lnTo>
                <a:cubicBezTo>
                  <a:pt x="481497" y="289177"/>
                  <a:pt x="482448" y="288067"/>
                  <a:pt x="483082" y="286957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0" name="Freeform 39">
            <a:extLst>
              <a:ext uri="{FF2B5EF4-FFF2-40B4-BE49-F238E27FC236}">
                <a16:creationId xmlns:a16="http://schemas.microsoft.com/office/drawing/2014/main" id="{75EE832D-92F9-4F7D-2B9D-6C58CC8F8724}"/>
              </a:ext>
            </a:extLst>
          </p:cNvPr>
          <p:cNvSpPr/>
          <p:nvPr userDrawn="1"/>
        </p:nvSpPr>
        <p:spPr>
          <a:xfrm>
            <a:off x="33056" y="3573198"/>
            <a:ext cx="282524" cy="148761"/>
          </a:xfrm>
          <a:custGeom>
            <a:avLst/>
            <a:gdLst>
              <a:gd name="connsiteX0" fmla="*/ 279988 w 282524"/>
              <a:gd name="connsiteY0" fmla="*/ 166083 h 172745"/>
              <a:gd name="connsiteX1" fmla="*/ 0 w 282524"/>
              <a:gd name="connsiteY1" fmla="*/ 0 h 172745"/>
              <a:gd name="connsiteX2" fmla="*/ 0 w 282524"/>
              <a:gd name="connsiteY2" fmla="*/ 5076 h 172745"/>
              <a:gd name="connsiteX3" fmla="*/ 282525 w 282524"/>
              <a:gd name="connsiteY3" fmla="*/ 172745 h 172745"/>
              <a:gd name="connsiteX4" fmla="*/ 279988 w 282524"/>
              <a:gd name="connsiteY4" fmla="*/ 166083 h 1727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524" h="172745">
                <a:moveTo>
                  <a:pt x="279988" y="166083"/>
                </a:moveTo>
                <a:lnTo>
                  <a:pt x="0" y="0"/>
                </a:lnTo>
                <a:lnTo>
                  <a:pt x="0" y="5076"/>
                </a:lnTo>
                <a:lnTo>
                  <a:pt x="282525" y="172745"/>
                </a:lnTo>
                <a:lnTo>
                  <a:pt x="279988" y="166083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1" name="Freeform 40">
            <a:extLst>
              <a:ext uri="{FF2B5EF4-FFF2-40B4-BE49-F238E27FC236}">
                <a16:creationId xmlns:a16="http://schemas.microsoft.com/office/drawing/2014/main" id="{1D8DE2F3-B8E4-3E30-1ABA-2AD58EF25FA0}"/>
              </a:ext>
            </a:extLst>
          </p:cNvPr>
          <p:cNvSpPr/>
          <p:nvPr userDrawn="1"/>
        </p:nvSpPr>
        <p:spPr>
          <a:xfrm>
            <a:off x="182404" y="1945524"/>
            <a:ext cx="523986" cy="1432285"/>
          </a:xfrm>
          <a:custGeom>
            <a:avLst/>
            <a:gdLst>
              <a:gd name="connsiteX0" fmla="*/ 523986 w 523986"/>
              <a:gd name="connsiteY0" fmla="*/ 1663207 h 1663206"/>
              <a:gd name="connsiteX1" fmla="*/ 4439 w 523986"/>
              <a:gd name="connsiteY1" fmla="*/ 0 h 1663206"/>
              <a:gd name="connsiteX2" fmla="*/ 0 w 523986"/>
              <a:gd name="connsiteY2" fmla="*/ 952 h 1663206"/>
              <a:gd name="connsiteX3" fmla="*/ 517803 w 523986"/>
              <a:gd name="connsiteY3" fmla="*/ 1658924 h 1663206"/>
              <a:gd name="connsiteX4" fmla="*/ 523828 w 523986"/>
              <a:gd name="connsiteY4" fmla="*/ 1663207 h 16632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3986" h="1663206">
                <a:moveTo>
                  <a:pt x="523986" y="1663207"/>
                </a:moveTo>
                <a:lnTo>
                  <a:pt x="4439" y="0"/>
                </a:lnTo>
                <a:cubicBezTo>
                  <a:pt x="3012" y="476"/>
                  <a:pt x="1427" y="476"/>
                  <a:pt x="0" y="952"/>
                </a:cubicBezTo>
                <a:lnTo>
                  <a:pt x="517803" y="1658924"/>
                </a:lnTo>
                <a:lnTo>
                  <a:pt x="523828" y="1663207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2" name="Freeform 41">
            <a:extLst>
              <a:ext uri="{FF2B5EF4-FFF2-40B4-BE49-F238E27FC236}">
                <a16:creationId xmlns:a16="http://schemas.microsoft.com/office/drawing/2014/main" id="{B01EC347-BE26-E178-166A-211E11B2056A}"/>
              </a:ext>
            </a:extLst>
          </p:cNvPr>
          <p:cNvSpPr/>
          <p:nvPr userDrawn="1"/>
        </p:nvSpPr>
        <p:spPr>
          <a:xfrm>
            <a:off x="702427" y="3611428"/>
            <a:ext cx="36623" cy="87972"/>
          </a:xfrm>
          <a:custGeom>
            <a:avLst/>
            <a:gdLst>
              <a:gd name="connsiteX0" fmla="*/ 36624 w 36623"/>
              <a:gd name="connsiteY0" fmla="*/ 102156 h 102155"/>
              <a:gd name="connsiteX1" fmla="*/ 6025 w 36623"/>
              <a:gd name="connsiteY1" fmla="*/ 4283 h 102155"/>
              <a:gd name="connsiteX2" fmla="*/ 0 w 36623"/>
              <a:gd name="connsiteY2" fmla="*/ 0 h 102155"/>
              <a:gd name="connsiteX3" fmla="*/ 31233 w 36623"/>
              <a:gd name="connsiteY3" fmla="*/ 99776 h 102155"/>
              <a:gd name="connsiteX4" fmla="*/ 36624 w 36623"/>
              <a:gd name="connsiteY4" fmla="*/ 102156 h 1021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623" h="102155">
                <a:moveTo>
                  <a:pt x="36624" y="102156"/>
                </a:moveTo>
                <a:lnTo>
                  <a:pt x="6025" y="4283"/>
                </a:lnTo>
                <a:lnTo>
                  <a:pt x="0" y="0"/>
                </a:lnTo>
                <a:lnTo>
                  <a:pt x="31233" y="99776"/>
                </a:lnTo>
                <a:lnTo>
                  <a:pt x="36624" y="102156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3" name="Freeform 42">
            <a:extLst>
              <a:ext uri="{FF2B5EF4-FFF2-40B4-BE49-F238E27FC236}">
                <a16:creationId xmlns:a16="http://schemas.microsoft.com/office/drawing/2014/main" id="{7F4BF429-961F-6261-CFB1-5CD07C3B78AB}"/>
              </a:ext>
            </a:extLst>
          </p:cNvPr>
          <p:cNvSpPr/>
          <p:nvPr userDrawn="1"/>
        </p:nvSpPr>
        <p:spPr>
          <a:xfrm>
            <a:off x="735404" y="3716756"/>
            <a:ext cx="5549" cy="45719"/>
          </a:xfrm>
          <a:custGeom>
            <a:avLst/>
            <a:gdLst>
              <a:gd name="connsiteX0" fmla="*/ 5549 w 5549"/>
              <a:gd name="connsiteY0" fmla="*/ 2855 h 2855"/>
              <a:gd name="connsiteX1" fmla="*/ 5390 w 5549"/>
              <a:gd name="connsiteY1" fmla="*/ 2538 h 2855"/>
              <a:gd name="connsiteX2" fmla="*/ 0 w 5549"/>
              <a:gd name="connsiteY2" fmla="*/ 0 h 2855"/>
              <a:gd name="connsiteX3" fmla="*/ 159 w 5549"/>
              <a:gd name="connsiteY3" fmla="*/ 476 h 2855"/>
              <a:gd name="connsiteX4" fmla="*/ 5549 w 5549"/>
              <a:gd name="connsiteY4" fmla="*/ 2855 h 28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49" h="2855">
                <a:moveTo>
                  <a:pt x="5549" y="2855"/>
                </a:moveTo>
                <a:lnTo>
                  <a:pt x="5390" y="2538"/>
                </a:lnTo>
                <a:lnTo>
                  <a:pt x="0" y="0"/>
                </a:lnTo>
                <a:lnTo>
                  <a:pt x="159" y="476"/>
                </a:lnTo>
                <a:lnTo>
                  <a:pt x="5549" y="285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4" name="Freeform 43">
            <a:extLst>
              <a:ext uri="{FF2B5EF4-FFF2-40B4-BE49-F238E27FC236}">
                <a16:creationId xmlns:a16="http://schemas.microsoft.com/office/drawing/2014/main" id="{D15F2AC0-2868-6C45-08B3-032005AB42F0}"/>
              </a:ext>
            </a:extLst>
          </p:cNvPr>
          <p:cNvSpPr/>
          <p:nvPr userDrawn="1"/>
        </p:nvSpPr>
        <p:spPr>
          <a:xfrm>
            <a:off x="737307" y="3722625"/>
            <a:ext cx="94016" cy="247115"/>
          </a:xfrm>
          <a:custGeom>
            <a:avLst/>
            <a:gdLst>
              <a:gd name="connsiteX0" fmla="*/ 94016 w 94016"/>
              <a:gd name="connsiteY0" fmla="*/ 286164 h 286956"/>
              <a:gd name="connsiteX1" fmla="*/ 5390 w 94016"/>
              <a:gd name="connsiteY1" fmla="*/ 2380 h 286956"/>
              <a:gd name="connsiteX2" fmla="*/ 0 w 94016"/>
              <a:gd name="connsiteY2" fmla="*/ 0 h 286956"/>
              <a:gd name="connsiteX3" fmla="*/ 89577 w 94016"/>
              <a:gd name="connsiteY3" fmla="*/ 286957 h 286956"/>
              <a:gd name="connsiteX4" fmla="*/ 94016 w 94016"/>
              <a:gd name="connsiteY4" fmla="*/ 286005 h 2869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4016" h="286956">
                <a:moveTo>
                  <a:pt x="94016" y="286164"/>
                </a:moveTo>
                <a:lnTo>
                  <a:pt x="5390" y="2380"/>
                </a:lnTo>
                <a:lnTo>
                  <a:pt x="0" y="0"/>
                </a:lnTo>
                <a:lnTo>
                  <a:pt x="89577" y="286957"/>
                </a:lnTo>
                <a:cubicBezTo>
                  <a:pt x="91004" y="286481"/>
                  <a:pt x="92589" y="286481"/>
                  <a:pt x="94016" y="286005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5" name="Freeform 44">
            <a:extLst>
              <a:ext uri="{FF2B5EF4-FFF2-40B4-BE49-F238E27FC236}">
                <a16:creationId xmlns:a16="http://schemas.microsoft.com/office/drawing/2014/main" id="{4FF612A6-FCD7-A97D-B64C-6C5A1619713C}"/>
              </a:ext>
            </a:extLst>
          </p:cNvPr>
          <p:cNvSpPr/>
          <p:nvPr userDrawn="1"/>
        </p:nvSpPr>
        <p:spPr>
          <a:xfrm>
            <a:off x="33056" y="3481194"/>
            <a:ext cx="251450" cy="157503"/>
          </a:xfrm>
          <a:custGeom>
            <a:avLst/>
            <a:gdLst>
              <a:gd name="connsiteX0" fmla="*/ 248596 w 251450"/>
              <a:gd name="connsiteY0" fmla="*/ 175600 h 182897"/>
              <a:gd name="connsiteX1" fmla="*/ 0 w 251450"/>
              <a:gd name="connsiteY1" fmla="*/ 0 h 182897"/>
              <a:gd name="connsiteX2" fmla="*/ 0 w 251450"/>
              <a:gd name="connsiteY2" fmla="*/ 5394 h 182897"/>
              <a:gd name="connsiteX3" fmla="*/ 251450 w 251450"/>
              <a:gd name="connsiteY3" fmla="*/ 182897 h 182897"/>
              <a:gd name="connsiteX4" fmla="*/ 248596 w 251450"/>
              <a:gd name="connsiteY4" fmla="*/ 175600 h 1828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1450" h="182897">
                <a:moveTo>
                  <a:pt x="248596" y="175600"/>
                </a:moveTo>
                <a:lnTo>
                  <a:pt x="0" y="0"/>
                </a:lnTo>
                <a:lnTo>
                  <a:pt x="0" y="5394"/>
                </a:lnTo>
                <a:lnTo>
                  <a:pt x="251450" y="182897"/>
                </a:lnTo>
                <a:lnTo>
                  <a:pt x="248596" y="17560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6" name="Freeform 45">
            <a:extLst>
              <a:ext uri="{FF2B5EF4-FFF2-40B4-BE49-F238E27FC236}">
                <a16:creationId xmlns:a16="http://schemas.microsoft.com/office/drawing/2014/main" id="{C3816B55-9A6F-7B81-6C23-654C9DFF2CBB}"/>
              </a:ext>
            </a:extLst>
          </p:cNvPr>
          <p:cNvSpPr/>
          <p:nvPr userDrawn="1"/>
        </p:nvSpPr>
        <p:spPr>
          <a:xfrm>
            <a:off x="288153" y="3661395"/>
            <a:ext cx="516534" cy="317329"/>
          </a:xfrm>
          <a:custGeom>
            <a:avLst/>
            <a:gdLst>
              <a:gd name="connsiteX0" fmla="*/ 514157 w 516534"/>
              <a:gd name="connsiteY0" fmla="*/ 368491 h 368491"/>
              <a:gd name="connsiteX1" fmla="*/ 516535 w 516534"/>
              <a:gd name="connsiteY1" fmla="*/ 364843 h 368491"/>
              <a:gd name="connsiteX2" fmla="*/ 0 w 516534"/>
              <a:gd name="connsiteY2" fmla="*/ 0 h 368491"/>
              <a:gd name="connsiteX3" fmla="*/ 2854 w 516534"/>
              <a:gd name="connsiteY3" fmla="*/ 7297 h 368491"/>
              <a:gd name="connsiteX4" fmla="*/ 509718 w 516534"/>
              <a:gd name="connsiteY4" fmla="*/ 365160 h 368491"/>
              <a:gd name="connsiteX5" fmla="*/ 514315 w 516534"/>
              <a:gd name="connsiteY5" fmla="*/ 368491 h 3684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16534" h="368491">
                <a:moveTo>
                  <a:pt x="514157" y="368491"/>
                </a:moveTo>
                <a:cubicBezTo>
                  <a:pt x="514950" y="367222"/>
                  <a:pt x="515742" y="365953"/>
                  <a:pt x="516535" y="364843"/>
                </a:cubicBezTo>
                <a:lnTo>
                  <a:pt x="0" y="0"/>
                </a:lnTo>
                <a:lnTo>
                  <a:pt x="2854" y="7297"/>
                </a:lnTo>
                <a:lnTo>
                  <a:pt x="509718" y="365160"/>
                </a:lnTo>
                <a:lnTo>
                  <a:pt x="514315" y="368491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7" name="Freeform 46">
            <a:extLst>
              <a:ext uri="{FF2B5EF4-FFF2-40B4-BE49-F238E27FC236}">
                <a16:creationId xmlns:a16="http://schemas.microsoft.com/office/drawing/2014/main" id="{6F81428A-7BC4-04A8-3986-563E096A6018}"/>
              </a:ext>
            </a:extLst>
          </p:cNvPr>
          <p:cNvSpPr/>
          <p:nvPr userDrawn="1"/>
        </p:nvSpPr>
        <p:spPr>
          <a:xfrm>
            <a:off x="2783312" y="7138504"/>
            <a:ext cx="74673" cy="319651"/>
          </a:xfrm>
          <a:custGeom>
            <a:avLst/>
            <a:gdLst>
              <a:gd name="connsiteX0" fmla="*/ 0 w 74673"/>
              <a:gd name="connsiteY0" fmla="*/ 351835 h 371187"/>
              <a:gd name="connsiteX1" fmla="*/ 634 w 74673"/>
              <a:gd name="connsiteY1" fmla="*/ 371188 h 371187"/>
              <a:gd name="connsiteX2" fmla="*/ 74674 w 74673"/>
              <a:gd name="connsiteY2" fmla="*/ 793 h 371187"/>
              <a:gd name="connsiteX3" fmla="*/ 71186 w 74673"/>
              <a:gd name="connsiteY3" fmla="*/ 0 h 371187"/>
              <a:gd name="connsiteX4" fmla="*/ 67857 w 74673"/>
              <a:gd name="connsiteY4" fmla="*/ 12373 h 371187"/>
              <a:gd name="connsiteX5" fmla="*/ 0 w 74673"/>
              <a:gd name="connsiteY5" fmla="*/ 351994 h 371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4673" h="371187">
                <a:moveTo>
                  <a:pt x="0" y="351835"/>
                </a:moveTo>
                <a:lnTo>
                  <a:pt x="634" y="371188"/>
                </a:lnTo>
                <a:lnTo>
                  <a:pt x="74674" y="793"/>
                </a:lnTo>
                <a:cubicBezTo>
                  <a:pt x="73406" y="634"/>
                  <a:pt x="72296" y="317"/>
                  <a:pt x="71186" y="0"/>
                </a:cubicBezTo>
                <a:lnTo>
                  <a:pt x="67857" y="12373"/>
                </a:lnTo>
                <a:lnTo>
                  <a:pt x="0" y="351994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8" name="Freeform 47">
            <a:extLst>
              <a:ext uri="{FF2B5EF4-FFF2-40B4-BE49-F238E27FC236}">
                <a16:creationId xmlns:a16="http://schemas.microsoft.com/office/drawing/2014/main" id="{9544B31D-6EE7-711C-6465-33823EFCD96E}"/>
              </a:ext>
            </a:extLst>
          </p:cNvPr>
          <p:cNvSpPr/>
          <p:nvPr userDrawn="1"/>
        </p:nvSpPr>
        <p:spPr>
          <a:xfrm>
            <a:off x="2779824" y="7138028"/>
            <a:ext cx="74832" cy="232225"/>
          </a:xfrm>
          <a:custGeom>
            <a:avLst/>
            <a:gdLst>
              <a:gd name="connsiteX0" fmla="*/ 0 w 74832"/>
              <a:gd name="connsiteY0" fmla="*/ 254914 h 269666"/>
              <a:gd name="connsiteX1" fmla="*/ 634 w 74832"/>
              <a:gd name="connsiteY1" fmla="*/ 269666 h 269666"/>
              <a:gd name="connsiteX2" fmla="*/ 71503 w 74832"/>
              <a:gd name="connsiteY2" fmla="*/ 12849 h 269666"/>
              <a:gd name="connsiteX3" fmla="*/ 74833 w 74832"/>
              <a:gd name="connsiteY3" fmla="*/ 476 h 269666"/>
              <a:gd name="connsiteX4" fmla="*/ 72613 w 74832"/>
              <a:gd name="connsiteY4" fmla="*/ 0 h 269666"/>
              <a:gd name="connsiteX5" fmla="*/ 57393 w 74832"/>
              <a:gd name="connsiteY5" fmla="*/ 47112 h 269666"/>
              <a:gd name="connsiteX6" fmla="*/ 0 w 74832"/>
              <a:gd name="connsiteY6" fmla="*/ 255072 h 269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4832" h="269666">
                <a:moveTo>
                  <a:pt x="0" y="254914"/>
                </a:moveTo>
                <a:lnTo>
                  <a:pt x="634" y="269666"/>
                </a:lnTo>
                <a:lnTo>
                  <a:pt x="71503" y="12849"/>
                </a:lnTo>
                <a:lnTo>
                  <a:pt x="74833" y="476"/>
                </a:lnTo>
                <a:cubicBezTo>
                  <a:pt x="74833" y="476"/>
                  <a:pt x="73406" y="158"/>
                  <a:pt x="72613" y="0"/>
                </a:cubicBezTo>
                <a:lnTo>
                  <a:pt x="57393" y="47112"/>
                </a:lnTo>
                <a:lnTo>
                  <a:pt x="0" y="255072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9" name="Freeform 48">
            <a:extLst>
              <a:ext uri="{FF2B5EF4-FFF2-40B4-BE49-F238E27FC236}">
                <a16:creationId xmlns:a16="http://schemas.microsoft.com/office/drawing/2014/main" id="{121AD68C-B366-4D2C-3550-FD1B208C63FD}"/>
              </a:ext>
            </a:extLst>
          </p:cNvPr>
          <p:cNvSpPr/>
          <p:nvPr userDrawn="1"/>
        </p:nvSpPr>
        <p:spPr>
          <a:xfrm>
            <a:off x="2778238" y="7137076"/>
            <a:ext cx="74039" cy="196299"/>
          </a:xfrm>
          <a:custGeom>
            <a:avLst/>
            <a:gdLst>
              <a:gd name="connsiteX0" fmla="*/ 476 w 74039"/>
              <a:gd name="connsiteY0" fmla="*/ 227947 h 227947"/>
              <a:gd name="connsiteX1" fmla="*/ 58820 w 74039"/>
              <a:gd name="connsiteY1" fmla="*/ 48064 h 227947"/>
              <a:gd name="connsiteX2" fmla="*/ 74040 w 74039"/>
              <a:gd name="connsiteY2" fmla="*/ 952 h 227947"/>
              <a:gd name="connsiteX3" fmla="*/ 69759 w 74039"/>
              <a:gd name="connsiteY3" fmla="*/ 0 h 227947"/>
              <a:gd name="connsiteX4" fmla="*/ 0 w 74039"/>
              <a:gd name="connsiteY4" fmla="*/ 215098 h 227947"/>
              <a:gd name="connsiteX5" fmla="*/ 476 w 74039"/>
              <a:gd name="connsiteY5" fmla="*/ 227788 h 2279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4039" h="227947">
                <a:moveTo>
                  <a:pt x="476" y="227947"/>
                </a:moveTo>
                <a:lnTo>
                  <a:pt x="58820" y="48064"/>
                </a:lnTo>
                <a:lnTo>
                  <a:pt x="74040" y="952"/>
                </a:lnTo>
                <a:cubicBezTo>
                  <a:pt x="72613" y="634"/>
                  <a:pt x="71027" y="634"/>
                  <a:pt x="69759" y="0"/>
                </a:cubicBezTo>
                <a:lnTo>
                  <a:pt x="0" y="215098"/>
                </a:lnTo>
                <a:lnTo>
                  <a:pt x="476" y="227788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0" name="Freeform 49">
            <a:extLst>
              <a:ext uri="{FF2B5EF4-FFF2-40B4-BE49-F238E27FC236}">
                <a16:creationId xmlns:a16="http://schemas.microsoft.com/office/drawing/2014/main" id="{E2059CC6-C5C3-429B-080D-ED2E90A311E4}"/>
              </a:ext>
            </a:extLst>
          </p:cNvPr>
          <p:cNvSpPr/>
          <p:nvPr userDrawn="1"/>
        </p:nvSpPr>
        <p:spPr>
          <a:xfrm>
            <a:off x="2734956" y="6127572"/>
            <a:ext cx="126042" cy="787654"/>
          </a:xfrm>
          <a:custGeom>
            <a:avLst/>
            <a:gdLst>
              <a:gd name="connsiteX0" fmla="*/ 121761 w 126042"/>
              <a:gd name="connsiteY0" fmla="*/ 914645 h 914644"/>
              <a:gd name="connsiteX1" fmla="*/ 126042 w 126042"/>
              <a:gd name="connsiteY1" fmla="*/ 913693 h 914644"/>
              <a:gd name="connsiteX2" fmla="*/ 4281 w 126042"/>
              <a:gd name="connsiteY2" fmla="*/ 0 h 914644"/>
              <a:gd name="connsiteX3" fmla="*/ 0 w 126042"/>
              <a:gd name="connsiteY3" fmla="*/ 952 h 914644"/>
              <a:gd name="connsiteX4" fmla="*/ 121761 w 126042"/>
              <a:gd name="connsiteY4" fmla="*/ 914645 h 914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6042" h="914644">
                <a:moveTo>
                  <a:pt x="121761" y="914645"/>
                </a:moveTo>
                <a:cubicBezTo>
                  <a:pt x="123188" y="914328"/>
                  <a:pt x="124615" y="913852"/>
                  <a:pt x="126042" y="913693"/>
                </a:cubicBezTo>
                <a:lnTo>
                  <a:pt x="4281" y="0"/>
                </a:lnTo>
                <a:cubicBezTo>
                  <a:pt x="2854" y="317"/>
                  <a:pt x="1427" y="793"/>
                  <a:pt x="0" y="952"/>
                </a:cubicBezTo>
                <a:lnTo>
                  <a:pt x="121761" y="91464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1" name="Freeform 50">
            <a:extLst>
              <a:ext uri="{FF2B5EF4-FFF2-40B4-BE49-F238E27FC236}">
                <a16:creationId xmlns:a16="http://schemas.microsoft.com/office/drawing/2014/main" id="{87297A60-9900-241A-9349-DFE76F94A627}"/>
              </a:ext>
            </a:extLst>
          </p:cNvPr>
          <p:cNvSpPr/>
          <p:nvPr userDrawn="1"/>
        </p:nvSpPr>
        <p:spPr>
          <a:xfrm>
            <a:off x="2730358" y="6128683"/>
            <a:ext cx="26793" cy="542451"/>
          </a:xfrm>
          <a:custGeom>
            <a:avLst/>
            <a:gdLst>
              <a:gd name="connsiteX0" fmla="*/ 26794 w 26793"/>
              <a:gd name="connsiteY0" fmla="*/ 629909 h 629908"/>
              <a:gd name="connsiteX1" fmla="*/ 4281 w 26793"/>
              <a:gd name="connsiteY1" fmla="*/ 0 h 629908"/>
              <a:gd name="connsiteX2" fmla="*/ 317 w 26793"/>
              <a:gd name="connsiteY2" fmla="*/ 793 h 629908"/>
              <a:gd name="connsiteX3" fmla="*/ 0 w 26793"/>
              <a:gd name="connsiteY3" fmla="*/ 793 h 629908"/>
              <a:gd name="connsiteX4" fmla="*/ 21879 w 26793"/>
              <a:gd name="connsiteY4" fmla="*/ 615156 h 629908"/>
              <a:gd name="connsiteX5" fmla="*/ 26794 w 26793"/>
              <a:gd name="connsiteY5" fmla="*/ 629909 h 6299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6793" h="629908">
                <a:moveTo>
                  <a:pt x="26794" y="629909"/>
                </a:moveTo>
                <a:lnTo>
                  <a:pt x="4281" y="0"/>
                </a:lnTo>
                <a:cubicBezTo>
                  <a:pt x="2854" y="0"/>
                  <a:pt x="1744" y="793"/>
                  <a:pt x="317" y="793"/>
                </a:cubicBezTo>
                <a:lnTo>
                  <a:pt x="0" y="793"/>
                </a:lnTo>
                <a:cubicBezTo>
                  <a:pt x="0" y="793"/>
                  <a:pt x="21879" y="615156"/>
                  <a:pt x="21879" y="615156"/>
                </a:cubicBezTo>
                <a:lnTo>
                  <a:pt x="26794" y="629909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2" name="Freeform 51">
            <a:extLst>
              <a:ext uri="{FF2B5EF4-FFF2-40B4-BE49-F238E27FC236}">
                <a16:creationId xmlns:a16="http://schemas.microsoft.com/office/drawing/2014/main" id="{6EB8BA7F-FF76-C01E-CBFC-0B51466C0743}"/>
              </a:ext>
            </a:extLst>
          </p:cNvPr>
          <p:cNvSpPr/>
          <p:nvPr userDrawn="1"/>
        </p:nvSpPr>
        <p:spPr>
          <a:xfrm>
            <a:off x="2699601" y="6128208"/>
            <a:ext cx="30440" cy="403662"/>
          </a:xfrm>
          <a:custGeom>
            <a:avLst/>
            <a:gdLst>
              <a:gd name="connsiteX0" fmla="*/ 3646 w 30440"/>
              <a:gd name="connsiteY0" fmla="*/ 468743 h 468743"/>
              <a:gd name="connsiteX1" fmla="*/ 30440 w 30440"/>
              <a:gd name="connsiteY1" fmla="*/ 952 h 468743"/>
              <a:gd name="connsiteX2" fmla="*/ 26160 w 30440"/>
              <a:gd name="connsiteY2" fmla="*/ 0 h 468743"/>
              <a:gd name="connsiteX3" fmla="*/ 0 w 30440"/>
              <a:gd name="connsiteY3" fmla="*/ 457322 h 468743"/>
              <a:gd name="connsiteX4" fmla="*/ 3805 w 30440"/>
              <a:gd name="connsiteY4" fmla="*/ 468585 h 4687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0440" h="468743">
                <a:moveTo>
                  <a:pt x="3646" y="468743"/>
                </a:moveTo>
                <a:lnTo>
                  <a:pt x="30440" y="952"/>
                </a:lnTo>
                <a:cubicBezTo>
                  <a:pt x="28855" y="952"/>
                  <a:pt x="27586" y="158"/>
                  <a:pt x="26160" y="0"/>
                </a:cubicBezTo>
                <a:lnTo>
                  <a:pt x="0" y="457322"/>
                </a:lnTo>
                <a:lnTo>
                  <a:pt x="3805" y="46858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3" name="Freeform 52">
            <a:extLst>
              <a:ext uri="{FF2B5EF4-FFF2-40B4-BE49-F238E27FC236}">
                <a16:creationId xmlns:a16="http://schemas.microsoft.com/office/drawing/2014/main" id="{0B17FB46-FA95-AD72-4002-410582ED9B9B}"/>
              </a:ext>
            </a:extLst>
          </p:cNvPr>
          <p:cNvSpPr/>
          <p:nvPr userDrawn="1"/>
        </p:nvSpPr>
        <p:spPr>
          <a:xfrm>
            <a:off x="2467810" y="5889790"/>
            <a:ext cx="224022" cy="140155"/>
          </a:xfrm>
          <a:custGeom>
            <a:avLst/>
            <a:gdLst>
              <a:gd name="connsiteX0" fmla="*/ 2220 w 224022"/>
              <a:gd name="connsiteY0" fmla="*/ 7138 h 162751"/>
              <a:gd name="connsiteX1" fmla="*/ 221485 w 224022"/>
              <a:gd name="connsiteY1" fmla="*/ 162751 h 162751"/>
              <a:gd name="connsiteX2" fmla="*/ 224022 w 224022"/>
              <a:gd name="connsiteY2" fmla="*/ 159103 h 162751"/>
              <a:gd name="connsiteX3" fmla="*/ 0 w 224022"/>
              <a:gd name="connsiteY3" fmla="*/ 0 h 162751"/>
              <a:gd name="connsiteX4" fmla="*/ 2378 w 224022"/>
              <a:gd name="connsiteY4" fmla="*/ 7138 h 1627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4022" h="162751">
                <a:moveTo>
                  <a:pt x="2220" y="7138"/>
                </a:moveTo>
                <a:lnTo>
                  <a:pt x="221485" y="162751"/>
                </a:lnTo>
                <a:cubicBezTo>
                  <a:pt x="222278" y="161482"/>
                  <a:pt x="223071" y="160214"/>
                  <a:pt x="224022" y="159103"/>
                </a:cubicBezTo>
                <a:lnTo>
                  <a:pt x="0" y="0"/>
                </a:lnTo>
                <a:lnTo>
                  <a:pt x="2378" y="7138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4" name="Freeform 53">
            <a:extLst>
              <a:ext uri="{FF2B5EF4-FFF2-40B4-BE49-F238E27FC236}">
                <a16:creationId xmlns:a16="http://schemas.microsoft.com/office/drawing/2014/main" id="{3F3BA453-8257-7C37-5FFD-5521FD40B60C}"/>
              </a:ext>
            </a:extLst>
          </p:cNvPr>
          <p:cNvSpPr/>
          <p:nvPr userDrawn="1"/>
        </p:nvSpPr>
        <p:spPr>
          <a:xfrm>
            <a:off x="680390" y="4622360"/>
            <a:ext cx="1783456" cy="1093782"/>
          </a:xfrm>
          <a:custGeom>
            <a:avLst/>
            <a:gdLst>
              <a:gd name="connsiteX0" fmla="*/ 2537 w 1783456"/>
              <a:gd name="connsiteY0" fmla="*/ 158 h 1270127"/>
              <a:gd name="connsiteX1" fmla="*/ 0 w 1783456"/>
              <a:gd name="connsiteY1" fmla="*/ 3807 h 1270127"/>
              <a:gd name="connsiteX2" fmla="*/ 1783457 w 1783456"/>
              <a:gd name="connsiteY2" fmla="*/ 1270128 h 1270127"/>
              <a:gd name="connsiteX3" fmla="*/ 1781079 w 1783456"/>
              <a:gd name="connsiteY3" fmla="*/ 1262990 h 1270127"/>
              <a:gd name="connsiteX4" fmla="*/ 2378 w 1783456"/>
              <a:gd name="connsiteY4" fmla="*/ 0 h 12701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83456" h="1270127">
                <a:moveTo>
                  <a:pt x="2537" y="158"/>
                </a:moveTo>
                <a:cubicBezTo>
                  <a:pt x="1744" y="1428"/>
                  <a:pt x="951" y="2696"/>
                  <a:pt x="0" y="3807"/>
                </a:cubicBezTo>
                <a:lnTo>
                  <a:pt x="1783457" y="1270128"/>
                </a:lnTo>
                <a:lnTo>
                  <a:pt x="1781079" y="1262990"/>
                </a:lnTo>
                <a:lnTo>
                  <a:pt x="2378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5" name="Freeform 54">
            <a:extLst>
              <a:ext uri="{FF2B5EF4-FFF2-40B4-BE49-F238E27FC236}">
                <a16:creationId xmlns:a16="http://schemas.microsoft.com/office/drawing/2014/main" id="{1517B3FE-1AB4-A92B-628F-7D28089067E7}"/>
              </a:ext>
            </a:extLst>
          </p:cNvPr>
          <p:cNvSpPr/>
          <p:nvPr userDrawn="1"/>
        </p:nvSpPr>
        <p:spPr>
          <a:xfrm>
            <a:off x="2212872" y="5110296"/>
            <a:ext cx="496399" cy="797899"/>
          </a:xfrm>
          <a:custGeom>
            <a:avLst/>
            <a:gdLst>
              <a:gd name="connsiteX0" fmla="*/ 492753 w 496399"/>
              <a:gd name="connsiteY0" fmla="*/ 926542 h 926541"/>
              <a:gd name="connsiteX1" fmla="*/ 496400 w 496399"/>
              <a:gd name="connsiteY1" fmla="*/ 924004 h 926541"/>
              <a:gd name="connsiteX2" fmla="*/ 3805 w 496399"/>
              <a:gd name="connsiteY2" fmla="*/ 0 h 926541"/>
              <a:gd name="connsiteX3" fmla="*/ 0 w 496399"/>
              <a:gd name="connsiteY3" fmla="*/ 2538 h 926541"/>
              <a:gd name="connsiteX4" fmla="*/ 492595 w 496399"/>
              <a:gd name="connsiteY4" fmla="*/ 926542 h 9265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6399" h="926541">
                <a:moveTo>
                  <a:pt x="492753" y="926542"/>
                </a:moveTo>
                <a:cubicBezTo>
                  <a:pt x="494022" y="925749"/>
                  <a:pt x="495132" y="924638"/>
                  <a:pt x="496400" y="924004"/>
                </a:cubicBezTo>
                <a:lnTo>
                  <a:pt x="3805" y="0"/>
                </a:lnTo>
                <a:cubicBezTo>
                  <a:pt x="2537" y="793"/>
                  <a:pt x="1427" y="1903"/>
                  <a:pt x="0" y="2538"/>
                </a:cubicBezTo>
                <a:lnTo>
                  <a:pt x="492595" y="926542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3BF1C732-0EAA-EA7A-A5A9-1556F5A23C4F}"/>
              </a:ext>
            </a:extLst>
          </p:cNvPr>
          <p:cNvSpPr/>
          <p:nvPr userDrawn="1"/>
        </p:nvSpPr>
        <p:spPr>
          <a:xfrm>
            <a:off x="2204786" y="5114421"/>
            <a:ext cx="647016" cy="1661778"/>
          </a:xfrm>
          <a:custGeom>
            <a:avLst/>
            <a:gdLst>
              <a:gd name="connsiteX0" fmla="*/ 552841 w 647016"/>
              <a:gd name="connsiteY0" fmla="*/ 1659717 h 1929699"/>
              <a:gd name="connsiteX1" fmla="*/ 642736 w 647016"/>
              <a:gd name="connsiteY1" fmla="*/ 1929700 h 1929699"/>
              <a:gd name="connsiteX2" fmla="*/ 647016 w 647016"/>
              <a:gd name="connsiteY2" fmla="*/ 1928748 h 1929699"/>
              <a:gd name="connsiteX3" fmla="*/ 552207 w 647016"/>
              <a:gd name="connsiteY3" fmla="*/ 1644171 h 1929699"/>
              <a:gd name="connsiteX4" fmla="*/ 547292 w 647016"/>
              <a:gd name="connsiteY4" fmla="*/ 1629419 h 1929699"/>
              <a:gd name="connsiteX5" fmla="*/ 498302 w 647016"/>
              <a:gd name="connsiteY5" fmla="*/ 1482689 h 1929699"/>
              <a:gd name="connsiteX6" fmla="*/ 494497 w 647016"/>
              <a:gd name="connsiteY6" fmla="*/ 1471426 h 1929699"/>
              <a:gd name="connsiteX7" fmla="*/ 264926 w 647016"/>
              <a:gd name="connsiteY7" fmla="*/ 782508 h 1929699"/>
              <a:gd name="connsiteX8" fmla="*/ 262548 w 647016"/>
              <a:gd name="connsiteY8" fmla="*/ 775370 h 1929699"/>
              <a:gd name="connsiteX9" fmla="*/ 4281 w 647016"/>
              <a:gd name="connsiteY9" fmla="*/ 0 h 1929699"/>
              <a:gd name="connsiteX10" fmla="*/ 0 w 647016"/>
              <a:gd name="connsiteY10" fmla="*/ 952 h 1929699"/>
              <a:gd name="connsiteX11" fmla="*/ 256523 w 647016"/>
              <a:gd name="connsiteY11" fmla="*/ 771245 h 1929699"/>
              <a:gd name="connsiteX12" fmla="*/ 258902 w 647016"/>
              <a:gd name="connsiteY12" fmla="*/ 778384 h 1929699"/>
              <a:gd name="connsiteX13" fmla="*/ 493705 w 647016"/>
              <a:gd name="connsiteY13" fmla="*/ 1483323 h 1929699"/>
              <a:gd name="connsiteX14" fmla="*/ 497510 w 647016"/>
              <a:gd name="connsiteY14" fmla="*/ 1494586 h 1929699"/>
              <a:gd name="connsiteX15" fmla="*/ 547609 w 647016"/>
              <a:gd name="connsiteY15" fmla="*/ 1645123 h 1929699"/>
              <a:gd name="connsiteX16" fmla="*/ 552524 w 647016"/>
              <a:gd name="connsiteY16" fmla="*/ 1659875 h 19296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647016" h="1929699">
                <a:moveTo>
                  <a:pt x="552841" y="1659717"/>
                </a:moveTo>
                <a:lnTo>
                  <a:pt x="642736" y="1929700"/>
                </a:lnTo>
                <a:cubicBezTo>
                  <a:pt x="644163" y="1929224"/>
                  <a:pt x="645748" y="1929224"/>
                  <a:pt x="647016" y="1928748"/>
                </a:cubicBezTo>
                <a:lnTo>
                  <a:pt x="552207" y="1644171"/>
                </a:lnTo>
                <a:lnTo>
                  <a:pt x="547292" y="1629419"/>
                </a:lnTo>
                <a:lnTo>
                  <a:pt x="498302" y="1482689"/>
                </a:lnTo>
                <a:lnTo>
                  <a:pt x="494497" y="1471426"/>
                </a:lnTo>
                <a:lnTo>
                  <a:pt x="264926" y="782508"/>
                </a:lnTo>
                <a:lnTo>
                  <a:pt x="262548" y="775370"/>
                </a:lnTo>
                <a:lnTo>
                  <a:pt x="4281" y="0"/>
                </a:lnTo>
                <a:cubicBezTo>
                  <a:pt x="2854" y="476"/>
                  <a:pt x="1427" y="476"/>
                  <a:pt x="0" y="952"/>
                </a:cubicBezTo>
                <a:lnTo>
                  <a:pt x="256523" y="771245"/>
                </a:lnTo>
                <a:lnTo>
                  <a:pt x="258902" y="778384"/>
                </a:lnTo>
                <a:lnTo>
                  <a:pt x="493705" y="1483323"/>
                </a:lnTo>
                <a:lnTo>
                  <a:pt x="497510" y="1494586"/>
                </a:lnTo>
                <a:lnTo>
                  <a:pt x="547609" y="1645123"/>
                </a:lnTo>
                <a:lnTo>
                  <a:pt x="552524" y="165987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7" name="Freeform 56">
            <a:extLst>
              <a:ext uri="{FF2B5EF4-FFF2-40B4-BE49-F238E27FC236}">
                <a16:creationId xmlns:a16="http://schemas.microsoft.com/office/drawing/2014/main" id="{C527888F-582F-4833-1ED7-538C8BA0CF65}"/>
              </a:ext>
            </a:extLst>
          </p:cNvPr>
          <p:cNvSpPr/>
          <p:nvPr userDrawn="1"/>
        </p:nvSpPr>
        <p:spPr>
          <a:xfrm>
            <a:off x="909802" y="4104917"/>
            <a:ext cx="1243774" cy="805413"/>
          </a:xfrm>
          <a:custGeom>
            <a:avLst/>
            <a:gdLst>
              <a:gd name="connsiteX0" fmla="*/ 0 w 1243774"/>
              <a:gd name="connsiteY0" fmla="*/ 3807 h 935266"/>
              <a:gd name="connsiteX1" fmla="*/ 1241238 w 1243774"/>
              <a:gd name="connsiteY1" fmla="*/ 935266 h 935266"/>
              <a:gd name="connsiteX2" fmla="*/ 1243774 w 1243774"/>
              <a:gd name="connsiteY2" fmla="*/ 931618 h 935266"/>
              <a:gd name="connsiteX3" fmla="*/ 2220 w 1243774"/>
              <a:gd name="connsiteY3" fmla="*/ 0 h 935266"/>
              <a:gd name="connsiteX4" fmla="*/ 0 w 1243774"/>
              <a:gd name="connsiteY4" fmla="*/ 3966 h 9352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3774" h="935266">
                <a:moveTo>
                  <a:pt x="0" y="3807"/>
                </a:moveTo>
                <a:lnTo>
                  <a:pt x="1241238" y="935266"/>
                </a:lnTo>
                <a:cubicBezTo>
                  <a:pt x="1242030" y="933997"/>
                  <a:pt x="1242823" y="932728"/>
                  <a:pt x="1243774" y="931618"/>
                </a:cubicBezTo>
                <a:lnTo>
                  <a:pt x="2220" y="0"/>
                </a:lnTo>
                <a:lnTo>
                  <a:pt x="0" y="3966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8" name="Freeform 57">
            <a:extLst>
              <a:ext uri="{FF2B5EF4-FFF2-40B4-BE49-F238E27FC236}">
                <a16:creationId xmlns:a16="http://schemas.microsoft.com/office/drawing/2014/main" id="{3A9537A6-441A-EA58-0C63-B27BB0C5ED91}"/>
              </a:ext>
            </a:extLst>
          </p:cNvPr>
          <p:cNvSpPr/>
          <p:nvPr userDrawn="1"/>
        </p:nvSpPr>
        <p:spPr>
          <a:xfrm>
            <a:off x="881899" y="4084135"/>
            <a:ext cx="26318" cy="45719"/>
          </a:xfrm>
          <a:custGeom>
            <a:avLst/>
            <a:gdLst>
              <a:gd name="connsiteX0" fmla="*/ 24257 w 26318"/>
              <a:gd name="connsiteY0" fmla="*/ 21890 h 21890"/>
              <a:gd name="connsiteX1" fmla="*/ 26318 w 26318"/>
              <a:gd name="connsiteY1" fmla="*/ 17925 h 21890"/>
              <a:gd name="connsiteX2" fmla="*/ 2537 w 26318"/>
              <a:gd name="connsiteY2" fmla="*/ 0 h 21890"/>
              <a:gd name="connsiteX3" fmla="*/ 0 w 26318"/>
              <a:gd name="connsiteY3" fmla="*/ 3648 h 21890"/>
              <a:gd name="connsiteX4" fmla="*/ 24257 w 26318"/>
              <a:gd name="connsiteY4" fmla="*/ 21732 h 218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6318" h="21890">
                <a:moveTo>
                  <a:pt x="24257" y="21890"/>
                </a:moveTo>
                <a:lnTo>
                  <a:pt x="26318" y="17925"/>
                </a:lnTo>
                <a:lnTo>
                  <a:pt x="2537" y="0"/>
                </a:lnTo>
                <a:cubicBezTo>
                  <a:pt x="1744" y="1269"/>
                  <a:pt x="951" y="2538"/>
                  <a:pt x="0" y="3648"/>
                </a:cubicBezTo>
                <a:lnTo>
                  <a:pt x="24257" y="21732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9" name="Freeform 58">
            <a:extLst>
              <a:ext uri="{FF2B5EF4-FFF2-40B4-BE49-F238E27FC236}">
                <a16:creationId xmlns:a16="http://schemas.microsoft.com/office/drawing/2014/main" id="{81E7CDDF-CD9D-FD24-7EEA-7096F9E58689}"/>
              </a:ext>
            </a:extLst>
          </p:cNvPr>
          <p:cNvSpPr/>
          <p:nvPr userDrawn="1"/>
        </p:nvSpPr>
        <p:spPr>
          <a:xfrm>
            <a:off x="688317" y="4607924"/>
            <a:ext cx="1456539" cy="385495"/>
          </a:xfrm>
          <a:custGeom>
            <a:avLst/>
            <a:gdLst>
              <a:gd name="connsiteX0" fmla="*/ 0 w 1456539"/>
              <a:gd name="connsiteY0" fmla="*/ 4442 h 447646"/>
              <a:gd name="connsiteX1" fmla="*/ 1455589 w 1456539"/>
              <a:gd name="connsiteY1" fmla="*/ 447646 h 447646"/>
              <a:gd name="connsiteX2" fmla="*/ 1456540 w 1456539"/>
              <a:gd name="connsiteY2" fmla="*/ 443204 h 447646"/>
              <a:gd name="connsiteX3" fmla="*/ 951 w 1456539"/>
              <a:gd name="connsiteY3" fmla="*/ 0 h 447646"/>
              <a:gd name="connsiteX4" fmla="*/ 0 w 1456539"/>
              <a:gd name="connsiteY4" fmla="*/ 4442 h 4476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56539" h="447646">
                <a:moveTo>
                  <a:pt x="0" y="4442"/>
                </a:moveTo>
                <a:lnTo>
                  <a:pt x="1455589" y="447646"/>
                </a:lnTo>
                <a:cubicBezTo>
                  <a:pt x="1456064" y="446218"/>
                  <a:pt x="1456064" y="444632"/>
                  <a:pt x="1456540" y="443204"/>
                </a:cubicBezTo>
                <a:lnTo>
                  <a:pt x="951" y="0"/>
                </a:lnTo>
                <a:cubicBezTo>
                  <a:pt x="634" y="1428"/>
                  <a:pt x="476" y="3014"/>
                  <a:pt x="0" y="444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0" name="Freeform 59">
            <a:extLst>
              <a:ext uri="{FF2B5EF4-FFF2-40B4-BE49-F238E27FC236}">
                <a16:creationId xmlns:a16="http://schemas.microsoft.com/office/drawing/2014/main" id="{152DA304-3A37-699A-FC5C-527C3F21C98C}"/>
              </a:ext>
            </a:extLst>
          </p:cNvPr>
          <p:cNvSpPr/>
          <p:nvPr userDrawn="1"/>
        </p:nvSpPr>
        <p:spPr>
          <a:xfrm>
            <a:off x="1078176" y="3889025"/>
            <a:ext cx="1080949" cy="985183"/>
          </a:xfrm>
          <a:custGeom>
            <a:avLst/>
            <a:gdLst>
              <a:gd name="connsiteX0" fmla="*/ 158 w 1080949"/>
              <a:gd name="connsiteY0" fmla="*/ 2697 h 1144019"/>
              <a:gd name="connsiteX1" fmla="*/ 1077462 w 1080949"/>
              <a:gd name="connsiteY1" fmla="*/ 1144019 h 1144019"/>
              <a:gd name="connsiteX2" fmla="*/ 1080950 w 1080949"/>
              <a:gd name="connsiteY2" fmla="*/ 1141323 h 1144019"/>
              <a:gd name="connsiteX3" fmla="*/ 3488 w 1080949"/>
              <a:gd name="connsiteY3" fmla="*/ 0 h 1144019"/>
              <a:gd name="connsiteX4" fmla="*/ 0 w 1080949"/>
              <a:gd name="connsiteY4" fmla="*/ 2697 h 11440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80949" h="1144019">
                <a:moveTo>
                  <a:pt x="158" y="2697"/>
                </a:moveTo>
                <a:lnTo>
                  <a:pt x="1077462" y="1144019"/>
                </a:lnTo>
                <a:cubicBezTo>
                  <a:pt x="1078572" y="1142909"/>
                  <a:pt x="1079840" y="1142275"/>
                  <a:pt x="1080950" y="1141323"/>
                </a:cubicBezTo>
                <a:lnTo>
                  <a:pt x="3488" y="0"/>
                </a:lnTo>
                <a:cubicBezTo>
                  <a:pt x="2378" y="1110"/>
                  <a:pt x="1110" y="1745"/>
                  <a:pt x="0" y="2697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1" name="Freeform 60">
            <a:extLst>
              <a:ext uri="{FF2B5EF4-FFF2-40B4-BE49-F238E27FC236}">
                <a16:creationId xmlns:a16="http://schemas.microsoft.com/office/drawing/2014/main" id="{3D9FE56C-656C-4EFB-DBD3-0874F2F329FD}"/>
              </a:ext>
            </a:extLst>
          </p:cNvPr>
          <p:cNvSpPr/>
          <p:nvPr userDrawn="1"/>
        </p:nvSpPr>
        <p:spPr>
          <a:xfrm>
            <a:off x="877301" y="3887914"/>
            <a:ext cx="135079" cy="116386"/>
          </a:xfrm>
          <a:custGeom>
            <a:avLst/>
            <a:gdLst>
              <a:gd name="connsiteX0" fmla="*/ 3171 w 135079"/>
              <a:gd name="connsiteY0" fmla="*/ 134992 h 135150"/>
              <a:gd name="connsiteX1" fmla="*/ 135079 w 135079"/>
              <a:gd name="connsiteY1" fmla="*/ 3014 h 135150"/>
              <a:gd name="connsiteX2" fmla="*/ 131908 w 135079"/>
              <a:gd name="connsiteY2" fmla="*/ 0 h 135150"/>
              <a:gd name="connsiteX3" fmla="*/ 0 w 135079"/>
              <a:gd name="connsiteY3" fmla="*/ 131978 h 135150"/>
              <a:gd name="connsiteX4" fmla="*/ 3012 w 135079"/>
              <a:gd name="connsiteY4" fmla="*/ 135150 h 135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5079" h="135150">
                <a:moveTo>
                  <a:pt x="3171" y="134992"/>
                </a:moveTo>
                <a:lnTo>
                  <a:pt x="135079" y="3014"/>
                </a:lnTo>
                <a:cubicBezTo>
                  <a:pt x="133969" y="2062"/>
                  <a:pt x="133018" y="952"/>
                  <a:pt x="131908" y="0"/>
                </a:cubicBezTo>
                <a:lnTo>
                  <a:pt x="0" y="131978"/>
                </a:lnTo>
                <a:cubicBezTo>
                  <a:pt x="1110" y="132930"/>
                  <a:pt x="2061" y="134040"/>
                  <a:pt x="3012" y="13515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2" name="Freeform 61">
            <a:extLst>
              <a:ext uri="{FF2B5EF4-FFF2-40B4-BE49-F238E27FC236}">
                <a16:creationId xmlns:a16="http://schemas.microsoft.com/office/drawing/2014/main" id="{6DF6D95B-F604-3397-989D-3FDDFCD90AB5}"/>
              </a:ext>
            </a:extLst>
          </p:cNvPr>
          <p:cNvSpPr/>
          <p:nvPr userDrawn="1"/>
        </p:nvSpPr>
        <p:spPr>
          <a:xfrm>
            <a:off x="663426" y="3896322"/>
            <a:ext cx="360686" cy="566221"/>
          </a:xfrm>
          <a:custGeom>
            <a:avLst/>
            <a:gdLst>
              <a:gd name="connsiteX0" fmla="*/ 242730 w 360686"/>
              <a:gd name="connsiteY0" fmla="*/ 209705 h 657510"/>
              <a:gd name="connsiteX1" fmla="*/ 0 w 360686"/>
              <a:gd name="connsiteY1" fmla="*/ 654972 h 657510"/>
              <a:gd name="connsiteX2" fmla="*/ 3646 w 360686"/>
              <a:gd name="connsiteY2" fmla="*/ 657510 h 657510"/>
              <a:gd name="connsiteX3" fmla="*/ 246218 w 360686"/>
              <a:gd name="connsiteY3" fmla="*/ 212402 h 657510"/>
              <a:gd name="connsiteX4" fmla="*/ 248438 w 360686"/>
              <a:gd name="connsiteY4" fmla="*/ 208436 h 657510"/>
              <a:gd name="connsiteX5" fmla="*/ 360687 w 360686"/>
              <a:gd name="connsiteY5" fmla="*/ 2538 h 657510"/>
              <a:gd name="connsiteX6" fmla="*/ 357040 w 360686"/>
              <a:gd name="connsiteY6" fmla="*/ 0 h 657510"/>
              <a:gd name="connsiteX7" fmla="*/ 244791 w 360686"/>
              <a:gd name="connsiteY7" fmla="*/ 205740 h 657510"/>
              <a:gd name="connsiteX8" fmla="*/ 242730 w 360686"/>
              <a:gd name="connsiteY8" fmla="*/ 209705 h 6575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60686" h="657510">
                <a:moveTo>
                  <a:pt x="242730" y="209705"/>
                </a:moveTo>
                <a:lnTo>
                  <a:pt x="0" y="654972"/>
                </a:lnTo>
                <a:cubicBezTo>
                  <a:pt x="1427" y="655607"/>
                  <a:pt x="2378" y="656717"/>
                  <a:pt x="3646" y="657510"/>
                </a:cubicBezTo>
                <a:lnTo>
                  <a:pt x="246218" y="212402"/>
                </a:lnTo>
                <a:lnTo>
                  <a:pt x="248438" y="208436"/>
                </a:lnTo>
                <a:lnTo>
                  <a:pt x="360687" y="2538"/>
                </a:lnTo>
                <a:cubicBezTo>
                  <a:pt x="359260" y="1904"/>
                  <a:pt x="358308" y="793"/>
                  <a:pt x="357040" y="0"/>
                </a:cubicBezTo>
                <a:lnTo>
                  <a:pt x="244791" y="205740"/>
                </a:lnTo>
                <a:lnTo>
                  <a:pt x="242730" y="20970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3" name="Freeform 62">
            <a:extLst>
              <a:ext uri="{FF2B5EF4-FFF2-40B4-BE49-F238E27FC236}">
                <a16:creationId xmlns:a16="http://schemas.microsoft.com/office/drawing/2014/main" id="{E3228C4E-899D-12B2-6EF7-0B0686BC80BE}"/>
              </a:ext>
            </a:extLst>
          </p:cNvPr>
          <p:cNvSpPr/>
          <p:nvPr userDrawn="1"/>
        </p:nvSpPr>
        <p:spPr>
          <a:xfrm>
            <a:off x="225211" y="3495947"/>
            <a:ext cx="230205" cy="90157"/>
          </a:xfrm>
          <a:custGeom>
            <a:avLst/>
            <a:gdLst>
              <a:gd name="connsiteX0" fmla="*/ 223705 w 230205"/>
              <a:gd name="connsiteY0" fmla="*/ 97080 h 104693"/>
              <a:gd name="connsiteX1" fmla="*/ 0 w 230205"/>
              <a:gd name="connsiteY1" fmla="*/ 0 h 104693"/>
              <a:gd name="connsiteX2" fmla="*/ 2220 w 230205"/>
              <a:gd name="connsiteY2" fmla="*/ 5711 h 104693"/>
              <a:gd name="connsiteX3" fmla="*/ 230205 w 230205"/>
              <a:gd name="connsiteY3" fmla="*/ 104694 h 104693"/>
              <a:gd name="connsiteX4" fmla="*/ 223705 w 230205"/>
              <a:gd name="connsiteY4" fmla="*/ 97080 h 1046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0205" h="104693">
                <a:moveTo>
                  <a:pt x="223705" y="97080"/>
                </a:moveTo>
                <a:lnTo>
                  <a:pt x="0" y="0"/>
                </a:lnTo>
                <a:lnTo>
                  <a:pt x="2220" y="5711"/>
                </a:lnTo>
                <a:lnTo>
                  <a:pt x="230205" y="104694"/>
                </a:lnTo>
                <a:lnTo>
                  <a:pt x="223705" y="9708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69" name="Freeform 468">
            <a:extLst>
              <a:ext uri="{FF2B5EF4-FFF2-40B4-BE49-F238E27FC236}">
                <a16:creationId xmlns:a16="http://schemas.microsoft.com/office/drawing/2014/main" id="{A879385A-4015-2997-1E4F-F996C1191D23}"/>
              </a:ext>
            </a:extLst>
          </p:cNvPr>
          <p:cNvSpPr/>
          <p:nvPr userDrawn="1"/>
        </p:nvSpPr>
        <p:spPr>
          <a:xfrm>
            <a:off x="458112" y="3596992"/>
            <a:ext cx="541426" cy="206407"/>
          </a:xfrm>
          <a:custGeom>
            <a:avLst/>
            <a:gdLst>
              <a:gd name="connsiteX0" fmla="*/ 282842 w 541426"/>
              <a:gd name="connsiteY0" fmla="*/ 122619 h 239685"/>
              <a:gd name="connsiteX1" fmla="*/ 277451 w 541426"/>
              <a:gd name="connsiteY1" fmla="*/ 120239 h 239685"/>
              <a:gd name="connsiteX2" fmla="*/ 0 w 541426"/>
              <a:gd name="connsiteY2" fmla="*/ 0 h 239685"/>
              <a:gd name="connsiteX3" fmla="*/ 6342 w 541426"/>
              <a:gd name="connsiteY3" fmla="*/ 7614 h 239685"/>
              <a:gd name="connsiteX4" fmla="*/ 279195 w 541426"/>
              <a:gd name="connsiteY4" fmla="*/ 125950 h 239685"/>
              <a:gd name="connsiteX5" fmla="*/ 284586 w 541426"/>
              <a:gd name="connsiteY5" fmla="*/ 128329 h 239685"/>
              <a:gd name="connsiteX6" fmla="*/ 541268 w 541426"/>
              <a:gd name="connsiteY6" fmla="*/ 239686 h 239685"/>
              <a:gd name="connsiteX7" fmla="*/ 541426 w 541426"/>
              <a:gd name="connsiteY7" fmla="*/ 239051 h 239685"/>
              <a:gd name="connsiteX8" fmla="*/ 299330 w 541426"/>
              <a:gd name="connsiteY8" fmla="*/ 130074 h 239685"/>
              <a:gd name="connsiteX9" fmla="*/ 282842 w 541426"/>
              <a:gd name="connsiteY9" fmla="*/ 122936 h 2396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41426" h="239685">
                <a:moveTo>
                  <a:pt x="282842" y="122619"/>
                </a:moveTo>
                <a:lnTo>
                  <a:pt x="277451" y="120239"/>
                </a:lnTo>
                <a:lnTo>
                  <a:pt x="0" y="0"/>
                </a:lnTo>
                <a:lnTo>
                  <a:pt x="6342" y="7614"/>
                </a:lnTo>
                <a:lnTo>
                  <a:pt x="279195" y="125950"/>
                </a:lnTo>
                <a:lnTo>
                  <a:pt x="284586" y="128329"/>
                </a:lnTo>
                <a:lnTo>
                  <a:pt x="541268" y="239686"/>
                </a:lnTo>
                <a:cubicBezTo>
                  <a:pt x="541268" y="239686"/>
                  <a:pt x="541268" y="239210"/>
                  <a:pt x="541426" y="239051"/>
                </a:cubicBezTo>
                <a:lnTo>
                  <a:pt x="299330" y="130074"/>
                </a:lnTo>
                <a:lnTo>
                  <a:pt x="282842" y="122936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65" name="Freeform 564">
            <a:extLst>
              <a:ext uri="{FF2B5EF4-FFF2-40B4-BE49-F238E27FC236}">
                <a16:creationId xmlns:a16="http://schemas.microsoft.com/office/drawing/2014/main" id="{54C72D71-8C51-7A7D-B42B-8C8F2228934F}"/>
              </a:ext>
            </a:extLst>
          </p:cNvPr>
          <p:cNvSpPr/>
          <p:nvPr userDrawn="1"/>
        </p:nvSpPr>
        <p:spPr>
          <a:xfrm>
            <a:off x="33056" y="3412667"/>
            <a:ext cx="188666" cy="74585"/>
          </a:xfrm>
          <a:custGeom>
            <a:avLst/>
            <a:gdLst>
              <a:gd name="connsiteX0" fmla="*/ 186447 w 188666"/>
              <a:gd name="connsiteY0" fmla="*/ 80900 h 86610"/>
              <a:gd name="connsiteX1" fmla="*/ 0 w 188666"/>
              <a:gd name="connsiteY1" fmla="*/ 0 h 86610"/>
              <a:gd name="connsiteX2" fmla="*/ 0 w 188666"/>
              <a:gd name="connsiteY2" fmla="*/ 4759 h 86610"/>
              <a:gd name="connsiteX3" fmla="*/ 188667 w 188666"/>
              <a:gd name="connsiteY3" fmla="*/ 86610 h 86610"/>
              <a:gd name="connsiteX4" fmla="*/ 186447 w 188666"/>
              <a:gd name="connsiteY4" fmla="*/ 80900 h 86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8666" h="86610">
                <a:moveTo>
                  <a:pt x="186447" y="80900"/>
                </a:moveTo>
                <a:lnTo>
                  <a:pt x="0" y="0"/>
                </a:lnTo>
                <a:lnTo>
                  <a:pt x="0" y="4759"/>
                </a:lnTo>
                <a:lnTo>
                  <a:pt x="188667" y="86610"/>
                </a:lnTo>
                <a:lnTo>
                  <a:pt x="186447" y="8090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66" name="Freeform 565">
            <a:extLst>
              <a:ext uri="{FF2B5EF4-FFF2-40B4-BE49-F238E27FC236}">
                <a16:creationId xmlns:a16="http://schemas.microsoft.com/office/drawing/2014/main" id="{9B253357-DC01-F7DE-24FC-06635E3614C3}"/>
              </a:ext>
            </a:extLst>
          </p:cNvPr>
          <p:cNvSpPr/>
          <p:nvPr userDrawn="1"/>
        </p:nvSpPr>
        <p:spPr>
          <a:xfrm>
            <a:off x="188271" y="1943146"/>
            <a:ext cx="839329" cy="1607548"/>
          </a:xfrm>
          <a:custGeom>
            <a:avLst/>
            <a:gdLst>
              <a:gd name="connsiteX0" fmla="*/ 835366 w 839329"/>
              <a:gd name="connsiteY0" fmla="*/ 1866725 h 1866725"/>
              <a:gd name="connsiteX1" fmla="*/ 839330 w 839329"/>
              <a:gd name="connsiteY1" fmla="*/ 1864663 h 1866725"/>
              <a:gd name="connsiteX2" fmla="*/ 3964 w 839329"/>
              <a:gd name="connsiteY2" fmla="*/ 0 h 1866725"/>
              <a:gd name="connsiteX3" fmla="*/ 0 w 839329"/>
              <a:gd name="connsiteY3" fmla="*/ 2062 h 1866725"/>
              <a:gd name="connsiteX4" fmla="*/ 835366 w 839329"/>
              <a:gd name="connsiteY4" fmla="*/ 1866567 h 1866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39329" h="1866725">
                <a:moveTo>
                  <a:pt x="835366" y="1866725"/>
                </a:moveTo>
                <a:cubicBezTo>
                  <a:pt x="836793" y="1866091"/>
                  <a:pt x="837903" y="1865139"/>
                  <a:pt x="839330" y="1864663"/>
                </a:cubicBezTo>
                <a:lnTo>
                  <a:pt x="3964" y="0"/>
                </a:lnTo>
                <a:cubicBezTo>
                  <a:pt x="2537" y="635"/>
                  <a:pt x="1427" y="1586"/>
                  <a:pt x="0" y="2062"/>
                </a:cubicBezTo>
                <a:lnTo>
                  <a:pt x="835366" y="1866567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67" name="Freeform 566">
            <a:extLst>
              <a:ext uri="{FF2B5EF4-FFF2-40B4-BE49-F238E27FC236}">
                <a16:creationId xmlns:a16="http://schemas.microsoft.com/office/drawing/2014/main" id="{C0D63A5E-22D2-4668-6E74-0231791DBEE1}"/>
              </a:ext>
            </a:extLst>
          </p:cNvPr>
          <p:cNvSpPr/>
          <p:nvPr userDrawn="1"/>
        </p:nvSpPr>
        <p:spPr>
          <a:xfrm>
            <a:off x="218870" y="3479449"/>
            <a:ext cx="223070" cy="90567"/>
          </a:xfrm>
          <a:custGeom>
            <a:avLst/>
            <a:gdLst>
              <a:gd name="connsiteX0" fmla="*/ 216412 w 223070"/>
              <a:gd name="connsiteY0" fmla="*/ 97397 h 105169"/>
              <a:gd name="connsiteX1" fmla="*/ 0 w 223070"/>
              <a:gd name="connsiteY1" fmla="*/ 0 h 105169"/>
              <a:gd name="connsiteX2" fmla="*/ 2220 w 223070"/>
              <a:gd name="connsiteY2" fmla="*/ 5869 h 105169"/>
              <a:gd name="connsiteX3" fmla="*/ 223071 w 223070"/>
              <a:gd name="connsiteY3" fmla="*/ 105170 h 105169"/>
              <a:gd name="connsiteX4" fmla="*/ 216412 w 223070"/>
              <a:gd name="connsiteY4" fmla="*/ 97397 h 1051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3070" h="105169">
                <a:moveTo>
                  <a:pt x="216412" y="97397"/>
                </a:moveTo>
                <a:lnTo>
                  <a:pt x="0" y="0"/>
                </a:lnTo>
                <a:lnTo>
                  <a:pt x="2220" y="5869"/>
                </a:lnTo>
                <a:lnTo>
                  <a:pt x="223071" y="105170"/>
                </a:lnTo>
                <a:lnTo>
                  <a:pt x="216412" y="97397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73" name="Freeform 572">
            <a:extLst>
              <a:ext uri="{FF2B5EF4-FFF2-40B4-BE49-F238E27FC236}">
                <a16:creationId xmlns:a16="http://schemas.microsoft.com/office/drawing/2014/main" id="{A22695CE-7E00-324D-AA01-8451E10494B4}"/>
              </a:ext>
            </a:extLst>
          </p:cNvPr>
          <p:cNvSpPr/>
          <p:nvPr userDrawn="1"/>
        </p:nvSpPr>
        <p:spPr>
          <a:xfrm>
            <a:off x="33056" y="3395695"/>
            <a:ext cx="182325" cy="74858"/>
          </a:xfrm>
          <a:custGeom>
            <a:avLst/>
            <a:gdLst>
              <a:gd name="connsiteX0" fmla="*/ 180105 w 182325"/>
              <a:gd name="connsiteY0" fmla="*/ 81217 h 86927"/>
              <a:gd name="connsiteX1" fmla="*/ 0 w 182325"/>
              <a:gd name="connsiteY1" fmla="*/ 0 h 86927"/>
              <a:gd name="connsiteX2" fmla="*/ 0 w 182325"/>
              <a:gd name="connsiteY2" fmla="*/ 4917 h 86927"/>
              <a:gd name="connsiteX3" fmla="*/ 182325 w 182325"/>
              <a:gd name="connsiteY3" fmla="*/ 86928 h 86927"/>
              <a:gd name="connsiteX4" fmla="*/ 180105 w 182325"/>
              <a:gd name="connsiteY4" fmla="*/ 81217 h 869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325" h="86927">
                <a:moveTo>
                  <a:pt x="180105" y="81217"/>
                </a:moveTo>
                <a:lnTo>
                  <a:pt x="0" y="0"/>
                </a:lnTo>
                <a:lnTo>
                  <a:pt x="0" y="4917"/>
                </a:lnTo>
                <a:lnTo>
                  <a:pt x="182325" y="86928"/>
                </a:lnTo>
                <a:lnTo>
                  <a:pt x="180105" y="81217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75" name="Freeform 574">
            <a:extLst>
              <a:ext uri="{FF2B5EF4-FFF2-40B4-BE49-F238E27FC236}">
                <a16:creationId xmlns:a16="http://schemas.microsoft.com/office/drawing/2014/main" id="{5FE5D670-913C-CA2C-8F09-4648A022667F}"/>
              </a:ext>
            </a:extLst>
          </p:cNvPr>
          <p:cNvSpPr/>
          <p:nvPr userDrawn="1"/>
        </p:nvSpPr>
        <p:spPr>
          <a:xfrm>
            <a:off x="444636" y="3581129"/>
            <a:ext cx="556963" cy="219248"/>
          </a:xfrm>
          <a:custGeom>
            <a:avLst/>
            <a:gdLst>
              <a:gd name="connsiteX0" fmla="*/ 289025 w 556963"/>
              <a:gd name="connsiteY0" fmla="*/ 130074 h 254596"/>
              <a:gd name="connsiteX1" fmla="*/ 0 w 556963"/>
              <a:gd name="connsiteY1" fmla="*/ 0 h 254596"/>
              <a:gd name="connsiteX2" fmla="*/ 6659 w 556963"/>
              <a:gd name="connsiteY2" fmla="*/ 7773 h 254596"/>
              <a:gd name="connsiteX3" fmla="*/ 290927 w 556963"/>
              <a:gd name="connsiteY3" fmla="*/ 135785 h 254596"/>
              <a:gd name="connsiteX4" fmla="*/ 296318 w 556963"/>
              <a:gd name="connsiteY4" fmla="*/ 138164 h 254596"/>
              <a:gd name="connsiteX5" fmla="*/ 312806 w 556963"/>
              <a:gd name="connsiteY5" fmla="*/ 145620 h 254596"/>
              <a:gd name="connsiteX6" fmla="*/ 554903 w 556963"/>
              <a:gd name="connsiteY6" fmla="*/ 254597 h 254596"/>
              <a:gd name="connsiteX7" fmla="*/ 556964 w 556963"/>
              <a:gd name="connsiteY7" fmla="*/ 250631 h 254596"/>
              <a:gd name="connsiteX8" fmla="*/ 294415 w 556963"/>
              <a:gd name="connsiteY8" fmla="*/ 132454 h 254596"/>
              <a:gd name="connsiteX9" fmla="*/ 289025 w 556963"/>
              <a:gd name="connsiteY9" fmla="*/ 129916 h 254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56963" h="254596">
                <a:moveTo>
                  <a:pt x="289025" y="130074"/>
                </a:moveTo>
                <a:lnTo>
                  <a:pt x="0" y="0"/>
                </a:lnTo>
                <a:lnTo>
                  <a:pt x="6659" y="7773"/>
                </a:lnTo>
                <a:lnTo>
                  <a:pt x="290927" y="135785"/>
                </a:lnTo>
                <a:lnTo>
                  <a:pt x="296318" y="138164"/>
                </a:lnTo>
                <a:lnTo>
                  <a:pt x="312806" y="145620"/>
                </a:lnTo>
                <a:lnTo>
                  <a:pt x="554903" y="254597"/>
                </a:lnTo>
                <a:cubicBezTo>
                  <a:pt x="555537" y="253169"/>
                  <a:pt x="556329" y="252059"/>
                  <a:pt x="556964" y="250631"/>
                </a:cubicBezTo>
                <a:lnTo>
                  <a:pt x="294415" y="132454"/>
                </a:lnTo>
                <a:lnTo>
                  <a:pt x="289025" y="129916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8" name="Freeform 127">
            <a:extLst>
              <a:ext uri="{FF2B5EF4-FFF2-40B4-BE49-F238E27FC236}">
                <a16:creationId xmlns:a16="http://schemas.microsoft.com/office/drawing/2014/main" id="{9258922A-0EFC-0753-07D8-73DC5C843418}"/>
              </a:ext>
            </a:extLst>
          </p:cNvPr>
          <p:cNvSpPr/>
          <p:nvPr userDrawn="1"/>
        </p:nvSpPr>
        <p:spPr>
          <a:xfrm>
            <a:off x="141342" y="3206770"/>
            <a:ext cx="865964" cy="534392"/>
          </a:xfrm>
          <a:custGeom>
            <a:avLst/>
            <a:gdLst>
              <a:gd name="connsiteX0" fmla="*/ 559025 w 865964"/>
              <a:gd name="connsiteY0" fmla="*/ 397679 h 620549"/>
              <a:gd name="connsiteX1" fmla="*/ 2537 w 865964"/>
              <a:gd name="connsiteY1" fmla="*/ 0 h 620549"/>
              <a:gd name="connsiteX2" fmla="*/ 0 w 865964"/>
              <a:gd name="connsiteY2" fmla="*/ 3649 h 620549"/>
              <a:gd name="connsiteX3" fmla="*/ 561244 w 865964"/>
              <a:gd name="connsiteY3" fmla="*/ 404658 h 620549"/>
              <a:gd name="connsiteX4" fmla="*/ 567269 w 865964"/>
              <a:gd name="connsiteY4" fmla="*/ 408941 h 620549"/>
              <a:gd name="connsiteX5" fmla="*/ 863428 w 865964"/>
              <a:gd name="connsiteY5" fmla="*/ 620550 h 620549"/>
              <a:gd name="connsiteX6" fmla="*/ 865965 w 865964"/>
              <a:gd name="connsiteY6" fmla="*/ 616902 h 620549"/>
              <a:gd name="connsiteX7" fmla="*/ 565208 w 865964"/>
              <a:gd name="connsiteY7" fmla="*/ 401962 h 620549"/>
              <a:gd name="connsiteX8" fmla="*/ 559183 w 865964"/>
              <a:gd name="connsiteY8" fmla="*/ 397679 h 6205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865964" h="620549">
                <a:moveTo>
                  <a:pt x="559025" y="397679"/>
                </a:moveTo>
                <a:lnTo>
                  <a:pt x="2537" y="0"/>
                </a:lnTo>
                <a:cubicBezTo>
                  <a:pt x="1744" y="1269"/>
                  <a:pt x="951" y="2538"/>
                  <a:pt x="0" y="3649"/>
                </a:cubicBezTo>
                <a:lnTo>
                  <a:pt x="561244" y="404658"/>
                </a:lnTo>
                <a:lnTo>
                  <a:pt x="567269" y="408941"/>
                </a:lnTo>
                <a:lnTo>
                  <a:pt x="863428" y="620550"/>
                </a:lnTo>
                <a:cubicBezTo>
                  <a:pt x="864221" y="619281"/>
                  <a:pt x="865014" y="618012"/>
                  <a:pt x="865965" y="616902"/>
                </a:cubicBezTo>
                <a:lnTo>
                  <a:pt x="565208" y="401962"/>
                </a:lnTo>
                <a:lnTo>
                  <a:pt x="559183" y="397679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9" name="Freeform 128">
            <a:extLst>
              <a:ext uri="{FF2B5EF4-FFF2-40B4-BE49-F238E27FC236}">
                <a16:creationId xmlns:a16="http://schemas.microsoft.com/office/drawing/2014/main" id="{12706CF2-05D8-6F1C-68EF-DE37AFFB5995}"/>
              </a:ext>
            </a:extLst>
          </p:cNvPr>
          <p:cNvSpPr/>
          <p:nvPr userDrawn="1"/>
        </p:nvSpPr>
        <p:spPr>
          <a:xfrm>
            <a:off x="132622" y="3216287"/>
            <a:ext cx="681103" cy="691895"/>
          </a:xfrm>
          <a:custGeom>
            <a:avLst/>
            <a:gdLst>
              <a:gd name="connsiteX0" fmla="*/ 309319 w 681103"/>
              <a:gd name="connsiteY0" fmla="*/ 368332 h 803446"/>
              <a:gd name="connsiteX1" fmla="*/ 316294 w 681103"/>
              <a:gd name="connsiteY1" fmla="*/ 376581 h 803446"/>
              <a:gd name="connsiteX2" fmla="*/ 322795 w 681103"/>
              <a:gd name="connsiteY2" fmla="*/ 384195 h 803446"/>
              <a:gd name="connsiteX3" fmla="*/ 677457 w 681103"/>
              <a:gd name="connsiteY3" fmla="*/ 803447 h 803446"/>
              <a:gd name="connsiteX4" fmla="*/ 681103 w 681103"/>
              <a:gd name="connsiteY4" fmla="*/ 800909 h 803446"/>
              <a:gd name="connsiteX5" fmla="*/ 331832 w 681103"/>
              <a:gd name="connsiteY5" fmla="*/ 388002 h 803446"/>
              <a:gd name="connsiteX6" fmla="*/ 325490 w 681103"/>
              <a:gd name="connsiteY6" fmla="*/ 380388 h 803446"/>
              <a:gd name="connsiteX7" fmla="*/ 318673 w 681103"/>
              <a:gd name="connsiteY7" fmla="*/ 372298 h 803446"/>
              <a:gd name="connsiteX8" fmla="*/ 312014 w 681103"/>
              <a:gd name="connsiteY8" fmla="*/ 364525 h 803446"/>
              <a:gd name="connsiteX9" fmla="*/ 3647 w 681103"/>
              <a:gd name="connsiteY9" fmla="*/ 0 h 803446"/>
              <a:gd name="connsiteX10" fmla="*/ 0 w 681103"/>
              <a:gd name="connsiteY10" fmla="*/ 2538 h 803446"/>
              <a:gd name="connsiteX11" fmla="*/ 302660 w 681103"/>
              <a:gd name="connsiteY11" fmla="*/ 360401 h 803446"/>
              <a:gd name="connsiteX12" fmla="*/ 309319 w 681103"/>
              <a:gd name="connsiteY12" fmla="*/ 368174 h 8034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81103" h="803446">
                <a:moveTo>
                  <a:pt x="309319" y="368332"/>
                </a:moveTo>
                <a:lnTo>
                  <a:pt x="316294" y="376581"/>
                </a:lnTo>
                <a:lnTo>
                  <a:pt x="322795" y="384195"/>
                </a:lnTo>
                <a:lnTo>
                  <a:pt x="677457" y="803447"/>
                </a:lnTo>
                <a:cubicBezTo>
                  <a:pt x="678566" y="802495"/>
                  <a:pt x="679993" y="801861"/>
                  <a:pt x="681103" y="800909"/>
                </a:cubicBezTo>
                <a:lnTo>
                  <a:pt x="331832" y="388002"/>
                </a:lnTo>
                <a:lnTo>
                  <a:pt x="325490" y="380388"/>
                </a:lnTo>
                <a:lnTo>
                  <a:pt x="318673" y="372298"/>
                </a:lnTo>
                <a:lnTo>
                  <a:pt x="312014" y="364525"/>
                </a:lnTo>
                <a:lnTo>
                  <a:pt x="3647" y="0"/>
                </a:lnTo>
                <a:cubicBezTo>
                  <a:pt x="2537" y="952"/>
                  <a:pt x="1110" y="1586"/>
                  <a:pt x="0" y="2538"/>
                </a:cubicBezTo>
                <a:lnTo>
                  <a:pt x="302660" y="360401"/>
                </a:lnTo>
                <a:lnTo>
                  <a:pt x="309319" y="368174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0" name="Freeform 129">
            <a:extLst>
              <a:ext uri="{FF2B5EF4-FFF2-40B4-BE49-F238E27FC236}">
                <a16:creationId xmlns:a16="http://schemas.microsoft.com/office/drawing/2014/main" id="{4C88BC65-7EFB-F1EF-259A-B1C894C67FBF}"/>
              </a:ext>
            </a:extLst>
          </p:cNvPr>
          <p:cNvSpPr/>
          <p:nvPr userDrawn="1"/>
        </p:nvSpPr>
        <p:spPr>
          <a:xfrm>
            <a:off x="117719" y="3225805"/>
            <a:ext cx="508290" cy="1140091"/>
          </a:xfrm>
          <a:custGeom>
            <a:avLst/>
            <a:gdLst>
              <a:gd name="connsiteX0" fmla="*/ 508291 w 508290"/>
              <a:gd name="connsiteY0" fmla="*/ 1323110 h 1323902"/>
              <a:gd name="connsiteX1" fmla="*/ 285378 w 508290"/>
              <a:gd name="connsiteY1" fmla="*/ 737617 h 1323902"/>
              <a:gd name="connsiteX2" fmla="*/ 283476 w 508290"/>
              <a:gd name="connsiteY2" fmla="*/ 732699 h 1323902"/>
              <a:gd name="connsiteX3" fmla="*/ 203887 w 508290"/>
              <a:gd name="connsiteY3" fmla="*/ 523628 h 1323902"/>
              <a:gd name="connsiteX4" fmla="*/ 201350 w 508290"/>
              <a:gd name="connsiteY4" fmla="*/ 516966 h 1323902"/>
              <a:gd name="connsiteX5" fmla="*/ 173130 w 508290"/>
              <a:gd name="connsiteY5" fmla="*/ 442887 h 1323902"/>
              <a:gd name="connsiteX6" fmla="*/ 170276 w 508290"/>
              <a:gd name="connsiteY6" fmla="*/ 435590 h 1323902"/>
              <a:gd name="connsiteX7" fmla="*/ 109395 w 508290"/>
              <a:gd name="connsiteY7" fmla="*/ 275853 h 1323902"/>
              <a:gd name="connsiteX8" fmla="*/ 107175 w 508290"/>
              <a:gd name="connsiteY8" fmla="*/ 270142 h 1323902"/>
              <a:gd name="connsiteX9" fmla="*/ 103053 w 508290"/>
              <a:gd name="connsiteY9" fmla="*/ 259355 h 1323902"/>
              <a:gd name="connsiteX10" fmla="*/ 100834 w 508290"/>
              <a:gd name="connsiteY10" fmla="*/ 253486 h 1323902"/>
              <a:gd name="connsiteX11" fmla="*/ 4281 w 508290"/>
              <a:gd name="connsiteY11" fmla="*/ 0 h 1323902"/>
              <a:gd name="connsiteX12" fmla="*/ 0 w 508290"/>
              <a:gd name="connsiteY12" fmla="*/ 1110 h 1323902"/>
              <a:gd name="connsiteX13" fmla="*/ 95126 w 508290"/>
              <a:gd name="connsiteY13" fmla="*/ 250948 h 1323902"/>
              <a:gd name="connsiteX14" fmla="*/ 97346 w 508290"/>
              <a:gd name="connsiteY14" fmla="*/ 256818 h 1323902"/>
              <a:gd name="connsiteX15" fmla="*/ 101468 w 508290"/>
              <a:gd name="connsiteY15" fmla="*/ 267604 h 1323902"/>
              <a:gd name="connsiteX16" fmla="*/ 103688 w 508290"/>
              <a:gd name="connsiteY16" fmla="*/ 273315 h 1323902"/>
              <a:gd name="connsiteX17" fmla="*/ 163617 w 508290"/>
              <a:gd name="connsiteY17" fmla="*/ 430831 h 1323902"/>
              <a:gd name="connsiteX18" fmla="*/ 166471 w 508290"/>
              <a:gd name="connsiteY18" fmla="*/ 438128 h 1323902"/>
              <a:gd name="connsiteX19" fmla="*/ 195009 w 508290"/>
              <a:gd name="connsiteY19" fmla="*/ 513318 h 1323902"/>
              <a:gd name="connsiteX20" fmla="*/ 197545 w 508290"/>
              <a:gd name="connsiteY20" fmla="*/ 519980 h 1323902"/>
              <a:gd name="connsiteX21" fmla="*/ 278085 w 508290"/>
              <a:gd name="connsiteY21" fmla="*/ 731430 h 1323902"/>
              <a:gd name="connsiteX22" fmla="*/ 279988 w 508290"/>
              <a:gd name="connsiteY22" fmla="*/ 736348 h 1323902"/>
              <a:gd name="connsiteX23" fmla="*/ 503693 w 508290"/>
              <a:gd name="connsiteY23" fmla="*/ 1323903 h 1323902"/>
              <a:gd name="connsiteX24" fmla="*/ 507974 w 508290"/>
              <a:gd name="connsiteY24" fmla="*/ 1322792 h 13239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508290" h="1323902">
                <a:moveTo>
                  <a:pt x="508291" y="1323110"/>
                </a:moveTo>
                <a:lnTo>
                  <a:pt x="285378" y="737617"/>
                </a:lnTo>
                <a:lnTo>
                  <a:pt x="283476" y="732699"/>
                </a:lnTo>
                <a:lnTo>
                  <a:pt x="203887" y="523628"/>
                </a:lnTo>
                <a:lnTo>
                  <a:pt x="201350" y="516966"/>
                </a:lnTo>
                <a:lnTo>
                  <a:pt x="173130" y="442887"/>
                </a:lnTo>
                <a:lnTo>
                  <a:pt x="170276" y="435590"/>
                </a:lnTo>
                <a:lnTo>
                  <a:pt x="109395" y="275853"/>
                </a:lnTo>
                <a:lnTo>
                  <a:pt x="107175" y="270142"/>
                </a:lnTo>
                <a:lnTo>
                  <a:pt x="103053" y="259355"/>
                </a:lnTo>
                <a:lnTo>
                  <a:pt x="100834" y="253486"/>
                </a:lnTo>
                <a:lnTo>
                  <a:pt x="4281" y="0"/>
                </a:lnTo>
                <a:cubicBezTo>
                  <a:pt x="2854" y="634"/>
                  <a:pt x="1268" y="634"/>
                  <a:pt x="0" y="1110"/>
                </a:cubicBezTo>
                <a:lnTo>
                  <a:pt x="95126" y="250948"/>
                </a:lnTo>
                <a:lnTo>
                  <a:pt x="97346" y="256818"/>
                </a:lnTo>
                <a:lnTo>
                  <a:pt x="101468" y="267604"/>
                </a:lnTo>
                <a:lnTo>
                  <a:pt x="103688" y="273315"/>
                </a:lnTo>
                <a:lnTo>
                  <a:pt x="163617" y="430831"/>
                </a:lnTo>
                <a:lnTo>
                  <a:pt x="166471" y="438128"/>
                </a:lnTo>
                <a:lnTo>
                  <a:pt x="195009" y="513318"/>
                </a:lnTo>
                <a:lnTo>
                  <a:pt x="197545" y="519980"/>
                </a:lnTo>
                <a:lnTo>
                  <a:pt x="278085" y="731430"/>
                </a:lnTo>
                <a:lnTo>
                  <a:pt x="279988" y="736348"/>
                </a:lnTo>
                <a:lnTo>
                  <a:pt x="503693" y="1323903"/>
                </a:lnTo>
                <a:cubicBezTo>
                  <a:pt x="505120" y="1323268"/>
                  <a:pt x="506705" y="1323268"/>
                  <a:pt x="507974" y="132279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1" name="Freeform 130">
            <a:extLst>
              <a:ext uri="{FF2B5EF4-FFF2-40B4-BE49-F238E27FC236}">
                <a16:creationId xmlns:a16="http://schemas.microsoft.com/office/drawing/2014/main" id="{76C1C544-F1CF-7621-40FF-2C42DD440E3F}"/>
              </a:ext>
            </a:extLst>
          </p:cNvPr>
          <p:cNvSpPr/>
          <p:nvPr userDrawn="1"/>
        </p:nvSpPr>
        <p:spPr>
          <a:xfrm>
            <a:off x="33056" y="3190271"/>
            <a:ext cx="21720" cy="45719"/>
          </a:xfrm>
          <a:custGeom>
            <a:avLst/>
            <a:gdLst>
              <a:gd name="connsiteX0" fmla="*/ 21403 w 21720"/>
              <a:gd name="connsiteY0" fmla="*/ 0 h 5552"/>
              <a:gd name="connsiteX1" fmla="*/ 0 w 21720"/>
              <a:gd name="connsiteY1" fmla="*/ 3648 h 5552"/>
              <a:gd name="connsiteX2" fmla="*/ 0 w 21720"/>
              <a:gd name="connsiteY2" fmla="*/ 5552 h 5552"/>
              <a:gd name="connsiteX3" fmla="*/ 21720 w 21720"/>
              <a:gd name="connsiteY3" fmla="*/ 1428 h 5552"/>
              <a:gd name="connsiteX4" fmla="*/ 21403 w 21720"/>
              <a:gd name="connsiteY4" fmla="*/ 159 h 55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720" h="5552">
                <a:moveTo>
                  <a:pt x="21403" y="0"/>
                </a:moveTo>
                <a:lnTo>
                  <a:pt x="0" y="3648"/>
                </a:lnTo>
                <a:lnTo>
                  <a:pt x="0" y="5552"/>
                </a:lnTo>
                <a:lnTo>
                  <a:pt x="21720" y="1428"/>
                </a:lnTo>
                <a:cubicBezTo>
                  <a:pt x="21720" y="1428"/>
                  <a:pt x="21562" y="634"/>
                  <a:pt x="21403" y="159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2" name="Freeform 131">
            <a:extLst>
              <a:ext uri="{FF2B5EF4-FFF2-40B4-BE49-F238E27FC236}">
                <a16:creationId xmlns:a16="http://schemas.microsoft.com/office/drawing/2014/main" id="{82C8CFF3-018B-203C-E056-A89A0649F2C2}"/>
              </a:ext>
            </a:extLst>
          </p:cNvPr>
          <p:cNvSpPr/>
          <p:nvPr userDrawn="1"/>
        </p:nvSpPr>
        <p:spPr>
          <a:xfrm>
            <a:off x="33056" y="3164574"/>
            <a:ext cx="21720" cy="45719"/>
          </a:xfrm>
          <a:custGeom>
            <a:avLst/>
            <a:gdLst>
              <a:gd name="connsiteX0" fmla="*/ 21562 w 21720"/>
              <a:gd name="connsiteY0" fmla="*/ 4124 h 8565"/>
              <a:gd name="connsiteX1" fmla="*/ 0 w 21720"/>
              <a:gd name="connsiteY1" fmla="*/ 0 h 8565"/>
              <a:gd name="connsiteX2" fmla="*/ 0 w 21720"/>
              <a:gd name="connsiteY2" fmla="*/ 4600 h 8565"/>
              <a:gd name="connsiteX3" fmla="*/ 20769 w 21720"/>
              <a:gd name="connsiteY3" fmla="*/ 8566 h 8565"/>
              <a:gd name="connsiteX4" fmla="*/ 21720 w 21720"/>
              <a:gd name="connsiteY4" fmla="*/ 4124 h 85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720" h="8565">
                <a:moveTo>
                  <a:pt x="21562" y="4124"/>
                </a:moveTo>
                <a:lnTo>
                  <a:pt x="0" y="0"/>
                </a:lnTo>
                <a:lnTo>
                  <a:pt x="0" y="4600"/>
                </a:lnTo>
                <a:lnTo>
                  <a:pt x="20769" y="8566"/>
                </a:lnTo>
                <a:cubicBezTo>
                  <a:pt x="20928" y="6980"/>
                  <a:pt x="21403" y="5552"/>
                  <a:pt x="21720" y="4124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3" name="Freeform 132">
            <a:extLst>
              <a:ext uri="{FF2B5EF4-FFF2-40B4-BE49-F238E27FC236}">
                <a16:creationId xmlns:a16="http://schemas.microsoft.com/office/drawing/2014/main" id="{B8F1404D-E684-A83A-E673-85B97B7EB08D}"/>
              </a:ext>
            </a:extLst>
          </p:cNvPr>
          <p:cNvSpPr/>
          <p:nvPr userDrawn="1"/>
        </p:nvSpPr>
        <p:spPr>
          <a:xfrm>
            <a:off x="102816" y="1947904"/>
            <a:ext cx="66588" cy="1018514"/>
          </a:xfrm>
          <a:custGeom>
            <a:avLst/>
            <a:gdLst>
              <a:gd name="connsiteX0" fmla="*/ 66588 w 66588"/>
              <a:gd name="connsiteY0" fmla="*/ 952 h 1182724"/>
              <a:gd name="connsiteX1" fmla="*/ 62149 w 66588"/>
              <a:gd name="connsiteY1" fmla="*/ 0 h 1182724"/>
              <a:gd name="connsiteX2" fmla="*/ 0 w 66588"/>
              <a:gd name="connsiteY2" fmla="*/ 1181773 h 1182724"/>
              <a:gd name="connsiteX3" fmla="*/ 4281 w 66588"/>
              <a:gd name="connsiteY3" fmla="*/ 1182725 h 1182724"/>
              <a:gd name="connsiteX4" fmla="*/ 66430 w 66588"/>
              <a:gd name="connsiteY4" fmla="*/ 952 h 11827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6588" h="1182724">
                <a:moveTo>
                  <a:pt x="66588" y="952"/>
                </a:moveTo>
                <a:cubicBezTo>
                  <a:pt x="65003" y="952"/>
                  <a:pt x="63735" y="159"/>
                  <a:pt x="62149" y="0"/>
                </a:cubicBezTo>
                <a:lnTo>
                  <a:pt x="0" y="1181773"/>
                </a:lnTo>
                <a:cubicBezTo>
                  <a:pt x="1585" y="1181773"/>
                  <a:pt x="2854" y="1182566"/>
                  <a:pt x="4281" y="1182725"/>
                </a:cubicBezTo>
                <a:lnTo>
                  <a:pt x="66430" y="952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4" name="Freeform 133">
            <a:extLst>
              <a:ext uri="{FF2B5EF4-FFF2-40B4-BE49-F238E27FC236}">
                <a16:creationId xmlns:a16="http://schemas.microsoft.com/office/drawing/2014/main" id="{4ACFCDE9-439D-90B7-C527-FBC53ADFF147}"/>
              </a:ext>
            </a:extLst>
          </p:cNvPr>
          <p:cNvSpPr/>
          <p:nvPr userDrawn="1"/>
        </p:nvSpPr>
        <p:spPr>
          <a:xfrm>
            <a:off x="32898" y="3185830"/>
            <a:ext cx="21403" cy="45719"/>
          </a:xfrm>
          <a:custGeom>
            <a:avLst/>
            <a:gdLst>
              <a:gd name="connsiteX0" fmla="*/ 20611 w 21403"/>
              <a:gd name="connsiteY0" fmla="*/ 0 h 7931"/>
              <a:gd name="connsiteX1" fmla="*/ 0 w 21403"/>
              <a:gd name="connsiteY1" fmla="*/ 3490 h 7931"/>
              <a:gd name="connsiteX2" fmla="*/ 0 w 21403"/>
              <a:gd name="connsiteY2" fmla="*/ 7931 h 7931"/>
              <a:gd name="connsiteX3" fmla="*/ 21403 w 21403"/>
              <a:gd name="connsiteY3" fmla="*/ 4283 h 7931"/>
              <a:gd name="connsiteX4" fmla="*/ 20452 w 21403"/>
              <a:gd name="connsiteY4" fmla="*/ 0 h 79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403" h="7931">
                <a:moveTo>
                  <a:pt x="20611" y="0"/>
                </a:moveTo>
                <a:lnTo>
                  <a:pt x="0" y="3490"/>
                </a:lnTo>
                <a:lnTo>
                  <a:pt x="0" y="7931"/>
                </a:lnTo>
                <a:lnTo>
                  <a:pt x="21403" y="4283"/>
                </a:lnTo>
                <a:cubicBezTo>
                  <a:pt x="21086" y="2855"/>
                  <a:pt x="20769" y="1428"/>
                  <a:pt x="20452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5" name="Freeform 134">
            <a:extLst>
              <a:ext uri="{FF2B5EF4-FFF2-40B4-BE49-F238E27FC236}">
                <a16:creationId xmlns:a16="http://schemas.microsoft.com/office/drawing/2014/main" id="{7549FF0C-4831-2A2E-8793-48281E972277}"/>
              </a:ext>
            </a:extLst>
          </p:cNvPr>
          <p:cNvSpPr/>
          <p:nvPr userDrawn="1"/>
        </p:nvSpPr>
        <p:spPr>
          <a:xfrm>
            <a:off x="33056" y="3215651"/>
            <a:ext cx="38208" cy="45719"/>
          </a:xfrm>
          <a:custGeom>
            <a:avLst/>
            <a:gdLst>
              <a:gd name="connsiteX0" fmla="*/ 34404 w 38208"/>
              <a:gd name="connsiteY0" fmla="*/ 0 h 45208"/>
              <a:gd name="connsiteX1" fmla="*/ 0 w 38208"/>
              <a:gd name="connsiteY1" fmla="*/ 38546 h 45208"/>
              <a:gd name="connsiteX2" fmla="*/ 0 w 38208"/>
              <a:gd name="connsiteY2" fmla="*/ 45209 h 45208"/>
              <a:gd name="connsiteX3" fmla="*/ 38209 w 38208"/>
              <a:gd name="connsiteY3" fmla="*/ 2538 h 45208"/>
              <a:gd name="connsiteX4" fmla="*/ 34562 w 38208"/>
              <a:gd name="connsiteY4" fmla="*/ 0 h 45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8208" h="45208">
                <a:moveTo>
                  <a:pt x="34404" y="0"/>
                </a:moveTo>
                <a:lnTo>
                  <a:pt x="0" y="38546"/>
                </a:lnTo>
                <a:lnTo>
                  <a:pt x="0" y="45209"/>
                </a:lnTo>
                <a:lnTo>
                  <a:pt x="38209" y="2538"/>
                </a:lnTo>
                <a:cubicBezTo>
                  <a:pt x="37099" y="1586"/>
                  <a:pt x="35514" y="1110"/>
                  <a:pt x="34562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6" name="Freeform 135">
            <a:extLst>
              <a:ext uri="{FF2B5EF4-FFF2-40B4-BE49-F238E27FC236}">
                <a16:creationId xmlns:a16="http://schemas.microsoft.com/office/drawing/2014/main" id="{A6083F45-E5F1-8562-33E1-E040F04A5A69}"/>
              </a:ext>
            </a:extLst>
          </p:cNvPr>
          <p:cNvSpPr/>
          <p:nvPr userDrawn="1"/>
        </p:nvSpPr>
        <p:spPr>
          <a:xfrm>
            <a:off x="33056" y="3117937"/>
            <a:ext cx="32977" cy="45719"/>
          </a:xfrm>
          <a:custGeom>
            <a:avLst/>
            <a:gdLst>
              <a:gd name="connsiteX0" fmla="*/ 32977 w 32977"/>
              <a:gd name="connsiteY0" fmla="*/ 28077 h 28394"/>
              <a:gd name="connsiteX1" fmla="*/ 0 w 32977"/>
              <a:gd name="connsiteY1" fmla="*/ 0 h 28394"/>
              <a:gd name="connsiteX2" fmla="*/ 0 w 32977"/>
              <a:gd name="connsiteY2" fmla="*/ 1110 h 28394"/>
              <a:gd name="connsiteX3" fmla="*/ 32660 w 32977"/>
              <a:gd name="connsiteY3" fmla="*/ 28394 h 28394"/>
              <a:gd name="connsiteX4" fmla="*/ 32977 w 32977"/>
              <a:gd name="connsiteY4" fmla="*/ 27918 h 283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2977" h="28394">
                <a:moveTo>
                  <a:pt x="32977" y="28077"/>
                </a:moveTo>
                <a:lnTo>
                  <a:pt x="0" y="0"/>
                </a:lnTo>
                <a:lnTo>
                  <a:pt x="0" y="1110"/>
                </a:lnTo>
                <a:lnTo>
                  <a:pt x="32660" y="28394"/>
                </a:lnTo>
                <a:cubicBezTo>
                  <a:pt x="32660" y="28394"/>
                  <a:pt x="32819" y="28077"/>
                  <a:pt x="32977" y="27918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7" name="Freeform 136">
            <a:extLst>
              <a:ext uri="{FF2B5EF4-FFF2-40B4-BE49-F238E27FC236}">
                <a16:creationId xmlns:a16="http://schemas.microsoft.com/office/drawing/2014/main" id="{C37E18AC-D490-B38E-F5FD-065A5641E27D}"/>
              </a:ext>
            </a:extLst>
          </p:cNvPr>
          <p:cNvSpPr/>
          <p:nvPr userDrawn="1"/>
        </p:nvSpPr>
        <p:spPr>
          <a:xfrm>
            <a:off x="33056" y="1901425"/>
            <a:ext cx="88150" cy="45719"/>
          </a:xfrm>
          <a:custGeom>
            <a:avLst/>
            <a:gdLst>
              <a:gd name="connsiteX0" fmla="*/ 87199 w 88150"/>
              <a:gd name="connsiteY0" fmla="*/ 0 h 12690"/>
              <a:gd name="connsiteX1" fmla="*/ 0 w 88150"/>
              <a:gd name="connsiteY1" fmla="*/ 8249 h 12690"/>
              <a:gd name="connsiteX2" fmla="*/ 0 w 88150"/>
              <a:gd name="connsiteY2" fmla="*/ 12690 h 12690"/>
              <a:gd name="connsiteX3" fmla="*/ 88150 w 88150"/>
              <a:gd name="connsiteY3" fmla="*/ 4283 h 12690"/>
              <a:gd name="connsiteX4" fmla="*/ 87199 w 88150"/>
              <a:gd name="connsiteY4" fmla="*/ 0 h 126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8150" h="12690">
                <a:moveTo>
                  <a:pt x="87199" y="0"/>
                </a:moveTo>
                <a:lnTo>
                  <a:pt x="0" y="8249"/>
                </a:lnTo>
                <a:lnTo>
                  <a:pt x="0" y="12690"/>
                </a:lnTo>
                <a:lnTo>
                  <a:pt x="88150" y="4283"/>
                </a:lnTo>
                <a:cubicBezTo>
                  <a:pt x="87833" y="2855"/>
                  <a:pt x="87358" y="1428"/>
                  <a:pt x="87199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8" name="Freeform 137">
            <a:extLst>
              <a:ext uri="{FF2B5EF4-FFF2-40B4-BE49-F238E27FC236}">
                <a16:creationId xmlns:a16="http://schemas.microsoft.com/office/drawing/2014/main" id="{C92FD67F-0B73-C149-B0A2-03EC0BA8E093}"/>
              </a:ext>
            </a:extLst>
          </p:cNvPr>
          <p:cNvSpPr/>
          <p:nvPr userDrawn="1"/>
        </p:nvSpPr>
        <p:spPr>
          <a:xfrm>
            <a:off x="33056" y="3119206"/>
            <a:ext cx="32818" cy="45719"/>
          </a:xfrm>
          <a:custGeom>
            <a:avLst/>
            <a:gdLst>
              <a:gd name="connsiteX0" fmla="*/ 32660 w 32818"/>
              <a:gd name="connsiteY0" fmla="*/ 27284 h 31090"/>
              <a:gd name="connsiteX1" fmla="*/ 0 w 32818"/>
              <a:gd name="connsiteY1" fmla="*/ 0 h 31090"/>
              <a:gd name="connsiteX2" fmla="*/ 0 w 32818"/>
              <a:gd name="connsiteY2" fmla="*/ 5869 h 31090"/>
              <a:gd name="connsiteX3" fmla="*/ 30282 w 32818"/>
              <a:gd name="connsiteY3" fmla="*/ 31091 h 31090"/>
              <a:gd name="connsiteX4" fmla="*/ 32819 w 32818"/>
              <a:gd name="connsiteY4" fmla="*/ 27442 h 310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2818" h="31090">
                <a:moveTo>
                  <a:pt x="32660" y="27284"/>
                </a:moveTo>
                <a:lnTo>
                  <a:pt x="0" y="0"/>
                </a:lnTo>
                <a:lnTo>
                  <a:pt x="0" y="5869"/>
                </a:lnTo>
                <a:lnTo>
                  <a:pt x="30282" y="31091"/>
                </a:lnTo>
                <a:cubicBezTo>
                  <a:pt x="31233" y="29822"/>
                  <a:pt x="31867" y="28553"/>
                  <a:pt x="32819" y="2744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9" name="Freeform 138">
            <a:extLst>
              <a:ext uri="{FF2B5EF4-FFF2-40B4-BE49-F238E27FC236}">
                <a16:creationId xmlns:a16="http://schemas.microsoft.com/office/drawing/2014/main" id="{7F59FF43-C7A4-9A6C-E4EA-AD640ED2B405}"/>
              </a:ext>
            </a:extLst>
          </p:cNvPr>
          <p:cNvSpPr/>
          <p:nvPr userDrawn="1"/>
        </p:nvSpPr>
        <p:spPr>
          <a:xfrm>
            <a:off x="33056" y="1870018"/>
            <a:ext cx="88625" cy="45719"/>
          </a:xfrm>
          <a:custGeom>
            <a:avLst/>
            <a:gdLst>
              <a:gd name="connsiteX0" fmla="*/ 88626 w 88625"/>
              <a:gd name="connsiteY0" fmla="*/ 19352 h 21573"/>
              <a:gd name="connsiteX1" fmla="*/ 44234 w 88625"/>
              <a:gd name="connsiteY1" fmla="*/ 8566 h 21573"/>
              <a:gd name="connsiteX2" fmla="*/ 0 w 88625"/>
              <a:gd name="connsiteY2" fmla="*/ 0 h 21573"/>
              <a:gd name="connsiteX3" fmla="*/ 0 w 88625"/>
              <a:gd name="connsiteY3" fmla="*/ 4600 h 21573"/>
              <a:gd name="connsiteX4" fmla="*/ 88150 w 88625"/>
              <a:gd name="connsiteY4" fmla="*/ 21573 h 21573"/>
              <a:gd name="connsiteX5" fmla="*/ 88626 w 88625"/>
              <a:gd name="connsiteY5" fmla="*/ 19352 h 215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8625" h="21573">
                <a:moveTo>
                  <a:pt x="88626" y="19352"/>
                </a:moveTo>
                <a:lnTo>
                  <a:pt x="44234" y="8566"/>
                </a:lnTo>
                <a:lnTo>
                  <a:pt x="0" y="0"/>
                </a:lnTo>
                <a:lnTo>
                  <a:pt x="0" y="4600"/>
                </a:lnTo>
                <a:lnTo>
                  <a:pt x="88150" y="21573"/>
                </a:lnTo>
                <a:cubicBezTo>
                  <a:pt x="88150" y="21573"/>
                  <a:pt x="88467" y="19987"/>
                  <a:pt x="88626" y="1935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0" name="Freeform 139">
            <a:extLst>
              <a:ext uri="{FF2B5EF4-FFF2-40B4-BE49-F238E27FC236}">
                <a16:creationId xmlns:a16="http://schemas.microsoft.com/office/drawing/2014/main" id="{8F242CC2-E446-B64E-5FC6-EFF294EAF0BD}"/>
              </a:ext>
            </a:extLst>
          </p:cNvPr>
          <p:cNvSpPr/>
          <p:nvPr userDrawn="1"/>
        </p:nvSpPr>
        <p:spPr>
          <a:xfrm>
            <a:off x="33056" y="1863355"/>
            <a:ext cx="89577" cy="45719"/>
          </a:xfrm>
          <a:custGeom>
            <a:avLst/>
            <a:gdLst>
              <a:gd name="connsiteX0" fmla="*/ 88626 w 89577"/>
              <a:gd name="connsiteY0" fmla="*/ 26015 h 26173"/>
              <a:gd name="connsiteX1" fmla="*/ 89577 w 89577"/>
              <a:gd name="connsiteY1" fmla="*/ 21732 h 26173"/>
              <a:gd name="connsiteX2" fmla="*/ 0 w 89577"/>
              <a:gd name="connsiteY2" fmla="*/ 0 h 26173"/>
              <a:gd name="connsiteX3" fmla="*/ 0 w 89577"/>
              <a:gd name="connsiteY3" fmla="*/ 4600 h 26173"/>
              <a:gd name="connsiteX4" fmla="*/ 44234 w 89577"/>
              <a:gd name="connsiteY4" fmla="*/ 15387 h 26173"/>
              <a:gd name="connsiteX5" fmla="*/ 88626 w 89577"/>
              <a:gd name="connsiteY5" fmla="*/ 26174 h 261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9577" h="26173">
                <a:moveTo>
                  <a:pt x="88626" y="26015"/>
                </a:moveTo>
                <a:cubicBezTo>
                  <a:pt x="88943" y="24587"/>
                  <a:pt x="89101" y="23160"/>
                  <a:pt x="89577" y="21732"/>
                </a:cubicBezTo>
                <a:lnTo>
                  <a:pt x="0" y="0"/>
                </a:lnTo>
                <a:lnTo>
                  <a:pt x="0" y="4600"/>
                </a:lnTo>
                <a:lnTo>
                  <a:pt x="44234" y="15387"/>
                </a:lnTo>
                <a:lnTo>
                  <a:pt x="88626" y="26174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1" name="Freeform 140">
            <a:extLst>
              <a:ext uri="{FF2B5EF4-FFF2-40B4-BE49-F238E27FC236}">
                <a16:creationId xmlns:a16="http://schemas.microsoft.com/office/drawing/2014/main" id="{068BC14E-C55D-6A00-4B2C-2DDC277DCD96}"/>
              </a:ext>
            </a:extLst>
          </p:cNvPr>
          <p:cNvSpPr/>
          <p:nvPr userDrawn="1"/>
        </p:nvSpPr>
        <p:spPr>
          <a:xfrm>
            <a:off x="5977965" y="6530327"/>
            <a:ext cx="379077" cy="1022885"/>
          </a:xfrm>
          <a:custGeom>
            <a:avLst/>
            <a:gdLst>
              <a:gd name="connsiteX0" fmla="*/ 374639 w 379077"/>
              <a:gd name="connsiteY0" fmla="*/ 158 h 1187800"/>
              <a:gd name="connsiteX1" fmla="*/ 0 w 379077"/>
              <a:gd name="connsiteY1" fmla="*/ 1186849 h 1187800"/>
              <a:gd name="connsiteX2" fmla="*/ 4439 w 379077"/>
              <a:gd name="connsiteY2" fmla="*/ 1187800 h 1187800"/>
              <a:gd name="connsiteX3" fmla="*/ 379078 w 379077"/>
              <a:gd name="connsiteY3" fmla="*/ 952 h 1187800"/>
              <a:gd name="connsiteX4" fmla="*/ 374639 w 379077"/>
              <a:gd name="connsiteY4" fmla="*/ 0 h 1187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9077" h="1187800">
                <a:moveTo>
                  <a:pt x="374639" y="158"/>
                </a:moveTo>
                <a:lnTo>
                  <a:pt x="0" y="1186849"/>
                </a:lnTo>
                <a:cubicBezTo>
                  <a:pt x="1427" y="1187324"/>
                  <a:pt x="3012" y="1187324"/>
                  <a:pt x="4439" y="1187800"/>
                </a:cubicBezTo>
                <a:lnTo>
                  <a:pt x="379078" y="952"/>
                </a:lnTo>
                <a:cubicBezTo>
                  <a:pt x="377651" y="476"/>
                  <a:pt x="376065" y="476"/>
                  <a:pt x="374639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2" name="Freeform 141">
            <a:extLst>
              <a:ext uri="{FF2B5EF4-FFF2-40B4-BE49-F238E27FC236}">
                <a16:creationId xmlns:a16="http://schemas.microsoft.com/office/drawing/2014/main" id="{9AD9855D-73E3-FABC-3D44-56D935D9E798}"/>
              </a:ext>
            </a:extLst>
          </p:cNvPr>
          <p:cNvSpPr/>
          <p:nvPr userDrawn="1"/>
        </p:nvSpPr>
        <p:spPr>
          <a:xfrm>
            <a:off x="6322638" y="1807202"/>
            <a:ext cx="768143" cy="1319178"/>
          </a:xfrm>
          <a:custGeom>
            <a:avLst/>
            <a:gdLst>
              <a:gd name="connsiteX0" fmla="*/ 0 w 768143"/>
              <a:gd name="connsiteY0" fmla="*/ 1529325 h 1531863"/>
              <a:gd name="connsiteX1" fmla="*/ 3805 w 768143"/>
              <a:gd name="connsiteY1" fmla="*/ 1531863 h 1531863"/>
              <a:gd name="connsiteX2" fmla="*/ 768144 w 768143"/>
              <a:gd name="connsiteY2" fmla="*/ 2538 h 1531863"/>
              <a:gd name="connsiteX3" fmla="*/ 764338 w 768143"/>
              <a:gd name="connsiteY3" fmla="*/ 0 h 1531863"/>
              <a:gd name="connsiteX4" fmla="*/ 0 w 768143"/>
              <a:gd name="connsiteY4" fmla="*/ 1529325 h 15318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68143" h="1531863">
                <a:moveTo>
                  <a:pt x="0" y="1529325"/>
                </a:moveTo>
                <a:cubicBezTo>
                  <a:pt x="1427" y="1529960"/>
                  <a:pt x="2378" y="1531070"/>
                  <a:pt x="3805" y="1531863"/>
                </a:cubicBezTo>
                <a:lnTo>
                  <a:pt x="768144" y="2538"/>
                </a:lnTo>
                <a:cubicBezTo>
                  <a:pt x="766717" y="1904"/>
                  <a:pt x="765766" y="793"/>
                  <a:pt x="764338" y="0"/>
                </a:cubicBezTo>
                <a:lnTo>
                  <a:pt x="0" y="152932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3" name="Freeform 142">
            <a:extLst>
              <a:ext uri="{FF2B5EF4-FFF2-40B4-BE49-F238E27FC236}">
                <a16:creationId xmlns:a16="http://schemas.microsoft.com/office/drawing/2014/main" id="{485B96D2-9680-65C3-1B5B-4880A5FEFEE3}"/>
              </a:ext>
            </a:extLst>
          </p:cNvPr>
          <p:cNvSpPr/>
          <p:nvPr userDrawn="1"/>
        </p:nvSpPr>
        <p:spPr>
          <a:xfrm>
            <a:off x="6873577" y="1472974"/>
            <a:ext cx="154579" cy="341508"/>
          </a:xfrm>
          <a:custGeom>
            <a:avLst/>
            <a:gdLst>
              <a:gd name="connsiteX0" fmla="*/ 5549 w 154579"/>
              <a:gd name="connsiteY0" fmla="*/ 394030 h 396568"/>
              <a:gd name="connsiteX1" fmla="*/ 154580 w 154579"/>
              <a:gd name="connsiteY1" fmla="*/ 952 h 396568"/>
              <a:gd name="connsiteX2" fmla="*/ 150299 w 154579"/>
              <a:gd name="connsiteY2" fmla="*/ 0 h 396568"/>
              <a:gd name="connsiteX3" fmla="*/ 0 w 154579"/>
              <a:gd name="connsiteY3" fmla="*/ 396568 h 396568"/>
              <a:gd name="connsiteX4" fmla="*/ 5549 w 154579"/>
              <a:gd name="connsiteY4" fmla="*/ 394030 h 3965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4579" h="396568">
                <a:moveTo>
                  <a:pt x="5549" y="394030"/>
                </a:moveTo>
                <a:lnTo>
                  <a:pt x="154580" y="952"/>
                </a:lnTo>
                <a:cubicBezTo>
                  <a:pt x="153153" y="476"/>
                  <a:pt x="151568" y="476"/>
                  <a:pt x="150299" y="0"/>
                </a:cubicBezTo>
                <a:lnTo>
                  <a:pt x="0" y="396568"/>
                </a:lnTo>
                <a:lnTo>
                  <a:pt x="5549" y="39403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4" name="Freeform 143">
            <a:extLst>
              <a:ext uri="{FF2B5EF4-FFF2-40B4-BE49-F238E27FC236}">
                <a16:creationId xmlns:a16="http://schemas.microsoft.com/office/drawing/2014/main" id="{6CD2E3CA-2253-A449-F357-F097FF91F561}"/>
              </a:ext>
            </a:extLst>
          </p:cNvPr>
          <p:cNvSpPr/>
          <p:nvPr userDrawn="1"/>
        </p:nvSpPr>
        <p:spPr>
          <a:xfrm>
            <a:off x="6318833" y="1872873"/>
            <a:ext cx="557914" cy="1260029"/>
          </a:xfrm>
          <a:custGeom>
            <a:avLst/>
            <a:gdLst>
              <a:gd name="connsiteX0" fmla="*/ 552366 w 557914"/>
              <a:gd name="connsiteY0" fmla="*/ 2538 h 1463177"/>
              <a:gd name="connsiteX1" fmla="*/ 4915 w 557914"/>
              <a:gd name="connsiteY1" fmla="*/ 1446363 h 1463177"/>
              <a:gd name="connsiteX2" fmla="*/ 0 w 557914"/>
              <a:gd name="connsiteY2" fmla="*/ 1462384 h 1463177"/>
              <a:gd name="connsiteX3" fmla="*/ 3171 w 557914"/>
              <a:gd name="connsiteY3" fmla="*/ 1463178 h 1463177"/>
              <a:gd name="connsiteX4" fmla="*/ 557915 w 557914"/>
              <a:gd name="connsiteY4" fmla="*/ 0 h 1463177"/>
              <a:gd name="connsiteX5" fmla="*/ 552207 w 557914"/>
              <a:gd name="connsiteY5" fmla="*/ 2538 h 14631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57914" h="1463177">
                <a:moveTo>
                  <a:pt x="552366" y="2538"/>
                </a:moveTo>
                <a:lnTo>
                  <a:pt x="4915" y="1446363"/>
                </a:lnTo>
                <a:lnTo>
                  <a:pt x="0" y="1462384"/>
                </a:lnTo>
                <a:cubicBezTo>
                  <a:pt x="951" y="1462702"/>
                  <a:pt x="2219" y="1462702"/>
                  <a:pt x="3171" y="1463178"/>
                </a:cubicBezTo>
                <a:lnTo>
                  <a:pt x="557915" y="0"/>
                </a:lnTo>
                <a:lnTo>
                  <a:pt x="552207" y="2538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5" name="Freeform 144">
            <a:extLst>
              <a:ext uri="{FF2B5EF4-FFF2-40B4-BE49-F238E27FC236}">
                <a16:creationId xmlns:a16="http://schemas.microsoft.com/office/drawing/2014/main" id="{7ED1C3FC-9E43-3317-67FF-252FCCB9C560}"/>
              </a:ext>
            </a:extLst>
          </p:cNvPr>
          <p:cNvSpPr/>
          <p:nvPr userDrawn="1"/>
        </p:nvSpPr>
        <p:spPr>
          <a:xfrm>
            <a:off x="6863430" y="1001692"/>
            <a:ext cx="167897" cy="460899"/>
          </a:xfrm>
          <a:custGeom>
            <a:avLst/>
            <a:gdLst>
              <a:gd name="connsiteX0" fmla="*/ 136664 w 167897"/>
              <a:gd name="connsiteY0" fmla="*/ 103108 h 535208"/>
              <a:gd name="connsiteX1" fmla="*/ 139677 w 167897"/>
              <a:gd name="connsiteY1" fmla="*/ 93114 h 535208"/>
              <a:gd name="connsiteX2" fmla="*/ 167898 w 167897"/>
              <a:gd name="connsiteY2" fmla="*/ 952 h 535208"/>
              <a:gd name="connsiteX3" fmla="*/ 163458 w 167897"/>
              <a:gd name="connsiteY3" fmla="*/ 0 h 535208"/>
              <a:gd name="connsiteX4" fmla="*/ 138250 w 167897"/>
              <a:gd name="connsiteY4" fmla="*/ 82486 h 535208"/>
              <a:gd name="connsiteX5" fmla="*/ 135238 w 167897"/>
              <a:gd name="connsiteY5" fmla="*/ 92480 h 535208"/>
              <a:gd name="connsiteX6" fmla="*/ 0 w 167897"/>
              <a:gd name="connsiteY6" fmla="*/ 535208 h 535208"/>
              <a:gd name="connsiteX7" fmla="*/ 5707 w 167897"/>
              <a:gd name="connsiteY7" fmla="*/ 531560 h 535208"/>
              <a:gd name="connsiteX8" fmla="*/ 136664 w 167897"/>
              <a:gd name="connsiteY8" fmla="*/ 103108 h 535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67897" h="535208">
                <a:moveTo>
                  <a:pt x="136664" y="103108"/>
                </a:moveTo>
                <a:lnTo>
                  <a:pt x="139677" y="93114"/>
                </a:lnTo>
                <a:lnTo>
                  <a:pt x="167898" y="952"/>
                </a:lnTo>
                <a:cubicBezTo>
                  <a:pt x="166471" y="635"/>
                  <a:pt x="164885" y="476"/>
                  <a:pt x="163458" y="0"/>
                </a:cubicBezTo>
                <a:lnTo>
                  <a:pt x="138250" y="82486"/>
                </a:lnTo>
                <a:lnTo>
                  <a:pt x="135238" y="92480"/>
                </a:lnTo>
                <a:lnTo>
                  <a:pt x="0" y="535208"/>
                </a:lnTo>
                <a:lnTo>
                  <a:pt x="5707" y="531560"/>
                </a:lnTo>
                <a:lnTo>
                  <a:pt x="136664" y="103108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6" name="Freeform 145">
            <a:extLst>
              <a:ext uri="{FF2B5EF4-FFF2-40B4-BE49-F238E27FC236}">
                <a16:creationId xmlns:a16="http://schemas.microsoft.com/office/drawing/2014/main" id="{647F7F8A-B1D8-A5B1-E7AC-EFFB74BEFEC8}"/>
              </a:ext>
            </a:extLst>
          </p:cNvPr>
          <p:cNvSpPr/>
          <p:nvPr userDrawn="1"/>
        </p:nvSpPr>
        <p:spPr>
          <a:xfrm>
            <a:off x="6314394" y="1931724"/>
            <a:ext cx="433141" cy="1208939"/>
          </a:xfrm>
          <a:custGeom>
            <a:avLst/>
            <a:gdLst>
              <a:gd name="connsiteX0" fmla="*/ 433141 w 433141"/>
              <a:gd name="connsiteY0" fmla="*/ 0 h 1403850"/>
              <a:gd name="connsiteX1" fmla="*/ 427750 w 433141"/>
              <a:gd name="connsiteY1" fmla="*/ 2538 h 1403850"/>
              <a:gd name="connsiteX2" fmla="*/ 0 w 433141"/>
              <a:gd name="connsiteY2" fmla="*/ 1402899 h 1403850"/>
              <a:gd name="connsiteX3" fmla="*/ 4439 w 433141"/>
              <a:gd name="connsiteY3" fmla="*/ 1403851 h 1403850"/>
              <a:gd name="connsiteX4" fmla="*/ 9354 w 433141"/>
              <a:gd name="connsiteY4" fmla="*/ 1387829 h 1403850"/>
              <a:gd name="connsiteX5" fmla="*/ 433141 w 433141"/>
              <a:gd name="connsiteY5" fmla="*/ 159 h 14038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33141" h="1403850">
                <a:moveTo>
                  <a:pt x="433141" y="0"/>
                </a:moveTo>
                <a:lnTo>
                  <a:pt x="427750" y="2538"/>
                </a:lnTo>
                <a:lnTo>
                  <a:pt x="0" y="1402899"/>
                </a:lnTo>
                <a:cubicBezTo>
                  <a:pt x="1427" y="1403216"/>
                  <a:pt x="3012" y="1403216"/>
                  <a:pt x="4439" y="1403851"/>
                </a:cubicBezTo>
                <a:lnTo>
                  <a:pt x="9354" y="1387829"/>
                </a:lnTo>
                <a:lnTo>
                  <a:pt x="433141" y="159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7" name="Freeform 146">
            <a:extLst>
              <a:ext uri="{FF2B5EF4-FFF2-40B4-BE49-F238E27FC236}">
                <a16:creationId xmlns:a16="http://schemas.microsoft.com/office/drawing/2014/main" id="{194E339A-C0B7-AC58-C28E-A89829F6CCB6}"/>
              </a:ext>
            </a:extLst>
          </p:cNvPr>
          <p:cNvSpPr/>
          <p:nvPr userDrawn="1"/>
        </p:nvSpPr>
        <p:spPr>
          <a:xfrm>
            <a:off x="6743888" y="1539757"/>
            <a:ext cx="123346" cy="334814"/>
          </a:xfrm>
          <a:custGeom>
            <a:avLst/>
            <a:gdLst>
              <a:gd name="connsiteX0" fmla="*/ 5390 w 123346"/>
              <a:gd name="connsiteY0" fmla="*/ 386257 h 388795"/>
              <a:gd name="connsiteX1" fmla="*/ 123347 w 123346"/>
              <a:gd name="connsiteY1" fmla="*/ 0 h 388795"/>
              <a:gd name="connsiteX2" fmla="*/ 117639 w 123346"/>
              <a:gd name="connsiteY2" fmla="*/ 3648 h 388795"/>
              <a:gd name="connsiteX3" fmla="*/ 0 w 123346"/>
              <a:gd name="connsiteY3" fmla="*/ 388795 h 388795"/>
              <a:gd name="connsiteX4" fmla="*/ 5390 w 123346"/>
              <a:gd name="connsiteY4" fmla="*/ 386257 h 3887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346" h="388795">
                <a:moveTo>
                  <a:pt x="5390" y="386257"/>
                </a:moveTo>
                <a:lnTo>
                  <a:pt x="123347" y="0"/>
                </a:lnTo>
                <a:lnTo>
                  <a:pt x="117639" y="3648"/>
                </a:lnTo>
                <a:lnTo>
                  <a:pt x="0" y="388795"/>
                </a:lnTo>
                <a:lnTo>
                  <a:pt x="5390" y="386257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8" name="Freeform 147">
            <a:extLst>
              <a:ext uri="{FF2B5EF4-FFF2-40B4-BE49-F238E27FC236}">
                <a16:creationId xmlns:a16="http://schemas.microsoft.com/office/drawing/2014/main" id="{3BD77A11-B56C-B7D2-9748-CE7109E50D01}"/>
              </a:ext>
            </a:extLst>
          </p:cNvPr>
          <p:cNvSpPr/>
          <p:nvPr userDrawn="1"/>
        </p:nvSpPr>
        <p:spPr>
          <a:xfrm>
            <a:off x="6709326" y="6524456"/>
            <a:ext cx="151091" cy="45719"/>
          </a:xfrm>
          <a:custGeom>
            <a:avLst/>
            <a:gdLst>
              <a:gd name="connsiteX0" fmla="*/ 0 w 151091"/>
              <a:gd name="connsiteY0" fmla="*/ 3966 h 22842"/>
              <a:gd name="connsiteX1" fmla="*/ 150141 w 151091"/>
              <a:gd name="connsiteY1" fmla="*/ 22842 h 22842"/>
              <a:gd name="connsiteX2" fmla="*/ 151092 w 151091"/>
              <a:gd name="connsiteY2" fmla="*/ 18560 h 22842"/>
              <a:gd name="connsiteX3" fmla="*/ 2537 w 151091"/>
              <a:gd name="connsiteY3" fmla="*/ 0 h 22842"/>
              <a:gd name="connsiteX4" fmla="*/ 0 w 151091"/>
              <a:gd name="connsiteY4" fmla="*/ 4124 h 228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1091" h="22842">
                <a:moveTo>
                  <a:pt x="0" y="3966"/>
                </a:moveTo>
                <a:lnTo>
                  <a:pt x="150141" y="22842"/>
                </a:lnTo>
                <a:cubicBezTo>
                  <a:pt x="150299" y="21256"/>
                  <a:pt x="150775" y="19987"/>
                  <a:pt x="151092" y="18560"/>
                </a:cubicBezTo>
                <a:lnTo>
                  <a:pt x="2537" y="0"/>
                </a:lnTo>
                <a:lnTo>
                  <a:pt x="0" y="4124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9" name="Freeform 148">
            <a:extLst>
              <a:ext uri="{FF2B5EF4-FFF2-40B4-BE49-F238E27FC236}">
                <a16:creationId xmlns:a16="http://schemas.microsoft.com/office/drawing/2014/main" id="{1F0A6145-28DA-7930-37AC-BCB5A0FE8CD7}"/>
              </a:ext>
            </a:extLst>
          </p:cNvPr>
          <p:cNvSpPr/>
          <p:nvPr userDrawn="1"/>
        </p:nvSpPr>
        <p:spPr>
          <a:xfrm>
            <a:off x="6418081" y="6487655"/>
            <a:ext cx="289025" cy="45719"/>
          </a:xfrm>
          <a:custGeom>
            <a:avLst/>
            <a:gdLst>
              <a:gd name="connsiteX0" fmla="*/ 286488 w 289025"/>
              <a:gd name="connsiteY0" fmla="*/ 40133 h 40132"/>
              <a:gd name="connsiteX1" fmla="*/ 289025 w 289025"/>
              <a:gd name="connsiteY1" fmla="*/ 36008 h 40132"/>
              <a:gd name="connsiteX2" fmla="*/ 952 w 289025"/>
              <a:gd name="connsiteY2" fmla="*/ 0 h 40132"/>
              <a:gd name="connsiteX3" fmla="*/ 0 w 289025"/>
              <a:gd name="connsiteY3" fmla="*/ 4283 h 40132"/>
              <a:gd name="connsiteX4" fmla="*/ 286488 w 289025"/>
              <a:gd name="connsiteY4" fmla="*/ 40133 h 40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9025" h="40132">
                <a:moveTo>
                  <a:pt x="286488" y="40133"/>
                </a:moveTo>
                <a:lnTo>
                  <a:pt x="289025" y="36008"/>
                </a:lnTo>
                <a:lnTo>
                  <a:pt x="952" y="0"/>
                </a:lnTo>
                <a:cubicBezTo>
                  <a:pt x="952" y="1586"/>
                  <a:pt x="317" y="2855"/>
                  <a:pt x="0" y="4283"/>
                </a:cubicBezTo>
                <a:lnTo>
                  <a:pt x="286488" y="40133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0" name="Freeform 149">
            <a:extLst>
              <a:ext uri="{FF2B5EF4-FFF2-40B4-BE49-F238E27FC236}">
                <a16:creationId xmlns:a16="http://schemas.microsoft.com/office/drawing/2014/main" id="{66A16C3D-9518-0730-DCFD-E94EC55C71FD}"/>
              </a:ext>
            </a:extLst>
          </p:cNvPr>
          <p:cNvSpPr/>
          <p:nvPr userDrawn="1"/>
        </p:nvSpPr>
        <p:spPr>
          <a:xfrm>
            <a:off x="5993819" y="6589019"/>
            <a:ext cx="886575" cy="980129"/>
          </a:xfrm>
          <a:custGeom>
            <a:avLst/>
            <a:gdLst>
              <a:gd name="connsiteX0" fmla="*/ 0 w 886575"/>
              <a:gd name="connsiteY0" fmla="*/ 1135612 h 1138150"/>
              <a:gd name="connsiteX1" fmla="*/ 3646 w 886575"/>
              <a:gd name="connsiteY1" fmla="*/ 1138150 h 1138150"/>
              <a:gd name="connsiteX2" fmla="*/ 886575 w 886575"/>
              <a:gd name="connsiteY2" fmla="*/ 2538 h 1138150"/>
              <a:gd name="connsiteX3" fmla="*/ 882929 w 886575"/>
              <a:gd name="connsiteY3" fmla="*/ 0 h 1138150"/>
              <a:gd name="connsiteX4" fmla="*/ 0 w 886575"/>
              <a:gd name="connsiteY4" fmla="*/ 1135771 h 1138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86575" h="1138150">
                <a:moveTo>
                  <a:pt x="0" y="1135612"/>
                </a:moveTo>
                <a:cubicBezTo>
                  <a:pt x="1268" y="1136564"/>
                  <a:pt x="2537" y="1137199"/>
                  <a:pt x="3646" y="1138150"/>
                </a:cubicBezTo>
                <a:lnTo>
                  <a:pt x="886575" y="2538"/>
                </a:lnTo>
                <a:cubicBezTo>
                  <a:pt x="885307" y="1586"/>
                  <a:pt x="884039" y="952"/>
                  <a:pt x="882929" y="0"/>
                </a:cubicBezTo>
                <a:lnTo>
                  <a:pt x="0" y="1135771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1" name="Freeform 150">
            <a:extLst>
              <a:ext uri="{FF2B5EF4-FFF2-40B4-BE49-F238E27FC236}">
                <a16:creationId xmlns:a16="http://schemas.microsoft.com/office/drawing/2014/main" id="{838A2108-ACAE-B956-50D6-159D94AF9653}"/>
              </a:ext>
            </a:extLst>
          </p:cNvPr>
          <p:cNvSpPr/>
          <p:nvPr userDrawn="1"/>
        </p:nvSpPr>
        <p:spPr>
          <a:xfrm>
            <a:off x="6417606" y="6422302"/>
            <a:ext cx="308367" cy="47947"/>
          </a:xfrm>
          <a:custGeom>
            <a:avLst/>
            <a:gdLst>
              <a:gd name="connsiteX0" fmla="*/ 952 w 308367"/>
              <a:gd name="connsiteY0" fmla="*/ 55520 h 55677"/>
              <a:gd name="connsiteX1" fmla="*/ 308367 w 308367"/>
              <a:gd name="connsiteY1" fmla="*/ 4283 h 55677"/>
              <a:gd name="connsiteX2" fmla="*/ 307416 w 308367"/>
              <a:gd name="connsiteY2" fmla="*/ 0 h 55677"/>
              <a:gd name="connsiteX3" fmla="*/ 0 w 308367"/>
              <a:gd name="connsiteY3" fmla="*/ 51236 h 55677"/>
              <a:gd name="connsiteX4" fmla="*/ 952 w 308367"/>
              <a:gd name="connsiteY4" fmla="*/ 55678 h 55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08367" h="55677">
                <a:moveTo>
                  <a:pt x="952" y="55520"/>
                </a:moveTo>
                <a:lnTo>
                  <a:pt x="308367" y="4283"/>
                </a:lnTo>
                <a:cubicBezTo>
                  <a:pt x="308051" y="2855"/>
                  <a:pt x="307733" y="1428"/>
                  <a:pt x="307416" y="0"/>
                </a:cubicBezTo>
                <a:lnTo>
                  <a:pt x="0" y="51236"/>
                </a:lnTo>
                <a:cubicBezTo>
                  <a:pt x="317" y="52664"/>
                  <a:pt x="634" y="54091"/>
                  <a:pt x="952" y="55678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2" name="Freeform 151">
            <a:extLst>
              <a:ext uri="{FF2B5EF4-FFF2-40B4-BE49-F238E27FC236}">
                <a16:creationId xmlns:a16="http://schemas.microsoft.com/office/drawing/2014/main" id="{E8051CE5-F53B-5673-8397-93485EFE951D}"/>
              </a:ext>
            </a:extLst>
          </p:cNvPr>
          <p:cNvSpPr/>
          <p:nvPr userDrawn="1"/>
        </p:nvSpPr>
        <p:spPr>
          <a:xfrm>
            <a:off x="5988904" y="6457199"/>
            <a:ext cx="761642" cy="1090777"/>
          </a:xfrm>
          <a:custGeom>
            <a:avLst/>
            <a:gdLst>
              <a:gd name="connsiteX0" fmla="*/ 715665 w 761642"/>
              <a:gd name="connsiteY0" fmla="*/ 70589 h 1266638"/>
              <a:gd name="connsiteX1" fmla="*/ 0 w 761642"/>
              <a:gd name="connsiteY1" fmla="*/ 1264100 h 1266638"/>
              <a:gd name="connsiteX2" fmla="*/ 3646 w 761642"/>
              <a:gd name="connsiteY2" fmla="*/ 1266638 h 1266638"/>
              <a:gd name="connsiteX3" fmla="*/ 720422 w 761642"/>
              <a:gd name="connsiteY3" fmla="*/ 71223 h 1266638"/>
              <a:gd name="connsiteX4" fmla="*/ 722959 w 761642"/>
              <a:gd name="connsiteY4" fmla="*/ 67099 h 1266638"/>
              <a:gd name="connsiteX5" fmla="*/ 761643 w 761642"/>
              <a:gd name="connsiteY5" fmla="*/ 2538 h 1266638"/>
              <a:gd name="connsiteX6" fmla="*/ 757997 w 761642"/>
              <a:gd name="connsiteY6" fmla="*/ 0 h 1266638"/>
              <a:gd name="connsiteX7" fmla="*/ 718202 w 761642"/>
              <a:gd name="connsiteY7" fmla="*/ 66306 h 1266638"/>
              <a:gd name="connsiteX8" fmla="*/ 715665 w 761642"/>
              <a:gd name="connsiteY8" fmla="*/ 70431 h 1266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61642" h="1266638">
                <a:moveTo>
                  <a:pt x="715665" y="70589"/>
                </a:moveTo>
                <a:lnTo>
                  <a:pt x="0" y="1264100"/>
                </a:lnTo>
                <a:cubicBezTo>
                  <a:pt x="1268" y="1264893"/>
                  <a:pt x="2378" y="1265846"/>
                  <a:pt x="3646" y="1266638"/>
                </a:cubicBezTo>
                <a:lnTo>
                  <a:pt x="720422" y="71223"/>
                </a:lnTo>
                <a:lnTo>
                  <a:pt x="722959" y="67099"/>
                </a:lnTo>
                <a:lnTo>
                  <a:pt x="761643" y="2538"/>
                </a:lnTo>
                <a:cubicBezTo>
                  <a:pt x="760375" y="1745"/>
                  <a:pt x="759265" y="952"/>
                  <a:pt x="757997" y="0"/>
                </a:cubicBezTo>
                <a:lnTo>
                  <a:pt x="718202" y="66306"/>
                </a:lnTo>
                <a:lnTo>
                  <a:pt x="715665" y="70431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3" name="Freeform 152">
            <a:extLst>
              <a:ext uri="{FF2B5EF4-FFF2-40B4-BE49-F238E27FC236}">
                <a16:creationId xmlns:a16="http://schemas.microsoft.com/office/drawing/2014/main" id="{904C18F7-8FF4-3178-3086-4554D6940BBA}"/>
              </a:ext>
            </a:extLst>
          </p:cNvPr>
          <p:cNvSpPr/>
          <p:nvPr userDrawn="1"/>
        </p:nvSpPr>
        <p:spPr>
          <a:xfrm>
            <a:off x="5931353" y="5573487"/>
            <a:ext cx="808413" cy="696813"/>
          </a:xfrm>
          <a:custGeom>
            <a:avLst/>
            <a:gdLst>
              <a:gd name="connsiteX0" fmla="*/ 803657 w 808413"/>
              <a:gd name="connsiteY0" fmla="*/ 800750 h 809157"/>
              <a:gd name="connsiteX1" fmla="*/ 3171 w 808413"/>
              <a:gd name="connsiteY1" fmla="*/ 0 h 809157"/>
              <a:gd name="connsiteX2" fmla="*/ 0 w 808413"/>
              <a:gd name="connsiteY2" fmla="*/ 3014 h 809157"/>
              <a:gd name="connsiteX3" fmla="*/ 805877 w 808413"/>
              <a:gd name="connsiteY3" fmla="*/ 809158 h 809157"/>
              <a:gd name="connsiteX4" fmla="*/ 808414 w 808413"/>
              <a:gd name="connsiteY4" fmla="*/ 806461 h 809157"/>
              <a:gd name="connsiteX5" fmla="*/ 803499 w 808413"/>
              <a:gd name="connsiteY5" fmla="*/ 800750 h 8091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08413" h="809157">
                <a:moveTo>
                  <a:pt x="803657" y="800750"/>
                </a:moveTo>
                <a:lnTo>
                  <a:pt x="3171" y="0"/>
                </a:lnTo>
                <a:cubicBezTo>
                  <a:pt x="2061" y="1111"/>
                  <a:pt x="1110" y="2062"/>
                  <a:pt x="0" y="3014"/>
                </a:cubicBezTo>
                <a:lnTo>
                  <a:pt x="805877" y="809158"/>
                </a:lnTo>
                <a:cubicBezTo>
                  <a:pt x="806828" y="808205"/>
                  <a:pt x="807621" y="807254"/>
                  <a:pt x="808414" y="806461"/>
                </a:cubicBezTo>
                <a:lnTo>
                  <a:pt x="803499" y="80075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4" name="Freeform 153">
            <a:extLst>
              <a:ext uri="{FF2B5EF4-FFF2-40B4-BE49-F238E27FC236}">
                <a16:creationId xmlns:a16="http://schemas.microsoft.com/office/drawing/2014/main" id="{6FB8E72B-85BA-BB5D-C44B-B6077391321B}"/>
              </a:ext>
            </a:extLst>
          </p:cNvPr>
          <p:cNvSpPr/>
          <p:nvPr userDrawn="1"/>
        </p:nvSpPr>
        <p:spPr>
          <a:xfrm>
            <a:off x="6807623" y="6450061"/>
            <a:ext cx="66905" cy="58192"/>
          </a:xfrm>
          <a:custGeom>
            <a:avLst/>
            <a:gdLst>
              <a:gd name="connsiteX0" fmla="*/ 66747 w 66905"/>
              <a:gd name="connsiteY0" fmla="*/ 64878 h 67574"/>
              <a:gd name="connsiteX1" fmla="*/ 58503 w 66905"/>
              <a:gd name="connsiteY1" fmla="*/ 55361 h 67574"/>
              <a:gd name="connsiteX2" fmla="*/ 3012 w 66905"/>
              <a:gd name="connsiteY2" fmla="*/ 0 h 67574"/>
              <a:gd name="connsiteX3" fmla="*/ 0 w 66905"/>
              <a:gd name="connsiteY3" fmla="*/ 3013 h 67574"/>
              <a:gd name="connsiteX4" fmla="*/ 64527 w 66905"/>
              <a:gd name="connsiteY4" fmla="*/ 67575 h 67574"/>
              <a:gd name="connsiteX5" fmla="*/ 66905 w 66905"/>
              <a:gd name="connsiteY5" fmla="*/ 65037 h 675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6905" h="67574">
                <a:moveTo>
                  <a:pt x="66747" y="64878"/>
                </a:moveTo>
                <a:lnTo>
                  <a:pt x="58503" y="55361"/>
                </a:lnTo>
                <a:lnTo>
                  <a:pt x="3012" y="0"/>
                </a:lnTo>
                <a:cubicBezTo>
                  <a:pt x="2061" y="1110"/>
                  <a:pt x="951" y="2062"/>
                  <a:pt x="0" y="3013"/>
                </a:cubicBezTo>
                <a:lnTo>
                  <a:pt x="64527" y="67575"/>
                </a:lnTo>
                <a:cubicBezTo>
                  <a:pt x="65320" y="66623"/>
                  <a:pt x="65954" y="65830"/>
                  <a:pt x="66905" y="65037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5" name="Freeform 154">
            <a:extLst>
              <a:ext uri="{FF2B5EF4-FFF2-40B4-BE49-F238E27FC236}">
                <a16:creationId xmlns:a16="http://schemas.microsoft.com/office/drawing/2014/main" id="{3BE56B12-0359-E58B-E759-143773C2EAF2}"/>
              </a:ext>
            </a:extLst>
          </p:cNvPr>
          <p:cNvSpPr/>
          <p:nvPr userDrawn="1"/>
        </p:nvSpPr>
        <p:spPr>
          <a:xfrm>
            <a:off x="5919938" y="3429958"/>
            <a:ext cx="375431" cy="1708907"/>
          </a:xfrm>
          <a:custGeom>
            <a:avLst/>
            <a:gdLst>
              <a:gd name="connsiteX0" fmla="*/ 0 w 375431"/>
              <a:gd name="connsiteY0" fmla="*/ 1980143 h 1984426"/>
              <a:gd name="connsiteX1" fmla="*/ 3805 w 375431"/>
              <a:gd name="connsiteY1" fmla="*/ 1984427 h 1984426"/>
              <a:gd name="connsiteX2" fmla="*/ 375431 w 375431"/>
              <a:gd name="connsiteY2" fmla="*/ 952 h 1984426"/>
              <a:gd name="connsiteX3" fmla="*/ 371151 w 375431"/>
              <a:gd name="connsiteY3" fmla="*/ 0 h 1984426"/>
              <a:gd name="connsiteX4" fmla="*/ 159 w 375431"/>
              <a:gd name="connsiteY4" fmla="*/ 1979985 h 1984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5431" h="1984426">
                <a:moveTo>
                  <a:pt x="0" y="1980143"/>
                </a:moveTo>
                <a:lnTo>
                  <a:pt x="3805" y="1984427"/>
                </a:lnTo>
                <a:lnTo>
                  <a:pt x="375431" y="952"/>
                </a:lnTo>
                <a:cubicBezTo>
                  <a:pt x="374004" y="793"/>
                  <a:pt x="372577" y="476"/>
                  <a:pt x="371151" y="0"/>
                </a:cubicBezTo>
                <a:lnTo>
                  <a:pt x="159" y="197998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6" name="Freeform 155">
            <a:extLst>
              <a:ext uri="{FF2B5EF4-FFF2-40B4-BE49-F238E27FC236}">
                <a16:creationId xmlns:a16="http://schemas.microsoft.com/office/drawing/2014/main" id="{F27895B7-515C-2766-1110-221DE46F6A17}"/>
              </a:ext>
            </a:extLst>
          </p:cNvPr>
          <p:cNvSpPr/>
          <p:nvPr userDrawn="1"/>
        </p:nvSpPr>
        <p:spPr>
          <a:xfrm>
            <a:off x="5904876" y="5420570"/>
            <a:ext cx="16964" cy="61471"/>
          </a:xfrm>
          <a:custGeom>
            <a:avLst/>
            <a:gdLst>
              <a:gd name="connsiteX0" fmla="*/ 13159 w 16964"/>
              <a:gd name="connsiteY0" fmla="*/ 0 h 71382"/>
              <a:gd name="connsiteX1" fmla="*/ 0 w 16964"/>
              <a:gd name="connsiteY1" fmla="*/ 70431 h 71382"/>
              <a:gd name="connsiteX2" fmla="*/ 4439 w 16964"/>
              <a:gd name="connsiteY2" fmla="*/ 71382 h 71382"/>
              <a:gd name="connsiteX3" fmla="*/ 16964 w 16964"/>
              <a:gd name="connsiteY3" fmla="*/ 4283 h 71382"/>
              <a:gd name="connsiteX4" fmla="*/ 13318 w 16964"/>
              <a:gd name="connsiteY4" fmla="*/ 0 h 713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964" h="71382">
                <a:moveTo>
                  <a:pt x="13159" y="0"/>
                </a:moveTo>
                <a:lnTo>
                  <a:pt x="0" y="70431"/>
                </a:lnTo>
                <a:cubicBezTo>
                  <a:pt x="1586" y="70748"/>
                  <a:pt x="3012" y="71065"/>
                  <a:pt x="4439" y="71382"/>
                </a:cubicBezTo>
                <a:lnTo>
                  <a:pt x="16964" y="4283"/>
                </a:lnTo>
                <a:lnTo>
                  <a:pt x="13318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7" name="Freeform 156">
            <a:extLst>
              <a:ext uri="{FF2B5EF4-FFF2-40B4-BE49-F238E27FC236}">
                <a16:creationId xmlns:a16="http://schemas.microsoft.com/office/drawing/2014/main" id="{F21C9D27-D72B-F08C-9914-1D718570A6DF}"/>
              </a:ext>
            </a:extLst>
          </p:cNvPr>
          <p:cNvSpPr/>
          <p:nvPr userDrawn="1"/>
        </p:nvSpPr>
        <p:spPr>
          <a:xfrm>
            <a:off x="5918352" y="5583006"/>
            <a:ext cx="431238" cy="737384"/>
          </a:xfrm>
          <a:custGeom>
            <a:avLst/>
            <a:gdLst>
              <a:gd name="connsiteX0" fmla="*/ 3647 w 431238"/>
              <a:gd name="connsiteY0" fmla="*/ 0 h 856269"/>
              <a:gd name="connsiteX1" fmla="*/ 0 w 431238"/>
              <a:gd name="connsiteY1" fmla="*/ 2538 h 856269"/>
              <a:gd name="connsiteX2" fmla="*/ 393981 w 431238"/>
              <a:gd name="connsiteY2" fmla="*/ 790915 h 856269"/>
              <a:gd name="connsiteX3" fmla="*/ 429653 w 431238"/>
              <a:gd name="connsiteY3" fmla="*/ 856269 h 856269"/>
              <a:gd name="connsiteX4" fmla="*/ 431239 w 431238"/>
              <a:gd name="connsiteY4" fmla="*/ 855159 h 856269"/>
              <a:gd name="connsiteX5" fmla="*/ 3805 w 431238"/>
              <a:gd name="connsiteY5" fmla="*/ 158 h 8562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31238" h="856269">
                <a:moveTo>
                  <a:pt x="3647" y="0"/>
                </a:moveTo>
                <a:cubicBezTo>
                  <a:pt x="2378" y="793"/>
                  <a:pt x="1269" y="1903"/>
                  <a:pt x="0" y="2538"/>
                </a:cubicBezTo>
                <a:lnTo>
                  <a:pt x="393981" y="790915"/>
                </a:lnTo>
                <a:lnTo>
                  <a:pt x="429653" y="856269"/>
                </a:lnTo>
                <a:cubicBezTo>
                  <a:pt x="429653" y="856269"/>
                  <a:pt x="430604" y="855476"/>
                  <a:pt x="431239" y="855159"/>
                </a:cubicBezTo>
                <a:lnTo>
                  <a:pt x="3805" y="158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8" name="Freeform 157">
            <a:extLst>
              <a:ext uri="{FF2B5EF4-FFF2-40B4-BE49-F238E27FC236}">
                <a16:creationId xmlns:a16="http://schemas.microsoft.com/office/drawing/2014/main" id="{B54F3E5C-1FB4-ADCA-39D3-B417B3948596}"/>
              </a:ext>
            </a:extLst>
          </p:cNvPr>
          <p:cNvSpPr/>
          <p:nvPr userDrawn="1"/>
        </p:nvSpPr>
        <p:spPr>
          <a:xfrm>
            <a:off x="5897107" y="5589509"/>
            <a:ext cx="5390" cy="45719"/>
          </a:xfrm>
          <a:custGeom>
            <a:avLst/>
            <a:gdLst>
              <a:gd name="connsiteX0" fmla="*/ 793 w 5390"/>
              <a:gd name="connsiteY0" fmla="*/ 476 h 33153"/>
              <a:gd name="connsiteX1" fmla="*/ 0 w 5390"/>
              <a:gd name="connsiteY1" fmla="*/ 476 h 33153"/>
              <a:gd name="connsiteX2" fmla="*/ 793 w 5390"/>
              <a:gd name="connsiteY2" fmla="*/ 24587 h 33153"/>
              <a:gd name="connsiteX3" fmla="*/ 5390 w 5390"/>
              <a:gd name="connsiteY3" fmla="*/ 33153 h 33153"/>
              <a:gd name="connsiteX4" fmla="*/ 4439 w 5390"/>
              <a:gd name="connsiteY4" fmla="*/ 0 h 33153"/>
              <a:gd name="connsiteX5" fmla="*/ 793 w 5390"/>
              <a:gd name="connsiteY5" fmla="*/ 793 h 331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390" h="33153">
                <a:moveTo>
                  <a:pt x="793" y="476"/>
                </a:moveTo>
                <a:cubicBezTo>
                  <a:pt x="793" y="476"/>
                  <a:pt x="317" y="476"/>
                  <a:pt x="0" y="476"/>
                </a:cubicBezTo>
                <a:lnTo>
                  <a:pt x="793" y="24587"/>
                </a:lnTo>
                <a:lnTo>
                  <a:pt x="5390" y="33153"/>
                </a:lnTo>
                <a:lnTo>
                  <a:pt x="4439" y="0"/>
                </a:lnTo>
                <a:cubicBezTo>
                  <a:pt x="3171" y="0"/>
                  <a:pt x="2061" y="793"/>
                  <a:pt x="793" y="793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9" name="Freeform 158">
            <a:extLst>
              <a:ext uri="{FF2B5EF4-FFF2-40B4-BE49-F238E27FC236}">
                <a16:creationId xmlns:a16="http://schemas.microsoft.com/office/drawing/2014/main" id="{E6B2D710-EAAE-5362-1644-3C3BCE76DA14}"/>
              </a:ext>
            </a:extLst>
          </p:cNvPr>
          <p:cNvSpPr/>
          <p:nvPr userDrawn="1"/>
        </p:nvSpPr>
        <p:spPr>
          <a:xfrm>
            <a:off x="5898375" y="5623615"/>
            <a:ext cx="67856" cy="1801388"/>
          </a:xfrm>
          <a:custGeom>
            <a:avLst/>
            <a:gdLst>
              <a:gd name="connsiteX0" fmla="*/ 67698 w 67856"/>
              <a:gd name="connsiteY0" fmla="*/ 2091182 h 2091817"/>
              <a:gd name="connsiteX1" fmla="*/ 4598 w 67856"/>
              <a:gd name="connsiteY1" fmla="*/ 8566 h 2091817"/>
              <a:gd name="connsiteX2" fmla="*/ 0 w 67856"/>
              <a:gd name="connsiteY2" fmla="*/ 0 h 2091817"/>
              <a:gd name="connsiteX3" fmla="*/ 63417 w 67856"/>
              <a:gd name="connsiteY3" fmla="*/ 2091817 h 2091817"/>
              <a:gd name="connsiteX4" fmla="*/ 67064 w 67856"/>
              <a:gd name="connsiteY4" fmla="*/ 2091024 h 2091817"/>
              <a:gd name="connsiteX5" fmla="*/ 67857 w 67856"/>
              <a:gd name="connsiteY5" fmla="*/ 2091024 h 2091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7856" h="2091817">
                <a:moveTo>
                  <a:pt x="67698" y="2091182"/>
                </a:moveTo>
                <a:lnTo>
                  <a:pt x="4598" y="8566"/>
                </a:lnTo>
                <a:lnTo>
                  <a:pt x="0" y="0"/>
                </a:lnTo>
                <a:lnTo>
                  <a:pt x="63417" y="2091817"/>
                </a:lnTo>
                <a:cubicBezTo>
                  <a:pt x="64686" y="2091817"/>
                  <a:pt x="65796" y="2091024"/>
                  <a:pt x="67064" y="2091024"/>
                </a:cubicBezTo>
                <a:lnTo>
                  <a:pt x="67857" y="2091024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0" name="Freeform 159">
            <a:extLst>
              <a:ext uri="{FF2B5EF4-FFF2-40B4-BE49-F238E27FC236}">
                <a16:creationId xmlns:a16="http://schemas.microsoft.com/office/drawing/2014/main" id="{F1DC310D-EB7E-E77A-692C-CE427BDD3A04}"/>
              </a:ext>
            </a:extLst>
          </p:cNvPr>
          <p:cNvSpPr/>
          <p:nvPr userDrawn="1"/>
        </p:nvSpPr>
        <p:spPr>
          <a:xfrm>
            <a:off x="5586520" y="5040818"/>
            <a:ext cx="287280" cy="394784"/>
          </a:xfrm>
          <a:custGeom>
            <a:avLst/>
            <a:gdLst>
              <a:gd name="connsiteX0" fmla="*/ 0 w 287280"/>
              <a:gd name="connsiteY0" fmla="*/ 1745 h 458433"/>
              <a:gd name="connsiteX1" fmla="*/ 12525 w 287280"/>
              <a:gd name="connsiteY1" fmla="*/ 24588 h 458433"/>
              <a:gd name="connsiteX2" fmla="*/ 283476 w 287280"/>
              <a:gd name="connsiteY2" fmla="*/ 458433 h 458433"/>
              <a:gd name="connsiteX3" fmla="*/ 287281 w 287280"/>
              <a:gd name="connsiteY3" fmla="*/ 455895 h 458433"/>
              <a:gd name="connsiteX4" fmla="*/ 2537 w 287280"/>
              <a:gd name="connsiteY4" fmla="*/ 0 h 458433"/>
              <a:gd name="connsiteX5" fmla="*/ 159 w 287280"/>
              <a:gd name="connsiteY5" fmla="*/ 1745 h 458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87280" h="458433">
                <a:moveTo>
                  <a:pt x="0" y="1745"/>
                </a:moveTo>
                <a:lnTo>
                  <a:pt x="12525" y="24588"/>
                </a:lnTo>
                <a:lnTo>
                  <a:pt x="283476" y="458433"/>
                </a:lnTo>
                <a:cubicBezTo>
                  <a:pt x="284744" y="457640"/>
                  <a:pt x="285854" y="456688"/>
                  <a:pt x="287281" y="455895"/>
                </a:cubicBezTo>
                <a:lnTo>
                  <a:pt x="2537" y="0"/>
                </a:lnTo>
                <a:cubicBezTo>
                  <a:pt x="1744" y="635"/>
                  <a:pt x="951" y="1111"/>
                  <a:pt x="159" y="1745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1" name="Freeform 160">
            <a:extLst>
              <a:ext uri="{FF2B5EF4-FFF2-40B4-BE49-F238E27FC236}">
                <a16:creationId xmlns:a16="http://schemas.microsoft.com/office/drawing/2014/main" id="{4B0C4540-8274-38A3-BA30-E81DB446A697}"/>
              </a:ext>
            </a:extLst>
          </p:cNvPr>
          <p:cNvSpPr/>
          <p:nvPr userDrawn="1"/>
        </p:nvSpPr>
        <p:spPr>
          <a:xfrm>
            <a:off x="5591435" y="5039073"/>
            <a:ext cx="156641" cy="157640"/>
          </a:xfrm>
          <a:custGeom>
            <a:avLst/>
            <a:gdLst>
              <a:gd name="connsiteX0" fmla="*/ 153470 w 156641"/>
              <a:gd name="connsiteY0" fmla="*/ 176235 h 183055"/>
              <a:gd name="connsiteX1" fmla="*/ 317 w 156641"/>
              <a:gd name="connsiteY1" fmla="*/ 0 h 183055"/>
              <a:gd name="connsiteX2" fmla="*/ 0 w 156641"/>
              <a:gd name="connsiteY2" fmla="*/ 159 h 183055"/>
              <a:gd name="connsiteX3" fmla="*/ 156641 w 156641"/>
              <a:gd name="connsiteY3" fmla="*/ 183056 h 183055"/>
              <a:gd name="connsiteX4" fmla="*/ 153470 w 156641"/>
              <a:gd name="connsiteY4" fmla="*/ 176235 h 1830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6641" h="183055">
                <a:moveTo>
                  <a:pt x="153470" y="176235"/>
                </a:moveTo>
                <a:lnTo>
                  <a:pt x="317" y="0"/>
                </a:lnTo>
                <a:lnTo>
                  <a:pt x="0" y="159"/>
                </a:lnTo>
                <a:lnTo>
                  <a:pt x="156641" y="183056"/>
                </a:lnTo>
                <a:lnTo>
                  <a:pt x="153470" y="17623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2" name="Freeform 161">
            <a:extLst>
              <a:ext uri="{FF2B5EF4-FFF2-40B4-BE49-F238E27FC236}">
                <a16:creationId xmlns:a16="http://schemas.microsoft.com/office/drawing/2014/main" id="{F69FCE0D-8E15-491A-10FA-FFDE097EB0A1}"/>
              </a:ext>
            </a:extLst>
          </p:cNvPr>
          <p:cNvSpPr/>
          <p:nvPr userDrawn="1"/>
        </p:nvSpPr>
        <p:spPr>
          <a:xfrm>
            <a:off x="5755528" y="5227363"/>
            <a:ext cx="988043" cy="992559"/>
          </a:xfrm>
          <a:custGeom>
            <a:avLst/>
            <a:gdLst>
              <a:gd name="connsiteX0" fmla="*/ 162507 w 988043"/>
              <a:gd name="connsiteY0" fmla="*/ 193208 h 1152585"/>
              <a:gd name="connsiteX1" fmla="*/ 166153 w 988043"/>
              <a:gd name="connsiteY1" fmla="*/ 197491 h 1152585"/>
              <a:gd name="connsiteX2" fmla="*/ 979482 w 988043"/>
              <a:gd name="connsiteY2" fmla="*/ 1146875 h 1152585"/>
              <a:gd name="connsiteX3" fmla="*/ 984397 w 988043"/>
              <a:gd name="connsiteY3" fmla="*/ 1152585 h 1152585"/>
              <a:gd name="connsiteX4" fmla="*/ 988044 w 988043"/>
              <a:gd name="connsiteY4" fmla="*/ 1150047 h 1152585"/>
              <a:gd name="connsiteX5" fmla="*/ 205155 w 988043"/>
              <a:gd name="connsiteY5" fmla="*/ 236037 h 1152585"/>
              <a:gd name="connsiteX6" fmla="*/ 0 w 988043"/>
              <a:gd name="connsiteY6" fmla="*/ 0 h 1152585"/>
              <a:gd name="connsiteX7" fmla="*/ 3329 w 988043"/>
              <a:gd name="connsiteY7" fmla="*/ 7138 h 1152585"/>
              <a:gd name="connsiteX8" fmla="*/ 162665 w 988043"/>
              <a:gd name="connsiteY8" fmla="*/ 193050 h 11525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88043" h="1152585">
                <a:moveTo>
                  <a:pt x="162507" y="193208"/>
                </a:moveTo>
                <a:lnTo>
                  <a:pt x="166153" y="197491"/>
                </a:lnTo>
                <a:lnTo>
                  <a:pt x="979482" y="1146875"/>
                </a:lnTo>
                <a:lnTo>
                  <a:pt x="984397" y="1152585"/>
                </a:lnTo>
                <a:cubicBezTo>
                  <a:pt x="985507" y="1151475"/>
                  <a:pt x="986934" y="1150999"/>
                  <a:pt x="988044" y="1150047"/>
                </a:cubicBezTo>
                <a:lnTo>
                  <a:pt x="205155" y="236037"/>
                </a:lnTo>
                <a:lnTo>
                  <a:pt x="0" y="0"/>
                </a:lnTo>
                <a:lnTo>
                  <a:pt x="3329" y="7138"/>
                </a:lnTo>
                <a:lnTo>
                  <a:pt x="162665" y="19305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3" name="Freeform 162">
            <a:extLst>
              <a:ext uri="{FF2B5EF4-FFF2-40B4-BE49-F238E27FC236}">
                <a16:creationId xmlns:a16="http://schemas.microsoft.com/office/drawing/2014/main" id="{EAB55F6D-C898-29FF-F3B9-00AFF5370BCC}"/>
              </a:ext>
            </a:extLst>
          </p:cNvPr>
          <p:cNvSpPr/>
          <p:nvPr userDrawn="1"/>
        </p:nvSpPr>
        <p:spPr>
          <a:xfrm>
            <a:off x="5748711" y="5213245"/>
            <a:ext cx="1005799" cy="998433"/>
          </a:xfrm>
          <a:custGeom>
            <a:avLst/>
            <a:gdLst>
              <a:gd name="connsiteX0" fmla="*/ 158 w 1005799"/>
              <a:gd name="connsiteY0" fmla="*/ 0 h 1159406"/>
              <a:gd name="connsiteX1" fmla="*/ 6817 w 1005799"/>
              <a:gd name="connsiteY1" fmla="*/ 14276 h 1159406"/>
              <a:gd name="connsiteX2" fmla="*/ 211973 w 1005799"/>
              <a:gd name="connsiteY2" fmla="*/ 250314 h 1159406"/>
              <a:gd name="connsiteX3" fmla="*/ 1002154 w 1005799"/>
              <a:gd name="connsiteY3" fmla="*/ 1159406 h 1159406"/>
              <a:gd name="connsiteX4" fmla="*/ 1005800 w 1005799"/>
              <a:gd name="connsiteY4" fmla="*/ 1156868 h 1159406"/>
              <a:gd name="connsiteX5" fmla="*/ 175032 w 1005799"/>
              <a:gd name="connsiteY5" fmla="*/ 201139 h 1159406"/>
              <a:gd name="connsiteX6" fmla="*/ 171227 w 1005799"/>
              <a:gd name="connsiteY6" fmla="*/ 196856 h 1159406"/>
              <a:gd name="connsiteX7" fmla="*/ 0 w 1005799"/>
              <a:gd name="connsiteY7" fmla="*/ 0 h 11594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05799" h="1159406">
                <a:moveTo>
                  <a:pt x="158" y="0"/>
                </a:moveTo>
                <a:lnTo>
                  <a:pt x="6817" y="14276"/>
                </a:lnTo>
                <a:lnTo>
                  <a:pt x="211973" y="250314"/>
                </a:lnTo>
                <a:lnTo>
                  <a:pt x="1002154" y="1159406"/>
                </a:lnTo>
                <a:cubicBezTo>
                  <a:pt x="1003422" y="1158613"/>
                  <a:pt x="1004373" y="1157503"/>
                  <a:pt x="1005800" y="1156868"/>
                </a:cubicBezTo>
                <a:lnTo>
                  <a:pt x="175032" y="201139"/>
                </a:lnTo>
                <a:lnTo>
                  <a:pt x="171227" y="196856"/>
                </a:lnTo>
                <a:lnTo>
                  <a:pt x="0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4" name="Freeform 163">
            <a:extLst>
              <a:ext uri="{FF2B5EF4-FFF2-40B4-BE49-F238E27FC236}">
                <a16:creationId xmlns:a16="http://schemas.microsoft.com/office/drawing/2014/main" id="{DDAC5FA5-85E0-5C6C-CD8C-7476552AAA12}"/>
              </a:ext>
            </a:extLst>
          </p:cNvPr>
          <p:cNvSpPr/>
          <p:nvPr userDrawn="1"/>
        </p:nvSpPr>
        <p:spPr>
          <a:xfrm>
            <a:off x="6813806" y="6441338"/>
            <a:ext cx="64209" cy="63384"/>
          </a:xfrm>
          <a:custGeom>
            <a:avLst/>
            <a:gdLst>
              <a:gd name="connsiteX0" fmla="*/ 52319 w 64209"/>
              <a:gd name="connsiteY0" fmla="*/ 64086 h 73603"/>
              <a:gd name="connsiteX1" fmla="*/ 60564 w 64209"/>
              <a:gd name="connsiteY1" fmla="*/ 73603 h 73603"/>
              <a:gd name="connsiteX2" fmla="*/ 64210 w 64209"/>
              <a:gd name="connsiteY2" fmla="*/ 71065 h 73603"/>
              <a:gd name="connsiteX3" fmla="*/ 2537 w 64209"/>
              <a:gd name="connsiteY3" fmla="*/ 0 h 73603"/>
              <a:gd name="connsiteX4" fmla="*/ 0 w 64209"/>
              <a:gd name="connsiteY4" fmla="*/ 3807 h 73603"/>
              <a:gd name="connsiteX5" fmla="*/ 52319 w 64209"/>
              <a:gd name="connsiteY5" fmla="*/ 63927 h 736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4209" h="73603">
                <a:moveTo>
                  <a:pt x="52319" y="64086"/>
                </a:moveTo>
                <a:lnTo>
                  <a:pt x="60564" y="73603"/>
                </a:lnTo>
                <a:cubicBezTo>
                  <a:pt x="61673" y="72652"/>
                  <a:pt x="63100" y="72017"/>
                  <a:pt x="64210" y="71065"/>
                </a:cubicBezTo>
                <a:lnTo>
                  <a:pt x="2537" y="0"/>
                </a:lnTo>
                <a:cubicBezTo>
                  <a:pt x="1744" y="1269"/>
                  <a:pt x="951" y="2538"/>
                  <a:pt x="0" y="3807"/>
                </a:cubicBezTo>
                <a:lnTo>
                  <a:pt x="52319" y="63927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5" name="Freeform 164">
            <a:extLst>
              <a:ext uri="{FF2B5EF4-FFF2-40B4-BE49-F238E27FC236}">
                <a16:creationId xmlns:a16="http://schemas.microsoft.com/office/drawing/2014/main" id="{591FCFC2-CA00-883C-4FB7-FE154C2A36B1}"/>
              </a:ext>
            </a:extLst>
          </p:cNvPr>
          <p:cNvSpPr/>
          <p:nvPr userDrawn="1"/>
        </p:nvSpPr>
        <p:spPr>
          <a:xfrm>
            <a:off x="5591594" y="5036534"/>
            <a:ext cx="153311" cy="153951"/>
          </a:xfrm>
          <a:custGeom>
            <a:avLst/>
            <a:gdLst>
              <a:gd name="connsiteX0" fmla="*/ 146653 w 153311"/>
              <a:gd name="connsiteY0" fmla="*/ 164496 h 178772"/>
              <a:gd name="connsiteX1" fmla="*/ 3646 w 153311"/>
              <a:gd name="connsiteY1" fmla="*/ 0 h 178772"/>
              <a:gd name="connsiteX2" fmla="*/ 0 w 153311"/>
              <a:gd name="connsiteY2" fmla="*/ 2379 h 178772"/>
              <a:gd name="connsiteX3" fmla="*/ 153311 w 153311"/>
              <a:gd name="connsiteY3" fmla="*/ 178773 h 178772"/>
              <a:gd name="connsiteX4" fmla="*/ 146653 w 153311"/>
              <a:gd name="connsiteY4" fmla="*/ 164496 h 1787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3311" h="178772">
                <a:moveTo>
                  <a:pt x="146653" y="164496"/>
                </a:moveTo>
                <a:lnTo>
                  <a:pt x="3646" y="0"/>
                </a:lnTo>
                <a:cubicBezTo>
                  <a:pt x="2537" y="952"/>
                  <a:pt x="1109" y="1586"/>
                  <a:pt x="0" y="2379"/>
                </a:cubicBezTo>
                <a:lnTo>
                  <a:pt x="153311" y="178773"/>
                </a:lnTo>
                <a:lnTo>
                  <a:pt x="146653" y="164496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6" name="Freeform 165">
            <a:extLst>
              <a:ext uri="{FF2B5EF4-FFF2-40B4-BE49-F238E27FC236}">
                <a16:creationId xmlns:a16="http://schemas.microsoft.com/office/drawing/2014/main" id="{890E1F18-EAAC-6527-8880-E6C8914DE236}"/>
              </a:ext>
            </a:extLst>
          </p:cNvPr>
          <p:cNvSpPr/>
          <p:nvPr userDrawn="1"/>
        </p:nvSpPr>
        <p:spPr>
          <a:xfrm>
            <a:off x="5579861" y="4906301"/>
            <a:ext cx="24257" cy="45719"/>
          </a:xfrm>
          <a:custGeom>
            <a:avLst/>
            <a:gdLst>
              <a:gd name="connsiteX0" fmla="*/ 21720 w 24257"/>
              <a:gd name="connsiteY0" fmla="*/ 158 h 49967"/>
              <a:gd name="connsiteX1" fmla="*/ 0 w 24257"/>
              <a:gd name="connsiteY1" fmla="*/ 47746 h 49967"/>
              <a:gd name="connsiteX2" fmla="*/ 3805 w 24257"/>
              <a:gd name="connsiteY2" fmla="*/ 49967 h 49967"/>
              <a:gd name="connsiteX3" fmla="*/ 24257 w 24257"/>
              <a:gd name="connsiteY3" fmla="*/ 5393 h 49967"/>
              <a:gd name="connsiteX4" fmla="*/ 21720 w 24257"/>
              <a:gd name="connsiteY4" fmla="*/ 0 h 49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257" h="49967">
                <a:moveTo>
                  <a:pt x="21720" y="158"/>
                </a:moveTo>
                <a:lnTo>
                  <a:pt x="0" y="47746"/>
                </a:lnTo>
                <a:cubicBezTo>
                  <a:pt x="1427" y="48381"/>
                  <a:pt x="2537" y="49333"/>
                  <a:pt x="3805" y="49967"/>
                </a:cubicBezTo>
                <a:lnTo>
                  <a:pt x="24257" y="5393"/>
                </a:lnTo>
                <a:lnTo>
                  <a:pt x="21720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7" name="Freeform 166">
            <a:extLst>
              <a:ext uri="{FF2B5EF4-FFF2-40B4-BE49-F238E27FC236}">
                <a16:creationId xmlns:a16="http://schemas.microsoft.com/office/drawing/2014/main" id="{39C0B917-0BA7-455F-42DD-361F66F5A495}"/>
              </a:ext>
            </a:extLst>
          </p:cNvPr>
          <p:cNvSpPr/>
          <p:nvPr userDrawn="1"/>
        </p:nvSpPr>
        <p:spPr>
          <a:xfrm>
            <a:off x="5604119" y="3426152"/>
            <a:ext cx="679359" cy="1274782"/>
          </a:xfrm>
          <a:custGeom>
            <a:avLst/>
            <a:gdLst>
              <a:gd name="connsiteX0" fmla="*/ 2379 w 679359"/>
              <a:gd name="connsiteY0" fmla="*/ 1480309 h 1480309"/>
              <a:gd name="connsiteX1" fmla="*/ 679359 w 679359"/>
              <a:gd name="connsiteY1" fmla="*/ 2380 h 1480309"/>
              <a:gd name="connsiteX2" fmla="*/ 675554 w 679359"/>
              <a:gd name="connsiteY2" fmla="*/ 0 h 1480309"/>
              <a:gd name="connsiteX3" fmla="*/ 0 w 679359"/>
              <a:gd name="connsiteY3" fmla="*/ 1474916 h 1480309"/>
              <a:gd name="connsiteX4" fmla="*/ 2537 w 679359"/>
              <a:gd name="connsiteY4" fmla="*/ 1480309 h 14803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9359" h="1480309">
                <a:moveTo>
                  <a:pt x="2379" y="1480309"/>
                </a:moveTo>
                <a:lnTo>
                  <a:pt x="679359" y="2380"/>
                </a:lnTo>
                <a:cubicBezTo>
                  <a:pt x="677932" y="1745"/>
                  <a:pt x="676823" y="793"/>
                  <a:pt x="675554" y="0"/>
                </a:cubicBezTo>
                <a:lnTo>
                  <a:pt x="0" y="1474916"/>
                </a:lnTo>
                <a:lnTo>
                  <a:pt x="2537" y="1480309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8" name="Freeform 167">
            <a:extLst>
              <a:ext uri="{FF2B5EF4-FFF2-40B4-BE49-F238E27FC236}">
                <a16:creationId xmlns:a16="http://schemas.microsoft.com/office/drawing/2014/main" id="{38264755-FBFD-D97F-E4BD-88610FC6190C}"/>
              </a:ext>
            </a:extLst>
          </p:cNvPr>
          <p:cNvSpPr/>
          <p:nvPr userDrawn="1"/>
        </p:nvSpPr>
        <p:spPr>
          <a:xfrm>
            <a:off x="5877289" y="5585067"/>
            <a:ext cx="470557" cy="737521"/>
          </a:xfrm>
          <a:custGeom>
            <a:avLst/>
            <a:gdLst>
              <a:gd name="connsiteX0" fmla="*/ 466911 w 470557"/>
              <a:gd name="connsiteY0" fmla="*/ 856429 h 856428"/>
              <a:gd name="connsiteX1" fmla="*/ 470557 w 470557"/>
              <a:gd name="connsiteY1" fmla="*/ 853891 h 856428"/>
              <a:gd name="connsiteX2" fmla="*/ 434885 w 470557"/>
              <a:gd name="connsiteY2" fmla="*/ 788536 h 856428"/>
              <a:gd name="connsiteX3" fmla="*/ 25208 w 470557"/>
              <a:gd name="connsiteY3" fmla="*/ 37119 h 856428"/>
              <a:gd name="connsiteX4" fmla="*/ 20610 w 470557"/>
              <a:gd name="connsiteY4" fmla="*/ 28553 h 856428"/>
              <a:gd name="connsiteX5" fmla="*/ 6025 w 470557"/>
              <a:gd name="connsiteY5" fmla="*/ 1745 h 856428"/>
              <a:gd name="connsiteX6" fmla="*/ 0 w 470557"/>
              <a:gd name="connsiteY6" fmla="*/ 0 h 856428"/>
              <a:gd name="connsiteX7" fmla="*/ 20928 w 470557"/>
              <a:gd name="connsiteY7" fmla="*/ 38388 h 856428"/>
              <a:gd name="connsiteX8" fmla="*/ 25525 w 470557"/>
              <a:gd name="connsiteY8" fmla="*/ 46954 h 856428"/>
              <a:gd name="connsiteX9" fmla="*/ 466911 w 470557"/>
              <a:gd name="connsiteY9" fmla="*/ 856429 h 856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70557" h="856428">
                <a:moveTo>
                  <a:pt x="466911" y="856429"/>
                </a:moveTo>
                <a:cubicBezTo>
                  <a:pt x="468179" y="855635"/>
                  <a:pt x="469289" y="854525"/>
                  <a:pt x="470557" y="853891"/>
                </a:cubicBezTo>
                <a:lnTo>
                  <a:pt x="434885" y="788536"/>
                </a:lnTo>
                <a:lnTo>
                  <a:pt x="25208" y="37119"/>
                </a:lnTo>
                <a:lnTo>
                  <a:pt x="20610" y="28553"/>
                </a:lnTo>
                <a:lnTo>
                  <a:pt x="6025" y="1745"/>
                </a:lnTo>
                <a:cubicBezTo>
                  <a:pt x="3964" y="1111"/>
                  <a:pt x="1902" y="793"/>
                  <a:pt x="0" y="0"/>
                </a:cubicBezTo>
                <a:lnTo>
                  <a:pt x="20928" y="38388"/>
                </a:lnTo>
                <a:lnTo>
                  <a:pt x="25525" y="46954"/>
                </a:lnTo>
                <a:lnTo>
                  <a:pt x="466911" y="856429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9" name="Freeform 168">
            <a:extLst>
              <a:ext uri="{FF2B5EF4-FFF2-40B4-BE49-F238E27FC236}">
                <a16:creationId xmlns:a16="http://schemas.microsoft.com/office/drawing/2014/main" id="{EC3F55B0-7078-E005-B5FE-64FC725A2479}"/>
              </a:ext>
            </a:extLst>
          </p:cNvPr>
          <p:cNvSpPr/>
          <p:nvPr userDrawn="1"/>
        </p:nvSpPr>
        <p:spPr>
          <a:xfrm>
            <a:off x="5582874" y="5042562"/>
            <a:ext cx="267780" cy="422786"/>
          </a:xfrm>
          <a:custGeom>
            <a:avLst/>
            <a:gdLst>
              <a:gd name="connsiteX0" fmla="*/ 16172 w 267780"/>
              <a:gd name="connsiteY0" fmla="*/ 22842 h 490950"/>
              <a:gd name="connsiteX1" fmla="*/ 3647 w 267780"/>
              <a:gd name="connsiteY1" fmla="*/ 0 h 490950"/>
              <a:gd name="connsiteX2" fmla="*/ 0 w 267780"/>
              <a:gd name="connsiteY2" fmla="*/ 2538 h 490950"/>
              <a:gd name="connsiteX3" fmla="*/ 266353 w 267780"/>
              <a:gd name="connsiteY3" fmla="*/ 490951 h 490950"/>
              <a:gd name="connsiteX4" fmla="*/ 267780 w 267780"/>
              <a:gd name="connsiteY4" fmla="*/ 484289 h 490950"/>
              <a:gd name="connsiteX5" fmla="*/ 16330 w 267780"/>
              <a:gd name="connsiteY5" fmla="*/ 23001 h 490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67780" h="490950">
                <a:moveTo>
                  <a:pt x="16172" y="22842"/>
                </a:moveTo>
                <a:lnTo>
                  <a:pt x="3647" y="0"/>
                </a:lnTo>
                <a:cubicBezTo>
                  <a:pt x="2378" y="793"/>
                  <a:pt x="1269" y="1903"/>
                  <a:pt x="0" y="2538"/>
                </a:cubicBezTo>
                <a:lnTo>
                  <a:pt x="266353" y="490951"/>
                </a:lnTo>
                <a:cubicBezTo>
                  <a:pt x="266670" y="488572"/>
                  <a:pt x="267146" y="486351"/>
                  <a:pt x="267780" y="484289"/>
                </a:cubicBezTo>
                <a:lnTo>
                  <a:pt x="16330" y="23001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70" name="Freeform 169">
            <a:extLst>
              <a:ext uri="{FF2B5EF4-FFF2-40B4-BE49-F238E27FC236}">
                <a16:creationId xmlns:a16="http://schemas.microsoft.com/office/drawing/2014/main" id="{EB054222-D793-2318-EE91-AAF0CF931766}"/>
              </a:ext>
            </a:extLst>
          </p:cNvPr>
          <p:cNvSpPr/>
          <p:nvPr userDrawn="1"/>
        </p:nvSpPr>
        <p:spPr>
          <a:xfrm>
            <a:off x="5038118" y="3698039"/>
            <a:ext cx="506229" cy="1082308"/>
          </a:xfrm>
          <a:custGeom>
            <a:avLst/>
            <a:gdLst>
              <a:gd name="connsiteX0" fmla="*/ 505754 w 506229"/>
              <a:gd name="connsiteY0" fmla="*/ 1253473 h 1256803"/>
              <a:gd name="connsiteX1" fmla="*/ 16330 w 506229"/>
              <a:gd name="connsiteY1" fmla="*/ 29346 h 1256803"/>
              <a:gd name="connsiteX2" fmla="*/ 2695 w 506229"/>
              <a:gd name="connsiteY2" fmla="*/ 0 h 1256803"/>
              <a:gd name="connsiteX3" fmla="*/ 0 w 506229"/>
              <a:gd name="connsiteY3" fmla="*/ 635 h 1256803"/>
              <a:gd name="connsiteX4" fmla="*/ 502107 w 506229"/>
              <a:gd name="connsiteY4" fmla="*/ 1256804 h 1256803"/>
              <a:gd name="connsiteX5" fmla="*/ 506229 w 506229"/>
              <a:gd name="connsiteY5" fmla="*/ 1255534 h 1256803"/>
              <a:gd name="connsiteX6" fmla="*/ 505595 w 506229"/>
              <a:gd name="connsiteY6" fmla="*/ 1253473 h 12568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06229" h="1256803">
                <a:moveTo>
                  <a:pt x="505754" y="1253473"/>
                </a:moveTo>
                <a:lnTo>
                  <a:pt x="16330" y="29346"/>
                </a:lnTo>
                <a:lnTo>
                  <a:pt x="2695" y="0"/>
                </a:lnTo>
                <a:cubicBezTo>
                  <a:pt x="1902" y="317"/>
                  <a:pt x="793" y="317"/>
                  <a:pt x="0" y="635"/>
                </a:cubicBezTo>
                <a:lnTo>
                  <a:pt x="502107" y="1256804"/>
                </a:lnTo>
                <a:cubicBezTo>
                  <a:pt x="503376" y="1256169"/>
                  <a:pt x="504803" y="1256010"/>
                  <a:pt x="506229" y="1255534"/>
                </a:cubicBezTo>
                <a:lnTo>
                  <a:pt x="505595" y="1253473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71" name="Freeform 170">
            <a:extLst>
              <a:ext uri="{FF2B5EF4-FFF2-40B4-BE49-F238E27FC236}">
                <a16:creationId xmlns:a16="http://schemas.microsoft.com/office/drawing/2014/main" id="{6B965887-EC95-5C2D-AA82-B389640F4556}"/>
              </a:ext>
            </a:extLst>
          </p:cNvPr>
          <p:cNvSpPr/>
          <p:nvPr userDrawn="1"/>
        </p:nvSpPr>
        <p:spPr>
          <a:xfrm>
            <a:off x="5040972" y="3695976"/>
            <a:ext cx="355296" cy="661296"/>
          </a:xfrm>
          <a:custGeom>
            <a:avLst/>
            <a:gdLst>
              <a:gd name="connsiteX0" fmla="*/ 345942 w 355296"/>
              <a:gd name="connsiteY0" fmla="*/ 737299 h 767914"/>
              <a:gd name="connsiteX1" fmla="*/ 3805 w 355296"/>
              <a:gd name="connsiteY1" fmla="*/ 0 h 767914"/>
              <a:gd name="connsiteX2" fmla="*/ 0 w 355296"/>
              <a:gd name="connsiteY2" fmla="*/ 2379 h 767914"/>
              <a:gd name="connsiteX3" fmla="*/ 13635 w 355296"/>
              <a:gd name="connsiteY3" fmla="*/ 31725 h 767914"/>
              <a:gd name="connsiteX4" fmla="*/ 355296 w 355296"/>
              <a:gd name="connsiteY4" fmla="*/ 767914 h 767914"/>
              <a:gd name="connsiteX5" fmla="*/ 346100 w 355296"/>
              <a:gd name="connsiteY5" fmla="*/ 737458 h 7679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55296" h="767914">
                <a:moveTo>
                  <a:pt x="345942" y="737299"/>
                </a:moveTo>
                <a:lnTo>
                  <a:pt x="3805" y="0"/>
                </a:lnTo>
                <a:cubicBezTo>
                  <a:pt x="2378" y="793"/>
                  <a:pt x="1427" y="1745"/>
                  <a:pt x="0" y="2379"/>
                </a:cubicBezTo>
                <a:lnTo>
                  <a:pt x="13635" y="31725"/>
                </a:lnTo>
                <a:lnTo>
                  <a:pt x="355296" y="767914"/>
                </a:lnTo>
                <a:lnTo>
                  <a:pt x="346100" y="737458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72" name="Freeform 171">
            <a:extLst>
              <a:ext uri="{FF2B5EF4-FFF2-40B4-BE49-F238E27FC236}">
                <a16:creationId xmlns:a16="http://schemas.microsoft.com/office/drawing/2014/main" id="{9817401D-90B6-E496-AE0B-753388281229}"/>
              </a:ext>
            </a:extLst>
          </p:cNvPr>
          <p:cNvSpPr/>
          <p:nvPr userDrawn="1"/>
        </p:nvSpPr>
        <p:spPr>
          <a:xfrm>
            <a:off x="5400232" y="4462303"/>
            <a:ext cx="478643" cy="890380"/>
          </a:xfrm>
          <a:custGeom>
            <a:avLst/>
            <a:gdLst>
              <a:gd name="connsiteX0" fmla="*/ 203729 w 478643"/>
              <a:gd name="connsiteY0" fmla="*/ 438922 h 1033932"/>
              <a:gd name="connsiteX1" fmla="*/ 0 w 478643"/>
              <a:gd name="connsiteY1" fmla="*/ 0 h 1033932"/>
              <a:gd name="connsiteX2" fmla="*/ 9195 w 478643"/>
              <a:gd name="connsiteY2" fmla="*/ 30457 h 1033932"/>
              <a:gd name="connsiteX3" fmla="*/ 201192 w 478643"/>
              <a:gd name="connsiteY3" fmla="*/ 444315 h 1033932"/>
              <a:gd name="connsiteX4" fmla="*/ 203729 w 478643"/>
              <a:gd name="connsiteY4" fmla="*/ 449708 h 1033932"/>
              <a:gd name="connsiteX5" fmla="*/ 338015 w 478643"/>
              <a:gd name="connsiteY5" fmla="*/ 739045 h 1033932"/>
              <a:gd name="connsiteX6" fmla="*/ 344674 w 478643"/>
              <a:gd name="connsiteY6" fmla="*/ 753321 h 1033932"/>
              <a:gd name="connsiteX7" fmla="*/ 347845 w 478643"/>
              <a:gd name="connsiteY7" fmla="*/ 760142 h 1033932"/>
              <a:gd name="connsiteX8" fmla="*/ 474838 w 478643"/>
              <a:gd name="connsiteY8" fmla="*/ 1033933 h 1033932"/>
              <a:gd name="connsiteX9" fmla="*/ 478643 w 478643"/>
              <a:gd name="connsiteY9" fmla="*/ 1031553 h 1033932"/>
              <a:gd name="connsiteX10" fmla="*/ 358467 w 478643"/>
              <a:gd name="connsiteY10" fmla="*/ 772674 h 1033932"/>
              <a:gd name="connsiteX11" fmla="*/ 355138 w 478643"/>
              <a:gd name="connsiteY11" fmla="*/ 765535 h 1033932"/>
              <a:gd name="connsiteX12" fmla="*/ 348479 w 478643"/>
              <a:gd name="connsiteY12" fmla="*/ 751259 h 1033932"/>
              <a:gd name="connsiteX13" fmla="*/ 206107 w 478643"/>
              <a:gd name="connsiteY13" fmla="*/ 444474 h 1033932"/>
              <a:gd name="connsiteX14" fmla="*/ 203570 w 478643"/>
              <a:gd name="connsiteY14" fmla="*/ 439081 h 1033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478643" h="1033932">
                <a:moveTo>
                  <a:pt x="203729" y="438922"/>
                </a:moveTo>
                <a:lnTo>
                  <a:pt x="0" y="0"/>
                </a:lnTo>
                <a:lnTo>
                  <a:pt x="9195" y="30457"/>
                </a:lnTo>
                <a:lnTo>
                  <a:pt x="201192" y="444315"/>
                </a:lnTo>
                <a:lnTo>
                  <a:pt x="203729" y="449708"/>
                </a:lnTo>
                <a:lnTo>
                  <a:pt x="338015" y="739045"/>
                </a:lnTo>
                <a:lnTo>
                  <a:pt x="344674" y="753321"/>
                </a:lnTo>
                <a:lnTo>
                  <a:pt x="347845" y="760142"/>
                </a:lnTo>
                <a:lnTo>
                  <a:pt x="474838" y="1033933"/>
                </a:lnTo>
                <a:cubicBezTo>
                  <a:pt x="476265" y="1033139"/>
                  <a:pt x="477216" y="1032187"/>
                  <a:pt x="478643" y="1031553"/>
                </a:cubicBezTo>
                <a:lnTo>
                  <a:pt x="358467" y="772674"/>
                </a:lnTo>
                <a:lnTo>
                  <a:pt x="355138" y="765535"/>
                </a:lnTo>
                <a:lnTo>
                  <a:pt x="348479" y="751259"/>
                </a:lnTo>
                <a:lnTo>
                  <a:pt x="206107" y="444474"/>
                </a:lnTo>
                <a:lnTo>
                  <a:pt x="203570" y="439081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74" name="Freeform 173">
            <a:extLst>
              <a:ext uri="{FF2B5EF4-FFF2-40B4-BE49-F238E27FC236}">
                <a16:creationId xmlns:a16="http://schemas.microsoft.com/office/drawing/2014/main" id="{A3E83E0A-0E21-A9D6-B43C-DA72FD89148A}"/>
              </a:ext>
            </a:extLst>
          </p:cNvPr>
          <p:cNvSpPr/>
          <p:nvPr userDrawn="1"/>
        </p:nvSpPr>
        <p:spPr>
          <a:xfrm>
            <a:off x="5146245" y="3390142"/>
            <a:ext cx="1108377" cy="204494"/>
          </a:xfrm>
          <a:custGeom>
            <a:avLst/>
            <a:gdLst>
              <a:gd name="connsiteX0" fmla="*/ 1268 w 1108377"/>
              <a:gd name="connsiteY0" fmla="*/ 237465 h 237464"/>
              <a:gd name="connsiteX1" fmla="*/ 1108378 w 1108377"/>
              <a:gd name="connsiteY1" fmla="*/ 4283 h 237464"/>
              <a:gd name="connsiteX2" fmla="*/ 1107426 w 1108377"/>
              <a:gd name="connsiteY2" fmla="*/ 0 h 237464"/>
              <a:gd name="connsiteX3" fmla="*/ 0 w 1108377"/>
              <a:gd name="connsiteY3" fmla="*/ 233341 h 237464"/>
              <a:gd name="connsiteX4" fmla="*/ 1268 w 1108377"/>
              <a:gd name="connsiteY4" fmla="*/ 237465 h 2374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08377" h="237464">
                <a:moveTo>
                  <a:pt x="1268" y="237465"/>
                </a:moveTo>
                <a:lnTo>
                  <a:pt x="1108378" y="4283"/>
                </a:lnTo>
                <a:cubicBezTo>
                  <a:pt x="1107902" y="2855"/>
                  <a:pt x="1107744" y="1428"/>
                  <a:pt x="1107426" y="0"/>
                </a:cubicBezTo>
                <a:lnTo>
                  <a:pt x="0" y="233341"/>
                </a:lnTo>
                <a:lnTo>
                  <a:pt x="1268" y="23746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75" name="Freeform 174">
            <a:extLst>
              <a:ext uri="{FF2B5EF4-FFF2-40B4-BE49-F238E27FC236}">
                <a16:creationId xmlns:a16="http://schemas.microsoft.com/office/drawing/2014/main" id="{9A93DB52-A0ED-9244-FD9A-2A93F535764A}"/>
              </a:ext>
            </a:extLst>
          </p:cNvPr>
          <p:cNvSpPr/>
          <p:nvPr userDrawn="1"/>
        </p:nvSpPr>
        <p:spPr>
          <a:xfrm>
            <a:off x="5069510" y="3624435"/>
            <a:ext cx="73723" cy="45719"/>
          </a:xfrm>
          <a:custGeom>
            <a:avLst/>
            <a:gdLst>
              <a:gd name="connsiteX0" fmla="*/ 72455 w 73723"/>
              <a:gd name="connsiteY0" fmla="*/ 0 h 19511"/>
              <a:gd name="connsiteX1" fmla="*/ 0 w 73723"/>
              <a:gd name="connsiteY1" fmla="*/ 15228 h 19511"/>
              <a:gd name="connsiteX2" fmla="*/ 951 w 73723"/>
              <a:gd name="connsiteY2" fmla="*/ 19511 h 19511"/>
              <a:gd name="connsiteX3" fmla="*/ 73723 w 73723"/>
              <a:gd name="connsiteY3" fmla="*/ 4124 h 19511"/>
              <a:gd name="connsiteX4" fmla="*/ 72455 w 73723"/>
              <a:gd name="connsiteY4" fmla="*/ 0 h 195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3723" h="19511">
                <a:moveTo>
                  <a:pt x="72455" y="0"/>
                </a:moveTo>
                <a:lnTo>
                  <a:pt x="0" y="15228"/>
                </a:lnTo>
                <a:cubicBezTo>
                  <a:pt x="317" y="16656"/>
                  <a:pt x="634" y="18083"/>
                  <a:pt x="951" y="19511"/>
                </a:cubicBezTo>
                <a:lnTo>
                  <a:pt x="73723" y="4124"/>
                </a:lnTo>
                <a:lnTo>
                  <a:pt x="72455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79" name="Freeform 178">
            <a:extLst>
              <a:ext uri="{FF2B5EF4-FFF2-40B4-BE49-F238E27FC236}">
                <a16:creationId xmlns:a16="http://schemas.microsoft.com/office/drawing/2014/main" id="{DDFDC562-0054-A078-FC4E-0D8BABCE931D}"/>
              </a:ext>
            </a:extLst>
          </p:cNvPr>
          <p:cNvSpPr/>
          <p:nvPr userDrawn="1"/>
        </p:nvSpPr>
        <p:spPr>
          <a:xfrm>
            <a:off x="4892417" y="2823526"/>
            <a:ext cx="124139" cy="671815"/>
          </a:xfrm>
          <a:custGeom>
            <a:avLst/>
            <a:gdLst>
              <a:gd name="connsiteX0" fmla="*/ 4281 w 124139"/>
              <a:gd name="connsiteY0" fmla="*/ 0 h 780128"/>
              <a:gd name="connsiteX1" fmla="*/ 0 w 124139"/>
              <a:gd name="connsiteY1" fmla="*/ 952 h 780128"/>
              <a:gd name="connsiteX2" fmla="*/ 119859 w 124139"/>
              <a:gd name="connsiteY2" fmla="*/ 780129 h 780128"/>
              <a:gd name="connsiteX3" fmla="*/ 124139 w 124139"/>
              <a:gd name="connsiteY3" fmla="*/ 779177 h 780128"/>
              <a:gd name="connsiteX4" fmla="*/ 4281 w 124139"/>
              <a:gd name="connsiteY4" fmla="*/ 0 h 7801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139" h="780128">
                <a:moveTo>
                  <a:pt x="4281" y="0"/>
                </a:moveTo>
                <a:cubicBezTo>
                  <a:pt x="2854" y="317"/>
                  <a:pt x="1427" y="793"/>
                  <a:pt x="0" y="952"/>
                </a:cubicBezTo>
                <a:lnTo>
                  <a:pt x="119859" y="780129"/>
                </a:lnTo>
                <a:cubicBezTo>
                  <a:pt x="121286" y="779811"/>
                  <a:pt x="122713" y="779335"/>
                  <a:pt x="124139" y="779177"/>
                </a:cubicBezTo>
                <a:lnTo>
                  <a:pt x="4281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7" name="Freeform 186">
            <a:extLst>
              <a:ext uri="{FF2B5EF4-FFF2-40B4-BE49-F238E27FC236}">
                <a16:creationId xmlns:a16="http://schemas.microsoft.com/office/drawing/2014/main" id="{68FB87BA-F4BD-23F4-AD37-CCE95FBE0B5A}"/>
              </a:ext>
            </a:extLst>
          </p:cNvPr>
          <p:cNvSpPr/>
          <p:nvPr userDrawn="1"/>
        </p:nvSpPr>
        <p:spPr>
          <a:xfrm>
            <a:off x="4899075" y="2822257"/>
            <a:ext cx="649711" cy="1835675"/>
          </a:xfrm>
          <a:custGeom>
            <a:avLst/>
            <a:gdLst>
              <a:gd name="connsiteX0" fmla="*/ 501156 w 649711"/>
              <a:gd name="connsiteY0" fmla="*/ 1639888 h 2131632"/>
              <a:gd name="connsiteX1" fmla="*/ 248438 w 649711"/>
              <a:gd name="connsiteY1" fmla="*/ 805350 h 2131632"/>
              <a:gd name="connsiteX2" fmla="*/ 247170 w 649711"/>
              <a:gd name="connsiteY2" fmla="*/ 801226 h 2131632"/>
              <a:gd name="connsiteX3" fmla="*/ 4439 w 649711"/>
              <a:gd name="connsiteY3" fmla="*/ 0 h 2131632"/>
              <a:gd name="connsiteX4" fmla="*/ 0 w 649711"/>
              <a:gd name="connsiteY4" fmla="*/ 952 h 2131632"/>
              <a:gd name="connsiteX5" fmla="*/ 242730 w 649711"/>
              <a:gd name="connsiteY5" fmla="*/ 802337 h 2131632"/>
              <a:gd name="connsiteX6" fmla="*/ 243999 w 649711"/>
              <a:gd name="connsiteY6" fmla="*/ 806461 h 2131632"/>
              <a:gd name="connsiteX7" fmla="*/ 487680 w 649711"/>
              <a:gd name="connsiteY7" fmla="*/ 1611177 h 2131632"/>
              <a:gd name="connsiteX8" fmla="*/ 496876 w 649711"/>
              <a:gd name="connsiteY8" fmla="*/ 1641633 h 2131632"/>
              <a:gd name="connsiteX9" fmla="*/ 644638 w 649711"/>
              <a:gd name="connsiteY9" fmla="*/ 2129570 h 2131632"/>
              <a:gd name="connsiteX10" fmla="*/ 645273 w 649711"/>
              <a:gd name="connsiteY10" fmla="*/ 2131633 h 2131632"/>
              <a:gd name="connsiteX11" fmla="*/ 649712 w 649711"/>
              <a:gd name="connsiteY11" fmla="*/ 2130681 h 2131632"/>
              <a:gd name="connsiteX12" fmla="*/ 510352 w 649711"/>
              <a:gd name="connsiteY12" fmla="*/ 1670503 h 2131632"/>
              <a:gd name="connsiteX13" fmla="*/ 501156 w 649711"/>
              <a:gd name="connsiteY13" fmla="*/ 1640047 h 21316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649711" h="2131632">
                <a:moveTo>
                  <a:pt x="501156" y="1639888"/>
                </a:moveTo>
                <a:lnTo>
                  <a:pt x="248438" y="805350"/>
                </a:lnTo>
                <a:lnTo>
                  <a:pt x="247170" y="801226"/>
                </a:lnTo>
                <a:lnTo>
                  <a:pt x="4439" y="0"/>
                </a:lnTo>
                <a:cubicBezTo>
                  <a:pt x="3012" y="476"/>
                  <a:pt x="1427" y="476"/>
                  <a:pt x="0" y="952"/>
                </a:cubicBezTo>
                <a:lnTo>
                  <a:pt x="242730" y="802337"/>
                </a:lnTo>
                <a:lnTo>
                  <a:pt x="243999" y="806461"/>
                </a:lnTo>
                <a:lnTo>
                  <a:pt x="487680" y="1611177"/>
                </a:lnTo>
                <a:lnTo>
                  <a:pt x="496876" y="1641633"/>
                </a:lnTo>
                <a:lnTo>
                  <a:pt x="644638" y="2129570"/>
                </a:lnTo>
                <a:lnTo>
                  <a:pt x="645273" y="2131633"/>
                </a:lnTo>
                <a:cubicBezTo>
                  <a:pt x="646699" y="2131157"/>
                  <a:pt x="648285" y="2131157"/>
                  <a:pt x="649712" y="2130681"/>
                </a:cubicBezTo>
                <a:lnTo>
                  <a:pt x="510352" y="1670503"/>
                </a:lnTo>
                <a:lnTo>
                  <a:pt x="501156" y="1640047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8" name="Freeform 187">
            <a:extLst>
              <a:ext uri="{FF2B5EF4-FFF2-40B4-BE49-F238E27FC236}">
                <a16:creationId xmlns:a16="http://schemas.microsoft.com/office/drawing/2014/main" id="{759FC820-60AC-EC6E-B332-3842220F507D}"/>
              </a:ext>
            </a:extLst>
          </p:cNvPr>
          <p:cNvSpPr/>
          <p:nvPr userDrawn="1"/>
        </p:nvSpPr>
        <p:spPr>
          <a:xfrm>
            <a:off x="4931894" y="2793070"/>
            <a:ext cx="1325582" cy="492318"/>
          </a:xfrm>
          <a:custGeom>
            <a:avLst/>
            <a:gdLst>
              <a:gd name="connsiteX0" fmla="*/ 0 w 1325582"/>
              <a:gd name="connsiteY0" fmla="*/ 3966 h 571692"/>
              <a:gd name="connsiteX1" fmla="*/ 1323839 w 1325582"/>
              <a:gd name="connsiteY1" fmla="*/ 571692 h 571692"/>
              <a:gd name="connsiteX2" fmla="*/ 1325583 w 1325582"/>
              <a:gd name="connsiteY2" fmla="*/ 567727 h 571692"/>
              <a:gd name="connsiteX3" fmla="*/ 1744 w 1325582"/>
              <a:gd name="connsiteY3" fmla="*/ 0 h 571692"/>
              <a:gd name="connsiteX4" fmla="*/ 0 w 1325582"/>
              <a:gd name="connsiteY4" fmla="*/ 3966 h 5716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25582" h="571692">
                <a:moveTo>
                  <a:pt x="0" y="3966"/>
                </a:moveTo>
                <a:lnTo>
                  <a:pt x="1323839" y="571692"/>
                </a:lnTo>
                <a:cubicBezTo>
                  <a:pt x="1324314" y="570265"/>
                  <a:pt x="1324949" y="568996"/>
                  <a:pt x="1325583" y="567727"/>
                </a:cubicBezTo>
                <a:lnTo>
                  <a:pt x="1744" y="0"/>
                </a:lnTo>
                <a:cubicBezTo>
                  <a:pt x="1269" y="1428"/>
                  <a:pt x="634" y="2697"/>
                  <a:pt x="0" y="3966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9" name="Freeform 188">
            <a:extLst>
              <a:ext uri="{FF2B5EF4-FFF2-40B4-BE49-F238E27FC236}">
                <a16:creationId xmlns:a16="http://schemas.microsoft.com/office/drawing/2014/main" id="{54A500A6-6F89-03BE-0273-DB0D8D4CCCB0}"/>
              </a:ext>
            </a:extLst>
          </p:cNvPr>
          <p:cNvSpPr/>
          <p:nvPr userDrawn="1"/>
        </p:nvSpPr>
        <p:spPr>
          <a:xfrm>
            <a:off x="4931260" y="1782455"/>
            <a:ext cx="2135581" cy="839017"/>
          </a:xfrm>
          <a:custGeom>
            <a:avLst/>
            <a:gdLst>
              <a:gd name="connsiteX0" fmla="*/ 1942159 w 2135581"/>
              <a:gd name="connsiteY0" fmla="*/ 87086 h 974288"/>
              <a:gd name="connsiteX1" fmla="*/ 1818019 w 2135581"/>
              <a:gd name="connsiteY1" fmla="*/ 143558 h 974288"/>
              <a:gd name="connsiteX2" fmla="*/ 1812629 w 2135581"/>
              <a:gd name="connsiteY2" fmla="*/ 146096 h 974288"/>
              <a:gd name="connsiteX3" fmla="*/ 0 w 2135581"/>
              <a:gd name="connsiteY3" fmla="*/ 970481 h 974288"/>
              <a:gd name="connsiteX4" fmla="*/ 2220 w 2135581"/>
              <a:gd name="connsiteY4" fmla="*/ 974288 h 974288"/>
              <a:gd name="connsiteX5" fmla="*/ 1810885 w 2135581"/>
              <a:gd name="connsiteY5" fmla="*/ 151648 h 974288"/>
              <a:gd name="connsiteX6" fmla="*/ 1816276 w 2135581"/>
              <a:gd name="connsiteY6" fmla="*/ 149110 h 974288"/>
              <a:gd name="connsiteX7" fmla="*/ 1939939 w 2135581"/>
              <a:gd name="connsiteY7" fmla="*/ 92956 h 974288"/>
              <a:gd name="connsiteX8" fmla="*/ 1945647 w 2135581"/>
              <a:gd name="connsiteY8" fmla="*/ 90417 h 974288"/>
              <a:gd name="connsiteX9" fmla="*/ 2135582 w 2135581"/>
              <a:gd name="connsiteY9" fmla="*/ 3966 h 974288"/>
              <a:gd name="connsiteX10" fmla="*/ 2133363 w 2135581"/>
              <a:gd name="connsiteY10" fmla="*/ 0 h 974288"/>
              <a:gd name="connsiteX11" fmla="*/ 1947867 w 2135581"/>
              <a:gd name="connsiteY11" fmla="*/ 84390 h 974288"/>
              <a:gd name="connsiteX12" fmla="*/ 1942317 w 2135581"/>
              <a:gd name="connsiteY12" fmla="*/ 86928 h 974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2135581" h="974288">
                <a:moveTo>
                  <a:pt x="1942159" y="87086"/>
                </a:moveTo>
                <a:lnTo>
                  <a:pt x="1818019" y="143558"/>
                </a:lnTo>
                <a:lnTo>
                  <a:pt x="1812629" y="146096"/>
                </a:lnTo>
                <a:lnTo>
                  <a:pt x="0" y="970481"/>
                </a:lnTo>
                <a:cubicBezTo>
                  <a:pt x="634" y="971909"/>
                  <a:pt x="1586" y="973019"/>
                  <a:pt x="2220" y="974288"/>
                </a:cubicBezTo>
                <a:lnTo>
                  <a:pt x="1810885" y="151648"/>
                </a:lnTo>
                <a:lnTo>
                  <a:pt x="1816276" y="149110"/>
                </a:lnTo>
                <a:lnTo>
                  <a:pt x="1939939" y="92956"/>
                </a:lnTo>
                <a:lnTo>
                  <a:pt x="1945647" y="90417"/>
                </a:lnTo>
                <a:lnTo>
                  <a:pt x="2135582" y="3966"/>
                </a:lnTo>
                <a:cubicBezTo>
                  <a:pt x="2134948" y="2538"/>
                  <a:pt x="2133997" y="1428"/>
                  <a:pt x="2133363" y="0"/>
                </a:cubicBezTo>
                <a:lnTo>
                  <a:pt x="1947867" y="84390"/>
                </a:lnTo>
                <a:lnTo>
                  <a:pt x="1942317" y="86928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0" name="Freeform 189">
            <a:extLst>
              <a:ext uri="{FF2B5EF4-FFF2-40B4-BE49-F238E27FC236}">
                <a16:creationId xmlns:a16="http://schemas.microsoft.com/office/drawing/2014/main" id="{34A57E3F-7D41-37C8-0C79-907B3223347B}"/>
              </a:ext>
            </a:extLst>
          </p:cNvPr>
          <p:cNvSpPr/>
          <p:nvPr userDrawn="1"/>
        </p:nvSpPr>
        <p:spPr>
          <a:xfrm>
            <a:off x="4927613" y="1451242"/>
            <a:ext cx="2075493" cy="1119600"/>
          </a:xfrm>
          <a:custGeom>
            <a:avLst/>
            <a:gdLst>
              <a:gd name="connsiteX0" fmla="*/ 1933914 w 2075493"/>
              <a:gd name="connsiteY0" fmla="*/ 92162 h 1300108"/>
              <a:gd name="connsiteX1" fmla="*/ 1939622 w 2075493"/>
              <a:gd name="connsiteY1" fmla="*/ 88514 h 1300108"/>
              <a:gd name="connsiteX2" fmla="*/ 2075494 w 2075493"/>
              <a:gd name="connsiteY2" fmla="*/ 3648 h 1300108"/>
              <a:gd name="connsiteX3" fmla="*/ 2072957 w 2075493"/>
              <a:gd name="connsiteY3" fmla="*/ 0 h 1300108"/>
              <a:gd name="connsiteX4" fmla="*/ 1941524 w 2075493"/>
              <a:gd name="connsiteY4" fmla="*/ 82169 h 1300108"/>
              <a:gd name="connsiteX5" fmla="*/ 1935817 w 2075493"/>
              <a:gd name="connsiteY5" fmla="*/ 85817 h 1300108"/>
              <a:gd name="connsiteX6" fmla="*/ 0 w 2075493"/>
              <a:gd name="connsiteY6" fmla="*/ 1296460 h 1300108"/>
              <a:gd name="connsiteX7" fmla="*/ 2537 w 2075493"/>
              <a:gd name="connsiteY7" fmla="*/ 1300109 h 1300108"/>
              <a:gd name="connsiteX8" fmla="*/ 1933914 w 2075493"/>
              <a:gd name="connsiteY8" fmla="*/ 92321 h 13001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075493" h="1300108">
                <a:moveTo>
                  <a:pt x="1933914" y="92162"/>
                </a:moveTo>
                <a:lnTo>
                  <a:pt x="1939622" y="88514"/>
                </a:lnTo>
                <a:lnTo>
                  <a:pt x="2075494" y="3648"/>
                </a:lnTo>
                <a:cubicBezTo>
                  <a:pt x="2074543" y="2379"/>
                  <a:pt x="2073750" y="1269"/>
                  <a:pt x="2072957" y="0"/>
                </a:cubicBezTo>
                <a:lnTo>
                  <a:pt x="1941524" y="82169"/>
                </a:lnTo>
                <a:lnTo>
                  <a:pt x="1935817" y="85817"/>
                </a:lnTo>
                <a:lnTo>
                  <a:pt x="0" y="1296460"/>
                </a:lnTo>
                <a:cubicBezTo>
                  <a:pt x="793" y="1297729"/>
                  <a:pt x="1744" y="1298840"/>
                  <a:pt x="2537" y="1300109"/>
                </a:cubicBezTo>
                <a:lnTo>
                  <a:pt x="1933914" y="92321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1" name="Freeform 190">
            <a:extLst>
              <a:ext uri="{FF2B5EF4-FFF2-40B4-BE49-F238E27FC236}">
                <a16:creationId xmlns:a16="http://schemas.microsoft.com/office/drawing/2014/main" id="{B419098A-87A7-FA2F-BDDF-6C1C2CC5D03A}"/>
              </a:ext>
            </a:extLst>
          </p:cNvPr>
          <p:cNvSpPr/>
          <p:nvPr userDrawn="1"/>
        </p:nvSpPr>
        <p:spPr>
          <a:xfrm>
            <a:off x="9366992" y="213157"/>
            <a:ext cx="101785" cy="87699"/>
          </a:xfrm>
          <a:custGeom>
            <a:avLst/>
            <a:gdLst>
              <a:gd name="connsiteX0" fmla="*/ 0 w 101785"/>
              <a:gd name="connsiteY0" fmla="*/ 50919 h 101838"/>
              <a:gd name="connsiteX1" fmla="*/ 2061 w 101785"/>
              <a:gd name="connsiteY1" fmla="*/ 61230 h 101838"/>
              <a:gd name="connsiteX2" fmla="*/ 3012 w 101785"/>
              <a:gd name="connsiteY2" fmla="*/ 65513 h 101838"/>
              <a:gd name="connsiteX3" fmla="*/ 4915 w 101785"/>
              <a:gd name="connsiteY3" fmla="*/ 72017 h 101838"/>
              <a:gd name="connsiteX4" fmla="*/ 7452 w 101785"/>
              <a:gd name="connsiteY4" fmla="*/ 75824 h 101838"/>
              <a:gd name="connsiteX5" fmla="*/ 50893 w 101785"/>
              <a:gd name="connsiteY5" fmla="*/ 101839 h 101838"/>
              <a:gd name="connsiteX6" fmla="*/ 101786 w 101785"/>
              <a:gd name="connsiteY6" fmla="*/ 50919 h 101838"/>
              <a:gd name="connsiteX7" fmla="*/ 50893 w 101785"/>
              <a:gd name="connsiteY7" fmla="*/ 0 h 101838"/>
              <a:gd name="connsiteX8" fmla="*/ 31392 w 101785"/>
              <a:gd name="connsiteY8" fmla="*/ 3966 h 101838"/>
              <a:gd name="connsiteX9" fmla="*/ 27586 w 101785"/>
              <a:gd name="connsiteY9" fmla="*/ 6345 h 101838"/>
              <a:gd name="connsiteX10" fmla="*/ 0 w 101785"/>
              <a:gd name="connsiteY10" fmla="*/ 50919 h 1018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01785" h="101838">
                <a:moveTo>
                  <a:pt x="0" y="50919"/>
                </a:moveTo>
                <a:cubicBezTo>
                  <a:pt x="0" y="54568"/>
                  <a:pt x="1427" y="57740"/>
                  <a:pt x="2061" y="61230"/>
                </a:cubicBezTo>
                <a:cubicBezTo>
                  <a:pt x="2379" y="62658"/>
                  <a:pt x="2537" y="64244"/>
                  <a:pt x="3012" y="65513"/>
                </a:cubicBezTo>
                <a:cubicBezTo>
                  <a:pt x="3647" y="67734"/>
                  <a:pt x="3964" y="69955"/>
                  <a:pt x="4915" y="72017"/>
                </a:cubicBezTo>
                <a:cubicBezTo>
                  <a:pt x="5550" y="73444"/>
                  <a:pt x="6817" y="74555"/>
                  <a:pt x="7452" y="75824"/>
                </a:cubicBezTo>
                <a:cubicBezTo>
                  <a:pt x="16330" y="91052"/>
                  <a:pt x="32026" y="101839"/>
                  <a:pt x="50893" y="101839"/>
                </a:cubicBezTo>
                <a:cubicBezTo>
                  <a:pt x="79113" y="101839"/>
                  <a:pt x="101786" y="78996"/>
                  <a:pt x="101786" y="50919"/>
                </a:cubicBezTo>
                <a:cubicBezTo>
                  <a:pt x="101786" y="22842"/>
                  <a:pt x="78955" y="0"/>
                  <a:pt x="50893" y="0"/>
                </a:cubicBezTo>
                <a:cubicBezTo>
                  <a:pt x="43917" y="0"/>
                  <a:pt x="37416" y="1428"/>
                  <a:pt x="31392" y="3966"/>
                </a:cubicBezTo>
                <a:cubicBezTo>
                  <a:pt x="29965" y="4600"/>
                  <a:pt x="29014" y="5711"/>
                  <a:pt x="27586" y="6345"/>
                </a:cubicBezTo>
                <a:cubicBezTo>
                  <a:pt x="11416" y="14911"/>
                  <a:pt x="0" y="31408"/>
                  <a:pt x="0" y="50919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76" name="Freeform 575">
            <a:extLst>
              <a:ext uri="{FF2B5EF4-FFF2-40B4-BE49-F238E27FC236}">
                <a16:creationId xmlns:a16="http://schemas.microsoft.com/office/drawing/2014/main" id="{945F6376-2F38-AB4F-4F42-3E851930E542}"/>
              </a:ext>
            </a:extLst>
          </p:cNvPr>
          <p:cNvSpPr/>
          <p:nvPr userDrawn="1"/>
        </p:nvSpPr>
        <p:spPr>
          <a:xfrm>
            <a:off x="6993595" y="297864"/>
            <a:ext cx="100040" cy="86470"/>
          </a:xfrm>
          <a:custGeom>
            <a:avLst/>
            <a:gdLst>
              <a:gd name="connsiteX0" fmla="*/ 37099 w 100040"/>
              <a:gd name="connsiteY0" fmla="*/ 2697 h 100411"/>
              <a:gd name="connsiteX1" fmla="*/ 32660 w 100040"/>
              <a:gd name="connsiteY1" fmla="*/ 3648 h 100411"/>
              <a:gd name="connsiteX2" fmla="*/ 0 w 100040"/>
              <a:gd name="connsiteY2" fmla="*/ 50285 h 100411"/>
              <a:gd name="connsiteX3" fmla="*/ 47880 w 100040"/>
              <a:gd name="connsiteY3" fmla="*/ 99935 h 100411"/>
              <a:gd name="connsiteX4" fmla="*/ 50100 w 100040"/>
              <a:gd name="connsiteY4" fmla="*/ 100411 h 100411"/>
              <a:gd name="connsiteX5" fmla="*/ 50100 w 100040"/>
              <a:gd name="connsiteY5" fmla="*/ 100411 h 100411"/>
              <a:gd name="connsiteX6" fmla="*/ 54539 w 100040"/>
              <a:gd name="connsiteY6" fmla="*/ 99459 h 100411"/>
              <a:gd name="connsiteX7" fmla="*/ 100041 w 100040"/>
              <a:gd name="connsiteY7" fmla="*/ 50285 h 100411"/>
              <a:gd name="connsiteX8" fmla="*/ 97980 w 100040"/>
              <a:gd name="connsiteY8" fmla="*/ 40291 h 100411"/>
              <a:gd name="connsiteX9" fmla="*/ 97029 w 100040"/>
              <a:gd name="connsiteY9" fmla="*/ 35850 h 100411"/>
              <a:gd name="connsiteX10" fmla="*/ 88626 w 100040"/>
              <a:gd name="connsiteY10" fmla="*/ 19828 h 100411"/>
              <a:gd name="connsiteX11" fmla="*/ 86089 w 100040"/>
              <a:gd name="connsiteY11" fmla="*/ 16180 h 100411"/>
              <a:gd name="connsiteX12" fmla="*/ 49782 w 100040"/>
              <a:gd name="connsiteY12" fmla="*/ 0 h 100411"/>
              <a:gd name="connsiteX13" fmla="*/ 41538 w 100040"/>
              <a:gd name="connsiteY13" fmla="*/ 1745 h 100411"/>
              <a:gd name="connsiteX14" fmla="*/ 37258 w 100040"/>
              <a:gd name="connsiteY14" fmla="*/ 2697 h 100411"/>
              <a:gd name="connsiteX15" fmla="*/ 36940 w 100040"/>
              <a:gd name="connsiteY15" fmla="*/ 2697 h 1004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00040" h="100411">
                <a:moveTo>
                  <a:pt x="37099" y="2697"/>
                </a:moveTo>
                <a:cubicBezTo>
                  <a:pt x="35672" y="3173"/>
                  <a:pt x="34087" y="3173"/>
                  <a:pt x="32660" y="3648"/>
                </a:cubicBezTo>
                <a:cubicBezTo>
                  <a:pt x="13635" y="10787"/>
                  <a:pt x="0" y="28712"/>
                  <a:pt x="0" y="50285"/>
                </a:cubicBezTo>
                <a:cubicBezTo>
                  <a:pt x="0" y="77251"/>
                  <a:pt x="21245" y="98666"/>
                  <a:pt x="47880" y="99935"/>
                </a:cubicBezTo>
                <a:cubicBezTo>
                  <a:pt x="48673" y="99935"/>
                  <a:pt x="49307" y="100411"/>
                  <a:pt x="50100" y="100411"/>
                </a:cubicBezTo>
                <a:lnTo>
                  <a:pt x="50100" y="100411"/>
                </a:lnTo>
                <a:cubicBezTo>
                  <a:pt x="51685" y="100411"/>
                  <a:pt x="53112" y="99618"/>
                  <a:pt x="54539" y="99459"/>
                </a:cubicBezTo>
                <a:cubicBezTo>
                  <a:pt x="79906" y="96921"/>
                  <a:pt x="100041" y="76300"/>
                  <a:pt x="100041" y="50285"/>
                </a:cubicBezTo>
                <a:cubicBezTo>
                  <a:pt x="100041" y="46636"/>
                  <a:pt x="98773" y="43622"/>
                  <a:pt x="97980" y="40291"/>
                </a:cubicBezTo>
                <a:cubicBezTo>
                  <a:pt x="97663" y="38864"/>
                  <a:pt x="97504" y="37277"/>
                  <a:pt x="97029" y="35850"/>
                </a:cubicBezTo>
                <a:cubicBezTo>
                  <a:pt x="95126" y="29981"/>
                  <a:pt x="92431" y="24587"/>
                  <a:pt x="88626" y="19828"/>
                </a:cubicBezTo>
                <a:cubicBezTo>
                  <a:pt x="87675" y="18718"/>
                  <a:pt x="87199" y="17290"/>
                  <a:pt x="86089" y="16180"/>
                </a:cubicBezTo>
                <a:cubicBezTo>
                  <a:pt x="76894" y="6345"/>
                  <a:pt x="64210" y="0"/>
                  <a:pt x="49782" y="0"/>
                </a:cubicBezTo>
                <a:cubicBezTo>
                  <a:pt x="46770" y="0"/>
                  <a:pt x="44234" y="1269"/>
                  <a:pt x="41538" y="1745"/>
                </a:cubicBezTo>
                <a:cubicBezTo>
                  <a:pt x="40112" y="2062"/>
                  <a:pt x="38685" y="2221"/>
                  <a:pt x="37258" y="2697"/>
                </a:cubicBezTo>
                <a:cubicBezTo>
                  <a:pt x="37258" y="2697"/>
                  <a:pt x="36940" y="2697"/>
                  <a:pt x="36940" y="2697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77" name="Freeform 576">
            <a:extLst>
              <a:ext uri="{FF2B5EF4-FFF2-40B4-BE49-F238E27FC236}">
                <a16:creationId xmlns:a16="http://schemas.microsoft.com/office/drawing/2014/main" id="{B99FD1F6-58F4-D670-682A-C65471621491}"/>
              </a:ext>
            </a:extLst>
          </p:cNvPr>
          <p:cNvSpPr/>
          <p:nvPr userDrawn="1"/>
        </p:nvSpPr>
        <p:spPr>
          <a:xfrm>
            <a:off x="1265416" y="95616"/>
            <a:ext cx="100199" cy="86470"/>
          </a:xfrm>
          <a:custGeom>
            <a:avLst/>
            <a:gdLst>
              <a:gd name="connsiteX0" fmla="*/ 50100 w 100199"/>
              <a:gd name="connsiteY0" fmla="*/ 100411 h 100411"/>
              <a:gd name="connsiteX1" fmla="*/ 93224 w 100199"/>
              <a:gd name="connsiteY1" fmla="*/ 74396 h 100411"/>
              <a:gd name="connsiteX2" fmla="*/ 95760 w 100199"/>
              <a:gd name="connsiteY2" fmla="*/ 70589 h 100411"/>
              <a:gd name="connsiteX3" fmla="*/ 100200 w 100199"/>
              <a:gd name="connsiteY3" fmla="*/ 50285 h 100411"/>
              <a:gd name="connsiteX4" fmla="*/ 80540 w 100199"/>
              <a:gd name="connsiteY4" fmla="*/ 11421 h 100411"/>
              <a:gd name="connsiteX5" fmla="*/ 76894 w 100199"/>
              <a:gd name="connsiteY5" fmla="*/ 8883 h 100411"/>
              <a:gd name="connsiteX6" fmla="*/ 50100 w 100199"/>
              <a:gd name="connsiteY6" fmla="*/ 0 h 100411"/>
              <a:gd name="connsiteX7" fmla="*/ 0 w 100199"/>
              <a:gd name="connsiteY7" fmla="*/ 50126 h 100411"/>
              <a:gd name="connsiteX8" fmla="*/ 21403 w 100199"/>
              <a:gd name="connsiteY8" fmla="*/ 90100 h 100411"/>
              <a:gd name="connsiteX9" fmla="*/ 25050 w 100199"/>
              <a:gd name="connsiteY9" fmla="*/ 92638 h 100411"/>
              <a:gd name="connsiteX10" fmla="*/ 50258 w 100199"/>
              <a:gd name="connsiteY10" fmla="*/ 100411 h 1004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00199" h="100411">
                <a:moveTo>
                  <a:pt x="50100" y="100411"/>
                </a:moveTo>
                <a:cubicBezTo>
                  <a:pt x="68966" y="100411"/>
                  <a:pt x="84662" y="89624"/>
                  <a:pt x="93224" y="74396"/>
                </a:cubicBezTo>
                <a:cubicBezTo>
                  <a:pt x="94016" y="73127"/>
                  <a:pt x="95126" y="72017"/>
                  <a:pt x="95760" y="70589"/>
                </a:cubicBezTo>
                <a:cubicBezTo>
                  <a:pt x="98614" y="64403"/>
                  <a:pt x="100200" y="57582"/>
                  <a:pt x="100200" y="50285"/>
                </a:cubicBezTo>
                <a:cubicBezTo>
                  <a:pt x="100200" y="34263"/>
                  <a:pt x="92272" y="20622"/>
                  <a:pt x="80540" y="11421"/>
                </a:cubicBezTo>
                <a:cubicBezTo>
                  <a:pt x="79430" y="10469"/>
                  <a:pt x="78162" y="9676"/>
                  <a:pt x="76894" y="8883"/>
                </a:cubicBezTo>
                <a:cubicBezTo>
                  <a:pt x="69125" y="3807"/>
                  <a:pt x="60247" y="0"/>
                  <a:pt x="50100" y="0"/>
                </a:cubicBezTo>
                <a:cubicBezTo>
                  <a:pt x="22355" y="0"/>
                  <a:pt x="0" y="22525"/>
                  <a:pt x="0" y="50126"/>
                </a:cubicBezTo>
                <a:cubicBezTo>
                  <a:pt x="0" y="66782"/>
                  <a:pt x="8720" y="80900"/>
                  <a:pt x="21403" y="90100"/>
                </a:cubicBezTo>
                <a:cubicBezTo>
                  <a:pt x="22513" y="91052"/>
                  <a:pt x="23782" y="91845"/>
                  <a:pt x="25050" y="92638"/>
                </a:cubicBezTo>
                <a:cubicBezTo>
                  <a:pt x="32501" y="97080"/>
                  <a:pt x="40746" y="100411"/>
                  <a:pt x="50258" y="100411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78" name="Freeform 577">
            <a:extLst>
              <a:ext uri="{FF2B5EF4-FFF2-40B4-BE49-F238E27FC236}">
                <a16:creationId xmlns:a16="http://schemas.microsoft.com/office/drawing/2014/main" id="{A023C48B-3142-AE0F-ED21-D4B1DA060E86}"/>
              </a:ext>
            </a:extLst>
          </p:cNvPr>
          <p:cNvSpPr/>
          <p:nvPr userDrawn="1"/>
        </p:nvSpPr>
        <p:spPr>
          <a:xfrm>
            <a:off x="1534940" y="230606"/>
            <a:ext cx="100199" cy="86470"/>
          </a:xfrm>
          <a:custGeom>
            <a:avLst/>
            <a:gdLst>
              <a:gd name="connsiteX0" fmla="*/ 50100 w 100199"/>
              <a:gd name="connsiteY0" fmla="*/ 0 h 100411"/>
              <a:gd name="connsiteX1" fmla="*/ 6976 w 100199"/>
              <a:gd name="connsiteY1" fmla="*/ 26015 h 100411"/>
              <a:gd name="connsiteX2" fmla="*/ 4439 w 100199"/>
              <a:gd name="connsiteY2" fmla="*/ 29822 h 100411"/>
              <a:gd name="connsiteX3" fmla="*/ 0 w 100199"/>
              <a:gd name="connsiteY3" fmla="*/ 50126 h 100411"/>
              <a:gd name="connsiteX4" fmla="*/ 15696 w 100199"/>
              <a:gd name="connsiteY4" fmla="*/ 86293 h 100411"/>
              <a:gd name="connsiteX5" fmla="*/ 19342 w 100199"/>
              <a:gd name="connsiteY5" fmla="*/ 88831 h 100411"/>
              <a:gd name="connsiteX6" fmla="*/ 50100 w 100199"/>
              <a:gd name="connsiteY6" fmla="*/ 100411 h 100411"/>
              <a:gd name="connsiteX7" fmla="*/ 100200 w 100199"/>
              <a:gd name="connsiteY7" fmla="*/ 50285 h 100411"/>
              <a:gd name="connsiteX8" fmla="*/ 69759 w 100199"/>
              <a:gd name="connsiteY8" fmla="*/ 4124 h 100411"/>
              <a:gd name="connsiteX9" fmla="*/ 65320 w 100199"/>
              <a:gd name="connsiteY9" fmla="*/ 3173 h 100411"/>
              <a:gd name="connsiteX10" fmla="*/ 50100 w 100199"/>
              <a:gd name="connsiteY10" fmla="*/ 159 h 1004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00199" h="100411">
                <a:moveTo>
                  <a:pt x="50100" y="0"/>
                </a:moveTo>
                <a:cubicBezTo>
                  <a:pt x="31233" y="0"/>
                  <a:pt x="15537" y="10787"/>
                  <a:pt x="6976" y="26015"/>
                </a:cubicBezTo>
                <a:cubicBezTo>
                  <a:pt x="6183" y="27443"/>
                  <a:pt x="5073" y="28394"/>
                  <a:pt x="4439" y="29822"/>
                </a:cubicBezTo>
                <a:cubicBezTo>
                  <a:pt x="1585" y="36008"/>
                  <a:pt x="0" y="42829"/>
                  <a:pt x="0" y="50126"/>
                </a:cubicBezTo>
                <a:cubicBezTo>
                  <a:pt x="0" y="64403"/>
                  <a:pt x="6025" y="77093"/>
                  <a:pt x="15696" y="86293"/>
                </a:cubicBezTo>
                <a:cubicBezTo>
                  <a:pt x="16806" y="87245"/>
                  <a:pt x="18233" y="87879"/>
                  <a:pt x="19342" y="88831"/>
                </a:cubicBezTo>
                <a:cubicBezTo>
                  <a:pt x="27904" y="95652"/>
                  <a:pt x="38368" y="100411"/>
                  <a:pt x="50100" y="100411"/>
                </a:cubicBezTo>
                <a:cubicBezTo>
                  <a:pt x="77845" y="100411"/>
                  <a:pt x="100200" y="78045"/>
                  <a:pt x="100200" y="50285"/>
                </a:cubicBezTo>
                <a:cubicBezTo>
                  <a:pt x="100200" y="29505"/>
                  <a:pt x="87675" y="11897"/>
                  <a:pt x="69759" y="4124"/>
                </a:cubicBezTo>
                <a:cubicBezTo>
                  <a:pt x="68332" y="3490"/>
                  <a:pt x="66747" y="3648"/>
                  <a:pt x="65320" y="3173"/>
                </a:cubicBezTo>
                <a:cubicBezTo>
                  <a:pt x="60405" y="1586"/>
                  <a:pt x="55490" y="159"/>
                  <a:pt x="50100" y="159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79" name="Freeform 578">
            <a:extLst>
              <a:ext uri="{FF2B5EF4-FFF2-40B4-BE49-F238E27FC236}">
                <a16:creationId xmlns:a16="http://schemas.microsoft.com/office/drawing/2014/main" id="{B9059BEB-A0B9-293A-9B11-727D91D42B71}"/>
              </a:ext>
            </a:extLst>
          </p:cNvPr>
          <p:cNvSpPr/>
          <p:nvPr userDrawn="1"/>
        </p:nvSpPr>
        <p:spPr>
          <a:xfrm>
            <a:off x="2680575" y="6029065"/>
            <a:ext cx="100199" cy="86333"/>
          </a:xfrm>
          <a:custGeom>
            <a:avLst/>
            <a:gdLst>
              <a:gd name="connsiteX0" fmla="*/ 11257 w 100199"/>
              <a:gd name="connsiteY0" fmla="*/ 19828 h 100252"/>
              <a:gd name="connsiteX1" fmla="*/ 8720 w 100199"/>
              <a:gd name="connsiteY1" fmla="*/ 23477 h 100252"/>
              <a:gd name="connsiteX2" fmla="*/ 0 w 100199"/>
              <a:gd name="connsiteY2" fmla="*/ 50126 h 100252"/>
              <a:gd name="connsiteX3" fmla="*/ 45185 w 100199"/>
              <a:gd name="connsiteY3" fmla="*/ 99300 h 100252"/>
              <a:gd name="connsiteX4" fmla="*/ 49466 w 100199"/>
              <a:gd name="connsiteY4" fmla="*/ 100253 h 100252"/>
              <a:gd name="connsiteX5" fmla="*/ 49624 w 100199"/>
              <a:gd name="connsiteY5" fmla="*/ 100253 h 100252"/>
              <a:gd name="connsiteX6" fmla="*/ 50100 w 100199"/>
              <a:gd name="connsiteY6" fmla="*/ 100253 h 100252"/>
              <a:gd name="connsiteX7" fmla="*/ 54063 w 100199"/>
              <a:gd name="connsiteY7" fmla="*/ 99459 h 100252"/>
              <a:gd name="connsiteX8" fmla="*/ 54539 w 100199"/>
              <a:gd name="connsiteY8" fmla="*/ 99459 h 100252"/>
              <a:gd name="connsiteX9" fmla="*/ 58820 w 100199"/>
              <a:gd name="connsiteY9" fmla="*/ 98507 h 100252"/>
              <a:gd name="connsiteX10" fmla="*/ 100200 w 100199"/>
              <a:gd name="connsiteY10" fmla="*/ 50126 h 100252"/>
              <a:gd name="connsiteX11" fmla="*/ 50100 w 100199"/>
              <a:gd name="connsiteY11" fmla="*/ 0 h 100252"/>
              <a:gd name="connsiteX12" fmla="*/ 28696 w 100199"/>
              <a:gd name="connsiteY12" fmla="*/ 5234 h 100252"/>
              <a:gd name="connsiteX13" fmla="*/ 25050 w 100199"/>
              <a:gd name="connsiteY13" fmla="*/ 7773 h 100252"/>
              <a:gd name="connsiteX14" fmla="*/ 11257 w 100199"/>
              <a:gd name="connsiteY14" fmla="*/ 19828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00199" h="100252">
                <a:moveTo>
                  <a:pt x="11257" y="19828"/>
                </a:moveTo>
                <a:cubicBezTo>
                  <a:pt x="10305" y="20939"/>
                  <a:pt x="9513" y="22208"/>
                  <a:pt x="8720" y="23477"/>
                </a:cubicBezTo>
                <a:cubicBezTo>
                  <a:pt x="3647" y="31250"/>
                  <a:pt x="0" y="40133"/>
                  <a:pt x="0" y="50126"/>
                </a:cubicBezTo>
                <a:cubicBezTo>
                  <a:pt x="0" y="76141"/>
                  <a:pt x="19977" y="96604"/>
                  <a:pt x="45185" y="99300"/>
                </a:cubicBezTo>
                <a:cubicBezTo>
                  <a:pt x="46612" y="99300"/>
                  <a:pt x="48039" y="100094"/>
                  <a:pt x="49466" y="100253"/>
                </a:cubicBezTo>
                <a:lnTo>
                  <a:pt x="49624" y="100253"/>
                </a:lnTo>
                <a:cubicBezTo>
                  <a:pt x="49624" y="100253"/>
                  <a:pt x="50100" y="100253"/>
                  <a:pt x="50100" y="100253"/>
                </a:cubicBezTo>
                <a:cubicBezTo>
                  <a:pt x="51527" y="100253"/>
                  <a:pt x="52637" y="99618"/>
                  <a:pt x="54063" y="99459"/>
                </a:cubicBezTo>
                <a:lnTo>
                  <a:pt x="54539" y="99459"/>
                </a:lnTo>
                <a:cubicBezTo>
                  <a:pt x="56125" y="99142"/>
                  <a:pt x="57393" y="98666"/>
                  <a:pt x="58820" y="98507"/>
                </a:cubicBezTo>
                <a:cubicBezTo>
                  <a:pt x="82126" y="94225"/>
                  <a:pt x="100200" y="74713"/>
                  <a:pt x="100200" y="50126"/>
                </a:cubicBezTo>
                <a:cubicBezTo>
                  <a:pt x="100200" y="22525"/>
                  <a:pt x="77845" y="0"/>
                  <a:pt x="50100" y="0"/>
                </a:cubicBezTo>
                <a:cubicBezTo>
                  <a:pt x="42331" y="0"/>
                  <a:pt x="35197" y="2062"/>
                  <a:pt x="28696" y="5234"/>
                </a:cubicBezTo>
                <a:cubicBezTo>
                  <a:pt x="27270" y="5869"/>
                  <a:pt x="26318" y="6980"/>
                  <a:pt x="25050" y="7773"/>
                </a:cubicBezTo>
                <a:cubicBezTo>
                  <a:pt x="19659" y="10945"/>
                  <a:pt x="15062" y="14911"/>
                  <a:pt x="11257" y="19828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80" name="Freeform 579">
            <a:extLst>
              <a:ext uri="{FF2B5EF4-FFF2-40B4-BE49-F238E27FC236}">
                <a16:creationId xmlns:a16="http://schemas.microsoft.com/office/drawing/2014/main" id="{98CE8DDE-23EA-6F01-EB7D-139467DBFC82}"/>
              </a:ext>
            </a:extLst>
          </p:cNvPr>
          <p:cNvSpPr/>
          <p:nvPr userDrawn="1"/>
        </p:nvSpPr>
        <p:spPr>
          <a:xfrm>
            <a:off x="2815337" y="7040789"/>
            <a:ext cx="100040" cy="86333"/>
          </a:xfrm>
          <a:custGeom>
            <a:avLst/>
            <a:gdLst>
              <a:gd name="connsiteX0" fmla="*/ 36624 w 100040"/>
              <a:gd name="connsiteY0" fmla="*/ 2379 h 100252"/>
              <a:gd name="connsiteX1" fmla="*/ 32343 w 100040"/>
              <a:gd name="connsiteY1" fmla="*/ 3331 h 100252"/>
              <a:gd name="connsiteX2" fmla="*/ 0 w 100040"/>
              <a:gd name="connsiteY2" fmla="*/ 49809 h 100252"/>
              <a:gd name="connsiteX3" fmla="*/ 32660 w 100040"/>
              <a:gd name="connsiteY3" fmla="*/ 96445 h 100252"/>
              <a:gd name="connsiteX4" fmla="*/ 36941 w 100040"/>
              <a:gd name="connsiteY4" fmla="*/ 97397 h 100252"/>
              <a:gd name="connsiteX5" fmla="*/ 39160 w 100040"/>
              <a:gd name="connsiteY5" fmla="*/ 97873 h 100252"/>
              <a:gd name="connsiteX6" fmla="*/ 42648 w 100040"/>
              <a:gd name="connsiteY6" fmla="*/ 98666 h 100252"/>
              <a:gd name="connsiteX7" fmla="*/ 44075 w 100040"/>
              <a:gd name="connsiteY7" fmla="*/ 98983 h 100252"/>
              <a:gd name="connsiteX8" fmla="*/ 48356 w 100040"/>
              <a:gd name="connsiteY8" fmla="*/ 99935 h 100252"/>
              <a:gd name="connsiteX9" fmla="*/ 49941 w 100040"/>
              <a:gd name="connsiteY9" fmla="*/ 100253 h 100252"/>
              <a:gd name="connsiteX10" fmla="*/ 100041 w 100040"/>
              <a:gd name="connsiteY10" fmla="*/ 50126 h 100252"/>
              <a:gd name="connsiteX11" fmla="*/ 49941 w 100040"/>
              <a:gd name="connsiteY11" fmla="*/ 0 h 100252"/>
              <a:gd name="connsiteX12" fmla="*/ 45661 w 100040"/>
              <a:gd name="connsiteY12" fmla="*/ 952 h 100252"/>
              <a:gd name="connsiteX13" fmla="*/ 41380 w 100040"/>
              <a:gd name="connsiteY13" fmla="*/ 1903 h 100252"/>
              <a:gd name="connsiteX14" fmla="*/ 36465 w 100040"/>
              <a:gd name="connsiteY14" fmla="*/ 2855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00040" h="100252">
                <a:moveTo>
                  <a:pt x="36624" y="2379"/>
                </a:moveTo>
                <a:cubicBezTo>
                  <a:pt x="35197" y="2855"/>
                  <a:pt x="33611" y="2696"/>
                  <a:pt x="32343" y="3331"/>
                </a:cubicBezTo>
                <a:cubicBezTo>
                  <a:pt x="13476" y="10469"/>
                  <a:pt x="0" y="28553"/>
                  <a:pt x="0" y="49809"/>
                </a:cubicBezTo>
                <a:cubicBezTo>
                  <a:pt x="0" y="71065"/>
                  <a:pt x="13635" y="89307"/>
                  <a:pt x="32660" y="96445"/>
                </a:cubicBezTo>
                <a:cubicBezTo>
                  <a:pt x="34087" y="96921"/>
                  <a:pt x="35514" y="96921"/>
                  <a:pt x="36941" y="97397"/>
                </a:cubicBezTo>
                <a:cubicBezTo>
                  <a:pt x="37733" y="97556"/>
                  <a:pt x="38368" y="97714"/>
                  <a:pt x="39160" y="97873"/>
                </a:cubicBezTo>
                <a:cubicBezTo>
                  <a:pt x="40270" y="98190"/>
                  <a:pt x="41539" y="98349"/>
                  <a:pt x="42648" y="98666"/>
                </a:cubicBezTo>
                <a:cubicBezTo>
                  <a:pt x="43124" y="98666"/>
                  <a:pt x="43599" y="98983"/>
                  <a:pt x="44075" y="98983"/>
                </a:cubicBezTo>
                <a:cubicBezTo>
                  <a:pt x="45502" y="99142"/>
                  <a:pt x="46929" y="99777"/>
                  <a:pt x="48356" y="99935"/>
                </a:cubicBezTo>
                <a:cubicBezTo>
                  <a:pt x="48990" y="99935"/>
                  <a:pt x="49466" y="100253"/>
                  <a:pt x="49941" y="100253"/>
                </a:cubicBezTo>
                <a:cubicBezTo>
                  <a:pt x="77686" y="100253"/>
                  <a:pt x="100041" y="77727"/>
                  <a:pt x="100041" y="50126"/>
                </a:cubicBezTo>
                <a:cubicBezTo>
                  <a:pt x="100041" y="22525"/>
                  <a:pt x="77686" y="0"/>
                  <a:pt x="49941" y="0"/>
                </a:cubicBezTo>
                <a:cubicBezTo>
                  <a:pt x="48356" y="0"/>
                  <a:pt x="47087" y="793"/>
                  <a:pt x="45661" y="952"/>
                </a:cubicBezTo>
                <a:cubicBezTo>
                  <a:pt x="44075" y="1111"/>
                  <a:pt x="42807" y="1586"/>
                  <a:pt x="41380" y="1903"/>
                </a:cubicBezTo>
                <a:cubicBezTo>
                  <a:pt x="39795" y="2221"/>
                  <a:pt x="38051" y="2379"/>
                  <a:pt x="36465" y="2855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81" name="Freeform 580">
            <a:extLst>
              <a:ext uri="{FF2B5EF4-FFF2-40B4-BE49-F238E27FC236}">
                <a16:creationId xmlns:a16="http://schemas.microsoft.com/office/drawing/2014/main" id="{57DB9B67-5833-3992-4028-EA766209C05D}"/>
              </a:ext>
            </a:extLst>
          </p:cNvPr>
          <p:cNvSpPr/>
          <p:nvPr userDrawn="1"/>
        </p:nvSpPr>
        <p:spPr>
          <a:xfrm>
            <a:off x="2141052" y="5017816"/>
            <a:ext cx="100199" cy="86333"/>
          </a:xfrm>
          <a:custGeom>
            <a:avLst/>
            <a:gdLst>
              <a:gd name="connsiteX0" fmla="*/ 14586 w 100199"/>
              <a:gd name="connsiteY0" fmla="*/ 15228 h 100252"/>
              <a:gd name="connsiteX1" fmla="*/ 12208 w 100199"/>
              <a:gd name="connsiteY1" fmla="*/ 18718 h 100252"/>
              <a:gd name="connsiteX2" fmla="*/ 9671 w 100199"/>
              <a:gd name="connsiteY2" fmla="*/ 22366 h 100252"/>
              <a:gd name="connsiteX3" fmla="*/ 3488 w 100199"/>
              <a:gd name="connsiteY3" fmla="*/ 33470 h 100252"/>
              <a:gd name="connsiteX4" fmla="*/ 2537 w 100199"/>
              <a:gd name="connsiteY4" fmla="*/ 37912 h 100252"/>
              <a:gd name="connsiteX5" fmla="*/ 0 w 100199"/>
              <a:gd name="connsiteY5" fmla="*/ 50126 h 100252"/>
              <a:gd name="connsiteX6" fmla="*/ 50100 w 100199"/>
              <a:gd name="connsiteY6" fmla="*/ 100253 h 100252"/>
              <a:gd name="connsiteX7" fmla="*/ 63576 w 100199"/>
              <a:gd name="connsiteY7" fmla="*/ 97556 h 100252"/>
              <a:gd name="connsiteX8" fmla="*/ 67857 w 100199"/>
              <a:gd name="connsiteY8" fmla="*/ 96604 h 100252"/>
              <a:gd name="connsiteX9" fmla="*/ 71503 w 100199"/>
              <a:gd name="connsiteY9" fmla="*/ 95018 h 100252"/>
              <a:gd name="connsiteX10" fmla="*/ 75308 w 100199"/>
              <a:gd name="connsiteY10" fmla="*/ 92479 h 100252"/>
              <a:gd name="connsiteX11" fmla="*/ 100200 w 100199"/>
              <a:gd name="connsiteY11" fmla="*/ 50126 h 100252"/>
              <a:gd name="connsiteX12" fmla="*/ 50100 w 100199"/>
              <a:gd name="connsiteY12" fmla="*/ 0 h 100252"/>
              <a:gd name="connsiteX13" fmla="*/ 17757 w 100199"/>
              <a:gd name="connsiteY13" fmla="*/ 12690 h 100252"/>
              <a:gd name="connsiteX14" fmla="*/ 14269 w 100199"/>
              <a:gd name="connsiteY14" fmla="*/ 15387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00199" h="100252">
                <a:moveTo>
                  <a:pt x="14586" y="15228"/>
                </a:moveTo>
                <a:cubicBezTo>
                  <a:pt x="13635" y="16180"/>
                  <a:pt x="13159" y="17607"/>
                  <a:pt x="12208" y="18718"/>
                </a:cubicBezTo>
                <a:cubicBezTo>
                  <a:pt x="11257" y="19828"/>
                  <a:pt x="10622" y="21097"/>
                  <a:pt x="9671" y="22366"/>
                </a:cubicBezTo>
                <a:cubicBezTo>
                  <a:pt x="7293" y="25856"/>
                  <a:pt x="4915" y="29346"/>
                  <a:pt x="3488" y="33470"/>
                </a:cubicBezTo>
                <a:cubicBezTo>
                  <a:pt x="3012" y="34898"/>
                  <a:pt x="3012" y="36484"/>
                  <a:pt x="2537" y="37912"/>
                </a:cubicBezTo>
                <a:cubicBezTo>
                  <a:pt x="1427" y="41877"/>
                  <a:pt x="0" y="45843"/>
                  <a:pt x="0" y="50126"/>
                </a:cubicBezTo>
                <a:cubicBezTo>
                  <a:pt x="0" y="77886"/>
                  <a:pt x="22513" y="100253"/>
                  <a:pt x="50100" y="100253"/>
                </a:cubicBezTo>
                <a:cubicBezTo>
                  <a:pt x="54856" y="100253"/>
                  <a:pt x="59295" y="98824"/>
                  <a:pt x="63576" y="97556"/>
                </a:cubicBezTo>
                <a:cubicBezTo>
                  <a:pt x="65003" y="97080"/>
                  <a:pt x="66588" y="97239"/>
                  <a:pt x="67857" y="96604"/>
                </a:cubicBezTo>
                <a:cubicBezTo>
                  <a:pt x="69125" y="96128"/>
                  <a:pt x="70235" y="95493"/>
                  <a:pt x="71503" y="95018"/>
                </a:cubicBezTo>
                <a:cubicBezTo>
                  <a:pt x="72930" y="94383"/>
                  <a:pt x="73881" y="93273"/>
                  <a:pt x="75308" y="92479"/>
                </a:cubicBezTo>
                <a:cubicBezTo>
                  <a:pt x="89894" y="83755"/>
                  <a:pt x="100200" y="68368"/>
                  <a:pt x="100200" y="50126"/>
                </a:cubicBezTo>
                <a:cubicBezTo>
                  <a:pt x="100200" y="22525"/>
                  <a:pt x="77686" y="0"/>
                  <a:pt x="50100" y="0"/>
                </a:cubicBezTo>
                <a:cubicBezTo>
                  <a:pt x="37575" y="0"/>
                  <a:pt x="26477" y="5076"/>
                  <a:pt x="17757" y="12690"/>
                </a:cubicBezTo>
                <a:cubicBezTo>
                  <a:pt x="16647" y="13642"/>
                  <a:pt x="15220" y="14276"/>
                  <a:pt x="14269" y="15387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83" name="Freeform 582">
            <a:extLst>
              <a:ext uri="{FF2B5EF4-FFF2-40B4-BE49-F238E27FC236}">
                <a16:creationId xmlns:a16="http://schemas.microsoft.com/office/drawing/2014/main" id="{BD8A5DED-0DC4-4D86-998E-0D988F2CF7D7}"/>
              </a:ext>
            </a:extLst>
          </p:cNvPr>
          <p:cNvSpPr/>
          <p:nvPr userDrawn="1"/>
        </p:nvSpPr>
        <p:spPr>
          <a:xfrm>
            <a:off x="995892" y="3804478"/>
            <a:ext cx="100358" cy="86196"/>
          </a:xfrm>
          <a:custGeom>
            <a:avLst/>
            <a:gdLst>
              <a:gd name="connsiteX0" fmla="*/ 11257 w 100358"/>
              <a:gd name="connsiteY0" fmla="*/ 19353 h 100093"/>
              <a:gd name="connsiteX1" fmla="*/ 8720 w 100358"/>
              <a:gd name="connsiteY1" fmla="*/ 23001 h 100093"/>
              <a:gd name="connsiteX2" fmla="*/ 5708 w 100358"/>
              <a:gd name="connsiteY2" fmla="*/ 27442 h 100093"/>
              <a:gd name="connsiteX3" fmla="*/ 3646 w 100358"/>
              <a:gd name="connsiteY3" fmla="*/ 31408 h 100093"/>
              <a:gd name="connsiteX4" fmla="*/ 3646 w 100358"/>
              <a:gd name="connsiteY4" fmla="*/ 31884 h 100093"/>
              <a:gd name="connsiteX5" fmla="*/ 0 w 100358"/>
              <a:gd name="connsiteY5" fmla="*/ 49809 h 100093"/>
              <a:gd name="connsiteX6" fmla="*/ 13476 w 100358"/>
              <a:gd name="connsiteY6" fmla="*/ 83438 h 100093"/>
              <a:gd name="connsiteX7" fmla="*/ 16647 w 100358"/>
              <a:gd name="connsiteY7" fmla="*/ 86452 h 100093"/>
              <a:gd name="connsiteX8" fmla="*/ 24733 w 100358"/>
              <a:gd name="connsiteY8" fmla="*/ 92004 h 100093"/>
              <a:gd name="connsiteX9" fmla="*/ 28379 w 100358"/>
              <a:gd name="connsiteY9" fmla="*/ 94542 h 100093"/>
              <a:gd name="connsiteX10" fmla="*/ 50258 w 100358"/>
              <a:gd name="connsiteY10" fmla="*/ 100094 h 100093"/>
              <a:gd name="connsiteX11" fmla="*/ 82601 w 100358"/>
              <a:gd name="connsiteY11" fmla="*/ 87562 h 100093"/>
              <a:gd name="connsiteX12" fmla="*/ 86089 w 100358"/>
              <a:gd name="connsiteY12" fmla="*/ 84866 h 100093"/>
              <a:gd name="connsiteX13" fmla="*/ 100358 w 100358"/>
              <a:gd name="connsiteY13" fmla="*/ 50126 h 100093"/>
              <a:gd name="connsiteX14" fmla="*/ 50258 w 100358"/>
              <a:gd name="connsiteY14" fmla="*/ 0 h 100093"/>
              <a:gd name="connsiteX15" fmla="*/ 31867 w 100358"/>
              <a:gd name="connsiteY15" fmla="*/ 3648 h 100093"/>
              <a:gd name="connsiteX16" fmla="*/ 27904 w 100358"/>
              <a:gd name="connsiteY16" fmla="*/ 5711 h 100093"/>
              <a:gd name="connsiteX17" fmla="*/ 11415 w 100358"/>
              <a:gd name="connsiteY17" fmla="*/ 19670 h 1000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00358" h="100093">
                <a:moveTo>
                  <a:pt x="11257" y="19353"/>
                </a:moveTo>
                <a:cubicBezTo>
                  <a:pt x="10305" y="20463"/>
                  <a:pt x="9513" y="21732"/>
                  <a:pt x="8720" y="23001"/>
                </a:cubicBezTo>
                <a:cubicBezTo>
                  <a:pt x="7769" y="24587"/>
                  <a:pt x="6500" y="25856"/>
                  <a:pt x="5708" y="27442"/>
                </a:cubicBezTo>
                <a:cubicBezTo>
                  <a:pt x="5073" y="28870"/>
                  <a:pt x="4122" y="29981"/>
                  <a:pt x="3646" y="31408"/>
                </a:cubicBezTo>
                <a:cubicBezTo>
                  <a:pt x="3646" y="31567"/>
                  <a:pt x="3646" y="31884"/>
                  <a:pt x="3646" y="31884"/>
                </a:cubicBezTo>
                <a:cubicBezTo>
                  <a:pt x="1427" y="37595"/>
                  <a:pt x="0" y="43464"/>
                  <a:pt x="0" y="49809"/>
                </a:cubicBezTo>
                <a:cubicBezTo>
                  <a:pt x="0" y="62816"/>
                  <a:pt x="5232" y="74555"/>
                  <a:pt x="13476" y="83438"/>
                </a:cubicBezTo>
                <a:cubicBezTo>
                  <a:pt x="14427" y="84548"/>
                  <a:pt x="15537" y="85500"/>
                  <a:pt x="16647" y="86452"/>
                </a:cubicBezTo>
                <a:cubicBezTo>
                  <a:pt x="19025" y="88673"/>
                  <a:pt x="21879" y="90259"/>
                  <a:pt x="24733" y="92004"/>
                </a:cubicBezTo>
                <a:cubicBezTo>
                  <a:pt x="26001" y="92797"/>
                  <a:pt x="27111" y="93907"/>
                  <a:pt x="28379" y="94542"/>
                </a:cubicBezTo>
                <a:cubicBezTo>
                  <a:pt x="35038" y="97873"/>
                  <a:pt x="42331" y="100094"/>
                  <a:pt x="50258" y="100094"/>
                </a:cubicBezTo>
                <a:cubicBezTo>
                  <a:pt x="62783" y="100094"/>
                  <a:pt x="73881" y="95018"/>
                  <a:pt x="82601" y="87562"/>
                </a:cubicBezTo>
                <a:cubicBezTo>
                  <a:pt x="83711" y="86611"/>
                  <a:pt x="85138" y="85976"/>
                  <a:pt x="86089" y="84866"/>
                </a:cubicBezTo>
                <a:cubicBezTo>
                  <a:pt x="94809" y="75824"/>
                  <a:pt x="100358" y="63609"/>
                  <a:pt x="100358" y="50126"/>
                </a:cubicBezTo>
                <a:cubicBezTo>
                  <a:pt x="100358" y="22366"/>
                  <a:pt x="77845" y="0"/>
                  <a:pt x="50258" y="0"/>
                </a:cubicBezTo>
                <a:cubicBezTo>
                  <a:pt x="43758" y="0"/>
                  <a:pt x="37575" y="1428"/>
                  <a:pt x="31867" y="3648"/>
                </a:cubicBezTo>
                <a:cubicBezTo>
                  <a:pt x="30440" y="4283"/>
                  <a:pt x="29331" y="5076"/>
                  <a:pt x="27904" y="5711"/>
                </a:cubicBezTo>
                <a:cubicBezTo>
                  <a:pt x="21245" y="9042"/>
                  <a:pt x="15854" y="13800"/>
                  <a:pt x="11415" y="1967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84" name="Freeform 583">
            <a:extLst>
              <a:ext uri="{FF2B5EF4-FFF2-40B4-BE49-F238E27FC236}">
                <a16:creationId xmlns:a16="http://schemas.microsoft.com/office/drawing/2014/main" id="{937B6432-40F3-83CC-2139-0973D4C4DEFF}"/>
              </a:ext>
            </a:extLst>
          </p:cNvPr>
          <p:cNvSpPr/>
          <p:nvPr userDrawn="1"/>
        </p:nvSpPr>
        <p:spPr>
          <a:xfrm>
            <a:off x="793590" y="4006251"/>
            <a:ext cx="100358" cy="86470"/>
          </a:xfrm>
          <a:custGeom>
            <a:avLst/>
            <a:gdLst>
              <a:gd name="connsiteX0" fmla="*/ 19977 w 100358"/>
              <a:gd name="connsiteY0" fmla="*/ 11104 h 100411"/>
              <a:gd name="connsiteX1" fmla="*/ 16330 w 100358"/>
              <a:gd name="connsiteY1" fmla="*/ 13642 h 100411"/>
              <a:gd name="connsiteX2" fmla="*/ 11098 w 100358"/>
              <a:gd name="connsiteY2" fmla="*/ 19987 h 100411"/>
              <a:gd name="connsiteX3" fmla="*/ 8720 w 100358"/>
              <a:gd name="connsiteY3" fmla="*/ 23636 h 100411"/>
              <a:gd name="connsiteX4" fmla="*/ 6500 w 100358"/>
              <a:gd name="connsiteY4" fmla="*/ 26967 h 100411"/>
              <a:gd name="connsiteX5" fmla="*/ 2537 w 100358"/>
              <a:gd name="connsiteY5" fmla="*/ 37753 h 100411"/>
              <a:gd name="connsiteX6" fmla="*/ 1744 w 100358"/>
              <a:gd name="connsiteY6" fmla="*/ 42036 h 100411"/>
              <a:gd name="connsiteX7" fmla="*/ 0 w 100358"/>
              <a:gd name="connsiteY7" fmla="*/ 50285 h 100411"/>
              <a:gd name="connsiteX8" fmla="*/ 30440 w 100358"/>
              <a:gd name="connsiteY8" fmla="*/ 96445 h 100411"/>
              <a:gd name="connsiteX9" fmla="*/ 34880 w 100358"/>
              <a:gd name="connsiteY9" fmla="*/ 97397 h 100411"/>
              <a:gd name="connsiteX10" fmla="*/ 50100 w 100358"/>
              <a:gd name="connsiteY10" fmla="*/ 100411 h 100411"/>
              <a:gd name="connsiteX11" fmla="*/ 88309 w 100358"/>
              <a:gd name="connsiteY11" fmla="*/ 81693 h 100411"/>
              <a:gd name="connsiteX12" fmla="*/ 90846 w 100358"/>
              <a:gd name="connsiteY12" fmla="*/ 78045 h 100411"/>
              <a:gd name="connsiteX13" fmla="*/ 100358 w 100358"/>
              <a:gd name="connsiteY13" fmla="*/ 50285 h 100411"/>
              <a:gd name="connsiteX14" fmla="*/ 86882 w 100358"/>
              <a:gd name="connsiteY14" fmla="*/ 16656 h 100411"/>
              <a:gd name="connsiteX15" fmla="*/ 83870 w 100358"/>
              <a:gd name="connsiteY15" fmla="*/ 13483 h 100411"/>
              <a:gd name="connsiteX16" fmla="*/ 50258 w 100358"/>
              <a:gd name="connsiteY16" fmla="*/ 0 h 100411"/>
              <a:gd name="connsiteX17" fmla="*/ 37733 w 100358"/>
              <a:gd name="connsiteY17" fmla="*/ 2538 h 100411"/>
              <a:gd name="connsiteX18" fmla="*/ 33294 w 100358"/>
              <a:gd name="connsiteY18" fmla="*/ 3490 h 100411"/>
              <a:gd name="connsiteX19" fmla="*/ 20135 w 100358"/>
              <a:gd name="connsiteY19" fmla="*/ 11262 h 1004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00358" h="100411">
                <a:moveTo>
                  <a:pt x="19977" y="11104"/>
                </a:moveTo>
                <a:cubicBezTo>
                  <a:pt x="18867" y="12056"/>
                  <a:pt x="17440" y="12531"/>
                  <a:pt x="16330" y="13642"/>
                </a:cubicBezTo>
                <a:cubicBezTo>
                  <a:pt x="14269" y="15545"/>
                  <a:pt x="12842" y="17766"/>
                  <a:pt x="11098" y="19987"/>
                </a:cubicBezTo>
                <a:cubicBezTo>
                  <a:pt x="10147" y="21097"/>
                  <a:pt x="9513" y="22366"/>
                  <a:pt x="8720" y="23636"/>
                </a:cubicBezTo>
                <a:cubicBezTo>
                  <a:pt x="7927" y="24746"/>
                  <a:pt x="7134" y="25698"/>
                  <a:pt x="6500" y="26967"/>
                </a:cubicBezTo>
                <a:cubicBezTo>
                  <a:pt x="4598" y="30456"/>
                  <a:pt x="3488" y="33946"/>
                  <a:pt x="2537" y="37753"/>
                </a:cubicBezTo>
                <a:cubicBezTo>
                  <a:pt x="2220" y="39181"/>
                  <a:pt x="1903" y="40609"/>
                  <a:pt x="1744" y="42036"/>
                </a:cubicBezTo>
                <a:cubicBezTo>
                  <a:pt x="1268" y="44892"/>
                  <a:pt x="0" y="47430"/>
                  <a:pt x="0" y="50285"/>
                </a:cubicBezTo>
                <a:cubicBezTo>
                  <a:pt x="0" y="71065"/>
                  <a:pt x="12525" y="88831"/>
                  <a:pt x="30440" y="96445"/>
                </a:cubicBezTo>
                <a:cubicBezTo>
                  <a:pt x="31709" y="97080"/>
                  <a:pt x="33453" y="96921"/>
                  <a:pt x="34880" y="97397"/>
                </a:cubicBezTo>
                <a:cubicBezTo>
                  <a:pt x="39794" y="98983"/>
                  <a:pt x="44709" y="100411"/>
                  <a:pt x="50100" y="100411"/>
                </a:cubicBezTo>
                <a:cubicBezTo>
                  <a:pt x="65637" y="100411"/>
                  <a:pt x="79113" y="92797"/>
                  <a:pt x="88309" y="81693"/>
                </a:cubicBezTo>
                <a:cubicBezTo>
                  <a:pt x="89260" y="80583"/>
                  <a:pt x="89894" y="79314"/>
                  <a:pt x="90846" y="78045"/>
                </a:cubicBezTo>
                <a:cubicBezTo>
                  <a:pt x="96395" y="69955"/>
                  <a:pt x="100358" y="60913"/>
                  <a:pt x="100358" y="50285"/>
                </a:cubicBezTo>
                <a:cubicBezTo>
                  <a:pt x="100358" y="37277"/>
                  <a:pt x="95126" y="25539"/>
                  <a:pt x="86882" y="16656"/>
                </a:cubicBezTo>
                <a:cubicBezTo>
                  <a:pt x="85931" y="15545"/>
                  <a:pt x="84821" y="14594"/>
                  <a:pt x="83870" y="13483"/>
                </a:cubicBezTo>
                <a:cubicBezTo>
                  <a:pt x="74991" y="5235"/>
                  <a:pt x="63259" y="0"/>
                  <a:pt x="50258" y="0"/>
                </a:cubicBezTo>
                <a:cubicBezTo>
                  <a:pt x="45819" y="0"/>
                  <a:pt x="41856" y="1428"/>
                  <a:pt x="37733" y="2538"/>
                </a:cubicBezTo>
                <a:cubicBezTo>
                  <a:pt x="36306" y="3014"/>
                  <a:pt x="34721" y="3014"/>
                  <a:pt x="33294" y="3490"/>
                </a:cubicBezTo>
                <a:cubicBezTo>
                  <a:pt x="28379" y="5235"/>
                  <a:pt x="24099" y="8090"/>
                  <a:pt x="20135" y="1126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85" name="Freeform 584">
            <a:extLst>
              <a:ext uri="{FF2B5EF4-FFF2-40B4-BE49-F238E27FC236}">
                <a16:creationId xmlns:a16="http://schemas.microsoft.com/office/drawing/2014/main" id="{FFA64ACE-B075-5556-7785-559DE6D45261}"/>
              </a:ext>
            </a:extLst>
          </p:cNvPr>
          <p:cNvSpPr/>
          <p:nvPr userDrawn="1"/>
        </p:nvSpPr>
        <p:spPr>
          <a:xfrm>
            <a:off x="591447" y="4545425"/>
            <a:ext cx="100358" cy="86606"/>
          </a:xfrm>
          <a:custGeom>
            <a:avLst/>
            <a:gdLst>
              <a:gd name="connsiteX0" fmla="*/ 96870 w 100358"/>
              <a:gd name="connsiteY0" fmla="*/ 66941 h 100569"/>
              <a:gd name="connsiteX1" fmla="*/ 97821 w 100358"/>
              <a:gd name="connsiteY1" fmla="*/ 62499 h 100569"/>
              <a:gd name="connsiteX2" fmla="*/ 100358 w 100358"/>
              <a:gd name="connsiteY2" fmla="*/ 50285 h 100569"/>
              <a:gd name="connsiteX3" fmla="*/ 75784 w 100358"/>
              <a:gd name="connsiteY3" fmla="*/ 8090 h 100569"/>
              <a:gd name="connsiteX4" fmla="*/ 72137 w 100358"/>
              <a:gd name="connsiteY4" fmla="*/ 5552 h 100569"/>
              <a:gd name="connsiteX5" fmla="*/ 69918 w 100358"/>
              <a:gd name="connsiteY5" fmla="*/ 4124 h 100569"/>
              <a:gd name="connsiteX6" fmla="*/ 65479 w 100358"/>
              <a:gd name="connsiteY6" fmla="*/ 3172 h 100569"/>
              <a:gd name="connsiteX7" fmla="*/ 50258 w 100358"/>
              <a:gd name="connsiteY7" fmla="*/ 0 h 100569"/>
              <a:gd name="connsiteX8" fmla="*/ 34721 w 100358"/>
              <a:gd name="connsiteY8" fmla="*/ 3172 h 100569"/>
              <a:gd name="connsiteX9" fmla="*/ 30440 w 100358"/>
              <a:gd name="connsiteY9" fmla="*/ 4283 h 100569"/>
              <a:gd name="connsiteX10" fmla="*/ 23940 w 100358"/>
              <a:gd name="connsiteY10" fmla="*/ 8724 h 100569"/>
              <a:gd name="connsiteX11" fmla="*/ 20294 w 100358"/>
              <a:gd name="connsiteY11" fmla="*/ 11262 h 100569"/>
              <a:gd name="connsiteX12" fmla="*/ 16647 w 100358"/>
              <a:gd name="connsiteY12" fmla="*/ 13642 h 100569"/>
              <a:gd name="connsiteX13" fmla="*/ 13635 w 100358"/>
              <a:gd name="connsiteY13" fmla="*/ 16814 h 100569"/>
              <a:gd name="connsiteX14" fmla="*/ 6500 w 100358"/>
              <a:gd name="connsiteY14" fmla="*/ 27284 h 100569"/>
              <a:gd name="connsiteX15" fmla="*/ 3964 w 100358"/>
              <a:gd name="connsiteY15" fmla="*/ 31091 h 100569"/>
              <a:gd name="connsiteX16" fmla="*/ 0 w 100358"/>
              <a:gd name="connsiteY16" fmla="*/ 50443 h 100569"/>
              <a:gd name="connsiteX17" fmla="*/ 1903 w 100358"/>
              <a:gd name="connsiteY17" fmla="*/ 59485 h 100569"/>
              <a:gd name="connsiteX18" fmla="*/ 2854 w 100358"/>
              <a:gd name="connsiteY18" fmla="*/ 63768 h 100569"/>
              <a:gd name="connsiteX19" fmla="*/ 27745 w 100358"/>
              <a:gd name="connsiteY19" fmla="*/ 94542 h 100569"/>
              <a:gd name="connsiteX20" fmla="*/ 31550 w 100358"/>
              <a:gd name="connsiteY20" fmla="*/ 96763 h 100569"/>
              <a:gd name="connsiteX21" fmla="*/ 50100 w 100358"/>
              <a:gd name="connsiteY21" fmla="*/ 100570 h 100569"/>
              <a:gd name="connsiteX22" fmla="*/ 88943 w 100358"/>
              <a:gd name="connsiteY22" fmla="*/ 80741 h 100569"/>
              <a:gd name="connsiteX23" fmla="*/ 91480 w 100358"/>
              <a:gd name="connsiteY23" fmla="*/ 77093 h 100569"/>
              <a:gd name="connsiteX24" fmla="*/ 96870 w 100358"/>
              <a:gd name="connsiteY24" fmla="*/ 66941 h 1005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100358" h="100569">
                <a:moveTo>
                  <a:pt x="96870" y="66941"/>
                </a:moveTo>
                <a:cubicBezTo>
                  <a:pt x="97346" y="65513"/>
                  <a:pt x="97346" y="63927"/>
                  <a:pt x="97821" y="62499"/>
                </a:cubicBezTo>
                <a:cubicBezTo>
                  <a:pt x="98931" y="58533"/>
                  <a:pt x="100358" y="54726"/>
                  <a:pt x="100358" y="50285"/>
                </a:cubicBezTo>
                <a:cubicBezTo>
                  <a:pt x="100358" y="32201"/>
                  <a:pt x="90211" y="16973"/>
                  <a:pt x="75784" y="8090"/>
                </a:cubicBezTo>
                <a:cubicBezTo>
                  <a:pt x="74515" y="7297"/>
                  <a:pt x="73406" y="6186"/>
                  <a:pt x="72137" y="5552"/>
                </a:cubicBezTo>
                <a:cubicBezTo>
                  <a:pt x="71345" y="5076"/>
                  <a:pt x="70710" y="4442"/>
                  <a:pt x="69918" y="4124"/>
                </a:cubicBezTo>
                <a:cubicBezTo>
                  <a:pt x="68491" y="3490"/>
                  <a:pt x="66905" y="3648"/>
                  <a:pt x="65479" y="3172"/>
                </a:cubicBezTo>
                <a:cubicBezTo>
                  <a:pt x="60564" y="1586"/>
                  <a:pt x="55649" y="0"/>
                  <a:pt x="50258" y="0"/>
                </a:cubicBezTo>
                <a:cubicBezTo>
                  <a:pt x="44868" y="0"/>
                  <a:pt x="39636" y="1586"/>
                  <a:pt x="34721" y="3172"/>
                </a:cubicBezTo>
                <a:cubicBezTo>
                  <a:pt x="33294" y="3648"/>
                  <a:pt x="31709" y="3648"/>
                  <a:pt x="30440" y="4283"/>
                </a:cubicBezTo>
                <a:cubicBezTo>
                  <a:pt x="27904" y="5393"/>
                  <a:pt x="26160" y="7297"/>
                  <a:pt x="23940" y="8724"/>
                </a:cubicBezTo>
                <a:cubicBezTo>
                  <a:pt x="22672" y="9518"/>
                  <a:pt x="21403" y="10311"/>
                  <a:pt x="20294" y="11262"/>
                </a:cubicBezTo>
                <a:cubicBezTo>
                  <a:pt x="19184" y="12214"/>
                  <a:pt x="17757" y="12690"/>
                  <a:pt x="16647" y="13642"/>
                </a:cubicBezTo>
                <a:cubicBezTo>
                  <a:pt x="15537" y="14593"/>
                  <a:pt x="14586" y="15704"/>
                  <a:pt x="13635" y="16814"/>
                </a:cubicBezTo>
                <a:cubicBezTo>
                  <a:pt x="10781" y="19987"/>
                  <a:pt x="8561" y="23635"/>
                  <a:pt x="6500" y="27284"/>
                </a:cubicBezTo>
                <a:cubicBezTo>
                  <a:pt x="5708" y="28711"/>
                  <a:pt x="4598" y="29663"/>
                  <a:pt x="3964" y="31091"/>
                </a:cubicBezTo>
                <a:cubicBezTo>
                  <a:pt x="1427" y="37119"/>
                  <a:pt x="0" y="43622"/>
                  <a:pt x="0" y="50443"/>
                </a:cubicBezTo>
                <a:cubicBezTo>
                  <a:pt x="0" y="53774"/>
                  <a:pt x="1268" y="56471"/>
                  <a:pt x="1903" y="59485"/>
                </a:cubicBezTo>
                <a:cubicBezTo>
                  <a:pt x="2220" y="60913"/>
                  <a:pt x="2378" y="62340"/>
                  <a:pt x="2854" y="63768"/>
                </a:cubicBezTo>
                <a:cubicBezTo>
                  <a:pt x="6659" y="77251"/>
                  <a:pt x="15537" y="88355"/>
                  <a:pt x="27745" y="94542"/>
                </a:cubicBezTo>
                <a:cubicBezTo>
                  <a:pt x="29014" y="95176"/>
                  <a:pt x="30123" y="96128"/>
                  <a:pt x="31550" y="96763"/>
                </a:cubicBezTo>
                <a:cubicBezTo>
                  <a:pt x="37258" y="99142"/>
                  <a:pt x="43599" y="100570"/>
                  <a:pt x="50100" y="100570"/>
                </a:cubicBezTo>
                <a:cubicBezTo>
                  <a:pt x="66113" y="100570"/>
                  <a:pt x="79747" y="92479"/>
                  <a:pt x="88943" y="80741"/>
                </a:cubicBezTo>
                <a:cubicBezTo>
                  <a:pt x="89894" y="79472"/>
                  <a:pt x="90687" y="78362"/>
                  <a:pt x="91480" y="77093"/>
                </a:cubicBezTo>
                <a:cubicBezTo>
                  <a:pt x="93541" y="73762"/>
                  <a:pt x="95602" y="70589"/>
                  <a:pt x="96870" y="66941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86" name="Freeform 585">
            <a:extLst>
              <a:ext uri="{FF2B5EF4-FFF2-40B4-BE49-F238E27FC236}">
                <a16:creationId xmlns:a16="http://schemas.microsoft.com/office/drawing/2014/main" id="{F88712C6-2E96-90B4-7118-56ECE8EA116F}"/>
              </a:ext>
            </a:extLst>
          </p:cNvPr>
          <p:cNvSpPr/>
          <p:nvPr userDrawn="1"/>
        </p:nvSpPr>
        <p:spPr>
          <a:xfrm>
            <a:off x="52399" y="3129676"/>
            <a:ext cx="100358" cy="86333"/>
          </a:xfrm>
          <a:custGeom>
            <a:avLst/>
            <a:gdLst>
              <a:gd name="connsiteX0" fmla="*/ 80223 w 100358"/>
              <a:gd name="connsiteY0" fmla="*/ 89307 h 100252"/>
              <a:gd name="connsiteX1" fmla="*/ 83870 w 100358"/>
              <a:gd name="connsiteY1" fmla="*/ 86769 h 100252"/>
              <a:gd name="connsiteX2" fmla="*/ 88943 w 100358"/>
              <a:gd name="connsiteY2" fmla="*/ 80582 h 100252"/>
              <a:gd name="connsiteX3" fmla="*/ 91480 w 100358"/>
              <a:gd name="connsiteY3" fmla="*/ 76934 h 100252"/>
              <a:gd name="connsiteX4" fmla="*/ 100358 w 100358"/>
              <a:gd name="connsiteY4" fmla="*/ 50126 h 100252"/>
              <a:gd name="connsiteX5" fmla="*/ 55015 w 100358"/>
              <a:gd name="connsiteY5" fmla="*/ 952 h 100252"/>
              <a:gd name="connsiteX6" fmla="*/ 50734 w 100358"/>
              <a:gd name="connsiteY6" fmla="*/ 0 h 100252"/>
              <a:gd name="connsiteX7" fmla="*/ 50258 w 100358"/>
              <a:gd name="connsiteY7" fmla="*/ 0 h 100252"/>
              <a:gd name="connsiteX8" fmla="*/ 13793 w 100358"/>
              <a:gd name="connsiteY8" fmla="*/ 16180 h 100252"/>
              <a:gd name="connsiteX9" fmla="*/ 13476 w 100358"/>
              <a:gd name="connsiteY9" fmla="*/ 16656 h 100252"/>
              <a:gd name="connsiteX10" fmla="*/ 10940 w 100358"/>
              <a:gd name="connsiteY10" fmla="*/ 20304 h 100252"/>
              <a:gd name="connsiteX11" fmla="*/ 2378 w 100358"/>
              <a:gd name="connsiteY11" fmla="*/ 38864 h 100252"/>
              <a:gd name="connsiteX12" fmla="*/ 1427 w 100358"/>
              <a:gd name="connsiteY12" fmla="*/ 43305 h 100252"/>
              <a:gd name="connsiteX13" fmla="*/ 0 w 100358"/>
              <a:gd name="connsiteY13" fmla="*/ 50126 h 100252"/>
              <a:gd name="connsiteX14" fmla="*/ 1268 w 100358"/>
              <a:gd name="connsiteY14" fmla="*/ 55995 h 100252"/>
              <a:gd name="connsiteX15" fmla="*/ 2220 w 100358"/>
              <a:gd name="connsiteY15" fmla="*/ 60278 h 100252"/>
              <a:gd name="connsiteX16" fmla="*/ 2537 w 100358"/>
              <a:gd name="connsiteY16" fmla="*/ 61547 h 100252"/>
              <a:gd name="connsiteX17" fmla="*/ 15379 w 100358"/>
              <a:gd name="connsiteY17" fmla="*/ 85817 h 100252"/>
              <a:gd name="connsiteX18" fmla="*/ 19025 w 100358"/>
              <a:gd name="connsiteY18" fmla="*/ 88355 h 100252"/>
              <a:gd name="connsiteX19" fmla="*/ 50258 w 100358"/>
              <a:gd name="connsiteY19" fmla="*/ 100252 h 100252"/>
              <a:gd name="connsiteX20" fmla="*/ 65796 w 100358"/>
              <a:gd name="connsiteY20" fmla="*/ 97080 h 100252"/>
              <a:gd name="connsiteX21" fmla="*/ 70076 w 100358"/>
              <a:gd name="connsiteY21" fmla="*/ 95969 h 100252"/>
              <a:gd name="connsiteX22" fmla="*/ 80382 w 100358"/>
              <a:gd name="connsiteY22" fmla="*/ 88990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100358" h="100252">
                <a:moveTo>
                  <a:pt x="80223" y="89307"/>
                </a:moveTo>
                <a:cubicBezTo>
                  <a:pt x="81333" y="88355"/>
                  <a:pt x="82760" y="87879"/>
                  <a:pt x="83870" y="86769"/>
                </a:cubicBezTo>
                <a:cubicBezTo>
                  <a:pt x="85931" y="84865"/>
                  <a:pt x="87199" y="82803"/>
                  <a:pt x="88943" y="80582"/>
                </a:cubicBezTo>
                <a:cubicBezTo>
                  <a:pt x="89894" y="79472"/>
                  <a:pt x="90687" y="78203"/>
                  <a:pt x="91480" y="76934"/>
                </a:cubicBezTo>
                <a:cubicBezTo>
                  <a:pt x="96553" y="69003"/>
                  <a:pt x="100358" y="60278"/>
                  <a:pt x="100358" y="50126"/>
                </a:cubicBezTo>
                <a:cubicBezTo>
                  <a:pt x="100358" y="24111"/>
                  <a:pt x="80382" y="3490"/>
                  <a:pt x="55015" y="952"/>
                </a:cubicBezTo>
                <a:cubicBezTo>
                  <a:pt x="53429" y="793"/>
                  <a:pt x="52161" y="0"/>
                  <a:pt x="50734" y="0"/>
                </a:cubicBezTo>
                <a:cubicBezTo>
                  <a:pt x="50734" y="0"/>
                  <a:pt x="50417" y="0"/>
                  <a:pt x="50258" y="0"/>
                </a:cubicBezTo>
                <a:cubicBezTo>
                  <a:pt x="35831" y="0"/>
                  <a:pt x="22989" y="6345"/>
                  <a:pt x="13793" y="16180"/>
                </a:cubicBezTo>
                <a:cubicBezTo>
                  <a:pt x="13793" y="16180"/>
                  <a:pt x="13793" y="16497"/>
                  <a:pt x="13476" y="16656"/>
                </a:cubicBezTo>
                <a:cubicBezTo>
                  <a:pt x="12525" y="17766"/>
                  <a:pt x="11891" y="19194"/>
                  <a:pt x="10940" y="20304"/>
                </a:cubicBezTo>
                <a:cubicBezTo>
                  <a:pt x="6817" y="25856"/>
                  <a:pt x="3964" y="32043"/>
                  <a:pt x="2378" y="38864"/>
                </a:cubicBezTo>
                <a:cubicBezTo>
                  <a:pt x="2061" y="40291"/>
                  <a:pt x="1744" y="41719"/>
                  <a:pt x="1427" y="43305"/>
                </a:cubicBezTo>
                <a:cubicBezTo>
                  <a:pt x="1110" y="45684"/>
                  <a:pt x="0" y="47747"/>
                  <a:pt x="0" y="50126"/>
                </a:cubicBezTo>
                <a:cubicBezTo>
                  <a:pt x="0" y="52188"/>
                  <a:pt x="951" y="54092"/>
                  <a:pt x="1268" y="55995"/>
                </a:cubicBezTo>
                <a:cubicBezTo>
                  <a:pt x="1427" y="57423"/>
                  <a:pt x="1903" y="58851"/>
                  <a:pt x="2220" y="60278"/>
                </a:cubicBezTo>
                <a:cubicBezTo>
                  <a:pt x="2220" y="60754"/>
                  <a:pt x="2378" y="61071"/>
                  <a:pt x="2537" y="61547"/>
                </a:cubicBezTo>
                <a:cubicBezTo>
                  <a:pt x="4756" y="70748"/>
                  <a:pt x="8720" y="79314"/>
                  <a:pt x="15379" y="85817"/>
                </a:cubicBezTo>
                <a:cubicBezTo>
                  <a:pt x="16489" y="86928"/>
                  <a:pt x="17915" y="87404"/>
                  <a:pt x="19025" y="88355"/>
                </a:cubicBezTo>
                <a:cubicBezTo>
                  <a:pt x="27745" y="95493"/>
                  <a:pt x="38368" y="100252"/>
                  <a:pt x="50258" y="100252"/>
                </a:cubicBezTo>
                <a:cubicBezTo>
                  <a:pt x="55807" y="100252"/>
                  <a:pt x="60881" y="98666"/>
                  <a:pt x="65796" y="97080"/>
                </a:cubicBezTo>
                <a:cubicBezTo>
                  <a:pt x="67222" y="96604"/>
                  <a:pt x="68808" y="96604"/>
                  <a:pt x="70076" y="95969"/>
                </a:cubicBezTo>
                <a:cubicBezTo>
                  <a:pt x="73881" y="94224"/>
                  <a:pt x="77052" y="91528"/>
                  <a:pt x="80382" y="8899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87" name="Freeform 586">
            <a:extLst>
              <a:ext uri="{FF2B5EF4-FFF2-40B4-BE49-F238E27FC236}">
                <a16:creationId xmlns:a16="http://schemas.microsoft.com/office/drawing/2014/main" id="{1DDF2174-0276-0A50-A42C-419845BF8755}"/>
              </a:ext>
            </a:extLst>
          </p:cNvPr>
          <p:cNvSpPr/>
          <p:nvPr userDrawn="1"/>
        </p:nvSpPr>
        <p:spPr>
          <a:xfrm>
            <a:off x="119621" y="1848604"/>
            <a:ext cx="100358" cy="86196"/>
          </a:xfrm>
          <a:custGeom>
            <a:avLst/>
            <a:gdLst>
              <a:gd name="connsiteX0" fmla="*/ 78955 w 100358"/>
              <a:gd name="connsiteY0" fmla="*/ 10311 h 100093"/>
              <a:gd name="connsiteX1" fmla="*/ 75308 w 100358"/>
              <a:gd name="connsiteY1" fmla="*/ 7773 h 100093"/>
              <a:gd name="connsiteX2" fmla="*/ 50258 w 100358"/>
              <a:gd name="connsiteY2" fmla="*/ 0 h 100093"/>
              <a:gd name="connsiteX3" fmla="*/ 2854 w 100358"/>
              <a:gd name="connsiteY3" fmla="*/ 36326 h 100093"/>
              <a:gd name="connsiteX4" fmla="*/ 1903 w 100358"/>
              <a:gd name="connsiteY4" fmla="*/ 40609 h 100093"/>
              <a:gd name="connsiteX5" fmla="*/ 1427 w 100358"/>
              <a:gd name="connsiteY5" fmla="*/ 42829 h 100093"/>
              <a:gd name="connsiteX6" fmla="*/ 0 w 100358"/>
              <a:gd name="connsiteY6" fmla="*/ 49968 h 100093"/>
              <a:gd name="connsiteX7" fmla="*/ 476 w 100358"/>
              <a:gd name="connsiteY7" fmla="*/ 52506 h 100093"/>
              <a:gd name="connsiteX8" fmla="*/ 1427 w 100358"/>
              <a:gd name="connsiteY8" fmla="*/ 56789 h 100093"/>
              <a:gd name="connsiteX9" fmla="*/ 11732 w 100358"/>
              <a:gd name="connsiteY9" fmla="*/ 81059 h 100093"/>
              <a:gd name="connsiteX10" fmla="*/ 14269 w 100358"/>
              <a:gd name="connsiteY10" fmla="*/ 84866 h 100093"/>
              <a:gd name="connsiteX11" fmla="*/ 15220 w 100358"/>
              <a:gd name="connsiteY11" fmla="*/ 85817 h 100093"/>
              <a:gd name="connsiteX12" fmla="*/ 31550 w 100358"/>
              <a:gd name="connsiteY12" fmla="*/ 96287 h 100093"/>
              <a:gd name="connsiteX13" fmla="*/ 35989 w 100358"/>
              <a:gd name="connsiteY13" fmla="*/ 97239 h 100093"/>
              <a:gd name="connsiteX14" fmla="*/ 45343 w 100358"/>
              <a:gd name="connsiteY14" fmla="*/ 99142 h 100093"/>
              <a:gd name="connsiteX15" fmla="*/ 49783 w 100358"/>
              <a:gd name="connsiteY15" fmla="*/ 100094 h 100093"/>
              <a:gd name="connsiteX16" fmla="*/ 50258 w 100358"/>
              <a:gd name="connsiteY16" fmla="*/ 100094 h 100093"/>
              <a:gd name="connsiteX17" fmla="*/ 62783 w 100358"/>
              <a:gd name="connsiteY17" fmla="*/ 97556 h 100093"/>
              <a:gd name="connsiteX18" fmla="*/ 67222 w 100358"/>
              <a:gd name="connsiteY18" fmla="*/ 96604 h 100093"/>
              <a:gd name="connsiteX19" fmla="*/ 68649 w 100358"/>
              <a:gd name="connsiteY19" fmla="*/ 96287 h 100093"/>
              <a:gd name="connsiteX20" fmla="*/ 72613 w 100358"/>
              <a:gd name="connsiteY20" fmla="*/ 94225 h 100093"/>
              <a:gd name="connsiteX21" fmla="*/ 100358 w 100358"/>
              <a:gd name="connsiteY21" fmla="*/ 49968 h 100093"/>
              <a:gd name="connsiteX22" fmla="*/ 84821 w 100358"/>
              <a:gd name="connsiteY22" fmla="*/ 13959 h 100093"/>
              <a:gd name="connsiteX23" fmla="*/ 81174 w 100358"/>
              <a:gd name="connsiteY23" fmla="*/ 11421 h 100093"/>
              <a:gd name="connsiteX24" fmla="*/ 79113 w 100358"/>
              <a:gd name="connsiteY24" fmla="*/ 9994 h 1000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100358" h="100093">
                <a:moveTo>
                  <a:pt x="78955" y="10311"/>
                </a:moveTo>
                <a:cubicBezTo>
                  <a:pt x="77686" y="9359"/>
                  <a:pt x="76577" y="8566"/>
                  <a:pt x="75308" y="7773"/>
                </a:cubicBezTo>
                <a:cubicBezTo>
                  <a:pt x="67857" y="3331"/>
                  <a:pt x="59612" y="0"/>
                  <a:pt x="50258" y="0"/>
                </a:cubicBezTo>
                <a:cubicBezTo>
                  <a:pt x="27428" y="0"/>
                  <a:pt x="8878" y="15546"/>
                  <a:pt x="2854" y="36326"/>
                </a:cubicBezTo>
                <a:cubicBezTo>
                  <a:pt x="2378" y="37753"/>
                  <a:pt x="2220" y="39181"/>
                  <a:pt x="1903" y="40609"/>
                </a:cubicBezTo>
                <a:cubicBezTo>
                  <a:pt x="1744" y="41402"/>
                  <a:pt x="1585" y="42195"/>
                  <a:pt x="1427" y="42829"/>
                </a:cubicBezTo>
                <a:cubicBezTo>
                  <a:pt x="1110" y="45367"/>
                  <a:pt x="0" y="47430"/>
                  <a:pt x="0" y="49968"/>
                </a:cubicBezTo>
                <a:cubicBezTo>
                  <a:pt x="0" y="50919"/>
                  <a:pt x="476" y="51554"/>
                  <a:pt x="476" y="52506"/>
                </a:cubicBezTo>
                <a:cubicBezTo>
                  <a:pt x="476" y="54092"/>
                  <a:pt x="1110" y="55361"/>
                  <a:pt x="1427" y="56789"/>
                </a:cubicBezTo>
                <a:cubicBezTo>
                  <a:pt x="2695" y="65989"/>
                  <a:pt x="6183" y="74238"/>
                  <a:pt x="11732" y="81059"/>
                </a:cubicBezTo>
                <a:cubicBezTo>
                  <a:pt x="12683" y="82169"/>
                  <a:pt x="13159" y="83755"/>
                  <a:pt x="14269" y="84866"/>
                </a:cubicBezTo>
                <a:cubicBezTo>
                  <a:pt x="14586" y="85183"/>
                  <a:pt x="14903" y="85500"/>
                  <a:pt x="15220" y="85817"/>
                </a:cubicBezTo>
                <a:cubicBezTo>
                  <a:pt x="19818" y="90418"/>
                  <a:pt x="25367" y="93907"/>
                  <a:pt x="31550" y="96287"/>
                </a:cubicBezTo>
                <a:cubicBezTo>
                  <a:pt x="32977" y="96921"/>
                  <a:pt x="34563" y="96763"/>
                  <a:pt x="35989" y="97239"/>
                </a:cubicBezTo>
                <a:cubicBezTo>
                  <a:pt x="39002" y="98190"/>
                  <a:pt x="42173" y="98825"/>
                  <a:pt x="45343" y="99142"/>
                </a:cubicBezTo>
                <a:cubicBezTo>
                  <a:pt x="46929" y="99301"/>
                  <a:pt x="48197" y="100094"/>
                  <a:pt x="49783" y="100094"/>
                </a:cubicBezTo>
                <a:cubicBezTo>
                  <a:pt x="49783" y="100094"/>
                  <a:pt x="50100" y="100094"/>
                  <a:pt x="50258" y="100094"/>
                </a:cubicBezTo>
                <a:cubicBezTo>
                  <a:pt x="54698" y="100094"/>
                  <a:pt x="58661" y="98666"/>
                  <a:pt x="62783" y="97556"/>
                </a:cubicBezTo>
                <a:cubicBezTo>
                  <a:pt x="64210" y="97080"/>
                  <a:pt x="65796" y="97080"/>
                  <a:pt x="67222" y="96604"/>
                </a:cubicBezTo>
                <a:cubicBezTo>
                  <a:pt x="67698" y="96445"/>
                  <a:pt x="68174" y="96604"/>
                  <a:pt x="68649" y="96287"/>
                </a:cubicBezTo>
                <a:cubicBezTo>
                  <a:pt x="70076" y="95652"/>
                  <a:pt x="71186" y="94859"/>
                  <a:pt x="72613" y="94225"/>
                </a:cubicBezTo>
                <a:cubicBezTo>
                  <a:pt x="88943" y="85976"/>
                  <a:pt x="100358" y="69479"/>
                  <a:pt x="100358" y="49968"/>
                </a:cubicBezTo>
                <a:cubicBezTo>
                  <a:pt x="100358" y="35691"/>
                  <a:pt x="94333" y="23001"/>
                  <a:pt x="84821" y="13959"/>
                </a:cubicBezTo>
                <a:cubicBezTo>
                  <a:pt x="83711" y="12849"/>
                  <a:pt x="82284" y="12373"/>
                  <a:pt x="81174" y="11421"/>
                </a:cubicBezTo>
                <a:cubicBezTo>
                  <a:pt x="80540" y="10945"/>
                  <a:pt x="79747" y="10469"/>
                  <a:pt x="79113" y="9994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88" name="Freeform 587">
            <a:extLst>
              <a:ext uri="{FF2B5EF4-FFF2-40B4-BE49-F238E27FC236}">
                <a16:creationId xmlns:a16="http://schemas.microsoft.com/office/drawing/2014/main" id="{FE7A44C9-4CC2-DA14-0564-2026FFB5BDAA}"/>
              </a:ext>
            </a:extLst>
          </p:cNvPr>
          <p:cNvSpPr/>
          <p:nvPr userDrawn="1"/>
        </p:nvSpPr>
        <p:spPr>
          <a:xfrm>
            <a:off x="6993436" y="904613"/>
            <a:ext cx="100199" cy="86606"/>
          </a:xfrm>
          <a:custGeom>
            <a:avLst/>
            <a:gdLst>
              <a:gd name="connsiteX0" fmla="*/ 79430 w 100199"/>
              <a:gd name="connsiteY0" fmla="*/ 10628 h 100569"/>
              <a:gd name="connsiteX1" fmla="*/ 74833 w 100199"/>
              <a:gd name="connsiteY1" fmla="*/ 7455 h 100569"/>
              <a:gd name="connsiteX2" fmla="*/ 52478 w 100199"/>
              <a:gd name="connsiteY2" fmla="*/ 476 h 100569"/>
              <a:gd name="connsiteX3" fmla="*/ 50259 w 100199"/>
              <a:gd name="connsiteY3" fmla="*/ 0 h 100569"/>
              <a:gd name="connsiteX4" fmla="*/ 48039 w 100199"/>
              <a:gd name="connsiteY4" fmla="*/ 476 h 100569"/>
              <a:gd name="connsiteX5" fmla="*/ 44709 w 100199"/>
              <a:gd name="connsiteY5" fmla="*/ 1110 h 100569"/>
              <a:gd name="connsiteX6" fmla="*/ 40429 w 100199"/>
              <a:gd name="connsiteY6" fmla="*/ 2062 h 100569"/>
              <a:gd name="connsiteX7" fmla="*/ 0 w 100199"/>
              <a:gd name="connsiteY7" fmla="*/ 50285 h 100569"/>
              <a:gd name="connsiteX8" fmla="*/ 33453 w 100199"/>
              <a:gd name="connsiteY8" fmla="*/ 97080 h 100569"/>
              <a:gd name="connsiteX9" fmla="*/ 37892 w 100199"/>
              <a:gd name="connsiteY9" fmla="*/ 98032 h 100569"/>
              <a:gd name="connsiteX10" fmla="*/ 47880 w 100199"/>
              <a:gd name="connsiteY10" fmla="*/ 100094 h 100569"/>
              <a:gd name="connsiteX11" fmla="*/ 50100 w 100199"/>
              <a:gd name="connsiteY11" fmla="*/ 100570 h 100569"/>
              <a:gd name="connsiteX12" fmla="*/ 52002 w 100199"/>
              <a:gd name="connsiteY12" fmla="*/ 100252 h 100569"/>
              <a:gd name="connsiteX13" fmla="*/ 56441 w 100199"/>
              <a:gd name="connsiteY13" fmla="*/ 99301 h 100569"/>
              <a:gd name="connsiteX14" fmla="*/ 78637 w 100199"/>
              <a:gd name="connsiteY14" fmla="*/ 90576 h 100569"/>
              <a:gd name="connsiteX15" fmla="*/ 83077 w 100199"/>
              <a:gd name="connsiteY15" fmla="*/ 87562 h 100569"/>
              <a:gd name="connsiteX16" fmla="*/ 100200 w 100199"/>
              <a:gd name="connsiteY16" fmla="*/ 50443 h 100569"/>
              <a:gd name="connsiteX17" fmla="*/ 95444 w 100199"/>
              <a:gd name="connsiteY17" fmla="*/ 29663 h 100569"/>
              <a:gd name="connsiteX18" fmla="*/ 92907 w 100199"/>
              <a:gd name="connsiteY18" fmla="*/ 25856 h 100569"/>
              <a:gd name="connsiteX19" fmla="*/ 79430 w 100199"/>
              <a:gd name="connsiteY19" fmla="*/ 10787 h 1005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00199" h="100569">
                <a:moveTo>
                  <a:pt x="79430" y="10628"/>
                </a:moveTo>
                <a:cubicBezTo>
                  <a:pt x="77845" y="9518"/>
                  <a:pt x="76418" y="8407"/>
                  <a:pt x="74833" y="7455"/>
                </a:cubicBezTo>
                <a:cubicBezTo>
                  <a:pt x="68174" y="3490"/>
                  <a:pt x="60722" y="952"/>
                  <a:pt x="52478" y="476"/>
                </a:cubicBezTo>
                <a:cubicBezTo>
                  <a:pt x="51685" y="476"/>
                  <a:pt x="51051" y="0"/>
                  <a:pt x="50259" y="0"/>
                </a:cubicBezTo>
                <a:cubicBezTo>
                  <a:pt x="49466" y="0"/>
                  <a:pt x="48832" y="476"/>
                  <a:pt x="48039" y="476"/>
                </a:cubicBezTo>
                <a:cubicBezTo>
                  <a:pt x="46929" y="476"/>
                  <a:pt x="45819" y="952"/>
                  <a:pt x="44709" y="1110"/>
                </a:cubicBezTo>
                <a:cubicBezTo>
                  <a:pt x="43283" y="1269"/>
                  <a:pt x="41856" y="1745"/>
                  <a:pt x="40429" y="2062"/>
                </a:cubicBezTo>
                <a:cubicBezTo>
                  <a:pt x="17599" y="6662"/>
                  <a:pt x="0" y="26015"/>
                  <a:pt x="0" y="50285"/>
                </a:cubicBezTo>
                <a:cubicBezTo>
                  <a:pt x="0" y="72017"/>
                  <a:pt x="14111" y="90100"/>
                  <a:pt x="33453" y="97080"/>
                </a:cubicBezTo>
                <a:cubicBezTo>
                  <a:pt x="34880" y="97556"/>
                  <a:pt x="36465" y="97556"/>
                  <a:pt x="37892" y="98032"/>
                </a:cubicBezTo>
                <a:cubicBezTo>
                  <a:pt x="41221" y="98825"/>
                  <a:pt x="44392" y="99935"/>
                  <a:pt x="47880" y="100094"/>
                </a:cubicBezTo>
                <a:cubicBezTo>
                  <a:pt x="48673" y="100094"/>
                  <a:pt x="49307" y="100570"/>
                  <a:pt x="50100" y="100570"/>
                </a:cubicBezTo>
                <a:cubicBezTo>
                  <a:pt x="50734" y="100570"/>
                  <a:pt x="51368" y="100252"/>
                  <a:pt x="52002" y="100252"/>
                </a:cubicBezTo>
                <a:cubicBezTo>
                  <a:pt x="53588" y="100252"/>
                  <a:pt x="55015" y="99459"/>
                  <a:pt x="56441" y="99301"/>
                </a:cubicBezTo>
                <a:cubicBezTo>
                  <a:pt x="64686" y="98190"/>
                  <a:pt x="72138" y="95176"/>
                  <a:pt x="78637" y="90576"/>
                </a:cubicBezTo>
                <a:cubicBezTo>
                  <a:pt x="80065" y="89624"/>
                  <a:pt x="81650" y="88831"/>
                  <a:pt x="83077" y="87562"/>
                </a:cubicBezTo>
                <a:cubicBezTo>
                  <a:pt x="93382" y="78362"/>
                  <a:pt x="100200" y="65354"/>
                  <a:pt x="100200" y="50443"/>
                </a:cubicBezTo>
                <a:cubicBezTo>
                  <a:pt x="100200" y="42988"/>
                  <a:pt x="98297" y="36008"/>
                  <a:pt x="95444" y="29663"/>
                </a:cubicBezTo>
                <a:cubicBezTo>
                  <a:pt x="94809" y="28236"/>
                  <a:pt x="93699" y="27125"/>
                  <a:pt x="92907" y="25856"/>
                </a:cubicBezTo>
                <a:cubicBezTo>
                  <a:pt x="89419" y="19828"/>
                  <a:pt x="84980" y="14911"/>
                  <a:pt x="79430" y="10787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89" name="Freeform 588">
            <a:extLst>
              <a:ext uri="{FF2B5EF4-FFF2-40B4-BE49-F238E27FC236}">
                <a16:creationId xmlns:a16="http://schemas.microsoft.com/office/drawing/2014/main" id="{A7669DE6-10A5-3994-5245-CFC18A01DC8D}"/>
              </a:ext>
            </a:extLst>
          </p:cNvPr>
          <p:cNvSpPr/>
          <p:nvPr userDrawn="1"/>
        </p:nvSpPr>
        <p:spPr>
          <a:xfrm>
            <a:off x="6723912" y="6365990"/>
            <a:ext cx="100516" cy="86606"/>
          </a:xfrm>
          <a:custGeom>
            <a:avLst/>
            <a:gdLst>
              <a:gd name="connsiteX0" fmla="*/ 19660 w 100516"/>
              <a:gd name="connsiteY0" fmla="*/ 11580 h 100569"/>
              <a:gd name="connsiteX1" fmla="*/ 16013 w 100516"/>
              <a:gd name="connsiteY1" fmla="*/ 14118 h 100569"/>
              <a:gd name="connsiteX2" fmla="*/ 13476 w 100516"/>
              <a:gd name="connsiteY2" fmla="*/ 16814 h 100569"/>
              <a:gd name="connsiteX3" fmla="*/ 13476 w 100516"/>
              <a:gd name="connsiteY3" fmla="*/ 16814 h 100569"/>
              <a:gd name="connsiteX4" fmla="*/ 0 w 100516"/>
              <a:gd name="connsiteY4" fmla="*/ 50443 h 100569"/>
              <a:gd name="connsiteX5" fmla="*/ 1269 w 100516"/>
              <a:gd name="connsiteY5" fmla="*/ 56313 h 100569"/>
              <a:gd name="connsiteX6" fmla="*/ 2220 w 100516"/>
              <a:gd name="connsiteY6" fmla="*/ 60596 h 100569"/>
              <a:gd name="connsiteX7" fmla="*/ 23147 w 100516"/>
              <a:gd name="connsiteY7" fmla="*/ 91369 h 100569"/>
              <a:gd name="connsiteX8" fmla="*/ 26794 w 100516"/>
              <a:gd name="connsiteY8" fmla="*/ 93908 h 100569"/>
              <a:gd name="connsiteX9" fmla="*/ 50417 w 100516"/>
              <a:gd name="connsiteY9" fmla="*/ 100570 h 100569"/>
              <a:gd name="connsiteX10" fmla="*/ 84028 w 100516"/>
              <a:gd name="connsiteY10" fmla="*/ 87086 h 100569"/>
              <a:gd name="connsiteX11" fmla="*/ 84028 w 100516"/>
              <a:gd name="connsiteY11" fmla="*/ 87086 h 100569"/>
              <a:gd name="connsiteX12" fmla="*/ 87041 w 100516"/>
              <a:gd name="connsiteY12" fmla="*/ 83914 h 100569"/>
              <a:gd name="connsiteX13" fmla="*/ 90211 w 100516"/>
              <a:gd name="connsiteY13" fmla="*/ 79155 h 100569"/>
              <a:gd name="connsiteX14" fmla="*/ 92748 w 100516"/>
              <a:gd name="connsiteY14" fmla="*/ 75348 h 100569"/>
              <a:gd name="connsiteX15" fmla="*/ 100517 w 100516"/>
              <a:gd name="connsiteY15" fmla="*/ 50126 h 100569"/>
              <a:gd name="connsiteX16" fmla="*/ 50417 w 100516"/>
              <a:gd name="connsiteY16" fmla="*/ 0 h 100569"/>
              <a:gd name="connsiteX17" fmla="*/ 30757 w 100516"/>
              <a:gd name="connsiteY17" fmla="*/ 3966 h 100569"/>
              <a:gd name="connsiteX18" fmla="*/ 27111 w 100516"/>
              <a:gd name="connsiteY18" fmla="*/ 6504 h 100569"/>
              <a:gd name="connsiteX19" fmla="*/ 19977 w 100516"/>
              <a:gd name="connsiteY19" fmla="*/ 11421 h 1005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00516" h="100569">
                <a:moveTo>
                  <a:pt x="19660" y="11580"/>
                </a:moveTo>
                <a:cubicBezTo>
                  <a:pt x="18550" y="12532"/>
                  <a:pt x="17123" y="13008"/>
                  <a:pt x="16013" y="14118"/>
                </a:cubicBezTo>
                <a:cubicBezTo>
                  <a:pt x="15062" y="15070"/>
                  <a:pt x="14269" y="15863"/>
                  <a:pt x="13476" y="16814"/>
                </a:cubicBezTo>
                <a:lnTo>
                  <a:pt x="13476" y="16814"/>
                </a:lnTo>
                <a:cubicBezTo>
                  <a:pt x="5232" y="25698"/>
                  <a:pt x="0" y="37436"/>
                  <a:pt x="0" y="50443"/>
                </a:cubicBezTo>
                <a:cubicBezTo>
                  <a:pt x="0" y="52506"/>
                  <a:pt x="951" y="54409"/>
                  <a:pt x="1269" y="56313"/>
                </a:cubicBezTo>
                <a:cubicBezTo>
                  <a:pt x="1427" y="57741"/>
                  <a:pt x="1902" y="59168"/>
                  <a:pt x="2220" y="60596"/>
                </a:cubicBezTo>
                <a:cubicBezTo>
                  <a:pt x="5074" y="73603"/>
                  <a:pt x="12366" y="84231"/>
                  <a:pt x="23147" y="91369"/>
                </a:cubicBezTo>
                <a:cubicBezTo>
                  <a:pt x="24416" y="92162"/>
                  <a:pt x="25526" y="93114"/>
                  <a:pt x="26794" y="93908"/>
                </a:cubicBezTo>
                <a:cubicBezTo>
                  <a:pt x="33929" y="97873"/>
                  <a:pt x="41697" y="100570"/>
                  <a:pt x="50417" y="100570"/>
                </a:cubicBezTo>
                <a:cubicBezTo>
                  <a:pt x="63417" y="100570"/>
                  <a:pt x="75150" y="95335"/>
                  <a:pt x="84028" y="87086"/>
                </a:cubicBezTo>
                <a:lnTo>
                  <a:pt x="84028" y="87086"/>
                </a:lnTo>
                <a:cubicBezTo>
                  <a:pt x="85138" y="85976"/>
                  <a:pt x="86089" y="85024"/>
                  <a:pt x="87041" y="83914"/>
                </a:cubicBezTo>
                <a:cubicBezTo>
                  <a:pt x="88309" y="82486"/>
                  <a:pt x="89101" y="80741"/>
                  <a:pt x="90211" y="79155"/>
                </a:cubicBezTo>
                <a:cubicBezTo>
                  <a:pt x="91163" y="77886"/>
                  <a:pt x="91956" y="76617"/>
                  <a:pt x="92748" y="75348"/>
                </a:cubicBezTo>
                <a:cubicBezTo>
                  <a:pt x="97187" y="67892"/>
                  <a:pt x="100517" y="59644"/>
                  <a:pt x="100517" y="50126"/>
                </a:cubicBezTo>
                <a:cubicBezTo>
                  <a:pt x="100517" y="22525"/>
                  <a:pt x="78004" y="0"/>
                  <a:pt x="50417" y="0"/>
                </a:cubicBezTo>
                <a:cubicBezTo>
                  <a:pt x="43441" y="0"/>
                  <a:pt x="36941" y="1428"/>
                  <a:pt x="30757" y="3966"/>
                </a:cubicBezTo>
                <a:cubicBezTo>
                  <a:pt x="29331" y="4600"/>
                  <a:pt x="28379" y="5711"/>
                  <a:pt x="27111" y="6504"/>
                </a:cubicBezTo>
                <a:cubicBezTo>
                  <a:pt x="24575" y="7931"/>
                  <a:pt x="22196" y="9518"/>
                  <a:pt x="19977" y="11421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90" name="Freeform 589">
            <a:extLst>
              <a:ext uri="{FF2B5EF4-FFF2-40B4-BE49-F238E27FC236}">
                <a16:creationId xmlns:a16="http://schemas.microsoft.com/office/drawing/2014/main" id="{670A3DC3-1FB3-5508-0838-D21BA2D90836}"/>
              </a:ext>
            </a:extLst>
          </p:cNvPr>
          <p:cNvSpPr/>
          <p:nvPr userDrawn="1"/>
        </p:nvSpPr>
        <p:spPr>
          <a:xfrm>
            <a:off x="6858516" y="6500981"/>
            <a:ext cx="100199" cy="86333"/>
          </a:xfrm>
          <a:custGeom>
            <a:avLst/>
            <a:gdLst>
              <a:gd name="connsiteX0" fmla="*/ 15854 w 100199"/>
              <a:gd name="connsiteY0" fmla="*/ 13959 h 100252"/>
              <a:gd name="connsiteX1" fmla="*/ 13476 w 100199"/>
              <a:gd name="connsiteY1" fmla="*/ 16497 h 100252"/>
              <a:gd name="connsiteX2" fmla="*/ 13476 w 100199"/>
              <a:gd name="connsiteY2" fmla="*/ 16497 h 100252"/>
              <a:gd name="connsiteX3" fmla="*/ 1744 w 100199"/>
              <a:gd name="connsiteY3" fmla="*/ 41877 h 100252"/>
              <a:gd name="connsiteX4" fmla="*/ 793 w 100199"/>
              <a:gd name="connsiteY4" fmla="*/ 46161 h 100252"/>
              <a:gd name="connsiteX5" fmla="*/ 0 w 100199"/>
              <a:gd name="connsiteY5" fmla="*/ 50126 h 100252"/>
              <a:gd name="connsiteX6" fmla="*/ 18074 w 100199"/>
              <a:gd name="connsiteY6" fmla="*/ 87880 h 100252"/>
              <a:gd name="connsiteX7" fmla="*/ 21720 w 100199"/>
              <a:gd name="connsiteY7" fmla="*/ 90417 h 100252"/>
              <a:gd name="connsiteX8" fmla="*/ 50099 w 100199"/>
              <a:gd name="connsiteY8" fmla="*/ 100253 h 100252"/>
              <a:gd name="connsiteX9" fmla="*/ 100199 w 100199"/>
              <a:gd name="connsiteY9" fmla="*/ 50126 h 100252"/>
              <a:gd name="connsiteX10" fmla="*/ 50099 w 100199"/>
              <a:gd name="connsiteY10" fmla="*/ 0 h 100252"/>
              <a:gd name="connsiteX11" fmla="*/ 19342 w 100199"/>
              <a:gd name="connsiteY11" fmla="*/ 11421 h 100252"/>
              <a:gd name="connsiteX12" fmla="*/ 15696 w 100199"/>
              <a:gd name="connsiteY12" fmla="*/ 13959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00199" h="100252">
                <a:moveTo>
                  <a:pt x="15854" y="13959"/>
                </a:moveTo>
                <a:cubicBezTo>
                  <a:pt x="14903" y="14752"/>
                  <a:pt x="14269" y="15704"/>
                  <a:pt x="13476" y="16497"/>
                </a:cubicBezTo>
                <a:lnTo>
                  <a:pt x="13476" y="16497"/>
                </a:lnTo>
                <a:cubicBezTo>
                  <a:pt x="7134" y="23477"/>
                  <a:pt x="3329" y="32201"/>
                  <a:pt x="1744" y="41877"/>
                </a:cubicBezTo>
                <a:cubicBezTo>
                  <a:pt x="1427" y="43305"/>
                  <a:pt x="951" y="44733"/>
                  <a:pt x="793" y="46161"/>
                </a:cubicBezTo>
                <a:cubicBezTo>
                  <a:pt x="793" y="47588"/>
                  <a:pt x="0" y="48699"/>
                  <a:pt x="0" y="50126"/>
                </a:cubicBezTo>
                <a:cubicBezTo>
                  <a:pt x="0" y="65513"/>
                  <a:pt x="7293" y="78679"/>
                  <a:pt x="18074" y="87880"/>
                </a:cubicBezTo>
                <a:cubicBezTo>
                  <a:pt x="19184" y="88831"/>
                  <a:pt x="20610" y="89624"/>
                  <a:pt x="21720" y="90417"/>
                </a:cubicBezTo>
                <a:cubicBezTo>
                  <a:pt x="29964" y="96128"/>
                  <a:pt x="39318" y="100253"/>
                  <a:pt x="50099" y="100253"/>
                </a:cubicBezTo>
                <a:cubicBezTo>
                  <a:pt x="77686" y="100253"/>
                  <a:pt x="100199" y="77727"/>
                  <a:pt x="100199" y="50126"/>
                </a:cubicBezTo>
                <a:cubicBezTo>
                  <a:pt x="100199" y="22525"/>
                  <a:pt x="77686" y="0"/>
                  <a:pt x="50099" y="0"/>
                </a:cubicBezTo>
                <a:cubicBezTo>
                  <a:pt x="38367" y="0"/>
                  <a:pt x="27903" y="4759"/>
                  <a:pt x="19342" y="11421"/>
                </a:cubicBezTo>
                <a:cubicBezTo>
                  <a:pt x="18232" y="12373"/>
                  <a:pt x="16806" y="12849"/>
                  <a:pt x="15696" y="13959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91" name="Freeform 590">
            <a:extLst>
              <a:ext uri="{FF2B5EF4-FFF2-40B4-BE49-F238E27FC236}">
                <a16:creationId xmlns:a16="http://schemas.microsoft.com/office/drawing/2014/main" id="{214A1E1D-DDBA-1C12-3FDB-161DEEBFE54A}"/>
              </a:ext>
            </a:extLst>
          </p:cNvPr>
          <p:cNvSpPr/>
          <p:nvPr userDrawn="1"/>
        </p:nvSpPr>
        <p:spPr>
          <a:xfrm>
            <a:off x="6319468" y="6433564"/>
            <a:ext cx="100516" cy="86333"/>
          </a:xfrm>
          <a:custGeom>
            <a:avLst/>
            <a:gdLst>
              <a:gd name="connsiteX0" fmla="*/ 158 w 100516"/>
              <a:gd name="connsiteY0" fmla="*/ 50126 h 100252"/>
              <a:gd name="connsiteX1" fmla="*/ 33294 w 100516"/>
              <a:gd name="connsiteY1" fmla="*/ 96763 h 100252"/>
              <a:gd name="connsiteX2" fmla="*/ 37733 w 100516"/>
              <a:gd name="connsiteY2" fmla="*/ 97714 h 100252"/>
              <a:gd name="connsiteX3" fmla="*/ 50417 w 100516"/>
              <a:gd name="connsiteY3" fmla="*/ 100253 h 100252"/>
              <a:gd name="connsiteX4" fmla="*/ 98772 w 100516"/>
              <a:gd name="connsiteY4" fmla="*/ 58375 h 100252"/>
              <a:gd name="connsiteX5" fmla="*/ 99724 w 100516"/>
              <a:gd name="connsiteY5" fmla="*/ 54092 h 100252"/>
              <a:gd name="connsiteX6" fmla="*/ 100517 w 100516"/>
              <a:gd name="connsiteY6" fmla="*/ 50126 h 100252"/>
              <a:gd name="connsiteX7" fmla="*/ 99248 w 100516"/>
              <a:gd name="connsiteY7" fmla="*/ 44257 h 100252"/>
              <a:gd name="connsiteX8" fmla="*/ 98297 w 100516"/>
              <a:gd name="connsiteY8" fmla="*/ 39815 h 100252"/>
              <a:gd name="connsiteX9" fmla="*/ 50258 w 100516"/>
              <a:gd name="connsiteY9" fmla="*/ 0 h 100252"/>
              <a:gd name="connsiteX10" fmla="*/ 29964 w 100516"/>
              <a:gd name="connsiteY10" fmla="*/ 4442 h 100252"/>
              <a:gd name="connsiteX11" fmla="*/ 28379 w 100516"/>
              <a:gd name="connsiteY11" fmla="*/ 5552 h 100252"/>
              <a:gd name="connsiteX12" fmla="*/ 24733 w 100516"/>
              <a:gd name="connsiteY12" fmla="*/ 8090 h 100252"/>
              <a:gd name="connsiteX13" fmla="*/ 0 w 100516"/>
              <a:gd name="connsiteY13" fmla="*/ 50285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00516" h="100252">
                <a:moveTo>
                  <a:pt x="158" y="50126"/>
                </a:moveTo>
                <a:cubicBezTo>
                  <a:pt x="158" y="71858"/>
                  <a:pt x="13951" y="89783"/>
                  <a:pt x="33294" y="96763"/>
                </a:cubicBezTo>
                <a:cubicBezTo>
                  <a:pt x="34721" y="97239"/>
                  <a:pt x="36306" y="97239"/>
                  <a:pt x="37733" y="97714"/>
                </a:cubicBezTo>
                <a:cubicBezTo>
                  <a:pt x="41855" y="98824"/>
                  <a:pt x="45978" y="100253"/>
                  <a:pt x="50417" y="100253"/>
                </a:cubicBezTo>
                <a:cubicBezTo>
                  <a:pt x="75149" y="100253"/>
                  <a:pt x="94809" y="82010"/>
                  <a:pt x="98772" y="58375"/>
                </a:cubicBezTo>
                <a:cubicBezTo>
                  <a:pt x="99090" y="56947"/>
                  <a:pt x="99565" y="55520"/>
                  <a:pt x="99724" y="54092"/>
                </a:cubicBezTo>
                <a:cubicBezTo>
                  <a:pt x="99724" y="52664"/>
                  <a:pt x="100517" y="51554"/>
                  <a:pt x="100517" y="50126"/>
                </a:cubicBezTo>
                <a:cubicBezTo>
                  <a:pt x="100517" y="48064"/>
                  <a:pt x="99565" y="46161"/>
                  <a:pt x="99248" y="44257"/>
                </a:cubicBezTo>
                <a:cubicBezTo>
                  <a:pt x="99090" y="42671"/>
                  <a:pt x="98614" y="41401"/>
                  <a:pt x="98297" y="39815"/>
                </a:cubicBezTo>
                <a:cubicBezTo>
                  <a:pt x="93382" y="17290"/>
                  <a:pt x="74356" y="0"/>
                  <a:pt x="50258" y="0"/>
                </a:cubicBezTo>
                <a:cubicBezTo>
                  <a:pt x="42965" y="0"/>
                  <a:pt x="36148" y="1745"/>
                  <a:pt x="29964" y="4442"/>
                </a:cubicBezTo>
                <a:cubicBezTo>
                  <a:pt x="29330" y="4759"/>
                  <a:pt x="29013" y="5234"/>
                  <a:pt x="28379" y="5552"/>
                </a:cubicBezTo>
                <a:cubicBezTo>
                  <a:pt x="27111" y="6186"/>
                  <a:pt x="26001" y="7297"/>
                  <a:pt x="24733" y="8090"/>
                </a:cubicBezTo>
                <a:cubicBezTo>
                  <a:pt x="10305" y="16814"/>
                  <a:pt x="0" y="32043"/>
                  <a:pt x="0" y="50285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92" name="Freeform 591">
            <a:extLst>
              <a:ext uri="{FF2B5EF4-FFF2-40B4-BE49-F238E27FC236}">
                <a16:creationId xmlns:a16="http://schemas.microsoft.com/office/drawing/2014/main" id="{29993C48-60DC-B1D4-790E-5294D76AD947}"/>
              </a:ext>
            </a:extLst>
          </p:cNvPr>
          <p:cNvSpPr/>
          <p:nvPr userDrawn="1"/>
        </p:nvSpPr>
        <p:spPr>
          <a:xfrm>
            <a:off x="5847800" y="5489257"/>
            <a:ext cx="100357" cy="86606"/>
          </a:xfrm>
          <a:custGeom>
            <a:avLst/>
            <a:gdLst>
              <a:gd name="connsiteX0" fmla="*/ 49466 w 100357"/>
              <a:gd name="connsiteY0" fmla="*/ 100570 h 100569"/>
              <a:gd name="connsiteX1" fmla="*/ 50258 w 100357"/>
              <a:gd name="connsiteY1" fmla="*/ 100570 h 100569"/>
              <a:gd name="connsiteX2" fmla="*/ 53905 w 100357"/>
              <a:gd name="connsiteY2" fmla="*/ 99776 h 100569"/>
              <a:gd name="connsiteX3" fmla="*/ 70552 w 100357"/>
              <a:gd name="connsiteY3" fmla="*/ 95969 h 100569"/>
              <a:gd name="connsiteX4" fmla="*/ 74198 w 100357"/>
              <a:gd name="connsiteY4" fmla="*/ 93431 h 100569"/>
              <a:gd name="connsiteX5" fmla="*/ 83711 w 100357"/>
              <a:gd name="connsiteY5" fmla="*/ 86927 h 100569"/>
              <a:gd name="connsiteX6" fmla="*/ 83711 w 100357"/>
              <a:gd name="connsiteY6" fmla="*/ 86927 h 100569"/>
              <a:gd name="connsiteX7" fmla="*/ 86882 w 100357"/>
              <a:gd name="connsiteY7" fmla="*/ 83913 h 100569"/>
              <a:gd name="connsiteX8" fmla="*/ 100358 w 100357"/>
              <a:gd name="connsiteY8" fmla="*/ 50285 h 100569"/>
              <a:gd name="connsiteX9" fmla="*/ 61514 w 100357"/>
              <a:gd name="connsiteY9" fmla="*/ 2379 h 100569"/>
              <a:gd name="connsiteX10" fmla="*/ 57075 w 100357"/>
              <a:gd name="connsiteY10" fmla="*/ 1428 h 100569"/>
              <a:gd name="connsiteX11" fmla="*/ 50258 w 100357"/>
              <a:gd name="connsiteY11" fmla="*/ 0 h 100569"/>
              <a:gd name="connsiteX12" fmla="*/ 31233 w 100357"/>
              <a:gd name="connsiteY12" fmla="*/ 3807 h 100569"/>
              <a:gd name="connsiteX13" fmla="*/ 27428 w 100357"/>
              <a:gd name="connsiteY13" fmla="*/ 6186 h 100569"/>
              <a:gd name="connsiteX14" fmla="*/ 26001 w 100357"/>
              <a:gd name="connsiteY14" fmla="*/ 7138 h 100569"/>
              <a:gd name="connsiteX15" fmla="*/ 22196 w 100357"/>
              <a:gd name="connsiteY15" fmla="*/ 9676 h 100569"/>
              <a:gd name="connsiteX16" fmla="*/ 2695 w 100357"/>
              <a:gd name="connsiteY16" fmla="*/ 37119 h 100569"/>
              <a:gd name="connsiteX17" fmla="*/ 1268 w 100357"/>
              <a:gd name="connsiteY17" fmla="*/ 43781 h 100569"/>
              <a:gd name="connsiteX18" fmla="*/ 0 w 100357"/>
              <a:gd name="connsiteY18" fmla="*/ 50126 h 100569"/>
              <a:gd name="connsiteX19" fmla="*/ 29489 w 100357"/>
              <a:gd name="connsiteY19" fmla="*/ 95652 h 100569"/>
              <a:gd name="connsiteX20" fmla="*/ 35514 w 100357"/>
              <a:gd name="connsiteY20" fmla="*/ 97397 h 100569"/>
              <a:gd name="connsiteX21" fmla="*/ 49466 w 100357"/>
              <a:gd name="connsiteY21" fmla="*/ 100253 h 1005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100357" h="100569">
                <a:moveTo>
                  <a:pt x="49466" y="100570"/>
                </a:moveTo>
                <a:cubicBezTo>
                  <a:pt x="49466" y="100570"/>
                  <a:pt x="49941" y="100570"/>
                  <a:pt x="50258" y="100570"/>
                </a:cubicBezTo>
                <a:cubicBezTo>
                  <a:pt x="51527" y="100570"/>
                  <a:pt x="52636" y="99935"/>
                  <a:pt x="53905" y="99776"/>
                </a:cubicBezTo>
                <a:cubicBezTo>
                  <a:pt x="59771" y="99300"/>
                  <a:pt x="65478" y="98349"/>
                  <a:pt x="70552" y="95969"/>
                </a:cubicBezTo>
                <a:cubicBezTo>
                  <a:pt x="71978" y="95335"/>
                  <a:pt x="72930" y="94225"/>
                  <a:pt x="74198" y="93431"/>
                </a:cubicBezTo>
                <a:cubicBezTo>
                  <a:pt x="77528" y="91528"/>
                  <a:pt x="80857" y="89624"/>
                  <a:pt x="83711" y="86927"/>
                </a:cubicBezTo>
                <a:lnTo>
                  <a:pt x="83711" y="86927"/>
                </a:lnTo>
                <a:cubicBezTo>
                  <a:pt x="84820" y="85976"/>
                  <a:pt x="85772" y="84866"/>
                  <a:pt x="86882" y="83913"/>
                </a:cubicBezTo>
                <a:cubicBezTo>
                  <a:pt x="94967" y="75030"/>
                  <a:pt x="100358" y="63292"/>
                  <a:pt x="100358" y="50285"/>
                </a:cubicBezTo>
                <a:cubicBezTo>
                  <a:pt x="100358" y="26649"/>
                  <a:pt x="83552" y="7614"/>
                  <a:pt x="61514" y="2379"/>
                </a:cubicBezTo>
                <a:cubicBezTo>
                  <a:pt x="60088" y="2062"/>
                  <a:pt x="58661" y="1745"/>
                  <a:pt x="57075" y="1428"/>
                </a:cubicBezTo>
                <a:cubicBezTo>
                  <a:pt x="54697" y="1111"/>
                  <a:pt x="52636" y="0"/>
                  <a:pt x="50258" y="0"/>
                </a:cubicBezTo>
                <a:cubicBezTo>
                  <a:pt x="43441" y="0"/>
                  <a:pt x="37099" y="1428"/>
                  <a:pt x="31233" y="3807"/>
                </a:cubicBezTo>
                <a:cubicBezTo>
                  <a:pt x="29806" y="4442"/>
                  <a:pt x="28696" y="5552"/>
                  <a:pt x="27428" y="6186"/>
                </a:cubicBezTo>
                <a:cubicBezTo>
                  <a:pt x="26952" y="6504"/>
                  <a:pt x="26477" y="6821"/>
                  <a:pt x="26001" y="7138"/>
                </a:cubicBezTo>
                <a:cubicBezTo>
                  <a:pt x="24733" y="7931"/>
                  <a:pt x="23464" y="8883"/>
                  <a:pt x="22196" y="9676"/>
                </a:cubicBezTo>
                <a:cubicBezTo>
                  <a:pt x="12683" y="16339"/>
                  <a:pt x="5866" y="25698"/>
                  <a:pt x="2695" y="37119"/>
                </a:cubicBezTo>
                <a:cubicBezTo>
                  <a:pt x="2061" y="39339"/>
                  <a:pt x="1585" y="41560"/>
                  <a:pt x="1268" y="43781"/>
                </a:cubicBezTo>
                <a:cubicBezTo>
                  <a:pt x="951" y="46002"/>
                  <a:pt x="0" y="47905"/>
                  <a:pt x="0" y="50126"/>
                </a:cubicBezTo>
                <a:cubicBezTo>
                  <a:pt x="0" y="70431"/>
                  <a:pt x="12208" y="87721"/>
                  <a:pt x="29489" y="95652"/>
                </a:cubicBezTo>
                <a:cubicBezTo>
                  <a:pt x="31391" y="96445"/>
                  <a:pt x="33452" y="96763"/>
                  <a:pt x="35514" y="97397"/>
                </a:cubicBezTo>
                <a:cubicBezTo>
                  <a:pt x="39953" y="98824"/>
                  <a:pt x="44551" y="100094"/>
                  <a:pt x="49466" y="100253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93" name="Freeform 592">
            <a:extLst>
              <a:ext uri="{FF2B5EF4-FFF2-40B4-BE49-F238E27FC236}">
                <a16:creationId xmlns:a16="http://schemas.microsoft.com/office/drawing/2014/main" id="{79CBE0A7-C923-937A-1B2D-C5F2F1D31F35}"/>
              </a:ext>
            </a:extLst>
          </p:cNvPr>
          <p:cNvSpPr/>
          <p:nvPr userDrawn="1"/>
        </p:nvSpPr>
        <p:spPr>
          <a:xfrm>
            <a:off x="4971847" y="3601752"/>
            <a:ext cx="100199" cy="86470"/>
          </a:xfrm>
          <a:custGeom>
            <a:avLst/>
            <a:gdLst>
              <a:gd name="connsiteX0" fmla="*/ 72930 w 100199"/>
              <a:gd name="connsiteY0" fmla="*/ 94066 h 100411"/>
              <a:gd name="connsiteX1" fmla="*/ 100199 w 100199"/>
              <a:gd name="connsiteY1" fmla="*/ 50126 h 100411"/>
              <a:gd name="connsiteX2" fmla="*/ 98614 w 100199"/>
              <a:gd name="connsiteY2" fmla="*/ 42195 h 100411"/>
              <a:gd name="connsiteX3" fmla="*/ 97662 w 100199"/>
              <a:gd name="connsiteY3" fmla="*/ 37912 h 100411"/>
              <a:gd name="connsiteX4" fmla="*/ 50099 w 100199"/>
              <a:gd name="connsiteY4" fmla="*/ 0 h 100411"/>
              <a:gd name="connsiteX5" fmla="*/ 44709 w 100199"/>
              <a:gd name="connsiteY5" fmla="*/ 1110 h 100411"/>
              <a:gd name="connsiteX6" fmla="*/ 40428 w 100199"/>
              <a:gd name="connsiteY6" fmla="*/ 2062 h 100411"/>
              <a:gd name="connsiteX7" fmla="*/ 0 w 100199"/>
              <a:gd name="connsiteY7" fmla="*/ 50285 h 100411"/>
              <a:gd name="connsiteX8" fmla="*/ 50099 w 100199"/>
              <a:gd name="connsiteY8" fmla="*/ 100411 h 100411"/>
              <a:gd name="connsiteX9" fmla="*/ 66429 w 100199"/>
              <a:gd name="connsiteY9" fmla="*/ 97080 h 100411"/>
              <a:gd name="connsiteX10" fmla="*/ 69125 w 100199"/>
              <a:gd name="connsiteY10" fmla="*/ 96445 h 100411"/>
              <a:gd name="connsiteX11" fmla="*/ 72930 w 100199"/>
              <a:gd name="connsiteY11" fmla="*/ 94066 h 1004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00199" h="100411">
                <a:moveTo>
                  <a:pt x="72930" y="94066"/>
                </a:moveTo>
                <a:cubicBezTo>
                  <a:pt x="88943" y="85659"/>
                  <a:pt x="100199" y="69479"/>
                  <a:pt x="100199" y="50126"/>
                </a:cubicBezTo>
                <a:cubicBezTo>
                  <a:pt x="100199" y="47271"/>
                  <a:pt x="99090" y="44892"/>
                  <a:pt x="98614" y="42195"/>
                </a:cubicBezTo>
                <a:cubicBezTo>
                  <a:pt x="98297" y="40767"/>
                  <a:pt x="98138" y="39339"/>
                  <a:pt x="97662" y="37912"/>
                </a:cubicBezTo>
                <a:cubicBezTo>
                  <a:pt x="92114" y="16339"/>
                  <a:pt x="73405" y="0"/>
                  <a:pt x="50099" y="0"/>
                </a:cubicBezTo>
                <a:cubicBezTo>
                  <a:pt x="48197" y="0"/>
                  <a:pt x="46611" y="952"/>
                  <a:pt x="44709" y="1110"/>
                </a:cubicBezTo>
                <a:cubicBezTo>
                  <a:pt x="43123" y="1269"/>
                  <a:pt x="41855" y="1745"/>
                  <a:pt x="40428" y="2062"/>
                </a:cubicBezTo>
                <a:cubicBezTo>
                  <a:pt x="17439" y="6662"/>
                  <a:pt x="0" y="26015"/>
                  <a:pt x="0" y="50285"/>
                </a:cubicBezTo>
                <a:cubicBezTo>
                  <a:pt x="0" y="78045"/>
                  <a:pt x="22513" y="100411"/>
                  <a:pt x="50099" y="100411"/>
                </a:cubicBezTo>
                <a:cubicBezTo>
                  <a:pt x="55966" y="100411"/>
                  <a:pt x="61198" y="98825"/>
                  <a:pt x="66429" y="97080"/>
                </a:cubicBezTo>
                <a:cubicBezTo>
                  <a:pt x="67222" y="96762"/>
                  <a:pt x="68332" y="96921"/>
                  <a:pt x="69125" y="96445"/>
                </a:cubicBezTo>
                <a:cubicBezTo>
                  <a:pt x="70552" y="95811"/>
                  <a:pt x="71662" y="94859"/>
                  <a:pt x="72930" y="94066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94" name="Freeform 593">
            <a:extLst>
              <a:ext uri="{FF2B5EF4-FFF2-40B4-BE49-F238E27FC236}">
                <a16:creationId xmlns:a16="http://schemas.microsoft.com/office/drawing/2014/main" id="{B39CF183-F984-7FC5-D397-B60B726BA406}"/>
              </a:ext>
            </a:extLst>
          </p:cNvPr>
          <p:cNvSpPr/>
          <p:nvPr userDrawn="1"/>
        </p:nvSpPr>
        <p:spPr>
          <a:xfrm>
            <a:off x="5510737" y="4950082"/>
            <a:ext cx="100357" cy="86333"/>
          </a:xfrm>
          <a:custGeom>
            <a:avLst/>
            <a:gdLst>
              <a:gd name="connsiteX0" fmla="*/ 75784 w 100357"/>
              <a:gd name="connsiteY0" fmla="*/ 92480 h 100252"/>
              <a:gd name="connsiteX1" fmla="*/ 78162 w 100357"/>
              <a:gd name="connsiteY1" fmla="*/ 90735 h 100252"/>
              <a:gd name="connsiteX2" fmla="*/ 80699 w 100357"/>
              <a:gd name="connsiteY2" fmla="*/ 88990 h 100252"/>
              <a:gd name="connsiteX3" fmla="*/ 80857 w 100357"/>
              <a:gd name="connsiteY3" fmla="*/ 88990 h 100252"/>
              <a:gd name="connsiteX4" fmla="*/ 84662 w 100357"/>
              <a:gd name="connsiteY4" fmla="*/ 86293 h 100252"/>
              <a:gd name="connsiteX5" fmla="*/ 100358 w 100357"/>
              <a:gd name="connsiteY5" fmla="*/ 50126 h 100252"/>
              <a:gd name="connsiteX6" fmla="*/ 72930 w 100357"/>
              <a:gd name="connsiteY6" fmla="*/ 6028 h 100252"/>
              <a:gd name="connsiteX7" fmla="*/ 69125 w 100357"/>
              <a:gd name="connsiteY7" fmla="*/ 3807 h 100252"/>
              <a:gd name="connsiteX8" fmla="*/ 50258 w 100357"/>
              <a:gd name="connsiteY8" fmla="*/ 0 h 100252"/>
              <a:gd name="connsiteX9" fmla="*/ 38050 w 100357"/>
              <a:gd name="connsiteY9" fmla="*/ 2380 h 100252"/>
              <a:gd name="connsiteX10" fmla="*/ 33611 w 100357"/>
              <a:gd name="connsiteY10" fmla="*/ 3332 h 100252"/>
              <a:gd name="connsiteX11" fmla="*/ 29489 w 100357"/>
              <a:gd name="connsiteY11" fmla="*/ 4600 h 100252"/>
              <a:gd name="connsiteX12" fmla="*/ 0 w 100357"/>
              <a:gd name="connsiteY12" fmla="*/ 50126 h 100252"/>
              <a:gd name="connsiteX13" fmla="*/ 50100 w 100357"/>
              <a:gd name="connsiteY13" fmla="*/ 100253 h 100252"/>
              <a:gd name="connsiteX14" fmla="*/ 71979 w 100357"/>
              <a:gd name="connsiteY14" fmla="*/ 94700 h 100252"/>
              <a:gd name="connsiteX15" fmla="*/ 75625 w 100357"/>
              <a:gd name="connsiteY15" fmla="*/ 92163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00357" h="100252">
                <a:moveTo>
                  <a:pt x="75784" y="92480"/>
                </a:moveTo>
                <a:cubicBezTo>
                  <a:pt x="76576" y="92004"/>
                  <a:pt x="77369" y="91369"/>
                  <a:pt x="78162" y="90735"/>
                </a:cubicBezTo>
                <a:cubicBezTo>
                  <a:pt x="78954" y="90101"/>
                  <a:pt x="79906" y="89625"/>
                  <a:pt x="80699" y="88990"/>
                </a:cubicBezTo>
                <a:lnTo>
                  <a:pt x="80857" y="88990"/>
                </a:lnTo>
                <a:cubicBezTo>
                  <a:pt x="82125" y="87880"/>
                  <a:pt x="83552" y="87404"/>
                  <a:pt x="84662" y="86293"/>
                </a:cubicBezTo>
                <a:cubicBezTo>
                  <a:pt x="94333" y="77093"/>
                  <a:pt x="100358" y="64403"/>
                  <a:pt x="100358" y="50126"/>
                </a:cubicBezTo>
                <a:cubicBezTo>
                  <a:pt x="100358" y="30774"/>
                  <a:pt x="88943" y="14435"/>
                  <a:pt x="72930" y="6028"/>
                </a:cubicBezTo>
                <a:cubicBezTo>
                  <a:pt x="71503" y="5394"/>
                  <a:pt x="70393" y="4283"/>
                  <a:pt x="69125" y="3807"/>
                </a:cubicBezTo>
                <a:cubicBezTo>
                  <a:pt x="63259" y="1428"/>
                  <a:pt x="56917" y="0"/>
                  <a:pt x="50258" y="0"/>
                </a:cubicBezTo>
                <a:cubicBezTo>
                  <a:pt x="45978" y="0"/>
                  <a:pt x="42173" y="1428"/>
                  <a:pt x="38050" y="2380"/>
                </a:cubicBezTo>
                <a:cubicBezTo>
                  <a:pt x="36624" y="2856"/>
                  <a:pt x="35038" y="2856"/>
                  <a:pt x="33611" y="3332"/>
                </a:cubicBezTo>
                <a:cubicBezTo>
                  <a:pt x="32184" y="3807"/>
                  <a:pt x="30757" y="4124"/>
                  <a:pt x="29489" y="4600"/>
                </a:cubicBezTo>
                <a:cubicBezTo>
                  <a:pt x="12208" y="12532"/>
                  <a:pt x="0" y="29822"/>
                  <a:pt x="0" y="50126"/>
                </a:cubicBezTo>
                <a:cubicBezTo>
                  <a:pt x="0" y="77886"/>
                  <a:pt x="22513" y="100253"/>
                  <a:pt x="50100" y="100253"/>
                </a:cubicBezTo>
                <a:cubicBezTo>
                  <a:pt x="58027" y="100253"/>
                  <a:pt x="65161" y="98032"/>
                  <a:pt x="71979" y="94700"/>
                </a:cubicBezTo>
                <a:cubicBezTo>
                  <a:pt x="73406" y="94066"/>
                  <a:pt x="74357" y="92956"/>
                  <a:pt x="75625" y="92163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95" name="Freeform 594">
            <a:extLst>
              <a:ext uri="{FF2B5EF4-FFF2-40B4-BE49-F238E27FC236}">
                <a16:creationId xmlns:a16="http://schemas.microsoft.com/office/drawing/2014/main" id="{9703BCD5-C7F0-B848-CE4B-01B4E90C263E}"/>
              </a:ext>
            </a:extLst>
          </p:cNvPr>
          <p:cNvSpPr/>
          <p:nvPr userDrawn="1"/>
        </p:nvSpPr>
        <p:spPr>
          <a:xfrm>
            <a:off x="6251928" y="3331926"/>
            <a:ext cx="100199" cy="86469"/>
          </a:xfrm>
          <a:custGeom>
            <a:avLst/>
            <a:gdLst>
              <a:gd name="connsiteX0" fmla="*/ 70076 w 100199"/>
              <a:gd name="connsiteY0" fmla="*/ 4283 h 100410"/>
              <a:gd name="connsiteX1" fmla="*/ 66905 w 100199"/>
              <a:gd name="connsiteY1" fmla="*/ 3490 h 100410"/>
              <a:gd name="connsiteX2" fmla="*/ 62466 w 100199"/>
              <a:gd name="connsiteY2" fmla="*/ 2538 h 100410"/>
              <a:gd name="connsiteX3" fmla="*/ 50258 w 100199"/>
              <a:gd name="connsiteY3" fmla="*/ 0 h 100410"/>
              <a:gd name="connsiteX4" fmla="*/ 5390 w 100199"/>
              <a:gd name="connsiteY4" fmla="*/ 28553 h 100410"/>
              <a:gd name="connsiteX5" fmla="*/ 3646 w 100199"/>
              <a:gd name="connsiteY5" fmla="*/ 32518 h 100410"/>
              <a:gd name="connsiteX6" fmla="*/ 0 w 100199"/>
              <a:gd name="connsiteY6" fmla="*/ 50126 h 100410"/>
              <a:gd name="connsiteX7" fmla="*/ 1586 w 100199"/>
              <a:gd name="connsiteY7" fmla="*/ 58057 h 100410"/>
              <a:gd name="connsiteX8" fmla="*/ 2537 w 100199"/>
              <a:gd name="connsiteY8" fmla="*/ 62340 h 100410"/>
              <a:gd name="connsiteX9" fmla="*/ 27428 w 100199"/>
              <a:gd name="connsiteY9" fmla="*/ 94066 h 100410"/>
              <a:gd name="connsiteX10" fmla="*/ 31233 w 100199"/>
              <a:gd name="connsiteY10" fmla="*/ 96445 h 100410"/>
              <a:gd name="connsiteX11" fmla="*/ 38843 w 100199"/>
              <a:gd name="connsiteY11" fmla="*/ 98032 h 100410"/>
              <a:gd name="connsiteX12" fmla="*/ 43124 w 100199"/>
              <a:gd name="connsiteY12" fmla="*/ 98983 h 100410"/>
              <a:gd name="connsiteX13" fmla="*/ 50100 w 100199"/>
              <a:gd name="connsiteY13" fmla="*/ 100411 h 100410"/>
              <a:gd name="connsiteX14" fmla="*/ 100200 w 100199"/>
              <a:gd name="connsiteY14" fmla="*/ 50285 h 100410"/>
              <a:gd name="connsiteX15" fmla="*/ 74040 w 100199"/>
              <a:gd name="connsiteY15" fmla="*/ 7138 h 100410"/>
              <a:gd name="connsiteX16" fmla="*/ 70235 w 100199"/>
              <a:gd name="connsiteY16" fmla="*/ 4600 h 100410"/>
              <a:gd name="connsiteX17" fmla="*/ 69600 w 100199"/>
              <a:gd name="connsiteY17" fmla="*/ 4283 h 1004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00199" h="100410">
                <a:moveTo>
                  <a:pt x="70076" y="4283"/>
                </a:moveTo>
                <a:cubicBezTo>
                  <a:pt x="69125" y="3807"/>
                  <a:pt x="67857" y="3807"/>
                  <a:pt x="66905" y="3490"/>
                </a:cubicBezTo>
                <a:cubicBezTo>
                  <a:pt x="65479" y="3014"/>
                  <a:pt x="63893" y="3014"/>
                  <a:pt x="62466" y="2538"/>
                </a:cubicBezTo>
                <a:cubicBezTo>
                  <a:pt x="58503" y="1428"/>
                  <a:pt x="54539" y="0"/>
                  <a:pt x="50258" y="0"/>
                </a:cubicBezTo>
                <a:cubicBezTo>
                  <a:pt x="30440" y="0"/>
                  <a:pt x="13635" y="11738"/>
                  <a:pt x="5390" y="28553"/>
                </a:cubicBezTo>
                <a:cubicBezTo>
                  <a:pt x="4756" y="29981"/>
                  <a:pt x="4122" y="31249"/>
                  <a:pt x="3646" y="32518"/>
                </a:cubicBezTo>
                <a:cubicBezTo>
                  <a:pt x="1586" y="38070"/>
                  <a:pt x="0" y="43781"/>
                  <a:pt x="0" y="50126"/>
                </a:cubicBezTo>
                <a:cubicBezTo>
                  <a:pt x="0" y="52981"/>
                  <a:pt x="1110" y="55361"/>
                  <a:pt x="1586" y="58057"/>
                </a:cubicBezTo>
                <a:cubicBezTo>
                  <a:pt x="1902" y="59485"/>
                  <a:pt x="2061" y="60913"/>
                  <a:pt x="2537" y="62340"/>
                </a:cubicBezTo>
                <a:cubicBezTo>
                  <a:pt x="6183" y="76300"/>
                  <a:pt x="15061" y="87721"/>
                  <a:pt x="27428" y="94066"/>
                </a:cubicBezTo>
                <a:cubicBezTo>
                  <a:pt x="28855" y="94859"/>
                  <a:pt x="29964" y="95811"/>
                  <a:pt x="31233" y="96445"/>
                </a:cubicBezTo>
                <a:cubicBezTo>
                  <a:pt x="33611" y="97397"/>
                  <a:pt x="36307" y="97397"/>
                  <a:pt x="38843" y="98032"/>
                </a:cubicBezTo>
                <a:cubicBezTo>
                  <a:pt x="40270" y="98349"/>
                  <a:pt x="41697" y="98666"/>
                  <a:pt x="43124" y="98983"/>
                </a:cubicBezTo>
                <a:cubicBezTo>
                  <a:pt x="45502" y="99301"/>
                  <a:pt x="47563" y="100411"/>
                  <a:pt x="50100" y="100411"/>
                </a:cubicBezTo>
                <a:cubicBezTo>
                  <a:pt x="77845" y="100411"/>
                  <a:pt x="100200" y="78045"/>
                  <a:pt x="100200" y="50285"/>
                </a:cubicBezTo>
                <a:cubicBezTo>
                  <a:pt x="100200" y="31408"/>
                  <a:pt x="89418" y="15704"/>
                  <a:pt x="74040" y="7138"/>
                </a:cubicBezTo>
                <a:cubicBezTo>
                  <a:pt x="72771" y="6345"/>
                  <a:pt x="71662" y="5234"/>
                  <a:pt x="70235" y="4600"/>
                </a:cubicBezTo>
                <a:cubicBezTo>
                  <a:pt x="69918" y="4600"/>
                  <a:pt x="69918" y="4283"/>
                  <a:pt x="69600" y="4283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10" name="Freeform 609">
            <a:extLst>
              <a:ext uri="{FF2B5EF4-FFF2-40B4-BE49-F238E27FC236}">
                <a16:creationId xmlns:a16="http://schemas.microsoft.com/office/drawing/2014/main" id="{E1E2B5FA-D616-31D9-23C8-17D23201B18A}"/>
              </a:ext>
            </a:extLst>
          </p:cNvPr>
          <p:cNvSpPr/>
          <p:nvPr userDrawn="1"/>
        </p:nvSpPr>
        <p:spPr>
          <a:xfrm>
            <a:off x="7060817" y="1713928"/>
            <a:ext cx="100358" cy="86333"/>
          </a:xfrm>
          <a:custGeom>
            <a:avLst/>
            <a:gdLst>
              <a:gd name="connsiteX0" fmla="*/ 45502 w 100358"/>
              <a:gd name="connsiteY0" fmla="*/ 952 h 100252"/>
              <a:gd name="connsiteX1" fmla="*/ 43758 w 100358"/>
              <a:gd name="connsiteY1" fmla="*/ 1269 h 100252"/>
              <a:gd name="connsiteX2" fmla="*/ 42648 w 100358"/>
              <a:gd name="connsiteY2" fmla="*/ 1586 h 100252"/>
              <a:gd name="connsiteX3" fmla="*/ 38368 w 100358"/>
              <a:gd name="connsiteY3" fmla="*/ 2379 h 100252"/>
              <a:gd name="connsiteX4" fmla="*/ 0 w 100358"/>
              <a:gd name="connsiteY4" fmla="*/ 50126 h 100252"/>
              <a:gd name="connsiteX5" fmla="*/ 3805 w 100358"/>
              <a:gd name="connsiteY5" fmla="*/ 68686 h 100252"/>
              <a:gd name="connsiteX6" fmla="*/ 6025 w 100358"/>
              <a:gd name="connsiteY6" fmla="*/ 72651 h 100252"/>
              <a:gd name="connsiteX7" fmla="*/ 26160 w 100358"/>
              <a:gd name="connsiteY7" fmla="*/ 93273 h 100252"/>
              <a:gd name="connsiteX8" fmla="*/ 29965 w 100358"/>
              <a:gd name="connsiteY8" fmla="*/ 95811 h 100252"/>
              <a:gd name="connsiteX9" fmla="*/ 50259 w 100358"/>
              <a:gd name="connsiteY9" fmla="*/ 100252 h 100252"/>
              <a:gd name="connsiteX10" fmla="*/ 100358 w 100358"/>
              <a:gd name="connsiteY10" fmla="*/ 50126 h 100252"/>
              <a:gd name="connsiteX11" fmla="*/ 50259 w 100358"/>
              <a:gd name="connsiteY11" fmla="*/ 0 h 100252"/>
              <a:gd name="connsiteX12" fmla="*/ 50259 w 100358"/>
              <a:gd name="connsiteY12" fmla="*/ 0 h 100252"/>
              <a:gd name="connsiteX13" fmla="*/ 45819 w 100358"/>
              <a:gd name="connsiteY13" fmla="*/ 952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00358" h="100252">
                <a:moveTo>
                  <a:pt x="45502" y="952"/>
                </a:moveTo>
                <a:cubicBezTo>
                  <a:pt x="45502" y="952"/>
                  <a:pt x="44392" y="1269"/>
                  <a:pt x="43758" y="1269"/>
                </a:cubicBezTo>
                <a:cubicBezTo>
                  <a:pt x="43283" y="1269"/>
                  <a:pt x="42965" y="1428"/>
                  <a:pt x="42648" y="1586"/>
                </a:cubicBezTo>
                <a:cubicBezTo>
                  <a:pt x="41221" y="1745"/>
                  <a:pt x="39795" y="2062"/>
                  <a:pt x="38368" y="2379"/>
                </a:cubicBezTo>
                <a:cubicBezTo>
                  <a:pt x="16489" y="7773"/>
                  <a:pt x="0" y="26649"/>
                  <a:pt x="0" y="50126"/>
                </a:cubicBezTo>
                <a:cubicBezTo>
                  <a:pt x="0" y="56789"/>
                  <a:pt x="1427" y="62975"/>
                  <a:pt x="3805" y="68686"/>
                </a:cubicBezTo>
                <a:cubicBezTo>
                  <a:pt x="4439" y="70113"/>
                  <a:pt x="5390" y="71224"/>
                  <a:pt x="6025" y="72651"/>
                </a:cubicBezTo>
                <a:cubicBezTo>
                  <a:pt x="10464" y="81376"/>
                  <a:pt x="17599" y="88514"/>
                  <a:pt x="26160" y="93273"/>
                </a:cubicBezTo>
                <a:cubicBezTo>
                  <a:pt x="27587" y="94066"/>
                  <a:pt x="28538" y="95176"/>
                  <a:pt x="29965" y="95811"/>
                </a:cubicBezTo>
                <a:cubicBezTo>
                  <a:pt x="36148" y="98666"/>
                  <a:pt x="42965" y="100252"/>
                  <a:pt x="50259" y="100252"/>
                </a:cubicBezTo>
                <a:cubicBezTo>
                  <a:pt x="78004" y="100252"/>
                  <a:pt x="100358" y="77886"/>
                  <a:pt x="100358" y="50126"/>
                </a:cubicBezTo>
                <a:cubicBezTo>
                  <a:pt x="100358" y="22366"/>
                  <a:pt x="77845" y="0"/>
                  <a:pt x="50259" y="0"/>
                </a:cubicBezTo>
                <a:lnTo>
                  <a:pt x="50259" y="0"/>
                </a:lnTo>
                <a:cubicBezTo>
                  <a:pt x="48673" y="0"/>
                  <a:pt x="47405" y="793"/>
                  <a:pt x="45819" y="95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11" name="Freeform 610">
            <a:extLst>
              <a:ext uri="{FF2B5EF4-FFF2-40B4-BE49-F238E27FC236}">
                <a16:creationId xmlns:a16="http://schemas.microsoft.com/office/drawing/2014/main" id="{A5FA5C36-6A27-7FFB-B437-A492B2A4B56D}"/>
              </a:ext>
            </a:extLst>
          </p:cNvPr>
          <p:cNvSpPr/>
          <p:nvPr userDrawn="1"/>
        </p:nvSpPr>
        <p:spPr>
          <a:xfrm>
            <a:off x="6993595" y="1376688"/>
            <a:ext cx="100357" cy="86470"/>
          </a:xfrm>
          <a:custGeom>
            <a:avLst/>
            <a:gdLst>
              <a:gd name="connsiteX0" fmla="*/ 84028 w 100357"/>
              <a:gd name="connsiteY0" fmla="*/ 13801 h 100411"/>
              <a:gd name="connsiteX1" fmla="*/ 52319 w 100357"/>
              <a:gd name="connsiteY1" fmla="*/ 476 h 100411"/>
              <a:gd name="connsiteX2" fmla="*/ 50100 w 100357"/>
              <a:gd name="connsiteY2" fmla="*/ 0 h 100411"/>
              <a:gd name="connsiteX3" fmla="*/ 47880 w 100357"/>
              <a:gd name="connsiteY3" fmla="*/ 476 h 100411"/>
              <a:gd name="connsiteX4" fmla="*/ 45978 w 100357"/>
              <a:gd name="connsiteY4" fmla="*/ 952 h 100411"/>
              <a:gd name="connsiteX5" fmla="*/ 41697 w 100357"/>
              <a:gd name="connsiteY5" fmla="*/ 1745 h 100411"/>
              <a:gd name="connsiteX6" fmla="*/ 0 w 100357"/>
              <a:gd name="connsiteY6" fmla="*/ 50285 h 100411"/>
              <a:gd name="connsiteX7" fmla="*/ 7134 w 100357"/>
              <a:gd name="connsiteY7" fmla="*/ 74555 h 100411"/>
              <a:gd name="connsiteX8" fmla="*/ 9671 w 100357"/>
              <a:gd name="connsiteY8" fmla="*/ 78203 h 100411"/>
              <a:gd name="connsiteX9" fmla="*/ 30440 w 100357"/>
              <a:gd name="connsiteY9" fmla="*/ 96287 h 100411"/>
              <a:gd name="connsiteX10" fmla="*/ 34721 w 100357"/>
              <a:gd name="connsiteY10" fmla="*/ 97239 h 100411"/>
              <a:gd name="connsiteX11" fmla="*/ 50258 w 100357"/>
              <a:gd name="connsiteY11" fmla="*/ 100411 h 100411"/>
              <a:gd name="connsiteX12" fmla="*/ 57710 w 100357"/>
              <a:gd name="connsiteY12" fmla="*/ 98825 h 100411"/>
              <a:gd name="connsiteX13" fmla="*/ 61991 w 100357"/>
              <a:gd name="connsiteY13" fmla="*/ 98032 h 100411"/>
              <a:gd name="connsiteX14" fmla="*/ 89736 w 100357"/>
              <a:gd name="connsiteY14" fmla="*/ 79631 h 100411"/>
              <a:gd name="connsiteX15" fmla="*/ 93858 w 100357"/>
              <a:gd name="connsiteY15" fmla="*/ 73603 h 100411"/>
              <a:gd name="connsiteX16" fmla="*/ 99565 w 100357"/>
              <a:gd name="connsiteY16" fmla="*/ 54251 h 100411"/>
              <a:gd name="connsiteX17" fmla="*/ 100358 w 100357"/>
              <a:gd name="connsiteY17" fmla="*/ 50285 h 100411"/>
              <a:gd name="connsiteX18" fmla="*/ 99090 w 100357"/>
              <a:gd name="connsiteY18" fmla="*/ 43781 h 100411"/>
              <a:gd name="connsiteX19" fmla="*/ 89418 w 100357"/>
              <a:gd name="connsiteY19" fmla="*/ 20304 h 100411"/>
              <a:gd name="connsiteX20" fmla="*/ 84345 w 100357"/>
              <a:gd name="connsiteY20" fmla="*/ 13959 h 1004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00357" h="100411">
                <a:moveTo>
                  <a:pt x="84028" y="13801"/>
                </a:moveTo>
                <a:cubicBezTo>
                  <a:pt x="75625" y="5869"/>
                  <a:pt x="64527" y="1110"/>
                  <a:pt x="52319" y="476"/>
                </a:cubicBezTo>
                <a:cubicBezTo>
                  <a:pt x="51527" y="476"/>
                  <a:pt x="50892" y="0"/>
                  <a:pt x="50100" y="0"/>
                </a:cubicBezTo>
                <a:cubicBezTo>
                  <a:pt x="49307" y="0"/>
                  <a:pt x="48673" y="476"/>
                  <a:pt x="47880" y="476"/>
                </a:cubicBezTo>
                <a:cubicBezTo>
                  <a:pt x="47246" y="476"/>
                  <a:pt x="46612" y="793"/>
                  <a:pt x="45978" y="952"/>
                </a:cubicBezTo>
                <a:cubicBezTo>
                  <a:pt x="44551" y="952"/>
                  <a:pt x="43124" y="1586"/>
                  <a:pt x="41697" y="1745"/>
                </a:cubicBezTo>
                <a:cubicBezTo>
                  <a:pt x="18232" y="5869"/>
                  <a:pt x="0" y="25539"/>
                  <a:pt x="0" y="50285"/>
                </a:cubicBezTo>
                <a:cubicBezTo>
                  <a:pt x="0" y="59327"/>
                  <a:pt x="3012" y="67258"/>
                  <a:pt x="7134" y="74555"/>
                </a:cubicBezTo>
                <a:cubicBezTo>
                  <a:pt x="7927" y="75824"/>
                  <a:pt x="8720" y="77093"/>
                  <a:pt x="9671" y="78203"/>
                </a:cubicBezTo>
                <a:cubicBezTo>
                  <a:pt x="15061" y="85817"/>
                  <a:pt x="21720" y="92480"/>
                  <a:pt x="30440" y="96287"/>
                </a:cubicBezTo>
                <a:cubicBezTo>
                  <a:pt x="31867" y="96921"/>
                  <a:pt x="33294" y="96763"/>
                  <a:pt x="34721" y="97239"/>
                </a:cubicBezTo>
                <a:cubicBezTo>
                  <a:pt x="39636" y="98825"/>
                  <a:pt x="44709" y="100411"/>
                  <a:pt x="50258" y="100411"/>
                </a:cubicBezTo>
                <a:cubicBezTo>
                  <a:pt x="52953" y="100411"/>
                  <a:pt x="55173" y="99301"/>
                  <a:pt x="57710" y="98825"/>
                </a:cubicBezTo>
                <a:cubicBezTo>
                  <a:pt x="59137" y="98507"/>
                  <a:pt x="60564" y="98349"/>
                  <a:pt x="61991" y="98032"/>
                </a:cubicBezTo>
                <a:cubicBezTo>
                  <a:pt x="73406" y="95176"/>
                  <a:pt x="82918" y="88831"/>
                  <a:pt x="89736" y="79631"/>
                </a:cubicBezTo>
                <a:cubicBezTo>
                  <a:pt x="91163" y="77727"/>
                  <a:pt x="92589" y="75824"/>
                  <a:pt x="93858" y="73603"/>
                </a:cubicBezTo>
                <a:cubicBezTo>
                  <a:pt x="97029" y="67734"/>
                  <a:pt x="99090" y="61230"/>
                  <a:pt x="99565" y="54251"/>
                </a:cubicBezTo>
                <a:cubicBezTo>
                  <a:pt x="99565" y="52823"/>
                  <a:pt x="100358" y="51554"/>
                  <a:pt x="100358" y="50285"/>
                </a:cubicBezTo>
                <a:cubicBezTo>
                  <a:pt x="100358" y="47905"/>
                  <a:pt x="99407" y="46002"/>
                  <a:pt x="99090" y="43781"/>
                </a:cubicBezTo>
                <a:cubicBezTo>
                  <a:pt x="97821" y="34898"/>
                  <a:pt x="94651" y="26967"/>
                  <a:pt x="89418" y="20304"/>
                </a:cubicBezTo>
                <a:cubicBezTo>
                  <a:pt x="87675" y="18083"/>
                  <a:pt x="86406" y="15863"/>
                  <a:pt x="84345" y="13959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12" name="Freeform 611">
            <a:extLst>
              <a:ext uri="{FF2B5EF4-FFF2-40B4-BE49-F238E27FC236}">
                <a16:creationId xmlns:a16="http://schemas.microsoft.com/office/drawing/2014/main" id="{2AD60877-A7AA-F979-4917-4714CE137193}"/>
              </a:ext>
            </a:extLst>
          </p:cNvPr>
          <p:cNvSpPr/>
          <p:nvPr userDrawn="1"/>
        </p:nvSpPr>
        <p:spPr>
          <a:xfrm>
            <a:off x="4836768" y="2725336"/>
            <a:ext cx="100358" cy="86333"/>
          </a:xfrm>
          <a:custGeom>
            <a:avLst/>
            <a:gdLst>
              <a:gd name="connsiteX0" fmla="*/ 62466 w 100358"/>
              <a:gd name="connsiteY0" fmla="*/ 97714 h 100252"/>
              <a:gd name="connsiteX1" fmla="*/ 66905 w 100358"/>
              <a:gd name="connsiteY1" fmla="*/ 96762 h 100252"/>
              <a:gd name="connsiteX2" fmla="*/ 95126 w 100358"/>
              <a:gd name="connsiteY2" fmla="*/ 71541 h 100252"/>
              <a:gd name="connsiteX3" fmla="*/ 96870 w 100358"/>
              <a:gd name="connsiteY3" fmla="*/ 67575 h 100252"/>
              <a:gd name="connsiteX4" fmla="*/ 100358 w 100358"/>
              <a:gd name="connsiteY4" fmla="*/ 49967 h 100252"/>
              <a:gd name="connsiteX5" fmla="*/ 96553 w 100358"/>
              <a:gd name="connsiteY5" fmla="*/ 31408 h 100252"/>
              <a:gd name="connsiteX6" fmla="*/ 94334 w 100358"/>
              <a:gd name="connsiteY6" fmla="*/ 27601 h 100252"/>
              <a:gd name="connsiteX7" fmla="*/ 93224 w 100358"/>
              <a:gd name="connsiteY7" fmla="*/ 25856 h 100252"/>
              <a:gd name="connsiteX8" fmla="*/ 90687 w 100358"/>
              <a:gd name="connsiteY8" fmla="*/ 22208 h 100252"/>
              <a:gd name="connsiteX9" fmla="*/ 50100 w 100358"/>
              <a:gd name="connsiteY9" fmla="*/ 0 h 100252"/>
              <a:gd name="connsiteX10" fmla="*/ 0 w 100358"/>
              <a:gd name="connsiteY10" fmla="*/ 50126 h 100252"/>
              <a:gd name="connsiteX11" fmla="*/ 50100 w 100358"/>
              <a:gd name="connsiteY11" fmla="*/ 100252 h 100252"/>
              <a:gd name="connsiteX12" fmla="*/ 55490 w 100358"/>
              <a:gd name="connsiteY12" fmla="*/ 99142 h 100252"/>
              <a:gd name="connsiteX13" fmla="*/ 59771 w 100358"/>
              <a:gd name="connsiteY13" fmla="*/ 98190 h 100252"/>
              <a:gd name="connsiteX14" fmla="*/ 62308 w 100358"/>
              <a:gd name="connsiteY14" fmla="*/ 97714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00358" h="100252">
                <a:moveTo>
                  <a:pt x="62466" y="97714"/>
                </a:moveTo>
                <a:cubicBezTo>
                  <a:pt x="63893" y="97397"/>
                  <a:pt x="65479" y="97239"/>
                  <a:pt x="66905" y="96762"/>
                </a:cubicBezTo>
                <a:cubicBezTo>
                  <a:pt x="79430" y="92321"/>
                  <a:pt x="89419" y="83438"/>
                  <a:pt x="95126" y="71541"/>
                </a:cubicBezTo>
                <a:cubicBezTo>
                  <a:pt x="95760" y="70113"/>
                  <a:pt x="96395" y="69003"/>
                  <a:pt x="96870" y="67575"/>
                </a:cubicBezTo>
                <a:cubicBezTo>
                  <a:pt x="98931" y="62023"/>
                  <a:pt x="100358" y="56154"/>
                  <a:pt x="100358" y="49967"/>
                </a:cubicBezTo>
                <a:cubicBezTo>
                  <a:pt x="100358" y="43305"/>
                  <a:pt x="98931" y="37119"/>
                  <a:pt x="96553" y="31408"/>
                </a:cubicBezTo>
                <a:cubicBezTo>
                  <a:pt x="95919" y="29981"/>
                  <a:pt x="94967" y="28870"/>
                  <a:pt x="94334" y="27601"/>
                </a:cubicBezTo>
                <a:cubicBezTo>
                  <a:pt x="94016" y="26967"/>
                  <a:pt x="93541" y="26491"/>
                  <a:pt x="93224" y="25856"/>
                </a:cubicBezTo>
                <a:cubicBezTo>
                  <a:pt x="92431" y="24587"/>
                  <a:pt x="91480" y="23318"/>
                  <a:pt x="90687" y="22208"/>
                </a:cubicBezTo>
                <a:cubicBezTo>
                  <a:pt x="81650" y="9042"/>
                  <a:pt x="67222" y="0"/>
                  <a:pt x="50100" y="0"/>
                </a:cubicBezTo>
                <a:cubicBezTo>
                  <a:pt x="22355" y="0"/>
                  <a:pt x="0" y="22525"/>
                  <a:pt x="0" y="50126"/>
                </a:cubicBezTo>
                <a:cubicBezTo>
                  <a:pt x="0" y="77727"/>
                  <a:pt x="22513" y="100252"/>
                  <a:pt x="50100" y="100252"/>
                </a:cubicBezTo>
                <a:cubicBezTo>
                  <a:pt x="52002" y="100252"/>
                  <a:pt x="53588" y="99301"/>
                  <a:pt x="55490" y="99142"/>
                </a:cubicBezTo>
                <a:cubicBezTo>
                  <a:pt x="56917" y="98983"/>
                  <a:pt x="58344" y="98507"/>
                  <a:pt x="59771" y="98190"/>
                </a:cubicBezTo>
                <a:cubicBezTo>
                  <a:pt x="60564" y="98032"/>
                  <a:pt x="61515" y="97873"/>
                  <a:pt x="62308" y="97714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14" name="Freeform 613">
            <a:extLst>
              <a:ext uri="{FF2B5EF4-FFF2-40B4-BE49-F238E27FC236}">
                <a16:creationId xmlns:a16="http://schemas.microsoft.com/office/drawing/2014/main" id="{E4F29C5A-7B52-1ADA-E759-982C74749569}"/>
              </a:ext>
            </a:extLst>
          </p:cNvPr>
          <p:cNvSpPr/>
          <p:nvPr userDrawn="1"/>
        </p:nvSpPr>
        <p:spPr>
          <a:xfrm>
            <a:off x="6273807" y="0"/>
            <a:ext cx="1370767" cy="3163656"/>
          </a:xfrm>
          <a:custGeom>
            <a:avLst/>
            <a:gdLst>
              <a:gd name="connsiteX0" fmla="*/ 8085 w 1370767"/>
              <a:gd name="connsiteY0" fmla="*/ 0 h 3508199"/>
              <a:gd name="connsiteX1" fmla="*/ 0 w 1370767"/>
              <a:gd name="connsiteY1" fmla="*/ 2538 h 3508199"/>
              <a:gd name="connsiteX2" fmla="*/ 1362682 w 1370767"/>
              <a:gd name="connsiteY2" fmla="*/ 3508200 h 3508199"/>
              <a:gd name="connsiteX3" fmla="*/ 1370768 w 1370767"/>
              <a:gd name="connsiteY3" fmla="*/ 3505820 h 3508199"/>
              <a:gd name="connsiteX4" fmla="*/ 8085 w 1370767"/>
              <a:gd name="connsiteY4" fmla="*/ 159 h 35081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0767" h="3508199">
                <a:moveTo>
                  <a:pt x="8085" y="0"/>
                </a:moveTo>
                <a:cubicBezTo>
                  <a:pt x="5549" y="1269"/>
                  <a:pt x="2695" y="1586"/>
                  <a:pt x="0" y="2538"/>
                </a:cubicBezTo>
                <a:lnTo>
                  <a:pt x="1362682" y="3508200"/>
                </a:lnTo>
                <a:cubicBezTo>
                  <a:pt x="1365218" y="3507089"/>
                  <a:pt x="1368072" y="3506613"/>
                  <a:pt x="1370768" y="3505820"/>
                </a:cubicBezTo>
                <a:lnTo>
                  <a:pt x="8085" y="159"/>
                </a:lnTo>
                <a:close/>
              </a:path>
            </a:pathLst>
          </a:custGeom>
          <a:solidFill>
            <a:srgbClr val="FF7D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15" name="Freeform 614">
            <a:extLst>
              <a:ext uri="{FF2B5EF4-FFF2-40B4-BE49-F238E27FC236}">
                <a16:creationId xmlns:a16="http://schemas.microsoft.com/office/drawing/2014/main" id="{49F7B69B-CB21-AB48-D55F-D40424772847}"/>
              </a:ext>
            </a:extLst>
          </p:cNvPr>
          <p:cNvSpPr/>
          <p:nvPr userDrawn="1"/>
        </p:nvSpPr>
        <p:spPr>
          <a:xfrm>
            <a:off x="1815561" y="6343146"/>
            <a:ext cx="45719" cy="514854"/>
          </a:xfrm>
          <a:custGeom>
            <a:avLst/>
            <a:gdLst>
              <a:gd name="connsiteX0" fmla="*/ 159 w 31550"/>
              <a:gd name="connsiteY0" fmla="*/ 1745 h 118494"/>
              <a:gd name="connsiteX1" fmla="*/ 27587 w 31550"/>
              <a:gd name="connsiteY1" fmla="*/ 118495 h 118494"/>
              <a:gd name="connsiteX2" fmla="*/ 31550 w 31550"/>
              <a:gd name="connsiteY2" fmla="*/ 98349 h 118494"/>
              <a:gd name="connsiteX3" fmla="*/ 8403 w 31550"/>
              <a:gd name="connsiteY3" fmla="*/ 0 h 118494"/>
              <a:gd name="connsiteX4" fmla="*/ 0 w 31550"/>
              <a:gd name="connsiteY4" fmla="*/ 1745 h 1184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550" h="118494">
                <a:moveTo>
                  <a:pt x="159" y="1745"/>
                </a:moveTo>
                <a:lnTo>
                  <a:pt x="27587" y="118495"/>
                </a:lnTo>
                <a:lnTo>
                  <a:pt x="31550" y="98349"/>
                </a:lnTo>
                <a:lnTo>
                  <a:pt x="8403" y="0"/>
                </a:lnTo>
                <a:cubicBezTo>
                  <a:pt x="5708" y="793"/>
                  <a:pt x="2854" y="1269"/>
                  <a:pt x="0" y="1745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16" name="Freeform 615">
            <a:extLst>
              <a:ext uri="{FF2B5EF4-FFF2-40B4-BE49-F238E27FC236}">
                <a16:creationId xmlns:a16="http://schemas.microsoft.com/office/drawing/2014/main" id="{66D4F058-BAFF-0CC4-D35A-89D9279424C8}"/>
              </a:ext>
            </a:extLst>
          </p:cNvPr>
          <p:cNvSpPr/>
          <p:nvPr userDrawn="1"/>
        </p:nvSpPr>
        <p:spPr>
          <a:xfrm>
            <a:off x="1759279" y="6346477"/>
            <a:ext cx="47619" cy="568749"/>
          </a:xfrm>
          <a:custGeom>
            <a:avLst/>
            <a:gdLst>
              <a:gd name="connsiteX0" fmla="*/ 40587 w 44233"/>
              <a:gd name="connsiteY0" fmla="*/ 0 h 535208"/>
              <a:gd name="connsiteX1" fmla="*/ 29172 w 44233"/>
              <a:gd name="connsiteY1" fmla="*/ 97080 h 535208"/>
              <a:gd name="connsiteX2" fmla="*/ 0 w 44233"/>
              <a:gd name="connsiteY2" fmla="*/ 535209 h 535208"/>
              <a:gd name="connsiteX3" fmla="*/ 12842 w 44233"/>
              <a:gd name="connsiteY3" fmla="*/ 470964 h 535208"/>
              <a:gd name="connsiteX4" fmla="*/ 44234 w 44233"/>
              <a:gd name="connsiteY4" fmla="*/ 793 h 535208"/>
              <a:gd name="connsiteX5" fmla="*/ 40587 w 44233"/>
              <a:gd name="connsiteY5" fmla="*/ 0 h 535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4233" h="535208">
                <a:moveTo>
                  <a:pt x="40587" y="0"/>
                </a:moveTo>
                <a:lnTo>
                  <a:pt x="29172" y="97080"/>
                </a:lnTo>
                <a:lnTo>
                  <a:pt x="0" y="535209"/>
                </a:lnTo>
                <a:lnTo>
                  <a:pt x="12842" y="470964"/>
                </a:lnTo>
                <a:lnTo>
                  <a:pt x="44234" y="793"/>
                </a:lnTo>
                <a:cubicBezTo>
                  <a:pt x="42965" y="793"/>
                  <a:pt x="41855" y="159"/>
                  <a:pt x="40587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17" name="Freeform 616">
            <a:extLst>
              <a:ext uri="{FF2B5EF4-FFF2-40B4-BE49-F238E27FC236}">
                <a16:creationId xmlns:a16="http://schemas.microsoft.com/office/drawing/2014/main" id="{64BDB757-2EF4-76A4-5A2A-CDF25A1FA553}"/>
              </a:ext>
            </a:extLst>
          </p:cNvPr>
          <p:cNvSpPr/>
          <p:nvPr userDrawn="1"/>
        </p:nvSpPr>
        <p:spPr>
          <a:xfrm>
            <a:off x="1684288" y="6345844"/>
            <a:ext cx="81649" cy="569382"/>
          </a:xfrm>
          <a:custGeom>
            <a:avLst/>
            <a:gdLst>
              <a:gd name="connsiteX0" fmla="*/ 115578 w 115578"/>
              <a:gd name="connsiteY0" fmla="*/ 634 h 910837"/>
              <a:gd name="connsiteX1" fmla="*/ 112249 w 115578"/>
              <a:gd name="connsiteY1" fmla="*/ 0 h 910837"/>
              <a:gd name="connsiteX2" fmla="*/ 94809 w 115578"/>
              <a:gd name="connsiteY2" fmla="*/ 105170 h 910837"/>
              <a:gd name="connsiteX3" fmla="*/ 0 w 115578"/>
              <a:gd name="connsiteY3" fmla="*/ 910837 h 910837"/>
              <a:gd name="connsiteX4" fmla="*/ 20769 w 115578"/>
              <a:gd name="connsiteY4" fmla="*/ 807254 h 910837"/>
              <a:gd name="connsiteX5" fmla="*/ 104163 w 115578"/>
              <a:gd name="connsiteY5" fmla="*/ 97714 h 910837"/>
              <a:gd name="connsiteX6" fmla="*/ 115578 w 115578"/>
              <a:gd name="connsiteY6" fmla="*/ 634 h 91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5578" h="910837">
                <a:moveTo>
                  <a:pt x="115578" y="634"/>
                </a:moveTo>
                <a:cubicBezTo>
                  <a:pt x="114468" y="634"/>
                  <a:pt x="113359" y="0"/>
                  <a:pt x="112249" y="0"/>
                </a:cubicBezTo>
                <a:lnTo>
                  <a:pt x="94809" y="105170"/>
                </a:lnTo>
                <a:lnTo>
                  <a:pt x="0" y="910837"/>
                </a:lnTo>
                <a:lnTo>
                  <a:pt x="20769" y="807254"/>
                </a:lnTo>
                <a:lnTo>
                  <a:pt x="104163" y="97714"/>
                </a:lnTo>
                <a:lnTo>
                  <a:pt x="115578" y="634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20" name="Freeform 619">
            <a:extLst>
              <a:ext uri="{FF2B5EF4-FFF2-40B4-BE49-F238E27FC236}">
                <a16:creationId xmlns:a16="http://schemas.microsoft.com/office/drawing/2014/main" id="{640E2642-F999-D58C-E153-44D31BC3AC70}"/>
              </a:ext>
            </a:extLst>
          </p:cNvPr>
          <p:cNvSpPr/>
          <p:nvPr userDrawn="1"/>
        </p:nvSpPr>
        <p:spPr>
          <a:xfrm>
            <a:off x="1807317" y="6019547"/>
            <a:ext cx="29171" cy="161328"/>
          </a:xfrm>
          <a:custGeom>
            <a:avLst/>
            <a:gdLst>
              <a:gd name="connsiteX0" fmla="*/ 8403 w 29171"/>
              <a:gd name="connsiteY0" fmla="*/ 187339 h 187338"/>
              <a:gd name="connsiteX1" fmla="*/ 29172 w 29171"/>
              <a:gd name="connsiteY1" fmla="*/ 0 h 187338"/>
              <a:gd name="connsiteX2" fmla="*/ 20611 w 29171"/>
              <a:gd name="connsiteY2" fmla="*/ 793 h 187338"/>
              <a:gd name="connsiteX3" fmla="*/ 0 w 29171"/>
              <a:gd name="connsiteY3" fmla="*/ 185594 h 187338"/>
              <a:gd name="connsiteX4" fmla="*/ 8403 w 29171"/>
              <a:gd name="connsiteY4" fmla="*/ 187339 h 1873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9171" h="187338">
                <a:moveTo>
                  <a:pt x="8403" y="187339"/>
                </a:moveTo>
                <a:lnTo>
                  <a:pt x="29172" y="0"/>
                </a:lnTo>
                <a:lnTo>
                  <a:pt x="20611" y="793"/>
                </a:lnTo>
                <a:lnTo>
                  <a:pt x="0" y="185594"/>
                </a:lnTo>
                <a:cubicBezTo>
                  <a:pt x="3012" y="185752"/>
                  <a:pt x="5549" y="186863"/>
                  <a:pt x="8403" y="187339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21" name="Freeform 620">
            <a:extLst>
              <a:ext uri="{FF2B5EF4-FFF2-40B4-BE49-F238E27FC236}">
                <a16:creationId xmlns:a16="http://schemas.microsoft.com/office/drawing/2014/main" id="{1E1CDAFC-E593-38EC-F1D6-615A5111A6C5}"/>
              </a:ext>
            </a:extLst>
          </p:cNvPr>
          <p:cNvSpPr/>
          <p:nvPr userDrawn="1"/>
        </p:nvSpPr>
        <p:spPr>
          <a:xfrm>
            <a:off x="1831733" y="2715184"/>
            <a:ext cx="365759" cy="3516745"/>
          </a:xfrm>
          <a:custGeom>
            <a:avLst/>
            <a:gdLst>
              <a:gd name="connsiteX0" fmla="*/ 365760 w 365759"/>
              <a:gd name="connsiteY0" fmla="*/ 476 h 3271845"/>
              <a:gd name="connsiteX1" fmla="*/ 363223 w 365759"/>
              <a:gd name="connsiteY1" fmla="*/ 0 h 3271845"/>
              <a:gd name="connsiteX2" fmla="*/ 0 w 365759"/>
              <a:gd name="connsiteY2" fmla="*/ 3270576 h 3271845"/>
              <a:gd name="connsiteX3" fmla="*/ 8403 w 365759"/>
              <a:gd name="connsiteY3" fmla="*/ 3271845 h 3271845"/>
              <a:gd name="connsiteX4" fmla="*/ 350381 w 365759"/>
              <a:gd name="connsiteY4" fmla="*/ 193208 h 3271845"/>
              <a:gd name="connsiteX5" fmla="*/ 365760 w 365759"/>
              <a:gd name="connsiteY5" fmla="*/ 476 h 32718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65759" h="3271845">
                <a:moveTo>
                  <a:pt x="365760" y="476"/>
                </a:moveTo>
                <a:cubicBezTo>
                  <a:pt x="364809" y="476"/>
                  <a:pt x="364016" y="159"/>
                  <a:pt x="363223" y="0"/>
                </a:cubicBezTo>
                <a:lnTo>
                  <a:pt x="0" y="3270576"/>
                </a:lnTo>
                <a:lnTo>
                  <a:pt x="8403" y="3271845"/>
                </a:lnTo>
                <a:lnTo>
                  <a:pt x="350381" y="193208"/>
                </a:lnTo>
                <a:lnTo>
                  <a:pt x="365760" y="476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22" name="Freeform 621">
            <a:extLst>
              <a:ext uri="{FF2B5EF4-FFF2-40B4-BE49-F238E27FC236}">
                <a16:creationId xmlns:a16="http://schemas.microsoft.com/office/drawing/2014/main" id="{1D36F312-7D87-D097-7156-37F02429F27F}"/>
              </a:ext>
            </a:extLst>
          </p:cNvPr>
          <p:cNvSpPr/>
          <p:nvPr userDrawn="1"/>
        </p:nvSpPr>
        <p:spPr>
          <a:xfrm>
            <a:off x="1828879" y="5994167"/>
            <a:ext cx="10305" cy="45719"/>
          </a:xfrm>
          <a:custGeom>
            <a:avLst/>
            <a:gdLst>
              <a:gd name="connsiteX0" fmla="*/ 2061 w 10305"/>
              <a:gd name="connsiteY0" fmla="*/ 0 h 17607"/>
              <a:gd name="connsiteX1" fmla="*/ 0 w 10305"/>
              <a:gd name="connsiteY1" fmla="*/ 17608 h 17607"/>
              <a:gd name="connsiteX2" fmla="*/ 8561 w 10305"/>
              <a:gd name="connsiteY2" fmla="*/ 16814 h 17607"/>
              <a:gd name="connsiteX3" fmla="*/ 10305 w 10305"/>
              <a:gd name="connsiteY3" fmla="*/ 1269 h 17607"/>
              <a:gd name="connsiteX4" fmla="*/ 2061 w 10305"/>
              <a:gd name="connsiteY4" fmla="*/ 0 h 176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305" h="17607">
                <a:moveTo>
                  <a:pt x="2061" y="0"/>
                </a:moveTo>
                <a:lnTo>
                  <a:pt x="0" y="17608"/>
                </a:lnTo>
                <a:lnTo>
                  <a:pt x="8561" y="16814"/>
                </a:lnTo>
                <a:lnTo>
                  <a:pt x="10305" y="1269"/>
                </a:lnTo>
                <a:lnTo>
                  <a:pt x="2061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23" name="Freeform 622">
            <a:extLst>
              <a:ext uri="{FF2B5EF4-FFF2-40B4-BE49-F238E27FC236}">
                <a16:creationId xmlns:a16="http://schemas.microsoft.com/office/drawing/2014/main" id="{A18BA156-11C8-27B1-3CA7-318653B2577D}"/>
              </a:ext>
            </a:extLst>
          </p:cNvPr>
          <p:cNvSpPr/>
          <p:nvPr userDrawn="1"/>
        </p:nvSpPr>
        <p:spPr>
          <a:xfrm>
            <a:off x="33056" y="5843948"/>
            <a:ext cx="996604" cy="209276"/>
          </a:xfrm>
          <a:custGeom>
            <a:avLst/>
            <a:gdLst>
              <a:gd name="connsiteX0" fmla="*/ 996605 w 996604"/>
              <a:gd name="connsiteY0" fmla="*/ 240638 h 243017"/>
              <a:gd name="connsiteX1" fmla="*/ 0 w 996604"/>
              <a:gd name="connsiteY1" fmla="*/ 0 h 243017"/>
              <a:gd name="connsiteX2" fmla="*/ 0 w 996604"/>
              <a:gd name="connsiteY2" fmla="*/ 8725 h 243017"/>
              <a:gd name="connsiteX3" fmla="*/ 970128 w 996604"/>
              <a:gd name="connsiteY3" fmla="*/ 243017 h 243017"/>
              <a:gd name="connsiteX4" fmla="*/ 996605 w 996604"/>
              <a:gd name="connsiteY4" fmla="*/ 240638 h 2430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96604" h="243017">
                <a:moveTo>
                  <a:pt x="996605" y="240638"/>
                </a:moveTo>
                <a:lnTo>
                  <a:pt x="0" y="0"/>
                </a:lnTo>
                <a:lnTo>
                  <a:pt x="0" y="8725"/>
                </a:lnTo>
                <a:lnTo>
                  <a:pt x="970128" y="243017"/>
                </a:lnTo>
                <a:lnTo>
                  <a:pt x="996605" y="240638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24" name="Freeform 623">
            <a:extLst>
              <a:ext uri="{FF2B5EF4-FFF2-40B4-BE49-F238E27FC236}">
                <a16:creationId xmlns:a16="http://schemas.microsoft.com/office/drawing/2014/main" id="{B98CC531-2C7A-1187-0B26-06EC740D93A4}"/>
              </a:ext>
            </a:extLst>
          </p:cNvPr>
          <p:cNvSpPr/>
          <p:nvPr userDrawn="1"/>
        </p:nvSpPr>
        <p:spPr>
          <a:xfrm>
            <a:off x="1028551" y="6090770"/>
            <a:ext cx="706470" cy="148898"/>
          </a:xfrm>
          <a:custGeom>
            <a:avLst/>
            <a:gdLst>
              <a:gd name="connsiteX0" fmla="*/ 375590 w 706470"/>
              <a:gd name="connsiteY0" fmla="*/ 84231 h 172904"/>
              <a:gd name="connsiteX1" fmla="*/ 26477 w 706470"/>
              <a:gd name="connsiteY1" fmla="*/ 0 h 172904"/>
              <a:gd name="connsiteX2" fmla="*/ 0 w 706470"/>
              <a:gd name="connsiteY2" fmla="*/ 2380 h 172904"/>
              <a:gd name="connsiteX3" fmla="*/ 706153 w 706470"/>
              <a:gd name="connsiteY3" fmla="*/ 172904 h 172904"/>
              <a:gd name="connsiteX4" fmla="*/ 706470 w 706470"/>
              <a:gd name="connsiteY4" fmla="*/ 171476 h 172904"/>
              <a:gd name="connsiteX5" fmla="*/ 375431 w 706470"/>
              <a:gd name="connsiteY5" fmla="*/ 84231 h 1729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06470" h="172904">
                <a:moveTo>
                  <a:pt x="375590" y="84231"/>
                </a:moveTo>
                <a:lnTo>
                  <a:pt x="26477" y="0"/>
                </a:lnTo>
                <a:lnTo>
                  <a:pt x="0" y="2380"/>
                </a:lnTo>
                <a:lnTo>
                  <a:pt x="706153" y="172904"/>
                </a:lnTo>
                <a:cubicBezTo>
                  <a:pt x="706153" y="172904"/>
                  <a:pt x="706312" y="171952"/>
                  <a:pt x="706470" y="171476"/>
                </a:cubicBezTo>
                <a:lnTo>
                  <a:pt x="375431" y="84231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25" name="Freeform 624">
            <a:extLst>
              <a:ext uri="{FF2B5EF4-FFF2-40B4-BE49-F238E27FC236}">
                <a16:creationId xmlns:a16="http://schemas.microsoft.com/office/drawing/2014/main" id="{3048C35E-7579-58F1-4EB4-5E3A31D82CDA}"/>
              </a:ext>
            </a:extLst>
          </p:cNvPr>
          <p:cNvSpPr/>
          <p:nvPr userDrawn="1"/>
        </p:nvSpPr>
        <p:spPr>
          <a:xfrm>
            <a:off x="33056" y="5805083"/>
            <a:ext cx="1044326" cy="238782"/>
          </a:xfrm>
          <a:custGeom>
            <a:avLst/>
            <a:gdLst>
              <a:gd name="connsiteX0" fmla="*/ 1044326 w 1044326"/>
              <a:gd name="connsiteY0" fmla="*/ 275060 h 277280"/>
              <a:gd name="connsiteX1" fmla="*/ 0 w 1044326"/>
              <a:gd name="connsiteY1" fmla="*/ 0 h 277280"/>
              <a:gd name="connsiteX2" fmla="*/ 0 w 1044326"/>
              <a:gd name="connsiteY2" fmla="*/ 8724 h 277280"/>
              <a:gd name="connsiteX3" fmla="*/ 1019752 w 1044326"/>
              <a:gd name="connsiteY3" fmla="*/ 277280 h 277280"/>
              <a:gd name="connsiteX4" fmla="*/ 1044326 w 1044326"/>
              <a:gd name="connsiteY4" fmla="*/ 275060 h 2772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44326" h="277280">
                <a:moveTo>
                  <a:pt x="1044326" y="275060"/>
                </a:moveTo>
                <a:lnTo>
                  <a:pt x="0" y="0"/>
                </a:lnTo>
                <a:lnTo>
                  <a:pt x="0" y="8724"/>
                </a:lnTo>
                <a:lnTo>
                  <a:pt x="1019752" y="277280"/>
                </a:lnTo>
                <a:lnTo>
                  <a:pt x="1044326" y="27506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26" name="Freeform 625">
            <a:extLst>
              <a:ext uri="{FF2B5EF4-FFF2-40B4-BE49-F238E27FC236}">
                <a16:creationId xmlns:a16="http://schemas.microsoft.com/office/drawing/2014/main" id="{3C5D994F-5CEB-89C9-A284-7BBAF1874636}"/>
              </a:ext>
            </a:extLst>
          </p:cNvPr>
          <p:cNvSpPr/>
          <p:nvPr userDrawn="1"/>
        </p:nvSpPr>
        <p:spPr>
          <a:xfrm>
            <a:off x="1076590" y="6086488"/>
            <a:ext cx="660333" cy="151356"/>
          </a:xfrm>
          <a:custGeom>
            <a:avLst/>
            <a:gdLst>
              <a:gd name="connsiteX0" fmla="*/ 658590 w 660333"/>
              <a:gd name="connsiteY0" fmla="*/ 175600 h 175758"/>
              <a:gd name="connsiteX1" fmla="*/ 660334 w 660333"/>
              <a:gd name="connsiteY1" fmla="*/ 167352 h 175758"/>
              <a:gd name="connsiteX2" fmla="*/ 24733 w 660333"/>
              <a:gd name="connsiteY2" fmla="*/ 0 h 175758"/>
              <a:gd name="connsiteX3" fmla="*/ 0 w 660333"/>
              <a:gd name="connsiteY3" fmla="*/ 2221 h 175758"/>
              <a:gd name="connsiteX4" fmla="*/ 327551 w 660333"/>
              <a:gd name="connsiteY4" fmla="*/ 88514 h 175758"/>
              <a:gd name="connsiteX5" fmla="*/ 658590 w 660333"/>
              <a:gd name="connsiteY5" fmla="*/ 175759 h 1757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60333" h="175758">
                <a:moveTo>
                  <a:pt x="658590" y="175600"/>
                </a:moveTo>
                <a:cubicBezTo>
                  <a:pt x="659224" y="172745"/>
                  <a:pt x="659383" y="169890"/>
                  <a:pt x="660334" y="167352"/>
                </a:cubicBezTo>
                <a:lnTo>
                  <a:pt x="24733" y="0"/>
                </a:lnTo>
                <a:lnTo>
                  <a:pt x="0" y="2221"/>
                </a:lnTo>
                <a:lnTo>
                  <a:pt x="327551" y="88514"/>
                </a:lnTo>
                <a:lnTo>
                  <a:pt x="658590" y="17575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27" name="Freeform 626">
            <a:extLst>
              <a:ext uri="{FF2B5EF4-FFF2-40B4-BE49-F238E27FC236}">
                <a16:creationId xmlns:a16="http://schemas.microsoft.com/office/drawing/2014/main" id="{A7C67A70-5713-A9FE-198F-2A7997E726F7}"/>
              </a:ext>
            </a:extLst>
          </p:cNvPr>
          <p:cNvSpPr/>
          <p:nvPr userDrawn="1"/>
        </p:nvSpPr>
        <p:spPr>
          <a:xfrm>
            <a:off x="-4780" y="5715777"/>
            <a:ext cx="1874721" cy="244656"/>
          </a:xfrm>
          <a:custGeom>
            <a:avLst/>
            <a:gdLst>
              <a:gd name="connsiteX0" fmla="*/ 1806128 w 1836885"/>
              <a:gd name="connsiteY0" fmla="*/ 279660 h 284101"/>
              <a:gd name="connsiteX1" fmla="*/ 1835142 w 1836885"/>
              <a:gd name="connsiteY1" fmla="*/ 284101 h 284101"/>
              <a:gd name="connsiteX2" fmla="*/ 1836886 w 1836885"/>
              <a:gd name="connsiteY2" fmla="*/ 275694 h 284101"/>
              <a:gd name="connsiteX3" fmla="*/ 1807080 w 1836885"/>
              <a:gd name="connsiteY3" fmla="*/ 271253 h 284101"/>
              <a:gd name="connsiteX4" fmla="*/ 1798677 w 1836885"/>
              <a:gd name="connsiteY4" fmla="*/ 269983 h 284101"/>
              <a:gd name="connsiteX5" fmla="*/ 0 w 1836885"/>
              <a:gd name="connsiteY5" fmla="*/ 0 h 284101"/>
              <a:gd name="connsiteX6" fmla="*/ 0 w 1836885"/>
              <a:gd name="connsiteY6" fmla="*/ 8566 h 284101"/>
              <a:gd name="connsiteX7" fmla="*/ 1797884 w 1836885"/>
              <a:gd name="connsiteY7" fmla="*/ 278391 h 284101"/>
              <a:gd name="connsiteX8" fmla="*/ 1806287 w 1836885"/>
              <a:gd name="connsiteY8" fmla="*/ 279660 h 284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836885" h="284101">
                <a:moveTo>
                  <a:pt x="1806128" y="279660"/>
                </a:moveTo>
                <a:lnTo>
                  <a:pt x="1835142" y="284101"/>
                </a:lnTo>
                <a:cubicBezTo>
                  <a:pt x="1835459" y="281246"/>
                  <a:pt x="1836252" y="278549"/>
                  <a:pt x="1836886" y="275694"/>
                </a:cubicBezTo>
                <a:lnTo>
                  <a:pt x="1807080" y="271253"/>
                </a:lnTo>
                <a:lnTo>
                  <a:pt x="1798677" y="269983"/>
                </a:lnTo>
                <a:lnTo>
                  <a:pt x="0" y="0"/>
                </a:lnTo>
                <a:lnTo>
                  <a:pt x="0" y="8566"/>
                </a:lnTo>
                <a:lnTo>
                  <a:pt x="1797884" y="278391"/>
                </a:lnTo>
                <a:lnTo>
                  <a:pt x="1806287" y="27966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28" name="Freeform 627">
            <a:extLst>
              <a:ext uri="{FF2B5EF4-FFF2-40B4-BE49-F238E27FC236}">
                <a16:creationId xmlns:a16="http://schemas.microsoft.com/office/drawing/2014/main" id="{9D3D148C-C27F-C6A0-D51B-0B36AB8A9F43}"/>
              </a:ext>
            </a:extLst>
          </p:cNvPr>
          <p:cNvSpPr/>
          <p:nvPr userDrawn="1"/>
        </p:nvSpPr>
        <p:spPr>
          <a:xfrm>
            <a:off x="1940018" y="2715659"/>
            <a:ext cx="265877" cy="3314286"/>
          </a:xfrm>
          <a:custGeom>
            <a:avLst/>
            <a:gdLst>
              <a:gd name="connsiteX0" fmla="*/ 257475 w 265877"/>
              <a:gd name="connsiteY0" fmla="*/ 0 h 3221084"/>
              <a:gd name="connsiteX1" fmla="*/ 242096 w 265877"/>
              <a:gd name="connsiteY1" fmla="*/ 192732 h 3221084"/>
              <a:gd name="connsiteX2" fmla="*/ 0 w 265877"/>
              <a:gd name="connsiteY2" fmla="*/ 3219340 h 3221084"/>
              <a:gd name="connsiteX3" fmla="*/ 8403 w 265877"/>
              <a:gd name="connsiteY3" fmla="*/ 3221084 h 3221084"/>
              <a:gd name="connsiteX4" fmla="*/ 265877 w 265877"/>
              <a:gd name="connsiteY4" fmla="*/ 1903 h 3221084"/>
              <a:gd name="connsiteX5" fmla="*/ 257633 w 265877"/>
              <a:gd name="connsiteY5" fmla="*/ 159 h 32210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65877" h="3221084">
                <a:moveTo>
                  <a:pt x="257475" y="0"/>
                </a:moveTo>
                <a:lnTo>
                  <a:pt x="242096" y="192732"/>
                </a:lnTo>
                <a:lnTo>
                  <a:pt x="0" y="3219340"/>
                </a:lnTo>
                <a:cubicBezTo>
                  <a:pt x="3012" y="3219340"/>
                  <a:pt x="5549" y="3220608"/>
                  <a:pt x="8403" y="3221084"/>
                </a:cubicBezTo>
                <a:lnTo>
                  <a:pt x="265877" y="1903"/>
                </a:lnTo>
                <a:cubicBezTo>
                  <a:pt x="262865" y="1903"/>
                  <a:pt x="260487" y="634"/>
                  <a:pt x="257633" y="159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29" name="Freeform 628">
            <a:extLst>
              <a:ext uri="{FF2B5EF4-FFF2-40B4-BE49-F238E27FC236}">
                <a16:creationId xmlns:a16="http://schemas.microsoft.com/office/drawing/2014/main" id="{2699F62F-C50B-D6C6-7146-54D56C20D25C}"/>
              </a:ext>
            </a:extLst>
          </p:cNvPr>
          <p:cNvSpPr/>
          <p:nvPr userDrawn="1"/>
        </p:nvSpPr>
        <p:spPr>
          <a:xfrm>
            <a:off x="1831892" y="6066976"/>
            <a:ext cx="78637" cy="127451"/>
          </a:xfrm>
          <a:custGeom>
            <a:avLst/>
            <a:gdLst>
              <a:gd name="connsiteX0" fmla="*/ 71503 w 78637"/>
              <a:gd name="connsiteY0" fmla="*/ 0 h 147999"/>
              <a:gd name="connsiteX1" fmla="*/ 0 w 78637"/>
              <a:gd name="connsiteY1" fmla="*/ 143240 h 147999"/>
              <a:gd name="connsiteX2" fmla="*/ 7135 w 78637"/>
              <a:gd name="connsiteY2" fmla="*/ 147999 h 147999"/>
              <a:gd name="connsiteX3" fmla="*/ 78638 w 78637"/>
              <a:gd name="connsiteY3" fmla="*/ 4759 h 147999"/>
              <a:gd name="connsiteX4" fmla="*/ 71503 w 78637"/>
              <a:gd name="connsiteY4" fmla="*/ 0 h 14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8637" h="147999">
                <a:moveTo>
                  <a:pt x="71503" y="0"/>
                </a:moveTo>
                <a:lnTo>
                  <a:pt x="0" y="143240"/>
                </a:lnTo>
                <a:cubicBezTo>
                  <a:pt x="2695" y="144351"/>
                  <a:pt x="4598" y="146572"/>
                  <a:pt x="7135" y="147999"/>
                </a:cubicBezTo>
                <a:lnTo>
                  <a:pt x="78638" y="4759"/>
                </a:lnTo>
                <a:cubicBezTo>
                  <a:pt x="75942" y="3649"/>
                  <a:pt x="74040" y="1428"/>
                  <a:pt x="71503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30" name="Freeform 629">
            <a:extLst>
              <a:ext uri="{FF2B5EF4-FFF2-40B4-BE49-F238E27FC236}">
                <a16:creationId xmlns:a16="http://schemas.microsoft.com/office/drawing/2014/main" id="{7503BCF8-91D9-A892-B979-A6402FC5EBD0}"/>
              </a:ext>
            </a:extLst>
          </p:cNvPr>
          <p:cNvSpPr/>
          <p:nvPr userDrawn="1"/>
        </p:nvSpPr>
        <p:spPr>
          <a:xfrm>
            <a:off x="1946836" y="6074115"/>
            <a:ext cx="41379" cy="156957"/>
          </a:xfrm>
          <a:custGeom>
            <a:avLst/>
            <a:gdLst>
              <a:gd name="connsiteX0" fmla="*/ 0 w 41379"/>
              <a:gd name="connsiteY0" fmla="*/ 1745 h 182262"/>
              <a:gd name="connsiteX1" fmla="*/ 32819 w 41379"/>
              <a:gd name="connsiteY1" fmla="*/ 182263 h 182262"/>
              <a:gd name="connsiteX2" fmla="*/ 41380 w 41379"/>
              <a:gd name="connsiteY2" fmla="*/ 181470 h 182262"/>
              <a:gd name="connsiteX3" fmla="*/ 8403 w 41379"/>
              <a:gd name="connsiteY3" fmla="*/ 0 h 182262"/>
              <a:gd name="connsiteX4" fmla="*/ 0 w 41379"/>
              <a:gd name="connsiteY4" fmla="*/ 1745 h 1822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1379" h="182262">
                <a:moveTo>
                  <a:pt x="0" y="1745"/>
                </a:moveTo>
                <a:lnTo>
                  <a:pt x="32819" y="182263"/>
                </a:lnTo>
                <a:lnTo>
                  <a:pt x="41380" y="181470"/>
                </a:lnTo>
                <a:lnTo>
                  <a:pt x="8403" y="0"/>
                </a:lnTo>
                <a:cubicBezTo>
                  <a:pt x="5549" y="635"/>
                  <a:pt x="2854" y="1428"/>
                  <a:pt x="0" y="1745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31" name="Freeform 630">
            <a:extLst>
              <a:ext uri="{FF2B5EF4-FFF2-40B4-BE49-F238E27FC236}">
                <a16:creationId xmlns:a16="http://schemas.microsoft.com/office/drawing/2014/main" id="{4460E73A-742F-7F6B-CD0D-748F5BCFA58C}"/>
              </a:ext>
            </a:extLst>
          </p:cNvPr>
          <p:cNvSpPr/>
          <p:nvPr userDrawn="1"/>
        </p:nvSpPr>
        <p:spPr>
          <a:xfrm>
            <a:off x="1981081" y="6263992"/>
            <a:ext cx="317087" cy="594008"/>
          </a:xfrm>
          <a:custGeom>
            <a:avLst/>
            <a:gdLst>
              <a:gd name="connsiteX0" fmla="*/ 0 w 317087"/>
              <a:gd name="connsiteY0" fmla="*/ 635 h 1697628"/>
              <a:gd name="connsiteX1" fmla="*/ 308526 w 317087"/>
              <a:gd name="connsiteY1" fmla="*/ 1697628 h 1697628"/>
              <a:gd name="connsiteX2" fmla="*/ 317087 w 317087"/>
              <a:gd name="connsiteY2" fmla="*/ 1697628 h 1697628"/>
              <a:gd name="connsiteX3" fmla="*/ 8561 w 317087"/>
              <a:gd name="connsiteY3" fmla="*/ 0 h 1697628"/>
              <a:gd name="connsiteX4" fmla="*/ 0 w 317087"/>
              <a:gd name="connsiteY4" fmla="*/ 635 h 16976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7087" h="1697628">
                <a:moveTo>
                  <a:pt x="0" y="635"/>
                </a:moveTo>
                <a:lnTo>
                  <a:pt x="308526" y="1697628"/>
                </a:lnTo>
                <a:lnTo>
                  <a:pt x="317087" y="1697628"/>
                </a:lnTo>
                <a:lnTo>
                  <a:pt x="8561" y="0"/>
                </a:lnTo>
                <a:lnTo>
                  <a:pt x="0" y="635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32" name="Freeform 631">
            <a:extLst>
              <a:ext uri="{FF2B5EF4-FFF2-40B4-BE49-F238E27FC236}">
                <a16:creationId xmlns:a16="http://schemas.microsoft.com/office/drawing/2014/main" id="{8C83C6EE-7C5C-B53C-1EDB-A7E056894FA3}"/>
              </a:ext>
            </a:extLst>
          </p:cNvPr>
          <p:cNvSpPr/>
          <p:nvPr userDrawn="1"/>
        </p:nvSpPr>
        <p:spPr>
          <a:xfrm>
            <a:off x="1908151" y="6076335"/>
            <a:ext cx="27427" cy="160508"/>
          </a:xfrm>
          <a:custGeom>
            <a:avLst/>
            <a:gdLst>
              <a:gd name="connsiteX0" fmla="*/ 24416 w 27427"/>
              <a:gd name="connsiteY0" fmla="*/ 0 h 186386"/>
              <a:gd name="connsiteX1" fmla="*/ 6025 w 27427"/>
              <a:gd name="connsiteY1" fmla="*/ 126585 h 186386"/>
              <a:gd name="connsiteX2" fmla="*/ 0 w 27427"/>
              <a:gd name="connsiteY2" fmla="*/ 186387 h 186386"/>
              <a:gd name="connsiteX3" fmla="*/ 8561 w 27427"/>
              <a:gd name="connsiteY3" fmla="*/ 185594 h 186386"/>
              <a:gd name="connsiteX4" fmla="*/ 27428 w 27427"/>
              <a:gd name="connsiteY4" fmla="*/ 635 h 186386"/>
              <a:gd name="connsiteX5" fmla="*/ 24416 w 27427"/>
              <a:gd name="connsiteY5" fmla="*/ 0 h 1863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7427" h="186386">
                <a:moveTo>
                  <a:pt x="24416" y="0"/>
                </a:moveTo>
                <a:lnTo>
                  <a:pt x="6025" y="126585"/>
                </a:lnTo>
                <a:lnTo>
                  <a:pt x="0" y="186387"/>
                </a:lnTo>
                <a:lnTo>
                  <a:pt x="8561" y="185594"/>
                </a:lnTo>
                <a:lnTo>
                  <a:pt x="27428" y="635"/>
                </a:lnTo>
                <a:cubicBezTo>
                  <a:pt x="26318" y="635"/>
                  <a:pt x="25526" y="159"/>
                  <a:pt x="24416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33" name="Freeform 632">
            <a:extLst>
              <a:ext uri="{FF2B5EF4-FFF2-40B4-BE49-F238E27FC236}">
                <a16:creationId xmlns:a16="http://schemas.microsoft.com/office/drawing/2014/main" id="{05263B34-2506-3321-ED8F-C4EF4063D058}"/>
              </a:ext>
            </a:extLst>
          </p:cNvPr>
          <p:cNvSpPr/>
          <p:nvPr userDrawn="1"/>
        </p:nvSpPr>
        <p:spPr>
          <a:xfrm>
            <a:off x="1896895" y="6075542"/>
            <a:ext cx="35830" cy="162012"/>
          </a:xfrm>
          <a:custGeom>
            <a:avLst/>
            <a:gdLst>
              <a:gd name="connsiteX0" fmla="*/ 35672 w 35830"/>
              <a:gd name="connsiteY0" fmla="*/ 793 h 188132"/>
              <a:gd name="connsiteX1" fmla="*/ 32026 w 35830"/>
              <a:gd name="connsiteY1" fmla="*/ 0 h 188132"/>
              <a:gd name="connsiteX2" fmla="*/ 14427 w 35830"/>
              <a:gd name="connsiteY2" fmla="*/ 88355 h 188132"/>
              <a:gd name="connsiteX3" fmla="*/ 0 w 35830"/>
              <a:gd name="connsiteY3" fmla="*/ 188132 h 188132"/>
              <a:gd name="connsiteX4" fmla="*/ 8720 w 35830"/>
              <a:gd name="connsiteY4" fmla="*/ 187339 h 188132"/>
              <a:gd name="connsiteX5" fmla="*/ 17440 w 35830"/>
              <a:gd name="connsiteY5" fmla="*/ 127378 h 188132"/>
              <a:gd name="connsiteX6" fmla="*/ 35831 w 35830"/>
              <a:gd name="connsiteY6" fmla="*/ 793 h 188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5830" h="188132">
                <a:moveTo>
                  <a:pt x="35672" y="793"/>
                </a:moveTo>
                <a:cubicBezTo>
                  <a:pt x="34404" y="793"/>
                  <a:pt x="33294" y="159"/>
                  <a:pt x="32026" y="0"/>
                </a:cubicBezTo>
                <a:lnTo>
                  <a:pt x="14427" y="88355"/>
                </a:lnTo>
                <a:lnTo>
                  <a:pt x="0" y="188132"/>
                </a:lnTo>
                <a:lnTo>
                  <a:pt x="8720" y="187339"/>
                </a:lnTo>
                <a:lnTo>
                  <a:pt x="17440" y="127378"/>
                </a:lnTo>
                <a:lnTo>
                  <a:pt x="35831" y="793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34" name="Freeform 633">
            <a:extLst>
              <a:ext uri="{FF2B5EF4-FFF2-40B4-BE49-F238E27FC236}">
                <a16:creationId xmlns:a16="http://schemas.microsoft.com/office/drawing/2014/main" id="{C70491F5-4284-F40C-8B43-4E1D5FCBD2F1}"/>
              </a:ext>
            </a:extLst>
          </p:cNvPr>
          <p:cNvSpPr/>
          <p:nvPr userDrawn="1"/>
        </p:nvSpPr>
        <p:spPr>
          <a:xfrm>
            <a:off x="1882467" y="6073798"/>
            <a:ext cx="46453" cy="164469"/>
          </a:xfrm>
          <a:custGeom>
            <a:avLst/>
            <a:gdLst>
              <a:gd name="connsiteX0" fmla="*/ 46453 w 46453"/>
              <a:gd name="connsiteY0" fmla="*/ 1745 h 190986"/>
              <a:gd name="connsiteX1" fmla="*/ 38209 w 46453"/>
              <a:gd name="connsiteY1" fmla="*/ 0 h 190986"/>
              <a:gd name="connsiteX2" fmla="*/ 0 w 46453"/>
              <a:gd name="connsiteY2" fmla="*/ 190987 h 190986"/>
              <a:gd name="connsiteX3" fmla="*/ 8720 w 46453"/>
              <a:gd name="connsiteY3" fmla="*/ 190194 h 190986"/>
              <a:gd name="connsiteX4" fmla="*/ 28696 w 46453"/>
              <a:gd name="connsiteY4" fmla="*/ 89941 h 190986"/>
              <a:gd name="connsiteX5" fmla="*/ 46295 w 46453"/>
              <a:gd name="connsiteY5" fmla="*/ 1586 h 1909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6453" h="190986">
                <a:moveTo>
                  <a:pt x="46453" y="1745"/>
                </a:moveTo>
                <a:cubicBezTo>
                  <a:pt x="43599" y="1269"/>
                  <a:pt x="40904" y="793"/>
                  <a:pt x="38209" y="0"/>
                </a:cubicBezTo>
                <a:lnTo>
                  <a:pt x="0" y="190987"/>
                </a:lnTo>
                <a:lnTo>
                  <a:pt x="8720" y="190194"/>
                </a:lnTo>
                <a:lnTo>
                  <a:pt x="28696" y="89941"/>
                </a:lnTo>
                <a:lnTo>
                  <a:pt x="46295" y="1586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35" name="Freeform 634">
            <a:extLst>
              <a:ext uri="{FF2B5EF4-FFF2-40B4-BE49-F238E27FC236}">
                <a16:creationId xmlns:a16="http://schemas.microsoft.com/office/drawing/2014/main" id="{94AD88BC-7172-FD08-9CC2-10FB5B1505CC}"/>
              </a:ext>
            </a:extLst>
          </p:cNvPr>
          <p:cNvSpPr/>
          <p:nvPr userDrawn="1"/>
        </p:nvSpPr>
        <p:spPr>
          <a:xfrm>
            <a:off x="-4780" y="6008126"/>
            <a:ext cx="1873929" cy="140868"/>
          </a:xfrm>
          <a:custGeom>
            <a:avLst/>
            <a:gdLst>
              <a:gd name="connsiteX0" fmla="*/ 1021972 w 1836093"/>
              <a:gd name="connsiteY0" fmla="*/ 82486 h 175282"/>
              <a:gd name="connsiteX1" fmla="*/ 1043534 w 1836093"/>
              <a:gd name="connsiteY1" fmla="*/ 80582 h 175282"/>
              <a:gd name="connsiteX2" fmla="*/ 1068267 w 1836093"/>
              <a:gd name="connsiteY2" fmla="*/ 78362 h 175282"/>
              <a:gd name="connsiteX3" fmla="*/ 1794872 w 1836093"/>
              <a:gd name="connsiteY3" fmla="*/ 12214 h 175282"/>
              <a:gd name="connsiteX4" fmla="*/ 1803433 w 1836093"/>
              <a:gd name="connsiteY4" fmla="*/ 11421 h 175282"/>
              <a:gd name="connsiteX5" fmla="*/ 1836093 w 1836093"/>
              <a:gd name="connsiteY5" fmla="*/ 8407 h 175282"/>
              <a:gd name="connsiteX6" fmla="*/ 1834349 w 1836093"/>
              <a:gd name="connsiteY6" fmla="*/ 0 h 175282"/>
              <a:gd name="connsiteX7" fmla="*/ 1804384 w 1836093"/>
              <a:gd name="connsiteY7" fmla="*/ 2697 h 175282"/>
              <a:gd name="connsiteX8" fmla="*/ 1795823 w 1836093"/>
              <a:gd name="connsiteY8" fmla="*/ 3490 h 175282"/>
              <a:gd name="connsiteX9" fmla="*/ 1044326 w 1836093"/>
              <a:gd name="connsiteY9" fmla="*/ 71858 h 175282"/>
              <a:gd name="connsiteX10" fmla="*/ 1019752 w 1836093"/>
              <a:gd name="connsiteY10" fmla="*/ 74079 h 175282"/>
              <a:gd name="connsiteX11" fmla="*/ 996605 w 1836093"/>
              <a:gd name="connsiteY11" fmla="*/ 76141 h 175282"/>
              <a:gd name="connsiteX12" fmla="*/ 970128 w 1836093"/>
              <a:gd name="connsiteY12" fmla="*/ 78521 h 175282"/>
              <a:gd name="connsiteX13" fmla="*/ 0 w 1836093"/>
              <a:gd name="connsiteY13" fmla="*/ 166717 h 175282"/>
              <a:gd name="connsiteX14" fmla="*/ 0 w 1836093"/>
              <a:gd name="connsiteY14" fmla="*/ 175283 h 175282"/>
              <a:gd name="connsiteX15" fmla="*/ 995654 w 1836093"/>
              <a:gd name="connsiteY15" fmla="*/ 84707 h 175282"/>
              <a:gd name="connsiteX16" fmla="*/ 1022130 w 1836093"/>
              <a:gd name="connsiteY16" fmla="*/ 82328 h 1752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836093" h="175282">
                <a:moveTo>
                  <a:pt x="1021972" y="82486"/>
                </a:moveTo>
                <a:lnTo>
                  <a:pt x="1043534" y="80582"/>
                </a:lnTo>
                <a:lnTo>
                  <a:pt x="1068267" y="78362"/>
                </a:lnTo>
                <a:lnTo>
                  <a:pt x="1794872" y="12214"/>
                </a:lnTo>
                <a:lnTo>
                  <a:pt x="1803433" y="11421"/>
                </a:lnTo>
                <a:lnTo>
                  <a:pt x="1836093" y="8407"/>
                </a:lnTo>
                <a:cubicBezTo>
                  <a:pt x="1835617" y="5552"/>
                  <a:pt x="1834508" y="3014"/>
                  <a:pt x="1834349" y="0"/>
                </a:cubicBezTo>
                <a:lnTo>
                  <a:pt x="1804384" y="2697"/>
                </a:lnTo>
                <a:lnTo>
                  <a:pt x="1795823" y="3490"/>
                </a:lnTo>
                <a:lnTo>
                  <a:pt x="1044326" y="71858"/>
                </a:lnTo>
                <a:lnTo>
                  <a:pt x="1019752" y="74079"/>
                </a:lnTo>
                <a:lnTo>
                  <a:pt x="996605" y="76141"/>
                </a:lnTo>
                <a:lnTo>
                  <a:pt x="970128" y="78521"/>
                </a:lnTo>
                <a:lnTo>
                  <a:pt x="0" y="166717"/>
                </a:lnTo>
                <a:lnTo>
                  <a:pt x="0" y="175283"/>
                </a:lnTo>
                <a:lnTo>
                  <a:pt x="995654" y="84707"/>
                </a:lnTo>
                <a:lnTo>
                  <a:pt x="1022130" y="82328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36" name="Freeform 635">
            <a:extLst>
              <a:ext uri="{FF2B5EF4-FFF2-40B4-BE49-F238E27FC236}">
                <a16:creationId xmlns:a16="http://schemas.microsoft.com/office/drawing/2014/main" id="{48BFF73B-FA2F-FCC0-46C7-E42F7FF1757F}"/>
              </a:ext>
            </a:extLst>
          </p:cNvPr>
          <p:cNvSpPr/>
          <p:nvPr userDrawn="1"/>
        </p:nvSpPr>
        <p:spPr>
          <a:xfrm>
            <a:off x="1873113" y="6008126"/>
            <a:ext cx="2959532" cy="229220"/>
          </a:xfrm>
          <a:custGeom>
            <a:avLst/>
            <a:gdLst>
              <a:gd name="connsiteX0" fmla="*/ 2957947 w 2959532"/>
              <a:gd name="connsiteY0" fmla="*/ 0 h 266176"/>
              <a:gd name="connsiteX1" fmla="*/ 2933215 w 2959532"/>
              <a:gd name="connsiteY1" fmla="*/ 2221 h 266176"/>
              <a:gd name="connsiteX2" fmla="*/ 115103 w 2959532"/>
              <a:gd name="connsiteY2" fmla="*/ 247459 h 266176"/>
              <a:gd name="connsiteX3" fmla="*/ 106541 w 2959532"/>
              <a:gd name="connsiteY3" fmla="*/ 248252 h 266176"/>
              <a:gd name="connsiteX4" fmla="*/ 43599 w 2959532"/>
              <a:gd name="connsiteY4" fmla="*/ 253804 h 266176"/>
              <a:gd name="connsiteX5" fmla="*/ 35038 w 2959532"/>
              <a:gd name="connsiteY5" fmla="*/ 254596 h 266176"/>
              <a:gd name="connsiteX6" fmla="*/ 32343 w 2959532"/>
              <a:gd name="connsiteY6" fmla="*/ 254914 h 266176"/>
              <a:gd name="connsiteX7" fmla="*/ 23623 w 2959532"/>
              <a:gd name="connsiteY7" fmla="*/ 255707 h 266176"/>
              <a:gd name="connsiteX8" fmla="*/ 18074 w 2959532"/>
              <a:gd name="connsiteY8" fmla="*/ 256183 h 266176"/>
              <a:gd name="connsiteX9" fmla="*/ 9354 w 2959532"/>
              <a:gd name="connsiteY9" fmla="*/ 256976 h 266176"/>
              <a:gd name="connsiteX10" fmla="*/ 0 w 2959532"/>
              <a:gd name="connsiteY10" fmla="*/ 257769 h 266176"/>
              <a:gd name="connsiteX11" fmla="*/ 1744 w 2959532"/>
              <a:gd name="connsiteY11" fmla="*/ 266176 h 266176"/>
              <a:gd name="connsiteX12" fmla="*/ 7610 w 2959532"/>
              <a:gd name="connsiteY12" fmla="*/ 265701 h 266176"/>
              <a:gd name="connsiteX13" fmla="*/ 16330 w 2959532"/>
              <a:gd name="connsiteY13" fmla="*/ 264908 h 266176"/>
              <a:gd name="connsiteX14" fmla="*/ 22355 w 2959532"/>
              <a:gd name="connsiteY14" fmla="*/ 264432 h 266176"/>
              <a:gd name="connsiteX15" fmla="*/ 31075 w 2959532"/>
              <a:gd name="connsiteY15" fmla="*/ 263638 h 266176"/>
              <a:gd name="connsiteX16" fmla="*/ 34087 w 2959532"/>
              <a:gd name="connsiteY16" fmla="*/ 263321 h 266176"/>
              <a:gd name="connsiteX17" fmla="*/ 42648 w 2959532"/>
              <a:gd name="connsiteY17" fmla="*/ 262528 h 266176"/>
              <a:gd name="connsiteX18" fmla="*/ 107968 w 2959532"/>
              <a:gd name="connsiteY18" fmla="*/ 256818 h 266176"/>
              <a:gd name="connsiteX19" fmla="*/ 116529 w 2959532"/>
              <a:gd name="connsiteY19" fmla="*/ 256025 h 266176"/>
              <a:gd name="connsiteX20" fmla="*/ 2959533 w 2959532"/>
              <a:gd name="connsiteY20" fmla="*/ 8566 h 266176"/>
              <a:gd name="connsiteX21" fmla="*/ 2957789 w 2959532"/>
              <a:gd name="connsiteY21" fmla="*/ 317 h 2661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2959532" h="266176">
                <a:moveTo>
                  <a:pt x="2957947" y="0"/>
                </a:moveTo>
                <a:lnTo>
                  <a:pt x="2933215" y="2221"/>
                </a:lnTo>
                <a:lnTo>
                  <a:pt x="115103" y="247459"/>
                </a:lnTo>
                <a:lnTo>
                  <a:pt x="106541" y="248252"/>
                </a:lnTo>
                <a:lnTo>
                  <a:pt x="43599" y="253804"/>
                </a:lnTo>
                <a:lnTo>
                  <a:pt x="35038" y="254596"/>
                </a:lnTo>
                <a:lnTo>
                  <a:pt x="32343" y="254914"/>
                </a:lnTo>
                <a:lnTo>
                  <a:pt x="23623" y="255707"/>
                </a:lnTo>
                <a:lnTo>
                  <a:pt x="18074" y="256183"/>
                </a:lnTo>
                <a:lnTo>
                  <a:pt x="9354" y="256976"/>
                </a:lnTo>
                <a:lnTo>
                  <a:pt x="0" y="257769"/>
                </a:lnTo>
                <a:cubicBezTo>
                  <a:pt x="476" y="260624"/>
                  <a:pt x="1585" y="263163"/>
                  <a:pt x="1744" y="266176"/>
                </a:cubicBezTo>
                <a:lnTo>
                  <a:pt x="7610" y="265701"/>
                </a:lnTo>
                <a:lnTo>
                  <a:pt x="16330" y="264908"/>
                </a:lnTo>
                <a:lnTo>
                  <a:pt x="22355" y="264432"/>
                </a:lnTo>
                <a:lnTo>
                  <a:pt x="31075" y="263638"/>
                </a:lnTo>
                <a:lnTo>
                  <a:pt x="34087" y="263321"/>
                </a:lnTo>
                <a:lnTo>
                  <a:pt x="42648" y="262528"/>
                </a:lnTo>
                <a:lnTo>
                  <a:pt x="107968" y="256818"/>
                </a:lnTo>
                <a:lnTo>
                  <a:pt x="116529" y="256025"/>
                </a:lnTo>
                <a:lnTo>
                  <a:pt x="2959533" y="8566"/>
                </a:lnTo>
                <a:cubicBezTo>
                  <a:pt x="2959057" y="5711"/>
                  <a:pt x="2957947" y="3173"/>
                  <a:pt x="2957789" y="317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37" name="Freeform 636">
            <a:extLst>
              <a:ext uri="{FF2B5EF4-FFF2-40B4-BE49-F238E27FC236}">
                <a16:creationId xmlns:a16="http://schemas.microsoft.com/office/drawing/2014/main" id="{A2283E32-144C-0767-001A-4F015D2549DA}"/>
              </a:ext>
            </a:extLst>
          </p:cNvPr>
          <p:cNvSpPr/>
          <p:nvPr userDrawn="1"/>
        </p:nvSpPr>
        <p:spPr>
          <a:xfrm>
            <a:off x="4892431" y="3290047"/>
            <a:ext cx="2726141" cy="2739897"/>
          </a:xfrm>
          <a:custGeom>
            <a:avLst/>
            <a:gdLst>
              <a:gd name="connsiteX0" fmla="*/ 6025 w 2666385"/>
              <a:gd name="connsiteY0" fmla="*/ 2667793 h 2667792"/>
              <a:gd name="connsiteX1" fmla="*/ 2666386 w 2666385"/>
              <a:gd name="connsiteY1" fmla="*/ 6028 h 2667792"/>
              <a:gd name="connsiteX2" fmla="*/ 2660361 w 2666385"/>
              <a:gd name="connsiteY2" fmla="*/ 0 h 2667792"/>
              <a:gd name="connsiteX3" fmla="*/ 0 w 2666385"/>
              <a:gd name="connsiteY3" fmla="*/ 2661765 h 2667792"/>
              <a:gd name="connsiteX4" fmla="*/ 6025 w 2666385"/>
              <a:gd name="connsiteY4" fmla="*/ 2667793 h 26677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666385" h="2667792">
                <a:moveTo>
                  <a:pt x="6025" y="2667793"/>
                </a:moveTo>
                <a:lnTo>
                  <a:pt x="2666386" y="6028"/>
                </a:lnTo>
                <a:cubicBezTo>
                  <a:pt x="2664166" y="4124"/>
                  <a:pt x="2662264" y="2221"/>
                  <a:pt x="2660361" y="0"/>
                </a:cubicBezTo>
                <a:lnTo>
                  <a:pt x="0" y="2661765"/>
                </a:lnTo>
                <a:cubicBezTo>
                  <a:pt x="2220" y="2663669"/>
                  <a:pt x="4122" y="2665572"/>
                  <a:pt x="6025" y="2667793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38" name="Freeform 637">
            <a:extLst>
              <a:ext uri="{FF2B5EF4-FFF2-40B4-BE49-F238E27FC236}">
                <a16:creationId xmlns:a16="http://schemas.microsoft.com/office/drawing/2014/main" id="{2AFE47EB-E76C-84F8-204D-0905F85782F5}"/>
              </a:ext>
            </a:extLst>
          </p:cNvPr>
          <p:cNvSpPr/>
          <p:nvPr userDrawn="1"/>
        </p:nvSpPr>
        <p:spPr>
          <a:xfrm>
            <a:off x="4973432" y="5746550"/>
            <a:ext cx="1208419" cy="214876"/>
          </a:xfrm>
          <a:custGeom>
            <a:avLst/>
            <a:gdLst>
              <a:gd name="connsiteX0" fmla="*/ 0 w 1208419"/>
              <a:gd name="connsiteY0" fmla="*/ 241272 h 249520"/>
              <a:gd name="connsiteX1" fmla="*/ 1744 w 1208419"/>
              <a:gd name="connsiteY1" fmla="*/ 249520 h 249520"/>
              <a:gd name="connsiteX2" fmla="*/ 1208419 w 1208419"/>
              <a:gd name="connsiteY2" fmla="*/ 8248 h 249520"/>
              <a:gd name="connsiteX3" fmla="*/ 1206675 w 1208419"/>
              <a:gd name="connsiteY3" fmla="*/ 0 h 249520"/>
              <a:gd name="connsiteX4" fmla="*/ 0 w 1208419"/>
              <a:gd name="connsiteY4" fmla="*/ 241272 h 249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08419" h="249520">
                <a:moveTo>
                  <a:pt x="0" y="241272"/>
                </a:moveTo>
                <a:cubicBezTo>
                  <a:pt x="793" y="243969"/>
                  <a:pt x="1269" y="246665"/>
                  <a:pt x="1744" y="249520"/>
                </a:cubicBezTo>
                <a:lnTo>
                  <a:pt x="1208419" y="8248"/>
                </a:lnTo>
                <a:cubicBezTo>
                  <a:pt x="1207627" y="5552"/>
                  <a:pt x="1207151" y="2855"/>
                  <a:pt x="1206675" y="0"/>
                </a:cubicBezTo>
                <a:lnTo>
                  <a:pt x="0" y="24127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39" name="Freeform 638">
            <a:extLst>
              <a:ext uri="{FF2B5EF4-FFF2-40B4-BE49-F238E27FC236}">
                <a16:creationId xmlns:a16="http://schemas.microsoft.com/office/drawing/2014/main" id="{E56E3A25-DF61-9FD9-6012-6DC981D68FFC}"/>
              </a:ext>
            </a:extLst>
          </p:cNvPr>
          <p:cNvSpPr/>
          <p:nvPr userDrawn="1"/>
        </p:nvSpPr>
        <p:spPr>
          <a:xfrm>
            <a:off x="6254307" y="3302262"/>
            <a:ext cx="1380280" cy="2413879"/>
          </a:xfrm>
          <a:custGeom>
            <a:avLst/>
            <a:gdLst>
              <a:gd name="connsiteX0" fmla="*/ 1343974 w 1350949"/>
              <a:gd name="connsiteY0" fmla="*/ 0 h 2374014"/>
              <a:gd name="connsiteX1" fmla="*/ 0 w 1350949"/>
              <a:gd name="connsiteY1" fmla="*/ 2369256 h 2374014"/>
              <a:gd name="connsiteX2" fmla="*/ 6976 w 1350949"/>
              <a:gd name="connsiteY2" fmla="*/ 2374015 h 2374014"/>
              <a:gd name="connsiteX3" fmla="*/ 1350950 w 1350949"/>
              <a:gd name="connsiteY3" fmla="*/ 4759 h 2374014"/>
              <a:gd name="connsiteX4" fmla="*/ 1343974 w 1350949"/>
              <a:gd name="connsiteY4" fmla="*/ 0 h 2374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50949" h="2374014">
                <a:moveTo>
                  <a:pt x="1343974" y="0"/>
                </a:moveTo>
                <a:lnTo>
                  <a:pt x="0" y="2369256"/>
                </a:lnTo>
                <a:cubicBezTo>
                  <a:pt x="2537" y="2370526"/>
                  <a:pt x="4598" y="2372429"/>
                  <a:pt x="6976" y="2374015"/>
                </a:cubicBezTo>
                <a:lnTo>
                  <a:pt x="1350950" y="4759"/>
                </a:lnTo>
                <a:cubicBezTo>
                  <a:pt x="1348413" y="3490"/>
                  <a:pt x="1346352" y="1586"/>
                  <a:pt x="1343974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2" name="Freeform 191">
            <a:extLst>
              <a:ext uri="{FF2B5EF4-FFF2-40B4-BE49-F238E27FC236}">
                <a16:creationId xmlns:a16="http://schemas.microsoft.com/office/drawing/2014/main" id="{C7F74A3C-09C2-1305-E7A9-1E8CB49971AB}"/>
              </a:ext>
            </a:extLst>
          </p:cNvPr>
          <p:cNvSpPr/>
          <p:nvPr userDrawn="1"/>
        </p:nvSpPr>
        <p:spPr>
          <a:xfrm rot="20930958">
            <a:off x="6334893" y="5498432"/>
            <a:ext cx="2193069" cy="1512849"/>
          </a:xfrm>
          <a:custGeom>
            <a:avLst/>
            <a:gdLst>
              <a:gd name="connsiteX0" fmla="*/ 4756 w 2318223"/>
              <a:gd name="connsiteY0" fmla="*/ 0 h 1871484"/>
              <a:gd name="connsiteX1" fmla="*/ 0 w 2318223"/>
              <a:gd name="connsiteY1" fmla="*/ 6980 h 1871484"/>
              <a:gd name="connsiteX2" fmla="*/ 2313468 w 2318223"/>
              <a:gd name="connsiteY2" fmla="*/ 1871484 h 1871484"/>
              <a:gd name="connsiteX3" fmla="*/ 2318224 w 2318223"/>
              <a:gd name="connsiteY3" fmla="*/ 1864504 h 1871484"/>
              <a:gd name="connsiteX4" fmla="*/ 4756 w 2318223"/>
              <a:gd name="connsiteY4" fmla="*/ 0 h 18714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18223" h="1871484">
                <a:moveTo>
                  <a:pt x="4756" y="0"/>
                </a:moveTo>
                <a:cubicBezTo>
                  <a:pt x="3012" y="2380"/>
                  <a:pt x="1902" y="4917"/>
                  <a:pt x="0" y="6980"/>
                </a:cubicBezTo>
                <a:lnTo>
                  <a:pt x="2313468" y="1871484"/>
                </a:lnTo>
                <a:cubicBezTo>
                  <a:pt x="2315054" y="1869105"/>
                  <a:pt x="2316321" y="1866567"/>
                  <a:pt x="2318224" y="1864504"/>
                </a:cubicBezTo>
                <a:lnTo>
                  <a:pt x="4756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3" name="Freeform 192">
            <a:extLst>
              <a:ext uri="{FF2B5EF4-FFF2-40B4-BE49-F238E27FC236}">
                <a16:creationId xmlns:a16="http://schemas.microsoft.com/office/drawing/2014/main" id="{EB28D55D-6F90-B3F3-8F2B-EA37482E116E}"/>
              </a:ext>
            </a:extLst>
          </p:cNvPr>
          <p:cNvSpPr/>
          <p:nvPr userDrawn="1"/>
        </p:nvSpPr>
        <p:spPr>
          <a:xfrm>
            <a:off x="6318832" y="4680575"/>
            <a:ext cx="2562539" cy="1035567"/>
          </a:xfrm>
          <a:custGeom>
            <a:avLst/>
            <a:gdLst>
              <a:gd name="connsiteX0" fmla="*/ 2854 w 2563966"/>
              <a:gd name="connsiteY0" fmla="*/ 1033139 h 1033139"/>
              <a:gd name="connsiteX1" fmla="*/ 2563966 w 2563966"/>
              <a:gd name="connsiteY1" fmla="*/ 8090 h 1033139"/>
              <a:gd name="connsiteX2" fmla="*/ 2561112 w 2563966"/>
              <a:gd name="connsiteY2" fmla="*/ 0 h 1033139"/>
              <a:gd name="connsiteX3" fmla="*/ 0 w 2563966"/>
              <a:gd name="connsiteY3" fmla="*/ 1025049 h 1033139"/>
              <a:gd name="connsiteX4" fmla="*/ 2695 w 2563966"/>
              <a:gd name="connsiteY4" fmla="*/ 1033139 h 10331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63966" h="1033139">
                <a:moveTo>
                  <a:pt x="2854" y="1033139"/>
                </a:moveTo>
                <a:lnTo>
                  <a:pt x="2563966" y="8090"/>
                </a:lnTo>
                <a:cubicBezTo>
                  <a:pt x="2562699" y="5552"/>
                  <a:pt x="2562064" y="2697"/>
                  <a:pt x="2561112" y="0"/>
                </a:cubicBezTo>
                <a:lnTo>
                  <a:pt x="0" y="1025049"/>
                </a:lnTo>
                <a:cubicBezTo>
                  <a:pt x="1268" y="1027746"/>
                  <a:pt x="1902" y="1030442"/>
                  <a:pt x="2695" y="1033139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4" name="Freeform 193">
            <a:extLst>
              <a:ext uri="{FF2B5EF4-FFF2-40B4-BE49-F238E27FC236}">
                <a16:creationId xmlns:a16="http://schemas.microsoft.com/office/drawing/2014/main" id="{F4CDDA10-FB8D-0F61-DD99-C39E2FE0FAB9}"/>
              </a:ext>
            </a:extLst>
          </p:cNvPr>
          <p:cNvSpPr/>
          <p:nvPr userDrawn="1"/>
        </p:nvSpPr>
        <p:spPr>
          <a:xfrm>
            <a:off x="7711798" y="3293062"/>
            <a:ext cx="1150234" cy="1311848"/>
          </a:xfrm>
          <a:custGeom>
            <a:avLst/>
            <a:gdLst>
              <a:gd name="connsiteX0" fmla="*/ 159 w 1190187"/>
              <a:gd name="connsiteY0" fmla="*/ 5076 h 1313433"/>
              <a:gd name="connsiteX1" fmla="*/ 1183211 w 1190187"/>
              <a:gd name="connsiteY1" fmla="*/ 1313434 h 1313433"/>
              <a:gd name="connsiteX2" fmla="*/ 1190187 w 1190187"/>
              <a:gd name="connsiteY2" fmla="*/ 1308358 h 1313433"/>
              <a:gd name="connsiteX3" fmla="*/ 6976 w 1190187"/>
              <a:gd name="connsiteY3" fmla="*/ 0 h 1313433"/>
              <a:gd name="connsiteX4" fmla="*/ 0 w 1190187"/>
              <a:gd name="connsiteY4" fmla="*/ 5076 h 1313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90187" h="1313433">
                <a:moveTo>
                  <a:pt x="159" y="5076"/>
                </a:moveTo>
                <a:lnTo>
                  <a:pt x="1183211" y="1313434"/>
                </a:lnTo>
                <a:cubicBezTo>
                  <a:pt x="1185271" y="1311371"/>
                  <a:pt x="1187967" y="1310261"/>
                  <a:pt x="1190187" y="1308358"/>
                </a:cubicBezTo>
                <a:lnTo>
                  <a:pt x="6976" y="0"/>
                </a:lnTo>
                <a:cubicBezTo>
                  <a:pt x="4915" y="2062"/>
                  <a:pt x="2220" y="3173"/>
                  <a:pt x="0" y="5076"/>
                </a:cubicBezTo>
                <a:close/>
              </a:path>
            </a:pathLst>
          </a:custGeom>
          <a:solidFill>
            <a:srgbClr val="7030A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5" name="Freeform 194">
            <a:extLst>
              <a:ext uri="{FF2B5EF4-FFF2-40B4-BE49-F238E27FC236}">
                <a16:creationId xmlns:a16="http://schemas.microsoft.com/office/drawing/2014/main" id="{CBA9B25A-8B91-0413-02CB-9F4CEB1BCE49}"/>
              </a:ext>
            </a:extLst>
          </p:cNvPr>
          <p:cNvSpPr/>
          <p:nvPr userDrawn="1"/>
        </p:nvSpPr>
        <p:spPr>
          <a:xfrm>
            <a:off x="8679547" y="4728798"/>
            <a:ext cx="265401" cy="2129202"/>
          </a:xfrm>
          <a:custGeom>
            <a:avLst/>
            <a:gdLst>
              <a:gd name="connsiteX0" fmla="*/ 159 w 265401"/>
              <a:gd name="connsiteY0" fmla="*/ 2890029 h 2891773"/>
              <a:gd name="connsiteX1" fmla="*/ 8561 w 265401"/>
              <a:gd name="connsiteY1" fmla="*/ 2891774 h 2891773"/>
              <a:gd name="connsiteX2" fmla="*/ 265402 w 265401"/>
              <a:gd name="connsiteY2" fmla="*/ 1745 h 2891773"/>
              <a:gd name="connsiteX3" fmla="*/ 256999 w 265401"/>
              <a:gd name="connsiteY3" fmla="*/ 0 h 2891773"/>
              <a:gd name="connsiteX4" fmla="*/ 0 w 265401"/>
              <a:gd name="connsiteY4" fmla="*/ 2890029 h 28917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65401" h="2891773">
                <a:moveTo>
                  <a:pt x="159" y="2890029"/>
                </a:moveTo>
                <a:cubicBezTo>
                  <a:pt x="3171" y="2890029"/>
                  <a:pt x="5707" y="2891298"/>
                  <a:pt x="8561" y="2891774"/>
                </a:cubicBezTo>
                <a:lnTo>
                  <a:pt x="265402" y="1745"/>
                </a:lnTo>
                <a:cubicBezTo>
                  <a:pt x="262389" y="1745"/>
                  <a:pt x="259853" y="476"/>
                  <a:pt x="256999" y="0"/>
                </a:cubicBezTo>
                <a:lnTo>
                  <a:pt x="0" y="289002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6" name="Freeform 195">
            <a:extLst>
              <a:ext uri="{FF2B5EF4-FFF2-40B4-BE49-F238E27FC236}">
                <a16:creationId xmlns:a16="http://schemas.microsoft.com/office/drawing/2014/main" id="{5266D9B8-A328-86B8-969D-2E8D775622E2}"/>
              </a:ext>
            </a:extLst>
          </p:cNvPr>
          <p:cNvSpPr/>
          <p:nvPr userDrawn="1"/>
        </p:nvSpPr>
        <p:spPr>
          <a:xfrm>
            <a:off x="8978747" y="4012279"/>
            <a:ext cx="1253733" cy="627846"/>
          </a:xfrm>
          <a:custGeom>
            <a:avLst/>
            <a:gdLst>
              <a:gd name="connsiteX0" fmla="*/ 1217773 w 1222687"/>
              <a:gd name="connsiteY0" fmla="*/ 0 h 616583"/>
              <a:gd name="connsiteX1" fmla="*/ 0 w 1222687"/>
              <a:gd name="connsiteY1" fmla="*/ 609446 h 616583"/>
              <a:gd name="connsiteX2" fmla="*/ 4756 w 1222687"/>
              <a:gd name="connsiteY2" fmla="*/ 616584 h 616583"/>
              <a:gd name="connsiteX3" fmla="*/ 1222688 w 1222687"/>
              <a:gd name="connsiteY3" fmla="*/ 7138 h 616583"/>
              <a:gd name="connsiteX4" fmla="*/ 1217932 w 1222687"/>
              <a:gd name="connsiteY4" fmla="*/ 0 h 6165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2687" h="616583">
                <a:moveTo>
                  <a:pt x="1217773" y="0"/>
                </a:moveTo>
                <a:lnTo>
                  <a:pt x="0" y="609446"/>
                </a:lnTo>
                <a:cubicBezTo>
                  <a:pt x="1426" y="611984"/>
                  <a:pt x="3646" y="613887"/>
                  <a:pt x="4756" y="616584"/>
                </a:cubicBezTo>
                <a:lnTo>
                  <a:pt x="1222688" y="7138"/>
                </a:lnTo>
                <a:cubicBezTo>
                  <a:pt x="1221261" y="4600"/>
                  <a:pt x="1219041" y="2697"/>
                  <a:pt x="1217932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7" name="Freeform 196">
            <a:extLst>
              <a:ext uri="{FF2B5EF4-FFF2-40B4-BE49-F238E27FC236}">
                <a16:creationId xmlns:a16="http://schemas.microsoft.com/office/drawing/2014/main" id="{D7DA1BC3-BA69-EE0E-5538-0B140727E664}"/>
              </a:ext>
            </a:extLst>
          </p:cNvPr>
          <p:cNvSpPr/>
          <p:nvPr userDrawn="1"/>
        </p:nvSpPr>
        <p:spPr>
          <a:xfrm>
            <a:off x="7735103" y="3257054"/>
            <a:ext cx="2551897" cy="712686"/>
          </a:xfrm>
          <a:custGeom>
            <a:avLst/>
            <a:gdLst>
              <a:gd name="connsiteX0" fmla="*/ 1944854 w 1944853"/>
              <a:gd name="connsiteY0" fmla="*/ 548374 h 555512"/>
              <a:gd name="connsiteX1" fmla="*/ 1744 w 1944853"/>
              <a:gd name="connsiteY1" fmla="*/ 0 h 555512"/>
              <a:gd name="connsiteX2" fmla="*/ 0 w 1944853"/>
              <a:gd name="connsiteY2" fmla="*/ 8407 h 555512"/>
              <a:gd name="connsiteX3" fmla="*/ 1938671 w 1944853"/>
              <a:gd name="connsiteY3" fmla="*/ 555512 h 555512"/>
              <a:gd name="connsiteX4" fmla="*/ 1944854 w 1944853"/>
              <a:gd name="connsiteY4" fmla="*/ 548374 h 5555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44853" h="555512">
                <a:moveTo>
                  <a:pt x="1944854" y="548374"/>
                </a:moveTo>
                <a:lnTo>
                  <a:pt x="1744" y="0"/>
                </a:lnTo>
                <a:cubicBezTo>
                  <a:pt x="1110" y="2855"/>
                  <a:pt x="951" y="5711"/>
                  <a:pt x="0" y="8407"/>
                </a:cubicBezTo>
                <a:lnTo>
                  <a:pt x="1938671" y="555512"/>
                </a:lnTo>
                <a:lnTo>
                  <a:pt x="1944854" y="548374"/>
                </a:lnTo>
                <a:close/>
              </a:path>
            </a:pathLst>
          </a:custGeom>
          <a:solidFill>
            <a:srgbClr val="FF7D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8" name="Freeform 197">
            <a:extLst>
              <a:ext uri="{FF2B5EF4-FFF2-40B4-BE49-F238E27FC236}">
                <a16:creationId xmlns:a16="http://schemas.microsoft.com/office/drawing/2014/main" id="{C8928150-39EB-29FB-A425-D4CC5EF63F86}"/>
              </a:ext>
            </a:extLst>
          </p:cNvPr>
          <p:cNvSpPr/>
          <p:nvPr userDrawn="1"/>
        </p:nvSpPr>
        <p:spPr>
          <a:xfrm>
            <a:off x="11204512" y="3236908"/>
            <a:ext cx="21561" cy="45719"/>
          </a:xfrm>
          <a:custGeom>
            <a:avLst/>
            <a:gdLst>
              <a:gd name="connsiteX0" fmla="*/ 5232 w 21561"/>
              <a:gd name="connsiteY0" fmla="*/ 19511 h 19511"/>
              <a:gd name="connsiteX1" fmla="*/ 21562 w 21561"/>
              <a:gd name="connsiteY1" fmla="*/ 6345 h 19511"/>
              <a:gd name="connsiteX2" fmla="*/ 16013 w 21561"/>
              <a:gd name="connsiteY2" fmla="*/ 0 h 19511"/>
              <a:gd name="connsiteX3" fmla="*/ 0 w 21561"/>
              <a:gd name="connsiteY3" fmla="*/ 12849 h 19511"/>
              <a:gd name="connsiteX4" fmla="*/ 5232 w 21561"/>
              <a:gd name="connsiteY4" fmla="*/ 19511 h 195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561" h="19511">
                <a:moveTo>
                  <a:pt x="5232" y="19511"/>
                </a:moveTo>
                <a:lnTo>
                  <a:pt x="21562" y="6345"/>
                </a:lnTo>
                <a:lnTo>
                  <a:pt x="16013" y="0"/>
                </a:lnTo>
                <a:lnTo>
                  <a:pt x="0" y="12849"/>
                </a:lnTo>
                <a:lnTo>
                  <a:pt x="5232" y="19511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9" name="Freeform 198">
            <a:extLst>
              <a:ext uri="{FF2B5EF4-FFF2-40B4-BE49-F238E27FC236}">
                <a16:creationId xmlns:a16="http://schemas.microsoft.com/office/drawing/2014/main" id="{072CB613-85B4-7202-F47B-249990850C98}"/>
              </a:ext>
            </a:extLst>
          </p:cNvPr>
          <p:cNvSpPr/>
          <p:nvPr userDrawn="1"/>
        </p:nvSpPr>
        <p:spPr>
          <a:xfrm>
            <a:off x="11227183" y="3227549"/>
            <a:ext cx="10780" cy="45719"/>
          </a:xfrm>
          <a:custGeom>
            <a:avLst/>
            <a:gdLst>
              <a:gd name="connsiteX0" fmla="*/ 5549 w 10780"/>
              <a:gd name="connsiteY0" fmla="*/ 10469 h 10469"/>
              <a:gd name="connsiteX1" fmla="*/ 10781 w 10780"/>
              <a:gd name="connsiteY1" fmla="*/ 6186 h 10469"/>
              <a:gd name="connsiteX2" fmla="*/ 5074 w 10780"/>
              <a:gd name="connsiteY2" fmla="*/ 0 h 10469"/>
              <a:gd name="connsiteX3" fmla="*/ 0 w 10780"/>
              <a:gd name="connsiteY3" fmla="*/ 4124 h 10469"/>
              <a:gd name="connsiteX4" fmla="*/ 5549 w 10780"/>
              <a:gd name="connsiteY4" fmla="*/ 10469 h 104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780" h="10469">
                <a:moveTo>
                  <a:pt x="5549" y="10469"/>
                </a:moveTo>
                <a:lnTo>
                  <a:pt x="10781" y="6186"/>
                </a:lnTo>
                <a:lnTo>
                  <a:pt x="5074" y="0"/>
                </a:lnTo>
                <a:lnTo>
                  <a:pt x="0" y="4124"/>
                </a:lnTo>
                <a:lnTo>
                  <a:pt x="5549" y="1046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0" name="Freeform 199">
            <a:extLst>
              <a:ext uri="{FF2B5EF4-FFF2-40B4-BE49-F238E27FC236}">
                <a16:creationId xmlns:a16="http://schemas.microsoft.com/office/drawing/2014/main" id="{9CF307B1-7224-1E84-88EC-AEA7C05B86BB}"/>
              </a:ext>
            </a:extLst>
          </p:cNvPr>
          <p:cNvSpPr/>
          <p:nvPr userDrawn="1"/>
        </p:nvSpPr>
        <p:spPr>
          <a:xfrm>
            <a:off x="11546014" y="2486603"/>
            <a:ext cx="611978" cy="430300"/>
          </a:xfrm>
          <a:custGeom>
            <a:avLst/>
            <a:gdLst>
              <a:gd name="connsiteX0" fmla="*/ 1269 w 611978"/>
              <a:gd name="connsiteY0" fmla="*/ 499676 h 499675"/>
              <a:gd name="connsiteX1" fmla="*/ 611979 w 611978"/>
              <a:gd name="connsiteY1" fmla="*/ 10787 h 499675"/>
              <a:gd name="connsiteX2" fmla="*/ 611979 w 611978"/>
              <a:gd name="connsiteY2" fmla="*/ 0 h 499675"/>
              <a:gd name="connsiteX3" fmla="*/ 0 w 611978"/>
              <a:gd name="connsiteY3" fmla="*/ 489841 h 499675"/>
              <a:gd name="connsiteX4" fmla="*/ 1269 w 611978"/>
              <a:gd name="connsiteY4" fmla="*/ 499676 h 499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11978" h="499675">
                <a:moveTo>
                  <a:pt x="1269" y="499676"/>
                </a:moveTo>
                <a:lnTo>
                  <a:pt x="611979" y="10787"/>
                </a:lnTo>
                <a:lnTo>
                  <a:pt x="611979" y="0"/>
                </a:lnTo>
                <a:lnTo>
                  <a:pt x="0" y="489841"/>
                </a:lnTo>
                <a:lnTo>
                  <a:pt x="1269" y="499676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1" name="Freeform 200">
            <a:extLst>
              <a:ext uri="{FF2B5EF4-FFF2-40B4-BE49-F238E27FC236}">
                <a16:creationId xmlns:a16="http://schemas.microsoft.com/office/drawing/2014/main" id="{290A6C8F-C8F5-012E-5490-CBF781674EE1}"/>
              </a:ext>
            </a:extLst>
          </p:cNvPr>
          <p:cNvSpPr/>
          <p:nvPr userDrawn="1"/>
        </p:nvSpPr>
        <p:spPr>
          <a:xfrm>
            <a:off x="11173596" y="3264191"/>
            <a:ext cx="18074" cy="45719"/>
          </a:xfrm>
          <a:custGeom>
            <a:avLst/>
            <a:gdLst>
              <a:gd name="connsiteX0" fmla="*/ 5391 w 18074"/>
              <a:gd name="connsiteY0" fmla="*/ 16814 h 16814"/>
              <a:gd name="connsiteX1" fmla="*/ 18074 w 18074"/>
              <a:gd name="connsiteY1" fmla="*/ 6662 h 16814"/>
              <a:gd name="connsiteX2" fmla="*/ 13001 w 18074"/>
              <a:gd name="connsiteY2" fmla="*/ 0 h 16814"/>
              <a:gd name="connsiteX3" fmla="*/ 0 w 18074"/>
              <a:gd name="connsiteY3" fmla="*/ 10311 h 16814"/>
              <a:gd name="connsiteX4" fmla="*/ 5391 w 18074"/>
              <a:gd name="connsiteY4" fmla="*/ 16814 h 168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074" h="16814">
                <a:moveTo>
                  <a:pt x="5391" y="16814"/>
                </a:moveTo>
                <a:lnTo>
                  <a:pt x="18074" y="6662"/>
                </a:lnTo>
                <a:lnTo>
                  <a:pt x="13001" y="0"/>
                </a:lnTo>
                <a:lnTo>
                  <a:pt x="0" y="10311"/>
                </a:lnTo>
                <a:lnTo>
                  <a:pt x="5391" y="16814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2" name="Freeform 201">
            <a:extLst>
              <a:ext uri="{FF2B5EF4-FFF2-40B4-BE49-F238E27FC236}">
                <a16:creationId xmlns:a16="http://schemas.microsoft.com/office/drawing/2014/main" id="{8FC9ABEE-4917-01C1-5A1B-CFF17AB6E6D1}"/>
              </a:ext>
            </a:extLst>
          </p:cNvPr>
          <p:cNvSpPr/>
          <p:nvPr userDrawn="1"/>
        </p:nvSpPr>
        <p:spPr>
          <a:xfrm>
            <a:off x="10326477" y="3550694"/>
            <a:ext cx="444347" cy="400032"/>
          </a:xfrm>
          <a:custGeom>
            <a:avLst/>
            <a:gdLst>
              <a:gd name="connsiteX0" fmla="*/ 4757 w 414750"/>
              <a:gd name="connsiteY0" fmla="*/ 329627 h 329627"/>
              <a:gd name="connsiteX1" fmla="*/ 414751 w 414750"/>
              <a:gd name="connsiteY1" fmla="*/ 1428 h 329627"/>
              <a:gd name="connsiteX2" fmla="*/ 403018 w 414750"/>
              <a:gd name="connsiteY2" fmla="*/ 0 h 329627"/>
              <a:gd name="connsiteX3" fmla="*/ 0 w 414750"/>
              <a:gd name="connsiteY3" fmla="*/ 322648 h 329627"/>
              <a:gd name="connsiteX4" fmla="*/ 4757 w 414750"/>
              <a:gd name="connsiteY4" fmla="*/ 329627 h 329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14750" h="329627">
                <a:moveTo>
                  <a:pt x="4757" y="329627"/>
                </a:moveTo>
                <a:lnTo>
                  <a:pt x="414751" y="1428"/>
                </a:lnTo>
                <a:lnTo>
                  <a:pt x="403018" y="0"/>
                </a:lnTo>
                <a:lnTo>
                  <a:pt x="0" y="322648"/>
                </a:lnTo>
                <a:cubicBezTo>
                  <a:pt x="1902" y="324710"/>
                  <a:pt x="3012" y="327407"/>
                  <a:pt x="4757" y="329627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3" name="Freeform 202">
            <a:extLst>
              <a:ext uri="{FF2B5EF4-FFF2-40B4-BE49-F238E27FC236}">
                <a16:creationId xmlns:a16="http://schemas.microsoft.com/office/drawing/2014/main" id="{E4FE5C51-E46D-8D75-EDB2-12CA8EFDECCA}"/>
              </a:ext>
            </a:extLst>
          </p:cNvPr>
          <p:cNvSpPr/>
          <p:nvPr userDrawn="1"/>
        </p:nvSpPr>
        <p:spPr>
          <a:xfrm>
            <a:off x="11239074" y="2987864"/>
            <a:ext cx="293939" cy="207090"/>
          </a:xfrm>
          <a:custGeom>
            <a:avLst/>
            <a:gdLst>
              <a:gd name="connsiteX0" fmla="*/ 5707 w 293939"/>
              <a:gd name="connsiteY0" fmla="*/ 240479 h 240478"/>
              <a:gd name="connsiteX1" fmla="*/ 293939 w 293939"/>
              <a:gd name="connsiteY1" fmla="*/ 9676 h 240478"/>
              <a:gd name="connsiteX2" fmla="*/ 292513 w 293939"/>
              <a:gd name="connsiteY2" fmla="*/ 0 h 240478"/>
              <a:gd name="connsiteX3" fmla="*/ 0 w 293939"/>
              <a:gd name="connsiteY3" fmla="*/ 234292 h 240478"/>
              <a:gd name="connsiteX4" fmla="*/ 5707 w 293939"/>
              <a:gd name="connsiteY4" fmla="*/ 240479 h 2404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93939" h="240478">
                <a:moveTo>
                  <a:pt x="5707" y="240479"/>
                </a:moveTo>
                <a:lnTo>
                  <a:pt x="293939" y="9676"/>
                </a:lnTo>
                <a:lnTo>
                  <a:pt x="292513" y="0"/>
                </a:lnTo>
                <a:lnTo>
                  <a:pt x="0" y="234292"/>
                </a:lnTo>
                <a:lnTo>
                  <a:pt x="5707" y="24047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4" name="Freeform 203">
            <a:extLst>
              <a:ext uri="{FF2B5EF4-FFF2-40B4-BE49-F238E27FC236}">
                <a16:creationId xmlns:a16="http://schemas.microsoft.com/office/drawing/2014/main" id="{A05013A5-F747-A1E2-FBA5-1B6F0CCD65EB}"/>
              </a:ext>
            </a:extLst>
          </p:cNvPr>
          <p:cNvSpPr/>
          <p:nvPr userDrawn="1"/>
        </p:nvSpPr>
        <p:spPr>
          <a:xfrm>
            <a:off x="10761224" y="3285131"/>
            <a:ext cx="404286" cy="276349"/>
          </a:xfrm>
          <a:custGeom>
            <a:avLst/>
            <a:gdLst>
              <a:gd name="connsiteX0" fmla="*/ 11732 w 404286"/>
              <a:gd name="connsiteY0" fmla="*/ 320903 h 320903"/>
              <a:gd name="connsiteX1" fmla="*/ 404286 w 404286"/>
              <a:gd name="connsiteY1" fmla="*/ 6662 h 320903"/>
              <a:gd name="connsiteX2" fmla="*/ 399054 w 404286"/>
              <a:gd name="connsiteY2" fmla="*/ 0 h 320903"/>
              <a:gd name="connsiteX3" fmla="*/ 0 w 404286"/>
              <a:gd name="connsiteY3" fmla="*/ 319475 h 320903"/>
              <a:gd name="connsiteX4" fmla="*/ 11732 w 404286"/>
              <a:gd name="connsiteY4" fmla="*/ 320903 h 320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04286" h="320903">
                <a:moveTo>
                  <a:pt x="11732" y="320903"/>
                </a:moveTo>
                <a:lnTo>
                  <a:pt x="404286" y="6662"/>
                </a:lnTo>
                <a:lnTo>
                  <a:pt x="399054" y="0"/>
                </a:lnTo>
                <a:lnTo>
                  <a:pt x="0" y="319475"/>
                </a:lnTo>
                <a:lnTo>
                  <a:pt x="11732" y="320903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5" name="Freeform 204">
            <a:extLst>
              <a:ext uri="{FF2B5EF4-FFF2-40B4-BE49-F238E27FC236}">
                <a16:creationId xmlns:a16="http://schemas.microsoft.com/office/drawing/2014/main" id="{CB508AE2-7609-BB4D-4526-EC37EF441F86}"/>
              </a:ext>
            </a:extLst>
          </p:cNvPr>
          <p:cNvSpPr/>
          <p:nvPr userDrawn="1"/>
        </p:nvSpPr>
        <p:spPr>
          <a:xfrm>
            <a:off x="11193890" y="3255150"/>
            <a:ext cx="9194" cy="45719"/>
          </a:xfrm>
          <a:custGeom>
            <a:avLst/>
            <a:gdLst>
              <a:gd name="connsiteX0" fmla="*/ 3964 w 9194"/>
              <a:gd name="connsiteY0" fmla="*/ 0 h 9041"/>
              <a:gd name="connsiteX1" fmla="*/ 0 w 9194"/>
              <a:gd name="connsiteY1" fmla="*/ 3172 h 9041"/>
              <a:gd name="connsiteX2" fmla="*/ 6024 w 9194"/>
              <a:gd name="connsiteY2" fmla="*/ 9042 h 9041"/>
              <a:gd name="connsiteX3" fmla="*/ 9195 w 9194"/>
              <a:gd name="connsiteY3" fmla="*/ 6504 h 9041"/>
              <a:gd name="connsiteX4" fmla="*/ 3964 w 9194"/>
              <a:gd name="connsiteY4" fmla="*/ 0 h 90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94" h="9041">
                <a:moveTo>
                  <a:pt x="3964" y="0"/>
                </a:moveTo>
                <a:lnTo>
                  <a:pt x="0" y="3172"/>
                </a:lnTo>
                <a:lnTo>
                  <a:pt x="6024" y="9042"/>
                </a:lnTo>
                <a:lnTo>
                  <a:pt x="9195" y="6504"/>
                </a:lnTo>
                <a:lnTo>
                  <a:pt x="3964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6" name="Freeform 205">
            <a:extLst>
              <a:ext uri="{FF2B5EF4-FFF2-40B4-BE49-F238E27FC236}">
                <a16:creationId xmlns:a16="http://schemas.microsoft.com/office/drawing/2014/main" id="{15B86504-B523-2C22-52AF-FE12E37B75DE}"/>
              </a:ext>
            </a:extLst>
          </p:cNvPr>
          <p:cNvSpPr/>
          <p:nvPr userDrawn="1"/>
        </p:nvSpPr>
        <p:spPr>
          <a:xfrm>
            <a:off x="32898" y="1758660"/>
            <a:ext cx="8878" cy="45719"/>
          </a:xfrm>
          <a:custGeom>
            <a:avLst/>
            <a:gdLst>
              <a:gd name="connsiteX0" fmla="*/ 634 w 8878"/>
              <a:gd name="connsiteY0" fmla="*/ 159 h 44574"/>
              <a:gd name="connsiteX1" fmla="*/ 0 w 8878"/>
              <a:gd name="connsiteY1" fmla="*/ 2855 h 44574"/>
              <a:gd name="connsiteX2" fmla="*/ 0 w 8878"/>
              <a:gd name="connsiteY2" fmla="*/ 44574 h 44574"/>
              <a:gd name="connsiteX3" fmla="*/ 8878 w 8878"/>
              <a:gd name="connsiteY3" fmla="*/ 1745 h 44574"/>
              <a:gd name="connsiteX4" fmla="*/ 634 w 8878"/>
              <a:gd name="connsiteY4" fmla="*/ 0 h 445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878" h="44574">
                <a:moveTo>
                  <a:pt x="634" y="159"/>
                </a:moveTo>
                <a:lnTo>
                  <a:pt x="0" y="2855"/>
                </a:lnTo>
                <a:lnTo>
                  <a:pt x="0" y="44574"/>
                </a:lnTo>
                <a:lnTo>
                  <a:pt x="8878" y="1745"/>
                </a:lnTo>
                <a:cubicBezTo>
                  <a:pt x="6025" y="1269"/>
                  <a:pt x="3329" y="793"/>
                  <a:pt x="634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7" name="Freeform 206">
            <a:extLst>
              <a:ext uri="{FF2B5EF4-FFF2-40B4-BE49-F238E27FC236}">
                <a16:creationId xmlns:a16="http://schemas.microsoft.com/office/drawing/2014/main" id="{F3A57747-CAF3-3296-B3F9-7DFD625E0AF7}"/>
              </a:ext>
            </a:extLst>
          </p:cNvPr>
          <p:cNvSpPr/>
          <p:nvPr userDrawn="1"/>
        </p:nvSpPr>
        <p:spPr>
          <a:xfrm>
            <a:off x="54776" y="1715514"/>
            <a:ext cx="2098800" cy="894505"/>
          </a:xfrm>
          <a:custGeom>
            <a:avLst/>
            <a:gdLst>
              <a:gd name="connsiteX0" fmla="*/ 3647 w 2020162"/>
              <a:gd name="connsiteY0" fmla="*/ 0 h 890374"/>
              <a:gd name="connsiteX1" fmla="*/ 0 w 2020162"/>
              <a:gd name="connsiteY1" fmla="*/ 7773 h 890374"/>
              <a:gd name="connsiteX2" fmla="*/ 2016516 w 2020162"/>
              <a:gd name="connsiteY2" fmla="*/ 890375 h 890374"/>
              <a:gd name="connsiteX3" fmla="*/ 2020162 w 2020162"/>
              <a:gd name="connsiteY3" fmla="*/ 882602 h 890374"/>
              <a:gd name="connsiteX4" fmla="*/ 3647 w 2020162"/>
              <a:gd name="connsiteY4" fmla="*/ 0 h 8903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20162" h="890374">
                <a:moveTo>
                  <a:pt x="3647" y="0"/>
                </a:moveTo>
                <a:cubicBezTo>
                  <a:pt x="2537" y="2697"/>
                  <a:pt x="1268" y="5076"/>
                  <a:pt x="0" y="7773"/>
                </a:cubicBezTo>
                <a:lnTo>
                  <a:pt x="2016516" y="890375"/>
                </a:lnTo>
                <a:cubicBezTo>
                  <a:pt x="2017625" y="887678"/>
                  <a:pt x="2018894" y="885298"/>
                  <a:pt x="2020162" y="882602"/>
                </a:cubicBezTo>
                <a:lnTo>
                  <a:pt x="3647" y="0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8" name="Freeform 207">
            <a:extLst>
              <a:ext uri="{FF2B5EF4-FFF2-40B4-BE49-F238E27FC236}">
                <a16:creationId xmlns:a16="http://schemas.microsoft.com/office/drawing/2014/main" id="{E4F5EFE3-C5FC-4AFE-2F66-0C9DCAEDB2C1}"/>
              </a:ext>
            </a:extLst>
          </p:cNvPr>
          <p:cNvSpPr/>
          <p:nvPr userDrawn="1"/>
        </p:nvSpPr>
        <p:spPr>
          <a:xfrm>
            <a:off x="10485358" y="4119986"/>
            <a:ext cx="308683" cy="184277"/>
          </a:xfrm>
          <a:custGeom>
            <a:avLst/>
            <a:gdLst>
              <a:gd name="connsiteX0" fmla="*/ 308684 w 308683"/>
              <a:gd name="connsiteY0" fmla="*/ 211926 h 213987"/>
              <a:gd name="connsiteX1" fmla="*/ 9830 w 308683"/>
              <a:gd name="connsiteY1" fmla="*/ 0 h 213987"/>
              <a:gd name="connsiteX2" fmla="*/ 0 w 308683"/>
              <a:gd name="connsiteY2" fmla="*/ 3490 h 213987"/>
              <a:gd name="connsiteX3" fmla="*/ 296952 w 308683"/>
              <a:gd name="connsiteY3" fmla="*/ 213988 h 213987"/>
              <a:gd name="connsiteX4" fmla="*/ 308684 w 308683"/>
              <a:gd name="connsiteY4" fmla="*/ 211926 h 2139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08683" h="213987">
                <a:moveTo>
                  <a:pt x="308684" y="211926"/>
                </a:moveTo>
                <a:lnTo>
                  <a:pt x="9830" y="0"/>
                </a:lnTo>
                <a:lnTo>
                  <a:pt x="0" y="3490"/>
                </a:lnTo>
                <a:lnTo>
                  <a:pt x="296952" y="213988"/>
                </a:lnTo>
                <a:lnTo>
                  <a:pt x="308684" y="211926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9" name="Freeform 208">
            <a:extLst>
              <a:ext uri="{FF2B5EF4-FFF2-40B4-BE49-F238E27FC236}">
                <a16:creationId xmlns:a16="http://schemas.microsoft.com/office/drawing/2014/main" id="{2931E2F8-66A6-7624-2B7C-106EBDFE6CCB}"/>
              </a:ext>
            </a:extLst>
          </p:cNvPr>
          <p:cNvSpPr/>
          <p:nvPr userDrawn="1"/>
        </p:nvSpPr>
        <p:spPr>
          <a:xfrm>
            <a:off x="10791981" y="4338734"/>
            <a:ext cx="587721" cy="351480"/>
          </a:xfrm>
          <a:custGeom>
            <a:avLst/>
            <a:gdLst>
              <a:gd name="connsiteX0" fmla="*/ 0 w 587721"/>
              <a:gd name="connsiteY0" fmla="*/ 2062 h 408147"/>
              <a:gd name="connsiteX1" fmla="*/ 572184 w 587721"/>
              <a:gd name="connsiteY1" fmla="*/ 407513 h 408147"/>
              <a:gd name="connsiteX2" fmla="*/ 587721 w 587721"/>
              <a:gd name="connsiteY2" fmla="*/ 408148 h 408147"/>
              <a:gd name="connsiteX3" fmla="*/ 11891 w 587721"/>
              <a:gd name="connsiteY3" fmla="*/ 0 h 408147"/>
              <a:gd name="connsiteX4" fmla="*/ 0 w 587721"/>
              <a:gd name="connsiteY4" fmla="*/ 2062 h 4081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87721" h="408147">
                <a:moveTo>
                  <a:pt x="0" y="2062"/>
                </a:moveTo>
                <a:lnTo>
                  <a:pt x="572184" y="407513"/>
                </a:lnTo>
                <a:lnTo>
                  <a:pt x="587721" y="408148"/>
                </a:lnTo>
                <a:lnTo>
                  <a:pt x="11891" y="0"/>
                </a:lnTo>
                <a:lnTo>
                  <a:pt x="0" y="206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10" name="Freeform 209">
            <a:extLst>
              <a:ext uri="{FF2B5EF4-FFF2-40B4-BE49-F238E27FC236}">
                <a16:creationId xmlns:a16="http://schemas.microsoft.com/office/drawing/2014/main" id="{4EB095DC-8EA4-2945-AC68-EDEC7816FBF4}"/>
              </a:ext>
            </a:extLst>
          </p:cNvPr>
          <p:cNvSpPr/>
          <p:nvPr userDrawn="1"/>
        </p:nvSpPr>
        <p:spPr>
          <a:xfrm>
            <a:off x="10351071" y="4025444"/>
            <a:ext cx="135395" cy="79229"/>
          </a:xfrm>
          <a:custGeom>
            <a:avLst/>
            <a:gdLst>
              <a:gd name="connsiteX0" fmla="*/ 2061 w 135395"/>
              <a:gd name="connsiteY0" fmla="*/ 0 h 92003"/>
              <a:gd name="connsiteX1" fmla="*/ 0 w 135395"/>
              <a:gd name="connsiteY1" fmla="*/ 3014 h 92003"/>
              <a:gd name="connsiteX2" fmla="*/ 125566 w 135395"/>
              <a:gd name="connsiteY2" fmla="*/ 92004 h 92003"/>
              <a:gd name="connsiteX3" fmla="*/ 135396 w 135395"/>
              <a:gd name="connsiteY3" fmla="*/ 88514 h 92003"/>
              <a:gd name="connsiteX4" fmla="*/ 85138 w 135395"/>
              <a:gd name="connsiteY4" fmla="*/ 52982 h 92003"/>
              <a:gd name="connsiteX5" fmla="*/ 2061 w 135395"/>
              <a:gd name="connsiteY5" fmla="*/ 0 h 920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5395" h="92003">
                <a:moveTo>
                  <a:pt x="2061" y="0"/>
                </a:moveTo>
                <a:cubicBezTo>
                  <a:pt x="1427" y="952"/>
                  <a:pt x="793" y="2062"/>
                  <a:pt x="0" y="3014"/>
                </a:cubicBezTo>
                <a:lnTo>
                  <a:pt x="125566" y="92004"/>
                </a:lnTo>
                <a:lnTo>
                  <a:pt x="135396" y="88514"/>
                </a:lnTo>
                <a:lnTo>
                  <a:pt x="85138" y="52982"/>
                </a:lnTo>
                <a:lnTo>
                  <a:pt x="2061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11" name="Freeform 210">
            <a:extLst>
              <a:ext uri="{FF2B5EF4-FFF2-40B4-BE49-F238E27FC236}">
                <a16:creationId xmlns:a16="http://schemas.microsoft.com/office/drawing/2014/main" id="{F9F2FF3A-77D3-F503-B48D-164051638592}"/>
              </a:ext>
            </a:extLst>
          </p:cNvPr>
          <p:cNvSpPr/>
          <p:nvPr userDrawn="1"/>
        </p:nvSpPr>
        <p:spPr>
          <a:xfrm>
            <a:off x="11377007" y="4755288"/>
            <a:ext cx="780985" cy="476609"/>
          </a:xfrm>
          <a:custGeom>
            <a:avLst/>
            <a:gdLst>
              <a:gd name="connsiteX0" fmla="*/ 0 w 780985"/>
              <a:gd name="connsiteY0" fmla="*/ 0 h 553450"/>
              <a:gd name="connsiteX1" fmla="*/ 780986 w 780985"/>
              <a:gd name="connsiteY1" fmla="*/ 553451 h 553450"/>
              <a:gd name="connsiteX2" fmla="*/ 780986 w 780985"/>
              <a:gd name="connsiteY2" fmla="*/ 543140 h 553450"/>
              <a:gd name="connsiteX3" fmla="*/ 15537 w 780985"/>
              <a:gd name="connsiteY3" fmla="*/ 635 h 553450"/>
              <a:gd name="connsiteX4" fmla="*/ 0 w 780985"/>
              <a:gd name="connsiteY4" fmla="*/ 0 h 553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80985" h="553450">
                <a:moveTo>
                  <a:pt x="0" y="0"/>
                </a:moveTo>
                <a:lnTo>
                  <a:pt x="780986" y="553451"/>
                </a:lnTo>
                <a:lnTo>
                  <a:pt x="780986" y="543140"/>
                </a:lnTo>
                <a:lnTo>
                  <a:pt x="15537" y="63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39" name="Freeform 238">
            <a:extLst>
              <a:ext uri="{FF2B5EF4-FFF2-40B4-BE49-F238E27FC236}">
                <a16:creationId xmlns:a16="http://schemas.microsoft.com/office/drawing/2014/main" id="{10B8FC6B-34D7-61C7-7984-8F4E9D243FA2}"/>
              </a:ext>
            </a:extLst>
          </p:cNvPr>
          <p:cNvSpPr/>
          <p:nvPr userDrawn="1"/>
        </p:nvSpPr>
        <p:spPr>
          <a:xfrm>
            <a:off x="10499468" y="4117289"/>
            <a:ext cx="338014" cy="180043"/>
          </a:xfrm>
          <a:custGeom>
            <a:avLst/>
            <a:gdLst>
              <a:gd name="connsiteX0" fmla="*/ 338015 w 338014"/>
              <a:gd name="connsiteY0" fmla="*/ 207009 h 209070"/>
              <a:gd name="connsiteX1" fmla="*/ 3647 w 338014"/>
              <a:gd name="connsiteY1" fmla="*/ 0 h 209070"/>
              <a:gd name="connsiteX2" fmla="*/ 0 w 338014"/>
              <a:gd name="connsiteY2" fmla="*/ 1269 h 209070"/>
              <a:gd name="connsiteX3" fmla="*/ 326283 w 338014"/>
              <a:gd name="connsiteY3" fmla="*/ 209071 h 209070"/>
              <a:gd name="connsiteX4" fmla="*/ 338015 w 338014"/>
              <a:gd name="connsiteY4" fmla="*/ 207009 h 2090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8014" h="209070">
                <a:moveTo>
                  <a:pt x="338015" y="207009"/>
                </a:moveTo>
                <a:lnTo>
                  <a:pt x="3647" y="0"/>
                </a:lnTo>
                <a:lnTo>
                  <a:pt x="0" y="1269"/>
                </a:lnTo>
                <a:lnTo>
                  <a:pt x="326283" y="209071"/>
                </a:lnTo>
                <a:lnTo>
                  <a:pt x="338015" y="20700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40" name="Freeform 639">
            <a:extLst>
              <a:ext uri="{FF2B5EF4-FFF2-40B4-BE49-F238E27FC236}">
                <a16:creationId xmlns:a16="http://schemas.microsoft.com/office/drawing/2014/main" id="{9B8214EF-8627-1823-5911-8341CCA9695E}"/>
              </a:ext>
            </a:extLst>
          </p:cNvPr>
          <p:cNvSpPr/>
          <p:nvPr userDrawn="1"/>
        </p:nvSpPr>
        <p:spPr>
          <a:xfrm>
            <a:off x="10836373" y="4331120"/>
            <a:ext cx="673493" cy="362408"/>
          </a:xfrm>
          <a:custGeom>
            <a:avLst/>
            <a:gdLst>
              <a:gd name="connsiteX0" fmla="*/ 11891 w 673493"/>
              <a:gd name="connsiteY0" fmla="*/ 0 h 420837"/>
              <a:gd name="connsiteX1" fmla="*/ 0 w 673493"/>
              <a:gd name="connsiteY1" fmla="*/ 2062 h 420837"/>
              <a:gd name="connsiteX2" fmla="*/ 656846 w 673493"/>
              <a:gd name="connsiteY2" fmla="*/ 420203 h 420837"/>
              <a:gd name="connsiteX3" fmla="*/ 673494 w 673493"/>
              <a:gd name="connsiteY3" fmla="*/ 420838 h 420837"/>
              <a:gd name="connsiteX4" fmla="*/ 31075 w 673493"/>
              <a:gd name="connsiteY4" fmla="*/ 11738 h 420837"/>
              <a:gd name="connsiteX5" fmla="*/ 11891 w 673493"/>
              <a:gd name="connsiteY5" fmla="*/ 0 h 42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73493" h="420837">
                <a:moveTo>
                  <a:pt x="11891" y="0"/>
                </a:moveTo>
                <a:lnTo>
                  <a:pt x="0" y="2062"/>
                </a:lnTo>
                <a:lnTo>
                  <a:pt x="656846" y="420203"/>
                </a:lnTo>
                <a:lnTo>
                  <a:pt x="673494" y="420838"/>
                </a:lnTo>
                <a:lnTo>
                  <a:pt x="31075" y="11738"/>
                </a:lnTo>
                <a:lnTo>
                  <a:pt x="11891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41" name="Freeform 640">
            <a:extLst>
              <a:ext uri="{FF2B5EF4-FFF2-40B4-BE49-F238E27FC236}">
                <a16:creationId xmlns:a16="http://schemas.microsoft.com/office/drawing/2014/main" id="{D285DC81-8593-7B27-7F47-C24AC7EFB669}"/>
              </a:ext>
            </a:extLst>
          </p:cNvPr>
          <p:cNvSpPr/>
          <p:nvPr userDrawn="1"/>
        </p:nvSpPr>
        <p:spPr>
          <a:xfrm>
            <a:off x="11507488" y="4760364"/>
            <a:ext cx="650504" cy="356671"/>
          </a:xfrm>
          <a:custGeom>
            <a:avLst/>
            <a:gdLst>
              <a:gd name="connsiteX0" fmla="*/ 0 w 650504"/>
              <a:gd name="connsiteY0" fmla="*/ 0 h 414175"/>
              <a:gd name="connsiteX1" fmla="*/ 650505 w 650504"/>
              <a:gd name="connsiteY1" fmla="*/ 414176 h 414175"/>
              <a:gd name="connsiteX2" fmla="*/ 650505 w 650504"/>
              <a:gd name="connsiteY2" fmla="*/ 404182 h 414175"/>
              <a:gd name="connsiteX3" fmla="*/ 16647 w 650504"/>
              <a:gd name="connsiteY3" fmla="*/ 635 h 414175"/>
              <a:gd name="connsiteX4" fmla="*/ 0 w 650504"/>
              <a:gd name="connsiteY4" fmla="*/ 0 h 4141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50504" h="414175">
                <a:moveTo>
                  <a:pt x="0" y="0"/>
                </a:moveTo>
                <a:lnTo>
                  <a:pt x="650505" y="414176"/>
                </a:lnTo>
                <a:lnTo>
                  <a:pt x="650505" y="404182"/>
                </a:lnTo>
                <a:lnTo>
                  <a:pt x="16647" y="63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42" name="Freeform 641">
            <a:extLst>
              <a:ext uri="{FF2B5EF4-FFF2-40B4-BE49-F238E27FC236}">
                <a16:creationId xmlns:a16="http://schemas.microsoft.com/office/drawing/2014/main" id="{7E7D64E8-C1D4-94A9-D6EF-83C38AC76E5A}"/>
              </a:ext>
            </a:extLst>
          </p:cNvPr>
          <p:cNvSpPr/>
          <p:nvPr userDrawn="1"/>
        </p:nvSpPr>
        <p:spPr>
          <a:xfrm>
            <a:off x="10353291" y="4024810"/>
            <a:ext cx="140469" cy="75815"/>
          </a:xfrm>
          <a:custGeom>
            <a:avLst/>
            <a:gdLst>
              <a:gd name="connsiteX0" fmla="*/ 475 w 140469"/>
              <a:gd name="connsiteY0" fmla="*/ 0 h 88038"/>
              <a:gd name="connsiteX1" fmla="*/ 0 w 140469"/>
              <a:gd name="connsiteY1" fmla="*/ 793 h 88038"/>
              <a:gd name="connsiteX2" fmla="*/ 83077 w 140469"/>
              <a:gd name="connsiteY2" fmla="*/ 53775 h 88038"/>
              <a:gd name="connsiteX3" fmla="*/ 136982 w 140469"/>
              <a:gd name="connsiteY3" fmla="*/ 88038 h 88038"/>
              <a:gd name="connsiteX4" fmla="*/ 140469 w 140469"/>
              <a:gd name="connsiteY4" fmla="*/ 86769 h 88038"/>
              <a:gd name="connsiteX5" fmla="*/ 475 w 140469"/>
              <a:gd name="connsiteY5" fmla="*/ 0 h 880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0469" h="88038">
                <a:moveTo>
                  <a:pt x="475" y="0"/>
                </a:moveTo>
                <a:cubicBezTo>
                  <a:pt x="475" y="0"/>
                  <a:pt x="159" y="476"/>
                  <a:pt x="0" y="793"/>
                </a:cubicBezTo>
                <a:lnTo>
                  <a:pt x="83077" y="53775"/>
                </a:lnTo>
                <a:lnTo>
                  <a:pt x="136982" y="88038"/>
                </a:lnTo>
                <a:lnTo>
                  <a:pt x="140469" y="86769"/>
                </a:lnTo>
                <a:lnTo>
                  <a:pt x="475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43" name="Freeform 642">
            <a:extLst>
              <a:ext uri="{FF2B5EF4-FFF2-40B4-BE49-F238E27FC236}">
                <a16:creationId xmlns:a16="http://schemas.microsoft.com/office/drawing/2014/main" id="{AA8341DC-E2C1-232D-CE81-0C6C66C73765}"/>
              </a:ext>
            </a:extLst>
          </p:cNvPr>
          <p:cNvSpPr/>
          <p:nvPr userDrawn="1"/>
        </p:nvSpPr>
        <p:spPr>
          <a:xfrm>
            <a:off x="10353766" y="4017830"/>
            <a:ext cx="150299" cy="80732"/>
          </a:xfrm>
          <a:custGeom>
            <a:avLst/>
            <a:gdLst>
              <a:gd name="connsiteX0" fmla="*/ 0 w 150299"/>
              <a:gd name="connsiteY0" fmla="*/ 6980 h 93748"/>
              <a:gd name="connsiteX1" fmla="*/ 139994 w 150299"/>
              <a:gd name="connsiteY1" fmla="*/ 93749 h 93748"/>
              <a:gd name="connsiteX2" fmla="*/ 150300 w 150299"/>
              <a:gd name="connsiteY2" fmla="*/ 90100 h 93748"/>
              <a:gd name="connsiteX3" fmla="*/ 4757 w 150299"/>
              <a:gd name="connsiteY3" fmla="*/ 0 h 93748"/>
              <a:gd name="connsiteX4" fmla="*/ 0 w 150299"/>
              <a:gd name="connsiteY4" fmla="*/ 6980 h 937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0299" h="93748">
                <a:moveTo>
                  <a:pt x="0" y="6980"/>
                </a:moveTo>
                <a:lnTo>
                  <a:pt x="139994" y="93749"/>
                </a:lnTo>
                <a:lnTo>
                  <a:pt x="150300" y="90100"/>
                </a:lnTo>
                <a:lnTo>
                  <a:pt x="4757" y="0"/>
                </a:lnTo>
                <a:cubicBezTo>
                  <a:pt x="3330" y="2538"/>
                  <a:pt x="1586" y="4759"/>
                  <a:pt x="0" y="698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44" name="Freeform 643">
            <a:extLst>
              <a:ext uri="{FF2B5EF4-FFF2-40B4-BE49-F238E27FC236}">
                <a16:creationId xmlns:a16="http://schemas.microsoft.com/office/drawing/2014/main" id="{64D9704D-DB69-ACCC-09EF-9A5A4E506820}"/>
              </a:ext>
            </a:extLst>
          </p:cNvPr>
          <p:cNvSpPr/>
          <p:nvPr userDrawn="1"/>
        </p:nvSpPr>
        <p:spPr>
          <a:xfrm>
            <a:off x="11543953" y="4761793"/>
            <a:ext cx="614039" cy="327438"/>
          </a:xfrm>
          <a:custGeom>
            <a:avLst/>
            <a:gdLst>
              <a:gd name="connsiteX0" fmla="*/ 0 w 614039"/>
              <a:gd name="connsiteY0" fmla="*/ 0 h 380229"/>
              <a:gd name="connsiteX1" fmla="*/ 614040 w 614039"/>
              <a:gd name="connsiteY1" fmla="*/ 380229 h 380229"/>
              <a:gd name="connsiteX2" fmla="*/ 614040 w 614039"/>
              <a:gd name="connsiteY2" fmla="*/ 370236 h 380229"/>
              <a:gd name="connsiteX3" fmla="*/ 17282 w 614039"/>
              <a:gd name="connsiteY3" fmla="*/ 635 h 380229"/>
              <a:gd name="connsiteX4" fmla="*/ 0 w 614039"/>
              <a:gd name="connsiteY4" fmla="*/ 0 h 3802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14039" h="380229">
                <a:moveTo>
                  <a:pt x="0" y="0"/>
                </a:moveTo>
                <a:lnTo>
                  <a:pt x="614040" y="380229"/>
                </a:lnTo>
                <a:lnTo>
                  <a:pt x="614040" y="370236"/>
                </a:lnTo>
                <a:lnTo>
                  <a:pt x="17282" y="63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45" name="Freeform 644">
            <a:extLst>
              <a:ext uri="{FF2B5EF4-FFF2-40B4-BE49-F238E27FC236}">
                <a16:creationId xmlns:a16="http://schemas.microsoft.com/office/drawing/2014/main" id="{0F5151B7-DB3C-AEE4-9CB0-CF2F9282FC41}"/>
              </a:ext>
            </a:extLst>
          </p:cNvPr>
          <p:cNvSpPr/>
          <p:nvPr userDrawn="1"/>
        </p:nvSpPr>
        <p:spPr>
          <a:xfrm>
            <a:off x="10848264" y="4328898"/>
            <a:ext cx="698226" cy="365550"/>
          </a:xfrm>
          <a:custGeom>
            <a:avLst/>
            <a:gdLst>
              <a:gd name="connsiteX0" fmla="*/ 0 w 698226"/>
              <a:gd name="connsiteY0" fmla="*/ 2221 h 424486"/>
              <a:gd name="connsiteX1" fmla="*/ 19184 w 698226"/>
              <a:gd name="connsiteY1" fmla="*/ 13959 h 424486"/>
              <a:gd name="connsiteX2" fmla="*/ 680945 w 698226"/>
              <a:gd name="connsiteY2" fmla="*/ 423852 h 424486"/>
              <a:gd name="connsiteX3" fmla="*/ 698227 w 698226"/>
              <a:gd name="connsiteY3" fmla="*/ 424486 h 424486"/>
              <a:gd name="connsiteX4" fmla="*/ 12684 w 698226"/>
              <a:gd name="connsiteY4" fmla="*/ 0 h 424486"/>
              <a:gd name="connsiteX5" fmla="*/ 0 w 698226"/>
              <a:gd name="connsiteY5" fmla="*/ 2221 h 4244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98226" h="424486">
                <a:moveTo>
                  <a:pt x="0" y="2221"/>
                </a:moveTo>
                <a:lnTo>
                  <a:pt x="19184" y="13959"/>
                </a:lnTo>
                <a:lnTo>
                  <a:pt x="680945" y="423852"/>
                </a:lnTo>
                <a:lnTo>
                  <a:pt x="698227" y="424486"/>
                </a:lnTo>
                <a:lnTo>
                  <a:pt x="12684" y="0"/>
                </a:lnTo>
                <a:lnTo>
                  <a:pt x="0" y="2221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46" name="Freeform 645">
            <a:extLst>
              <a:ext uri="{FF2B5EF4-FFF2-40B4-BE49-F238E27FC236}">
                <a16:creationId xmlns:a16="http://schemas.microsoft.com/office/drawing/2014/main" id="{1DE76138-76EE-4968-C399-2EB7F3FF1431}"/>
              </a:ext>
            </a:extLst>
          </p:cNvPr>
          <p:cNvSpPr/>
          <p:nvPr userDrawn="1"/>
        </p:nvSpPr>
        <p:spPr>
          <a:xfrm>
            <a:off x="10503115" y="4113641"/>
            <a:ext cx="346893" cy="181408"/>
          </a:xfrm>
          <a:custGeom>
            <a:avLst/>
            <a:gdLst>
              <a:gd name="connsiteX0" fmla="*/ 346893 w 346893"/>
              <a:gd name="connsiteY0" fmla="*/ 208436 h 210656"/>
              <a:gd name="connsiteX1" fmla="*/ 10305 w 346893"/>
              <a:gd name="connsiteY1" fmla="*/ 0 h 210656"/>
              <a:gd name="connsiteX2" fmla="*/ 0 w 346893"/>
              <a:gd name="connsiteY2" fmla="*/ 3648 h 210656"/>
              <a:gd name="connsiteX3" fmla="*/ 334368 w 346893"/>
              <a:gd name="connsiteY3" fmla="*/ 210657 h 210656"/>
              <a:gd name="connsiteX4" fmla="*/ 346893 w 346893"/>
              <a:gd name="connsiteY4" fmla="*/ 208436 h 2106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6893" h="210656">
                <a:moveTo>
                  <a:pt x="346893" y="208436"/>
                </a:moveTo>
                <a:lnTo>
                  <a:pt x="10305" y="0"/>
                </a:lnTo>
                <a:lnTo>
                  <a:pt x="0" y="3648"/>
                </a:lnTo>
                <a:lnTo>
                  <a:pt x="334368" y="210657"/>
                </a:lnTo>
                <a:lnTo>
                  <a:pt x="346893" y="208436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48" name="Freeform 647">
            <a:extLst>
              <a:ext uri="{FF2B5EF4-FFF2-40B4-BE49-F238E27FC236}">
                <a16:creationId xmlns:a16="http://schemas.microsoft.com/office/drawing/2014/main" id="{067DA14A-2961-167C-0C91-C0F24A1BDF78}"/>
              </a:ext>
            </a:extLst>
          </p:cNvPr>
          <p:cNvSpPr/>
          <p:nvPr userDrawn="1"/>
        </p:nvSpPr>
        <p:spPr>
          <a:xfrm>
            <a:off x="10361536" y="4004506"/>
            <a:ext cx="212289" cy="71716"/>
          </a:xfrm>
          <a:custGeom>
            <a:avLst/>
            <a:gdLst>
              <a:gd name="connsiteX0" fmla="*/ 158 w 212289"/>
              <a:gd name="connsiteY0" fmla="*/ 8407 h 83279"/>
              <a:gd name="connsiteX1" fmla="*/ 199765 w 212289"/>
              <a:gd name="connsiteY1" fmla="*/ 83279 h 83279"/>
              <a:gd name="connsiteX2" fmla="*/ 212289 w 212289"/>
              <a:gd name="connsiteY2" fmla="*/ 78838 h 83279"/>
              <a:gd name="connsiteX3" fmla="*/ 2219 w 212289"/>
              <a:gd name="connsiteY3" fmla="*/ 0 h 83279"/>
              <a:gd name="connsiteX4" fmla="*/ 0 w 212289"/>
              <a:gd name="connsiteY4" fmla="*/ 8249 h 83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2289" h="83279">
                <a:moveTo>
                  <a:pt x="158" y="8407"/>
                </a:moveTo>
                <a:lnTo>
                  <a:pt x="199765" y="83279"/>
                </a:lnTo>
                <a:lnTo>
                  <a:pt x="212289" y="78838"/>
                </a:lnTo>
                <a:lnTo>
                  <a:pt x="2219" y="0"/>
                </a:lnTo>
                <a:cubicBezTo>
                  <a:pt x="1426" y="2697"/>
                  <a:pt x="1109" y="5711"/>
                  <a:pt x="0" y="8249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49" name="Freeform 648">
            <a:extLst>
              <a:ext uri="{FF2B5EF4-FFF2-40B4-BE49-F238E27FC236}">
                <a16:creationId xmlns:a16="http://schemas.microsoft.com/office/drawing/2014/main" id="{6EE5CC30-4FA0-A846-2BB3-F4FC5208227D}"/>
              </a:ext>
            </a:extLst>
          </p:cNvPr>
          <p:cNvSpPr/>
          <p:nvPr userDrawn="1"/>
        </p:nvSpPr>
        <p:spPr>
          <a:xfrm>
            <a:off x="10573825" y="4088103"/>
            <a:ext cx="522083" cy="167066"/>
          </a:xfrm>
          <a:custGeom>
            <a:avLst/>
            <a:gdLst>
              <a:gd name="connsiteX0" fmla="*/ 522084 w 522083"/>
              <a:gd name="connsiteY0" fmla="*/ 191146 h 194001"/>
              <a:gd name="connsiteX1" fmla="*/ 12526 w 522083"/>
              <a:gd name="connsiteY1" fmla="*/ 0 h 194001"/>
              <a:gd name="connsiteX2" fmla="*/ 0 w 522083"/>
              <a:gd name="connsiteY2" fmla="*/ 4442 h 194001"/>
              <a:gd name="connsiteX3" fmla="*/ 505596 w 522083"/>
              <a:gd name="connsiteY3" fmla="*/ 194001 h 194001"/>
              <a:gd name="connsiteX4" fmla="*/ 522084 w 522083"/>
              <a:gd name="connsiteY4" fmla="*/ 191146 h 194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2083" h="194001">
                <a:moveTo>
                  <a:pt x="522084" y="191146"/>
                </a:moveTo>
                <a:lnTo>
                  <a:pt x="12526" y="0"/>
                </a:lnTo>
                <a:lnTo>
                  <a:pt x="0" y="4442"/>
                </a:lnTo>
                <a:lnTo>
                  <a:pt x="505596" y="194001"/>
                </a:lnTo>
                <a:lnTo>
                  <a:pt x="522084" y="191146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50" name="Freeform 649">
            <a:extLst>
              <a:ext uri="{FF2B5EF4-FFF2-40B4-BE49-F238E27FC236}">
                <a16:creationId xmlns:a16="http://schemas.microsoft.com/office/drawing/2014/main" id="{2072ABE2-CCD7-9BA6-14BD-E649D63C1D26}"/>
              </a:ext>
            </a:extLst>
          </p:cNvPr>
          <p:cNvSpPr/>
          <p:nvPr userDrawn="1"/>
        </p:nvSpPr>
        <p:spPr>
          <a:xfrm>
            <a:off x="11095116" y="4285276"/>
            <a:ext cx="1062876" cy="345743"/>
          </a:xfrm>
          <a:custGeom>
            <a:avLst/>
            <a:gdLst>
              <a:gd name="connsiteX0" fmla="*/ 0 w 1062876"/>
              <a:gd name="connsiteY0" fmla="*/ 2855 h 401485"/>
              <a:gd name="connsiteX1" fmla="*/ 1062877 w 1062876"/>
              <a:gd name="connsiteY1" fmla="*/ 401485 h 401485"/>
              <a:gd name="connsiteX2" fmla="*/ 1062877 w 1062876"/>
              <a:gd name="connsiteY2" fmla="*/ 392444 h 401485"/>
              <a:gd name="connsiteX3" fmla="*/ 16647 w 1062876"/>
              <a:gd name="connsiteY3" fmla="*/ 0 h 401485"/>
              <a:gd name="connsiteX4" fmla="*/ 0 w 1062876"/>
              <a:gd name="connsiteY4" fmla="*/ 2855 h 4014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62876" h="401485">
                <a:moveTo>
                  <a:pt x="0" y="2855"/>
                </a:moveTo>
                <a:lnTo>
                  <a:pt x="1062877" y="401485"/>
                </a:lnTo>
                <a:lnTo>
                  <a:pt x="1062877" y="392444"/>
                </a:lnTo>
                <a:lnTo>
                  <a:pt x="16647" y="0"/>
                </a:lnTo>
                <a:lnTo>
                  <a:pt x="0" y="2855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52" name="Freeform 651">
            <a:extLst>
              <a:ext uri="{FF2B5EF4-FFF2-40B4-BE49-F238E27FC236}">
                <a16:creationId xmlns:a16="http://schemas.microsoft.com/office/drawing/2014/main" id="{330D04FE-4A84-9F58-480D-7BC744897FB4}"/>
              </a:ext>
            </a:extLst>
          </p:cNvPr>
          <p:cNvSpPr/>
          <p:nvPr userDrawn="1"/>
        </p:nvSpPr>
        <p:spPr>
          <a:xfrm>
            <a:off x="9018988" y="4656146"/>
            <a:ext cx="3139004" cy="111195"/>
          </a:xfrm>
          <a:custGeom>
            <a:avLst/>
            <a:gdLst>
              <a:gd name="connsiteX0" fmla="*/ 2510221 w 3139004"/>
              <a:gd name="connsiteY0" fmla="*/ 96604 h 129122"/>
              <a:gd name="connsiteX1" fmla="*/ 2490879 w 3139004"/>
              <a:gd name="connsiteY1" fmla="*/ 95811 h 129122"/>
              <a:gd name="connsiteX2" fmla="*/ 2474231 w 3139004"/>
              <a:gd name="connsiteY2" fmla="*/ 95176 h 129122"/>
              <a:gd name="connsiteX3" fmla="*/ 2360714 w 3139004"/>
              <a:gd name="connsiteY3" fmla="*/ 90735 h 129122"/>
              <a:gd name="connsiteX4" fmla="*/ 2345177 w 3139004"/>
              <a:gd name="connsiteY4" fmla="*/ 90101 h 129122"/>
              <a:gd name="connsiteX5" fmla="*/ 1110 w 3139004"/>
              <a:gd name="connsiteY5" fmla="*/ 0 h 129122"/>
              <a:gd name="connsiteX6" fmla="*/ 1427 w 3139004"/>
              <a:gd name="connsiteY6" fmla="*/ 1428 h 129122"/>
              <a:gd name="connsiteX7" fmla="*/ 0 w 3139004"/>
              <a:gd name="connsiteY7" fmla="*/ 8407 h 129122"/>
              <a:gd name="connsiteX8" fmla="*/ 2357860 w 3139004"/>
              <a:gd name="connsiteY8" fmla="*/ 98984 h 129122"/>
              <a:gd name="connsiteX9" fmla="*/ 2373397 w 3139004"/>
              <a:gd name="connsiteY9" fmla="*/ 99618 h 129122"/>
              <a:gd name="connsiteX10" fmla="*/ 2488500 w 3139004"/>
              <a:gd name="connsiteY10" fmla="*/ 104059 h 129122"/>
              <a:gd name="connsiteX11" fmla="*/ 2505147 w 3139004"/>
              <a:gd name="connsiteY11" fmla="*/ 104694 h 129122"/>
              <a:gd name="connsiteX12" fmla="*/ 2524965 w 3139004"/>
              <a:gd name="connsiteY12" fmla="*/ 105487 h 129122"/>
              <a:gd name="connsiteX13" fmla="*/ 2542247 w 3139004"/>
              <a:gd name="connsiteY13" fmla="*/ 106122 h 129122"/>
              <a:gd name="connsiteX14" fmla="*/ 3139005 w 3139004"/>
              <a:gd name="connsiteY14" fmla="*/ 129123 h 129122"/>
              <a:gd name="connsiteX15" fmla="*/ 3139005 w 3139004"/>
              <a:gd name="connsiteY15" fmla="*/ 120557 h 129122"/>
              <a:gd name="connsiteX16" fmla="*/ 2527502 w 3139004"/>
              <a:gd name="connsiteY16" fmla="*/ 97080 h 129122"/>
              <a:gd name="connsiteX17" fmla="*/ 2510221 w 3139004"/>
              <a:gd name="connsiteY17" fmla="*/ 96446 h 1291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139004" h="129122">
                <a:moveTo>
                  <a:pt x="2510221" y="96604"/>
                </a:moveTo>
                <a:lnTo>
                  <a:pt x="2490879" y="95811"/>
                </a:lnTo>
                <a:lnTo>
                  <a:pt x="2474231" y="95176"/>
                </a:lnTo>
                <a:lnTo>
                  <a:pt x="2360714" y="90735"/>
                </a:lnTo>
                <a:lnTo>
                  <a:pt x="2345177" y="90101"/>
                </a:lnTo>
                <a:lnTo>
                  <a:pt x="1110" y="0"/>
                </a:lnTo>
                <a:cubicBezTo>
                  <a:pt x="1110" y="0"/>
                  <a:pt x="1427" y="952"/>
                  <a:pt x="1427" y="1428"/>
                </a:cubicBezTo>
                <a:cubicBezTo>
                  <a:pt x="1427" y="3966"/>
                  <a:pt x="159" y="6028"/>
                  <a:pt x="0" y="8407"/>
                </a:cubicBezTo>
                <a:lnTo>
                  <a:pt x="2357860" y="98984"/>
                </a:lnTo>
                <a:lnTo>
                  <a:pt x="2373397" y="99618"/>
                </a:lnTo>
                <a:lnTo>
                  <a:pt x="2488500" y="104059"/>
                </a:lnTo>
                <a:lnTo>
                  <a:pt x="2505147" y="104694"/>
                </a:lnTo>
                <a:lnTo>
                  <a:pt x="2524965" y="105487"/>
                </a:lnTo>
                <a:lnTo>
                  <a:pt x="2542247" y="106122"/>
                </a:lnTo>
                <a:lnTo>
                  <a:pt x="3139005" y="129123"/>
                </a:lnTo>
                <a:lnTo>
                  <a:pt x="3139005" y="120557"/>
                </a:lnTo>
                <a:lnTo>
                  <a:pt x="2527502" y="97080"/>
                </a:lnTo>
                <a:lnTo>
                  <a:pt x="2510221" y="96446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54" name="Freeform 653">
            <a:extLst>
              <a:ext uri="{FF2B5EF4-FFF2-40B4-BE49-F238E27FC236}">
                <a16:creationId xmlns:a16="http://schemas.microsoft.com/office/drawing/2014/main" id="{DC2B3DA4-E9B4-4ED8-623F-ABA5D10A7F25}"/>
              </a:ext>
            </a:extLst>
          </p:cNvPr>
          <p:cNvSpPr/>
          <p:nvPr userDrawn="1"/>
        </p:nvSpPr>
        <p:spPr>
          <a:xfrm>
            <a:off x="12080782" y="4180264"/>
            <a:ext cx="77210" cy="112560"/>
          </a:xfrm>
          <a:custGeom>
            <a:avLst/>
            <a:gdLst>
              <a:gd name="connsiteX0" fmla="*/ 2854 w 77210"/>
              <a:gd name="connsiteY0" fmla="*/ 0 h 130708"/>
              <a:gd name="connsiteX1" fmla="*/ 0 w 77210"/>
              <a:gd name="connsiteY1" fmla="*/ 1903 h 130708"/>
              <a:gd name="connsiteX2" fmla="*/ 77211 w 77210"/>
              <a:gd name="connsiteY2" fmla="*/ 130709 h 130708"/>
              <a:gd name="connsiteX3" fmla="*/ 77211 w 77210"/>
              <a:gd name="connsiteY3" fmla="*/ 114053 h 130708"/>
              <a:gd name="connsiteX4" fmla="*/ 62308 w 77210"/>
              <a:gd name="connsiteY4" fmla="*/ 89149 h 130708"/>
              <a:gd name="connsiteX5" fmla="*/ 2854 w 77210"/>
              <a:gd name="connsiteY5" fmla="*/ 0 h 1307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7210" h="130708">
                <a:moveTo>
                  <a:pt x="2854" y="0"/>
                </a:moveTo>
                <a:cubicBezTo>
                  <a:pt x="1902" y="634"/>
                  <a:pt x="951" y="1428"/>
                  <a:pt x="0" y="1903"/>
                </a:cubicBezTo>
                <a:lnTo>
                  <a:pt x="77211" y="130709"/>
                </a:lnTo>
                <a:lnTo>
                  <a:pt x="77211" y="114053"/>
                </a:lnTo>
                <a:lnTo>
                  <a:pt x="62308" y="89149"/>
                </a:lnTo>
                <a:lnTo>
                  <a:pt x="2854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55" name="Freeform 654">
            <a:extLst>
              <a:ext uri="{FF2B5EF4-FFF2-40B4-BE49-F238E27FC236}">
                <a16:creationId xmlns:a16="http://schemas.microsoft.com/office/drawing/2014/main" id="{97513489-D7CC-3FF2-DC01-91819CB013A7}"/>
              </a:ext>
            </a:extLst>
          </p:cNvPr>
          <p:cNvSpPr/>
          <p:nvPr userDrawn="1"/>
        </p:nvSpPr>
        <p:spPr>
          <a:xfrm>
            <a:off x="12083636" y="4179790"/>
            <a:ext cx="74356" cy="96578"/>
          </a:xfrm>
          <a:custGeom>
            <a:avLst/>
            <a:gdLst>
              <a:gd name="connsiteX0" fmla="*/ 793 w 74356"/>
              <a:gd name="connsiteY0" fmla="*/ 0 h 112149"/>
              <a:gd name="connsiteX1" fmla="*/ 0 w 74356"/>
              <a:gd name="connsiteY1" fmla="*/ 634 h 112149"/>
              <a:gd name="connsiteX2" fmla="*/ 59454 w 74356"/>
              <a:gd name="connsiteY2" fmla="*/ 89783 h 112149"/>
              <a:gd name="connsiteX3" fmla="*/ 74357 w 74356"/>
              <a:gd name="connsiteY3" fmla="*/ 112149 h 112149"/>
              <a:gd name="connsiteX4" fmla="*/ 74357 w 74356"/>
              <a:gd name="connsiteY4" fmla="*/ 107073 h 112149"/>
              <a:gd name="connsiteX5" fmla="*/ 793 w 74356"/>
              <a:gd name="connsiteY5" fmla="*/ 159 h 112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4356" h="112149">
                <a:moveTo>
                  <a:pt x="793" y="0"/>
                </a:moveTo>
                <a:cubicBezTo>
                  <a:pt x="793" y="0"/>
                  <a:pt x="316" y="317"/>
                  <a:pt x="0" y="634"/>
                </a:cubicBezTo>
                <a:lnTo>
                  <a:pt x="59454" y="89783"/>
                </a:lnTo>
                <a:lnTo>
                  <a:pt x="74357" y="112149"/>
                </a:lnTo>
                <a:lnTo>
                  <a:pt x="74357" y="107073"/>
                </a:lnTo>
                <a:lnTo>
                  <a:pt x="793" y="15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56" name="Freeform 655">
            <a:extLst>
              <a:ext uri="{FF2B5EF4-FFF2-40B4-BE49-F238E27FC236}">
                <a16:creationId xmlns:a16="http://schemas.microsoft.com/office/drawing/2014/main" id="{F83AD289-7334-9A9D-AF2E-7F0B88556E3F}"/>
              </a:ext>
            </a:extLst>
          </p:cNvPr>
          <p:cNvSpPr/>
          <p:nvPr userDrawn="1"/>
        </p:nvSpPr>
        <p:spPr>
          <a:xfrm>
            <a:off x="12084428" y="4178520"/>
            <a:ext cx="73564" cy="93027"/>
          </a:xfrm>
          <a:custGeom>
            <a:avLst/>
            <a:gdLst>
              <a:gd name="connsiteX0" fmla="*/ 1426 w 73564"/>
              <a:gd name="connsiteY0" fmla="*/ 159 h 108025"/>
              <a:gd name="connsiteX1" fmla="*/ 0 w 73564"/>
              <a:gd name="connsiteY1" fmla="*/ 1110 h 108025"/>
              <a:gd name="connsiteX2" fmla="*/ 73564 w 73564"/>
              <a:gd name="connsiteY2" fmla="*/ 108025 h 108025"/>
              <a:gd name="connsiteX3" fmla="*/ 73564 w 73564"/>
              <a:gd name="connsiteY3" fmla="*/ 99935 h 108025"/>
              <a:gd name="connsiteX4" fmla="*/ 1426 w 73564"/>
              <a:gd name="connsiteY4" fmla="*/ 0 h 108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3564" h="108025">
                <a:moveTo>
                  <a:pt x="1426" y="159"/>
                </a:moveTo>
                <a:cubicBezTo>
                  <a:pt x="1426" y="159"/>
                  <a:pt x="475" y="793"/>
                  <a:pt x="0" y="1110"/>
                </a:cubicBezTo>
                <a:lnTo>
                  <a:pt x="73564" y="108025"/>
                </a:lnTo>
                <a:lnTo>
                  <a:pt x="73564" y="99935"/>
                </a:lnTo>
                <a:lnTo>
                  <a:pt x="1426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57" name="Freeform 656">
            <a:extLst>
              <a:ext uri="{FF2B5EF4-FFF2-40B4-BE49-F238E27FC236}">
                <a16:creationId xmlns:a16="http://schemas.microsoft.com/office/drawing/2014/main" id="{50EBD23F-16C2-FCFD-8649-8CABFCE2A47B}"/>
              </a:ext>
            </a:extLst>
          </p:cNvPr>
          <p:cNvSpPr/>
          <p:nvPr userDrawn="1"/>
        </p:nvSpPr>
        <p:spPr>
          <a:xfrm>
            <a:off x="12086014" y="4178361"/>
            <a:ext cx="71820" cy="86333"/>
          </a:xfrm>
          <a:custGeom>
            <a:avLst/>
            <a:gdLst>
              <a:gd name="connsiteX0" fmla="*/ 476 w 71820"/>
              <a:gd name="connsiteY0" fmla="*/ 0 h 100252"/>
              <a:gd name="connsiteX1" fmla="*/ 0 w 71820"/>
              <a:gd name="connsiteY1" fmla="*/ 317 h 100252"/>
              <a:gd name="connsiteX2" fmla="*/ 71821 w 71820"/>
              <a:gd name="connsiteY2" fmla="*/ 100253 h 100252"/>
              <a:gd name="connsiteX3" fmla="*/ 71821 w 71820"/>
              <a:gd name="connsiteY3" fmla="*/ 96763 h 100252"/>
              <a:gd name="connsiteX4" fmla="*/ 317 w 71820"/>
              <a:gd name="connsiteY4" fmla="*/ 0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1820" h="100252">
                <a:moveTo>
                  <a:pt x="476" y="0"/>
                </a:moveTo>
                <a:cubicBezTo>
                  <a:pt x="476" y="0"/>
                  <a:pt x="0" y="317"/>
                  <a:pt x="0" y="317"/>
                </a:cubicBezTo>
                <a:lnTo>
                  <a:pt x="71821" y="100253"/>
                </a:lnTo>
                <a:lnTo>
                  <a:pt x="71821" y="96763"/>
                </a:lnTo>
                <a:lnTo>
                  <a:pt x="317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58" name="Freeform 657">
            <a:extLst>
              <a:ext uri="{FF2B5EF4-FFF2-40B4-BE49-F238E27FC236}">
                <a16:creationId xmlns:a16="http://schemas.microsoft.com/office/drawing/2014/main" id="{6263B199-083B-F041-0FE1-D064522D8216}"/>
              </a:ext>
            </a:extLst>
          </p:cNvPr>
          <p:cNvSpPr/>
          <p:nvPr userDrawn="1"/>
        </p:nvSpPr>
        <p:spPr>
          <a:xfrm>
            <a:off x="12086490" y="4173603"/>
            <a:ext cx="71503" cy="87426"/>
          </a:xfrm>
          <a:custGeom>
            <a:avLst/>
            <a:gdLst>
              <a:gd name="connsiteX0" fmla="*/ 0 w 71503"/>
              <a:gd name="connsiteY0" fmla="*/ 4759 h 101521"/>
              <a:gd name="connsiteX1" fmla="*/ 71503 w 71503"/>
              <a:gd name="connsiteY1" fmla="*/ 101521 h 101521"/>
              <a:gd name="connsiteX2" fmla="*/ 71503 w 71503"/>
              <a:gd name="connsiteY2" fmla="*/ 87086 h 101521"/>
              <a:gd name="connsiteX3" fmla="*/ 7135 w 71503"/>
              <a:gd name="connsiteY3" fmla="*/ 0 h 101521"/>
              <a:gd name="connsiteX4" fmla="*/ 0 w 71503"/>
              <a:gd name="connsiteY4" fmla="*/ 4759 h 1015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1503" h="101521">
                <a:moveTo>
                  <a:pt x="0" y="4759"/>
                </a:moveTo>
                <a:lnTo>
                  <a:pt x="71503" y="101521"/>
                </a:lnTo>
                <a:lnTo>
                  <a:pt x="71503" y="87086"/>
                </a:lnTo>
                <a:lnTo>
                  <a:pt x="7135" y="0"/>
                </a:lnTo>
                <a:cubicBezTo>
                  <a:pt x="4915" y="1903"/>
                  <a:pt x="2378" y="3172"/>
                  <a:pt x="0" y="4759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59" name="Freeform 658">
            <a:extLst>
              <a:ext uri="{FF2B5EF4-FFF2-40B4-BE49-F238E27FC236}">
                <a16:creationId xmlns:a16="http://schemas.microsoft.com/office/drawing/2014/main" id="{15C2504B-C056-03D4-C494-074FCB5A8692}"/>
              </a:ext>
            </a:extLst>
          </p:cNvPr>
          <p:cNvSpPr/>
          <p:nvPr userDrawn="1"/>
        </p:nvSpPr>
        <p:spPr>
          <a:xfrm>
            <a:off x="12082367" y="3937089"/>
            <a:ext cx="75466" cy="105731"/>
          </a:xfrm>
          <a:custGeom>
            <a:avLst/>
            <a:gdLst>
              <a:gd name="connsiteX0" fmla="*/ 7135 w 75466"/>
              <a:gd name="connsiteY0" fmla="*/ 122619 h 122777"/>
              <a:gd name="connsiteX1" fmla="*/ 75467 w 75466"/>
              <a:gd name="connsiteY1" fmla="*/ 15704 h 122777"/>
              <a:gd name="connsiteX2" fmla="*/ 75467 w 75466"/>
              <a:gd name="connsiteY2" fmla="*/ 0 h 122777"/>
              <a:gd name="connsiteX3" fmla="*/ 0 w 75466"/>
              <a:gd name="connsiteY3" fmla="*/ 118019 h 122777"/>
              <a:gd name="connsiteX4" fmla="*/ 6976 w 75466"/>
              <a:gd name="connsiteY4" fmla="*/ 122778 h 1227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5466" h="122777">
                <a:moveTo>
                  <a:pt x="7135" y="122619"/>
                </a:moveTo>
                <a:lnTo>
                  <a:pt x="75467" y="15704"/>
                </a:lnTo>
                <a:lnTo>
                  <a:pt x="75467" y="0"/>
                </a:lnTo>
                <a:lnTo>
                  <a:pt x="0" y="118019"/>
                </a:lnTo>
                <a:cubicBezTo>
                  <a:pt x="2536" y="119446"/>
                  <a:pt x="4756" y="121033"/>
                  <a:pt x="6976" y="122778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60" name="Freeform 659">
            <a:extLst>
              <a:ext uri="{FF2B5EF4-FFF2-40B4-BE49-F238E27FC236}">
                <a16:creationId xmlns:a16="http://schemas.microsoft.com/office/drawing/2014/main" id="{C7F1BD73-01F3-7E60-A7EF-C463B8DFC5A2}"/>
              </a:ext>
            </a:extLst>
          </p:cNvPr>
          <p:cNvSpPr/>
          <p:nvPr userDrawn="1"/>
        </p:nvSpPr>
        <p:spPr>
          <a:xfrm>
            <a:off x="12054146" y="3369679"/>
            <a:ext cx="103846" cy="583842"/>
          </a:xfrm>
          <a:custGeom>
            <a:avLst/>
            <a:gdLst>
              <a:gd name="connsiteX0" fmla="*/ 8086 w 103846"/>
              <a:gd name="connsiteY0" fmla="*/ 677973 h 677972"/>
              <a:gd name="connsiteX1" fmla="*/ 103847 w 103846"/>
              <a:gd name="connsiteY1" fmla="*/ 55202 h 677972"/>
              <a:gd name="connsiteX2" fmla="*/ 103847 w 103846"/>
              <a:gd name="connsiteY2" fmla="*/ 0 h 677972"/>
              <a:gd name="connsiteX3" fmla="*/ 0 w 103846"/>
              <a:gd name="connsiteY3" fmla="*/ 676386 h 677972"/>
              <a:gd name="connsiteX4" fmla="*/ 8245 w 103846"/>
              <a:gd name="connsiteY4" fmla="*/ 677973 h 6779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3846" h="677972">
                <a:moveTo>
                  <a:pt x="8086" y="677973"/>
                </a:moveTo>
                <a:lnTo>
                  <a:pt x="103847" y="55202"/>
                </a:lnTo>
                <a:lnTo>
                  <a:pt x="103847" y="0"/>
                </a:lnTo>
                <a:lnTo>
                  <a:pt x="0" y="676386"/>
                </a:lnTo>
                <a:cubicBezTo>
                  <a:pt x="2855" y="676704"/>
                  <a:pt x="5550" y="677497"/>
                  <a:pt x="8245" y="677973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61" name="Freeform 660">
            <a:extLst>
              <a:ext uri="{FF2B5EF4-FFF2-40B4-BE49-F238E27FC236}">
                <a16:creationId xmlns:a16="http://schemas.microsoft.com/office/drawing/2014/main" id="{2B692892-A968-EA5C-F1D0-EAC14ACB4B40}"/>
              </a:ext>
            </a:extLst>
          </p:cNvPr>
          <p:cNvSpPr/>
          <p:nvPr userDrawn="1"/>
        </p:nvSpPr>
        <p:spPr>
          <a:xfrm>
            <a:off x="11849942" y="4098571"/>
            <a:ext cx="17757" cy="45719"/>
          </a:xfrm>
          <a:custGeom>
            <a:avLst/>
            <a:gdLst>
              <a:gd name="connsiteX0" fmla="*/ 7135 w 17757"/>
              <a:gd name="connsiteY0" fmla="*/ 9042 h 9835"/>
              <a:gd name="connsiteX1" fmla="*/ 17758 w 17757"/>
              <a:gd name="connsiteY1" fmla="*/ 9835 h 9835"/>
              <a:gd name="connsiteX2" fmla="*/ 10147 w 17757"/>
              <a:gd name="connsiteY2" fmla="*/ 793 h 9835"/>
              <a:gd name="connsiteX3" fmla="*/ 0 w 17757"/>
              <a:gd name="connsiteY3" fmla="*/ 0 h 9835"/>
              <a:gd name="connsiteX4" fmla="*/ 7135 w 17757"/>
              <a:gd name="connsiteY4" fmla="*/ 9042 h 98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757" h="9835">
                <a:moveTo>
                  <a:pt x="7135" y="9042"/>
                </a:moveTo>
                <a:lnTo>
                  <a:pt x="17758" y="9835"/>
                </a:lnTo>
                <a:lnTo>
                  <a:pt x="10147" y="793"/>
                </a:lnTo>
                <a:lnTo>
                  <a:pt x="0" y="0"/>
                </a:lnTo>
                <a:lnTo>
                  <a:pt x="7135" y="904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62" name="Freeform 661">
            <a:extLst>
              <a:ext uri="{FF2B5EF4-FFF2-40B4-BE49-F238E27FC236}">
                <a16:creationId xmlns:a16="http://schemas.microsoft.com/office/drawing/2014/main" id="{B223C8B9-370E-C1C0-5728-C12B330A95D7}"/>
              </a:ext>
            </a:extLst>
          </p:cNvPr>
          <p:cNvSpPr/>
          <p:nvPr userDrawn="1"/>
        </p:nvSpPr>
        <p:spPr>
          <a:xfrm>
            <a:off x="11947288" y="4106027"/>
            <a:ext cx="28696" cy="45719"/>
          </a:xfrm>
          <a:custGeom>
            <a:avLst/>
            <a:gdLst>
              <a:gd name="connsiteX0" fmla="*/ 28696 w 28696"/>
              <a:gd name="connsiteY0" fmla="*/ 2221 h 10627"/>
              <a:gd name="connsiteX1" fmla="*/ 0 w 28696"/>
              <a:gd name="connsiteY1" fmla="*/ 0 h 10627"/>
              <a:gd name="connsiteX2" fmla="*/ 6817 w 28696"/>
              <a:gd name="connsiteY2" fmla="*/ 9042 h 10627"/>
              <a:gd name="connsiteX3" fmla="*/ 26953 w 28696"/>
              <a:gd name="connsiteY3" fmla="*/ 10628 h 10627"/>
              <a:gd name="connsiteX4" fmla="*/ 28696 w 28696"/>
              <a:gd name="connsiteY4" fmla="*/ 2221 h 10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696" h="10627">
                <a:moveTo>
                  <a:pt x="28696" y="2221"/>
                </a:moveTo>
                <a:lnTo>
                  <a:pt x="0" y="0"/>
                </a:lnTo>
                <a:lnTo>
                  <a:pt x="6817" y="9042"/>
                </a:lnTo>
                <a:lnTo>
                  <a:pt x="26953" y="10628"/>
                </a:lnTo>
                <a:cubicBezTo>
                  <a:pt x="26953" y="7614"/>
                  <a:pt x="28221" y="5076"/>
                  <a:pt x="28696" y="2221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63" name="Freeform 662">
            <a:extLst>
              <a:ext uri="{FF2B5EF4-FFF2-40B4-BE49-F238E27FC236}">
                <a16:creationId xmlns:a16="http://schemas.microsoft.com/office/drawing/2014/main" id="{26BE033D-7CF7-43CB-522D-9C6171E0592E}"/>
              </a:ext>
            </a:extLst>
          </p:cNvPr>
          <p:cNvSpPr/>
          <p:nvPr userDrawn="1"/>
        </p:nvSpPr>
        <p:spPr>
          <a:xfrm>
            <a:off x="10365975" y="3984677"/>
            <a:ext cx="401907" cy="45719"/>
          </a:xfrm>
          <a:custGeom>
            <a:avLst/>
            <a:gdLst>
              <a:gd name="connsiteX0" fmla="*/ 382090 w 401907"/>
              <a:gd name="connsiteY0" fmla="*/ 37753 h 37753"/>
              <a:gd name="connsiteX1" fmla="*/ 401908 w 401907"/>
              <a:gd name="connsiteY1" fmla="*/ 30774 h 37753"/>
              <a:gd name="connsiteX2" fmla="*/ 1744 w 401907"/>
              <a:gd name="connsiteY2" fmla="*/ 0 h 37753"/>
              <a:gd name="connsiteX3" fmla="*/ 0 w 401907"/>
              <a:gd name="connsiteY3" fmla="*/ 8407 h 37753"/>
              <a:gd name="connsiteX4" fmla="*/ 381932 w 401907"/>
              <a:gd name="connsiteY4" fmla="*/ 37753 h 377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01907" h="37753">
                <a:moveTo>
                  <a:pt x="382090" y="37753"/>
                </a:moveTo>
                <a:lnTo>
                  <a:pt x="401908" y="30774"/>
                </a:lnTo>
                <a:lnTo>
                  <a:pt x="1744" y="0"/>
                </a:lnTo>
                <a:cubicBezTo>
                  <a:pt x="1744" y="3014"/>
                  <a:pt x="476" y="5552"/>
                  <a:pt x="0" y="8407"/>
                </a:cubicBezTo>
                <a:lnTo>
                  <a:pt x="381932" y="37753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64" name="Freeform 663">
            <a:extLst>
              <a:ext uri="{FF2B5EF4-FFF2-40B4-BE49-F238E27FC236}">
                <a16:creationId xmlns:a16="http://schemas.microsoft.com/office/drawing/2014/main" id="{DAB1B612-681D-F1FA-0293-203627992B25}"/>
              </a:ext>
            </a:extLst>
          </p:cNvPr>
          <p:cNvSpPr/>
          <p:nvPr userDrawn="1"/>
        </p:nvSpPr>
        <p:spPr>
          <a:xfrm>
            <a:off x="10769309" y="4017038"/>
            <a:ext cx="1046070" cy="75268"/>
          </a:xfrm>
          <a:custGeom>
            <a:avLst/>
            <a:gdLst>
              <a:gd name="connsiteX0" fmla="*/ 0 w 1046070"/>
              <a:gd name="connsiteY0" fmla="*/ 6980 h 87403"/>
              <a:gd name="connsiteX1" fmla="*/ 1046070 w 1046070"/>
              <a:gd name="connsiteY1" fmla="*/ 87404 h 87403"/>
              <a:gd name="connsiteX2" fmla="*/ 1038778 w 1046070"/>
              <a:gd name="connsiteY2" fmla="*/ 78362 h 87403"/>
              <a:gd name="connsiteX3" fmla="*/ 19818 w 1046070"/>
              <a:gd name="connsiteY3" fmla="*/ 0 h 87403"/>
              <a:gd name="connsiteX4" fmla="*/ 0 w 1046070"/>
              <a:gd name="connsiteY4" fmla="*/ 6980 h 874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46070" h="87403">
                <a:moveTo>
                  <a:pt x="0" y="6980"/>
                </a:moveTo>
                <a:lnTo>
                  <a:pt x="1046070" y="87404"/>
                </a:lnTo>
                <a:lnTo>
                  <a:pt x="1038778" y="78362"/>
                </a:lnTo>
                <a:lnTo>
                  <a:pt x="19818" y="0"/>
                </a:lnTo>
                <a:lnTo>
                  <a:pt x="0" y="698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65" name="Freeform 664">
            <a:extLst>
              <a:ext uri="{FF2B5EF4-FFF2-40B4-BE49-F238E27FC236}">
                <a16:creationId xmlns:a16="http://schemas.microsoft.com/office/drawing/2014/main" id="{CE6BF49D-7258-90D0-4F1D-A43DB181624B}"/>
              </a:ext>
            </a:extLst>
          </p:cNvPr>
          <p:cNvSpPr/>
          <p:nvPr userDrawn="1"/>
        </p:nvSpPr>
        <p:spPr>
          <a:xfrm>
            <a:off x="11871821" y="4100316"/>
            <a:ext cx="20452" cy="45719"/>
          </a:xfrm>
          <a:custGeom>
            <a:avLst/>
            <a:gdLst>
              <a:gd name="connsiteX0" fmla="*/ 7611 w 20452"/>
              <a:gd name="connsiteY0" fmla="*/ 9042 h 9993"/>
              <a:gd name="connsiteX1" fmla="*/ 20453 w 20452"/>
              <a:gd name="connsiteY1" fmla="*/ 9994 h 9993"/>
              <a:gd name="connsiteX2" fmla="*/ 13159 w 20452"/>
              <a:gd name="connsiteY2" fmla="*/ 952 h 9993"/>
              <a:gd name="connsiteX3" fmla="*/ 0 w 20452"/>
              <a:gd name="connsiteY3" fmla="*/ 0 h 9993"/>
              <a:gd name="connsiteX4" fmla="*/ 7611 w 20452"/>
              <a:gd name="connsiteY4" fmla="*/ 9042 h 99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452" h="9993">
                <a:moveTo>
                  <a:pt x="7611" y="9042"/>
                </a:moveTo>
                <a:lnTo>
                  <a:pt x="20453" y="9994"/>
                </a:lnTo>
                <a:lnTo>
                  <a:pt x="13159" y="952"/>
                </a:lnTo>
                <a:lnTo>
                  <a:pt x="0" y="0"/>
                </a:lnTo>
                <a:lnTo>
                  <a:pt x="7611" y="904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66" name="Freeform 665">
            <a:extLst>
              <a:ext uri="{FF2B5EF4-FFF2-40B4-BE49-F238E27FC236}">
                <a16:creationId xmlns:a16="http://schemas.microsoft.com/office/drawing/2014/main" id="{E275BF3A-A82D-22D6-3DD0-44CBB9A1234D}"/>
              </a:ext>
            </a:extLst>
          </p:cNvPr>
          <p:cNvSpPr/>
          <p:nvPr userDrawn="1"/>
        </p:nvSpPr>
        <p:spPr>
          <a:xfrm>
            <a:off x="11830283" y="4097144"/>
            <a:ext cx="15379" cy="45719"/>
          </a:xfrm>
          <a:custGeom>
            <a:avLst/>
            <a:gdLst>
              <a:gd name="connsiteX0" fmla="*/ 7452 w 15379"/>
              <a:gd name="connsiteY0" fmla="*/ 9042 h 9517"/>
              <a:gd name="connsiteX1" fmla="*/ 15379 w 15379"/>
              <a:gd name="connsiteY1" fmla="*/ 9518 h 9517"/>
              <a:gd name="connsiteX2" fmla="*/ 8245 w 15379"/>
              <a:gd name="connsiteY2" fmla="*/ 635 h 9517"/>
              <a:gd name="connsiteX3" fmla="*/ 0 w 15379"/>
              <a:gd name="connsiteY3" fmla="*/ 0 h 9517"/>
              <a:gd name="connsiteX4" fmla="*/ 7452 w 15379"/>
              <a:gd name="connsiteY4" fmla="*/ 9042 h 95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379" h="9517">
                <a:moveTo>
                  <a:pt x="7452" y="9042"/>
                </a:moveTo>
                <a:lnTo>
                  <a:pt x="15379" y="9518"/>
                </a:lnTo>
                <a:lnTo>
                  <a:pt x="8245" y="635"/>
                </a:lnTo>
                <a:lnTo>
                  <a:pt x="0" y="0"/>
                </a:lnTo>
                <a:lnTo>
                  <a:pt x="7452" y="904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67" name="Freeform 666">
            <a:extLst>
              <a:ext uri="{FF2B5EF4-FFF2-40B4-BE49-F238E27FC236}">
                <a16:creationId xmlns:a16="http://schemas.microsoft.com/office/drawing/2014/main" id="{8F530FC1-4763-C532-4CE1-45DC0A5284D4}"/>
              </a:ext>
            </a:extLst>
          </p:cNvPr>
          <p:cNvSpPr/>
          <p:nvPr userDrawn="1"/>
        </p:nvSpPr>
        <p:spPr>
          <a:xfrm>
            <a:off x="11896712" y="4102220"/>
            <a:ext cx="33928" cy="45719"/>
          </a:xfrm>
          <a:custGeom>
            <a:avLst/>
            <a:gdLst>
              <a:gd name="connsiteX0" fmla="*/ 7293 w 33928"/>
              <a:gd name="connsiteY0" fmla="*/ 9042 h 11103"/>
              <a:gd name="connsiteX1" fmla="*/ 33929 w 33928"/>
              <a:gd name="connsiteY1" fmla="*/ 11104 h 11103"/>
              <a:gd name="connsiteX2" fmla="*/ 27429 w 33928"/>
              <a:gd name="connsiteY2" fmla="*/ 2062 h 11103"/>
              <a:gd name="connsiteX3" fmla="*/ 0 w 33928"/>
              <a:gd name="connsiteY3" fmla="*/ 0 h 11103"/>
              <a:gd name="connsiteX4" fmla="*/ 7293 w 33928"/>
              <a:gd name="connsiteY4" fmla="*/ 9042 h 11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928" h="11103">
                <a:moveTo>
                  <a:pt x="7293" y="9042"/>
                </a:moveTo>
                <a:lnTo>
                  <a:pt x="33929" y="11104"/>
                </a:lnTo>
                <a:lnTo>
                  <a:pt x="27429" y="2062"/>
                </a:lnTo>
                <a:lnTo>
                  <a:pt x="0" y="0"/>
                </a:lnTo>
                <a:lnTo>
                  <a:pt x="7293" y="904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68" name="Freeform 667">
            <a:extLst>
              <a:ext uri="{FF2B5EF4-FFF2-40B4-BE49-F238E27FC236}">
                <a16:creationId xmlns:a16="http://schemas.microsoft.com/office/drawing/2014/main" id="{BB3D78BD-F318-3967-38BE-CF3D97A348AB}"/>
              </a:ext>
            </a:extLst>
          </p:cNvPr>
          <p:cNvSpPr/>
          <p:nvPr userDrawn="1"/>
        </p:nvSpPr>
        <p:spPr>
          <a:xfrm>
            <a:off x="11884029" y="4140289"/>
            <a:ext cx="16964" cy="45719"/>
          </a:xfrm>
          <a:custGeom>
            <a:avLst/>
            <a:gdLst>
              <a:gd name="connsiteX0" fmla="*/ 5866 w 16964"/>
              <a:gd name="connsiteY0" fmla="*/ 9359 h 9358"/>
              <a:gd name="connsiteX1" fmla="*/ 16964 w 16964"/>
              <a:gd name="connsiteY1" fmla="*/ 7455 h 9358"/>
              <a:gd name="connsiteX2" fmla="*/ 10622 w 16964"/>
              <a:gd name="connsiteY2" fmla="*/ 0 h 9358"/>
              <a:gd name="connsiteX3" fmla="*/ 0 w 16964"/>
              <a:gd name="connsiteY3" fmla="*/ 1745 h 9358"/>
              <a:gd name="connsiteX4" fmla="*/ 5866 w 16964"/>
              <a:gd name="connsiteY4" fmla="*/ 9359 h 93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964" h="9358">
                <a:moveTo>
                  <a:pt x="5866" y="9359"/>
                </a:moveTo>
                <a:lnTo>
                  <a:pt x="16964" y="7455"/>
                </a:lnTo>
                <a:lnTo>
                  <a:pt x="10622" y="0"/>
                </a:lnTo>
                <a:lnTo>
                  <a:pt x="0" y="1745"/>
                </a:lnTo>
                <a:lnTo>
                  <a:pt x="5866" y="935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69" name="Freeform 668">
            <a:extLst>
              <a:ext uri="{FF2B5EF4-FFF2-40B4-BE49-F238E27FC236}">
                <a16:creationId xmlns:a16="http://schemas.microsoft.com/office/drawing/2014/main" id="{9293C525-13F2-27A6-9CEA-CC22B1FD2DFB}"/>
              </a:ext>
            </a:extLst>
          </p:cNvPr>
          <p:cNvSpPr/>
          <p:nvPr userDrawn="1"/>
        </p:nvSpPr>
        <p:spPr>
          <a:xfrm>
            <a:off x="11923506" y="4131565"/>
            <a:ext cx="26318" cy="45719"/>
          </a:xfrm>
          <a:custGeom>
            <a:avLst/>
            <a:gdLst>
              <a:gd name="connsiteX0" fmla="*/ 6025 w 26318"/>
              <a:gd name="connsiteY0" fmla="*/ 11263 h 11262"/>
              <a:gd name="connsiteX1" fmla="*/ 26319 w 26318"/>
              <a:gd name="connsiteY1" fmla="*/ 7773 h 11262"/>
              <a:gd name="connsiteX2" fmla="*/ 20610 w 26318"/>
              <a:gd name="connsiteY2" fmla="*/ 0 h 11262"/>
              <a:gd name="connsiteX3" fmla="*/ 0 w 26318"/>
              <a:gd name="connsiteY3" fmla="*/ 3649 h 11262"/>
              <a:gd name="connsiteX4" fmla="*/ 6025 w 26318"/>
              <a:gd name="connsiteY4" fmla="*/ 11263 h 112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6318" h="11262">
                <a:moveTo>
                  <a:pt x="6025" y="11263"/>
                </a:moveTo>
                <a:lnTo>
                  <a:pt x="26319" y="7773"/>
                </a:lnTo>
                <a:lnTo>
                  <a:pt x="20610" y="0"/>
                </a:lnTo>
                <a:lnTo>
                  <a:pt x="0" y="3649"/>
                </a:lnTo>
                <a:lnTo>
                  <a:pt x="6025" y="11263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70" name="Freeform 669">
            <a:extLst>
              <a:ext uri="{FF2B5EF4-FFF2-40B4-BE49-F238E27FC236}">
                <a16:creationId xmlns:a16="http://schemas.microsoft.com/office/drawing/2014/main" id="{2B679F29-CE14-6ED5-D2E0-910943537172}"/>
              </a:ext>
            </a:extLst>
          </p:cNvPr>
          <p:cNvSpPr/>
          <p:nvPr userDrawn="1"/>
        </p:nvSpPr>
        <p:spPr>
          <a:xfrm>
            <a:off x="11868809" y="4143780"/>
            <a:ext cx="11733" cy="45719"/>
          </a:xfrm>
          <a:custGeom>
            <a:avLst/>
            <a:gdLst>
              <a:gd name="connsiteX0" fmla="*/ 6183 w 11733"/>
              <a:gd name="connsiteY0" fmla="*/ 8566 h 8565"/>
              <a:gd name="connsiteX1" fmla="*/ 11733 w 11733"/>
              <a:gd name="connsiteY1" fmla="*/ 7614 h 8565"/>
              <a:gd name="connsiteX2" fmla="*/ 5708 w 11733"/>
              <a:gd name="connsiteY2" fmla="*/ 0 h 8565"/>
              <a:gd name="connsiteX3" fmla="*/ 0 w 11733"/>
              <a:gd name="connsiteY3" fmla="*/ 952 h 8565"/>
              <a:gd name="connsiteX4" fmla="*/ 6183 w 11733"/>
              <a:gd name="connsiteY4" fmla="*/ 8566 h 85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733" h="8565">
                <a:moveTo>
                  <a:pt x="6183" y="8566"/>
                </a:moveTo>
                <a:lnTo>
                  <a:pt x="11733" y="7614"/>
                </a:lnTo>
                <a:lnTo>
                  <a:pt x="5708" y="0"/>
                </a:lnTo>
                <a:lnTo>
                  <a:pt x="0" y="952"/>
                </a:lnTo>
                <a:lnTo>
                  <a:pt x="6183" y="8566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71" name="Freeform 670">
            <a:extLst>
              <a:ext uri="{FF2B5EF4-FFF2-40B4-BE49-F238E27FC236}">
                <a16:creationId xmlns:a16="http://schemas.microsoft.com/office/drawing/2014/main" id="{BEED017E-61D6-3C31-AAB5-199A0F925F23}"/>
              </a:ext>
            </a:extLst>
          </p:cNvPr>
          <p:cNvSpPr/>
          <p:nvPr userDrawn="1"/>
        </p:nvSpPr>
        <p:spPr>
          <a:xfrm>
            <a:off x="11904165" y="4136958"/>
            <a:ext cx="15854" cy="45719"/>
          </a:xfrm>
          <a:custGeom>
            <a:avLst/>
            <a:gdLst>
              <a:gd name="connsiteX0" fmla="*/ 6341 w 15854"/>
              <a:gd name="connsiteY0" fmla="*/ 9200 h 9200"/>
              <a:gd name="connsiteX1" fmla="*/ 15854 w 15854"/>
              <a:gd name="connsiteY1" fmla="*/ 7455 h 9200"/>
              <a:gd name="connsiteX2" fmla="*/ 9671 w 15854"/>
              <a:gd name="connsiteY2" fmla="*/ 0 h 9200"/>
              <a:gd name="connsiteX3" fmla="*/ 0 w 15854"/>
              <a:gd name="connsiteY3" fmla="*/ 1586 h 9200"/>
              <a:gd name="connsiteX4" fmla="*/ 6341 w 15854"/>
              <a:gd name="connsiteY4" fmla="*/ 9200 h 9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854" h="9200">
                <a:moveTo>
                  <a:pt x="6341" y="9200"/>
                </a:moveTo>
                <a:lnTo>
                  <a:pt x="15854" y="7455"/>
                </a:lnTo>
                <a:lnTo>
                  <a:pt x="9671" y="0"/>
                </a:lnTo>
                <a:lnTo>
                  <a:pt x="0" y="1586"/>
                </a:lnTo>
                <a:lnTo>
                  <a:pt x="6341" y="920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72" name="Freeform 671">
            <a:extLst>
              <a:ext uri="{FF2B5EF4-FFF2-40B4-BE49-F238E27FC236}">
                <a16:creationId xmlns:a16="http://schemas.microsoft.com/office/drawing/2014/main" id="{A40AE32B-6B03-9A72-C066-028C1952B23A}"/>
              </a:ext>
            </a:extLst>
          </p:cNvPr>
          <p:cNvSpPr/>
          <p:nvPr userDrawn="1"/>
        </p:nvSpPr>
        <p:spPr>
          <a:xfrm>
            <a:off x="11964093" y="4126172"/>
            <a:ext cx="13159" cy="45719"/>
          </a:xfrm>
          <a:custGeom>
            <a:avLst/>
            <a:gdLst>
              <a:gd name="connsiteX0" fmla="*/ 11574 w 13159"/>
              <a:gd name="connsiteY0" fmla="*/ 0 h 9676"/>
              <a:gd name="connsiteX1" fmla="*/ 0 w 13159"/>
              <a:gd name="connsiteY1" fmla="*/ 2062 h 9676"/>
              <a:gd name="connsiteX2" fmla="*/ 5866 w 13159"/>
              <a:gd name="connsiteY2" fmla="*/ 9676 h 9676"/>
              <a:gd name="connsiteX3" fmla="*/ 13159 w 13159"/>
              <a:gd name="connsiteY3" fmla="*/ 8407 h 9676"/>
              <a:gd name="connsiteX4" fmla="*/ 11416 w 13159"/>
              <a:gd name="connsiteY4" fmla="*/ 0 h 96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159" h="9676">
                <a:moveTo>
                  <a:pt x="11574" y="0"/>
                </a:moveTo>
                <a:lnTo>
                  <a:pt x="0" y="2062"/>
                </a:lnTo>
                <a:lnTo>
                  <a:pt x="5866" y="9676"/>
                </a:lnTo>
                <a:lnTo>
                  <a:pt x="13159" y="8407"/>
                </a:lnTo>
                <a:cubicBezTo>
                  <a:pt x="12526" y="5711"/>
                  <a:pt x="11732" y="2855"/>
                  <a:pt x="11416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73" name="Freeform 672">
            <a:extLst>
              <a:ext uri="{FF2B5EF4-FFF2-40B4-BE49-F238E27FC236}">
                <a16:creationId xmlns:a16="http://schemas.microsoft.com/office/drawing/2014/main" id="{40344BF0-346C-C351-59F3-D30B3CA3A9AC}"/>
              </a:ext>
            </a:extLst>
          </p:cNvPr>
          <p:cNvSpPr/>
          <p:nvPr userDrawn="1"/>
        </p:nvSpPr>
        <p:spPr>
          <a:xfrm>
            <a:off x="9011798" y="4148063"/>
            <a:ext cx="2844169" cy="492062"/>
          </a:xfrm>
          <a:custGeom>
            <a:avLst/>
            <a:gdLst>
              <a:gd name="connsiteX0" fmla="*/ 2062335 w 2838881"/>
              <a:gd name="connsiteY0" fmla="*/ 134040 h 501579"/>
              <a:gd name="connsiteX1" fmla="*/ 1832923 w 2838881"/>
              <a:gd name="connsiteY1" fmla="*/ 174014 h 501579"/>
              <a:gd name="connsiteX2" fmla="*/ 1820239 w 2838881"/>
              <a:gd name="connsiteY2" fmla="*/ 176235 h 501579"/>
              <a:gd name="connsiteX3" fmla="*/ 1808507 w 2838881"/>
              <a:gd name="connsiteY3" fmla="*/ 178297 h 501579"/>
              <a:gd name="connsiteX4" fmla="*/ 1776798 w 2838881"/>
              <a:gd name="connsiteY4" fmla="*/ 183849 h 501579"/>
              <a:gd name="connsiteX5" fmla="*/ 1765066 w 2838881"/>
              <a:gd name="connsiteY5" fmla="*/ 185911 h 501579"/>
              <a:gd name="connsiteX6" fmla="*/ 0 w 2838881"/>
              <a:gd name="connsiteY6" fmla="*/ 493172 h 501579"/>
              <a:gd name="connsiteX7" fmla="*/ 1745 w 2838881"/>
              <a:gd name="connsiteY7" fmla="*/ 501579 h 501579"/>
              <a:gd name="connsiteX8" fmla="*/ 1774895 w 2838881"/>
              <a:gd name="connsiteY8" fmla="*/ 192891 h 501579"/>
              <a:gd name="connsiteX9" fmla="*/ 1786628 w 2838881"/>
              <a:gd name="connsiteY9" fmla="*/ 190828 h 501579"/>
              <a:gd name="connsiteX10" fmla="*/ 1819287 w 2838881"/>
              <a:gd name="connsiteY10" fmla="*/ 185118 h 501579"/>
              <a:gd name="connsiteX11" fmla="*/ 1831178 w 2838881"/>
              <a:gd name="connsiteY11" fmla="*/ 183056 h 501579"/>
              <a:gd name="connsiteX12" fmla="*/ 1843704 w 2838881"/>
              <a:gd name="connsiteY12" fmla="*/ 180835 h 501579"/>
              <a:gd name="connsiteX13" fmla="*/ 2077872 w 2838881"/>
              <a:gd name="connsiteY13" fmla="*/ 140068 h 501579"/>
              <a:gd name="connsiteX14" fmla="*/ 2094361 w 2838881"/>
              <a:gd name="connsiteY14" fmla="*/ 137213 h 501579"/>
              <a:gd name="connsiteX15" fmla="*/ 2838881 w 2838881"/>
              <a:gd name="connsiteY15" fmla="*/ 7614 h 501579"/>
              <a:gd name="connsiteX16" fmla="*/ 2832699 w 2838881"/>
              <a:gd name="connsiteY16" fmla="*/ 0 h 501579"/>
              <a:gd name="connsiteX17" fmla="*/ 2078507 w 2838881"/>
              <a:gd name="connsiteY17" fmla="*/ 131343 h 501579"/>
              <a:gd name="connsiteX18" fmla="*/ 2062018 w 2838881"/>
              <a:gd name="connsiteY18" fmla="*/ 134199 h 5015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2838881" h="501579">
                <a:moveTo>
                  <a:pt x="2062335" y="134040"/>
                </a:moveTo>
                <a:lnTo>
                  <a:pt x="1832923" y="174014"/>
                </a:lnTo>
                <a:lnTo>
                  <a:pt x="1820239" y="176235"/>
                </a:lnTo>
                <a:lnTo>
                  <a:pt x="1808507" y="178297"/>
                </a:lnTo>
                <a:lnTo>
                  <a:pt x="1776798" y="183849"/>
                </a:lnTo>
                <a:lnTo>
                  <a:pt x="1765066" y="185911"/>
                </a:lnTo>
                <a:lnTo>
                  <a:pt x="0" y="493172"/>
                </a:lnTo>
                <a:cubicBezTo>
                  <a:pt x="635" y="495869"/>
                  <a:pt x="1427" y="498724"/>
                  <a:pt x="1745" y="501579"/>
                </a:cubicBezTo>
                <a:lnTo>
                  <a:pt x="1774895" y="192891"/>
                </a:lnTo>
                <a:lnTo>
                  <a:pt x="1786628" y="190828"/>
                </a:lnTo>
                <a:lnTo>
                  <a:pt x="1819287" y="185118"/>
                </a:lnTo>
                <a:lnTo>
                  <a:pt x="1831178" y="183056"/>
                </a:lnTo>
                <a:lnTo>
                  <a:pt x="1843704" y="180835"/>
                </a:lnTo>
                <a:lnTo>
                  <a:pt x="2077872" y="140068"/>
                </a:lnTo>
                <a:lnTo>
                  <a:pt x="2094361" y="137213"/>
                </a:lnTo>
                <a:lnTo>
                  <a:pt x="2838881" y="7614"/>
                </a:lnTo>
                <a:lnTo>
                  <a:pt x="2832699" y="0"/>
                </a:lnTo>
                <a:lnTo>
                  <a:pt x="2078507" y="131343"/>
                </a:lnTo>
                <a:lnTo>
                  <a:pt x="2062018" y="13419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74" name="Freeform 673">
            <a:extLst>
              <a:ext uri="{FF2B5EF4-FFF2-40B4-BE49-F238E27FC236}">
                <a16:creationId xmlns:a16="http://schemas.microsoft.com/office/drawing/2014/main" id="{1519CAF7-8E08-BF02-E90D-847184590566}"/>
              </a:ext>
            </a:extLst>
          </p:cNvPr>
          <p:cNvSpPr/>
          <p:nvPr userDrawn="1"/>
        </p:nvSpPr>
        <p:spPr>
          <a:xfrm>
            <a:off x="11681886" y="3773861"/>
            <a:ext cx="476106" cy="559253"/>
          </a:xfrm>
          <a:custGeom>
            <a:avLst/>
            <a:gdLst>
              <a:gd name="connsiteX0" fmla="*/ 159 w 476106"/>
              <a:gd name="connsiteY0" fmla="*/ 0 h 649419"/>
              <a:gd name="connsiteX1" fmla="*/ 0 w 476106"/>
              <a:gd name="connsiteY1" fmla="*/ 0 h 649419"/>
              <a:gd name="connsiteX2" fmla="*/ 242255 w 476106"/>
              <a:gd name="connsiteY2" fmla="*/ 330421 h 649419"/>
              <a:gd name="connsiteX3" fmla="*/ 248755 w 476106"/>
              <a:gd name="connsiteY3" fmla="*/ 339462 h 649419"/>
              <a:gd name="connsiteX4" fmla="*/ 262231 w 476106"/>
              <a:gd name="connsiteY4" fmla="*/ 357704 h 649419"/>
              <a:gd name="connsiteX5" fmla="*/ 267939 w 476106"/>
              <a:gd name="connsiteY5" fmla="*/ 365477 h 649419"/>
              <a:gd name="connsiteX6" fmla="*/ 476107 w 476106"/>
              <a:gd name="connsiteY6" fmla="*/ 649420 h 649419"/>
              <a:gd name="connsiteX7" fmla="*/ 476107 w 476106"/>
              <a:gd name="connsiteY7" fmla="*/ 646248 h 649419"/>
              <a:gd name="connsiteX8" fmla="*/ 159 w 476106"/>
              <a:gd name="connsiteY8" fmla="*/ 0 h 6494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76106" h="649419">
                <a:moveTo>
                  <a:pt x="159" y="0"/>
                </a:moveTo>
                <a:lnTo>
                  <a:pt x="0" y="0"/>
                </a:lnTo>
                <a:lnTo>
                  <a:pt x="242255" y="330421"/>
                </a:lnTo>
                <a:lnTo>
                  <a:pt x="248755" y="339462"/>
                </a:lnTo>
                <a:lnTo>
                  <a:pt x="262231" y="357704"/>
                </a:lnTo>
                <a:lnTo>
                  <a:pt x="267939" y="365477"/>
                </a:lnTo>
                <a:lnTo>
                  <a:pt x="476107" y="649420"/>
                </a:lnTo>
                <a:lnTo>
                  <a:pt x="476107" y="646248"/>
                </a:lnTo>
                <a:lnTo>
                  <a:pt x="159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75" name="Freeform 674">
            <a:extLst>
              <a:ext uri="{FF2B5EF4-FFF2-40B4-BE49-F238E27FC236}">
                <a16:creationId xmlns:a16="http://schemas.microsoft.com/office/drawing/2014/main" id="{AB6F7336-3B24-581D-5707-2804AE7818A5}"/>
              </a:ext>
            </a:extLst>
          </p:cNvPr>
          <p:cNvSpPr/>
          <p:nvPr userDrawn="1"/>
        </p:nvSpPr>
        <p:spPr>
          <a:xfrm>
            <a:off x="11960606" y="4137594"/>
            <a:ext cx="197386" cy="230860"/>
          </a:xfrm>
          <a:custGeom>
            <a:avLst/>
            <a:gdLst>
              <a:gd name="connsiteX0" fmla="*/ 197387 w 197386"/>
              <a:gd name="connsiteY0" fmla="*/ 268080 h 268080"/>
              <a:gd name="connsiteX1" fmla="*/ 197387 w 197386"/>
              <a:gd name="connsiteY1" fmla="*/ 259197 h 268080"/>
              <a:gd name="connsiteX2" fmla="*/ 0 w 197386"/>
              <a:gd name="connsiteY2" fmla="*/ 0 h 268080"/>
              <a:gd name="connsiteX3" fmla="*/ 197387 w 197386"/>
              <a:gd name="connsiteY3" fmla="*/ 268080 h 268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7386" h="268080">
                <a:moveTo>
                  <a:pt x="197387" y="268080"/>
                </a:moveTo>
                <a:lnTo>
                  <a:pt x="197387" y="259197"/>
                </a:lnTo>
                <a:lnTo>
                  <a:pt x="0" y="0"/>
                </a:lnTo>
                <a:lnTo>
                  <a:pt x="197387" y="26808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76" name="Freeform 675">
            <a:extLst>
              <a:ext uri="{FF2B5EF4-FFF2-40B4-BE49-F238E27FC236}">
                <a16:creationId xmlns:a16="http://schemas.microsoft.com/office/drawing/2014/main" id="{F4C515C0-BE93-2C98-41BF-E0A17045056D}"/>
              </a:ext>
            </a:extLst>
          </p:cNvPr>
          <p:cNvSpPr/>
          <p:nvPr userDrawn="1"/>
        </p:nvSpPr>
        <p:spPr>
          <a:xfrm>
            <a:off x="11682045" y="3773227"/>
            <a:ext cx="475948" cy="557068"/>
          </a:xfrm>
          <a:custGeom>
            <a:avLst/>
            <a:gdLst>
              <a:gd name="connsiteX0" fmla="*/ 951 w 475948"/>
              <a:gd name="connsiteY0" fmla="*/ 0 h 646882"/>
              <a:gd name="connsiteX1" fmla="*/ 0 w 475948"/>
              <a:gd name="connsiteY1" fmla="*/ 634 h 646882"/>
              <a:gd name="connsiteX2" fmla="*/ 475948 w 475948"/>
              <a:gd name="connsiteY2" fmla="*/ 646882 h 646882"/>
              <a:gd name="connsiteX3" fmla="*/ 475948 w 475948"/>
              <a:gd name="connsiteY3" fmla="*/ 632447 h 646882"/>
              <a:gd name="connsiteX4" fmla="*/ 278561 w 475948"/>
              <a:gd name="connsiteY4" fmla="*/ 364367 h 646882"/>
              <a:gd name="connsiteX5" fmla="*/ 1110 w 475948"/>
              <a:gd name="connsiteY5" fmla="*/ 0 h 6468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948" h="646882">
                <a:moveTo>
                  <a:pt x="951" y="0"/>
                </a:moveTo>
                <a:cubicBezTo>
                  <a:pt x="951" y="0"/>
                  <a:pt x="317" y="476"/>
                  <a:pt x="0" y="634"/>
                </a:cubicBezTo>
                <a:lnTo>
                  <a:pt x="475948" y="646882"/>
                </a:lnTo>
                <a:lnTo>
                  <a:pt x="475948" y="632447"/>
                </a:lnTo>
                <a:lnTo>
                  <a:pt x="278561" y="364367"/>
                </a:lnTo>
                <a:lnTo>
                  <a:pt x="1110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77" name="Freeform 676">
            <a:extLst>
              <a:ext uri="{FF2B5EF4-FFF2-40B4-BE49-F238E27FC236}">
                <a16:creationId xmlns:a16="http://schemas.microsoft.com/office/drawing/2014/main" id="{212BD322-BE22-95A3-24FE-73400E1D3280}"/>
              </a:ext>
            </a:extLst>
          </p:cNvPr>
          <p:cNvSpPr/>
          <p:nvPr userDrawn="1"/>
        </p:nvSpPr>
        <p:spPr>
          <a:xfrm>
            <a:off x="11682996" y="3768310"/>
            <a:ext cx="474838" cy="541085"/>
          </a:xfrm>
          <a:custGeom>
            <a:avLst/>
            <a:gdLst>
              <a:gd name="connsiteX0" fmla="*/ 309160 w 474838"/>
              <a:gd name="connsiteY0" fmla="*/ 396568 h 628322"/>
              <a:gd name="connsiteX1" fmla="*/ 286963 w 474838"/>
              <a:gd name="connsiteY1" fmla="*/ 367381 h 628322"/>
              <a:gd name="connsiteX2" fmla="*/ 281097 w 474838"/>
              <a:gd name="connsiteY2" fmla="*/ 359766 h 628322"/>
              <a:gd name="connsiteX3" fmla="*/ 271109 w 474838"/>
              <a:gd name="connsiteY3" fmla="*/ 346759 h 628322"/>
              <a:gd name="connsiteX4" fmla="*/ 264292 w 474838"/>
              <a:gd name="connsiteY4" fmla="*/ 337717 h 628322"/>
              <a:gd name="connsiteX5" fmla="*/ 7135 w 474838"/>
              <a:gd name="connsiteY5" fmla="*/ 0 h 628322"/>
              <a:gd name="connsiteX6" fmla="*/ 0 w 474838"/>
              <a:gd name="connsiteY6" fmla="*/ 4759 h 628322"/>
              <a:gd name="connsiteX7" fmla="*/ 277451 w 474838"/>
              <a:gd name="connsiteY7" fmla="*/ 369126 h 628322"/>
              <a:gd name="connsiteX8" fmla="*/ 474838 w 474838"/>
              <a:gd name="connsiteY8" fmla="*/ 628322 h 628322"/>
              <a:gd name="connsiteX9" fmla="*/ 474838 w 474838"/>
              <a:gd name="connsiteY9" fmla="*/ 614204 h 628322"/>
              <a:gd name="connsiteX10" fmla="*/ 313124 w 474838"/>
              <a:gd name="connsiteY10" fmla="*/ 401961 h 628322"/>
              <a:gd name="connsiteX11" fmla="*/ 308843 w 474838"/>
              <a:gd name="connsiteY11" fmla="*/ 396410 h 6283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474838" h="628322">
                <a:moveTo>
                  <a:pt x="309160" y="396568"/>
                </a:moveTo>
                <a:lnTo>
                  <a:pt x="286963" y="367381"/>
                </a:lnTo>
                <a:lnTo>
                  <a:pt x="281097" y="359766"/>
                </a:lnTo>
                <a:lnTo>
                  <a:pt x="271109" y="346759"/>
                </a:lnTo>
                <a:lnTo>
                  <a:pt x="264292" y="337717"/>
                </a:lnTo>
                <a:lnTo>
                  <a:pt x="7135" y="0"/>
                </a:lnTo>
                <a:cubicBezTo>
                  <a:pt x="4915" y="1903"/>
                  <a:pt x="2379" y="3172"/>
                  <a:pt x="0" y="4759"/>
                </a:cubicBezTo>
                <a:lnTo>
                  <a:pt x="277451" y="369126"/>
                </a:lnTo>
                <a:lnTo>
                  <a:pt x="474838" y="628322"/>
                </a:lnTo>
                <a:lnTo>
                  <a:pt x="474838" y="614204"/>
                </a:lnTo>
                <a:lnTo>
                  <a:pt x="313124" y="401961"/>
                </a:lnTo>
                <a:cubicBezTo>
                  <a:pt x="311380" y="400216"/>
                  <a:pt x="310429" y="398154"/>
                  <a:pt x="308843" y="39641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78" name="Freeform 677">
            <a:extLst>
              <a:ext uri="{FF2B5EF4-FFF2-40B4-BE49-F238E27FC236}">
                <a16:creationId xmlns:a16="http://schemas.microsoft.com/office/drawing/2014/main" id="{E79A5710-68DE-9C64-B253-66F4BE2433A1}"/>
              </a:ext>
            </a:extLst>
          </p:cNvPr>
          <p:cNvSpPr/>
          <p:nvPr userDrawn="1"/>
        </p:nvSpPr>
        <p:spPr>
          <a:xfrm>
            <a:off x="11686801" y="3110166"/>
            <a:ext cx="471191" cy="474286"/>
          </a:xfrm>
          <a:custGeom>
            <a:avLst/>
            <a:gdLst>
              <a:gd name="connsiteX0" fmla="*/ 6976 w 471191"/>
              <a:gd name="connsiteY0" fmla="*/ 550754 h 550753"/>
              <a:gd name="connsiteX1" fmla="*/ 471192 w 471191"/>
              <a:gd name="connsiteY1" fmla="*/ 13008 h 550753"/>
              <a:gd name="connsiteX2" fmla="*/ 471192 w 471191"/>
              <a:gd name="connsiteY2" fmla="*/ 0 h 550753"/>
              <a:gd name="connsiteX3" fmla="*/ 0 w 471191"/>
              <a:gd name="connsiteY3" fmla="*/ 545995 h 550753"/>
              <a:gd name="connsiteX4" fmla="*/ 7135 w 471191"/>
              <a:gd name="connsiteY4" fmla="*/ 550754 h 5507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1191" h="550753">
                <a:moveTo>
                  <a:pt x="6976" y="550754"/>
                </a:moveTo>
                <a:lnTo>
                  <a:pt x="471192" y="13008"/>
                </a:lnTo>
                <a:lnTo>
                  <a:pt x="471192" y="0"/>
                </a:lnTo>
                <a:lnTo>
                  <a:pt x="0" y="545995"/>
                </a:lnTo>
                <a:cubicBezTo>
                  <a:pt x="2220" y="547740"/>
                  <a:pt x="5074" y="548850"/>
                  <a:pt x="7135" y="550754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79" name="Freeform 678">
            <a:extLst>
              <a:ext uri="{FF2B5EF4-FFF2-40B4-BE49-F238E27FC236}">
                <a16:creationId xmlns:a16="http://schemas.microsoft.com/office/drawing/2014/main" id="{AD09C78E-350F-27E6-68D1-F02733289FBF}"/>
              </a:ext>
            </a:extLst>
          </p:cNvPr>
          <p:cNvSpPr/>
          <p:nvPr userDrawn="1"/>
        </p:nvSpPr>
        <p:spPr>
          <a:xfrm>
            <a:off x="11671739" y="2672831"/>
            <a:ext cx="486253" cy="842296"/>
          </a:xfrm>
          <a:custGeom>
            <a:avLst/>
            <a:gdLst>
              <a:gd name="connsiteX0" fmla="*/ 7135 w 486253"/>
              <a:gd name="connsiteY0" fmla="*/ 978095 h 978095"/>
              <a:gd name="connsiteX1" fmla="*/ 486254 w 486253"/>
              <a:gd name="connsiteY1" fmla="*/ 19035 h 978095"/>
              <a:gd name="connsiteX2" fmla="*/ 486254 w 486253"/>
              <a:gd name="connsiteY2" fmla="*/ 0 h 978095"/>
              <a:gd name="connsiteX3" fmla="*/ 0 w 486253"/>
              <a:gd name="connsiteY3" fmla="*/ 973178 h 978095"/>
              <a:gd name="connsiteX4" fmla="*/ 7135 w 486253"/>
              <a:gd name="connsiteY4" fmla="*/ 977937 h 9780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86253" h="978095">
                <a:moveTo>
                  <a:pt x="7135" y="978095"/>
                </a:moveTo>
                <a:lnTo>
                  <a:pt x="486254" y="19035"/>
                </a:lnTo>
                <a:lnTo>
                  <a:pt x="486254" y="0"/>
                </a:lnTo>
                <a:lnTo>
                  <a:pt x="0" y="973178"/>
                </a:lnTo>
                <a:cubicBezTo>
                  <a:pt x="2696" y="974288"/>
                  <a:pt x="4598" y="976509"/>
                  <a:pt x="7135" y="977937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80" name="Freeform 679">
            <a:extLst>
              <a:ext uri="{FF2B5EF4-FFF2-40B4-BE49-F238E27FC236}">
                <a16:creationId xmlns:a16="http://schemas.microsoft.com/office/drawing/2014/main" id="{DC1087BA-2F15-87CE-51BE-ED47BD39B42E}"/>
              </a:ext>
            </a:extLst>
          </p:cNvPr>
          <p:cNvSpPr/>
          <p:nvPr userDrawn="1"/>
        </p:nvSpPr>
        <p:spPr>
          <a:xfrm>
            <a:off x="11558540" y="3723417"/>
            <a:ext cx="14744" cy="45719"/>
          </a:xfrm>
          <a:custGeom>
            <a:avLst/>
            <a:gdLst>
              <a:gd name="connsiteX0" fmla="*/ 13158 w 14744"/>
              <a:gd name="connsiteY0" fmla="*/ 0 h 10152"/>
              <a:gd name="connsiteX1" fmla="*/ 0 w 14744"/>
              <a:gd name="connsiteY1" fmla="*/ 2697 h 10152"/>
              <a:gd name="connsiteX2" fmla="*/ 5866 w 14744"/>
              <a:gd name="connsiteY2" fmla="*/ 10152 h 10152"/>
              <a:gd name="connsiteX3" fmla="*/ 14744 w 14744"/>
              <a:gd name="connsiteY3" fmla="*/ 8407 h 10152"/>
              <a:gd name="connsiteX4" fmla="*/ 13000 w 14744"/>
              <a:gd name="connsiteY4" fmla="*/ 159 h 10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744" h="10152">
                <a:moveTo>
                  <a:pt x="13158" y="0"/>
                </a:moveTo>
                <a:lnTo>
                  <a:pt x="0" y="2697"/>
                </a:lnTo>
                <a:lnTo>
                  <a:pt x="5866" y="10152"/>
                </a:lnTo>
                <a:lnTo>
                  <a:pt x="14744" y="8407"/>
                </a:lnTo>
                <a:cubicBezTo>
                  <a:pt x="13951" y="5711"/>
                  <a:pt x="13476" y="3014"/>
                  <a:pt x="13000" y="159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81" name="Freeform 680">
            <a:extLst>
              <a:ext uri="{FF2B5EF4-FFF2-40B4-BE49-F238E27FC236}">
                <a16:creationId xmlns:a16="http://schemas.microsoft.com/office/drawing/2014/main" id="{70508383-B6EF-6A23-6570-42E4AEC4A209}"/>
              </a:ext>
            </a:extLst>
          </p:cNvPr>
          <p:cNvSpPr/>
          <p:nvPr userDrawn="1"/>
        </p:nvSpPr>
        <p:spPr>
          <a:xfrm>
            <a:off x="11534123" y="3728493"/>
            <a:ext cx="18549" cy="45719"/>
          </a:xfrm>
          <a:custGeom>
            <a:avLst/>
            <a:gdLst>
              <a:gd name="connsiteX0" fmla="*/ 12367 w 18549"/>
              <a:gd name="connsiteY0" fmla="*/ 0 h 9834"/>
              <a:gd name="connsiteX1" fmla="*/ 0 w 18549"/>
              <a:gd name="connsiteY1" fmla="*/ 2379 h 9834"/>
              <a:gd name="connsiteX2" fmla="*/ 6025 w 18549"/>
              <a:gd name="connsiteY2" fmla="*/ 9835 h 9834"/>
              <a:gd name="connsiteX3" fmla="*/ 18549 w 18549"/>
              <a:gd name="connsiteY3" fmla="*/ 7297 h 9834"/>
              <a:gd name="connsiteX4" fmla="*/ 12367 w 18549"/>
              <a:gd name="connsiteY4" fmla="*/ 0 h 98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549" h="9834">
                <a:moveTo>
                  <a:pt x="12367" y="0"/>
                </a:moveTo>
                <a:lnTo>
                  <a:pt x="0" y="2379"/>
                </a:lnTo>
                <a:lnTo>
                  <a:pt x="6025" y="9835"/>
                </a:lnTo>
                <a:lnTo>
                  <a:pt x="18549" y="7297"/>
                </a:lnTo>
                <a:lnTo>
                  <a:pt x="12367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82" name="Freeform 681">
            <a:extLst>
              <a:ext uri="{FF2B5EF4-FFF2-40B4-BE49-F238E27FC236}">
                <a16:creationId xmlns:a16="http://schemas.microsoft.com/office/drawing/2014/main" id="{FCAFDA44-014F-E62D-CDAD-F606F9CF320A}"/>
              </a:ext>
            </a:extLst>
          </p:cNvPr>
          <p:cNvSpPr/>
          <p:nvPr userDrawn="1"/>
        </p:nvSpPr>
        <p:spPr>
          <a:xfrm>
            <a:off x="10364390" y="3734046"/>
            <a:ext cx="1160696" cy="206134"/>
          </a:xfrm>
          <a:custGeom>
            <a:avLst/>
            <a:gdLst>
              <a:gd name="connsiteX0" fmla="*/ 1744 w 1160696"/>
              <a:gd name="connsiteY0" fmla="*/ 239368 h 239368"/>
              <a:gd name="connsiteX1" fmla="*/ 1160697 w 1160696"/>
              <a:gd name="connsiteY1" fmla="*/ 7455 h 239368"/>
              <a:gd name="connsiteX2" fmla="*/ 1154672 w 1160696"/>
              <a:gd name="connsiteY2" fmla="*/ 0 h 239368"/>
              <a:gd name="connsiteX3" fmla="*/ 0 w 1160696"/>
              <a:gd name="connsiteY3" fmla="*/ 231120 h 239368"/>
              <a:gd name="connsiteX4" fmla="*/ 1744 w 1160696"/>
              <a:gd name="connsiteY4" fmla="*/ 239368 h 2393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60696" h="239368">
                <a:moveTo>
                  <a:pt x="1744" y="239368"/>
                </a:moveTo>
                <a:lnTo>
                  <a:pt x="1160697" y="7455"/>
                </a:lnTo>
                <a:lnTo>
                  <a:pt x="1154672" y="0"/>
                </a:lnTo>
                <a:lnTo>
                  <a:pt x="0" y="231120"/>
                </a:lnTo>
                <a:cubicBezTo>
                  <a:pt x="793" y="233817"/>
                  <a:pt x="1268" y="236672"/>
                  <a:pt x="1744" y="239368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83" name="Freeform 682">
            <a:extLst>
              <a:ext uri="{FF2B5EF4-FFF2-40B4-BE49-F238E27FC236}">
                <a16:creationId xmlns:a16="http://schemas.microsoft.com/office/drawing/2014/main" id="{EDBAE72F-D9E0-EEFC-8FF5-7639ACC3F27C}"/>
              </a:ext>
            </a:extLst>
          </p:cNvPr>
          <p:cNvSpPr/>
          <p:nvPr userDrawn="1"/>
        </p:nvSpPr>
        <p:spPr>
          <a:xfrm>
            <a:off x="11566150" y="3733252"/>
            <a:ext cx="9195" cy="45719"/>
          </a:xfrm>
          <a:custGeom>
            <a:avLst/>
            <a:gdLst>
              <a:gd name="connsiteX0" fmla="*/ 7451 w 9195"/>
              <a:gd name="connsiteY0" fmla="*/ 0 h 9676"/>
              <a:gd name="connsiteX1" fmla="*/ 0 w 9195"/>
              <a:gd name="connsiteY1" fmla="*/ 2538 h 9676"/>
              <a:gd name="connsiteX2" fmla="*/ 5549 w 9195"/>
              <a:gd name="connsiteY2" fmla="*/ 9676 h 9676"/>
              <a:gd name="connsiteX3" fmla="*/ 9196 w 9195"/>
              <a:gd name="connsiteY3" fmla="*/ 8407 h 9676"/>
              <a:gd name="connsiteX4" fmla="*/ 7451 w 9195"/>
              <a:gd name="connsiteY4" fmla="*/ 0 h 96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95" h="9676">
                <a:moveTo>
                  <a:pt x="7451" y="0"/>
                </a:moveTo>
                <a:lnTo>
                  <a:pt x="0" y="2538"/>
                </a:lnTo>
                <a:lnTo>
                  <a:pt x="5549" y="9676"/>
                </a:lnTo>
                <a:lnTo>
                  <a:pt x="9196" y="8407"/>
                </a:lnTo>
                <a:cubicBezTo>
                  <a:pt x="8086" y="5869"/>
                  <a:pt x="8245" y="2697"/>
                  <a:pt x="7451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84" name="Freeform 683">
            <a:extLst>
              <a:ext uri="{FF2B5EF4-FFF2-40B4-BE49-F238E27FC236}">
                <a16:creationId xmlns:a16="http://schemas.microsoft.com/office/drawing/2014/main" id="{825DE231-9BFD-A0FD-68C7-494A4EAB8642}"/>
              </a:ext>
            </a:extLst>
          </p:cNvPr>
          <p:cNvSpPr/>
          <p:nvPr userDrawn="1"/>
        </p:nvSpPr>
        <p:spPr>
          <a:xfrm>
            <a:off x="11544270" y="3739438"/>
            <a:ext cx="17439" cy="45719"/>
          </a:xfrm>
          <a:custGeom>
            <a:avLst/>
            <a:gdLst>
              <a:gd name="connsiteX0" fmla="*/ 11415 w 17439"/>
              <a:gd name="connsiteY0" fmla="*/ 0 h 11104"/>
              <a:gd name="connsiteX1" fmla="*/ 0 w 17439"/>
              <a:gd name="connsiteY1" fmla="*/ 4124 h 11104"/>
              <a:gd name="connsiteX2" fmla="*/ 5707 w 17439"/>
              <a:gd name="connsiteY2" fmla="*/ 11104 h 11104"/>
              <a:gd name="connsiteX3" fmla="*/ 17439 w 17439"/>
              <a:gd name="connsiteY3" fmla="*/ 6980 h 11104"/>
              <a:gd name="connsiteX4" fmla="*/ 11415 w 17439"/>
              <a:gd name="connsiteY4" fmla="*/ 0 h 111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439" h="11104">
                <a:moveTo>
                  <a:pt x="11415" y="0"/>
                </a:moveTo>
                <a:lnTo>
                  <a:pt x="0" y="4124"/>
                </a:lnTo>
                <a:lnTo>
                  <a:pt x="5707" y="11104"/>
                </a:lnTo>
                <a:lnTo>
                  <a:pt x="17439" y="6980"/>
                </a:lnTo>
                <a:lnTo>
                  <a:pt x="11415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85" name="Freeform 684">
            <a:extLst>
              <a:ext uri="{FF2B5EF4-FFF2-40B4-BE49-F238E27FC236}">
                <a16:creationId xmlns:a16="http://schemas.microsoft.com/office/drawing/2014/main" id="{074D409C-4684-8D7F-3F68-D3A037626943}"/>
              </a:ext>
            </a:extLst>
          </p:cNvPr>
          <p:cNvSpPr/>
          <p:nvPr userDrawn="1"/>
        </p:nvSpPr>
        <p:spPr>
          <a:xfrm>
            <a:off x="8975075" y="3748163"/>
            <a:ext cx="2561268" cy="891961"/>
          </a:xfrm>
          <a:custGeom>
            <a:avLst/>
            <a:gdLst>
              <a:gd name="connsiteX0" fmla="*/ 1733197 w 2521476"/>
              <a:gd name="connsiteY0" fmla="*/ 274267 h 889898"/>
              <a:gd name="connsiteX1" fmla="*/ 1558958 w 2521476"/>
              <a:gd name="connsiteY1" fmla="*/ 335338 h 889898"/>
              <a:gd name="connsiteX2" fmla="*/ 1546434 w 2521476"/>
              <a:gd name="connsiteY2" fmla="*/ 339779 h 889898"/>
              <a:gd name="connsiteX3" fmla="*/ 1489200 w 2521476"/>
              <a:gd name="connsiteY3" fmla="*/ 359767 h 889898"/>
              <a:gd name="connsiteX4" fmla="*/ 1478894 w 2521476"/>
              <a:gd name="connsiteY4" fmla="*/ 363415 h 889898"/>
              <a:gd name="connsiteX5" fmla="*/ 1475406 w 2521476"/>
              <a:gd name="connsiteY5" fmla="*/ 364684 h 889898"/>
              <a:gd name="connsiteX6" fmla="*/ 1471759 w 2521476"/>
              <a:gd name="connsiteY6" fmla="*/ 365953 h 889898"/>
              <a:gd name="connsiteX7" fmla="*/ 1461930 w 2521476"/>
              <a:gd name="connsiteY7" fmla="*/ 369443 h 889898"/>
              <a:gd name="connsiteX8" fmla="*/ 0 w 2521476"/>
              <a:gd name="connsiteY8" fmla="*/ 881492 h 889898"/>
              <a:gd name="connsiteX9" fmla="*/ 1744 w 2521476"/>
              <a:gd name="connsiteY9" fmla="*/ 889899 h 889898"/>
              <a:gd name="connsiteX10" fmla="*/ 1470492 w 2521476"/>
              <a:gd name="connsiteY10" fmla="*/ 375471 h 889898"/>
              <a:gd name="connsiteX11" fmla="*/ 1480321 w 2521476"/>
              <a:gd name="connsiteY11" fmla="*/ 371981 h 889898"/>
              <a:gd name="connsiteX12" fmla="*/ 1484601 w 2521476"/>
              <a:gd name="connsiteY12" fmla="*/ 370395 h 889898"/>
              <a:gd name="connsiteX13" fmla="*/ 1488248 w 2521476"/>
              <a:gd name="connsiteY13" fmla="*/ 369126 h 889898"/>
              <a:gd name="connsiteX14" fmla="*/ 1498553 w 2521476"/>
              <a:gd name="connsiteY14" fmla="*/ 365477 h 889898"/>
              <a:gd name="connsiteX15" fmla="*/ 1558958 w 2521476"/>
              <a:gd name="connsiteY15" fmla="*/ 344380 h 889898"/>
              <a:gd name="connsiteX16" fmla="*/ 1571484 w 2521476"/>
              <a:gd name="connsiteY16" fmla="*/ 339938 h 889898"/>
              <a:gd name="connsiteX17" fmla="*/ 1754443 w 2521476"/>
              <a:gd name="connsiteY17" fmla="*/ 275853 h 889898"/>
              <a:gd name="connsiteX18" fmla="*/ 1774261 w 2521476"/>
              <a:gd name="connsiteY18" fmla="*/ 268873 h 889898"/>
              <a:gd name="connsiteX19" fmla="*/ 2521477 w 2521476"/>
              <a:gd name="connsiteY19" fmla="*/ 7138 h 889898"/>
              <a:gd name="connsiteX20" fmla="*/ 2515769 w 2521476"/>
              <a:gd name="connsiteY20" fmla="*/ 0 h 889898"/>
              <a:gd name="connsiteX21" fmla="*/ 1753174 w 2521476"/>
              <a:gd name="connsiteY21" fmla="*/ 267128 h 889898"/>
              <a:gd name="connsiteX22" fmla="*/ 1733356 w 2521476"/>
              <a:gd name="connsiteY22" fmla="*/ 274108 h 8898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2521476" h="889898">
                <a:moveTo>
                  <a:pt x="1733197" y="274267"/>
                </a:moveTo>
                <a:lnTo>
                  <a:pt x="1558958" y="335338"/>
                </a:lnTo>
                <a:lnTo>
                  <a:pt x="1546434" y="339779"/>
                </a:lnTo>
                <a:lnTo>
                  <a:pt x="1489200" y="359767"/>
                </a:lnTo>
                <a:lnTo>
                  <a:pt x="1478894" y="363415"/>
                </a:lnTo>
                <a:lnTo>
                  <a:pt x="1475406" y="364684"/>
                </a:lnTo>
                <a:lnTo>
                  <a:pt x="1471759" y="365953"/>
                </a:lnTo>
                <a:lnTo>
                  <a:pt x="1461930" y="369443"/>
                </a:lnTo>
                <a:lnTo>
                  <a:pt x="0" y="881492"/>
                </a:lnTo>
                <a:cubicBezTo>
                  <a:pt x="1109" y="884188"/>
                  <a:pt x="951" y="887202"/>
                  <a:pt x="1744" y="889899"/>
                </a:cubicBezTo>
                <a:lnTo>
                  <a:pt x="1470492" y="375471"/>
                </a:lnTo>
                <a:lnTo>
                  <a:pt x="1480321" y="371981"/>
                </a:lnTo>
                <a:lnTo>
                  <a:pt x="1484601" y="370395"/>
                </a:lnTo>
                <a:lnTo>
                  <a:pt x="1488248" y="369126"/>
                </a:lnTo>
                <a:lnTo>
                  <a:pt x="1498553" y="365477"/>
                </a:lnTo>
                <a:lnTo>
                  <a:pt x="1558958" y="344380"/>
                </a:lnTo>
                <a:lnTo>
                  <a:pt x="1571484" y="339938"/>
                </a:lnTo>
                <a:lnTo>
                  <a:pt x="1754443" y="275853"/>
                </a:lnTo>
                <a:lnTo>
                  <a:pt x="1774261" y="268873"/>
                </a:lnTo>
                <a:lnTo>
                  <a:pt x="2521477" y="7138"/>
                </a:lnTo>
                <a:lnTo>
                  <a:pt x="2515769" y="0"/>
                </a:lnTo>
                <a:lnTo>
                  <a:pt x="1753174" y="267128"/>
                </a:lnTo>
                <a:lnTo>
                  <a:pt x="1733356" y="274108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86" name="Freeform 685">
            <a:extLst>
              <a:ext uri="{FF2B5EF4-FFF2-40B4-BE49-F238E27FC236}">
                <a16:creationId xmlns:a16="http://schemas.microsoft.com/office/drawing/2014/main" id="{507C20D8-1F85-D013-F8DC-DEBE0B9D2A65}"/>
              </a:ext>
            </a:extLst>
          </p:cNvPr>
          <p:cNvSpPr/>
          <p:nvPr userDrawn="1"/>
        </p:nvSpPr>
        <p:spPr>
          <a:xfrm>
            <a:off x="7737481" y="3246109"/>
            <a:ext cx="2838712" cy="335020"/>
          </a:xfrm>
          <a:custGeom>
            <a:avLst/>
            <a:gdLst>
              <a:gd name="connsiteX0" fmla="*/ 2201060 w 2201060"/>
              <a:gd name="connsiteY0" fmla="*/ 260942 h 268714"/>
              <a:gd name="connsiteX1" fmla="*/ 1744 w 2201060"/>
              <a:gd name="connsiteY1" fmla="*/ 0 h 268714"/>
              <a:gd name="connsiteX2" fmla="*/ 0 w 2201060"/>
              <a:gd name="connsiteY2" fmla="*/ 8407 h 268714"/>
              <a:gd name="connsiteX3" fmla="*/ 2194402 w 2201060"/>
              <a:gd name="connsiteY3" fmla="*/ 268715 h 268714"/>
              <a:gd name="connsiteX4" fmla="*/ 2201060 w 2201060"/>
              <a:gd name="connsiteY4" fmla="*/ 260942 h 268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01060" h="268714">
                <a:moveTo>
                  <a:pt x="2201060" y="260942"/>
                </a:moveTo>
                <a:lnTo>
                  <a:pt x="1744" y="0"/>
                </a:lnTo>
                <a:cubicBezTo>
                  <a:pt x="1586" y="3014"/>
                  <a:pt x="476" y="5552"/>
                  <a:pt x="0" y="8407"/>
                </a:cubicBezTo>
                <a:lnTo>
                  <a:pt x="2194402" y="268715"/>
                </a:lnTo>
                <a:lnTo>
                  <a:pt x="2201060" y="26094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87" name="Freeform 686">
            <a:extLst>
              <a:ext uri="{FF2B5EF4-FFF2-40B4-BE49-F238E27FC236}">
                <a16:creationId xmlns:a16="http://schemas.microsoft.com/office/drawing/2014/main" id="{EE87437D-C0C2-BAFC-7779-EF7EBFE8459F}"/>
              </a:ext>
            </a:extLst>
          </p:cNvPr>
          <p:cNvSpPr/>
          <p:nvPr userDrawn="1"/>
        </p:nvSpPr>
        <p:spPr>
          <a:xfrm>
            <a:off x="11535392" y="3696450"/>
            <a:ext cx="30757" cy="45719"/>
          </a:xfrm>
          <a:custGeom>
            <a:avLst/>
            <a:gdLst>
              <a:gd name="connsiteX0" fmla="*/ 22989 w 30757"/>
              <a:gd name="connsiteY0" fmla="*/ 2697 h 12214"/>
              <a:gd name="connsiteX1" fmla="*/ 0 w 30757"/>
              <a:gd name="connsiteY1" fmla="*/ 0 h 12214"/>
              <a:gd name="connsiteX2" fmla="*/ 7293 w 30757"/>
              <a:gd name="connsiteY2" fmla="*/ 9359 h 12214"/>
              <a:gd name="connsiteX3" fmla="*/ 30757 w 30757"/>
              <a:gd name="connsiteY3" fmla="*/ 12214 h 12214"/>
              <a:gd name="connsiteX4" fmla="*/ 22989 w 30757"/>
              <a:gd name="connsiteY4" fmla="*/ 2697 h 122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0757" h="12214">
                <a:moveTo>
                  <a:pt x="22989" y="2697"/>
                </a:moveTo>
                <a:lnTo>
                  <a:pt x="0" y="0"/>
                </a:lnTo>
                <a:lnTo>
                  <a:pt x="7293" y="9359"/>
                </a:lnTo>
                <a:lnTo>
                  <a:pt x="30757" y="12214"/>
                </a:lnTo>
                <a:lnTo>
                  <a:pt x="22989" y="2697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88" name="Freeform 687">
            <a:extLst>
              <a:ext uri="{FF2B5EF4-FFF2-40B4-BE49-F238E27FC236}">
                <a16:creationId xmlns:a16="http://schemas.microsoft.com/office/drawing/2014/main" id="{7DA3AB83-F79B-C131-940F-81AA919891EC}"/>
              </a:ext>
            </a:extLst>
          </p:cNvPr>
          <p:cNvSpPr/>
          <p:nvPr userDrawn="1"/>
        </p:nvSpPr>
        <p:spPr>
          <a:xfrm>
            <a:off x="11503207" y="3692644"/>
            <a:ext cx="22355" cy="45719"/>
          </a:xfrm>
          <a:custGeom>
            <a:avLst/>
            <a:gdLst>
              <a:gd name="connsiteX0" fmla="*/ 14269 w 22355"/>
              <a:gd name="connsiteY0" fmla="*/ 1745 h 11103"/>
              <a:gd name="connsiteX1" fmla="*/ 0 w 22355"/>
              <a:gd name="connsiteY1" fmla="*/ 0 h 11103"/>
              <a:gd name="connsiteX2" fmla="*/ 7611 w 22355"/>
              <a:gd name="connsiteY2" fmla="*/ 9359 h 11103"/>
              <a:gd name="connsiteX3" fmla="*/ 22355 w 22355"/>
              <a:gd name="connsiteY3" fmla="*/ 11104 h 11103"/>
              <a:gd name="connsiteX4" fmla="*/ 14269 w 22355"/>
              <a:gd name="connsiteY4" fmla="*/ 1745 h 11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355" h="11103">
                <a:moveTo>
                  <a:pt x="14269" y="1745"/>
                </a:moveTo>
                <a:lnTo>
                  <a:pt x="0" y="0"/>
                </a:lnTo>
                <a:lnTo>
                  <a:pt x="7611" y="9359"/>
                </a:lnTo>
                <a:lnTo>
                  <a:pt x="22355" y="11104"/>
                </a:lnTo>
                <a:lnTo>
                  <a:pt x="14269" y="1745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89" name="Freeform 688">
            <a:extLst>
              <a:ext uri="{FF2B5EF4-FFF2-40B4-BE49-F238E27FC236}">
                <a16:creationId xmlns:a16="http://schemas.microsoft.com/office/drawing/2014/main" id="{990746CD-6E91-C84A-8166-7BCBD26BB9E5}"/>
              </a:ext>
            </a:extLst>
          </p:cNvPr>
          <p:cNvSpPr/>
          <p:nvPr userDrawn="1"/>
        </p:nvSpPr>
        <p:spPr>
          <a:xfrm>
            <a:off x="11570588" y="3700893"/>
            <a:ext cx="1586" cy="45719"/>
          </a:xfrm>
          <a:custGeom>
            <a:avLst/>
            <a:gdLst>
              <a:gd name="connsiteX0" fmla="*/ 1269 w 1586"/>
              <a:gd name="connsiteY0" fmla="*/ 1428 h 1427"/>
              <a:gd name="connsiteX1" fmla="*/ 1586 w 1586"/>
              <a:gd name="connsiteY1" fmla="*/ 0 h 1427"/>
              <a:gd name="connsiteX2" fmla="*/ 0 w 1586"/>
              <a:gd name="connsiteY2" fmla="*/ 0 h 1427"/>
              <a:gd name="connsiteX3" fmla="*/ 1427 w 1586"/>
              <a:gd name="connsiteY3" fmla="*/ 1428 h 14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586" h="1427">
                <a:moveTo>
                  <a:pt x="1269" y="1428"/>
                </a:moveTo>
                <a:cubicBezTo>
                  <a:pt x="1269" y="1428"/>
                  <a:pt x="1427" y="476"/>
                  <a:pt x="1586" y="0"/>
                </a:cubicBezTo>
                <a:lnTo>
                  <a:pt x="0" y="0"/>
                </a:lnTo>
                <a:cubicBezTo>
                  <a:pt x="0" y="0"/>
                  <a:pt x="1427" y="1428"/>
                  <a:pt x="1427" y="1428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90" name="Freeform 689">
            <a:extLst>
              <a:ext uri="{FF2B5EF4-FFF2-40B4-BE49-F238E27FC236}">
                <a16:creationId xmlns:a16="http://schemas.microsoft.com/office/drawing/2014/main" id="{3EDD9DD1-0F9A-B3BB-017E-386A96ECD726}"/>
              </a:ext>
            </a:extLst>
          </p:cNvPr>
          <p:cNvSpPr/>
          <p:nvPr userDrawn="1"/>
        </p:nvSpPr>
        <p:spPr>
          <a:xfrm>
            <a:off x="10579850" y="3583826"/>
            <a:ext cx="911942" cy="99857"/>
          </a:xfrm>
          <a:custGeom>
            <a:avLst/>
            <a:gdLst>
              <a:gd name="connsiteX0" fmla="*/ 181374 w 911942"/>
              <a:gd name="connsiteY0" fmla="*/ 20780 h 115956"/>
              <a:gd name="connsiteX1" fmla="*/ 5707 w 911942"/>
              <a:gd name="connsiteY1" fmla="*/ 0 h 115956"/>
              <a:gd name="connsiteX2" fmla="*/ 0 w 911942"/>
              <a:gd name="connsiteY2" fmla="*/ 7773 h 115956"/>
              <a:gd name="connsiteX3" fmla="*/ 172020 w 911942"/>
              <a:gd name="connsiteY3" fmla="*/ 28236 h 115956"/>
              <a:gd name="connsiteX4" fmla="*/ 183752 w 911942"/>
              <a:gd name="connsiteY4" fmla="*/ 29663 h 115956"/>
              <a:gd name="connsiteX5" fmla="*/ 911943 w 911942"/>
              <a:gd name="connsiteY5" fmla="*/ 115956 h 115956"/>
              <a:gd name="connsiteX6" fmla="*/ 904491 w 911942"/>
              <a:gd name="connsiteY6" fmla="*/ 106598 h 115956"/>
              <a:gd name="connsiteX7" fmla="*/ 193106 w 911942"/>
              <a:gd name="connsiteY7" fmla="*/ 22208 h 115956"/>
              <a:gd name="connsiteX8" fmla="*/ 181374 w 911942"/>
              <a:gd name="connsiteY8" fmla="*/ 20780 h 1159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11942" h="115956">
                <a:moveTo>
                  <a:pt x="181374" y="20780"/>
                </a:moveTo>
                <a:lnTo>
                  <a:pt x="5707" y="0"/>
                </a:lnTo>
                <a:lnTo>
                  <a:pt x="0" y="7773"/>
                </a:lnTo>
                <a:lnTo>
                  <a:pt x="172020" y="28236"/>
                </a:lnTo>
                <a:lnTo>
                  <a:pt x="183752" y="29663"/>
                </a:lnTo>
                <a:lnTo>
                  <a:pt x="911943" y="115956"/>
                </a:lnTo>
                <a:lnTo>
                  <a:pt x="904491" y="106598"/>
                </a:lnTo>
                <a:lnTo>
                  <a:pt x="193106" y="22208"/>
                </a:lnTo>
                <a:lnTo>
                  <a:pt x="181374" y="2078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91" name="Freeform 690">
            <a:extLst>
              <a:ext uri="{FF2B5EF4-FFF2-40B4-BE49-F238E27FC236}">
                <a16:creationId xmlns:a16="http://schemas.microsoft.com/office/drawing/2014/main" id="{1B62E9FA-4439-6C9E-DBE0-D01D2F8E204C}"/>
              </a:ext>
            </a:extLst>
          </p:cNvPr>
          <p:cNvSpPr/>
          <p:nvPr userDrawn="1"/>
        </p:nvSpPr>
        <p:spPr>
          <a:xfrm>
            <a:off x="11338481" y="3414888"/>
            <a:ext cx="250181" cy="215559"/>
          </a:xfrm>
          <a:custGeom>
            <a:avLst/>
            <a:gdLst>
              <a:gd name="connsiteX0" fmla="*/ 158 w 250181"/>
              <a:gd name="connsiteY0" fmla="*/ 159 h 250313"/>
              <a:gd name="connsiteX1" fmla="*/ 250181 w 250181"/>
              <a:gd name="connsiteY1" fmla="*/ 250314 h 250313"/>
              <a:gd name="connsiteX2" fmla="*/ 250181 w 250181"/>
              <a:gd name="connsiteY2" fmla="*/ 250314 h 250313"/>
              <a:gd name="connsiteX3" fmla="*/ 0 w 250181"/>
              <a:gd name="connsiteY3" fmla="*/ 0 h 250313"/>
              <a:gd name="connsiteX4" fmla="*/ 158 w 250181"/>
              <a:gd name="connsiteY4" fmla="*/ 159 h 2503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0181" h="250313">
                <a:moveTo>
                  <a:pt x="158" y="159"/>
                </a:moveTo>
                <a:lnTo>
                  <a:pt x="250181" y="250314"/>
                </a:lnTo>
                <a:lnTo>
                  <a:pt x="250181" y="250314"/>
                </a:lnTo>
                <a:lnTo>
                  <a:pt x="0" y="0"/>
                </a:lnTo>
                <a:lnTo>
                  <a:pt x="158" y="15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92" name="Freeform 691">
            <a:extLst>
              <a:ext uri="{FF2B5EF4-FFF2-40B4-BE49-F238E27FC236}">
                <a16:creationId xmlns:a16="http://schemas.microsoft.com/office/drawing/2014/main" id="{B82DC41E-1C1D-C01B-962F-7C50A951A135}"/>
              </a:ext>
            </a:extLst>
          </p:cNvPr>
          <p:cNvSpPr/>
          <p:nvPr userDrawn="1"/>
        </p:nvSpPr>
        <p:spPr>
          <a:xfrm>
            <a:off x="11019333" y="3087799"/>
            <a:ext cx="162348" cy="146575"/>
          </a:xfrm>
          <a:custGeom>
            <a:avLst/>
            <a:gdLst>
              <a:gd name="connsiteX0" fmla="*/ 159 w 162348"/>
              <a:gd name="connsiteY0" fmla="*/ 4600 h 170207"/>
              <a:gd name="connsiteX1" fmla="*/ 18549 w 162348"/>
              <a:gd name="connsiteY1" fmla="*/ 26332 h 170207"/>
              <a:gd name="connsiteX2" fmla="*/ 162348 w 162348"/>
              <a:gd name="connsiteY2" fmla="*/ 170207 h 170207"/>
              <a:gd name="connsiteX3" fmla="*/ 119224 w 162348"/>
              <a:gd name="connsiteY3" fmla="*/ 115164 h 170207"/>
              <a:gd name="connsiteX4" fmla="*/ 3964 w 162348"/>
              <a:gd name="connsiteY4" fmla="*/ 0 h 170207"/>
              <a:gd name="connsiteX5" fmla="*/ 0 w 162348"/>
              <a:gd name="connsiteY5" fmla="*/ 4600 h 1702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2348" h="170207">
                <a:moveTo>
                  <a:pt x="159" y="4600"/>
                </a:moveTo>
                <a:lnTo>
                  <a:pt x="18549" y="26332"/>
                </a:lnTo>
                <a:lnTo>
                  <a:pt x="162348" y="170207"/>
                </a:lnTo>
                <a:lnTo>
                  <a:pt x="119224" y="115164"/>
                </a:lnTo>
                <a:lnTo>
                  <a:pt x="3964" y="0"/>
                </a:lnTo>
                <a:cubicBezTo>
                  <a:pt x="2536" y="1586"/>
                  <a:pt x="1426" y="3173"/>
                  <a:pt x="0" y="460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93" name="Freeform 692">
            <a:extLst>
              <a:ext uri="{FF2B5EF4-FFF2-40B4-BE49-F238E27FC236}">
                <a16:creationId xmlns:a16="http://schemas.microsoft.com/office/drawing/2014/main" id="{3BB5BDA0-809D-774D-6ED4-4B7D7B7EF2C0}"/>
              </a:ext>
            </a:extLst>
          </p:cNvPr>
          <p:cNvSpPr/>
          <p:nvPr userDrawn="1"/>
        </p:nvSpPr>
        <p:spPr>
          <a:xfrm>
            <a:off x="11286637" y="3351121"/>
            <a:ext cx="304878" cy="270474"/>
          </a:xfrm>
          <a:custGeom>
            <a:avLst/>
            <a:gdLst>
              <a:gd name="connsiteX0" fmla="*/ 269048 w 304878"/>
              <a:gd name="connsiteY0" fmla="*/ 269190 h 314081"/>
              <a:gd name="connsiteX1" fmla="*/ 0 w 304878"/>
              <a:gd name="connsiteY1" fmla="*/ 0 h 314081"/>
              <a:gd name="connsiteX2" fmla="*/ 51844 w 304878"/>
              <a:gd name="connsiteY2" fmla="*/ 63768 h 314081"/>
              <a:gd name="connsiteX3" fmla="*/ 302025 w 304878"/>
              <a:gd name="connsiteY3" fmla="*/ 314082 h 314081"/>
              <a:gd name="connsiteX4" fmla="*/ 304879 w 304878"/>
              <a:gd name="connsiteY4" fmla="*/ 310116 h 314081"/>
              <a:gd name="connsiteX5" fmla="*/ 269048 w 304878"/>
              <a:gd name="connsiteY5" fmla="*/ 269190 h 3140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04878" h="314081">
                <a:moveTo>
                  <a:pt x="269048" y="269190"/>
                </a:moveTo>
                <a:lnTo>
                  <a:pt x="0" y="0"/>
                </a:lnTo>
                <a:lnTo>
                  <a:pt x="51844" y="63768"/>
                </a:lnTo>
                <a:lnTo>
                  <a:pt x="302025" y="314082"/>
                </a:lnTo>
                <a:cubicBezTo>
                  <a:pt x="303135" y="312813"/>
                  <a:pt x="303769" y="311227"/>
                  <a:pt x="304879" y="310116"/>
                </a:cubicBezTo>
                <a:lnTo>
                  <a:pt x="269048" y="26919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94" name="Freeform 693">
            <a:extLst>
              <a:ext uri="{FF2B5EF4-FFF2-40B4-BE49-F238E27FC236}">
                <a16:creationId xmlns:a16="http://schemas.microsoft.com/office/drawing/2014/main" id="{B52D2E71-7025-B25C-3C72-A3A0070141BA}"/>
              </a:ext>
            </a:extLst>
          </p:cNvPr>
          <p:cNvSpPr/>
          <p:nvPr userDrawn="1"/>
        </p:nvSpPr>
        <p:spPr>
          <a:xfrm>
            <a:off x="11691241" y="3761806"/>
            <a:ext cx="303769" cy="265284"/>
          </a:xfrm>
          <a:custGeom>
            <a:avLst/>
            <a:gdLst>
              <a:gd name="connsiteX0" fmla="*/ 303769 w 303769"/>
              <a:gd name="connsiteY0" fmla="*/ 305040 h 308054"/>
              <a:gd name="connsiteX1" fmla="*/ 232742 w 303769"/>
              <a:gd name="connsiteY1" fmla="*/ 226837 h 308054"/>
              <a:gd name="connsiteX2" fmla="*/ 6025 w 303769"/>
              <a:gd name="connsiteY2" fmla="*/ 0 h 308054"/>
              <a:gd name="connsiteX3" fmla="*/ 0 w 303769"/>
              <a:gd name="connsiteY3" fmla="*/ 6028 h 308054"/>
              <a:gd name="connsiteX4" fmla="*/ 301867 w 303769"/>
              <a:gd name="connsiteY4" fmla="*/ 308054 h 308054"/>
              <a:gd name="connsiteX5" fmla="*/ 303769 w 303769"/>
              <a:gd name="connsiteY5" fmla="*/ 305199 h 308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03769" h="308054">
                <a:moveTo>
                  <a:pt x="303769" y="305040"/>
                </a:moveTo>
                <a:lnTo>
                  <a:pt x="232742" y="226837"/>
                </a:lnTo>
                <a:lnTo>
                  <a:pt x="6025" y="0"/>
                </a:lnTo>
                <a:cubicBezTo>
                  <a:pt x="4121" y="2221"/>
                  <a:pt x="2219" y="4124"/>
                  <a:pt x="0" y="6028"/>
                </a:cubicBezTo>
                <a:lnTo>
                  <a:pt x="301867" y="308054"/>
                </a:lnTo>
                <a:cubicBezTo>
                  <a:pt x="302659" y="307102"/>
                  <a:pt x="302977" y="305992"/>
                  <a:pt x="303769" y="305199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95" name="Freeform 694">
            <a:extLst>
              <a:ext uri="{FF2B5EF4-FFF2-40B4-BE49-F238E27FC236}">
                <a16:creationId xmlns:a16="http://schemas.microsoft.com/office/drawing/2014/main" id="{9BCD6CA8-41D1-989E-EDF1-A8BB6472FF70}"/>
              </a:ext>
            </a:extLst>
          </p:cNvPr>
          <p:cNvSpPr/>
          <p:nvPr userDrawn="1"/>
        </p:nvSpPr>
        <p:spPr>
          <a:xfrm>
            <a:off x="11188023" y="3252295"/>
            <a:ext cx="92114" cy="89747"/>
          </a:xfrm>
          <a:custGeom>
            <a:avLst/>
            <a:gdLst>
              <a:gd name="connsiteX0" fmla="*/ 40271 w 92114"/>
              <a:gd name="connsiteY0" fmla="*/ 40291 h 104217"/>
              <a:gd name="connsiteX1" fmla="*/ 11891 w 92114"/>
              <a:gd name="connsiteY1" fmla="*/ 11897 h 104217"/>
              <a:gd name="connsiteX2" fmla="*/ 5867 w 92114"/>
              <a:gd name="connsiteY2" fmla="*/ 6028 h 104217"/>
              <a:gd name="connsiteX3" fmla="*/ 0 w 92114"/>
              <a:gd name="connsiteY3" fmla="*/ 0 h 104217"/>
              <a:gd name="connsiteX4" fmla="*/ 42966 w 92114"/>
              <a:gd name="connsiteY4" fmla="*/ 55044 h 104217"/>
              <a:gd name="connsiteX5" fmla="*/ 92115 w 92114"/>
              <a:gd name="connsiteY5" fmla="*/ 104218 h 104217"/>
              <a:gd name="connsiteX6" fmla="*/ 40271 w 92114"/>
              <a:gd name="connsiteY6" fmla="*/ 40291 h 1042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92114" h="104217">
                <a:moveTo>
                  <a:pt x="40271" y="40291"/>
                </a:moveTo>
                <a:lnTo>
                  <a:pt x="11891" y="11897"/>
                </a:lnTo>
                <a:lnTo>
                  <a:pt x="5867" y="6028"/>
                </a:lnTo>
                <a:lnTo>
                  <a:pt x="0" y="0"/>
                </a:lnTo>
                <a:lnTo>
                  <a:pt x="42966" y="55044"/>
                </a:lnTo>
                <a:lnTo>
                  <a:pt x="92115" y="104218"/>
                </a:lnTo>
                <a:lnTo>
                  <a:pt x="40271" y="40291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96" name="Freeform 695">
            <a:extLst>
              <a:ext uri="{FF2B5EF4-FFF2-40B4-BE49-F238E27FC236}">
                <a16:creationId xmlns:a16="http://schemas.microsoft.com/office/drawing/2014/main" id="{DF494C35-4551-D2F7-AE1E-70342133A306}"/>
              </a:ext>
            </a:extLst>
          </p:cNvPr>
          <p:cNvSpPr/>
          <p:nvPr userDrawn="1"/>
        </p:nvSpPr>
        <p:spPr>
          <a:xfrm>
            <a:off x="11018223" y="3092399"/>
            <a:ext cx="572341" cy="592994"/>
          </a:xfrm>
          <a:custGeom>
            <a:avLst/>
            <a:gdLst>
              <a:gd name="connsiteX0" fmla="*/ 155373 w 572341"/>
              <a:gd name="connsiteY0" fmla="*/ 182104 h 688600"/>
              <a:gd name="connsiteX1" fmla="*/ 19659 w 572341"/>
              <a:gd name="connsiteY1" fmla="*/ 21732 h 688600"/>
              <a:gd name="connsiteX2" fmla="*/ 19659 w 572341"/>
              <a:gd name="connsiteY2" fmla="*/ 21732 h 688600"/>
              <a:gd name="connsiteX3" fmla="*/ 1269 w 572341"/>
              <a:gd name="connsiteY3" fmla="*/ 0 h 688600"/>
              <a:gd name="connsiteX4" fmla="*/ 0 w 572341"/>
              <a:gd name="connsiteY4" fmla="*/ 952 h 688600"/>
              <a:gd name="connsiteX5" fmla="*/ 198655 w 572341"/>
              <a:gd name="connsiteY5" fmla="*/ 246665 h 688600"/>
              <a:gd name="connsiteX6" fmla="*/ 499254 w 572341"/>
              <a:gd name="connsiteY6" fmla="*/ 602149 h 688600"/>
              <a:gd name="connsiteX7" fmla="*/ 507339 w 572341"/>
              <a:gd name="connsiteY7" fmla="*/ 611667 h 688600"/>
              <a:gd name="connsiteX8" fmla="*/ 528267 w 572341"/>
              <a:gd name="connsiteY8" fmla="*/ 636254 h 688600"/>
              <a:gd name="connsiteX9" fmla="*/ 534450 w 572341"/>
              <a:gd name="connsiteY9" fmla="*/ 643709 h 688600"/>
              <a:gd name="connsiteX10" fmla="*/ 537462 w 572341"/>
              <a:gd name="connsiteY10" fmla="*/ 647358 h 688600"/>
              <a:gd name="connsiteX11" fmla="*/ 543329 w 572341"/>
              <a:gd name="connsiteY11" fmla="*/ 654337 h 688600"/>
              <a:gd name="connsiteX12" fmla="*/ 572342 w 572341"/>
              <a:gd name="connsiteY12" fmla="*/ 688601 h 688600"/>
              <a:gd name="connsiteX13" fmla="*/ 436629 w 572341"/>
              <a:gd name="connsiteY13" fmla="*/ 515063 h 688600"/>
              <a:gd name="connsiteX14" fmla="*/ 160763 w 572341"/>
              <a:gd name="connsiteY14" fmla="*/ 188766 h 688600"/>
              <a:gd name="connsiteX15" fmla="*/ 155214 w 572341"/>
              <a:gd name="connsiteY15" fmla="*/ 182263 h 688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572341" h="688600">
                <a:moveTo>
                  <a:pt x="155373" y="182104"/>
                </a:moveTo>
                <a:lnTo>
                  <a:pt x="19659" y="21732"/>
                </a:lnTo>
                <a:lnTo>
                  <a:pt x="19659" y="21732"/>
                </a:lnTo>
                <a:cubicBezTo>
                  <a:pt x="19659" y="21732"/>
                  <a:pt x="1269" y="0"/>
                  <a:pt x="1269" y="0"/>
                </a:cubicBezTo>
                <a:cubicBezTo>
                  <a:pt x="951" y="317"/>
                  <a:pt x="317" y="476"/>
                  <a:pt x="0" y="952"/>
                </a:cubicBezTo>
                <a:lnTo>
                  <a:pt x="198655" y="246665"/>
                </a:lnTo>
                <a:lnTo>
                  <a:pt x="499254" y="602149"/>
                </a:lnTo>
                <a:lnTo>
                  <a:pt x="507339" y="611667"/>
                </a:lnTo>
                <a:lnTo>
                  <a:pt x="528267" y="636254"/>
                </a:lnTo>
                <a:lnTo>
                  <a:pt x="534450" y="643709"/>
                </a:lnTo>
                <a:lnTo>
                  <a:pt x="537462" y="647358"/>
                </a:lnTo>
                <a:lnTo>
                  <a:pt x="543329" y="654337"/>
                </a:lnTo>
                <a:lnTo>
                  <a:pt x="572342" y="688601"/>
                </a:lnTo>
                <a:lnTo>
                  <a:pt x="436629" y="515063"/>
                </a:lnTo>
                <a:lnTo>
                  <a:pt x="160763" y="188766"/>
                </a:lnTo>
                <a:lnTo>
                  <a:pt x="155214" y="182263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97" name="Freeform 696">
            <a:extLst>
              <a:ext uri="{FF2B5EF4-FFF2-40B4-BE49-F238E27FC236}">
                <a16:creationId xmlns:a16="http://schemas.microsoft.com/office/drawing/2014/main" id="{041F55D1-7D23-E87B-54C1-0BBB12FA243B}"/>
              </a:ext>
            </a:extLst>
          </p:cNvPr>
          <p:cNvSpPr/>
          <p:nvPr userDrawn="1"/>
        </p:nvSpPr>
        <p:spPr>
          <a:xfrm>
            <a:off x="11597700" y="3776082"/>
            <a:ext cx="560293" cy="581793"/>
          </a:xfrm>
          <a:custGeom>
            <a:avLst/>
            <a:gdLst>
              <a:gd name="connsiteX0" fmla="*/ 306465 w 560293"/>
              <a:gd name="connsiteY0" fmla="*/ 362463 h 675593"/>
              <a:gd name="connsiteX1" fmla="*/ 281732 w 560293"/>
              <a:gd name="connsiteY1" fmla="*/ 333276 h 675593"/>
              <a:gd name="connsiteX2" fmla="*/ 274121 w 560293"/>
              <a:gd name="connsiteY2" fmla="*/ 324234 h 675593"/>
              <a:gd name="connsiteX3" fmla="*/ 0 w 560293"/>
              <a:gd name="connsiteY3" fmla="*/ 0 h 675593"/>
              <a:gd name="connsiteX4" fmla="*/ 135713 w 560293"/>
              <a:gd name="connsiteY4" fmla="*/ 173538 h 675593"/>
              <a:gd name="connsiteX5" fmla="*/ 262389 w 560293"/>
              <a:gd name="connsiteY5" fmla="*/ 323282 h 675593"/>
              <a:gd name="connsiteX6" fmla="*/ 270000 w 560293"/>
              <a:gd name="connsiteY6" fmla="*/ 332324 h 675593"/>
              <a:gd name="connsiteX7" fmla="*/ 296952 w 560293"/>
              <a:gd name="connsiteY7" fmla="*/ 364208 h 675593"/>
              <a:gd name="connsiteX8" fmla="*/ 303294 w 560293"/>
              <a:gd name="connsiteY8" fmla="*/ 371663 h 675593"/>
              <a:gd name="connsiteX9" fmla="*/ 560293 w 560293"/>
              <a:gd name="connsiteY9" fmla="*/ 675593 h 675593"/>
              <a:gd name="connsiteX10" fmla="*/ 560293 w 560293"/>
              <a:gd name="connsiteY10" fmla="*/ 662586 h 675593"/>
              <a:gd name="connsiteX11" fmla="*/ 312806 w 560293"/>
              <a:gd name="connsiteY11" fmla="*/ 370077 h 675593"/>
              <a:gd name="connsiteX12" fmla="*/ 306465 w 560293"/>
              <a:gd name="connsiteY12" fmla="*/ 362463 h 6755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560293" h="675593">
                <a:moveTo>
                  <a:pt x="306465" y="362463"/>
                </a:moveTo>
                <a:lnTo>
                  <a:pt x="281732" y="333276"/>
                </a:lnTo>
                <a:lnTo>
                  <a:pt x="274121" y="324234"/>
                </a:lnTo>
                <a:lnTo>
                  <a:pt x="0" y="0"/>
                </a:lnTo>
                <a:lnTo>
                  <a:pt x="135713" y="173538"/>
                </a:lnTo>
                <a:lnTo>
                  <a:pt x="262389" y="323282"/>
                </a:lnTo>
                <a:lnTo>
                  <a:pt x="270000" y="332324"/>
                </a:lnTo>
                <a:lnTo>
                  <a:pt x="296952" y="364208"/>
                </a:lnTo>
                <a:lnTo>
                  <a:pt x="303294" y="371663"/>
                </a:lnTo>
                <a:lnTo>
                  <a:pt x="560293" y="675593"/>
                </a:lnTo>
                <a:lnTo>
                  <a:pt x="560293" y="662586"/>
                </a:lnTo>
                <a:lnTo>
                  <a:pt x="312806" y="370077"/>
                </a:lnTo>
                <a:lnTo>
                  <a:pt x="306465" y="362463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98" name="Freeform 697">
            <a:extLst>
              <a:ext uri="{FF2B5EF4-FFF2-40B4-BE49-F238E27FC236}">
                <a16:creationId xmlns:a16="http://schemas.microsoft.com/office/drawing/2014/main" id="{6D48B83F-F9CE-F0BE-A364-087D2C33256E}"/>
              </a:ext>
            </a:extLst>
          </p:cNvPr>
          <p:cNvSpPr/>
          <p:nvPr userDrawn="1"/>
        </p:nvSpPr>
        <p:spPr>
          <a:xfrm>
            <a:off x="11010771" y="3098110"/>
            <a:ext cx="1147379" cy="1235850"/>
          </a:xfrm>
          <a:custGeom>
            <a:avLst/>
            <a:gdLst>
              <a:gd name="connsiteX0" fmla="*/ 317 w 1147379"/>
              <a:gd name="connsiteY0" fmla="*/ 0 h 1435100"/>
              <a:gd name="connsiteX1" fmla="*/ 0 w 1147379"/>
              <a:gd name="connsiteY1" fmla="*/ 317 h 1435100"/>
              <a:gd name="connsiteX2" fmla="*/ 149506 w 1147379"/>
              <a:gd name="connsiteY2" fmla="*/ 187180 h 1435100"/>
              <a:gd name="connsiteX3" fmla="*/ 154739 w 1147379"/>
              <a:gd name="connsiteY3" fmla="*/ 193684 h 1435100"/>
              <a:gd name="connsiteX4" fmla="*/ 473570 w 1147379"/>
              <a:gd name="connsiteY4" fmla="*/ 592314 h 1435100"/>
              <a:gd name="connsiteX5" fmla="*/ 481022 w 1147379"/>
              <a:gd name="connsiteY5" fmla="*/ 601673 h 1435100"/>
              <a:gd name="connsiteX6" fmla="*/ 508291 w 1147379"/>
              <a:gd name="connsiteY6" fmla="*/ 635778 h 1435100"/>
              <a:gd name="connsiteX7" fmla="*/ 514315 w 1147379"/>
              <a:gd name="connsiteY7" fmla="*/ 643233 h 1435100"/>
              <a:gd name="connsiteX8" fmla="*/ 519865 w 1147379"/>
              <a:gd name="connsiteY8" fmla="*/ 650213 h 1435100"/>
              <a:gd name="connsiteX9" fmla="*/ 525572 w 1147379"/>
              <a:gd name="connsiteY9" fmla="*/ 657351 h 1435100"/>
              <a:gd name="connsiteX10" fmla="*/ 797475 w 1147379"/>
              <a:gd name="connsiteY10" fmla="*/ 997448 h 1435100"/>
              <a:gd name="connsiteX11" fmla="*/ 804609 w 1147379"/>
              <a:gd name="connsiteY11" fmla="*/ 1006490 h 1435100"/>
              <a:gd name="connsiteX12" fmla="*/ 839488 w 1147379"/>
              <a:gd name="connsiteY12" fmla="*/ 1050112 h 1435100"/>
              <a:gd name="connsiteX13" fmla="*/ 845672 w 1147379"/>
              <a:gd name="connsiteY13" fmla="*/ 1057726 h 1435100"/>
              <a:gd name="connsiteX14" fmla="*/ 1147380 w 1147379"/>
              <a:gd name="connsiteY14" fmla="*/ 1435100 h 1435100"/>
              <a:gd name="connsiteX15" fmla="*/ 1147380 w 1147379"/>
              <a:gd name="connsiteY15" fmla="*/ 1421459 h 1435100"/>
              <a:gd name="connsiteX16" fmla="*/ 894027 w 1147379"/>
              <a:gd name="connsiteY16" fmla="*/ 1104680 h 1435100"/>
              <a:gd name="connsiteX17" fmla="*/ 635 w 1147379"/>
              <a:gd name="connsiteY17" fmla="*/ 317 h 14351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147379" h="1435100">
                <a:moveTo>
                  <a:pt x="317" y="0"/>
                </a:moveTo>
                <a:cubicBezTo>
                  <a:pt x="317" y="0"/>
                  <a:pt x="0" y="159"/>
                  <a:pt x="0" y="317"/>
                </a:cubicBezTo>
                <a:lnTo>
                  <a:pt x="149506" y="187180"/>
                </a:lnTo>
                <a:lnTo>
                  <a:pt x="154739" y="193684"/>
                </a:lnTo>
                <a:lnTo>
                  <a:pt x="473570" y="592314"/>
                </a:lnTo>
                <a:lnTo>
                  <a:pt x="481022" y="601673"/>
                </a:lnTo>
                <a:lnTo>
                  <a:pt x="508291" y="635778"/>
                </a:lnTo>
                <a:lnTo>
                  <a:pt x="514315" y="643233"/>
                </a:lnTo>
                <a:lnTo>
                  <a:pt x="519865" y="650213"/>
                </a:lnTo>
                <a:lnTo>
                  <a:pt x="525572" y="657351"/>
                </a:lnTo>
                <a:lnTo>
                  <a:pt x="797475" y="997448"/>
                </a:lnTo>
                <a:lnTo>
                  <a:pt x="804609" y="1006490"/>
                </a:lnTo>
                <a:lnTo>
                  <a:pt x="839488" y="1050112"/>
                </a:lnTo>
                <a:lnTo>
                  <a:pt x="845672" y="1057726"/>
                </a:lnTo>
                <a:lnTo>
                  <a:pt x="1147380" y="1435100"/>
                </a:lnTo>
                <a:lnTo>
                  <a:pt x="1147380" y="1421459"/>
                </a:lnTo>
                <a:lnTo>
                  <a:pt x="894027" y="1104680"/>
                </a:lnTo>
                <a:lnTo>
                  <a:pt x="635" y="317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99" name="Freeform 698">
            <a:extLst>
              <a:ext uri="{FF2B5EF4-FFF2-40B4-BE49-F238E27FC236}">
                <a16:creationId xmlns:a16="http://schemas.microsoft.com/office/drawing/2014/main" id="{52096BF1-7002-93A8-D735-7811A05CD4E0}"/>
              </a:ext>
            </a:extLst>
          </p:cNvPr>
          <p:cNvSpPr/>
          <p:nvPr userDrawn="1"/>
        </p:nvSpPr>
        <p:spPr>
          <a:xfrm>
            <a:off x="11011247" y="3093033"/>
            <a:ext cx="1146745" cy="1224785"/>
          </a:xfrm>
          <a:custGeom>
            <a:avLst/>
            <a:gdLst>
              <a:gd name="connsiteX0" fmla="*/ 863745 w 1146745"/>
              <a:gd name="connsiteY0" fmla="*/ 1059313 h 1422251"/>
              <a:gd name="connsiteX1" fmla="*/ 857562 w 1146745"/>
              <a:gd name="connsiteY1" fmla="*/ 1051699 h 1422251"/>
              <a:gd name="connsiteX2" fmla="*/ 826329 w 1146745"/>
              <a:gd name="connsiteY2" fmla="*/ 1013152 h 1422251"/>
              <a:gd name="connsiteX3" fmla="*/ 819036 w 1146745"/>
              <a:gd name="connsiteY3" fmla="*/ 1004110 h 1422251"/>
              <a:gd name="connsiteX4" fmla="*/ 538731 w 1146745"/>
              <a:gd name="connsiteY4" fmla="*/ 657510 h 1422251"/>
              <a:gd name="connsiteX5" fmla="*/ 533023 w 1146745"/>
              <a:gd name="connsiteY5" fmla="*/ 650372 h 1422251"/>
              <a:gd name="connsiteX6" fmla="*/ 528901 w 1146745"/>
              <a:gd name="connsiteY6" fmla="*/ 645296 h 1422251"/>
              <a:gd name="connsiteX7" fmla="*/ 522876 w 1146745"/>
              <a:gd name="connsiteY7" fmla="*/ 637840 h 1422251"/>
              <a:gd name="connsiteX8" fmla="*/ 499571 w 1146745"/>
              <a:gd name="connsiteY8" fmla="*/ 608970 h 1422251"/>
              <a:gd name="connsiteX9" fmla="*/ 491960 w 1146745"/>
              <a:gd name="connsiteY9" fmla="*/ 599452 h 1422251"/>
              <a:gd name="connsiteX10" fmla="*/ 205789 w 1146745"/>
              <a:gd name="connsiteY10" fmla="*/ 245714 h 1422251"/>
              <a:gd name="connsiteX11" fmla="*/ 7135 w 1146745"/>
              <a:gd name="connsiteY11" fmla="*/ 0 h 1422251"/>
              <a:gd name="connsiteX12" fmla="*/ 0 w 1146745"/>
              <a:gd name="connsiteY12" fmla="*/ 4759 h 1422251"/>
              <a:gd name="connsiteX13" fmla="*/ 893393 w 1146745"/>
              <a:gd name="connsiteY13" fmla="*/ 1109122 h 1422251"/>
              <a:gd name="connsiteX14" fmla="*/ 1146746 w 1146745"/>
              <a:gd name="connsiteY14" fmla="*/ 1422252 h 1422251"/>
              <a:gd name="connsiteX15" fmla="*/ 1146746 w 1146745"/>
              <a:gd name="connsiteY15" fmla="*/ 1412734 h 1422251"/>
              <a:gd name="connsiteX16" fmla="*/ 1052729 w 1146745"/>
              <a:gd name="connsiteY16" fmla="*/ 1292495 h 1422251"/>
              <a:gd name="connsiteX17" fmla="*/ 863904 w 1146745"/>
              <a:gd name="connsiteY17" fmla="*/ 1058996 h 1422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146745" h="1422251">
                <a:moveTo>
                  <a:pt x="863745" y="1059313"/>
                </a:moveTo>
                <a:lnTo>
                  <a:pt x="857562" y="1051699"/>
                </a:lnTo>
                <a:lnTo>
                  <a:pt x="826329" y="1013152"/>
                </a:lnTo>
                <a:lnTo>
                  <a:pt x="819036" y="1004110"/>
                </a:lnTo>
                <a:lnTo>
                  <a:pt x="538731" y="657510"/>
                </a:lnTo>
                <a:lnTo>
                  <a:pt x="533023" y="650372"/>
                </a:lnTo>
                <a:lnTo>
                  <a:pt x="528901" y="645296"/>
                </a:lnTo>
                <a:lnTo>
                  <a:pt x="522876" y="637840"/>
                </a:lnTo>
                <a:lnTo>
                  <a:pt x="499571" y="608970"/>
                </a:lnTo>
                <a:lnTo>
                  <a:pt x="491960" y="599452"/>
                </a:lnTo>
                <a:lnTo>
                  <a:pt x="205789" y="245714"/>
                </a:lnTo>
                <a:lnTo>
                  <a:pt x="7135" y="0"/>
                </a:lnTo>
                <a:cubicBezTo>
                  <a:pt x="5074" y="1904"/>
                  <a:pt x="2378" y="3173"/>
                  <a:pt x="0" y="4759"/>
                </a:cubicBezTo>
                <a:lnTo>
                  <a:pt x="893393" y="1109122"/>
                </a:lnTo>
                <a:lnTo>
                  <a:pt x="1146746" y="1422252"/>
                </a:lnTo>
                <a:lnTo>
                  <a:pt x="1146746" y="1412734"/>
                </a:lnTo>
                <a:lnTo>
                  <a:pt x="1052729" y="1292495"/>
                </a:lnTo>
                <a:lnTo>
                  <a:pt x="863904" y="1058996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00" name="Freeform 699">
            <a:extLst>
              <a:ext uri="{FF2B5EF4-FFF2-40B4-BE49-F238E27FC236}">
                <a16:creationId xmlns:a16="http://schemas.microsoft.com/office/drawing/2014/main" id="{53C155DA-4AB6-EA00-285D-676D6EA01882}"/>
              </a:ext>
            </a:extLst>
          </p:cNvPr>
          <p:cNvSpPr/>
          <p:nvPr userDrawn="1"/>
        </p:nvSpPr>
        <p:spPr>
          <a:xfrm>
            <a:off x="11797148" y="2191714"/>
            <a:ext cx="360845" cy="220204"/>
          </a:xfrm>
          <a:custGeom>
            <a:avLst/>
            <a:gdLst>
              <a:gd name="connsiteX0" fmla="*/ 19183 w 360845"/>
              <a:gd name="connsiteY0" fmla="*/ 252535 h 255706"/>
              <a:gd name="connsiteX1" fmla="*/ 360845 w 360845"/>
              <a:gd name="connsiteY1" fmla="*/ 10469 h 255706"/>
              <a:gd name="connsiteX2" fmla="*/ 360845 w 360845"/>
              <a:gd name="connsiteY2" fmla="*/ 0 h 255706"/>
              <a:gd name="connsiteX3" fmla="*/ 0 w 360845"/>
              <a:gd name="connsiteY3" fmla="*/ 255707 h 255706"/>
              <a:gd name="connsiteX4" fmla="*/ 19183 w 360845"/>
              <a:gd name="connsiteY4" fmla="*/ 252535 h 2557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0845" h="255706">
                <a:moveTo>
                  <a:pt x="19183" y="252535"/>
                </a:moveTo>
                <a:lnTo>
                  <a:pt x="360845" y="10469"/>
                </a:lnTo>
                <a:lnTo>
                  <a:pt x="360845" y="0"/>
                </a:lnTo>
                <a:lnTo>
                  <a:pt x="0" y="255707"/>
                </a:lnTo>
                <a:lnTo>
                  <a:pt x="19183" y="252535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01" name="Freeform 700">
            <a:extLst>
              <a:ext uri="{FF2B5EF4-FFF2-40B4-BE49-F238E27FC236}">
                <a16:creationId xmlns:a16="http://schemas.microsoft.com/office/drawing/2014/main" id="{854ACBFF-824D-E401-AAC8-FFAB0AB5E256}"/>
              </a:ext>
            </a:extLst>
          </p:cNvPr>
          <p:cNvSpPr/>
          <p:nvPr userDrawn="1"/>
        </p:nvSpPr>
        <p:spPr>
          <a:xfrm>
            <a:off x="11501940" y="2455511"/>
            <a:ext cx="298536" cy="181408"/>
          </a:xfrm>
          <a:custGeom>
            <a:avLst/>
            <a:gdLst>
              <a:gd name="connsiteX0" fmla="*/ 1426 w 298536"/>
              <a:gd name="connsiteY0" fmla="*/ 210657 h 210656"/>
              <a:gd name="connsiteX1" fmla="*/ 298537 w 298536"/>
              <a:gd name="connsiteY1" fmla="*/ 0 h 210656"/>
              <a:gd name="connsiteX2" fmla="*/ 279354 w 298536"/>
              <a:gd name="connsiteY2" fmla="*/ 3331 h 210656"/>
              <a:gd name="connsiteX3" fmla="*/ 0 w 298536"/>
              <a:gd name="connsiteY3" fmla="*/ 201139 h 210656"/>
              <a:gd name="connsiteX4" fmla="*/ 1426 w 298536"/>
              <a:gd name="connsiteY4" fmla="*/ 210657 h 2106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98536" h="210656">
                <a:moveTo>
                  <a:pt x="1426" y="210657"/>
                </a:moveTo>
                <a:lnTo>
                  <a:pt x="298537" y="0"/>
                </a:lnTo>
                <a:lnTo>
                  <a:pt x="279354" y="3331"/>
                </a:lnTo>
                <a:lnTo>
                  <a:pt x="0" y="201139"/>
                </a:lnTo>
                <a:lnTo>
                  <a:pt x="1426" y="210657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02" name="Freeform 701">
            <a:extLst>
              <a:ext uri="{FF2B5EF4-FFF2-40B4-BE49-F238E27FC236}">
                <a16:creationId xmlns:a16="http://schemas.microsoft.com/office/drawing/2014/main" id="{52381ED8-EE9D-1E23-5CFB-353B53DFE6E0}"/>
              </a:ext>
            </a:extLst>
          </p:cNvPr>
          <p:cNvSpPr/>
          <p:nvPr userDrawn="1"/>
        </p:nvSpPr>
        <p:spPr>
          <a:xfrm>
            <a:off x="11492268" y="2662361"/>
            <a:ext cx="3171" cy="45719"/>
          </a:xfrm>
          <a:custGeom>
            <a:avLst/>
            <a:gdLst>
              <a:gd name="connsiteX0" fmla="*/ 1745 w 3171"/>
              <a:gd name="connsiteY0" fmla="*/ 0 h 10627"/>
              <a:gd name="connsiteX1" fmla="*/ 0 w 3171"/>
              <a:gd name="connsiteY1" fmla="*/ 1269 h 10627"/>
              <a:gd name="connsiteX2" fmla="*/ 1427 w 3171"/>
              <a:gd name="connsiteY2" fmla="*/ 10628 h 10627"/>
              <a:gd name="connsiteX3" fmla="*/ 3171 w 3171"/>
              <a:gd name="connsiteY3" fmla="*/ 9359 h 10627"/>
              <a:gd name="connsiteX4" fmla="*/ 1745 w 3171"/>
              <a:gd name="connsiteY4" fmla="*/ 0 h 10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71" h="10627">
                <a:moveTo>
                  <a:pt x="1745" y="0"/>
                </a:moveTo>
                <a:lnTo>
                  <a:pt x="0" y="1269"/>
                </a:lnTo>
                <a:lnTo>
                  <a:pt x="1427" y="10628"/>
                </a:lnTo>
                <a:lnTo>
                  <a:pt x="3171" y="9359"/>
                </a:lnTo>
                <a:lnTo>
                  <a:pt x="1745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03" name="Freeform 702">
            <a:extLst>
              <a:ext uri="{FF2B5EF4-FFF2-40B4-BE49-F238E27FC236}">
                <a16:creationId xmlns:a16="http://schemas.microsoft.com/office/drawing/2014/main" id="{03711E49-59DB-DA5F-4674-691A9E0DEBF6}"/>
              </a:ext>
            </a:extLst>
          </p:cNvPr>
          <p:cNvSpPr/>
          <p:nvPr userDrawn="1"/>
        </p:nvSpPr>
        <p:spPr>
          <a:xfrm>
            <a:off x="11029479" y="2669023"/>
            <a:ext cx="456606" cy="283315"/>
          </a:xfrm>
          <a:custGeom>
            <a:avLst/>
            <a:gdLst>
              <a:gd name="connsiteX0" fmla="*/ 5867 w 456606"/>
              <a:gd name="connsiteY0" fmla="*/ 328993 h 328992"/>
              <a:gd name="connsiteX1" fmla="*/ 456606 w 456606"/>
              <a:gd name="connsiteY1" fmla="*/ 9359 h 328992"/>
              <a:gd name="connsiteX2" fmla="*/ 455179 w 456606"/>
              <a:gd name="connsiteY2" fmla="*/ 0 h 328992"/>
              <a:gd name="connsiteX3" fmla="*/ 0 w 456606"/>
              <a:gd name="connsiteY3" fmla="*/ 322489 h 328992"/>
              <a:gd name="connsiteX4" fmla="*/ 5867 w 456606"/>
              <a:gd name="connsiteY4" fmla="*/ 328993 h 328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56606" h="328992">
                <a:moveTo>
                  <a:pt x="5867" y="328993"/>
                </a:moveTo>
                <a:lnTo>
                  <a:pt x="456606" y="9359"/>
                </a:lnTo>
                <a:lnTo>
                  <a:pt x="455179" y="0"/>
                </a:lnTo>
                <a:lnTo>
                  <a:pt x="0" y="322489"/>
                </a:lnTo>
                <a:lnTo>
                  <a:pt x="5867" y="328993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0" name="Freeform 319">
            <a:extLst>
              <a:ext uri="{FF2B5EF4-FFF2-40B4-BE49-F238E27FC236}">
                <a16:creationId xmlns:a16="http://schemas.microsoft.com/office/drawing/2014/main" id="{AC06E702-3FC5-DE08-B522-384DBAB51CB5}"/>
              </a:ext>
            </a:extLst>
          </p:cNvPr>
          <p:cNvSpPr/>
          <p:nvPr userDrawn="1"/>
        </p:nvSpPr>
        <p:spPr>
          <a:xfrm>
            <a:off x="11516367" y="2439807"/>
            <a:ext cx="641626" cy="284134"/>
          </a:xfrm>
          <a:custGeom>
            <a:avLst/>
            <a:gdLst>
              <a:gd name="connsiteX0" fmla="*/ 1110 w 641626"/>
              <a:gd name="connsiteY0" fmla="*/ 329945 h 329944"/>
              <a:gd name="connsiteX1" fmla="*/ 641626 w 641626"/>
              <a:gd name="connsiteY1" fmla="*/ 9359 h 329944"/>
              <a:gd name="connsiteX2" fmla="*/ 641626 w 641626"/>
              <a:gd name="connsiteY2" fmla="*/ 0 h 329944"/>
              <a:gd name="connsiteX3" fmla="*/ 0 w 641626"/>
              <a:gd name="connsiteY3" fmla="*/ 321062 h 329944"/>
              <a:gd name="connsiteX4" fmla="*/ 1110 w 641626"/>
              <a:gd name="connsiteY4" fmla="*/ 329945 h 3299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1626" h="329944">
                <a:moveTo>
                  <a:pt x="1110" y="329945"/>
                </a:moveTo>
                <a:lnTo>
                  <a:pt x="641626" y="9359"/>
                </a:lnTo>
                <a:lnTo>
                  <a:pt x="641626" y="0"/>
                </a:lnTo>
                <a:lnTo>
                  <a:pt x="0" y="321062"/>
                </a:lnTo>
                <a:lnTo>
                  <a:pt x="1110" y="329945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1" name="Freeform 320">
            <a:extLst>
              <a:ext uri="{FF2B5EF4-FFF2-40B4-BE49-F238E27FC236}">
                <a16:creationId xmlns:a16="http://schemas.microsoft.com/office/drawing/2014/main" id="{43B11905-3D66-7948-0549-2498E665F0B0}"/>
              </a:ext>
            </a:extLst>
          </p:cNvPr>
          <p:cNvSpPr/>
          <p:nvPr userDrawn="1"/>
        </p:nvSpPr>
        <p:spPr>
          <a:xfrm>
            <a:off x="11037724" y="2769434"/>
            <a:ext cx="462947" cy="204631"/>
          </a:xfrm>
          <a:custGeom>
            <a:avLst/>
            <a:gdLst>
              <a:gd name="connsiteX0" fmla="*/ 5866 w 462947"/>
              <a:gd name="connsiteY0" fmla="*/ 237624 h 237623"/>
              <a:gd name="connsiteX1" fmla="*/ 462947 w 462947"/>
              <a:gd name="connsiteY1" fmla="*/ 8725 h 237623"/>
              <a:gd name="connsiteX2" fmla="*/ 461679 w 462947"/>
              <a:gd name="connsiteY2" fmla="*/ 0 h 237623"/>
              <a:gd name="connsiteX3" fmla="*/ 0 w 462947"/>
              <a:gd name="connsiteY3" fmla="*/ 231120 h 237623"/>
              <a:gd name="connsiteX4" fmla="*/ 5866 w 462947"/>
              <a:gd name="connsiteY4" fmla="*/ 237624 h 2376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62947" h="237623">
                <a:moveTo>
                  <a:pt x="5866" y="237624"/>
                </a:moveTo>
                <a:lnTo>
                  <a:pt x="462947" y="8725"/>
                </a:lnTo>
                <a:lnTo>
                  <a:pt x="461679" y="0"/>
                </a:lnTo>
                <a:lnTo>
                  <a:pt x="0" y="231120"/>
                </a:lnTo>
                <a:lnTo>
                  <a:pt x="5866" y="237624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2" name="Freeform 321">
            <a:extLst>
              <a:ext uri="{FF2B5EF4-FFF2-40B4-BE49-F238E27FC236}">
                <a16:creationId xmlns:a16="http://schemas.microsoft.com/office/drawing/2014/main" id="{6227682B-396A-A0D3-5ED8-3390DAF25C4E}"/>
              </a:ext>
            </a:extLst>
          </p:cNvPr>
          <p:cNvSpPr/>
          <p:nvPr userDrawn="1"/>
        </p:nvSpPr>
        <p:spPr>
          <a:xfrm>
            <a:off x="11507330" y="2764991"/>
            <a:ext cx="2061" cy="45719"/>
          </a:xfrm>
          <a:custGeom>
            <a:avLst/>
            <a:gdLst>
              <a:gd name="connsiteX0" fmla="*/ 793 w 2061"/>
              <a:gd name="connsiteY0" fmla="*/ 0 h 9358"/>
              <a:gd name="connsiteX1" fmla="*/ 0 w 2061"/>
              <a:gd name="connsiteY1" fmla="*/ 476 h 9358"/>
              <a:gd name="connsiteX2" fmla="*/ 1269 w 2061"/>
              <a:gd name="connsiteY2" fmla="*/ 9359 h 9358"/>
              <a:gd name="connsiteX3" fmla="*/ 2061 w 2061"/>
              <a:gd name="connsiteY3" fmla="*/ 8883 h 9358"/>
              <a:gd name="connsiteX4" fmla="*/ 793 w 2061"/>
              <a:gd name="connsiteY4" fmla="*/ 0 h 93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61" h="9358">
                <a:moveTo>
                  <a:pt x="793" y="0"/>
                </a:moveTo>
                <a:lnTo>
                  <a:pt x="0" y="476"/>
                </a:lnTo>
                <a:lnTo>
                  <a:pt x="1269" y="9359"/>
                </a:lnTo>
                <a:lnTo>
                  <a:pt x="2061" y="8883"/>
                </a:lnTo>
                <a:lnTo>
                  <a:pt x="793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3" name="Freeform 322">
            <a:extLst>
              <a:ext uri="{FF2B5EF4-FFF2-40B4-BE49-F238E27FC236}">
                <a16:creationId xmlns:a16="http://schemas.microsoft.com/office/drawing/2014/main" id="{30C656A7-F56B-C4C1-4C50-65E98380BF4A}"/>
              </a:ext>
            </a:extLst>
          </p:cNvPr>
          <p:cNvSpPr/>
          <p:nvPr userDrawn="1"/>
        </p:nvSpPr>
        <p:spPr>
          <a:xfrm>
            <a:off x="10315460" y="3095572"/>
            <a:ext cx="615564" cy="812609"/>
          </a:xfrm>
          <a:custGeom>
            <a:avLst/>
            <a:gdLst>
              <a:gd name="connsiteX0" fmla="*/ 237182 w 597868"/>
              <a:gd name="connsiteY0" fmla="*/ 494917 h 831523"/>
              <a:gd name="connsiteX1" fmla="*/ 0 w 597868"/>
              <a:gd name="connsiteY1" fmla="*/ 826765 h 831523"/>
              <a:gd name="connsiteX2" fmla="*/ 6976 w 597868"/>
              <a:gd name="connsiteY2" fmla="*/ 831524 h 831523"/>
              <a:gd name="connsiteX3" fmla="*/ 246694 w 597868"/>
              <a:gd name="connsiteY3" fmla="*/ 496027 h 831523"/>
              <a:gd name="connsiteX4" fmla="*/ 252401 w 597868"/>
              <a:gd name="connsiteY4" fmla="*/ 488096 h 831523"/>
              <a:gd name="connsiteX5" fmla="*/ 597868 w 597868"/>
              <a:gd name="connsiteY5" fmla="*/ 4759 h 831523"/>
              <a:gd name="connsiteX6" fmla="*/ 590892 w 597868"/>
              <a:gd name="connsiteY6" fmla="*/ 0 h 831523"/>
              <a:gd name="connsiteX7" fmla="*/ 242889 w 597868"/>
              <a:gd name="connsiteY7" fmla="*/ 486986 h 831523"/>
              <a:gd name="connsiteX8" fmla="*/ 237340 w 597868"/>
              <a:gd name="connsiteY8" fmla="*/ 494917 h 8315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97868" h="831523">
                <a:moveTo>
                  <a:pt x="237182" y="494917"/>
                </a:moveTo>
                <a:lnTo>
                  <a:pt x="0" y="826765"/>
                </a:lnTo>
                <a:cubicBezTo>
                  <a:pt x="2379" y="828351"/>
                  <a:pt x="4915" y="829779"/>
                  <a:pt x="6976" y="831524"/>
                </a:cubicBezTo>
                <a:lnTo>
                  <a:pt x="246694" y="496027"/>
                </a:lnTo>
                <a:lnTo>
                  <a:pt x="252401" y="488096"/>
                </a:lnTo>
                <a:lnTo>
                  <a:pt x="597868" y="4759"/>
                </a:lnTo>
                <a:cubicBezTo>
                  <a:pt x="595490" y="3172"/>
                  <a:pt x="592953" y="1745"/>
                  <a:pt x="590892" y="0"/>
                </a:cubicBezTo>
                <a:lnTo>
                  <a:pt x="242889" y="486986"/>
                </a:lnTo>
                <a:lnTo>
                  <a:pt x="237340" y="494917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4" name="Freeform 323">
            <a:extLst>
              <a:ext uri="{FF2B5EF4-FFF2-40B4-BE49-F238E27FC236}">
                <a16:creationId xmlns:a16="http://schemas.microsoft.com/office/drawing/2014/main" id="{93BE2CBD-1385-8CAE-41FE-78F6354753A0}"/>
              </a:ext>
            </a:extLst>
          </p:cNvPr>
          <p:cNvSpPr/>
          <p:nvPr userDrawn="1"/>
        </p:nvSpPr>
        <p:spPr>
          <a:xfrm>
            <a:off x="10409257" y="3448992"/>
            <a:ext cx="41538" cy="45719"/>
          </a:xfrm>
          <a:custGeom>
            <a:avLst/>
            <a:gdLst>
              <a:gd name="connsiteX0" fmla="*/ 41538 w 41538"/>
              <a:gd name="connsiteY0" fmla="*/ 0 h 44098"/>
              <a:gd name="connsiteX1" fmla="*/ 3012 w 41538"/>
              <a:gd name="connsiteY1" fmla="*/ 30932 h 44098"/>
              <a:gd name="connsiteX2" fmla="*/ 0 w 41538"/>
              <a:gd name="connsiteY2" fmla="*/ 44098 h 44098"/>
              <a:gd name="connsiteX3" fmla="*/ 37258 w 41538"/>
              <a:gd name="connsiteY3" fmla="*/ 14118 h 44098"/>
              <a:gd name="connsiteX4" fmla="*/ 41538 w 41538"/>
              <a:gd name="connsiteY4" fmla="*/ 0 h 440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1538" h="44098">
                <a:moveTo>
                  <a:pt x="41538" y="0"/>
                </a:moveTo>
                <a:lnTo>
                  <a:pt x="3012" y="30932"/>
                </a:lnTo>
                <a:lnTo>
                  <a:pt x="0" y="44098"/>
                </a:lnTo>
                <a:lnTo>
                  <a:pt x="37258" y="14118"/>
                </a:lnTo>
                <a:lnTo>
                  <a:pt x="41538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5" name="Freeform 324">
            <a:extLst>
              <a:ext uri="{FF2B5EF4-FFF2-40B4-BE49-F238E27FC236}">
                <a16:creationId xmlns:a16="http://schemas.microsoft.com/office/drawing/2014/main" id="{E3413853-4CE6-BB57-B3B4-C82E06A74883}"/>
              </a:ext>
            </a:extLst>
          </p:cNvPr>
          <p:cNvSpPr/>
          <p:nvPr userDrawn="1"/>
        </p:nvSpPr>
        <p:spPr>
          <a:xfrm>
            <a:off x="10440318" y="3081135"/>
            <a:ext cx="475010" cy="389417"/>
          </a:xfrm>
          <a:custGeom>
            <a:avLst/>
            <a:gdLst>
              <a:gd name="connsiteX0" fmla="*/ 159 w 457240"/>
              <a:gd name="connsiteY0" fmla="*/ 372774 h 372932"/>
              <a:gd name="connsiteX1" fmla="*/ 457240 w 457240"/>
              <a:gd name="connsiteY1" fmla="*/ 6980 h 372932"/>
              <a:gd name="connsiteX2" fmla="*/ 452483 w 457240"/>
              <a:gd name="connsiteY2" fmla="*/ 0 h 372932"/>
              <a:gd name="connsiteX3" fmla="*/ 4281 w 457240"/>
              <a:gd name="connsiteY3" fmla="*/ 358656 h 372932"/>
              <a:gd name="connsiteX4" fmla="*/ 0 w 457240"/>
              <a:gd name="connsiteY4" fmla="*/ 372933 h 372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57240" h="372932">
                <a:moveTo>
                  <a:pt x="159" y="372774"/>
                </a:moveTo>
                <a:lnTo>
                  <a:pt x="457240" y="6980"/>
                </a:lnTo>
                <a:cubicBezTo>
                  <a:pt x="455338" y="4918"/>
                  <a:pt x="454069" y="2221"/>
                  <a:pt x="452483" y="0"/>
                </a:cubicBezTo>
                <a:lnTo>
                  <a:pt x="4281" y="358656"/>
                </a:lnTo>
                <a:lnTo>
                  <a:pt x="0" y="372933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6" name="Freeform 325">
            <a:extLst>
              <a:ext uri="{FF2B5EF4-FFF2-40B4-BE49-F238E27FC236}">
                <a16:creationId xmlns:a16="http://schemas.microsoft.com/office/drawing/2014/main" id="{5E3C30BF-20DB-635F-A1E0-6702C904E0C6}"/>
              </a:ext>
            </a:extLst>
          </p:cNvPr>
          <p:cNvSpPr/>
          <p:nvPr userDrawn="1"/>
        </p:nvSpPr>
        <p:spPr>
          <a:xfrm>
            <a:off x="10398317" y="3488332"/>
            <a:ext cx="3329" cy="45719"/>
          </a:xfrm>
          <a:custGeom>
            <a:avLst/>
            <a:gdLst>
              <a:gd name="connsiteX0" fmla="*/ 3330 w 3329"/>
              <a:gd name="connsiteY0" fmla="*/ 0 h 13483"/>
              <a:gd name="connsiteX1" fmla="*/ 2696 w 3329"/>
              <a:gd name="connsiteY1" fmla="*/ 635 h 13483"/>
              <a:gd name="connsiteX2" fmla="*/ 0 w 3329"/>
              <a:gd name="connsiteY2" fmla="*/ 13483 h 13483"/>
              <a:gd name="connsiteX3" fmla="*/ 317 w 3329"/>
              <a:gd name="connsiteY3" fmla="*/ 13166 h 13483"/>
              <a:gd name="connsiteX4" fmla="*/ 3330 w 3329"/>
              <a:gd name="connsiteY4" fmla="*/ 0 h 134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29" h="13483">
                <a:moveTo>
                  <a:pt x="3330" y="0"/>
                </a:moveTo>
                <a:lnTo>
                  <a:pt x="2696" y="635"/>
                </a:lnTo>
                <a:lnTo>
                  <a:pt x="0" y="13483"/>
                </a:lnTo>
                <a:lnTo>
                  <a:pt x="317" y="13166"/>
                </a:lnTo>
                <a:lnTo>
                  <a:pt x="3330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7" name="Freeform 326">
            <a:extLst>
              <a:ext uri="{FF2B5EF4-FFF2-40B4-BE49-F238E27FC236}">
                <a16:creationId xmlns:a16="http://schemas.microsoft.com/office/drawing/2014/main" id="{13A09CF5-C585-2460-DC9C-05EA12605436}"/>
              </a:ext>
            </a:extLst>
          </p:cNvPr>
          <p:cNvSpPr/>
          <p:nvPr userDrawn="1"/>
        </p:nvSpPr>
        <p:spPr>
          <a:xfrm>
            <a:off x="8986092" y="3497216"/>
            <a:ext cx="1404615" cy="1107693"/>
          </a:xfrm>
          <a:custGeom>
            <a:avLst/>
            <a:gdLst>
              <a:gd name="connsiteX0" fmla="*/ 929224 w 1389317"/>
              <a:gd name="connsiteY0" fmla="*/ 378960 h 1118797"/>
              <a:gd name="connsiteX1" fmla="*/ 1322729 w 1389317"/>
              <a:gd name="connsiteY1" fmla="*/ 64085 h 1118797"/>
              <a:gd name="connsiteX2" fmla="*/ 1332083 w 1389317"/>
              <a:gd name="connsiteY2" fmla="*/ 56630 h 1118797"/>
              <a:gd name="connsiteX3" fmla="*/ 1386622 w 1389317"/>
              <a:gd name="connsiteY3" fmla="*/ 12849 h 1118797"/>
              <a:gd name="connsiteX4" fmla="*/ 1389317 w 1389317"/>
              <a:gd name="connsiteY4" fmla="*/ 0 h 1118797"/>
              <a:gd name="connsiteX5" fmla="*/ 1320351 w 1389317"/>
              <a:gd name="connsiteY5" fmla="*/ 55202 h 1118797"/>
              <a:gd name="connsiteX6" fmla="*/ 1310997 w 1389317"/>
              <a:gd name="connsiteY6" fmla="*/ 62658 h 1118797"/>
              <a:gd name="connsiteX7" fmla="*/ 919394 w 1389317"/>
              <a:gd name="connsiteY7" fmla="*/ 376105 h 1118797"/>
              <a:gd name="connsiteX8" fmla="*/ 911150 w 1389317"/>
              <a:gd name="connsiteY8" fmla="*/ 382609 h 1118797"/>
              <a:gd name="connsiteX9" fmla="*/ 0 w 1389317"/>
              <a:gd name="connsiteY9" fmla="*/ 1111818 h 1118797"/>
              <a:gd name="connsiteX10" fmla="*/ 4756 w 1389317"/>
              <a:gd name="connsiteY10" fmla="*/ 1118798 h 1118797"/>
              <a:gd name="connsiteX11" fmla="*/ 921296 w 1389317"/>
              <a:gd name="connsiteY11" fmla="*/ 385305 h 1118797"/>
              <a:gd name="connsiteX12" fmla="*/ 929382 w 1389317"/>
              <a:gd name="connsiteY12" fmla="*/ 378802 h 11187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389317" h="1118797">
                <a:moveTo>
                  <a:pt x="929224" y="378960"/>
                </a:moveTo>
                <a:lnTo>
                  <a:pt x="1322729" y="64085"/>
                </a:lnTo>
                <a:lnTo>
                  <a:pt x="1332083" y="56630"/>
                </a:lnTo>
                <a:lnTo>
                  <a:pt x="1386622" y="12849"/>
                </a:lnTo>
                <a:lnTo>
                  <a:pt x="1389317" y="0"/>
                </a:lnTo>
                <a:lnTo>
                  <a:pt x="1320351" y="55202"/>
                </a:lnTo>
                <a:lnTo>
                  <a:pt x="1310997" y="62658"/>
                </a:lnTo>
                <a:lnTo>
                  <a:pt x="919394" y="376105"/>
                </a:lnTo>
                <a:lnTo>
                  <a:pt x="911150" y="382609"/>
                </a:lnTo>
                <a:lnTo>
                  <a:pt x="0" y="1111818"/>
                </a:lnTo>
                <a:cubicBezTo>
                  <a:pt x="1902" y="1113880"/>
                  <a:pt x="3171" y="1116577"/>
                  <a:pt x="4756" y="1118798"/>
                </a:cubicBezTo>
                <a:lnTo>
                  <a:pt x="921296" y="385305"/>
                </a:lnTo>
                <a:lnTo>
                  <a:pt x="929382" y="37880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8" name="Freeform 327">
            <a:extLst>
              <a:ext uri="{FF2B5EF4-FFF2-40B4-BE49-F238E27FC236}">
                <a16:creationId xmlns:a16="http://schemas.microsoft.com/office/drawing/2014/main" id="{E9A7EF5C-9C18-706B-B376-4D6CC7E5FA68}"/>
              </a:ext>
            </a:extLst>
          </p:cNvPr>
          <p:cNvSpPr/>
          <p:nvPr userDrawn="1"/>
        </p:nvSpPr>
        <p:spPr>
          <a:xfrm>
            <a:off x="7738115" y="3033312"/>
            <a:ext cx="3172256" cy="185138"/>
          </a:xfrm>
          <a:custGeom>
            <a:avLst/>
            <a:gdLst>
              <a:gd name="connsiteX0" fmla="*/ 2574272 w 2574271"/>
              <a:gd name="connsiteY0" fmla="*/ 0 h 166082"/>
              <a:gd name="connsiteX1" fmla="*/ 0 w 2574271"/>
              <a:gd name="connsiteY1" fmla="*/ 157675 h 166082"/>
              <a:gd name="connsiteX2" fmla="*/ 1744 w 2574271"/>
              <a:gd name="connsiteY2" fmla="*/ 166083 h 166082"/>
              <a:gd name="connsiteX3" fmla="*/ 2566345 w 2574271"/>
              <a:gd name="connsiteY3" fmla="*/ 9042 h 166082"/>
              <a:gd name="connsiteX4" fmla="*/ 2574113 w 2574271"/>
              <a:gd name="connsiteY4" fmla="*/ 0 h 1660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74271" h="166082">
                <a:moveTo>
                  <a:pt x="2574272" y="0"/>
                </a:moveTo>
                <a:lnTo>
                  <a:pt x="0" y="157675"/>
                </a:lnTo>
                <a:cubicBezTo>
                  <a:pt x="476" y="160531"/>
                  <a:pt x="1744" y="163069"/>
                  <a:pt x="1744" y="166083"/>
                </a:cubicBezTo>
                <a:lnTo>
                  <a:pt x="2566345" y="9042"/>
                </a:lnTo>
                <a:lnTo>
                  <a:pt x="2574113" y="0"/>
                </a:lnTo>
                <a:close/>
              </a:path>
            </a:pathLst>
          </a:custGeom>
          <a:solidFill>
            <a:srgbClr val="FF7D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9" name="Freeform 328">
            <a:extLst>
              <a:ext uri="{FF2B5EF4-FFF2-40B4-BE49-F238E27FC236}">
                <a16:creationId xmlns:a16="http://schemas.microsoft.com/office/drawing/2014/main" id="{DE9BC89A-A5E3-CC98-13E4-F423ACAEB944}"/>
              </a:ext>
            </a:extLst>
          </p:cNvPr>
          <p:cNvSpPr/>
          <p:nvPr userDrawn="1"/>
        </p:nvSpPr>
        <p:spPr>
          <a:xfrm>
            <a:off x="10486467" y="3064162"/>
            <a:ext cx="10464" cy="45719"/>
          </a:xfrm>
          <a:custGeom>
            <a:avLst/>
            <a:gdLst>
              <a:gd name="connsiteX0" fmla="*/ 10464 w 10464"/>
              <a:gd name="connsiteY0" fmla="*/ 0 h 9200"/>
              <a:gd name="connsiteX1" fmla="*/ 1903 w 10464"/>
              <a:gd name="connsiteY1" fmla="*/ 476 h 9200"/>
              <a:gd name="connsiteX2" fmla="*/ 0 w 10464"/>
              <a:gd name="connsiteY2" fmla="*/ 9200 h 9200"/>
              <a:gd name="connsiteX3" fmla="*/ 8562 w 10464"/>
              <a:gd name="connsiteY3" fmla="*/ 8725 h 9200"/>
              <a:gd name="connsiteX4" fmla="*/ 10464 w 10464"/>
              <a:gd name="connsiteY4" fmla="*/ 0 h 9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464" h="9200">
                <a:moveTo>
                  <a:pt x="10464" y="0"/>
                </a:moveTo>
                <a:lnTo>
                  <a:pt x="1903" y="476"/>
                </a:lnTo>
                <a:lnTo>
                  <a:pt x="0" y="9200"/>
                </a:lnTo>
                <a:lnTo>
                  <a:pt x="8562" y="8725"/>
                </a:lnTo>
                <a:lnTo>
                  <a:pt x="10464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30" name="Freeform 329">
            <a:extLst>
              <a:ext uri="{FF2B5EF4-FFF2-40B4-BE49-F238E27FC236}">
                <a16:creationId xmlns:a16="http://schemas.microsoft.com/office/drawing/2014/main" id="{75625879-FAC7-03AE-8F94-026A2D076E3E}"/>
              </a:ext>
            </a:extLst>
          </p:cNvPr>
          <p:cNvSpPr/>
          <p:nvPr userDrawn="1"/>
        </p:nvSpPr>
        <p:spPr>
          <a:xfrm>
            <a:off x="10736016" y="2694087"/>
            <a:ext cx="196910" cy="248072"/>
          </a:xfrm>
          <a:custGeom>
            <a:avLst/>
            <a:gdLst>
              <a:gd name="connsiteX0" fmla="*/ 4597 w 196910"/>
              <a:gd name="connsiteY0" fmla="*/ 0 h 288067"/>
              <a:gd name="connsiteX1" fmla="*/ 0 w 196910"/>
              <a:gd name="connsiteY1" fmla="*/ 3172 h 288067"/>
              <a:gd name="connsiteX2" fmla="*/ 189776 w 196910"/>
              <a:gd name="connsiteY2" fmla="*/ 288067 h 288067"/>
              <a:gd name="connsiteX3" fmla="*/ 196911 w 196910"/>
              <a:gd name="connsiteY3" fmla="*/ 283308 h 288067"/>
              <a:gd name="connsiteX4" fmla="*/ 29171 w 196910"/>
              <a:gd name="connsiteY4" fmla="*/ 31567 h 288067"/>
              <a:gd name="connsiteX5" fmla="*/ 4597 w 196910"/>
              <a:gd name="connsiteY5" fmla="*/ 159 h 2880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96910" h="288067">
                <a:moveTo>
                  <a:pt x="4597" y="0"/>
                </a:moveTo>
                <a:cubicBezTo>
                  <a:pt x="3012" y="1110"/>
                  <a:pt x="1585" y="2221"/>
                  <a:pt x="0" y="3172"/>
                </a:cubicBezTo>
                <a:lnTo>
                  <a:pt x="189776" y="288067"/>
                </a:lnTo>
                <a:cubicBezTo>
                  <a:pt x="192155" y="286322"/>
                  <a:pt x="194374" y="284736"/>
                  <a:pt x="196911" y="283308"/>
                </a:cubicBezTo>
                <a:lnTo>
                  <a:pt x="29171" y="31567"/>
                </a:lnTo>
                <a:lnTo>
                  <a:pt x="4597" y="15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31" name="Freeform 330">
            <a:extLst>
              <a:ext uri="{FF2B5EF4-FFF2-40B4-BE49-F238E27FC236}">
                <a16:creationId xmlns:a16="http://schemas.microsoft.com/office/drawing/2014/main" id="{F918B734-B0D6-E880-73F8-FC1880CED07A}"/>
              </a:ext>
            </a:extLst>
          </p:cNvPr>
          <p:cNvSpPr/>
          <p:nvPr userDrawn="1"/>
        </p:nvSpPr>
        <p:spPr>
          <a:xfrm>
            <a:off x="10968440" y="2937103"/>
            <a:ext cx="1109" cy="45719"/>
          </a:xfrm>
          <a:custGeom>
            <a:avLst/>
            <a:gdLst>
              <a:gd name="connsiteX0" fmla="*/ 1110 w 1109"/>
              <a:gd name="connsiteY0" fmla="*/ 1269 h 12373"/>
              <a:gd name="connsiteX1" fmla="*/ 0 w 1109"/>
              <a:gd name="connsiteY1" fmla="*/ 0 h 12373"/>
              <a:gd name="connsiteX2" fmla="*/ 634 w 1109"/>
              <a:gd name="connsiteY2" fmla="*/ 12373 h 12373"/>
              <a:gd name="connsiteX3" fmla="*/ 634 w 1109"/>
              <a:gd name="connsiteY3" fmla="*/ 12373 h 12373"/>
              <a:gd name="connsiteX4" fmla="*/ 1110 w 1109"/>
              <a:gd name="connsiteY4" fmla="*/ 1269 h 12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09" h="12373">
                <a:moveTo>
                  <a:pt x="1110" y="1269"/>
                </a:moveTo>
                <a:lnTo>
                  <a:pt x="0" y="0"/>
                </a:lnTo>
                <a:lnTo>
                  <a:pt x="634" y="12373"/>
                </a:lnTo>
                <a:lnTo>
                  <a:pt x="634" y="12373"/>
                </a:lnTo>
                <a:lnTo>
                  <a:pt x="1110" y="126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32" name="Freeform 331">
            <a:extLst>
              <a:ext uri="{FF2B5EF4-FFF2-40B4-BE49-F238E27FC236}">
                <a16:creationId xmlns:a16="http://schemas.microsoft.com/office/drawing/2014/main" id="{731207F0-5C4A-3004-116F-7D1970F0C3DF}"/>
              </a:ext>
            </a:extLst>
          </p:cNvPr>
          <p:cNvSpPr/>
          <p:nvPr userDrawn="1"/>
        </p:nvSpPr>
        <p:spPr>
          <a:xfrm>
            <a:off x="10978587" y="2949158"/>
            <a:ext cx="24574" cy="45719"/>
          </a:xfrm>
          <a:custGeom>
            <a:avLst/>
            <a:gdLst>
              <a:gd name="connsiteX0" fmla="*/ 793 w 24574"/>
              <a:gd name="connsiteY0" fmla="*/ 0 h 26490"/>
              <a:gd name="connsiteX1" fmla="*/ 0 w 24574"/>
              <a:gd name="connsiteY1" fmla="*/ 11262 h 26490"/>
              <a:gd name="connsiteX2" fmla="*/ 8245 w 24574"/>
              <a:gd name="connsiteY2" fmla="*/ 20622 h 26490"/>
              <a:gd name="connsiteX3" fmla="*/ 24574 w 24574"/>
              <a:gd name="connsiteY3" fmla="*/ 26491 h 26490"/>
              <a:gd name="connsiteX4" fmla="*/ 19342 w 24574"/>
              <a:gd name="connsiteY4" fmla="*/ 20463 h 26490"/>
              <a:gd name="connsiteX5" fmla="*/ 793 w 24574"/>
              <a:gd name="connsiteY5" fmla="*/ 159 h 264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4574" h="26490">
                <a:moveTo>
                  <a:pt x="793" y="0"/>
                </a:moveTo>
                <a:lnTo>
                  <a:pt x="0" y="11262"/>
                </a:lnTo>
                <a:lnTo>
                  <a:pt x="8245" y="20622"/>
                </a:lnTo>
                <a:cubicBezTo>
                  <a:pt x="13952" y="22049"/>
                  <a:pt x="19501" y="23635"/>
                  <a:pt x="24574" y="26491"/>
                </a:cubicBezTo>
                <a:lnTo>
                  <a:pt x="19342" y="20463"/>
                </a:lnTo>
                <a:lnTo>
                  <a:pt x="793" y="15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7" name="Freeform 356">
            <a:extLst>
              <a:ext uri="{FF2B5EF4-FFF2-40B4-BE49-F238E27FC236}">
                <a16:creationId xmlns:a16="http://schemas.microsoft.com/office/drawing/2014/main" id="{FBA5E5E7-E6A9-D47F-B226-949258DFB058}"/>
              </a:ext>
            </a:extLst>
          </p:cNvPr>
          <p:cNvSpPr/>
          <p:nvPr userDrawn="1"/>
        </p:nvSpPr>
        <p:spPr>
          <a:xfrm>
            <a:off x="10799750" y="2751509"/>
            <a:ext cx="160288" cy="161465"/>
          </a:xfrm>
          <a:custGeom>
            <a:avLst/>
            <a:gdLst>
              <a:gd name="connsiteX0" fmla="*/ 49783 w 160288"/>
              <a:gd name="connsiteY0" fmla="*/ 61230 h 187497"/>
              <a:gd name="connsiteX1" fmla="*/ 160288 w 160288"/>
              <a:gd name="connsiteY1" fmla="*/ 187497 h 187497"/>
              <a:gd name="connsiteX2" fmla="*/ 159653 w 160288"/>
              <a:gd name="connsiteY2" fmla="*/ 175600 h 187497"/>
              <a:gd name="connsiteX3" fmla="*/ 0 w 160288"/>
              <a:gd name="connsiteY3" fmla="*/ 0 h 187497"/>
              <a:gd name="connsiteX4" fmla="*/ 49783 w 160288"/>
              <a:gd name="connsiteY4" fmla="*/ 61230 h 1874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0288" h="187497">
                <a:moveTo>
                  <a:pt x="49783" y="61230"/>
                </a:moveTo>
                <a:lnTo>
                  <a:pt x="160288" y="187497"/>
                </a:lnTo>
                <a:lnTo>
                  <a:pt x="159653" y="175600"/>
                </a:lnTo>
                <a:lnTo>
                  <a:pt x="0" y="0"/>
                </a:lnTo>
                <a:lnTo>
                  <a:pt x="49783" y="6123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8" name="Freeform 357">
            <a:extLst>
              <a:ext uri="{FF2B5EF4-FFF2-40B4-BE49-F238E27FC236}">
                <a16:creationId xmlns:a16="http://schemas.microsoft.com/office/drawing/2014/main" id="{8AA13569-8BFD-74FF-6FAF-FD7BC681859C}"/>
              </a:ext>
            </a:extLst>
          </p:cNvPr>
          <p:cNvSpPr/>
          <p:nvPr userDrawn="1"/>
        </p:nvSpPr>
        <p:spPr>
          <a:xfrm>
            <a:off x="11037565" y="3014990"/>
            <a:ext cx="560927" cy="556522"/>
          </a:xfrm>
          <a:custGeom>
            <a:avLst/>
            <a:gdLst>
              <a:gd name="connsiteX0" fmla="*/ 189618 w 560927"/>
              <a:gd name="connsiteY0" fmla="*/ 216685 h 646247"/>
              <a:gd name="connsiteX1" fmla="*/ 0 w 560927"/>
              <a:gd name="connsiteY1" fmla="*/ 0 h 646247"/>
              <a:gd name="connsiteX2" fmla="*/ 3330 w 560927"/>
              <a:gd name="connsiteY2" fmla="*/ 16656 h 646247"/>
              <a:gd name="connsiteX3" fmla="*/ 182801 w 560927"/>
              <a:gd name="connsiteY3" fmla="*/ 221920 h 646247"/>
              <a:gd name="connsiteX4" fmla="*/ 188350 w 560927"/>
              <a:gd name="connsiteY4" fmla="*/ 228265 h 646247"/>
              <a:gd name="connsiteX5" fmla="*/ 517963 w 560927"/>
              <a:gd name="connsiteY5" fmla="*/ 605322 h 646247"/>
              <a:gd name="connsiteX6" fmla="*/ 553793 w 560927"/>
              <a:gd name="connsiteY6" fmla="*/ 646247 h 646247"/>
              <a:gd name="connsiteX7" fmla="*/ 560927 w 560927"/>
              <a:gd name="connsiteY7" fmla="*/ 641489 h 646247"/>
              <a:gd name="connsiteX8" fmla="*/ 195009 w 560927"/>
              <a:gd name="connsiteY8" fmla="*/ 223030 h 646247"/>
              <a:gd name="connsiteX9" fmla="*/ 189460 w 560927"/>
              <a:gd name="connsiteY9" fmla="*/ 216685 h 6462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60927" h="646247">
                <a:moveTo>
                  <a:pt x="189618" y="216685"/>
                </a:moveTo>
                <a:lnTo>
                  <a:pt x="0" y="0"/>
                </a:lnTo>
                <a:cubicBezTo>
                  <a:pt x="1902" y="5235"/>
                  <a:pt x="2696" y="10945"/>
                  <a:pt x="3330" y="16656"/>
                </a:cubicBezTo>
                <a:lnTo>
                  <a:pt x="182801" y="221920"/>
                </a:lnTo>
                <a:lnTo>
                  <a:pt x="188350" y="228265"/>
                </a:lnTo>
                <a:lnTo>
                  <a:pt x="517963" y="605322"/>
                </a:lnTo>
                <a:lnTo>
                  <a:pt x="553793" y="646247"/>
                </a:lnTo>
                <a:cubicBezTo>
                  <a:pt x="555854" y="644185"/>
                  <a:pt x="558707" y="643233"/>
                  <a:pt x="560927" y="641489"/>
                </a:cubicBezTo>
                <a:lnTo>
                  <a:pt x="195009" y="223030"/>
                </a:lnTo>
                <a:lnTo>
                  <a:pt x="189460" y="216685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61" name="Freeform 360">
            <a:extLst>
              <a:ext uri="{FF2B5EF4-FFF2-40B4-BE49-F238E27FC236}">
                <a16:creationId xmlns:a16="http://schemas.microsoft.com/office/drawing/2014/main" id="{AE85B60F-C0FF-4EE0-363B-3FF5B3F06C28}"/>
              </a:ext>
            </a:extLst>
          </p:cNvPr>
          <p:cNvSpPr/>
          <p:nvPr userDrawn="1"/>
        </p:nvSpPr>
        <p:spPr>
          <a:xfrm>
            <a:off x="10748699" y="2685996"/>
            <a:ext cx="210704" cy="207637"/>
          </a:xfrm>
          <a:custGeom>
            <a:avLst/>
            <a:gdLst>
              <a:gd name="connsiteX0" fmla="*/ 0 w 210704"/>
              <a:gd name="connsiteY0" fmla="*/ 2538 h 241113"/>
              <a:gd name="connsiteX1" fmla="*/ 51051 w 210704"/>
              <a:gd name="connsiteY1" fmla="*/ 65513 h 241113"/>
              <a:gd name="connsiteX2" fmla="*/ 210704 w 210704"/>
              <a:gd name="connsiteY2" fmla="*/ 241113 h 241113"/>
              <a:gd name="connsiteX3" fmla="*/ 210070 w 210704"/>
              <a:gd name="connsiteY3" fmla="*/ 227630 h 241113"/>
              <a:gd name="connsiteX4" fmla="*/ 3171 w 210704"/>
              <a:gd name="connsiteY4" fmla="*/ 0 h 241113"/>
              <a:gd name="connsiteX5" fmla="*/ 0 w 210704"/>
              <a:gd name="connsiteY5" fmla="*/ 2538 h 2411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10704" h="241113">
                <a:moveTo>
                  <a:pt x="0" y="2538"/>
                </a:moveTo>
                <a:lnTo>
                  <a:pt x="51051" y="65513"/>
                </a:lnTo>
                <a:lnTo>
                  <a:pt x="210704" y="241113"/>
                </a:lnTo>
                <a:lnTo>
                  <a:pt x="210070" y="227630"/>
                </a:lnTo>
                <a:lnTo>
                  <a:pt x="3171" y="0"/>
                </a:lnTo>
                <a:cubicBezTo>
                  <a:pt x="2220" y="952"/>
                  <a:pt x="951" y="1586"/>
                  <a:pt x="0" y="2538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63" name="Freeform 362">
            <a:extLst>
              <a:ext uri="{FF2B5EF4-FFF2-40B4-BE49-F238E27FC236}">
                <a16:creationId xmlns:a16="http://schemas.microsoft.com/office/drawing/2014/main" id="{BAD603F2-A769-38F3-17EE-AB4154031AE6}"/>
              </a:ext>
            </a:extLst>
          </p:cNvPr>
          <p:cNvSpPr/>
          <p:nvPr userDrawn="1"/>
        </p:nvSpPr>
        <p:spPr>
          <a:xfrm>
            <a:off x="11705668" y="3741185"/>
            <a:ext cx="296159" cy="280446"/>
          </a:xfrm>
          <a:custGeom>
            <a:avLst/>
            <a:gdLst>
              <a:gd name="connsiteX0" fmla="*/ 218156 w 296159"/>
              <a:gd name="connsiteY0" fmla="*/ 247459 h 325661"/>
              <a:gd name="connsiteX1" fmla="*/ 289183 w 296159"/>
              <a:gd name="connsiteY1" fmla="*/ 325662 h 325661"/>
              <a:gd name="connsiteX2" fmla="*/ 296159 w 296159"/>
              <a:gd name="connsiteY2" fmla="*/ 320586 h 325661"/>
              <a:gd name="connsiteX3" fmla="*/ 4756 w 296159"/>
              <a:gd name="connsiteY3" fmla="*/ 0 h 325661"/>
              <a:gd name="connsiteX4" fmla="*/ 0 w 296159"/>
              <a:gd name="connsiteY4" fmla="*/ 7614 h 325661"/>
              <a:gd name="connsiteX5" fmla="*/ 217997 w 296159"/>
              <a:gd name="connsiteY5" fmla="*/ 247459 h 3256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96159" h="325661">
                <a:moveTo>
                  <a:pt x="218156" y="247459"/>
                </a:moveTo>
                <a:lnTo>
                  <a:pt x="289183" y="325662"/>
                </a:lnTo>
                <a:cubicBezTo>
                  <a:pt x="291244" y="323600"/>
                  <a:pt x="293939" y="322489"/>
                  <a:pt x="296159" y="320586"/>
                </a:cubicBezTo>
                <a:lnTo>
                  <a:pt x="4756" y="0"/>
                </a:lnTo>
                <a:cubicBezTo>
                  <a:pt x="3646" y="2855"/>
                  <a:pt x="1585" y="4917"/>
                  <a:pt x="0" y="7614"/>
                </a:cubicBezTo>
                <a:lnTo>
                  <a:pt x="217997" y="24745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65" name="Freeform 364">
            <a:extLst>
              <a:ext uri="{FF2B5EF4-FFF2-40B4-BE49-F238E27FC236}">
                <a16:creationId xmlns:a16="http://schemas.microsoft.com/office/drawing/2014/main" id="{E518D670-9152-34FC-F48E-5D56A0A042C7}"/>
              </a:ext>
            </a:extLst>
          </p:cNvPr>
          <p:cNvSpPr/>
          <p:nvPr userDrawn="1"/>
        </p:nvSpPr>
        <p:spPr>
          <a:xfrm>
            <a:off x="10979380" y="2937262"/>
            <a:ext cx="643370" cy="610753"/>
          </a:xfrm>
          <a:custGeom>
            <a:avLst/>
            <a:gdLst>
              <a:gd name="connsiteX0" fmla="*/ 259694 w 643370"/>
              <a:gd name="connsiteY0" fmla="*/ 284894 h 709222"/>
              <a:gd name="connsiteX1" fmla="*/ 64210 w 643370"/>
              <a:gd name="connsiteY1" fmla="*/ 69796 h 709222"/>
              <a:gd name="connsiteX2" fmla="*/ 58344 w 643370"/>
              <a:gd name="connsiteY2" fmla="*/ 63292 h 709222"/>
              <a:gd name="connsiteX3" fmla="*/ 55966 w 643370"/>
              <a:gd name="connsiteY3" fmla="*/ 60754 h 709222"/>
              <a:gd name="connsiteX4" fmla="*/ 50258 w 643370"/>
              <a:gd name="connsiteY4" fmla="*/ 54409 h 709222"/>
              <a:gd name="connsiteX5" fmla="*/ 793 w 643370"/>
              <a:gd name="connsiteY5" fmla="*/ 0 h 709222"/>
              <a:gd name="connsiteX6" fmla="*/ 0 w 643370"/>
              <a:gd name="connsiteY6" fmla="*/ 11897 h 709222"/>
              <a:gd name="connsiteX7" fmla="*/ 18549 w 643370"/>
              <a:gd name="connsiteY7" fmla="*/ 32201 h 709222"/>
              <a:gd name="connsiteX8" fmla="*/ 24415 w 643370"/>
              <a:gd name="connsiteY8" fmla="*/ 38546 h 709222"/>
              <a:gd name="connsiteX9" fmla="*/ 57869 w 643370"/>
              <a:gd name="connsiteY9" fmla="*/ 75348 h 709222"/>
              <a:gd name="connsiteX10" fmla="*/ 253036 w 643370"/>
              <a:gd name="connsiteY10" fmla="*/ 290129 h 709222"/>
              <a:gd name="connsiteX11" fmla="*/ 258743 w 643370"/>
              <a:gd name="connsiteY11" fmla="*/ 296316 h 709222"/>
              <a:gd name="connsiteX12" fmla="*/ 634016 w 643370"/>
              <a:gd name="connsiteY12" fmla="*/ 709222 h 709222"/>
              <a:gd name="connsiteX13" fmla="*/ 643370 w 643370"/>
              <a:gd name="connsiteY13" fmla="*/ 706843 h 709222"/>
              <a:gd name="connsiteX14" fmla="*/ 265560 w 643370"/>
              <a:gd name="connsiteY14" fmla="*/ 290922 h 709222"/>
              <a:gd name="connsiteX15" fmla="*/ 259853 w 643370"/>
              <a:gd name="connsiteY15" fmla="*/ 284736 h 7092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643370" h="709222">
                <a:moveTo>
                  <a:pt x="259694" y="284894"/>
                </a:moveTo>
                <a:lnTo>
                  <a:pt x="64210" y="69796"/>
                </a:lnTo>
                <a:lnTo>
                  <a:pt x="58344" y="63292"/>
                </a:lnTo>
                <a:lnTo>
                  <a:pt x="55966" y="60754"/>
                </a:lnTo>
                <a:lnTo>
                  <a:pt x="50258" y="54409"/>
                </a:lnTo>
                <a:lnTo>
                  <a:pt x="793" y="0"/>
                </a:lnTo>
                <a:lnTo>
                  <a:pt x="0" y="11897"/>
                </a:lnTo>
                <a:lnTo>
                  <a:pt x="18549" y="32201"/>
                </a:lnTo>
                <a:lnTo>
                  <a:pt x="24415" y="38546"/>
                </a:lnTo>
                <a:cubicBezTo>
                  <a:pt x="39477" y="46795"/>
                  <a:pt x="51527" y="59326"/>
                  <a:pt x="57869" y="75348"/>
                </a:cubicBezTo>
                <a:lnTo>
                  <a:pt x="253036" y="290129"/>
                </a:lnTo>
                <a:lnTo>
                  <a:pt x="258743" y="296316"/>
                </a:lnTo>
                <a:lnTo>
                  <a:pt x="634016" y="709222"/>
                </a:lnTo>
                <a:cubicBezTo>
                  <a:pt x="636869" y="707953"/>
                  <a:pt x="640199" y="707636"/>
                  <a:pt x="643370" y="706843"/>
                </a:cubicBezTo>
                <a:lnTo>
                  <a:pt x="265560" y="290922"/>
                </a:lnTo>
                <a:lnTo>
                  <a:pt x="259853" y="284736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66" name="Freeform 365">
            <a:extLst>
              <a:ext uri="{FF2B5EF4-FFF2-40B4-BE49-F238E27FC236}">
                <a16:creationId xmlns:a16="http://schemas.microsoft.com/office/drawing/2014/main" id="{6F4C729D-688E-E680-808A-27CBA4605934}"/>
              </a:ext>
            </a:extLst>
          </p:cNvPr>
          <p:cNvSpPr/>
          <p:nvPr userDrawn="1"/>
        </p:nvSpPr>
        <p:spPr>
          <a:xfrm>
            <a:off x="10967806" y="2923619"/>
            <a:ext cx="2218" cy="45719"/>
          </a:xfrm>
          <a:custGeom>
            <a:avLst/>
            <a:gdLst>
              <a:gd name="connsiteX0" fmla="*/ 2219 w 2218"/>
              <a:gd name="connsiteY0" fmla="*/ 2538 h 14752"/>
              <a:gd name="connsiteX1" fmla="*/ 0 w 2218"/>
              <a:gd name="connsiteY1" fmla="*/ 0 h 14752"/>
              <a:gd name="connsiteX2" fmla="*/ 634 w 2218"/>
              <a:gd name="connsiteY2" fmla="*/ 13483 h 14752"/>
              <a:gd name="connsiteX3" fmla="*/ 1744 w 2218"/>
              <a:gd name="connsiteY3" fmla="*/ 14752 h 14752"/>
              <a:gd name="connsiteX4" fmla="*/ 2219 w 2218"/>
              <a:gd name="connsiteY4" fmla="*/ 2538 h 147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18" h="14752">
                <a:moveTo>
                  <a:pt x="2219" y="2538"/>
                </a:moveTo>
                <a:lnTo>
                  <a:pt x="0" y="0"/>
                </a:lnTo>
                <a:lnTo>
                  <a:pt x="634" y="13483"/>
                </a:lnTo>
                <a:lnTo>
                  <a:pt x="1744" y="14752"/>
                </a:lnTo>
                <a:lnTo>
                  <a:pt x="2219" y="2538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68" name="Freeform 367">
            <a:extLst>
              <a:ext uri="{FF2B5EF4-FFF2-40B4-BE49-F238E27FC236}">
                <a16:creationId xmlns:a16="http://schemas.microsoft.com/office/drawing/2014/main" id="{97769591-A1F4-E8C6-B2F8-EA7512B88891}"/>
              </a:ext>
            </a:extLst>
          </p:cNvPr>
          <p:cNvSpPr/>
          <p:nvPr userDrawn="1"/>
        </p:nvSpPr>
        <p:spPr>
          <a:xfrm>
            <a:off x="11038516" y="3048301"/>
            <a:ext cx="533340" cy="572367"/>
          </a:xfrm>
          <a:custGeom>
            <a:avLst/>
            <a:gdLst>
              <a:gd name="connsiteX0" fmla="*/ 300123 w 533340"/>
              <a:gd name="connsiteY0" fmla="*/ 366746 h 664647"/>
              <a:gd name="connsiteX1" fmla="*/ 300123 w 533340"/>
              <a:gd name="connsiteY1" fmla="*/ 366746 h 664647"/>
              <a:gd name="connsiteX2" fmla="*/ 248280 w 533340"/>
              <a:gd name="connsiteY2" fmla="*/ 302819 h 664647"/>
              <a:gd name="connsiteX3" fmla="*/ 171228 w 533340"/>
              <a:gd name="connsiteY3" fmla="*/ 208119 h 664647"/>
              <a:gd name="connsiteX4" fmla="*/ 165837 w 533340"/>
              <a:gd name="connsiteY4" fmla="*/ 201615 h 664647"/>
              <a:gd name="connsiteX5" fmla="*/ 2220 w 533340"/>
              <a:gd name="connsiteY5" fmla="*/ 0 h 664647"/>
              <a:gd name="connsiteX6" fmla="*/ 0 w 533340"/>
              <a:gd name="connsiteY6" fmla="*/ 10787 h 664647"/>
              <a:gd name="connsiteX7" fmla="*/ 159178 w 533340"/>
              <a:gd name="connsiteY7" fmla="*/ 206850 h 664647"/>
              <a:gd name="connsiteX8" fmla="*/ 164568 w 533340"/>
              <a:gd name="connsiteY8" fmla="*/ 213354 h 664647"/>
              <a:gd name="connsiteX9" fmla="*/ 189777 w 533340"/>
              <a:gd name="connsiteY9" fmla="*/ 244286 h 664647"/>
              <a:gd name="connsiteX10" fmla="*/ 241621 w 533340"/>
              <a:gd name="connsiteY10" fmla="*/ 308054 h 664647"/>
              <a:gd name="connsiteX11" fmla="*/ 241621 w 533340"/>
              <a:gd name="connsiteY11" fmla="*/ 308054 h 664647"/>
              <a:gd name="connsiteX12" fmla="*/ 519865 w 533340"/>
              <a:gd name="connsiteY12" fmla="*/ 650847 h 664647"/>
              <a:gd name="connsiteX13" fmla="*/ 527475 w 533340"/>
              <a:gd name="connsiteY13" fmla="*/ 660206 h 664647"/>
              <a:gd name="connsiteX14" fmla="*/ 531121 w 533340"/>
              <a:gd name="connsiteY14" fmla="*/ 664648 h 664647"/>
              <a:gd name="connsiteX15" fmla="*/ 533341 w 533340"/>
              <a:gd name="connsiteY15" fmla="*/ 653861 h 664647"/>
              <a:gd name="connsiteX16" fmla="*/ 531914 w 533340"/>
              <a:gd name="connsiteY16" fmla="*/ 652275 h 664647"/>
              <a:gd name="connsiteX17" fmla="*/ 299965 w 533340"/>
              <a:gd name="connsiteY17" fmla="*/ 366588 h 6646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533340" h="664647">
                <a:moveTo>
                  <a:pt x="300123" y="366746"/>
                </a:moveTo>
                <a:lnTo>
                  <a:pt x="300123" y="366746"/>
                </a:lnTo>
                <a:cubicBezTo>
                  <a:pt x="300123" y="366746"/>
                  <a:pt x="248280" y="302819"/>
                  <a:pt x="248280" y="302819"/>
                </a:cubicBezTo>
                <a:lnTo>
                  <a:pt x="171228" y="208119"/>
                </a:lnTo>
                <a:lnTo>
                  <a:pt x="165837" y="201615"/>
                </a:lnTo>
                <a:lnTo>
                  <a:pt x="2220" y="0"/>
                </a:lnTo>
                <a:cubicBezTo>
                  <a:pt x="1745" y="3807"/>
                  <a:pt x="951" y="7297"/>
                  <a:pt x="0" y="10787"/>
                </a:cubicBezTo>
                <a:lnTo>
                  <a:pt x="159178" y="206850"/>
                </a:lnTo>
                <a:lnTo>
                  <a:pt x="164568" y="213354"/>
                </a:lnTo>
                <a:lnTo>
                  <a:pt x="189777" y="244286"/>
                </a:lnTo>
                <a:lnTo>
                  <a:pt x="241621" y="308054"/>
                </a:lnTo>
                <a:lnTo>
                  <a:pt x="241621" y="308054"/>
                </a:lnTo>
                <a:cubicBezTo>
                  <a:pt x="241621" y="308054"/>
                  <a:pt x="519865" y="650847"/>
                  <a:pt x="519865" y="650847"/>
                </a:cubicBezTo>
                <a:lnTo>
                  <a:pt x="527475" y="660206"/>
                </a:lnTo>
                <a:lnTo>
                  <a:pt x="531121" y="664648"/>
                </a:lnTo>
                <a:cubicBezTo>
                  <a:pt x="531121" y="660841"/>
                  <a:pt x="532707" y="657510"/>
                  <a:pt x="533341" y="653861"/>
                </a:cubicBezTo>
                <a:lnTo>
                  <a:pt x="531914" y="652275"/>
                </a:lnTo>
                <a:lnTo>
                  <a:pt x="299965" y="366588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69" name="Freeform 368">
            <a:extLst>
              <a:ext uri="{FF2B5EF4-FFF2-40B4-BE49-F238E27FC236}">
                <a16:creationId xmlns:a16="http://schemas.microsoft.com/office/drawing/2014/main" id="{ED37E275-8650-D28C-5886-EA48C69A17A8}"/>
              </a:ext>
            </a:extLst>
          </p:cNvPr>
          <p:cNvSpPr/>
          <p:nvPr userDrawn="1"/>
        </p:nvSpPr>
        <p:spPr>
          <a:xfrm>
            <a:off x="11626872" y="3783538"/>
            <a:ext cx="530962" cy="563079"/>
          </a:xfrm>
          <a:custGeom>
            <a:avLst/>
            <a:gdLst>
              <a:gd name="connsiteX0" fmla="*/ 296634 w 530962"/>
              <a:gd name="connsiteY0" fmla="*/ 351677 h 653861"/>
              <a:gd name="connsiteX1" fmla="*/ 277134 w 530962"/>
              <a:gd name="connsiteY1" fmla="*/ 327724 h 653861"/>
              <a:gd name="connsiteX2" fmla="*/ 269841 w 530962"/>
              <a:gd name="connsiteY2" fmla="*/ 318682 h 653861"/>
              <a:gd name="connsiteX3" fmla="*/ 13158 w 530962"/>
              <a:gd name="connsiteY3" fmla="*/ 2697 h 653861"/>
              <a:gd name="connsiteX4" fmla="*/ 0 w 530962"/>
              <a:gd name="connsiteY4" fmla="*/ 0 h 653861"/>
              <a:gd name="connsiteX5" fmla="*/ 257950 w 530962"/>
              <a:gd name="connsiteY5" fmla="*/ 317731 h 653861"/>
              <a:gd name="connsiteX6" fmla="*/ 265243 w 530962"/>
              <a:gd name="connsiteY6" fmla="*/ 326772 h 653861"/>
              <a:gd name="connsiteX7" fmla="*/ 286805 w 530962"/>
              <a:gd name="connsiteY7" fmla="*/ 353263 h 653861"/>
              <a:gd name="connsiteX8" fmla="*/ 292988 w 530962"/>
              <a:gd name="connsiteY8" fmla="*/ 360877 h 653861"/>
              <a:gd name="connsiteX9" fmla="*/ 530962 w 530962"/>
              <a:gd name="connsiteY9" fmla="*/ 653862 h 653861"/>
              <a:gd name="connsiteX10" fmla="*/ 530962 w 530962"/>
              <a:gd name="connsiteY10" fmla="*/ 640378 h 653861"/>
              <a:gd name="connsiteX11" fmla="*/ 302659 w 530962"/>
              <a:gd name="connsiteY11" fmla="*/ 359132 h 653861"/>
              <a:gd name="connsiteX12" fmla="*/ 296476 w 530962"/>
              <a:gd name="connsiteY12" fmla="*/ 351518 h 6538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530962" h="653861">
                <a:moveTo>
                  <a:pt x="296634" y="351677"/>
                </a:moveTo>
                <a:lnTo>
                  <a:pt x="277134" y="327724"/>
                </a:lnTo>
                <a:lnTo>
                  <a:pt x="269841" y="318682"/>
                </a:lnTo>
                <a:lnTo>
                  <a:pt x="13158" y="2697"/>
                </a:lnTo>
                <a:cubicBezTo>
                  <a:pt x="8561" y="2538"/>
                  <a:pt x="4439" y="952"/>
                  <a:pt x="0" y="0"/>
                </a:cubicBezTo>
                <a:lnTo>
                  <a:pt x="257950" y="317731"/>
                </a:lnTo>
                <a:lnTo>
                  <a:pt x="265243" y="326772"/>
                </a:lnTo>
                <a:lnTo>
                  <a:pt x="286805" y="353263"/>
                </a:lnTo>
                <a:lnTo>
                  <a:pt x="292988" y="360877"/>
                </a:lnTo>
                <a:lnTo>
                  <a:pt x="530962" y="653862"/>
                </a:lnTo>
                <a:lnTo>
                  <a:pt x="530962" y="640378"/>
                </a:lnTo>
                <a:lnTo>
                  <a:pt x="302659" y="359132"/>
                </a:lnTo>
                <a:lnTo>
                  <a:pt x="296476" y="351518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73" name="Freeform 372">
            <a:extLst>
              <a:ext uri="{FF2B5EF4-FFF2-40B4-BE49-F238E27FC236}">
                <a16:creationId xmlns:a16="http://schemas.microsoft.com/office/drawing/2014/main" id="{8A29956C-7907-E0C4-AB84-18E16C596522}"/>
              </a:ext>
            </a:extLst>
          </p:cNvPr>
          <p:cNvSpPr/>
          <p:nvPr userDrawn="1"/>
        </p:nvSpPr>
        <p:spPr>
          <a:xfrm>
            <a:off x="10747589" y="2688534"/>
            <a:ext cx="213557" cy="235777"/>
          </a:xfrm>
          <a:custGeom>
            <a:avLst/>
            <a:gdLst>
              <a:gd name="connsiteX0" fmla="*/ 52160 w 213557"/>
              <a:gd name="connsiteY0" fmla="*/ 62975 h 273790"/>
              <a:gd name="connsiteX1" fmla="*/ 1110 w 213557"/>
              <a:gd name="connsiteY1" fmla="*/ 0 h 273790"/>
              <a:gd name="connsiteX2" fmla="*/ 0 w 213557"/>
              <a:gd name="connsiteY2" fmla="*/ 793 h 273790"/>
              <a:gd name="connsiteX3" fmla="*/ 213558 w 213557"/>
              <a:gd name="connsiteY3" fmla="*/ 273791 h 273790"/>
              <a:gd name="connsiteX4" fmla="*/ 212924 w 213557"/>
              <a:gd name="connsiteY4" fmla="*/ 260783 h 273790"/>
              <a:gd name="connsiteX5" fmla="*/ 101943 w 213557"/>
              <a:gd name="connsiteY5" fmla="*/ 124047 h 273790"/>
              <a:gd name="connsiteX6" fmla="*/ 52160 w 213557"/>
              <a:gd name="connsiteY6" fmla="*/ 62816 h 2737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3557" h="273790">
                <a:moveTo>
                  <a:pt x="52160" y="62975"/>
                </a:moveTo>
                <a:lnTo>
                  <a:pt x="1110" y="0"/>
                </a:lnTo>
                <a:cubicBezTo>
                  <a:pt x="1110" y="0"/>
                  <a:pt x="317" y="476"/>
                  <a:pt x="0" y="793"/>
                </a:cubicBezTo>
                <a:lnTo>
                  <a:pt x="213558" y="273791"/>
                </a:lnTo>
                <a:lnTo>
                  <a:pt x="212924" y="260783"/>
                </a:lnTo>
                <a:lnTo>
                  <a:pt x="101943" y="124047"/>
                </a:lnTo>
                <a:lnTo>
                  <a:pt x="52160" y="62816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74" name="Freeform 373">
            <a:extLst>
              <a:ext uri="{FF2B5EF4-FFF2-40B4-BE49-F238E27FC236}">
                <a16:creationId xmlns:a16="http://schemas.microsoft.com/office/drawing/2014/main" id="{216AED20-83E5-CCB3-0DF3-FD144A779728}"/>
              </a:ext>
            </a:extLst>
          </p:cNvPr>
          <p:cNvSpPr/>
          <p:nvPr userDrawn="1"/>
        </p:nvSpPr>
        <p:spPr>
          <a:xfrm>
            <a:off x="11035187" y="3060991"/>
            <a:ext cx="1122963" cy="1244592"/>
          </a:xfrm>
          <a:custGeom>
            <a:avLst/>
            <a:gdLst>
              <a:gd name="connsiteX0" fmla="*/ 848842 w 1122963"/>
              <a:gd name="connsiteY0" fmla="*/ 1081044 h 1445252"/>
              <a:gd name="connsiteX1" fmla="*/ 821889 w 1122963"/>
              <a:gd name="connsiteY1" fmla="*/ 1046622 h 1445252"/>
              <a:gd name="connsiteX2" fmla="*/ 814913 w 1122963"/>
              <a:gd name="connsiteY2" fmla="*/ 1037580 h 1445252"/>
              <a:gd name="connsiteX3" fmla="*/ 698384 w 1122963"/>
              <a:gd name="connsiteY3" fmla="*/ 888630 h 1445252"/>
              <a:gd name="connsiteX4" fmla="*/ 562671 w 1122963"/>
              <a:gd name="connsiteY4" fmla="*/ 715092 h 1445252"/>
              <a:gd name="connsiteX5" fmla="*/ 536670 w 1122963"/>
              <a:gd name="connsiteY5" fmla="*/ 681938 h 1445252"/>
              <a:gd name="connsiteX6" fmla="*/ 531121 w 1122963"/>
              <a:gd name="connsiteY6" fmla="*/ 674800 h 1445252"/>
              <a:gd name="connsiteX7" fmla="*/ 529376 w 1122963"/>
              <a:gd name="connsiteY7" fmla="*/ 672421 h 1445252"/>
              <a:gd name="connsiteX8" fmla="*/ 523510 w 1122963"/>
              <a:gd name="connsiteY8" fmla="*/ 664965 h 1445252"/>
              <a:gd name="connsiteX9" fmla="*/ 507656 w 1122963"/>
              <a:gd name="connsiteY9" fmla="*/ 644820 h 1445252"/>
              <a:gd name="connsiteX10" fmla="*/ 500363 w 1122963"/>
              <a:gd name="connsiteY10" fmla="*/ 635461 h 1445252"/>
              <a:gd name="connsiteX11" fmla="*/ 195960 w 1122963"/>
              <a:gd name="connsiteY11" fmla="*/ 246348 h 1445252"/>
              <a:gd name="connsiteX12" fmla="*/ 195960 w 1122963"/>
              <a:gd name="connsiteY12" fmla="*/ 246348 h 1445252"/>
              <a:gd name="connsiteX13" fmla="*/ 152835 w 1122963"/>
              <a:gd name="connsiteY13" fmla="*/ 191304 h 1445252"/>
              <a:gd name="connsiteX14" fmla="*/ 3171 w 1122963"/>
              <a:gd name="connsiteY14" fmla="*/ 0 h 1445252"/>
              <a:gd name="connsiteX15" fmla="*/ 0 w 1122963"/>
              <a:gd name="connsiteY15" fmla="*/ 9676 h 1445252"/>
              <a:gd name="connsiteX16" fmla="*/ 103528 w 1122963"/>
              <a:gd name="connsiteY16" fmla="*/ 142130 h 1445252"/>
              <a:gd name="connsiteX17" fmla="*/ 146653 w 1122963"/>
              <a:gd name="connsiteY17" fmla="*/ 197174 h 1445252"/>
              <a:gd name="connsiteX18" fmla="*/ 146653 w 1122963"/>
              <a:gd name="connsiteY18" fmla="*/ 197174 h 1445252"/>
              <a:gd name="connsiteX19" fmla="*/ 151409 w 1122963"/>
              <a:gd name="connsiteY19" fmla="*/ 203360 h 1445252"/>
              <a:gd name="connsiteX20" fmla="*/ 156641 w 1122963"/>
              <a:gd name="connsiteY20" fmla="*/ 210022 h 1445252"/>
              <a:gd name="connsiteX21" fmla="*/ 419823 w 1122963"/>
              <a:gd name="connsiteY21" fmla="*/ 546471 h 1445252"/>
              <a:gd name="connsiteX22" fmla="*/ 555536 w 1122963"/>
              <a:gd name="connsiteY22" fmla="*/ 720009 h 1445252"/>
              <a:gd name="connsiteX23" fmla="*/ 803499 w 1122963"/>
              <a:gd name="connsiteY23" fmla="*/ 1036946 h 1445252"/>
              <a:gd name="connsiteX24" fmla="*/ 810475 w 1122963"/>
              <a:gd name="connsiteY24" fmla="*/ 1045988 h 1445252"/>
              <a:gd name="connsiteX25" fmla="*/ 839488 w 1122963"/>
              <a:gd name="connsiteY25" fmla="*/ 1082948 h 1445252"/>
              <a:gd name="connsiteX26" fmla="*/ 845512 w 1122963"/>
              <a:gd name="connsiteY26" fmla="*/ 1090562 h 1445252"/>
              <a:gd name="connsiteX27" fmla="*/ 1028947 w 1122963"/>
              <a:gd name="connsiteY27" fmla="*/ 1325013 h 1445252"/>
              <a:gd name="connsiteX28" fmla="*/ 1122963 w 1122963"/>
              <a:gd name="connsiteY28" fmla="*/ 1445253 h 1445252"/>
              <a:gd name="connsiteX29" fmla="*/ 1122963 w 1122963"/>
              <a:gd name="connsiteY29" fmla="*/ 1431610 h 1445252"/>
              <a:gd name="connsiteX30" fmla="*/ 854867 w 1122963"/>
              <a:gd name="connsiteY30" fmla="*/ 1088976 h 1445252"/>
              <a:gd name="connsiteX31" fmla="*/ 848842 w 1122963"/>
              <a:gd name="connsiteY31" fmla="*/ 1081362 h 1445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1122963" h="1445252">
                <a:moveTo>
                  <a:pt x="848842" y="1081044"/>
                </a:moveTo>
                <a:lnTo>
                  <a:pt x="821889" y="1046622"/>
                </a:lnTo>
                <a:lnTo>
                  <a:pt x="814913" y="1037580"/>
                </a:lnTo>
                <a:lnTo>
                  <a:pt x="698384" y="888630"/>
                </a:lnTo>
                <a:lnTo>
                  <a:pt x="562671" y="715092"/>
                </a:lnTo>
                <a:lnTo>
                  <a:pt x="536670" y="681938"/>
                </a:lnTo>
                <a:lnTo>
                  <a:pt x="531121" y="674800"/>
                </a:lnTo>
                <a:lnTo>
                  <a:pt x="529376" y="672421"/>
                </a:lnTo>
                <a:lnTo>
                  <a:pt x="523510" y="664965"/>
                </a:lnTo>
                <a:lnTo>
                  <a:pt x="507656" y="644820"/>
                </a:lnTo>
                <a:lnTo>
                  <a:pt x="500363" y="635461"/>
                </a:lnTo>
                <a:lnTo>
                  <a:pt x="195960" y="246348"/>
                </a:lnTo>
                <a:lnTo>
                  <a:pt x="195960" y="246348"/>
                </a:lnTo>
                <a:cubicBezTo>
                  <a:pt x="195960" y="246348"/>
                  <a:pt x="152835" y="191304"/>
                  <a:pt x="152835" y="191304"/>
                </a:cubicBezTo>
                <a:lnTo>
                  <a:pt x="3171" y="0"/>
                </a:lnTo>
                <a:cubicBezTo>
                  <a:pt x="2061" y="3331"/>
                  <a:pt x="1426" y="6504"/>
                  <a:pt x="0" y="9676"/>
                </a:cubicBezTo>
                <a:lnTo>
                  <a:pt x="103528" y="142130"/>
                </a:lnTo>
                <a:lnTo>
                  <a:pt x="146653" y="197174"/>
                </a:lnTo>
                <a:lnTo>
                  <a:pt x="146653" y="197174"/>
                </a:lnTo>
                <a:cubicBezTo>
                  <a:pt x="146653" y="197174"/>
                  <a:pt x="151409" y="203360"/>
                  <a:pt x="151409" y="203360"/>
                </a:cubicBezTo>
                <a:lnTo>
                  <a:pt x="156641" y="210022"/>
                </a:lnTo>
                <a:lnTo>
                  <a:pt x="419823" y="546471"/>
                </a:lnTo>
                <a:lnTo>
                  <a:pt x="555536" y="720009"/>
                </a:lnTo>
                <a:lnTo>
                  <a:pt x="803499" y="1036946"/>
                </a:lnTo>
                <a:lnTo>
                  <a:pt x="810475" y="1045988"/>
                </a:lnTo>
                <a:lnTo>
                  <a:pt x="839488" y="1082948"/>
                </a:lnTo>
                <a:lnTo>
                  <a:pt x="845512" y="1090562"/>
                </a:lnTo>
                <a:lnTo>
                  <a:pt x="1028947" y="1325013"/>
                </a:lnTo>
                <a:lnTo>
                  <a:pt x="1122963" y="1445253"/>
                </a:lnTo>
                <a:lnTo>
                  <a:pt x="1122963" y="1431610"/>
                </a:lnTo>
                <a:lnTo>
                  <a:pt x="854867" y="1088976"/>
                </a:lnTo>
                <a:lnTo>
                  <a:pt x="848842" y="108136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75" name="Freeform 374">
            <a:extLst>
              <a:ext uri="{FF2B5EF4-FFF2-40B4-BE49-F238E27FC236}">
                <a16:creationId xmlns:a16="http://schemas.microsoft.com/office/drawing/2014/main" id="{9DF19F79-B668-E238-F64E-92124768F227}"/>
              </a:ext>
            </a:extLst>
          </p:cNvPr>
          <p:cNvSpPr/>
          <p:nvPr userDrawn="1"/>
        </p:nvSpPr>
        <p:spPr>
          <a:xfrm>
            <a:off x="10740613" y="2689327"/>
            <a:ext cx="220851" cy="240831"/>
          </a:xfrm>
          <a:custGeom>
            <a:avLst/>
            <a:gdLst>
              <a:gd name="connsiteX0" fmla="*/ 220534 w 220851"/>
              <a:gd name="connsiteY0" fmla="*/ 272998 h 279659"/>
              <a:gd name="connsiteX1" fmla="*/ 6976 w 220851"/>
              <a:gd name="connsiteY1" fmla="*/ 0 h 279659"/>
              <a:gd name="connsiteX2" fmla="*/ 0 w 220851"/>
              <a:gd name="connsiteY2" fmla="*/ 4759 h 279659"/>
              <a:gd name="connsiteX3" fmla="*/ 24574 w 220851"/>
              <a:gd name="connsiteY3" fmla="*/ 36167 h 279659"/>
              <a:gd name="connsiteX4" fmla="*/ 214985 w 220851"/>
              <a:gd name="connsiteY4" fmla="*/ 279660 h 279659"/>
              <a:gd name="connsiteX5" fmla="*/ 220851 w 220851"/>
              <a:gd name="connsiteY5" fmla="*/ 278391 h 279659"/>
              <a:gd name="connsiteX6" fmla="*/ 220534 w 220851"/>
              <a:gd name="connsiteY6" fmla="*/ 272998 h 2796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20851" h="279659">
                <a:moveTo>
                  <a:pt x="220534" y="272998"/>
                </a:moveTo>
                <a:lnTo>
                  <a:pt x="6976" y="0"/>
                </a:lnTo>
                <a:cubicBezTo>
                  <a:pt x="4756" y="1903"/>
                  <a:pt x="2220" y="3172"/>
                  <a:pt x="0" y="4759"/>
                </a:cubicBezTo>
                <a:lnTo>
                  <a:pt x="24574" y="36167"/>
                </a:lnTo>
                <a:lnTo>
                  <a:pt x="214985" y="279660"/>
                </a:lnTo>
                <a:cubicBezTo>
                  <a:pt x="216887" y="279184"/>
                  <a:pt x="218790" y="278708"/>
                  <a:pt x="220851" y="278391"/>
                </a:cubicBezTo>
                <a:lnTo>
                  <a:pt x="220534" y="272998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80" name="Freeform 379">
            <a:extLst>
              <a:ext uri="{FF2B5EF4-FFF2-40B4-BE49-F238E27FC236}">
                <a16:creationId xmlns:a16="http://schemas.microsoft.com/office/drawing/2014/main" id="{944208D7-0F61-E7B8-1B72-73C30A5A723B}"/>
              </a:ext>
            </a:extLst>
          </p:cNvPr>
          <p:cNvSpPr/>
          <p:nvPr userDrawn="1"/>
        </p:nvSpPr>
        <p:spPr>
          <a:xfrm>
            <a:off x="10998880" y="2467408"/>
            <a:ext cx="2853" cy="45719"/>
          </a:xfrm>
          <a:custGeom>
            <a:avLst/>
            <a:gdLst>
              <a:gd name="connsiteX0" fmla="*/ 2854 w 2853"/>
              <a:gd name="connsiteY0" fmla="*/ 0 h 11103"/>
              <a:gd name="connsiteX1" fmla="*/ 317 w 2853"/>
              <a:gd name="connsiteY1" fmla="*/ 1269 h 11103"/>
              <a:gd name="connsiteX2" fmla="*/ 0 w 2853"/>
              <a:gd name="connsiteY2" fmla="*/ 11104 h 11103"/>
              <a:gd name="connsiteX3" fmla="*/ 2220 w 2853"/>
              <a:gd name="connsiteY3" fmla="*/ 9993 h 11103"/>
              <a:gd name="connsiteX4" fmla="*/ 2854 w 2853"/>
              <a:gd name="connsiteY4" fmla="*/ 0 h 11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53" h="11103">
                <a:moveTo>
                  <a:pt x="2854" y="0"/>
                </a:moveTo>
                <a:lnTo>
                  <a:pt x="317" y="1269"/>
                </a:lnTo>
                <a:lnTo>
                  <a:pt x="0" y="11104"/>
                </a:lnTo>
                <a:lnTo>
                  <a:pt x="2220" y="9993"/>
                </a:lnTo>
                <a:lnTo>
                  <a:pt x="2854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87" name="Freeform 386">
            <a:extLst>
              <a:ext uri="{FF2B5EF4-FFF2-40B4-BE49-F238E27FC236}">
                <a16:creationId xmlns:a16="http://schemas.microsoft.com/office/drawing/2014/main" id="{6C1874FA-09FE-8C17-1489-DC683952A28B}"/>
              </a:ext>
            </a:extLst>
          </p:cNvPr>
          <p:cNvSpPr/>
          <p:nvPr userDrawn="1"/>
        </p:nvSpPr>
        <p:spPr>
          <a:xfrm>
            <a:off x="12059854" y="1894921"/>
            <a:ext cx="8243" cy="45719"/>
          </a:xfrm>
          <a:custGeom>
            <a:avLst/>
            <a:gdLst>
              <a:gd name="connsiteX0" fmla="*/ 4280 w 8243"/>
              <a:gd name="connsiteY0" fmla="*/ 9676 h 9676"/>
              <a:gd name="connsiteX1" fmla="*/ 8244 w 8243"/>
              <a:gd name="connsiteY1" fmla="*/ 7455 h 9676"/>
              <a:gd name="connsiteX2" fmla="*/ 4280 w 8243"/>
              <a:gd name="connsiteY2" fmla="*/ 0 h 9676"/>
              <a:gd name="connsiteX3" fmla="*/ 0 w 8243"/>
              <a:gd name="connsiteY3" fmla="*/ 2221 h 9676"/>
              <a:gd name="connsiteX4" fmla="*/ 4280 w 8243"/>
              <a:gd name="connsiteY4" fmla="*/ 9676 h 96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243" h="9676">
                <a:moveTo>
                  <a:pt x="4280" y="9676"/>
                </a:moveTo>
                <a:lnTo>
                  <a:pt x="8244" y="7455"/>
                </a:lnTo>
                <a:lnTo>
                  <a:pt x="4280" y="0"/>
                </a:lnTo>
                <a:lnTo>
                  <a:pt x="0" y="2221"/>
                </a:lnTo>
                <a:lnTo>
                  <a:pt x="4280" y="9676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88" name="Freeform 387">
            <a:extLst>
              <a:ext uri="{FF2B5EF4-FFF2-40B4-BE49-F238E27FC236}">
                <a16:creationId xmlns:a16="http://schemas.microsoft.com/office/drawing/2014/main" id="{C68BAFAC-4CE6-C899-CA0B-4E531F7D9F80}"/>
              </a:ext>
            </a:extLst>
          </p:cNvPr>
          <p:cNvSpPr/>
          <p:nvPr userDrawn="1"/>
        </p:nvSpPr>
        <p:spPr>
          <a:xfrm>
            <a:off x="11429326" y="2233750"/>
            <a:ext cx="7134" cy="45719"/>
          </a:xfrm>
          <a:custGeom>
            <a:avLst/>
            <a:gdLst>
              <a:gd name="connsiteX0" fmla="*/ 5866 w 7134"/>
              <a:gd name="connsiteY0" fmla="*/ 0 h 12055"/>
              <a:gd name="connsiteX1" fmla="*/ 0 w 7134"/>
              <a:gd name="connsiteY1" fmla="*/ 3172 h 12055"/>
              <a:gd name="connsiteX2" fmla="*/ 1427 w 7134"/>
              <a:gd name="connsiteY2" fmla="*/ 12056 h 12055"/>
              <a:gd name="connsiteX3" fmla="*/ 7135 w 7134"/>
              <a:gd name="connsiteY3" fmla="*/ 9042 h 12055"/>
              <a:gd name="connsiteX4" fmla="*/ 5866 w 7134"/>
              <a:gd name="connsiteY4" fmla="*/ 0 h 120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134" h="12055">
                <a:moveTo>
                  <a:pt x="5866" y="0"/>
                </a:moveTo>
                <a:lnTo>
                  <a:pt x="0" y="3172"/>
                </a:lnTo>
                <a:lnTo>
                  <a:pt x="1427" y="12056"/>
                </a:lnTo>
                <a:lnTo>
                  <a:pt x="7135" y="9042"/>
                </a:lnTo>
                <a:lnTo>
                  <a:pt x="5866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90" name="Freeform 389">
            <a:extLst>
              <a:ext uri="{FF2B5EF4-FFF2-40B4-BE49-F238E27FC236}">
                <a16:creationId xmlns:a16="http://schemas.microsoft.com/office/drawing/2014/main" id="{0DEE6C69-9E9C-99B3-9924-5E8E46ADEEF9}"/>
              </a:ext>
            </a:extLst>
          </p:cNvPr>
          <p:cNvSpPr/>
          <p:nvPr userDrawn="1"/>
        </p:nvSpPr>
        <p:spPr>
          <a:xfrm>
            <a:off x="10951001" y="2582887"/>
            <a:ext cx="34562" cy="45719"/>
          </a:xfrm>
          <a:custGeom>
            <a:avLst/>
            <a:gdLst>
              <a:gd name="connsiteX0" fmla="*/ 34562 w 34562"/>
              <a:gd name="connsiteY0" fmla="*/ 0 h 14276"/>
              <a:gd name="connsiteX1" fmla="*/ 0 w 34562"/>
              <a:gd name="connsiteY1" fmla="*/ 5711 h 14276"/>
              <a:gd name="connsiteX2" fmla="*/ 475 w 34562"/>
              <a:gd name="connsiteY2" fmla="*/ 14276 h 14276"/>
              <a:gd name="connsiteX3" fmla="*/ 34245 w 34562"/>
              <a:gd name="connsiteY3" fmla="*/ 8724 h 14276"/>
              <a:gd name="connsiteX4" fmla="*/ 34562 w 34562"/>
              <a:gd name="connsiteY4" fmla="*/ 0 h 14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562" h="14276">
                <a:moveTo>
                  <a:pt x="34562" y="0"/>
                </a:moveTo>
                <a:lnTo>
                  <a:pt x="0" y="5711"/>
                </a:lnTo>
                <a:lnTo>
                  <a:pt x="475" y="14276"/>
                </a:lnTo>
                <a:lnTo>
                  <a:pt x="34245" y="8724"/>
                </a:lnTo>
                <a:lnTo>
                  <a:pt x="34562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93" name="Freeform 392">
            <a:extLst>
              <a:ext uri="{FF2B5EF4-FFF2-40B4-BE49-F238E27FC236}">
                <a16:creationId xmlns:a16="http://schemas.microsoft.com/office/drawing/2014/main" id="{6111EA39-30F0-98CE-7572-5C266D2687D9}"/>
              </a:ext>
            </a:extLst>
          </p:cNvPr>
          <p:cNvSpPr/>
          <p:nvPr userDrawn="1"/>
        </p:nvSpPr>
        <p:spPr>
          <a:xfrm>
            <a:off x="11002527" y="2503733"/>
            <a:ext cx="458982" cy="73219"/>
          </a:xfrm>
          <a:custGeom>
            <a:avLst/>
            <a:gdLst>
              <a:gd name="connsiteX0" fmla="*/ 0 w 458982"/>
              <a:gd name="connsiteY0" fmla="*/ 85024 h 85024"/>
              <a:gd name="connsiteX1" fmla="*/ 458983 w 458982"/>
              <a:gd name="connsiteY1" fmla="*/ 8407 h 85024"/>
              <a:gd name="connsiteX2" fmla="*/ 457715 w 458982"/>
              <a:gd name="connsiteY2" fmla="*/ 0 h 85024"/>
              <a:gd name="connsiteX3" fmla="*/ 475 w 458982"/>
              <a:gd name="connsiteY3" fmla="*/ 76300 h 85024"/>
              <a:gd name="connsiteX4" fmla="*/ 0 w 458982"/>
              <a:gd name="connsiteY4" fmla="*/ 85024 h 850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58982" h="85024">
                <a:moveTo>
                  <a:pt x="0" y="85024"/>
                </a:moveTo>
                <a:lnTo>
                  <a:pt x="458983" y="8407"/>
                </a:lnTo>
                <a:lnTo>
                  <a:pt x="457715" y="0"/>
                </a:lnTo>
                <a:lnTo>
                  <a:pt x="475" y="76300"/>
                </a:lnTo>
                <a:lnTo>
                  <a:pt x="0" y="85024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04" name="Freeform 703">
            <a:extLst>
              <a:ext uri="{FF2B5EF4-FFF2-40B4-BE49-F238E27FC236}">
                <a16:creationId xmlns:a16="http://schemas.microsoft.com/office/drawing/2014/main" id="{EC3861E2-6646-FC05-B788-80907730EC0D}"/>
              </a:ext>
            </a:extLst>
          </p:cNvPr>
          <p:cNvSpPr/>
          <p:nvPr userDrawn="1"/>
        </p:nvSpPr>
        <p:spPr>
          <a:xfrm>
            <a:off x="10993807" y="2581460"/>
            <a:ext cx="476" cy="45719"/>
          </a:xfrm>
          <a:custGeom>
            <a:avLst/>
            <a:gdLst>
              <a:gd name="connsiteX0" fmla="*/ 476 w 476"/>
              <a:gd name="connsiteY0" fmla="*/ 0 h 8724"/>
              <a:gd name="connsiteX1" fmla="*/ 317 w 476"/>
              <a:gd name="connsiteY1" fmla="*/ 0 h 8724"/>
              <a:gd name="connsiteX2" fmla="*/ 0 w 476"/>
              <a:gd name="connsiteY2" fmla="*/ 8725 h 8724"/>
              <a:gd name="connsiteX3" fmla="*/ 0 w 476"/>
              <a:gd name="connsiteY3" fmla="*/ 8725 h 8724"/>
              <a:gd name="connsiteX4" fmla="*/ 476 w 476"/>
              <a:gd name="connsiteY4" fmla="*/ 0 h 87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6" h="8724">
                <a:moveTo>
                  <a:pt x="476" y="0"/>
                </a:moveTo>
                <a:lnTo>
                  <a:pt x="317" y="0"/>
                </a:lnTo>
                <a:lnTo>
                  <a:pt x="0" y="8725"/>
                </a:lnTo>
                <a:lnTo>
                  <a:pt x="0" y="8725"/>
                </a:lnTo>
                <a:lnTo>
                  <a:pt x="476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05" name="Freeform 704">
            <a:extLst>
              <a:ext uri="{FF2B5EF4-FFF2-40B4-BE49-F238E27FC236}">
                <a16:creationId xmlns:a16="http://schemas.microsoft.com/office/drawing/2014/main" id="{85810C16-7EA2-C913-2BD0-9F4554F74569}"/>
              </a:ext>
            </a:extLst>
          </p:cNvPr>
          <p:cNvSpPr/>
          <p:nvPr userDrawn="1"/>
        </p:nvSpPr>
        <p:spPr>
          <a:xfrm>
            <a:off x="11468486" y="2501671"/>
            <a:ext cx="4757" cy="45719"/>
          </a:xfrm>
          <a:custGeom>
            <a:avLst/>
            <a:gdLst>
              <a:gd name="connsiteX0" fmla="*/ 3488 w 4757"/>
              <a:gd name="connsiteY0" fmla="*/ 0 h 9041"/>
              <a:gd name="connsiteX1" fmla="*/ 0 w 4757"/>
              <a:gd name="connsiteY1" fmla="*/ 635 h 9041"/>
              <a:gd name="connsiteX2" fmla="*/ 1269 w 4757"/>
              <a:gd name="connsiteY2" fmla="*/ 9042 h 9041"/>
              <a:gd name="connsiteX3" fmla="*/ 4757 w 4757"/>
              <a:gd name="connsiteY3" fmla="*/ 8407 h 9041"/>
              <a:gd name="connsiteX4" fmla="*/ 3488 w 4757"/>
              <a:gd name="connsiteY4" fmla="*/ 0 h 90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57" h="9041">
                <a:moveTo>
                  <a:pt x="3488" y="0"/>
                </a:moveTo>
                <a:lnTo>
                  <a:pt x="0" y="635"/>
                </a:lnTo>
                <a:lnTo>
                  <a:pt x="1269" y="9042"/>
                </a:lnTo>
                <a:lnTo>
                  <a:pt x="4757" y="8407"/>
                </a:lnTo>
                <a:lnTo>
                  <a:pt x="3488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06" name="Freeform 705">
            <a:extLst>
              <a:ext uri="{FF2B5EF4-FFF2-40B4-BE49-F238E27FC236}">
                <a16:creationId xmlns:a16="http://schemas.microsoft.com/office/drawing/2014/main" id="{FC02A4CF-F9EC-5116-3DA1-7B0107CE7D83}"/>
              </a:ext>
            </a:extLst>
          </p:cNvPr>
          <p:cNvSpPr/>
          <p:nvPr userDrawn="1"/>
        </p:nvSpPr>
        <p:spPr>
          <a:xfrm>
            <a:off x="10769627" y="2590027"/>
            <a:ext cx="173446" cy="45719"/>
          </a:xfrm>
          <a:custGeom>
            <a:avLst/>
            <a:gdLst>
              <a:gd name="connsiteX0" fmla="*/ 1744 w 173446"/>
              <a:gd name="connsiteY0" fmla="*/ 37277 h 37277"/>
              <a:gd name="connsiteX1" fmla="*/ 173447 w 173446"/>
              <a:gd name="connsiteY1" fmla="*/ 8566 h 37277"/>
              <a:gd name="connsiteX2" fmla="*/ 172971 w 173446"/>
              <a:gd name="connsiteY2" fmla="*/ 0 h 37277"/>
              <a:gd name="connsiteX3" fmla="*/ 0 w 173446"/>
              <a:gd name="connsiteY3" fmla="*/ 28870 h 37277"/>
              <a:gd name="connsiteX4" fmla="*/ 1744 w 173446"/>
              <a:gd name="connsiteY4" fmla="*/ 37277 h 372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3446" h="37277">
                <a:moveTo>
                  <a:pt x="1744" y="37277"/>
                </a:moveTo>
                <a:lnTo>
                  <a:pt x="173447" y="8566"/>
                </a:lnTo>
                <a:lnTo>
                  <a:pt x="172971" y="0"/>
                </a:lnTo>
                <a:lnTo>
                  <a:pt x="0" y="28870"/>
                </a:lnTo>
                <a:cubicBezTo>
                  <a:pt x="634" y="31725"/>
                  <a:pt x="1426" y="34422"/>
                  <a:pt x="1744" y="37277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07" name="Freeform 706">
            <a:extLst>
              <a:ext uri="{FF2B5EF4-FFF2-40B4-BE49-F238E27FC236}">
                <a16:creationId xmlns:a16="http://schemas.microsoft.com/office/drawing/2014/main" id="{40ABA711-0D58-84CA-9AF1-EB66308C8E6B}"/>
              </a:ext>
            </a:extLst>
          </p:cNvPr>
          <p:cNvSpPr/>
          <p:nvPr userDrawn="1"/>
        </p:nvSpPr>
        <p:spPr>
          <a:xfrm>
            <a:off x="11480536" y="2387301"/>
            <a:ext cx="677457" cy="104638"/>
          </a:xfrm>
          <a:custGeom>
            <a:avLst/>
            <a:gdLst>
              <a:gd name="connsiteX0" fmla="*/ 316612 w 677457"/>
              <a:gd name="connsiteY0" fmla="*/ 60120 h 121508"/>
              <a:gd name="connsiteX1" fmla="*/ 0 w 677457"/>
              <a:gd name="connsiteY1" fmla="*/ 112943 h 121508"/>
              <a:gd name="connsiteX2" fmla="*/ 1110 w 677457"/>
              <a:gd name="connsiteY2" fmla="*/ 121508 h 121508"/>
              <a:gd name="connsiteX3" fmla="*/ 300758 w 677457"/>
              <a:gd name="connsiteY3" fmla="*/ 71541 h 121508"/>
              <a:gd name="connsiteX4" fmla="*/ 319941 w 677457"/>
              <a:gd name="connsiteY4" fmla="*/ 68210 h 121508"/>
              <a:gd name="connsiteX5" fmla="*/ 677457 w 677457"/>
              <a:gd name="connsiteY5" fmla="*/ 8566 h 121508"/>
              <a:gd name="connsiteX6" fmla="*/ 677457 w 677457"/>
              <a:gd name="connsiteY6" fmla="*/ 0 h 121508"/>
              <a:gd name="connsiteX7" fmla="*/ 335795 w 677457"/>
              <a:gd name="connsiteY7" fmla="*/ 56947 h 121508"/>
              <a:gd name="connsiteX8" fmla="*/ 316612 w 677457"/>
              <a:gd name="connsiteY8" fmla="*/ 60120 h 1215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77457" h="121508">
                <a:moveTo>
                  <a:pt x="316612" y="60120"/>
                </a:moveTo>
                <a:lnTo>
                  <a:pt x="0" y="112943"/>
                </a:lnTo>
                <a:lnTo>
                  <a:pt x="1110" y="121508"/>
                </a:lnTo>
                <a:lnTo>
                  <a:pt x="300758" y="71541"/>
                </a:lnTo>
                <a:lnTo>
                  <a:pt x="319941" y="68210"/>
                </a:lnTo>
                <a:lnTo>
                  <a:pt x="677457" y="8566"/>
                </a:lnTo>
                <a:lnTo>
                  <a:pt x="677457" y="0"/>
                </a:lnTo>
                <a:lnTo>
                  <a:pt x="335795" y="56947"/>
                </a:lnTo>
                <a:lnTo>
                  <a:pt x="316612" y="6012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08" name="Freeform 707">
            <a:extLst>
              <a:ext uri="{FF2B5EF4-FFF2-40B4-BE49-F238E27FC236}">
                <a16:creationId xmlns:a16="http://schemas.microsoft.com/office/drawing/2014/main" id="{F024C6F3-9467-D59A-6D4B-ADCE13D9401C}"/>
              </a:ext>
            </a:extLst>
          </p:cNvPr>
          <p:cNvSpPr/>
          <p:nvPr userDrawn="1"/>
        </p:nvSpPr>
        <p:spPr>
          <a:xfrm>
            <a:off x="10300771" y="2703445"/>
            <a:ext cx="382449" cy="1204737"/>
          </a:xfrm>
          <a:custGeom>
            <a:avLst/>
            <a:gdLst>
              <a:gd name="connsiteX0" fmla="*/ 253036 w 368613"/>
              <a:gd name="connsiteY0" fmla="*/ 356435 h 1211753"/>
              <a:gd name="connsiteX1" fmla="*/ 250340 w 368613"/>
              <a:gd name="connsiteY1" fmla="*/ 365160 h 1211753"/>
              <a:gd name="connsiteX2" fmla="*/ 136188 w 368613"/>
              <a:gd name="connsiteY2" fmla="*/ 745548 h 1211753"/>
              <a:gd name="connsiteX3" fmla="*/ 131908 w 368613"/>
              <a:gd name="connsiteY3" fmla="*/ 759825 h 1211753"/>
              <a:gd name="connsiteX4" fmla="*/ 101785 w 368613"/>
              <a:gd name="connsiteY4" fmla="*/ 860394 h 1211753"/>
              <a:gd name="connsiteX5" fmla="*/ 99248 w 368613"/>
              <a:gd name="connsiteY5" fmla="*/ 868643 h 1211753"/>
              <a:gd name="connsiteX6" fmla="*/ 10463 w 368613"/>
              <a:gd name="connsiteY6" fmla="*/ 1164324 h 1211753"/>
              <a:gd name="connsiteX7" fmla="*/ 0 w 368613"/>
              <a:gd name="connsiteY7" fmla="*/ 1210802 h 1211753"/>
              <a:gd name="connsiteX8" fmla="*/ 5074 w 368613"/>
              <a:gd name="connsiteY8" fmla="*/ 1211753 h 1211753"/>
              <a:gd name="connsiteX9" fmla="*/ 107809 w 368613"/>
              <a:gd name="connsiteY9" fmla="*/ 869753 h 1211753"/>
              <a:gd name="connsiteX10" fmla="*/ 110347 w 368613"/>
              <a:gd name="connsiteY10" fmla="*/ 861504 h 1211753"/>
              <a:gd name="connsiteX11" fmla="*/ 143640 w 368613"/>
              <a:gd name="connsiteY11" fmla="*/ 750783 h 1211753"/>
              <a:gd name="connsiteX12" fmla="*/ 147921 w 368613"/>
              <a:gd name="connsiteY12" fmla="*/ 736506 h 1211753"/>
              <a:gd name="connsiteX13" fmla="*/ 259536 w 368613"/>
              <a:gd name="connsiteY13" fmla="*/ 364843 h 1211753"/>
              <a:gd name="connsiteX14" fmla="*/ 262231 w 368613"/>
              <a:gd name="connsiteY14" fmla="*/ 356118 h 1211753"/>
              <a:gd name="connsiteX15" fmla="*/ 368614 w 368613"/>
              <a:gd name="connsiteY15" fmla="*/ 1745 h 1211753"/>
              <a:gd name="connsiteX16" fmla="*/ 360369 w 368613"/>
              <a:gd name="connsiteY16" fmla="*/ 0 h 1211753"/>
              <a:gd name="connsiteX17" fmla="*/ 253352 w 368613"/>
              <a:gd name="connsiteY17" fmla="*/ 356594 h 12117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68613" h="1211753">
                <a:moveTo>
                  <a:pt x="253036" y="356435"/>
                </a:moveTo>
                <a:lnTo>
                  <a:pt x="250340" y="365160"/>
                </a:lnTo>
                <a:lnTo>
                  <a:pt x="136188" y="745548"/>
                </a:lnTo>
                <a:lnTo>
                  <a:pt x="131908" y="759825"/>
                </a:lnTo>
                <a:lnTo>
                  <a:pt x="101785" y="860394"/>
                </a:lnTo>
                <a:lnTo>
                  <a:pt x="99248" y="868643"/>
                </a:lnTo>
                <a:lnTo>
                  <a:pt x="10463" y="1164324"/>
                </a:lnTo>
                <a:lnTo>
                  <a:pt x="0" y="1210802"/>
                </a:lnTo>
                <a:cubicBezTo>
                  <a:pt x="1585" y="1211277"/>
                  <a:pt x="3487" y="1211277"/>
                  <a:pt x="5074" y="1211753"/>
                </a:cubicBezTo>
                <a:lnTo>
                  <a:pt x="107809" y="869753"/>
                </a:lnTo>
                <a:lnTo>
                  <a:pt x="110347" y="861504"/>
                </a:lnTo>
                <a:lnTo>
                  <a:pt x="143640" y="750783"/>
                </a:lnTo>
                <a:lnTo>
                  <a:pt x="147921" y="736506"/>
                </a:lnTo>
                <a:lnTo>
                  <a:pt x="259536" y="364843"/>
                </a:lnTo>
                <a:lnTo>
                  <a:pt x="262231" y="356118"/>
                </a:lnTo>
                <a:lnTo>
                  <a:pt x="368614" y="1745"/>
                </a:lnTo>
                <a:cubicBezTo>
                  <a:pt x="365919" y="1111"/>
                  <a:pt x="362906" y="952"/>
                  <a:pt x="360369" y="0"/>
                </a:cubicBezTo>
                <a:lnTo>
                  <a:pt x="253352" y="356594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09" name="Freeform 708">
            <a:extLst>
              <a:ext uri="{FF2B5EF4-FFF2-40B4-BE49-F238E27FC236}">
                <a16:creationId xmlns:a16="http://schemas.microsoft.com/office/drawing/2014/main" id="{F5CBA983-4BCF-F64E-725B-7D81780294C4}"/>
              </a:ext>
            </a:extLst>
          </p:cNvPr>
          <p:cNvSpPr/>
          <p:nvPr userDrawn="1"/>
        </p:nvSpPr>
        <p:spPr>
          <a:xfrm>
            <a:off x="10565898" y="2687424"/>
            <a:ext cx="89894" cy="93436"/>
          </a:xfrm>
          <a:custGeom>
            <a:avLst/>
            <a:gdLst>
              <a:gd name="connsiteX0" fmla="*/ 82760 w 89894"/>
              <a:gd name="connsiteY0" fmla="*/ 0 h 108500"/>
              <a:gd name="connsiteX1" fmla="*/ 3964 w 89894"/>
              <a:gd name="connsiteY1" fmla="*/ 91052 h 108500"/>
              <a:gd name="connsiteX2" fmla="*/ 0 w 89894"/>
              <a:gd name="connsiteY2" fmla="*/ 108501 h 108500"/>
              <a:gd name="connsiteX3" fmla="*/ 89895 w 89894"/>
              <a:gd name="connsiteY3" fmla="*/ 4759 h 108500"/>
              <a:gd name="connsiteX4" fmla="*/ 82760 w 89894"/>
              <a:gd name="connsiteY4" fmla="*/ 0 h 108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894" h="108500">
                <a:moveTo>
                  <a:pt x="82760" y="0"/>
                </a:moveTo>
                <a:lnTo>
                  <a:pt x="3964" y="91052"/>
                </a:lnTo>
                <a:lnTo>
                  <a:pt x="0" y="108501"/>
                </a:lnTo>
                <a:lnTo>
                  <a:pt x="89895" y="4759"/>
                </a:lnTo>
                <a:cubicBezTo>
                  <a:pt x="87675" y="3014"/>
                  <a:pt x="84821" y="1903"/>
                  <a:pt x="82760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10" name="Freeform 709">
            <a:extLst>
              <a:ext uri="{FF2B5EF4-FFF2-40B4-BE49-F238E27FC236}">
                <a16:creationId xmlns:a16="http://schemas.microsoft.com/office/drawing/2014/main" id="{7F771B0E-D48D-32FF-0258-2ACF2702ADFD}"/>
              </a:ext>
            </a:extLst>
          </p:cNvPr>
          <p:cNvSpPr/>
          <p:nvPr userDrawn="1"/>
        </p:nvSpPr>
        <p:spPr>
          <a:xfrm>
            <a:off x="10536726" y="2791958"/>
            <a:ext cx="21244" cy="45719"/>
          </a:xfrm>
          <a:custGeom>
            <a:avLst/>
            <a:gdLst>
              <a:gd name="connsiteX0" fmla="*/ 21244 w 21244"/>
              <a:gd name="connsiteY0" fmla="*/ 0 h 37436"/>
              <a:gd name="connsiteX1" fmla="*/ 3487 w 21244"/>
              <a:gd name="connsiteY1" fmla="*/ 20463 h 37436"/>
              <a:gd name="connsiteX2" fmla="*/ 0 w 21244"/>
              <a:gd name="connsiteY2" fmla="*/ 37436 h 37436"/>
              <a:gd name="connsiteX3" fmla="*/ 17439 w 21244"/>
              <a:gd name="connsiteY3" fmla="*/ 17449 h 37436"/>
              <a:gd name="connsiteX4" fmla="*/ 21244 w 21244"/>
              <a:gd name="connsiteY4" fmla="*/ 0 h 37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244" h="37436">
                <a:moveTo>
                  <a:pt x="21244" y="0"/>
                </a:moveTo>
                <a:lnTo>
                  <a:pt x="3487" y="20463"/>
                </a:lnTo>
                <a:lnTo>
                  <a:pt x="0" y="37436"/>
                </a:lnTo>
                <a:lnTo>
                  <a:pt x="17439" y="17449"/>
                </a:lnTo>
                <a:lnTo>
                  <a:pt x="21244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11" name="Freeform 710">
            <a:extLst>
              <a:ext uri="{FF2B5EF4-FFF2-40B4-BE49-F238E27FC236}">
                <a16:creationId xmlns:a16="http://schemas.microsoft.com/office/drawing/2014/main" id="{2F7ECE5A-9BBC-5109-6A4F-7E5735E055E4}"/>
              </a:ext>
            </a:extLst>
          </p:cNvPr>
          <p:cNvSpPr/>
          <p:nvPr userDrawn="1"/>
        </p:nvSpPr>
        <p:spPr>
          <a:xfrm>
            <a:off x="8953041" y="2825428"/>
            <a:ext cx="1575757" cy="1796931"/>
          </a:xfrm>
          <a:custGeom>
            <a:avLst/>
            <a:gdLst>
              <a:gd name="connsiteX0" fmla="*/ 697908 w 1537713"/>
              <a:gd name="connsiteY0" fmla="*/ 982537 h 1779638"/>
              <a:gd name="connsiteX1" fmla="*/ 950944 w 1537713"/>
              <a:gd name="connsiteY1" fmla="*/ 690504 h 1779638"/>
              <a:gd name="connsiteX2" fmla="*/ 957603 w 1537713"/>
              <a:gd name="connsiteY2" fmla="*/ 682731 h 1779638"/>
              <a:gd name="connsiteX3" fmla="*/ 1325265 w 1537713"/>
              <a:gd name="connsiteY3" fmla="*/ 258245 h 1779638"/>
              <a:gd name="connsiteX4" fmla="*/ 1333034 w 1537713"/>
              <a:gd name="connsiteY4" fmla="*/ 249203 h 1779638"/>
              <a:gd name="connsiteX5" fmla="*/ 1534225 w 1537713"/>
              <a:gd name="connsiteY5" fmla="*/ 16973 h 1779638"/>
              <a:gd name="connsiteX6" fmla="*/ 1537714 w 1537713"/>
              <a:gd name="connsiteY6" fmla="*/ 0 h 1779638"/>
              <a:gd name="connsiteX7" fmla="*/ 1321143 w 1537713"/>
              <a:gd name="connsiteY7" fmla="*/ 249838 h 1779638"/>
              <a:gd name="connsiteX8" fmla="*/ 1313374 w 1537713"/>
              <a:gd name="connsiteY8" fmla="*/ 258880 h 1779638"/>
              <a:gd name="connsiteX9" fmla="*/ 947298 w 1537713"/>
              <a:gd name="connsiteY9" fmla="*/ 681304 h 1779638"/>
              <a:gd name="connsiteX10" fmla="*/ 940638 w 1537713"/>
              <a:gd name="connsiteY10" fmla="*/ 689077 h 1779638"/>
              <a:gd name="connsiteX11" fmla="*/ 688871 w 1537713"/>
              <a:gd name="connsiteY11" fmla="*/ 979682 h 1779638"/>
              <a:gd name="connsiteX12" fmla="*/ 682689 w 1537713"/>
              <a:gd name="connsiteY12" fmla="*/ 986820 h 1779638"/>
              <a:gd name="connsiteX13" fmla="*/ 0 w 1537713"/>
              <a:gd name="connsiteY13" fmla="*/ 1774880 h 1779638"/>
              <a:gd name="connsiteX14" fmla="*/ 7134 w 1537713"/>
              <a:gd name="connsiteY14" fmla="*/ 1779639 h 1779638"/>
              <a:gd name="connsiteX15" fmla="*/ 691726 w 1537713"/>
              <a:gd name="connsiteY15" fmla="*/ 989358 h 1779638"/>
              <a:gd name="connsiteX16" fmla="*/ 697908 w 1537713"/>
              <a:gd name="connsiteY16" fmla="*/ 982220 h 1779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537713" h="1779638">
                <a:moveTo>
                  <a:pt x="697908" y="982537"/>
                </a:moveTo>
                <a:lnTo>
                  <a:pt x="950944" y="690504"/>
                </a:lnTo>
                <a:lnTo>
                  <a:pt x="957603" y="682731"/>
                </a:lnTo>
                <a:lnTo>
                  <a:pt x="1325265" y="258245"/>
                </a:lnTo>
                <a:lnTo>
                  <a:pt x="1333034" y="249203"/>
                </a:lnTo>
                <a:lnTo>
                  <a:pt x="1534225" y="16973"/>
                </a:lnTo>
                <a:lnTo>
                  <a:pt x="1537714" y="0"/>
                </a:lnTo>
                <a:lnTo>
                  <a:pt x="1321143" y="249838"/>
                </a:lnTo>
                <a:lnTo>
                  <a:pt x="1313374" y="258880"/>
                </a:lnTo>
                <a:lnTo>
                  <a:pt x="947298" y="681304"/>
                </a:lnTo>
                <a:lnTo>
                  <a:pt x="940638" y="689077"/>
                </a:lnTo>
                <a:lnTo>
                  <a:pt x="688871" y="979682"/>
                </a:lnTo>
                <a:lnTo>
                  <a:pt x="682689" y="986820"/>
                </a:lnTo>
                <a:lnTo>
                  <a:pt x="0" y="1774880"/>
                </a:lnTo>
                <a:cubicBezTo>
                  <a:pt x="2219" y="1776625"/>
                  <a:pt x="5073" y="1777735"/>
                  <a:pt x="7134" y="1779639"/>
                </a:cubicBezTo>
                <a:lnTo>
                  <a:pt x="691726" y="989358"/>
                </a:lnTo>
                <a:lnTo>
                  <a:pt x="697908" y="98222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12" name="Freeform 711">
            <a:extLst>
              <a:ext uri="{FF2B5EF4-FFF2-40B4-BE49-F238E27FC236}">
                <a16:creationId xmlns:a16="http://schemas.microsoft.com/office/drawing/2014/main" id="{8C4BE1FA-2A25-21FC-3BCA-8E21608C50FE}"/>
              </a:ext>
            </a:extLst>
          </p:cNvPr>
          <p:cNvSpPr/>
          <p:nvPr userDrawn="1"/>
        </p:nvSpPr>
        <p:spPr>
          <a:xfrm>
            <a:off x="7736055" y="2657919"/>
            <a:ext cx="2827465" cy="527911"/>
          </a:xfrm>
          <a:custGeom>
            <a:avLst/>
            <a:gdLst>
              <a:gd name="connsiteX0" fmla="*/ 2827149 w 2827307"/>
              <a:gd name="connsiteY0" fmla="*/ 0 h 573913"/>
              <a:gd name="connsiteX1" fmla="*/ 0 w 2827307"/>
              <a:gd name="connsiteY1" fmla="*/ 565665 h 573913"/>
              <a:gd name="connsiteX2" fmla="*/ 1744 w 2827307"/>
              <a:gd name="connsiteY2" fmla="*/ 573913 h 573913"/>
              <a:gd name="connsiteX3" fmla="*/ 2825405 w 2827307"/>
              <a:gd name="connsiteY3" fmla="*/ 9042 h 573913"/>
              <a:gd name="connsiteX4" fmla="*/ 2827308 w 2827307"/>
              <a:gd name="connsiteY4" fmla="*/ 0 h 5739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7307" h="573913">
                <a:moveTo>
                  <a:pt x="2827149" y="0"/>
                </a:moveTo>
                <a:lnTo>
                  <a:pt x="0" y="565665"/>
                </a:lnTo>
                <a:cubicBezTo>
                  <a:pt x="793" y="568361"/>
                  <a:pt x="1268" y="571058"/>
                  <a:pt x="1744" y="573913"/>
                </a:cubicBezTo>
                <a:lnTo>
                  <a:pt x="2825405" y="9042"/>
                </a:lnTo>
                <a:lnTo>
                  <a:pt x="2827308" y="0"/>
                </a:lnTo>
                <a:close/>
              </a:path>
            </a:pathLst>
          </a:custGeom>
          <a:solidFill>
            <a:srgbClr val="7030A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13" name="Freeform 712">
            <a:extLst>
              <a:ext uri="{FF2B5EF4-FFF2-40B4-BE49-F238E27FC236}">
                <a16:creationId xmlns:a16="http://schemas.microsoft.com/office/drawing/2014/main" id="{77BF85D2-665E-8300-E664-CF667A2DC32A}"/>
              </a:ext>
            </a:extLst>
          </p:cNvPr>
          <p:cNvSpPr/>
          <p:nvPr userDrawn="1"/>
        </p:nvSpPr>
        <p:spPr>
          <a:xfrm>
            <a:off x="10570655" y="2652683"/>
            <a:ext cx="18708" cy="45719"/>
          </a:xfrm>
          <a:custGeom>
            <a:avLst/>
            <a:gdLst>
              <a:gd name="connsiteX0" fmla="*/ 18708 w 18708"/>
              <a:gd name="connsiteY0" fmla="*/ 0 h 12372"/>
              <a:gd name="connsiteX1" fmla="*/ 1744 w 18708"/>
              <a:gd name="connsiteY1" fmla="*/ 3331 h 12372"/>
              <a:gd name="connsiteX2" fmla="*/ 0 w 18708"/>
              <a:gd name="connsiteY2" fmla="*/ 12373 h 12372"/>
              <a:gd name="connsiteX3" fmla="*/ 16647 w 18708"/>
              <a:gd name="connsiteY3" fmla="*/ 9042 h 12372"/>
              <a:gd name="connsiteX4" fmla="*/ 18708 w 18708"/>
              <a:gd name="connsiteY4" fmla="*/ 0 h 12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708" h="12372">
                <a:moveTo>
                  <a:pt x="18708" y="0"/>
                </a:moveTo>
                <a:lnTo>
                  <a:pt x="1744" y="3331"/>
                </a:lnTo>
                <a:lnTo>
                  <a:pt x="0" y="12373"/>
                </a:lnTo>
                <a:lnTo>
                  <a:pt x="16647" y="9042"/>
                </a:lnTo>
                <a:lnTo>
                  <a:pt x="18708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14" name="Freeform 713">
            <a:extLst>
              <a:ext uri="{FF2B5EF4-FFF2-40B4-BE49-F238E27FC236}">
                <a16:creationId xmlns:a16="http://schemas.microsoft.com/office/drawing/2014/main" id="{DE1E3F2E-0BF5-AC28-7236-65E440D094A8}"/>
              </a:ext>
            </a:extLst>
          </p:cNvPr>
          <p:cNvSpPr/>
          <p:nvPr userDrawn="1"/>
        </p:nvSpPr>
        <p:spPr>
          <a:xfrm>
            <a:off x="10596497" y="2644912"/>
            <a:ext cx="33612" cy="45719"/>
          </a:xfrm>
          <a:custGeom>
            <a:avLst/>
            <a:gdLst>
              <a:gd name="connsiteX0" fmla="*/ 31867 w 33612"/>
              <a:gd name="connsiteY0" fmla="*/ 0 h 15069"/>
              <a:gd name="connsiteX1" fmla="*/ 2061 w 33612"/>
              <a:gd name="connsiteY1" fmla="*/ 6028 h 15069"/>
              <a:gd name="connsiteX2" fmla="*/ 0 w 33612"/>
              <a:gd name="connsiteY2" fmla="*/ 15070 h 15069"/>
              <a:gd name="connsiteX3" fmla="*/ 33612 w 33612"/>
              <a:gd name="connsiteY3" fmla="*/ 8407 h 15069"/>
              <a:gd name="connsiteX4" fmla="*/ 31867 w 33612"/>
              <a:gd name="connsiteY4" fmla="*/ 159 h 150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612" h="15069">
                <a:moveTo>
                  <a:pt x="31867" y="0"/>
                </a:moveTo>
                <a:lnTo>
                  <a:pt x="2061" y="6028"/>
                </a:lnTo>
                <a:lnTo>
                  <a:pt x="0" y="15070"/>
                </a:lnTo>
                <a:lnTo>
                  <a:pt x="33612" y="8407"/>
                </a:lnTo>
                <a:cubicBezTo>
                  <a:pt x="32819" y="5711"/>
                  <a:pt x="32344" y="2855"/>
                  <a:pt x="31867" y="159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15" name="Freeform 714">
            <a:extLst>
              <a:ext uri="{FF2B5EF4-FFF2-40B4-BE49-F238E27FC236}">
                <a16:creationId xmlns:a16="http://schemas.microsoft.com/office/drawing/2014/main" id="{AF2BA913-077A-15F9-C1B2-9E221FA0D345}"/>
              </a:ext>
            </a:extLst>
          </p:cNvPr>
          <p:cNvSpPr/>
          <p:nvPr userDrawn="1"/>
        </p:nvSpPr>
        <p:spPr>
          <a:xfrm>
            <a:off x="11138082" y="227908"/>
            <a:ext cx="7134" cy="45719"/>
          </a:xfrm>
          <a:custGeom>
            <a:avLst/>
            <a:gdLst>
              <a:gd name="connsiteX0" fmla="*/ 7135 w 7134"/>
              <a:gd name="connsiteY0" fmla="*/ 635 h 24428"/>
              <a:gd name="connsiteX1" fmla="*/ 4439 w 7134"/>
              <a:gd name="connsiteY1" fmla="*/ 0 h 24428"/>
              <a:gd name="connsiteX2" fmla="*/ 0 w 7134"/>
              <a:gd name="connsiteY2" fmla="*/ 19511 h 24428"/>
              <a:gd name="connsiteX3" fmla="*/ 2695 w 7134"/>
              <a:gd name="connsiteY3" fmla="*/ 24429 h 24428"/>
              <a:gd name="connsiteX4" fmla="*/ 7135 w 7134"/>
              <a:gd name="connsiteY4" fmla="*/ 793 h 24428"/>
              <a:gd name="connsiteX5" fmla="*/ 7135 w 7134"/>
              <a:gd name="connsiteY5" fmla="*/ 793 h 24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134" h="24428">
                <a:moveTo>
                  <a:pt x="7135" y="635"/>
                </a:moveTo>
                <a:cubicBezTo>
                  <a:pt x="6183" y="635"/>
                  <a:pt x="5232" y="159"/>
                  <a:pt x="4439" y="0"/>
                </a:cubicBezTo>
                <a:lnTo>
                  <a:pt x="0" y="19511"/>
                </a:lnTo>
                <a:lnTo>
                  <a:pt x="2695" y="24429"/>
                </a:lnTo>
                <a:lnTo>
                  <a:pt x="7135" y="793"/>
                </a:lnTo>
                <a:lnTo>
                  <a:pt x="7135" y="793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16" name="Freeform 715">
            <a:extLst>
              <a:ext uri="{FF2B5EF4-FFF2-40B4-BE49-F238E27FC236}">
                <a16:creationId xmlns:a16="http://schemas.microsoft.com/office/drawing/2014/main" id="{15A6B85A-4026-07E4-8A3A-8A9837F24100}"/>
              </a:ext>
            </a:extLst>
          </p:cNvPr>
          <p:cNvSpPr/>
          <p:nvPr userDrawn="1"/>
        </p:nvSpPr>
        <p:spPr>
          <a:xfrm>
            <a:off x="11085287" y="275973"/>
            <a:ext cx="48672" cy="240558"/>
          </a:xfrm>
          <a:custGeom>
            <a:avLst/>
            <a:gdLst>
              <a:gd name="connsiteX0" fmla="*/ 2854 w 48672"/>
              <a:gd name="connsiteY0" fmla="*/ 217478 h 279342"/>
              <a:gd name="connsiteX1" fmla="*/ 0 w 48672"/>
              <a:gd name="connsiteY1" fmla="*/ 279343 h 279342"/>
              <a:gd name="connsiteX2" fmla="*/ 48673 w 48672"/>
              <a:gd name="connsiteY2" fmla="*/ 14594 h 279342"/>
              <a:gd name="connsiteX3" fmla="*/ 46453 w 48672"/>
              <a:gd name="connsiteY3" fmla="*/ 0 h 279342"/>
              <a:gd name="connsiteX4" fmla="*/ 26160 w 48672"/>
              <a:gd name="connsiteY4" fmla="*/ 90735 h 279342"/>
              <a:gd name="connsiteX5" fmla="*/ 2854 w 48672"/>
              <a:gd name="connsiteY5" fmla="*/ 217478 h 2793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8672" h="279342">
                <a:moveTo>
                  <a:pt x="2854" y="217478"/>
                </a:moveTo>
                <a:lnTo>
                  <a:pt x="0" y="279343"/>
                </a:lnTo>
                <a:lnTo>
                  <a:pt x="48673" y="14594"/>
                </a:lnTo>
                <a:lnTo>
                  <a:pt x="46453" y="0"/>
                </a:lnTo>
                <a:lnTo>
                  <a:pt x="26160" y="90735"/>
                </a:lnTo>
                <a:lnTo>
                  <a:pt x="2854" y="217478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17" name="Freeform 716">
            <a:extLst>
              <a:ext uri="{FF2B5EF4-FFF2-40B4-BE49-F238E27FC236}">
                <a16:creationId xmlns:a16="http://schemas.microsoft.com/office/drawing/2014/main" id="{4A782B3D-2BD4-485F-CB33-076C67AF73CE}"/>
              </a:ext>
            </a:extLst>
          </p:cNvPr>
          <p:cNvSpPr/>
          <p:nvPr userDrawn="1"/>
        </p:nvSpPr>
        <p:spPr>
          <a:xfrm>
            <a:off x="11143314" y="228542"/>
            <a:ext cx="10146" cy="45719"/>
          </a:xfrm>
          <a:custGeom>
            <a:avLst/>
            <a:gdLst>
              <a:gd name="connsiteX0" fmla="*/ 1902 w 10146"/>
              <a:gd name="connsiteY0" fmla="*/ 0 h 42194"/>
              <a:gd name="connsiteX1" fmla="*/ 1902 w 10146"/>
              <a:gd name="connsiteY1" fmla="*/ 0 h 42194"/>
              <a:gd name="connsiteX2" fmla="*/ 0 w 10146"/>
              <a:gd name="connsiteY2" fmla="*/ 28394 h 42194"/>
              <a:gd name="connsiteX3" fmla="*/ 7610 w 10146"/>
              <a:gd name="connsiteY3" fmla="*/ 42195 h 42194"/>
              <a:gd name="connsiteX4" fmla="*/ 10146 w 10146"/>
              <a:gd name="connsiteY4" fmla="*/ 1745 h 42194"/>
              <a:gd name="connsiteX5" fmla="*/ 1744 w 10146"/>
              <a:gd name="connsiteY5" fmla="*/ 0 h 421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146" h="42194">
                <a:moveTo>
                  <a:pt x="1902" y="0"/>
                </a:moveTo>
                <a:lnTo>
                  <a:pt x="1902" y="0"/>
                </a:lnTo>
                <a:cubicBezTo>
                  <a:pt x="1902" y="0"/>
                  <a:pt x="0" y="28394"/>
                  <a:pt x="0" y="28394"/>
                </a:cubicBezTo>
                <a:lnTo>
                  <a:pt x="7610" y="42195"/>
                </a:lnTo>
                <a:lnTo>
                  <a:pt x="10146" y="1745"/>
                </a:lnTo>
                <a:cubicBezTo>
                  <a:pt x="7134" y="1745"/>
                  <a:pt x="4597" y="317"/>
                  <a:pt x="1744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18" name="Freeform 717">
            <a:extLst>
              <a:ext uri="{FF2B5EF4-FFF2-40B4-BE49-F238E27FC236}">
                <a16:creationId xmlns:a16="http://schemas.microsoft.com/office/drawing/2014/main" id="{80D16EE9-A856-A4D4-0DDD-9874765DA2A7}"/>
              </a:ext>
            </a:extLst>
          </p:cNvPr>
          <p:cNvSpPr/>
          <p:nvPr userDrawn="1"/>
        </p:nvSpPr>
        <p:spPr>
          <a:xfrm>
            <a:off x="11141569" y="272324"/>
            <a:ext cx="8561" cy="46035"/>
          </a:xfrm>
          <a:custGeom>
            <a:avLst/>
            <a:gdLst>
              <a:gd name="connsiteX0" fmla="*/ 6025 w 8561"/>
              <a:gd name="connsiteY0" fmla="*/ 53457 h 53457"/>
              <a:gd name="connsiteX1" fmla="*/ 8562 w 8561"/>
              <a:gd name="connsiteY1" fmla="*/ 13801 h 53457"/>
              <a:gd name="connsiteX2" fmla="*/ 793 w 8561"/>
              <a:gd name="connsiteY2" fmla="*/ 0 h 53457"/>
              <a:gd name="connsiteX3" fmla="*/ 0 w 8561"/>
              <a:gd name="connsiteY3" fmla="*/ 13007 h 53457"/>
              <a:gd name="connsiteX4" fmla="*/ 6025 w 8561"/>
              <a:gd name="connsiteY4" fmla="*/ 53457 h 534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561" h="53457">
                <a:moveTo>
                  <a:pt x="6025" y="53457"/>
                </a:moveTo>
                <a:lnTo>
                  <a:pt x="8562" y="13801"/>
                </a:lnTo>
                <a:lnTo>
                  <a:pt x="793" y="0"/>
                </a:lnTo>
                <a:lnTo>
                  <a:pt x="0" y="13007"/>
                </a:lnTo>
                <a:lnTo>
                  <a:pt x="6025" y="53457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19" name="Freeform 718">
            <a:extLst>
              <a:ext uri="{FF2B5EF4-FFF2-40B4-BE49-F238E27FC236}">
                <a16:creationId xmlns:a16="http://schemas.microsoft.com/office/drawing/2014/main" id="{2EB837C3-F79A-E664-842C-08136CEB7438}"/>
              </a:ext>
            </a:extLst>
          </p:cNvPr>
          <p:cNvSpPr/>
          <p:nvPr userDrawn="1"/>
        </p:nvSpPr>
        <p:spPr>
          <a:xfrm>
            <a:off x="10976843" y="325464"/>
            <a:ext cx="168531" cy="2275674"/>
          </a:xfrm>
          <a:custGeom>
            <a:avLst/>
            <a:gdLst>
              <a:gd name="connsiteX0" fmla="*/ 24257 w 168531"/>
              <a:gd name="connsiteY0" fmla="*/ 2151937 h 2642570"/>
              <a:gd name="connsiteX1" fmla="*/ 17598 w 168531"/>
              <a:gd name="connsiteY1" fmla="*/ 2255996 h 2642570"/>
              <a:gd name="connsiteX2" fmla="*/ 16963 w 168531"/>
              <a:gd name="connsiteY2" fmla="*/ 2264721 h 2642570"/>
              <a:gd name="connsiteX3" fmla="*/ 16963 w 168531"/>
              <a:gd name="connsiteY3" fmla="*/ 2266783 h 2642570"/>
              <a:gd name="connsiteX4" fmla="*/ 0 w 168531"/>
              <a:gd name="connsiteY4" fmla="*/ 2642254 h 2642570"/>
              <a:gd name="connsiteX5" fmla="*/ 1426 w 168531"/>
              <a:gd name="connsiteY5" fmla="*/ 2642571 h 2642570"/>
              <a:gd name="connsiteX6" fmla="*/ 1902 w 168531"/>
              <a:gd name="connsiteY6" fmla="*/ 2634957 h 2642570"/>
              <a:gd name="connsiteX7" fmla="*/ 2695 w 168531"/>
              <a:gd name="connsiteY7" fmla="*/ 2623694 h 2642570"/>
              <a:gd name="connsiteX8" fmla="*/ 3487 w 168531"/>
              <a:gd name="connsiteY8" fmla="*/ 2611797 h 2642570"/>
              <a:gd name="connsiteX9" fmla="*/ 25843 w 168531"/>
              <a:gd name="connsiteY9" fmla="*/ 2263293 h 2642570"/>
              <a:gd name="connsiteX10" fmla="*/ 26477 w 168531"/>
              <a:gd name="connsiteY10" fmla="*/ 2254569 h 2642570"/>
              <a:gd name="connsiteX11" fmla="*/ 33452 w 168531"/>
              <a:gd name="connsiteY11" fmla="*/ 2147178 h 2642570"/>
              <a:gd name="connsiteX12" fmla="*/ 34086 w 168531"/>
              <a:gd name="connsiteY12" fmla="*/ 2137185 h 2642570"/>
              <a:gd name="connsiteX13" fmla="*/ 168532 w 168531"/>
              <a:gd name="connsiteY13" fmla="*/ 40450 h 2642570"/>
              <a:gd name="connsiteX14" fmla="*/ 162507 w 168531"/>
              <a:gd name="connsiteY14" fmla="*/ 0 h 2642570"/>
              <a:gd name="connsiteX15" fmla="*/ 25049 w 168531"/>
              <a:gd name="connsiteY15" fmla="*/ 2141944 h 2642570"/>
              <a:gd name="connsiteX16" fmla="*/ 24415 w 168531"/>
              <a:gd name="connsiteY16" fmla="*/ 2151937 h 26425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68531" h="2642570">
                <a:moveTo>
                  <a:pt x="24257" y="2151937"/>
                </a:moveTo>
                <a:lnTo>
                  <a:pt x="17598" y="2255996"/>
                </a:lnTo>
                <a:lnTo>
                  <a:pt x="16963" y="2264721"/>
                </a:lnTo>
                <a:lnTo>
                  <a:pt x="16963" y="2266783"/>
                </a:lnTo>
                <a:cubicBezTo>
                  <a:pt x="16963" y="2266783"/>
                  <a:pt x="0" y="2642254"/>
                  <a:pt x="0" y="2642254"/>
                </a:cubicBezTo>
                <a:cubicBezTo>
                  <a:pt x="475" y="2642254"/>
                  <a:pt x="951" y="2642571"/>
                  <a:pt x="1426" y="2642571"/>
                </a:cubicBezTo>
                <a:lnTo>
                  <a:pt x="1902" y="2634957"/>
                </a:lnTo>
                <a:lnTo>
                  <a:pt x="2695" y="2623694"/>
                </a:lnTo>
                <a:lnTo>
                  <a:pt x="3487" y="2611797"/>
                </a:lnTo>
                <a:lnTo>
                  <a:pt x="25843" y="2263293"/>
                </a:lnTo>
                <a:lnTo>
                  <a:pt x="26477" y="2254569"/>
                </a:lnTo>
                <a:lnTo>
                  <a:pt x="33452" y="2147178"/>
                </a:lnTo>
                <a:lnTo>
                  <a:pt x="34086" y="2137185"/>
                </a:lnTo>
                <a:lnTo>
                  <a:pt x="168532" y="40450"/>
                </a:lnTo>
                <a:lnTo>
                  <a:pt x="162507" y="0"/>
                </a:lnTo>
                <a:lnTo>
                  <a:pt x="25049" y="2141944"/>
                </a:lnTo>
                <a:lnTo>
                  <a:pt x="24415" y="2151937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20" name="Freeform 719">
            <a:extLst>
              <a:ext uri="{FF2B5EF4-FFF2-40B4-BE49-F238E27FC236}">
                <a16:creationId xmlns:a16="http://schemas.microsoft.com/office/drawing/2014/main" id="{F034D91F-914A-2750-7CEB-ABBD042B181C}"/>
              </a:ext>
            </a:extLst>
          </p:cNvPr>
          <p:cNvSpPr/>
          <p:nvPr userDrawn="1"/>
        </p:nvSpPr>
        <p:spPr>
          <a:xfrm>
            <a:off x="11159644" y="227751"/>
            <a:ext cx="21879" cy="84010"/>
          </a:xfrm>
          <a:custGeom>
            <a:avLst/>
            <a:gdLst>
              <a:gd name="connsiteX0" fmla="*/ 0 w 21879"/>
              <a:gd name="connsiteY0" fmla="*/ 1586 h 97555"/>
              <a:gd name="connsiteX1" fmla="*/ 10306 w 21879"/>
              <a:gd name="connsiteY1" fmla="*/ 76934 h 97555"/>
              <a:gd name="connsiteX2" fmla="*/ 21879 w 21879"/>
              <a:gd name="connsiteY2" fmla="*/ 97556 h 97555"/>
              <a:gd name="connsiteX3" fmla="*/ 8403 w 21879"/>
              <a:gd name="connsiteY3" fmla="*/ 0 h 97555"/>
              <a:gd name="connsiteX4" fmla="*/ 0 w 21879"/>
              <a:gd name="connsiteY4" fmla="*/ 1745 h 975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879" h="97555">
                <a:moveTo>
                  <a:pt x="0" y="1586"/>
                </a:moveTo>
                <a:lnTo>
                  <a:pt x="10306" y="76934"/>
                </a:lnTo>
                <a:lnTo>
                  <a:pt x="21879" y="97556"/>
                </a:lnTo>
                <a:lnTo>
                  <a:pt x="8403" y="0"/>
                </a:lnTo>
                <a:cubicBezTo>
                  <a:pt x="5550" y="635"/>
                  <a:pt x="2854" y="1428"/>
                  <a:pt x="0" y="1745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21" name="Freeform 720">
            <a:extLst>
              <a:ext uri="{FF2B5EF4-FFF2-40B4-BE49-F238E27FC236}">
                <a16:creationId xmlns:a16="http://schemas.microsoft.com/office/drawing/2014/main" id="{2F14540F-1C30-63D4-4F13-FE1F14E0D110}"/>
              </a:ext>
            </a:extLst>
          </p:cNvPr>
          <p:cNvSpPr/>
          <p:nvPr userDrawn="1"/>
        </p:nvSpPr>
        <p:spPr>
          <a:xfrm>
            <a:off x="11172962" y="327210"/>
            <a:ext cx="464056" cy="2853916"/>
          </a:xfrm>
          <a:custGeom>
            <a:avLst/>
            <a:gdLst>
              <a:gd name="connsiteX0" fmla="*/ 263499 w 464056"/>
              <a:gd name="connsiteY0" fmla="*/ 1915582 h 3314039"/>
              <a:gd name="connsiteX1" fmla="*/ 299013 w 464056"/>
              <a:gd name="connsiteY1" fmla="*/ 2174462 h 3314039"/>
              <a:gd name="connsiteX2" fmla="*/ 300123 w 464056"/>
              <a:gd name="connsiteY2" fmla="*/ 2182869 h 3314039"/>
              <a:gd name="connsiteX3" fmla="*/ 321051 w 464056"/>
              <a:gd name="connsiteY3" fmla="*/ 2334993 h 3314039"/>
              <a:gd name="connsiteX4" fmla="*/ 322318 w 464056"/>
              <a:gd name="connsiteY4" fmla="*/ 2344510 h 3314039"/>
              <a:gd name="connsiteX5" fmla="*/ 335160 w 464056"/>
              <a:gd name="connsiteY5" fmla="*/ 2437625 h 3314039"/>
              <a:gd name="connsiteX6" fmla="*/ 336429 w 464056"/>
              <a:gd name="connsiteY6" fmla="*/ 2446508 h 3314039"/>
              <a:gd name="connsiteX7" fmla="*/ 348002 w 464056"/>
              <a:gd name="connsiteY7" fmla="*/ 2530739 h 3314039"/>
              <a:gd name="connsiteX8" fmla="*/ 463581 w 464056"/>
              <a:gd name="connsiteY8" fmla="*/ 3314040 h 3314039"/>
              <a:gd name="connsiteX9" fmla="*/ 464056 w 464056"/>
              <a:gd name="connsiteY9" fmla="*/ 3313881 h 3314039"/>
              <a:gd name="connsiteX10" fmla="*/ 374321 w 464056"/>
              <a:gd name="connsiteY10" fmla="*/ 2658751 h 3314039"/>
              <a:gd name="connsiteX11" fmla="*/ 372894 w 464056"/>
              <a:gd name="connsiteY11" fmla="*/ 2649075 h 3314039"/>
              <a:gd name="connsiteX12" fmla="*/ 344515 w 464056"/>
              <a:gd name="connsiteY12" fmla="*/ 2442383 h 3314039"/>
              <a:gd name="connsiteX13" fmla="*/ 343246 w 464056"/>
              <a:gd name="connsiteY13" fmla="*/ 2433500 h 3314039"/>
              <a:gd name="connsiteX14" fmla="*/ 330246 w 464056"/>
              <a:gd name="connsiteY14" fmla="*/ 2338800 h 3314039"/>
              <a:gd name="connsiteX15" fmla="*/ 328978 w 464056"/>
              <a:gd name="connsiteY15" fmla="*/ 2329282 h 3314039"/>
              <a:gd name="connsiteX16" fmla="*/ 308684 w 464056"/>
              <a:gd name="connsiteY16" fmla="*/ 2181442 h 3314039"/>
              <a:gd name="connsiteX17" fmla="*/ 307415 w 464056"/>
              <a:gd name="connsiteY17" fmla="*/ 2173034 h 3314039"/>
              <a:gd name="connsiteX18" fmla="*/ 271427 w 464056"/>
              <a:gd name="connsiteY18" fmla="*/ 1911141 h 3314039"/>
              <a:gd name="connsiteX19" fmla="*/ 270158 w 464056"/>
              <a:gd name="connsiteY19" fmla="*/ 1902099 h 3314039"/>
              <a:gd name="connsiteX20" fmla="*/ 11573 w 464056"/>
              <a:gd name="connsiteY20" fmla="*/ 20622 h 3314039"/>
              <a:gd name="connsiteX21" fmla="*/ 0 w 464056"/>
              <a:gd name="connsiteY21" fmla="*/ 0 h 3314039"/>
              <a:gd name="connsiteX22" fmla="*/ 262072 w 464056"/>
              <a:gd name="connsiteY22" fmla="*/ 1906382 h 3314039"/>
              <a:gd name="connsiteX23" fmla="*/ 263341 w 464056"/>
              <a:gd name="connsiteY23" fmla="*/ 1915424 h 3314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464056" h="3314039">
                <a:moveTo>
                  <a:pt x="263499" y="1915582"/>
                </a:moveTo>
                <a:lnTo>
                  <a:pt x="299013" y="2174462"/>
                </a:lnTo>
                <a:lnTo>
                  <a:pt x="300123" y="2182869"/>
                </a:lnTo>
                <a:lnTo>
                  <a:pt x="321051" y="2334993"/>
                </a:lnTo>
                <a:lnTo>
                  <a:pt x="322318" y="2344510"/>
                </a:lnTo>
                <a:lnTo>
                  <a:pt x="335160" y="2437625"/>
                </a:lnTo>
                <a:lnTo>
                  <a:pt x="336429" y="2446508"/>
                </a:lnTo>
                <a:lnTo>
                  <a:pt x="348002" y="2530739"/>
                </a:lnTo>
                <a:lnTo>
                  <a:pt x="463581" y="3314040"/>
                </a:lnTo>
                <a:cubicBezTo>
                  <a:pt x="463581" y="3314040"/>
                  <a:pt x="464056" y="3313881"/>
                  <a:pt x="464056" y="3313881"/>
                </a:cubicBezTo>
                <a:lnTo>
                  <a:pt x="374321" y="2658751"/>
                </a:lnTo>
                <a:lnTo>
                  <a:pt x="372894" y="2649075"/>
                </a:lnTo>
                <a:lnTo>
                  <a:pt x="344515" y="2442383"/>
                </a:lnTo>
                <a:lnTo>
                  <a:pt x="343246" y="2433500"/>
                </a:lnTo>
                <a:lnTo>
                  <a:pt x="330246" y="2338800"/>
                </a:lnTo>
                <a:lnTo>
                  <a:pt x="328978" y="2329282"/>
                </a:lnTo>
                <a:lnTo>
                  <a:pt x="308684" y="2181442"/>
                </a:lnTo>
                <a:lnTo>
                  <a:pt x="307415" y="2173034"/>
                </a:lnTo>
                <a:lnTo>
                  <a:pt x="271427" y="1911141"/>
                </a:lnTo>
                <a:lnTo>
                  <a:pt x="270158" y="1902099"/>
                </a:lnTo>
                <a:lnTo>
                  <a:pt x="11573" y="20622"/>
                </a:lnTo>
                <a:lnTo>
                  <a:pt x="0" y="0"/>
                </a:lnTo>
                <a:lnTo>
                  <a:pt x="262072" y="1906382"/>
                </a:lnTo>
                <a:lnTo>
                  <a:pt x="263341" y="1915424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22" name="Freeform 721">
            <a:extLst>
              <a:ext uri="{FF2B5EF4-FFF2-40B4-BE49-F238E27FC236}">
                <a16:creationId xmlns:a16="http://schemas.microsoft.com/office/drawing/2014/main" id="{7DE8AEE7-A6BC-04B1-FCEB-76034D6F23D6}"/>
              </a:ext>
            </a:extLst>
          </p:cNvPr>
          <p:cNvSpPr/>
          <p:nvPr userDrawn="1"/>
        </p:nvSpPr>
        <p:spPr>
          <a:xfrm>
            <a:off x="11223695" y="166521"/>
            <a:ext cx="934298" cy="162695"/>
          </a:xfrm>
          <a:custGeom>
            <a:avLst/>
            <a:gdLst>
              <a:gd name="connsiteX0" fmla="*/ 159 w 934298"/>
              <a:gd name="connsiteY0" fmla="*/ 8249 h 188925"/>
              <a:gd name="connsiteX1" fmla="*/ 934298 w 934298"/>
              <a:gd name="connsiteY1" fmla="*/ 188925 h 188925"/>
              <a:gd name="connsiteX2" fmla="*/ 934298 w 934298"/>
              <a:gd name="connsiteY2" fmla="*/ 180359 h 188925"/>
              <a:gd name="connsiteX3" fmla="*/ 1745 w 934298"/>
              <a:gd name="connsiteY3" fmla="*/ 0 h 188925"/>
              <a:gd name="connsiteX4" fmla="*/ 0 w 934298"/>
              <a:gd name="connsiteY4" fmla="*/ 8249 h 188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34298" h="188925">
                <a:moveTo>
                  <a:pt x="159" y="8249"/>
                </a:moveTo>
                <a:lnTo>
                  <a:pt x="934298" y="188925"/>
                </a:lnTo>
                <a:lnTo>
                  <a:pt x="934298" y="180359"/>
                </a:lnTo>
                <a:lnTo>
                  <a:pt x="1745" y="0"/>
                </a:lnTo>
                <a:cubicBezTo>
                  <a:pt x="1269" y="2855"/>
                  <a:pt x="793" y="5552"/>
                  <a:pt x="0" y="8249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23" name="Freeform 722">
            <a:extLst>
              <a:ext uri="{FF2B5EF4-FFF2-40B4-BE49-F238E27FC236}">
                <a16:creationId xmlns:a16="http://schemas.microsoft.com/office/drawing/2014/main" id="{18A6F293-05D5-C372-5BC7-8ADC60EB9068}"/>
              </a:ext>
            </a:extLst>
          </p:cNvPr>
          <p:cNvSpPr/>
          <p:nvPr userDrawn="1"/>
        </p:nvSpPr>
        <p:spPr>
          <a:xfrm>
            <a:off x="11184376" y="222357"/>
            <a:ext cx="973774" cy="1593477"/>
          </a:xfrm>
          <a:custGeom>
            <a:avLst/>
            <a:gdLst>
              <a:gd name="connsiteX0" fmla="*/ 1744 w 973774"/>
              <a:gd name="connsiteY0" fmla="*/ 0 h 1850386"/>
              <a:gd name="connsiteX1" fmla="*/ 0 w 973774"/>
              <a:gd name="connsiteY1" fmla="*/ 1269 h 1850386"/>
              <a:gd name="connsiteX2" fmla="*/ 879917 w 973774"/>
              <a:gd name="connsiteY2" fmla="*/ 1672565 h 1850386"/>
              <a:gd name="connsiteX3" fmla="*/ 883880 w 973774"/>
              <a:gd name="connsiteY3" fmla="*/ 1680021 h 1850386"/>
              <a:gd name="connsiteX4" fmla="*/ 970128 w 973774"/>
              <a:gd name="connsiteY4" fmla="*/ 1843883 h 1850386"/>
              <a:gd name="connsiteX5" fmla="*/ 973774 w 973774"/>
              <a:gd name="connsiteY5" fmla="*/ 1850387 h 1850386"/>
              <a:gd name="connsiteX6" fmla="*/ 973774 w 973774"/>
              <a:gd name="connsiteY6" fmla="*/ 1850069 h 1850386"/>
              <a:gd name="connsiteX7" fmla="*/ 1744 w 973774"/>
              <a:gd name="connsiteY7" fmla="*/ 0 h 18503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73774" h="1850386">
                <a:moveTo>
                  <a:pt x="1744" y="0"/>
                </a:moveTo>
                <a:cubicBezTo>
                  <a:pt x="1744" y="0"/>
                  <a:pt x="635" y="952"/>
                  <a:pt x="0" y="1269"/>
                </a:cubicBezTo>
                <a:lnTo>
                  <a:pt x="879917" y="1672565"/>
                </a:lnTo>
                <a:lnTo>
                  <a:pt x="883880" y="1680021"/>
                </a:lnTo>
                <a:lnTo>
                  <a:pt x="970128" y="1843883"/>
                </a:lnTo>
                <a:lnTo>
                  <a:pt x="973774" y="1850387"/>
                </a:lnTo>
                <a:lnTo>
                  <a:pt x="973774" y="1850069"/>
                </a:lnTo>
                <a:lnTo>
                  <a:pt x="1744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24" name="Freeform 723">
            <a:extLst>
              <a:ext uri="{FF2B5EF4-FFF2-40B4-BE49-F238E27FC236}">
                <a16:creationId xmlns:a16="http://schemas.microsoft.com/office/drawing/2014/main" id="{C9C17A1E-7C41-257D-60A5-DE4946C5DA2F}"/>
              </a:ext>
            </a:extLst>
          </p:cNvPr>
          <p:cNvSpPr/>
          <p:nvPr userDrawn="1"/>
        </p:nvSpPr>
        <p:spPr>
          <a:xfrm>
            <a:off x="11089409" y="252496"/>
            <a:ext cx="42330" cy="182501"/>
          </a:xfrm>
          <a:custGeom>
            <a:avLst/>
            <a:gdLst>
              <a:gd name="connsiteX0" fmla="*/ 22038 w 42330"/>
              <a:gd name="connsiteY0" fmla="*/ 114212 h 211925"/>
              <a:gd name="connsiteX1" fmla="*/ 42331 w 42330"/>
              <a:gd name="connsiteY1" fmla="*/ 23477 h 211925"/>
              <a:gd name="connsiteX2" fmla="*/ 38843 w 42330"/>
              <a:gd name="connsiteY2" fmla="*/ 0 h 211925"/>
              <a:gd name="connsiteX3" fmla="*/ 2220 w 42330"/>
              <a:gd name="connsiteY3" fmla="*/ 163386 h 211925"/>
              <a:gd name="connsiteX4" fmla="*/ 0 w 42330"/>
              <a:gd name="connsiteY4" fmla="*/ 211926 h 211925"/>
              <a:gd name="connsiteX5" fmla="*/ 22038 w 42330"/>
              <a:gd name="connsiteY5" fmla="*/ 114212 h 21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2330" h="211925">
                <a:moveTo>
                  <a:pt x="22038" y="114212"/>
                </a:moveTo>
                <a:lnTo>
                  <a:pt x="42331" y="23477"/>
                </a:lnTo>
                <a:lnTo>
                  <a:pt x="38843" y="0"/>
                </a:lnTo>
                <a:lnTo>
                  <a:pt x="2220" y="163386"/>
                </a:lnTo>
                <a:lnTo>
                  <a:pt x="0" y="211926"/>
                </a:lnTo>
                <a:lnTo>
                  <a:pt x="22038" y="11421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25" name="Freeform 724">
            <a:extLst>
              <a:ext uri="{FF2B5EF4-FFF2-40B4-BE49-F238E27FC236}">
                <a16:creationId xmlns:a16="http://schemas.microsoft.com/office/drawing/2014/main" id="{F832A0B8-3569-A530-1125-7E517DB3527C}"/>
              </a:ext>
            </a:extLst>
          </p:cNvPr>
          <p:cNvSpPr/>
          <p:nvPr userDrawn="1"/>
        </p:nvSpPr>
        <p:spPr>
          <a:xfrm>
            <a:off x="11133326" y="226321"/>
            <a:ext cx="9194" cy="45719"/>
          </a:xfrm>
          <a:custGeom>
            <a:avLst/>
            <a:gdLst>
              <a:gd name="connsiteX0" fmla="*/ 793 w 9194"/>
              <a:gd name="connsiteY0" fmla="*/ 0 h 21256"/>
              <a:gd name="connsiteX1" fmla="*/ 0 w 9194"/>
              <a:gd name="connsiteY1" fmla="*/ 3490 h 21256"/>
              <a:gd name="connsiteX2" fmla="*/ 1902 w 9194"/>
              <a:gd name="connsiteY2" fmla="*/ 16021 h 21256"/>
              <a:gd name="connsiteX3" fmla="*/ 4756 w 9194"/>
              <a:gd name="connsiteY3" fmla="*/ 21256 h 21256"/>
              <a:gd name="connsiteX4" fmla="*/ 9195 w 9194"/>
              <a:gd name="connsiteY4" fmla="*/ 1745 h 21256"/>
              <a:gd name="connsiteX5" fmla="*/ 793 w 9194"/>
              <a:gd name="connsiteY5" fmla="*/ 0 h 212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194" h="21256">
                <a:moveTo>
                  <a:pt x="793" y="0"/>
                </a:moveTo>
                <a:lnTo>
                  <a:pt x="0" y="3490"/>
                </a:lnTo>
                <a:lnTo>
                  <a:pt x="1902" y="16021"/>
                </a:lnTo>
                <a:lnTo>
                  <a:pt x="4756" y="21256"/>
                </a:lnTo>
                <a:lnTo>
                  <a:pt x="9195" y="1745"/>
                </a:lnTo>
                <a:cubicBezTo>
                  <a:pt x="6341" y="1269"/>
                  <a:pt x="3646" y="793"/>
                  <a:pt x="793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26" name="Freeform 725">
            <a:extLst>
              <a:ext uri="{FF2B5EF4-FFF2-40B4-BE49-F238E27FC236}">
                <a16:creationId xmlns:a16="http://schemas.microsoft.com/office/drawing/2014/main" id="{FCE34730-22C6-E005-6F90-A746A1200B6E}"/>
              </a:ext>
            </a:extLst>
          </p:cNvPr>
          <p:cNvSpPr/>
          <p:nvPr userDrawn="1"/>
        </p:nvSpPr>
        <p:spPr>
          <a:xfrm>
            <a:off x="11093690" y="125277"/>
            <a:ext cx="316" cy="45719"/>
          </a:xfrm>
          <a:custGeom>
            <a:avLst/>
            <a:gdLst>
              <a:gd name="connsiteX0" fmla="*/ 316 w 316"/>
              <a:gd name="connsiteY0" fmla="*/ 0 h 1110"/>
              <a:gd name="connsiteX1" fmla="*/ 0 w 316"/>
              <a:gd name="connsiteY1" fmla="*/ 0 h 1110"/>
              <a:gd name="connsiteX2" fmla="*/ 0 w 316"/>
              <a:gd name="connsiteY2" fmla="*/ 1110 h 1110"/>
              <a:gd name="connsiteX3" fmla="*/ 316 w 316"/>
              <a:gd name="connsiteY3" fmla="*/ 159 h 11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16" h="1110">
                <a:moveTo>
                  <a:pt x="316" y="0"/>
                </a:moveTo>
                <a:cubicBezTo>
                  <a:pt x="316" y="0"/>
                  <a:pt x="159" y="0"/>
                  <a:pt x="0" y="0"/>
                </a:cubicBezTo>
                <a:lnTo>
                  <a:pt x="0" y="1110"/>
                </a:lnTo>
                <a:cubicBezTo>
                  <a:pt x="0" y="1110"/>
                  <a:pt x="159" y="476"/>
                  <a:pt x="316" y="159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27" name="Freeform 726">
            <a:extLst>
              <a:ext uri="{FF2B5EF4-FFF2-40B4-BE49-F238E27FC236}">
                <a16:creationId xmlns:a16="http://schemas.microsoft.com/office/drawing/2014/main" id="{696E4D71-EC7B-9EC2-9598-57AF6F920C10}"/>
              </a:ext>
            </a:extLst>
          </p:cNvPr>
          <p:cNvSpPr/>
          <p:nvPr userDrawn="1"/>
        </p:nvSpPr>
        <p:spPr>
          <a:xfrm>
            <a:off x="10953448" y="195232"/>
            <a:ext cx="147693" cy="2771186"/>
          </a:xfrm>
          <a:custGeom>
            <a:avLst/>
            <a:gdLst>
              <a:gd name="connsiteX0" fmla="*/ 109554 w 131908"/>
              <a:gd name="connsiteY0" fmla="*/ 316779 h 2772486"/>
              <a:gd name="connsiteX1" fmla="*/ 107652 w 131908"/>
              <a:gd name="connsiteY1" fmla="*/ 360084 h 2772486"/>
              <a:gd name="connsiteX2" fmla="*/ 104798 w 131908"/>
              <a:gd name="connsiteY2" fmla="*/ 421948 h 2772486"/>
              <a:gd name="connsiteX3" fmla="*/ 21245 w 131908"/>
              <a:gd name="connsiteY3" fmla="*/ 2278363 h 2772486"/>
              <a:gd name="connsiteX4" fmla="*/ 20769 w 131908"/>
              <a:gd name="connsiteY4" fmla="*/ 2288198 h 2772486"/>
              <a:gd name="connsiteX5" fmla="*/ 16330 w 131908"/>
              <a:gd name="connsiteY5" fmla="*/ 2387816 h 2772486"/>
              <a:gd name="connsiteX6" fmla="*/ 16013 w 131908"/>
              <a:gd name="connsiteY6" fmla="*/ 2396540 h 2772486"/>
              <a:gd name="connsiteX7" fmla="*/ 951 w 131908"/>
              <a:gd name="connsiteY7" fmla="*/ 2731085 h 2772486"/>
              <a:gd name="connsiteX8" fmla="*/ 476 w 131908"/>
              <a:gd name="connsiteY8" fmla="*/ 2743140 h 2772486"/>
              <a:gd name="connsiteX9" fmla="*/ 0 w 131908"/>
              <a:gd name="connsiteY9" fmla="*/ 2754245 h 2772486"/>
              <a:gd name="connsiteX10" fmla="*/ 0 w 131908"/>
              <a:gd name="connsiteY10" fmla="*/ 2754245 h 2772486"/>
              <a:gd name="connsiteX11" fmla="*/ 793 w 131908"/>
              <a:gd name="connsiteY11" fmla="*/ 2771059 h 2772486"/>
              <a:gd name="connsiteX12" fmla="*/ 7611 w 131908"/>
              <a:gd name="connsiteY12" fmla="*/ 2772487 h 2772486"/>
              <a:gd name="connsiteX13" fmla="*/ 24574 w 131908"/>
              <a:gd name="connsiteY13" fmla="*/ 2397016 h 2772486"/>
              <a:gd name="connsiteX14" fmla="*/ 24574 w 131908"/>
              <a:gd name="connsiteY14" fmla="*/ 2394954 h 2772486"/>
              <a:gd name="connsiteX15" fmla="*/ 25050 w 131908"/>
              <a:gd name="connsiteY15" fmla="*/ 2386229 h 2772486"/>
              <a:gd name="connsiteX16" fmla="*/ 29648 w 131908"/>
              <a:gd name="connsiteY16" fmla="*/ 2283280 h 2772486"/>
              <a:gd name="connsiteX17" fmla="*/ 30124 w 131908"/>
              <a:gd name="connsiteY17" fmla="*/ 2273445 h 2772486"/>
              <a:gd name="connsiteX18" fmla="*/ 116213 w 131908"/>
              <a:gd name="connsiteY18" fmla="*/ 360084 h 2772486"/>
              <a:gd name="connsiteX19" fmla="*/ 119066 w 131908"/>
              <a:gd name="connsiteY19" fmla="*/ 298219 h 2772486"/>
              <a:gd name="connsiteX20" fmla="*/ 120335 w 131908"/>
              <a:gd name="connsiteY20" fmla="*/ 269190 h 2772486"/>
              <a:gd name="connsiteX21" fmla="*/ 122555 w 131908"/>
              <a:gd name="connsiteY21" fmla="*/ 220650 h 2772486"/>
              <a:gd name="connsiteX22" fmla="*/ 131908 w 131908"/>
              <a:gd name="connsiteY22" fmla="*/ 11897 h 2772486"/>
              <a:gd name="connsiteX23" fmla="*/ 123981 w 131908"/>
              <a:gd name="connsiteY23" fmla="*/ 0 h 2772486"/>
              <a:gd name="connsiteX24" fmla="*/ 111932 w 131908"/>
              <a:gd name="connsiteY24" fmla="*/ 268239 h 2772486"/>
              <a:gd name="connsiteX25" fmla="*/ 109713 w 131908"/>
              <a:gd name="connsiteY25" fmla="*/ 316779 h 27724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131908" h="2772486">
                <a:moveTo>
                  <a:pt x="109554" y="316779"/>
                </a:moveTo>
                <a:lnTo>
                  <a:pt x="107652" y="360084"/>
                </a:lnTo>
                <a:lnTo>
                  <a:pt x="104798" y="421948"/>
                </a:lnTo>
                <a:lnTo>
                  <a:pt x="21245" y="2278363"/>
                </a:lnTo>
                <a:lnTo>
                  <a:pt x="20769" y="2288198"/>
                </a:lnTo>
                <a:lnTo>
                  <a:pt x="16330" y="2387816"/>
                </a:lnTo>
                <a:lnTo>
                  <a:pt x="16013" y="2396540"/>
                </a:lnTo>
                <a:lnTo>
                  <a:pt x="951" y="2731085"/>
                </a:lnTo>
                <a:lnTo>
                  <a:pt x="476" y="2743140"/>
                </a:lnTo>
                <a:lnTo>
                  <a:pt x="0" y="2754245"/>
                </a:lnTo>
                <a:lnTo>
                  <a:pt x="0" y="2754245"/>
                </a:lnTo>
                <a:lnTo>
                  <a:pt x="793" y="2771059"/>
                </a:lnTo>
                <a:cubicBezTo>
                  <a:pt x="3171" y="2771059"/>
                  <a:pt x="5391" y="2772169"/>
                  <a:pt x="7611" y="2772487"/>
                </a:cubicBezTo>
                <a:lnTo>
                  <a:pt x="24574" y="2397016"/>
                </a:lnTo>
                <a:lnTo>
                  <a:pt x="24574" y="2394954"/>
                </a:lnTo>
                <a:cubicBezTo>
                  <a:pt x="24574" y="2394954"/>
                  <a:pt x="25050" y="2386229"/>
                  <a:pt x="25050" y="2386229"/>
                </a:cubicBezTo>
                <a:lnTo>
                  <a:pt x="29648" y="2283280"/>
                </a:lnTo>
                <a:lnTo>
                  <a:pt x="30124" y="2273445"/>
                </a:lnTo>
                <a:lnTo>
                  <a:pt x="116213" y="360084"/>
                </a:lnTo>
                <a:lnTo>
                  <a:pt x="119066" y="298219"/>
                </a:lnTo>
                <a:lnTo>
                  <a:pt x="120335" y="269190"/>
                </a:lnTo>
                <a:lnTo>
                  <a:pt x="122555" y="220650"/>
                </a:lnTo>
                <a:lnTo>
                  <a:pt x="131908" y="11897"/>
                </a:lnTo>
                <a:cubicBezTo>
                  <a:pt x="128580" y="8407"/>
                  <a:pt x="126518" y="4124"/>
                  <a:pt x="123981" y="0"/>
                </a:cubicBezTo>
                <a:lnTo>
                  <a:pt x="111932" y="268239"/>
                </a:lnTo>
                <a:lnTo>
                  <a:pt x="109713" y="31677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28" name="Freeform 727">
            <a:extLst>
              <a:ext uri="{FF2B5EF4-FFF2-40B4-BE49-F238E27FC236}">
                <a16:creationId xmlns:a16="http://schemas.microsoft.com/office/drawing/2014/main" id="{29B9646D-5C41-0524-81C4-570AA881A663}"/>
              </a:ext>
            </a:extLst>
          </p:cNvPr>
          <p:cNvSpPr/>
          <p:nvPr userDrawn="1"/>
        </p:nvSpPr>
        <p:spPr>
          <a:xfrm>
            <a:off x="11125240" y="224418"/>
            <a:ext cx="9988" cy="45719"/>
          </a:xfrm>
          <a:custGeom>
            <a:avLst/>
            <a:gdLst>
              <a:gd name="connsiteX0" fmla="*/ 8245 w 9988"/>
              <a:gd name="connsiteY0" fmla="*/ 5393 h 17766"/>
              <a:gd name="connsiteX1" fmla="*/ 7610 w 9988"/>
              <a:gd name="connsiteY1" fmla="*/ 1586 h 17766"/>
              <a:gd name="connsiteX2" fmla="*/ 0 w 9988"/>
              <a:gd name="connsiteY2" fmla="*/ 0 h 17766"/>
              <a:gd name="connsiteX3" fmla="*/ 9988 w 9988"/>
              <a:gd name="connsiteY3" fmla="*/ 17766 h 17766"/>
              <a:gd name="connsiteX4" fmla="*/ 8086 w 9988"/>
              <a:gd name="connsiteY4" fmla="*/ 5235 h 177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988" h="17766">
                <a:moveTo>
                  <a:pt x="8245" y="5393"/>
                </a:moveTo>
                <a:lnTo>
                  <a:pt x="7610" y="1586"/>
                </a:lnTo>
                <a:cubicBezTo>
                  <a:pt x="5074" y="793"/>
                  <a:pt x="2378" y="952"/>
                  <a:pt x="0" y="0"/>
                </a:cubicBezTo>
                <a:lnTo>
                  <a:pt x="9988" y="17766"/>
                </a:lnTo>
                <a:lnTo>
                  <a:pt x="8086" y="5235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29" name="Freeform 728">
            <a:extLst>
              <a:ext uri="{FF2B5EF4-FFF2-40B4-BE49-F238E27FC236}">
                <a16:creationId xmlns:a16="http://schemas.microsoft.com/office/drawing/2014/main" id="{32FCE898-5A5A-F359-9A5D-BAD3D9845DAB}"/>
              </a:ext>
            </a:extLst>
          </p:cNvPr>
          <p:cNvSpPr/>
          <p:nvPr userDrawn="1"/>
        </p:nvSpPr>
        <p:spPr>
          <a:xfrm>
            <a:off x="11127301" y="244722"/>
            <a:ext cx="516831" cy="3366705"/>
          </a:xfrm>
          <a:custGeom>
            <a:avLst/>
            <a:gdLst>
              <a:gd name="connsiteX0" fmla="*/ 4439 w 509559"/>
              <a:gd name="connsiteY0" fmla="*/ 31250 h 3398112"/>
              <a:gd name="connsiteX1" fmla="*/ 6659 w 509559"/>
              <a:gd name="connsiteY1" fmla="*/ 45843 h 3398112"/>
              <a:gd name="connsiteX2" fmla="*/ 11891 w 509559"/>
              <a:gd name="connsiteY2" fmla="*/ 80583 h 3398112"/>
              <a:gd name="connsiteX3" fmla="*/ 17916 w 509559"/>
              <a:gd name="connsiteY3" fmla="*/ 121033 h 3398112"/>
              <a:gd name="connsiteX4" fmla="*/ 294416 w 509559"/>
              <a:gd name="connsiteY4" fmla="*/ 1996324 h 3398112"/>
              <a:gd name="connsiteX5" fmla="*/ 295683 w 509559"/>
              <a:gd name="connsiteY5" fmla="*/ 2005207 h 3398112"/>
              <a:gd name="connsiteX6" fmla="*/ 333100 w 509559"/>
              <a:gd name="connsiteY6" fmla="*/ 2258852 h 3398112"/>
              <a:gd name="connsiteX7" fmla="*/ 334368 w 509559"/>
              <a:gd name="connsiteY7" fmla="*/ 2267259 h 3398112"/>
              <a:gd name="connsiteX8" fmla="*/ 357516 w 509559"/>
              <a:gd name="connsiteY8" fmla="*/ 2424141 h 3398112"/>
              <a:gd name="connsiteX9" fmla="*/ 358943 w 509559"/>
              <a:gd name="connsiteY9" fmla="*/ 2433500 h 3398112"/>
              <a:gd name="connsiteX10" fmla="*/ 372419 w 509559"/>
              <a:gd name="connsiteY10" fmla="*/ 2524394 h 3398112"/>
              <a:gd name="connsiteX11" fmla="*/ 373687 w 509559"/>
              <a:gd name="connsiteY11" fmla="*/ 2533277 h 3398112"/>
              <a:gd name="connsiteX12" fmla="*/ 404603 w 509559"/>
              <a:gd name="connsiteY12" fmla="*/ 2742982 h 3398112"/>
              <a:gd name="connsiteX13" fmla="*/ 406030 w 509559"/>
              <a:gd name="connsiteY13" fmla="*/ 2752658 h 3398112"/>
              <a:gd name="connsiteX14" fmla="*/ 501315 w 509559"/>
              <a:gd name="connsiteY14" fmla="*/ 3398112 h 3398112"/>
              <a:gd name="connsiteX15" fmla="*/ 509559 w 509559"/>
              <a:gd name="connsiteY15" fmla="*/ 3396367 h 3398112"/>
              <a:gd name="connsiteX16" fmla="*/ 393980 w 509559"/>
              <a:gd name="connsiteY16" fmla="*/ 2613066 h 3398112"/>
              <a:gd name="connsiteX17" fmla="*/ 381614 w 509559"/>
              <a:gd name="connsiteY17" fmla="*/ 2529152 h 3398112"/>
              <a:gd name="connsiteX18" fmla="*/ 380346 w 509559"/>
              <a:gd name="connsiteY18" fmla="*/ 2520269 h 3398112"/>
              <a:gd name="connsiteX19" fmla="*/ 366711 w 509559"/>
              <a:gd name="connsiteY19" fmla="*/ 2427790 h 3398112"/>
              <a:gd name="connsiteX20" fmla="*/ 365284 w 509559"/>
              <a:gd name="connsiteY20" fmla="*/ 2418431 h 3398112"/>
              <a:gd name="connsiteX21" fmla="*/ 342771 w 509559"/>
              <a:gd name="connsiteY21" fmla="*/ 2265673 h 3398112"/>
              <a:gd name="connsiteX22" fmla="*/ 341503 w 509559"/>
              <a:gd name="connsiteY22" fmla="*/ 2257265 h 3398112"/>
              <a:gd name="connsiteX23" fmla="*/ 303610 w 509559"/>
              <a:gd name="connsiteY23" fmla="*/ 2000765 h 3398112"/>
              <a:gd name="connsiteX24" fmla="*/ 302343 w 509559"/>
              <a:gd name="connsiteY24" fmla="*/ 1991882 h 3398112"/>
              <a:gd name="connsiteX25" fmla="*/ 20452 w 509559"/>
              <a:gd name="connsiteY25" fmla="*/ 80741 h 3398112"/>
              <a:gd name="connsiteX26" fmla="*/ 14427 w 509559"/>
              <a:gd name="connsiteY26" fmla="*/ 40291 h 3398112"/>
              <a:gd name="connsiteX27" fmla="*/ 11573 w 509559"/>
              <a:gd name="connsiteY27" fmla="*/ 20622 h 3398112"/>
              <a:gd name="connsiteX28" fmla="*/ 0 w 509559"/>
              <a:gd name="connsiteY28" fmla="*/ 0 h 3398112"/>
              <a:gd name="connsiteX29" fmla="*/ 1110 w 509559"/>
              <a:gd name="connsiteY29" fmla="*/ 7455 h 3398112"/>
              <a:gd name="connsiteX30" fmla="*/ 4597 w 509559"/>
              <a:gd name="connsiteY30" fmla="*/ 30932 h 33981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509559" h="3398112">
                <a:moveTo>
                  <a:pt x="4439" y="31250"/>
                </a:moveTo>
                <a:lnTo>
                  <a:pt x="6659" y="45843"/>
                </a:lnTo>
                <a:lnTo>
                  <a:pt x="11891" y="80583"/>
                </a:lnTo>
                <a:lnTo>
                  <a:pt x="17916" y="121033"/>
                </a:lnTo>
                <a:lnTo>
                  <a:pt x="294416" y="1996324"/>
                </a:lnTo>
                <a:lnTo>
                  <a:pt x="295683" y="2005207"/>
                </a:lnTo>
                <a:lnTo>
                  <a:pt x="333100" y="2258852"/>
                </a:lnTo>
                <a:lnTo>
                  <a:pt x="334368" y="2267259"/>
                </a:lnTo>
                <a:lnTo>
                  <a:pt x="357516" y="2424141"/>
                </a:lnTo>
                <a:lnTo>
                  <a:pt x="358943" y="2433500"/>
                </a:lnTo>
                <a:lnTo>
                  <a:pt x="372419" y="2524394"/>
                </a:lnTo>
                <a:lnTo>
                  <a:pt x="373687" y="2533277"/>
                </a:lnTo>
                <a:lnTo>
                  <a:pt x="404603" y="2742982"/>
                </a:lnTo>
                <a:lnTo>
                  <a:pt x="406030" y="2752658"/>
                </a:lnTo>
                <a:lnTo>
                  <a:pt x="501315" y="3398112"/>
                </a:lnTo>
                <a:cubicBezTo>
                  <a:pt x="504010" y="3397478"/>
                  <a:pt x="506705" y="3396685"/>
                  <a:pt x="509559" y="3396367"/>
                </a:cubicBezTo>
                <a:lnTo>
                  <a:pt x="393980" y="2613066"/>
                </a:lnTo>
                <a:lnTo>
                  <a:pt x="381614" y="2529152"/>
                </a:lnTo>
                <a:lnTo>
                  <a:pt x="380346" y="2520269"/>
                </a:lnTo>
                <a:lnTo>
                  <a:pt x="366711" y="2427790"/>
                </a:lnTo>
                <a:lnTo>
                  <a:pt x="365284" y="2418431"/>
                </a:lnTo>
                <a:lnTo>
                  <a:pt x="342771" y="2265673"/>
                </a:lnTo>
                <a:lnTo>
                  <a:pt x="341503" y="2257265"/>
                </a:lnTo>
                <a:lnTo>
                  <a:pt x="303610" y="2000765"/>
                </a:lnTo>
                <a:lnTo>
                  <a:pt x="302343" y="1991882"/>
                </a:lnTo>
                <a:lnTo>
                  <a:pt x="20452" y="80741"/>
                </a:lnTo>
                <a:lnTo>
                  <a:pt x="14427" y="40291"/>
                </a:lnTo>
                <a:lnTo>
                  <a:pt x="11573" y="20622"/>
                </a:lnTo>
                <a:lnTo>
                  <a:pt x="0" y="0"/>
                </a:lnTo>
                <a:lnTo>
                  <a:pt x="1110" y="7455"/>
                </a:lnTo>
                <a:lnTo>
                  <a:pt x="4597" y="3093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30" name="Freeform 729">
            <a:extLst>
              <a:ext uri="{FF2B5EF4-FFF2-40B4-BE49-F238E27FC236}">
                <a16:creationId xmlns:a16="http://schemas.microsoft.com/office/drawing/2014/main" id="{3EC16DD2-877F-2D78-0330-E5A7DE3706FA}"/>
              </a:ext>
            </a:extLst>
          </p:cNvPr>
          <p:cNvSpPr/>
          <p:nvPr userDrawn="1"/>
        </p:nvSpPr>
        <p:spPr>
          <a:xfrm>
            <a:off x="11170742" y="67220"/>
            <a:ext cx="987251" cy="196435"/>
          </a:xfrm>
          <a:custGeom>
            <a:avLst/>
            <a:gdLst>
              <a:gd name="connsiteX0" fmla="*/ 0 w 987251"/>
              <a:gd name="connsiteY0" fmla="*/ 8090 h 228105"/>
              <a:gd name="connsiteX1" fmla="*/ 987251 w 987251"/>
              <a:gd name="connsiteY1" fmla="*/ 228106 h 228105"/>
              <a:gd name="connsiteX2" fmla="*/ 987251 w 987251"/>
              <a:gd name="connsiteY2" fmla="*/ 219381 h 228105"/>
              <a:gd name="connsiteX3" fmla="*/ 3012 w 987251"/>
              <a:gd name="connsiteY3" fmla="*/ 0 h 228105"/>
              <a:gd name="connsiteX4" fmla="*/ 0 w 987251"/>
              <a:gd name="connsiteY4" fmla="*/ 8090 h 2281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87251" h="228105">
                <a:moveTo>
                  <a:pt x="0" y="8090"/>
                </a:moveTo>
                <a:lnTo>
                  <a:pt x="987251" y="228106"/>
                </a:lnTo>
                <a:lnTo>
                  <a:pt x="987251" y="219381"/>
                </a:lnTo>
                <a:lnTo>
                  <a:pt x="3012" y="0"/>
                </a:lnTo>
                <a:cubicBezTo>
                  <a:pt x="1902" y="2697"/>
                  <a:pt x="1426" y="5552"/>
                  <a:pt x="0" y="809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31" name="Freeform 730">
            <a:extLst>
              <a:ext uri="{FF2B5EF4-FFF2-40B4-BE49-F238E27FC236}">
                <a16:creationId xmlns:a16="http://schemas.microsoft.com/office/drawing/2014/main" id="{D40C9BCE-E112-E557-898F-A647D6BC6BAC}"/>
              </a:ext>
            </a:extLst>
          </p:cNvPr>
          <p:cNvSpPr/>
          <p:nvPr userDrawn="1"/>
        </p:nvSpPr>
        <p:spPr>
          <a:xfrm>
            <a:off x="11186120" y="217439"/>
            <a:ext cx="971872" cy="1597439"/>
          </a:xfrm>
          <a:custGeom>
            <a:avLst/>
            <a:gdLst>
              <a:gd name="connsiteX0" fmla="*/ 885942 w 971872"/>
              <a:gd name="connsiteY0" fmla="*/ 1673200 h 1854986"/>
              <a:gd name="connsiteX1" fmla="*/ 7135 w 971872"/>
              <a:gd name="connsiteY1" fmla="*/ 0 h 1854986"/>
              <a:gd name="connsiteX2" fmla="*/ 0 w 971872"/>
              <a:gd name="connsiteY2" fmla="*/ 4917 h 1854986"/>
              <a:gd name="connsiteX3" fmla="*/ 971873 w 971872"/>
              <a:gd name="connsiteY3" fmla="*/ 1854987 h 1854986"/>
              <a:gd name="connsiteX4" fmla="*/ 971873 w 971872"/>
              <a:gd name="connsiteY4" fmla="*/ 1836745 h 1854986"/>
              <a:gd name="connsiteX5" fmla="*/ 889905 w 971872"/>
              <a:gd name="connsiteY5" fmla="*/ 1680814 h 1854986"/>
              <a:gd name="connsiteX6" fmla="*/ 885942 w 971872"/>
              <a:gd name="connsiteY6" fmla="*/ 1673200 h 18549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971872" h="1854986">
                <a:moveTo>
                  <a:pt x="885942" y="1673200"/>
                </a:moveTo>
                <a:lnTo>
                  <a:pt x="7135" y="0"/>
                </a:lnTo>
                <a:cubicBezTo>
                  <a:pt x="4757" y="1586"/>
                  <a:pt x="2537" y="3490"/>
                  <a:pt x="0" y="4917"/>
                </a:cubicBezTo>
                <a:lnTo>
                  <a:pt x="971873" y="1854987"/>
                </a:lnTo>
                <a:lnTo>
                  <a:pt x="971873" y="1836745"/>
                </a:lnTo>
                <a:lnTo>
                  <a:pt x="889905" y="1680814"/>
                </a:lnTo>
                <a:lnTo>
                  <a:pt x="885942" y="167320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32" name="Freeform 731">
            <a:extLst>
              <a:ext uri="{FF2B5EF4-FFF2-40B4-BE49-F238E27FC236}">
                <a16:creationId xmlns:a16="http://schemas.microsoft.com/office/drawing/2014/main" id="{0EC7AEFC-CFF7-36CF-1AD4-9401F27D58C0}"/>
              </a:ext>
            </a:extLst>
          </p:cNvPr>
          <p:cNvSpPr/>
          <p:nvPr userDrawn="1"/>
        </p:nvSpPr>
        <p:spPr>
          <a:xfrm>
            <a:off x="11081006" y="122581"/>
            <a:ext cx="12525" cy="45719"/>
          </a:xfrm>
          <a:custGeom>
            <a:avLst/>
            <a:gdLst>
              <a:gd name="connsiteX0" fmla="*/ 2061 w 12525"/>
              <a:gd name="connsiteY0" fmla="*/ 26173 h 26173"/>
              <a:gd name="connsiteX1" fmla="*/ 12526 w 12525"/>
              <a:gd name="connsiteY1" fmla="*/ 3648 h 26173"/>
              <a:gd name="connsiteX2" fmla="*/ 12526 w 12525"/>
              <a:gd name="connsiteY2" fmla="*/ 2538 h 26173"/>
              <a:gd name="connsiteX3" fmla="*/ 4598 w 12525"/>
              <a:gd name="connsiteY3" fmla="*/ 0 h 26173"/>
              <a:gd name="connsiteX4" fmla="*/ 0 w 12525"/>
              <a:gd name="connsiteY4" fmla="*/ 22366 h 26173"/>
              <a:gd name="connsiteX5" fmla="*/ 2061 w 12525"/>
              <a:gd name="connsiteY5" fmla="*/ 26173 h 261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525" h="26173">
                <a:moveTo>
                  <a:pt x="2061" y="26173"/>
                </a:moveTo>
                <a:cubicBezTo>
                  <a:pt x="4440" y="18242"/>
                  <a:pt x="8403" y="10945"/>
                  <a:pt x="12526" y="3648"/>
                </a:cubicBezTo>
                <a:lnTo>
                  <a:pt x="12526" y="2538"/>
                </a:lnTo>
                <a:cubicBezTo>
                  <a:pt x="9831" y="2062"/>
                  <a:pt x="7452" y="635"/>
                  <a:pt x="4598" y="0"/>
                </a:cubicBezTo>
                <a:lnTo>
                  <a:pt x="0" y="22366"/>
                </a:lnTo>
                <a:lnTo>
                  <a:pt x="2061" y="26173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33" name="Freeform 732">
            <a:extLst>
              <a:ext uri="{FF2B5EF4-FFF2-40B4-BE49-F238E27FC236}">
                <a16:creationId xmlns:a16="http://schemas.microsoft.com/office/drawing/2014/main" id="{04B10371-2EE6-1488-DABE-7327C5CE0D39}"/>
              </a:ext>
            </a:extLst>
          </p:cNvPr>
          <p:cNvSpPr/>
          <p:nvPr userDrawn="1"/>
        </p:nvSpPr>
        <p:spPr>
          <a:xfrm>
            <a:off x="10697029" y="-5423"/>
            <a:ext cx="103987" cy="2564775"/>
          </a:xfrm>
          <a:custGeom>
            <a:avLst/>
            <a:gdLst>
              <a:gd name="connsiteX0" fmla="*/ 20928 w 103370"/>
              <a:gd name="connsiteY0" fmla="*/ 2222685 h 2839585"/>
              <a:gd name="connsiteX1" fmla="*/ 15697 w 103370"/>
              <a:gd name="connsiteY1" fmla="*/ 2376394 h 2839585"/>
              <a:gd name="connsiteX2" fmla="*/ 14111 w 103370"/>
              <a:gd name="connsiteY2" fmla="*/ 2422079 h 2839585"/>
              <a:gd name="connsiteX3" fmla="*/ 0 w 103370"/>
              <a:gd name="connsiteY3" fmla="*/ 2838476 h 2839585"/>
              <a:gd name="connsiteX4" fmla="*/ 1745 w 103370"/>
              <a:gd name="connsiteY4" fmla="*/ 2838158 h 2839585"/>
              <a:gd name="connsiteX5" fmla="*/ 8562 w 103370"/>
              <a:gd name="connsiteY5" fmla="*/ 2839586 h 2839585"/>
              <a:gd name="connsiteX6" fmla="*/ 24099 w 103370"/>
              <a:gd name="connsiteY6" fmla="*/ 2377505 h 2839585"/>
              <a:gd name="connsiteX7" fmla="*/ 25684 w 103370"/>
              <a:gd name="connsiteY7" fmla="*/ 2331820 h 2839585"/>
              <a:gd name="connsiteX8" fmla="*/ 31075 w 103370"/>
              <a:gd name="connsiteY8" fmla="*/ 2173352 h 2839585"/>
              <a:gd name="connsiteX9" fmla="*/ 32819 w 103370"/>
              <a:gd name="connsiteY9" fmla="*/ 2123225 h 2839585"/>
              <a:gd name="connsiteX10" fmla="*/ 103371 w 103370"/>
              <a:gd name="connsiteY10" fmla="*/ 30298 h 2839585"/>
              <a:gd name="connsiteX11" fmla="*/ 101943 w 103370"/>
              <a:gd name="connsiteY11" fmla="*/ 1269 h 2839585"/>
              <a:gd name="connsiteX12" fmla="*/ 95920 w 103370"/>
              <a:gd name="connsiteY12" fmla="*/ 0 h 2839585"/>
              <a:gd name="connsiteX13" fmla="*/ 22672 w 103370"/>
              <a:gd name="connsiteY13" fmla="*/ 2172717 h 2839585"/>
              <a:gd name="connsiteX14" fmla="*/ 20928 w 103370"/>
              <a:gd name="connsiteY14" fmla="*/ 2222843 h 28395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03370" h="2839585">
                <a:moveTo>
                  <a:pt x="20928" y="2222685"/>
                </a:moveTo>
                <a:lnTo>
                  <a:pt x="15697" y="2376394"/>
                </a:lnTo>
                <a:lnTo>
                  <a:pt x="14111" y="2422079"/>
                </a:lnTo>
                <a:lnTo>
                  <a:pt x="0" y="2838476"/>
                </a:lnTo>
                <a:cubicBezTo>
                  <a:pt x="0" y="2838476"/>
                  <a:pt x="1110" y="2838158"/>
                  <a:pt x="1745" y="2838158"/>
                </a:cubicBezTo>
                <a:cubicBezTo>
                  <a:pt x="4122" y="2838158"/>
                  <a:pt x="6183" y="2839269"/>
                  <a:pt x="8562" y="2839586"/>
                </a:cubicBezTo>
                <a:lnTo>
                  <a:pt x="24099" y="2377505"/>
                </a:lnTo>
                <a:lnTo>
                  <a:pt x="25684" y="2331820"/>
                </a:lnTo>
                <a:lnTo>
                  <a:pt x="31075" y="2173352"/>
                </a:lnTo>
                <a:lnTo>
                  <a:pt x="32819" y="2123225"/>
                </a:lnTo>
                <a:lnTo>
                  <a:pt x="103371" y="30298"/>
                </a:lnTo>
                <a:lnTo>
                  <a:pt x="101943" y="1269"/>
                </a:lnTo>
                <a:cubicBezTo>
                  <a:pt x="99725" y="1269"/>
                  <a:pt x="97980" y="317"/>
                  <a:pt x="95920" y="0"/>
                </a:cubicBezTo>
                <a:lnTo>
                  <a:pt x="22672" y="2172717"/>
                </a:lnTo>
                <a:lnTo>
                  <a:pt x="20928" y="2222843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34" name="Freeform 733">
            <a:extLst>
              <a:ext uri="{FF2B5EF4-FFF2-40B4-BE49-F238E27FC236}">
                <a16:creationId xmlns:a16="http://schemas.microsoft.com/office/drawing/2014/main" id="{535191E2-8ACA-C5F8-F394-057774CD84A1}"/>
              </a:ext>
            </a:extLst>
          </p:cNvPr>
          <p:cNvSpPr/>
          <p:nvPr userDrawn="1"/>
        </p:nvSpPr>
        <p:spPr>
          <a:xfrm>
            <a:off x="10799908" y="-5422"/>
            <a:ext cx="155530" cy="2971840"/>
          </a:xfrm>
          <a:custGeom>
            <a:avLst/>
            <a:gdLst>
              <a:gd name="connsiteX0" fmla="*/ 71503 w 170434"/>
              <a:gd name="connsiteY0" fmla="*/ 1439383 h 3244719"/>
              <a:gd name="connsiteX1" fmla="*/ 73247 w 170434"/>
              <a:gd name="connsiteY1" fmla="*/ 1473171 h 3244719"/>
              <a:gd name="connsiteX2" fmla="*/ 81174 w 170434"/>
              <a:gd name="connsiteY2" fmla="*/ 1631005 h 3244719"/>
              <a:gd name="connsiteX3" fmla="*/ 82760 w 170434"/>
              <a:gd name="connsiteY3" fmla="*/ 1662731 h 3244719"/>
              <a:gd name="connsiteX4" fmla="*/ 84821 w 170434"/>
              <a:gd name="connsiteY4" fmla="*/ 1703974 h 3244719"/>
              <a:gd name="connsiteX5" fmla="*/ 86882 w 170434"/>
              <a:gd name="connsiteY5" fmla="*/ 1745217 h 3244719"/>
              <a:gd name="connsiteX6" fmla="*/ 91797 w 170434"/>
              <a:gd name="connsiteY6" fmla="*/ 1842614 h 3244719"/>
              <a:gd name="connsiteX7" fmla="*/ 93700 w 170434"/>
              <a:gd name="connsiteY7" fmla="*/ 1879257 h 3244719"/>
              <a:gd name="connsiteX8" fmla="*/ 138567 w 170434"/>
              <a:gd name="connsiteY8" fmla="*/ 2778514 h 3244719"/>
              <a:gd name="connsiteX9" fmla="*/ 139043 w 170434"/>
              <a:gd name="connsiteY9" fmla="*/ 2787873 h 3244719"/>
              <a:gd name="connsiteX10" fmla="*/ 143007 w 170434"/>
              <a:gd name="connsiteY10" fmla="*/ 2867028 h 3244719"/>
              <a:gd name="connsiteX11" fmla="*/ 143482 w 170434"/>
              <a:gd name="connsiteY11" fmla="*/ 2875594 h 3244719"/>
              <a:gd name="connsiteX12" fmla="*/ 159178 w 170434"/>
              <a:gd name="connsiteY12" fmla="*/ 3190628 h 3244719"/>
              <a:gd name="connsiteX13" fmla="*/ 159812 w 170434"/>
              <a:gd name="connsiteY13" fmla="*/ 3204111 h 3244719"/>
              <a:gd name="connsiteX14" fmla="*/ 160446 w 170434"/>
              <a:gd name="connsiteY14" fmla="*/ 3216008 h 3244719"/>
              <a:gd name="connsiteX15" fmla="*/ 160922 w 170434"/>
              <a:gd name="connsiteY15" fmla="*/ 3226319 h 3244719"/>
              <a:gd name="connsiteX16" fmla="*/ 161556 w 170434"/>
              <a:gd name="connsiteY16" fmla="*/ 3239327 h 3244719"/>
              <a:gd name="connsiteX17" fmla="*/ 161873 w 170434"/>
              <a:gd name="connsiteY17" fmla="*/ 3244720 h 3244719"/>
              <a:gd name="connsiteX18" fmla="*/ 169801 w 170434"/>
              <a:gd name="connsiteY18" fmla="*/ 3243133 h 3244719"/>
              <a:gd name="connsiteX19" fmla="*/ 170434 w 170434"/>
              <a:gd name="connsiteY19" fmla="*/ 3243133 h 3244719"/>
              <a:gd name="connsiteX20" fmla="*/ 169642 w 170434"/>
              <a:gd name="connsiteY20" fmla="*/ 3226319 h 3244719"/>
              <a:gd name="connsiteX21" fmla="*/ 169642 w 170434"/>
              <a:gd name="connsiteY21" fmla="*/ 3226319 h 3244719"/>
              <a:gd name="connsiteX22" fmla="*/ 169008 w 170434"/>
              <a:gd name="connsiteY22" fmla="*/ 3213946 h 3244719"/>
              <a:gd name="connsiteX23" fmla="*/ 168373 w 170434"/>
              <a:gd name="connsiteY23" fmla="*/ 3200463 h 3244719"/>
              <a:gd name="connsiteX24" fmla="*/ 152044 w 170434"/>
              <a:gd name="connsiteY24" fmla="*/ 2874008 h 3244719"/>
              <a:gd name="connsiteX25" fmla="*/ 151568 w 170434"/>
              <a:gd name="connsiteY25" fmla="*/ 2865442 h 3244719"/>
              <a:gd name="connsiteX26" fmla="*/ 147445 w 170434"/>
              <a:gd name="connsiteY26" fmla="*/ 2783273 h 3244719"/>
              <a:gd name="connsiteX27" fmla="*/ 146970 w 170434"/>
              <a:gd name="connsiteY27" fmla="*/ 2773914 h 3244719"/>
              <a:gd name="connsiteX28" fmla="*/ 100517 w 170434"/>
              <a:gd name="connsiteY28" fmla="*/ 1842455 h 3244719"/>
              <a:gd name="connsiteX29" fmla="*/ 98615 w 170434"/>
              <a:gd name="connsiteY29" fmla="*/ 1805812 h 3244719"/>
              <a:gd name="connsiteX30" fmla="*/ 93541 w 170434"/>
              <a:gd name="connsiteY30" fmla="*/ 1703656 h 3244719"/>
              <a:gd name="connsiteX31" fmla="*/ 91480 w 170434"/>
              <a:gd name="connsiteY31" fmla="*/ 1662413 h 3244719"/>
              <a:gd name="connsiteX32" fmla="*/ 89894 w 170434"/>
              <a:gd name="connsiteY32" fmla="*/ 1631481 h 3244719"/>
              <a:gd name="connsiteX33" fmla="*/ 88309 w 170434"/>
              <a:gd name="connsiteY33" fmla="*/ 1599756 h 3244719"/>
              <a:gd name="connsiteX34" fmla="*/ 80382 w 170434"/>
              <a:gd name="connsiteY34" fmla="*/ 1439701 h 3244719"/>
              <a:gd name="connsiteX35" fmla="*/ 78638 w 170434"/>
              <a:gd name="connsiteY35" fmla="*/ 1405913 h 3244719"/>
              <a:gd name="connsiteX36" fmla="*/ 8562 w 170434"/>
              <a:gd name="connsiteY36" fmla="*/ 0 h 3244719"/>
              <a:gd name="connsiteX37" fmla="*/ 635 w 170434"/>
              <a:gd name="connsiteY37" fmla="*/ 1586 h 3244719"/>
              <a:gd name="connsiteX38" fmla="*/ 0 w 170434"/>
              <a:gd name="connsiteY38" fmla="*/ 1428 h 3244719"/>
              <a:gd name="connsiteX39" fmla="*/ 1427 w 170434"/>
              <a:gd name="connsiteY39" fmla="*/ 30456 h 3244719"/>
              <a:gd name="connsiteX40" fmla="*/ 71662 w 170434"/>
              <a:gd name="connsiteY40" fmla="*/ 1439383 h 3244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170434" h="3244719">
                <a:moveTo>
                  <a:pt x="71503" y="1439383"/>
                </a:moveTo>
                <a:lnTo>
                  <a:pt x="73247" y="1473171"/>
                </a:lnTo>
                <a:lnTo>
                  <a:pt x="81174" y="1631005"/>
                </a:lnTo>
                <a:lnTo>
                  <a:pt x="82760" y="1662731"/>
                </a:lnTo>
                <a:lnTo>
                  <a:pt x="84821" y="1703974"/>
                </a:lnTo>
                <a:lnTo>
                  <a:pt x="86882" y="1745217"/>
                </a:lnTo>
                <a:lnTo>
                  <a:pt x="91797" y="1842614"/>
                </a:lnTo>
                <a:lnTo>
                  <a:pt x="93700" y="1879257"/>
                </a:lnTo>
                <a:lnTo>
                  <a:pt x="138567" y="2778514"/>
                </a:lnTo>
                <a:lnTo>
                  <a:pt x="139043" y="2787873"/>
                </a:lnTo>
                <a:lnTo>
                  <a:pt x="143007" y="2867028"/>
                </a:lnTo>
                <a:lnTo>
                  <a:pt x="143482" y="2875594"/>
                </a:lnTo>
                <a:lnTo>
                  <a:pt x="159178" y="3190628"/>
                </a:lnTo>
                <a:lnTo>
                  <a:pt x="159812" y="3204111"/>
                </a:lnTo>
                <a:lnTo>
                  <a:pt x="160446" y="3216008"/>
                </a:lnTo>
                <a:lnTo>
                  <a:pt x="160922" y="3226319"/>
                </a:lnTo>
                <a:lnTo>
                  <a:pt x="161556" y="3239327"/>
                </a:lnTo>
                <a:lnTo>
                  <a:pt x="161873" y="3244720"/>
                </a:lnTo>
                <a:cubicBezTo>
                  <a:pt x="164568" y="3244403"/>
                  <a:pt x="166947" y="3243133"/>
                  <a:pt x="169801" y="3243133"/>
                </a:cubicBezTo>
                <a:cubicBezTo>
                  <a:pt x="169959" y="3243133"/>
                  <a:pt x="170276" y="3243133"/>
                  <a:pt x="170434" y="3243133"/>
                </a:cubicBezTo>
                <a:lnTo>
                  <a:pt x="169642" y="3226319"/>
                </a:lnTo>
                <a:lnTo>
                  <a:pt x="169642" y="3226319"/>
                </a:lnTo>
                <a:lnTo>
                  <a:pt x="169008" y="3213946"/>
                </a:lnTo>
                <a:lnTo>
                  <a:pt x="168373" y="3200463"/>
                </a:lnTo>
                <a:lnTo>
                  <a:pt x="152044" y="2874008"/>
                </a:lnTo>
                <a:lnTo>
                  <a:pt x="151568" y="2865442"/>
                </a:lnTo>
                <a:lnTo>
                  <a:pt x="147445" y="2783273"/>
                </a:lnTo>
                <a:lnTo>
                  <a:pt x="146970" y="2773914"/>
                </a:lnTo>
                <a:lnTo>
                  <a:pt x="100517" y="1842455"/>
                </a:lnTo>
                <a:lnTo>
                  <a:pt x="98615" y="1805812"/>
                </a:lnTo>
                <a:lnTo>
                  <a:pt x="93541" y="1703656"/>
                </a:lnTo>
                <a:lnTo>
                  <a:pt x="91480" y="1662413"/>
                </a:lnTo>
                <a:lnTo>
                  <a:pt x="89894" y="1631481"/>
                </a:lnTo>
                <a:lnTo>
                  <a:pt x="88309" y="1599756"/>
                </a:lnTo>
                <a:lnTo>
                  <a:pt x="80382" y="1439701"/>
                </a:lnTo>
                <a:lnTo>
                  <a:pt x="78638" y="1405913"/>
                </a:lnTo>
                <a:lnTo>
                  <a:pt x="8562" y="0"/>
                </a:lnTo>
                <a:cubicBezTo>
                  <a:pt x="5866" y="317"/>
                  <a:pt x="3488" y="1586"/>
                  <a:pt x="635" y="1586"/>
                </a:cubicBezTo>
                <a:cubicBezTo>
                  <a:pt x="476" y="1586"/>
                  <a:pt x="159" y="1428"/>
                  <a:pt x="0" y="1428"/>
                </a:cubicBezTo>
                <a:lnTo>
                  <a:pt x="1427" y="30456"/>
                </a:lnTo>
                <a:lnTo>
                  <a:pt x="71662" y="1439383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35" name="Freeform 734">
            <a:extLst>
              <a:ext uri="{FF2B5EF4-FFF2-40B4-BE49-F238E27FC236}">
                <a16:creationId xmlns:a16="http://schemas.microsoft.com/office/drawing/2014/main" id="{DC31B41C-C559-8B5B-22D3-9CF1C224B22A}"/>
              </a:ext>
            </a:extLst>
          </p:cNvPr>
          <p:cNvSpPr/>
          <p:nvPr userDrawn="1"/>
        </p:nvSpPr>
        <p:spPr>
          <a:xfrm>
            <a:off x="10868240" y="-330618"/>
            <a:ext cx="8878" cy="45719"/>
          </a:xfrm>
          <a:custGeom>
            <a:avLst/>
            <a:gdLst>
              <a:gd name="connsiteX0" fmla="*/ 2695 w 8878"/>
              <a:gd name="connsiteY0" fmla="*/ 317 h 11262"/>
              <a:gd name="connsiteX1" fmla="*/ 1744 w 8878"/>
              <a:gd name="connsiteY1" fmla="*/ 0 h 11262"/>
              <a:gd name="connsiteX2" fmla="*/ 0 w 8878"/>
              <a:gd name="connsiteY2" fmla="*/ 8407 h 11262"/>
              <a:gd name="connsiteX3" fmla="*/ 8878 w 8878"/>
              <a:gd name="connsiteY3" fmla="*/ 11263 h 11262"/>
              <a:gd name="connsiteX4" fmla="*/ 2695 w 8878"/>
              <a:gd name="connsiteY4" fmla="*/ 317 h 112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878" h="11262">
                <a:moveTo>
                  <a:pt x="2695" y="317"/>
                </a:moveTo>
                <a:lnTo>
                  <a:pt x="1744" y="0"/>
                </a:lnTo>
                <a:cubicBezTo>
                  <a:pt x="951" y="2697"/>
                  <a:pt x="1110" y="5711"/>
                  <a:pt x="0" y="8407"/>
                </a:cubicBezTo>
                <a:lnTo>
                  <a:pt x="8878" y="11263"/>
                </a:lnTo>
                <a:lnTo>
                  <a:pt x="2695" y="317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36" name="Freeform 735">
            <a:extLst>
              <a:ext uri="{FF2B5EF4-FFF2-40B4-BE49-F238E27FC236}">
                <a16:creationId xmlns:a16="http://schemas.microsoft.com/office/drawing/2014/main" id="{DB7F6E74-32F6-CE73-0DF8-E6244316001D}"/>
              </a:ext>
            </a:extLst>
          </p:cNvPr>
          <p:cNvSpPr/>
          <p:nvPr userDrawn="1"/>
        </p:nvSpPr>
        <p:spPr>
          <a:xfrm>
            <a:off x="10924603" y="4721"/>
            <a:ext cx="1267397" cy="358993"/>
          </a:xfrm>
          <a:custGeom>
            <a:avLst/>
            <a:gdLst>
              <a:gd name="connsiteX0" fmla="*/ 6182 w 1267397"/>
              <a:gd name="connsiteY0" fmla="*/ 10945 h 416872"/>
              <a:gd name="connsiteX1" fmla="*/ 1267397 w 1267397"/>
              <a:gd name="connsiteY1" fmla="*/ 416872 h 416872"/>
              <a:gd name="connsiteX2" fmla="*/ 1267397 w 1267397"/>
              <a:gd name="connsiteY2" fmla="*/ 407989 h 416872"/>
              <a:gd name="connsiteX3" fmla="*/ 0 w 1267397"/>
              <a:gd name="connsiteY3" fmla="*/ 0 h 416872"/>
              <a:gd name="connsiteX4" fmla="*/ 6182 w 1267397"/>
              <a:gd name="connsiteY4" fmla="*/ 10945 h 4168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67397" h="416872">
                <a:moveTo>
                  <a:pt x="6182" y="10945"/>
                </a:moveTo>
                <a:lnTo>
                  <a:pt x="1267397" y="416872"/>
                </a:lnTo>
                <a:lnTo>
                  <a:pt x="1267397" y="407989"/>
                </a:lnTo>
                <a:lnTo>
                  <a:pt x="0" y="0"/>
                </a:lnTo>
                <a:lnTo>
                  <a:pt x="6182" y="10945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37" name="Freeform 736">
            <a:extLst>
              <a:ext uri="{FF2B5EF4-FFF2-40B4-BE49-F238E27FC236}">
                <a16:creationId xmlns:a16="http://schemas.microsoft.com/office/drawing/2014/main" id="{BB80312B-7B85-5C9C-5FC9-E6CA6933711A}"/>
              </a:ext>
            </a:extLst>
          </p:cNvPr>
          <p:cNvSpPr/>
          <p:nvPr userDrawn="1"/>
        </p:nvSpPr>
        <p:spPr>
          <a:xfrm>
            <a:off x="11110019" y="213792"/>
            <a:ext cx="1048131" cy="1615470"/>
          </a:xfrm>
          <a:custGeom>
            <a:avLst/>
            <a:gdLst>
              <a:gd name="connsiteX0" fmla="*/ 954115 w 1048131"/>
              <a:gd name="connsiteY0" fmla="*/ 1690807 h 1875925"/>
              <a:gd name="connsiteX1" fmla="*/ 949993 w 1048131"/>
              <a:gd name="connsiteY1" fmla="*/ 1683352 h 1875925"/>
              <a:gd name="connsiteX2" fmla="*/ 71662 w 1048131"/>
              <a:gd name="connsiteY2" fmla="*/ 111356 h 1875925"/>
              <a:gd name="connsiteX3" fmla="*/ 60089 w 1048131"/>
              <a:gd name="connsiteY3" fmla="*/ 90735 h 1875925"/>
              <a:gd name="connsiteX4" fmla="*/ 41063 w 1048131"/>
              <a:gd name="connsiteY4" fmla="*/ 56789 h 1875925"/>
              <a:gd name="connsiteX5" fmla="*/ 33452 w 1048131"/>
              <a:gd name="connsiteY5" fmla="*/ 42988 h 1875925"/>
              <a:gd name="connsiteX6" fmla="*/ 30916 w 1048131"/>
              <a:gd name="connsiteY6" fmla="*/ 38388 h 1875925"/>
              <a:gd name="connsiteX7" fmla="*/ 28221 w 1048131"/>
              <a:gd name="connsiteY7" fmla="*/ 33470 h 1875925"/>
              <a:gd name="connsiteX8" fmla="*/ 25368 w 1048131"/>
              <a:gd name="connsiteY8" fmla="*/ 28236 h 1875925"/>
              <a:gd name="connsiteX9" fmla="*/ 15379 w 1048131"/>
              <a:gd name="connsiteY9" fmla="*/ 10469 h 1875925"/>
              <a:gd name="connsiteX10" fmla="*/ 0 w 1048131"/>
              <a:gd name="connsiteY10" fmla="*/ 0 h 1875925"/>
              <a:gd name="connsiteX11" fmla="*/ 17282 w 1048131"/>
              <a:gd name="connsiteY11" fmla="*/ 31091 h 1875925"/>
              <a:gd name="connsiteX12" fmla="*/ 28855 w 1048131"/>
              <a:gd name="connsiteY12" fmla="*/ 51712 h 1875925"/>
              <a:gd name="connsiteX13" fmla="*/ 32660 w 1048131"/>
              <a:gd name="connsiteY13" fmla="*/ 58375 h 1875925"/>
              <a:gd name="connsiteX14" fmla="*/ 40271 w 1048131"/>
              <a:gd name="connsiteY14" fmla="*/ 72175 h 1875925"/>
              <a:gd name="connsiteX15" fmla="*/ 63417 w 1048131"/>
              <a:gd name="connsiteY15" fmla="*/ 113418 h 1875925"/>
              <a:gd name="connsiteX16" fmla="*/ 74992 w 1048131"/>
              <a:gd name="connsiteY16" fmla="*/ 134040 h 1875925"/>
              <a:gd name="connsiteX17" fmla="*/ 942700 w 1048131"/>
              <a:gd name="connsiteY17" fmla="*/ 1687159 h 1875925"/>
              <a:gd name="connsiteX18" fmla="*/ 946823 w 1048131"/>
              <a:gd name="connsiteY18" fmla="*/ 1694615 h 1875925"/>
              <a:gd name="connsiteX19" fmla="*/ 1048131 w 1048131"/>
              <a:gd name="connsiteY19" fmla="*/ 1875926 h 1875925"/>
              <a:gd name="connsiteX20" fmla="*/ 1048131 w 1048131"/>
              <a:gd name="connsiteY20" fmla="*/ 1858635 h 1875925"/>
              <a:gd name="connsiteX21" fmla="*/ 1044485 w 1048131"/>
              <a:gd name="connsiteY21" fmla="*/ 1852131 h 1875925"/>
              <a:gd name="connsiteX22" fmla="*/ 954115 w 1048131"/>
              <a:gd name="connsiteY22" fmla="*/ 1690490 h 1875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1048131" h="1875925">
                <a:moveTo>
                  <a:pt x="954115" y="1690807"/>
                </a:moveTo>
                <a:lnTo>
                  <a:pt x="949993" y="1683352"/>
                </a:lnTo>
                <a:lnTo>
                  <a:pt x="71662" y="111356"/>
                </a:lnTo>
                <a:lnTo>
                  <a:pt x="60089" y="90735"/>
                </a:lnTo>
                <a:lnTo>
                  <a:pt x="41063" y="56789"/>
                </a:lnTo>
                <a:lnTo>
                  <a:pt x="33452" y="42988"/>
                </a:lnTo>
                <a:lnTo>
                  <a:pt x="30916" y="38388"/>
                </a:lnTo>
                <a:lnTo>
                  <a:pt x="28221" y="33470"/>
                </a:lnTo>
                <a:lnTo>
                  <a:pt x="25368" y="28236"/>
                </a:lnTo>
                <a:lnTo>
                  <a:pt x="15379" y="10469"/>
                </a:lnTo>
                <a:cubicBezTo>
                  <a:pt x="9513" y="7931"/>
                  <a:pt x="4915" y="3807"/>
                  <a:pt x="0" y="0"/>
                </a:cubicBezTo>
                <a:lnTo>
                  <a:pt x="17282" y="31091"/>
                </a:lnTo>
                <a:lnTo>
                  <a:pt x="28855" y="51712"/>
                </a:lnTo>
                <a:lnTo>
                  <a:pt x="32660" y="58375"/>
                </a:lnTo>
                <a:lnTo>
                  <a:pt x="40271" y="72175"/>
                </a:lnTo>
                <a:lnTo>
                  <a:pt x="63417" y="113418"/>
                </a:lnTo>
                <a:lnTo>
                  <a:pt x="74992" y="134040"/>
                </a:lnTo>
                <a:lnTo>
                  <a:pt x="942700" y="1687159"/>
                </a:lnTo>
                <a:lnTo>
                  <a:pt x="946823" y="1694615"/>
                </a:lnTo>
                <a:lnTo>
                  <a:pt x="1048131" y="1875926"/>
                </a:lnTo>
                <a:lnTo>
                  <a:pt x="1048131" y="1858635"/>
                </a:lnTo>
                <a:lnTo>
                  <a:pt x="1044485" y="1852131"/>
                </a:lnTo>
                <a:lnTo>
                  <a:pt x="954115" y="169049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38" name="Freeform 737">
            <a:extLst>
              <a:ext uri="{FF2B5EF4-FFF2-40B4-BE49-F238E27FC236}">
                <a16:creationId xmlns:a16="http://schemas.microsoft.com/office/drawing/2014/main" id="{3F98493E-A772-52DA-A4D4-0B2E35CC3A3A}"/>
              </a:ext>
            </a:extLst>
          </p:cNvPr>
          <p:cNvSpPr/>
          <p:nvPr userDrawn="1"/>
        </p:nvSpPr>
        <p:spPr>
          <a:xfrm>
            <a:off x="11039310" y="87842"/>
            <a:ext cx="43599" cy="66252"/>
          </a:xfrm>
          <a:custGeom>
            <a:avLst/>
            <a:gdLst>
              <a:gd name="connsiteX0" fmla="*/ 42965 w 43599"/>
              <a:gd name="connsiteY0" fmla="*/ 76934 h 76934"/>
              <a:gd name="connsiteX1" fmla="*/ 41380 w 43599"/>
              <a:gd name="connsiteY1" fmla="*/ 69320 h 76934"/>
              <a:gd name="connsiteX2" fmla="*/ 43599 w 43599"/>
              <a:gd name="connsiteY2" fmla="*/ 61071 h 76934"/>
              <a:gd name="connsiteX3" fmla="*/ 41538 w 43599"/>
              <a:gd name="connsiteY3" fmla="*/ 57264 h 76934"/>
              <a:gd name="connsiteX4" fmla="*/ 23464 w 43599"/>
              <a:gd name="connsiteY4" fmla="*/ 24904 h 76934"/>
              <a:gd name="connsiteX5" fmla="*/ 0 w 43599"/>
              <a:gd name="connsiteY5" fmla="*/ 0 h 76934"/>
              <a:gd name="connsiteX6" fmla="*/ 39001 w 43599"/>
              <a:gd name="connsiteY6" fmla="*/ 69796 h 76934"/>
              <a:gd name="connsiteX7" fmla="*/ 42965 w 43599"/>
              <a:gd name="connsiteY7" fmla="*/ 76934 h 7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3599" h="76934">
                <a:moveTo>
                  <a:pt x="42965" y="76934"/>
                </a:moveTo>
                <a:cubicBezTo>
                  <a:pt x="42648" y="74238"/>
                  <a:pt x="41380" y="72017"/>
                  <a:pt x="41380" y="69320"/>
                </a:cubicBezTo>
                <a:cubicBezTo>
                  <a:pt x="41380" y="66148"/>
                  <a:pt x="42806" y="63768"/>
                  <a:pt x="43599" y="61071"/>
                </a:cubicBezTo>
                <a:lnTo>
                  <a:pt x="41538" y="57264"/>
                </a:lnTo>
                <a:lnTo>
                  <a:pt x="23464" y="24904"/>
                </a:lnTo>
                <a:cubicBezTo>
                  <a:pt x="13476" y="18559"/>
                  <a:pt x="5549" y="10152"/>
                  <a:pt x="0" y="0"/>
                </a:cubicBezTo>
                <a:lnTo>
                  <a:pt x="39001" y="69796"/>
                </a:lnTo>
                <a:lnTo>
                  <a:pt x="42965" y="76934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39" name="Freeform 738">
            <a:extLst>
              <a:ext uri="{FF2B5EF4-FFF2-40B4-BE49-F238E27FC236}">
                <a16:creationId xmlns:a16="http://schemas.microsoft.com/office/drawing/2014/main" id="{A2462E1E-1A18-39C9-990F-F0D584053B16}"/>
              </a:ext>
            </a:extLst>
          </p:cNvPr>
          <p:cNvSpPr/>
          <p:nvPr userDrawn="1"/>
        </p:nvSpPr>
        <p:spPr>
          <a:xfrm>
            <a:off x="10149087" y="0"/>
            <a:ext cx="544914" cy="2208433"/>
          </a:xfrm>
          <a:custGeom>
            <a:avLst/>
            <a:gdLst>
              <a:gd name="connsiteX0" fmla="*/ 498461 w 544914"/>
              <a:gd name="connsiteY0" fmla="*/ 3580851 h 3854006"/>
              <a:gd name="connsiteX1" fmla="*/ 507181 w 544914"/>
              <a:gd name="connsiteY1" fmla="*/ 3643826 h 3854006"/>
              <a:gd name="connsiteX2" fmla="*/ 510510 w 544914"/>
              <a:gd name="connsiteY2" fmla="*/ 3667779 h 3854006"/>
              <a:gd name="connsiteX3" fmla="*/ 536512 w 544914"/>
              <a:gd name="connsiteY3" fmla="*/ 3854007 h 3854006"/>
              <a:gd name="connsiteX4" fmla="*/ 544914 w 544914"/>
              <a:gd name="connsiteY4" fmla="*/ 3852262 h 3854006"/>
              <a:gd name="connsiteX5" fmla="*/ 515900 w 544914"/>
              <a:gd name="connsiteY5" fmla="*/ 3644143 h 3854006"/>
              <a:gd name="connsiteX6" fmla="*/ 512572 w 544914"/>
              <a:gd name="connsiteY6" fmla="*/ 3620190 h 3854006"/>
              <a:gd name="connsiteX7" fmla="*/ 503693 w 544914"/>
              <a:gd name="connsiteY7" fmla="*/ 3555946 h 3854006"/>
              <a:gd name="connsiteX8" fmla="*/ 500205 w 544914"/>
              <a:gd name="connsiteY8" fmla="*/ 3530883 h 3854006"/>
              <a:gd name="connsiteX9" fmla="*/ 8245 w 544914"/>
              <a:gd name="connsiteY9" fmla="*/ 0 h 3854006"/>
              <a:gd name="connsiteX10" fmla="*/ 0 w 544914"/>
              <a:gd name="connsiteY10" fmla="*/ 1586 h 3854006"/>
              <a:gd name="connsiteX11" fmla="*/ 494973 w 544914"/>
              <a:gd name="connsiteY11" fmla="*/ 3555629 h 3854006"/>
              <a:gd name="connsiteX12" fmla="*/ 498461 w 544914"/>
              <a:gd name="connsiteY12" fmla="*/ 3580692 h 38540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544914" h="3854006">
                <a:moveTo>
                  <a:pt x="498461" y="3580851"/>
                </a:moveTo>
                <a:lnTo>
                  <a:pt x="507181" y="3643826"/>
                </a:lnTo>
                <a:lnTo>
                  <a:pt x="510510" y="3667779"/>
                </a:lnTo>
                <a:lnTo>
                  <a:pt x="536512" y="3854007"/>
                </a:lnTo>
                <a:cubicBezTo>
                  <a:pt x="539366" y="3853372"/>
                  <a:pt x="541902" y="3852579"/>
                  <a:pt x="544914" y="3852262"/>
                </a:cubicBezTo>
                <a:lnTo>
                  <a:pt x="515900" y="3644143"/>
                </a:lnTo>
                <a:lnTo>
                  <a:pt x="512572" y="3620190"/>
                </a:lnTo>
                <a:lnTo>
                  <a:pt x="503693" y="3555946"/>
                </a:lnTo>
                <a:lnTo>
                  <a:pt x="500205" y="3530883"/>
                </a:lnTo>
                <a:lnTo>
                  <a:pt x="8245" y="0"/>
                </a:lnTo>
                <a:cubicBezTo>
                  <a:pt x="5549" y="476"/>
                  <a:pt x="2854" y="1428"/>
                  <a:pt x="0" y="1586"/>
                </a:cubicBezTo>
                <a:lnTo>
                  <a:pt x="494973" y="3555629"/>
                </a:lnTo>
                <a:lnTo>
                  <a:pt x="498461" y="358069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40" name="Freeform 739">
            <a:extLst>
              <a:ext uri="{FF2B5EF4-FFF2-40B4-BE49-F238E27FC236}">
                <a16:creationId xmlns:a16="http://schemas.microsoft.com/office/drawing/2014/main" id="{F3D26822-7D51-588F-1309-8805D263B897}"/>
              </a:ext>
            </a:extLst>
          </p:cNvPr>
          <p:cNvSpPr/>
          <p:nvPr userDrawn="1"/>
        </p:nvSpPr>
        <p:spPr>
          <a:xfrm>
            <a:off x="1866930" y="5934681"/>
            <a:ext cx="142847" cy="123216"/>
          </a:xfrm>
          <a:custGeom>
            <a:avLst/>
            <a:gdLst>
              <a:gd name="connsiteX0" fmla="*/ 36465 w 142847"/>
              <a:gd name="connsiteY0" fmla="*/ 132295 h 143082"/>
              <a:gd name="connsiteX1" fmla="*/ 43599 w 142847"/>
              <a:gd name="connsiteY1" fmla="*/ 137054 h 143082"/>
              <a:gd name="connsiteX2" fmla="*/ 53746 w 142847"/>
              <a:gd name="connsiteY2" fmla="*/ 139275 h 143082"/>
              <a:gd name="connsiteX3" fmla="*/ 61990 w 142847"/>
              <a:gd name="connsiteY3" fmla="*/ 141020 h 143082"/>
              <a:gd name="connsiteX4" fmla="*/ 65637 w 142847"/>
              <a:gd name="connsiteY4" fmla="*/ 141813 h 143082"/>
              <a:gd name="connsiteX5" fmla="*/ 68649 w 142847"/>
              <a:gd name="connsiteY5" fmla="*/ 142447 h 143082"/>
              <a:gd name="connsiteX6" fmla="*/ 71662 w 142847"/>
              <a:gd name="connsiteY6" fmla="*/ 143082 h 143082"/>
              <a:gd name="connsiteX7" fmla="*/ 79906 w 142847"/>
              <a:gd name="connsiteY7" fmla="*/ 141337 h 143082"/>
              <a:gd name="connsiteX8" fmla="*/ 88309 w 142847"/>
              <a:gd name="connsiteY8" fmla="*/ 139592 h 143082"/>
              <a:gd name="connsiteX9" fmla="*/ 142055 w 142847"/>
              <a:gd name="connsiteY9" fmla="*/ 75824 h 143082"/>
              <a:gd name="connsiteX10" fmla="*/ 142848 w 142847"/>
              <a:gd name="connsiteY10" fmla="*/ 71541 h 143082"/>
              <a:gd name="connsiteX11" fmla="*/ 142055 w 142847"/>
              <a:gd name="connsiteY11" fmla="*/ 67258 h 143082"/>
              <a:gd name="connsiteX12" fmla="*/ 81333 w 142847"/>
              <a:gd name="connsiteY12" fmla="*/ 2062 h 143082"/>
              <a:gd name="connsiteX13" fmla="*/ 72930 w 142847"/>
              <a:gd name="connsiteY13" fmla="*/ 318 h 143082"/>
              <a:gd name="connsiteX14" fmla="*/ 71503 w 142847"/>
              <a:gd name="connsiteY14" fmla="*/ 0 h 143082"/>
              <a:gd name="connsiteX15" fmla="*/ 3012 w 142847"/>
              <a:gd name="connsiteY15" fmla="*/ 56947 h 143082"/>
              <a:gd name="connsiteX16" fmla="*/ 1268 w 142847"/>
              <a:gd name="connsiteY16" fmla="*/ 65354 h 143082"/>
              <a:gd name="connsiteX17" fmla="*/ 0 w 142847"/>
              <a:gd name="connsiteY17" fmla="*/ 71541 h 143082"/>
              <a:gd name="connsiteX18" fmla="*/ 476 w 142847"/>
              <a:gd name="connsiteY18" fmla="*/ 73762 h 143082"/>
              <a:gd name="connsiteX19" fmla="*/ 2220 w 142847"/>
              <a:gd name="connsiteY19" fmla="*/ 82169 h 143082"/>
              <a:gd name="connsiteX20" fmla="*/ 36465 w 142847"/>
              <a:gd name="connsiteY20" fmla="*/ 132454 h 1430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42847" h="143082">
                <a:moveTo>
                  <a:pt x="36465" y="132295"/>
                </a:moveTo>
                <a:cubicBezTo>
                  <a:pt x="39002" y="133723"/>
                  <a:pt x="40904" y="135944"/>
                  <a:pt x="43599" y="137054"/>
                </a:cubicBezTo>
                <a:cubicBezTo>
                  <a:pt x="46770" y="138482"/>
                  <a:pt x="50417" y="138323"/>
                  <a:pt x="53746" y="139275"/>
                </a:cubicBezTo>
                <a:cubicBezTo>
                  <a:pt x="56441" y="140068"/>
                  <a:pt x="59295" y="140544"/>
                  <a:pt x="61990" y="141020"/>
                </a:cubicBezTo>
                <a:cubicBezTo>
                  <a:pt x="63259" y="141178"/>
                  <a:pt x="64369" y="141654"/>
                  <a:pt x="65637" y="141813"/>
                </a:cubicBezTo>
                <a:cubicBezTo>
                  <a:pt x="66747" y="141813"/>
                  <a:pt x="67539" y="142447"/>
                  <a:pt x="68649" y="142447"/>
                </a:cubicBezTo>
                <a:cubicBezTo>
                  <a:pt x="69759" y="142447"/>
                  <a:pt x="70552" y="143082"/>
                  <a:pt x="71662" y="143082"/>
                </a:cubicBezTo>
                <a:cubicBezTo>
                  <a:pt x="74674" y="143082"/>
                  <a:pt x="77052" y="141654"/>
                  <a:pt x="79906" y="141337"/>
                </a:cubicBezTo>
                <a:cubicBezTo>
                  <a:pt x="82760" y="141020"/>
                  <a:pt x="85455" y="140226"/>
                  <a:pt x="88309" y="139592"/>
                </a:cubicBezTo>
                <a:cubicBezTo>
                  <a:pt x="117956" y="132295"/>
                  <a:pt x="140152" y="107391"/>
                  <a:pt x="142055" y="75824"/>
                </a:cubicBezTo>
                <a:cubicBezTo>
                  <a:pt x="142055" y="74237"/>
                  <a:pt x="142848" y="72969"/>
                  <a:pt x="142848" y="71541"/>
                </a:cubicBezTo>
                <a:cubicBezTo>
                  <a:pt x="142848" y="70113"/>
                  <a:pt x="142055" y="68844"/>
                  <a:pt x="142055" y="67258"/>
                </a:cubicBezTo>
                <a:cubicBezTo>
                  <a:pt x="139994" y="33312"/>
                  <a:pt x="114468" y="6821"/>
                  <a:pt x="81333" y="2062"/>
                </a:cubicBezTo>
                <a:cubicBezTo>
                  <a:pt x="78479" y="1586"/>
                  <a:pt x="75942" y="476"/>
                  <a:pt x="72930" y="318"/>
                </a:cubicBezTo>
                <a:cubicBezTo>
                  <a:pt x="72454" y="318"/>
                  <a:pt x="71979" y="0"/>
                  <a:pt x="71503" y="0"/>
                </a:cubicBezTo>
                <a:cubicBezTo>
                  <a:pt x="37258" y="0"/>
                  <a:pt x="9988" y="24588"/>
                  <a:pt x="3012" y="56947"/>
                </a:cubicBezTo>
                <a:cubicBezTo>
                  <a:pt x="2378" y="59803"/>
                  <a:pt x="1585" y="62340"/>
                  <a:pt x="1268" y="65354"/>
                </a:cubicBezTo>
                <a:cubicBezTo>
                  <a:pt x="1110" y="67575"/>
                  <a:pt x="0" y="69320"/>
                  <a:pt x="0" y="71541"/>
                </a:cubicBezTo>
                <a:cubicBezTo>
                  <a:pt x="0" y="72334"/>
                  <a:pt x="476" y="72969"/>
                  <a:pt x="476" y="73762"/>
                </a:cubicBezTo>
                <a:cubicBezTo>
                  <a:pt x="476" y="76776"/>
                  <a:pt x="1744" y="79314"/>
                  <a:pt x="2220" y="82169"/>
                </a:cubicBezTo>
                <a:cubicBezTo>
                  <a:pt x="5549" y="103901"/>
                  <a:pt x="18074" y="121826"/>
                  <a:pt x="36465" y="132454"/>
                </a:cubicBezTo>
                <a:close/>
              </a:path>
            </a:pathLst>
          </a:custGeom>
          <a:solidFill>
            <a:srgbClr val="FF7D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41" name="Freeform 740">
            <a:extLst>
              <a:ext uri="{FF2B5EF4-FFF2-40B4-BE49-F238E27FC236}">
                <a16:creationId xmlns:a16="http://schemas.microsoft.com/office/drawing/2014/main" id="{6C5A44BC-62FD-3572-7C2C-7962E9CBAF8E}"/>
              </a:ext>
            </a:extLst>
          </p:cNvPr>
          <p:cNvSpPr/>
          <p:nvPr userDrawn="1"/>
        </p:nvSpPr>
        <p:spPr>
          <a:xfrm>
            <a:off x="1732485" y="6204189"/>
            <a:ext cx="142847" cy="123079"/>
          </a:xfrm>
          <a:custGeom>
            <a:avLst/>
            <a:gdLst>
              <a:gd name="connsiteX0" fmla="*/ 70869 w 142847"/>
              <a:gd name="connsiteY0" fmla="*/ 142923 h 142922"/>
              <a:gd name="connsiteX1" fmla="*/ 71345 w 142847"/>
              <a:gd name="connsiteY1" fmla="*/ 142923 h 142922"/>
              <a:gd name="connsiteX2" fmla="*/ 83235 w 142847"/>
              <a:gd name="connsiteY2" fmla="*/ 140543 h 142922"/>
              <a:gd name="connsiteX3" fmla="*/ 91638 w 142847"/>
              <a:gd name="connsiteY3" fmla="*/ 138799 h 142922"/>
              <a:gd name="connsiteX4" fmla="*/ 142848 w 142847"/>
              <a:gd name="connsiteY4" fmla="*/ 71541 h 142922"/>
              <a:gd name="connsiteX5" fmla="*/ 142372 w 142847"/>
              <a:gd name="connsiteY5" fmla="*/ 69637 h 142922"/>
              <a:gd name="connsiteX6" fmla="*/ 140628 w 142847"/>
              <a:gd name="connsiteY6" fmla="*/ 61230 h 142922"/>
              <a:gd name="connsiteX7" fmla="*/ 106541 w 142847"/>
              <a:gd name="connsiteY7" fmla="*/ 10628 h 142922"/>
              <a:gd name="connsiteX8" fmla="*/ 99407 w 142847"/>
              <a:gd name="connsiteY8" fmla="*/ 5869 h 142922"/>
              <a:gd name="connsiteX9" fmla="*/ 83394 w 142847"/>
              <a:gd name="connsiteY9" fmla="*/ 2538 h 142922"/>
              <a:gd name="connsiteX10" fmla="*/ 74991 w 142847"/>
              <a:gd name="connsiteY10" fmla="*/ 793 h 142922"/>
              <a:gd name="connsiteX11" fmla="*/ 71345 w 142847"/>
              <a:gd name="connsiteY11" fmla="*/ 0 h 142922"/>
              <a:gd name="connsiteX12" fmla="*/ 4439 w 142847"/>
              <a:gd name="connsiteY12" fmla="*/ 49492 h 142922"/>
              <a:gd name="connsiteX13" fmla="*/ 2695 w 142847"/>
              <a:gd name="connsiteY13" fmla="*/ 57740 h 142922"/>
              <a:gd name="connsiteX14" fmla="*/ 2378 w 142847"/>
              <a:gd name="connsiteY14" fmla="*/ 59168 h 142922"/>
              <a:gd name="connsiteX15" fmla="*/ 793 w 142847"/>
              <a:gd name="connsiteY15" fmla="*/ 67099 h 142922"/>
              <a:gd name="connsiteX16" fmla="*/ 0 w 142847"/>
              <a:gd name="connsiteY16" fmla="*/ 71382 h 142922"/>
              <a:gd name="connsiteX17" fmla="*/ 793 w 142847"/>
              <a:gd name="connsiteY17" fmla="*/ 75665 h 142922"/>
              <a:gd name="connsiteX18" fmla="*/ 55649 w 142847"/>
              <a:gd name="connsiteY18" fmla="*/ 139592 h 142922"/>
              <a:gd name="connsiteX19" fmla="*/ 64052 w 142847"/>
              <a:gd name="connsiteY19" fmla="*/ 141336 h 142922"/>
              <a:gd name="connsiteX20" fmla="*/ 67381 w 142847"/>
              <a:gd name="connsiteY20" fmla="*/ 141971 h 142922"/>
              <a:gd name="connsiteX21" fmla="*/ 71028 w 142847"/>
              <a:gd name="connsiteY21" fmla="*/ 142765 h 1429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142847" h="142922">
                <a:moveTo>
                  <a:pt x="70869" y="142923"/>
                </a:moveTo>
                <a:cubicBezTo>
                  <a:pt x="70869" y="142923"/>
                  <a:pt x="71186" y="142923"/>
                  <a:pt x="71345" y="142923"/>
                </a:cubicBezTo>
                <a:cubicBezTo>
                  <a:pt x="75625" y="142923"/>
                  <a:pt x="79113" y="141178"/>
                  <a:pt x="83235" y="140543"/>
                </a:cubicBezTo>
                <a:cubicBezTo>
                  <a:pt x="86089" y="140068"/>
                  <a:pt x="88943" y="139592"/>
                  <a:pt x="91638" y="138799"/>
                </a:cubicBezTo>
                <a:cubicBezTo>
                  <a:pt x="120969" y="129915"/>
                  <a:pt x="142848" y="103742"/>
                  <a:pt x="142848" y="71541"/>
                </a:cubicBezTo>
                <a:cubicBezTo>
                  <a:pt x="142848" y="70748"/>
                  <a:pt x="142372" y="70272"/>
                  <a:pt x="142372" y="69637"/>
                </a:cubicBezTo>
                <a:cubicBezTo>
                  <a:pt x="142372" y="66623"/>
                  <a:pt x="141104" y="64085"/>
                  <a:pt x="140628" y="61230"/>
                </a:cubicBezTo>
                <a:cubicBezTo>
                  <a:pt x="137299" y="39339"/>
                  <a:pt x="124774" y="21256"/>
                  <a:pt x="106541" y="10628"/>
                </a:cubicBezTo>
                <a:cubicBezTo>
                  <a:pt x="104005" y="9200"/>
                  <a:pt x="102102" y="6979"/>
                  <a:pt x="99407" y="5869"/>
                </a:cubicBezTo>
                <a:cubicBezTo>
                  <a:pt x="94492" y="3807"/>
                  <a:pt x="88784" y="3489"/>
                  <a:pt x="83394" y="2538"/>
                </a:cubicBezTo>
                <a:cubicBezTo>
                  <a:pt x="80540" y="2062"/>
                  <a:pt x="78003" y="952"/>
                  <a:pt x="74991" y="793"/>
                </a:cubicBezTo>
                <a:cubicBezTo>
                  <a:pt x="73723" y="793"/>
                  <a:pt x="72613" y="0"/>
                  <a:pt x="71345" y="0"/>
                </a:cubicBezTo>
                <a:cubicBezTo>
                  <a:pt x="39636" y="0"/>
                  <a:pt x="13793" y="20938"/>
                  <a:pt x="4439" y="49492"/>
                </a:cubicBezTo>
                <a:cubicBezTo>
                  <a:pt x="3488" y="52188"/>
                  <a:pt x="3329" y="55043"/>
                  <a:pt x="2695" y="57740"/>
                </a:cubicBezTo>
                <a:cubicBezTo>
                  <a:pt x="2695" y="58216"/>
                  <a:pt x="2537" y="58692"/>
                  <a:pt x="2378" y="59168"/>
                </a:cubicBezTo>
                <a:cubicBezTo>
                  <a:pt x="1903" y="61865"/>
                  <a:pt x="951" y="64403"/>
                  <a:pt x="793" y="67099"/>
                </a:cubicBezTo>
                <a:cubicBezTo>
                  <a:pt x="793" y="68527"/>
                  <a:pt x="0" y="69796"/>
                  <a:pt x="0" y="71382"/>
                </a:cubicBezTo>
                <a:cubicBezTo>
                  <a:pt x="0" y="72968"/>
                  <a:pt x="793" y="74237"/>
                  <a:pt x="793" y="75665"/>
                </a:cubicBezTo>
                <a:cubicBezTo>
                  <a:pt x="2854" y="107549"/>
                  <a:pt x="25367" y="132612"/>
                  <a:pt x="55649" y="139592"/>
                </a:cubicBezTo>
                <a:cubicBezTo>
                  <a:pt x="58503" y="140226"/>
                  <a:pt x="61198" y="141019"/>
                  <a:pt x="64052" y="141336"/>
                </a:cubicBezTo>
                <a:cubicBezTo>
                  <a:pt x="65161" y="141336"/>
                  <a:pt x="66271" y="141971"/>
                  <a:pt x="67381" y="141971"/>
                </a:cubicBezTo>
                <a:cubicBezTo>
                  <a:pt x="68649" y="141971"/>
                  <a:pt x="69759" y="142765"/>
                  <a:pt x="71028" y="142765"/>
                </a:cubicBezTo>
                <a:close/>
              </a:path>
            </a:pathLst>
          </a:custGeom>
          <a:solidFill>
            <a:srgbClr val="7030A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42" name="Freeform 741">
            <a:extLst>
              <a:ext uri="{FF2B5EF4-FFF2-40B4-BE49-F238E27FC236}">
                <a16:creationId xmlns:a16="http://schemas.microsoft.com/office/drawing/2014/main" id="{D106D826-1E26-5685-7F63-3914F2085886}"/>
              </a:ext>
            </a:extLst>
          </p:cNvPr>
          <p:cNvSpPr/>
          <p:nvPr userDrawn="1"/>
        </p:nvSpPr>
        <p:spPr>
          <a:xfrm>
            <a:off x="4830585" y="5932778"/>
            <a:ext cx="146652" cy="126221"/>
          </a:xfrm>
          <a:custGeom>
            <a:avLst/>
            <a:gdLst>
              <a:gd name="connsiteX0" fmla="*/ 127627 w 146652"/>
              <a:gd name="connsiteY0" fmla="*/ 25063 h 146571"/>
              <a:gd name="connsiteX1" fmla="*/ 121603 w 146652"/>
              <a:gd name="connsiteY1" fmla="*/ 19035 h 146571"/>
              <a:gd name="connsiteX2" fmla="*/ 73405 w 146652"/>
              <a:gd name="connsiteY2" fmla="*/ 0 h 146571"/>
              <a:gd name="connsiteX3" fmla="*/ 951 w 146652"/>
              <a:gd name="connsiteY3" fmla="*/ 69003 h 146571"/>
              <a:gd name="connsiteX4" fmla="*/ 0 w 146652"/>
              <a:gd name="connsiteY4" fmla="*/ 73286 h 146571"/>
              <a:gd name="connsiteX5" fmla="*/ 476 w 146652"/>
              <a:gd name="connsiteY5" fmla="*/ 75507 h 146571"/>
              <a:gd name="connsiteX6" fmla="*/ 2219 w 146652"/>
              <a:gd name="connsiteY6" fmla="*/ 83755 h 146571"/>
              <a:gd name="connsiteX7" fmla="*/ 73405 w 146652"/>
              <a:gd name="connsiteY7" fmla="*/ 146571 h 146571"/>
              <a:gd name="connsiteX8" fmla="*/ 146653 w 146652"/>
              <a:gd name="connsiteY8" fmla="*/ 73286 h 146571"/>
              <a:gd name="connsiteX9" fmla="*/ 144592 w 146652"/>
              <a:gd name="connsiteY9" fmla="*/ 63451 h 146571"/>
              <a:gd name="connsiteX10" fmla="*/ 142847 w 146652"/>
              <a:gd name="connsiteY10" fmla="*/ 55202 h 146571"/>
              <a:gd name="connsiteX11" fmla="*/ 127469 w 146652"/>
              <a:gd name="connsiteY11" fmla="*/ 25222 h 146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46652" h="146571">
                <a:moveTo>
                  <a:pt x="127627" y="25063"/>
                </a:moveTo>
                <a:cubicBezTo>
                  <a:pt x="125725" y="22842"/>
                  <a:pt x="123822" y="20939"/>
                  <a:pt x="121603" y="19035"/>
                </a:cubicBezTo>
                <a:cubicBezTo>
                  <a:pt x="108761" y="7455"/>
                  <a:pt x="92114" y="0"/>
                  <a:pt x="73405" y="0"/>
                </a:cubicBezTo>
                <a:cubicBezTo>
                  <a:pt x="34404" y="0"/>
                  <a:pt x="3329" y="30615"/>
                  <a:pt x="951" y="69003"/>
                </a:cubicBezTo>
                <a:cubicBezTo>
                  <a:pt x="951" y="70589"/>
                  <a:pt x="0" y="71699"/>
                  <a:pt x="0" y="73286"/>
                </a:cubicBezTo>
                <a:cubicBezTo>
                  <a:pt x="0" y="74079"/>
                  <a:pt x="476" y="74713"/>
                  <a:pt x="476" y="75507"/>
                </a:cubicBezTo>
                <a:cubicBezTo>
                  <a:pt x="476" y="78521"/>
                  <a:pt x="1744" y="81059"/>
                  <a:pt x="2219" y="83755"/>
                </a:cubicBezTo>
                <a:cubicBezTo>
                  <a:pt x="7452" y="119129"/>
                  <a:pt x="36624" y="146571"/>
                  <a:pt x="73405" y="146571"/>
                </a:cubicBezTo>
                <a:cubicBezTo>
                  <a:pt x="113834" y="146571"/>
                  <a:pt x="146653" y="113736"/>
                  <a:pt x="146653" y="73286"/>
                </a:cubicBezTo>
                <a:cubicBezTo>
                  <a:pt x="146653" y="69796"/>
                  <a:pt x="145067" y="66782"/>
                  <a:pt x="144592" y="63451"/>
                </a:cubicBezTo>
                <a:cubicBezTo>
                  <a:pt x="144116" y="60596"/>
                  <a:pt x="143640" y="57899"/>
                  <a:pt x="142847" y="55202"/>
                </a:cubicBezTo>
                <a:cubicBezTo>
                  <a:pt x="139835" y="43940"/>
                  <a:pt x="135079" y="33629"/>
                  <a:pt x="127469" y="25222"/>
                </a:cubicBezTo>
                <a:close/>
              </a:path>
            </a:pathLst>
          </a:custGeom>
          <a:solidFill>
            <a:srgbClr val="7030A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43" name="Freeform 742">
            <a:extLst>
              <a:ext uri="{FF2B5EF4-FFF2-40B4-BE49-F238E27FC236}">
                <a16:creationId xmlns:a16="http://schemas.microsoft.com/office/drawing/2014/main" id="{100B685E-206E-8E1F-28CA-BE951260DEFC}"/>
              </a:ext>
            </a:extLst>
          </p:cNvPr>
          <p:cNvSpPr/>
          <p:nvPr userDrawn="1"/>
        </p:nvSpPr>
        <p:spPr>
          <a:xfrm>
            <a:off x="6178522" y="5663112"/>
            <a:ext cx="146652" cy="126221"/>
          </a:xfrm>
          <a:custGeom>
            <a:avLst/>
            <a:gdLst>
              <a:gd name="connsiteX0" fmla="*/ 146336 w 146652"/>
              <a:gd name="connsiteY0" fmla="*/ 73444 h 146571"/>
              <a:gd name="connsiteX1" fmla="*/ 141738 w 146652"/>
              <a:gd name="connsiteY1" fmla="*/ 50602 h 146571"/>
              <a:gd name="connsiteX2" fmla="*/ 139043 w 146652"/>
              <a:gd name="connsiteY2" fmla="*/ 42512 h 146571"/>
              <a:gd name="connsiteX3" fmla="*/ 112249 w 146652"/>
              <a:gd name="connsiteY3" fmla="*/ 13008 h 146571"/>
              <a:gd name="connsiteX4" fmla="*/ 105273 w 146652"/>
              <a:gd name="connsiteY4" fmla="*/ 8248 h 146571"/>
              <a:gd name="connsiteX5" fmla="*/ 73247 w 146652"/>
              <a:gd name="connsiteY5" fmla="*/ 0 h 146571"/>
              <a:gd name="connsiteX6" fmla="*/ 0 w 146652"/>
              <a:gd name="connsiteY6" fmla="*/ 73286 h 146571"/>
              <a:gd name="connsiteX7" fmla="*/ 2061 w 146652"/>
              <a:gd name="connsiteY7" fmla="*/ 83279 h 146571"/>
              <a:gd name="connsiteX8" fmla="*/ 3805 w 146652"/>
              <a:gd name="connsiteY8" fmla="*/ 91528 h 146571"/>
              <a:gd name="connsiteX9" fmla="*/ 73406 w 146652"/>
              <a:gd name="connsiteY9" fmla="*/ 146571 h 146571"/>
              <a:gd name="connsiteX10" fmla="*/ 127310 w 146652"/>
              <a:gd name="connsiteY10" fmla="*/ 121984 h 146571"/>
              <a:gd name="connsiteX11" fmla="*/ 132067 w 146652"/>
              <a:gd name="connsiteY11" fmla="*/ 115005 h 146571"/>
              <a:gd name="connsiteX12" fmla="*/ 146653 w 146652"/>
              <a:gd name="connsiteY12" fmla="*/ 73127 h 146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46652" h="146571">
                <a:moveTo>
                  <a:pt x="146336" y="73444"/>
                </a:moveTo>
                <a:cubicBezTo>
                  <a:pt x="146336" y="65354"/>
                  <a:pt x="144116" y="57899"/>
                  <a:pt x="141738" y="50602"/>
                </a:cubicBezTo>
                <a:cubicBezTo>
                  <a:pt x="140787" y="47905"/>
                  <a:pt x="140152" y="45209"/>
                  <a:pt x="139043" y="42512"/>
                </a:cubicBezTo>
                <a:cubicBezTo>
                  <a:pt x="133177" y="30139"/>
                  <a:pt x="123664" y="20463"/>
                  <a:pt x="112249" y="13008"/>
                </a:cubicBezTo>
                <a:cubicBezTo>
                  <a:pt x="109871" y="11421"/>
                  <a:pt x="107809" y="9518"/>
                  <a:pt x="105273" y="8248"/>
                </a:cubicBezTo>
                <a:cubicBezTo>
                  <a:pt x="95443" y="3331"/>
                  <a:pt x="84821" y="0"/>
                  <a:pt x="73247" y="0"/>
                </a:cubicBezTo>
                <a:cubicBezTo>
                  <a:pt x="32819" y="0"/>
                  <a:pt x="0" y="32836"/>
                  <a:pt x="0" y="73286"/>
                </a:cubicBezTo>
                <a:cubicBezTo>
                  <a:pt x="0" y="76776"/>
                  <a:pt x="1586" y="79789"/>
                  <a:pt x="2061" y="83279"/>
                </a:cubicBezTo>
                <a:cubicBezTo>
                  <a:pt x="2537" y="86134"/>
                  <a:pt x="3012" y="88831"/>
                  <a:pt x="3805" y="91528"/>
                </a:cubicBezTo>
                <a:cubicBezTo>
                  <a:pt x="12049" y="122936"/>
                  <a:pt x="39477" y="146571"/>
                  <a:pt x="73406" y="146571"/>
                </a:cubicBezTo>
                <a:cubicBezTo>
                  <a:pt x="94967" y="146571"/>
                  <a:pt x="113834" y="136895"/>
                  <a:pt x="127310" y="121984"/>
                </a:cubicBezTo>
                <a:cubicBezTo>
                  <a:pt x="129213" y="119922"/>
                  <a:pt x="130323" y="117226"/>
                  <a:pt x="132067" y="115005"/>
                </a:cubicBezTo>
                <a:cubicBezTo>
                  <a:pt x="140628" y="102949"/>
                  <a:pt x="146653" y="89148"/>
                  <a:pt x="146653" y="73127"/>
                </a:cubicBezTo>
                <a:close/>
              </a:path>
            </a:pathLst>
          </a:custGeom>
          <a:solidFill>
            <a:srgbClr val="FF7D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44" name="Freeform 743">
            <a:extLst>
              <a:ext uri="{FF2B5EF4-FFF2-40B4-BE49-F238E27FC236}">
                <a16:creationId xmlns:a16="http://schemas.microsoft.com/office/drawing/2014/main" id="{7EC6AAAC-B397-CA70-799A-D6A3FBC425AA}"/>
              </a:ext>
            </a:extLst>
          </p:cNvPr>
          <p:cNvSpPr/>
          <p:nvPr userDrawn="1"/>
        </p:nvSpPr>
        <p:spPr>
          <a:xfrm>
            <a:off x="8597422" y="6758134"/>
            <a:ext cx="126042" cy="129133"/>
          </a:xfrm>
          <a:custGeom>
            <a:avLst/>
            <a:gdLst>
              <a:gd name="connsiteX0" fmla="*/ 73406 w 146494"/>
              <a:gd name="connsiteY0" fmla="*/ 0 h 146730"/>
              <a:gd name="connsiteX1" fmla="*/ 19501 w 146494"/>
              <a:gd name="connsiteY1" fmla="*/ 24588 h 146730"/>
              <a:gd name="connsiteX2" fmla="*/ 14744 w 146494"/>
              <a:gd name="connsiteY2" fmla="*/ 31567 h 146730"/>
              <a:gd name="connsiteX3" fmla="*/ 0 w 146494"/>
              <a:gd name="connsiteY3" fmla="*/ 73444 h 146730"/>
              <a:gd name="connsiteX4" fmla="*/ 73247 w 146494"/>
              <a:gd name="connsiteY4" fmla="*/ 146730 h 146730"/>
              <a:gd name="connsiteX5" fmla="*/ 146494 w 146494"/>
              <a:gd name="connsiteY5" fmla="*/ 73444 h 146730"/>
              <a:gd name="connsiteX6" fmla="*/ 83870 w 146494"/>
              <a:gd name="connsiteY6" fmla="*/ 2221 h 146730"/>
              <a:gd name="connsiteX7" fmla="*/ 75467 w 146494"/>
              <a:gd name="connsiteY7" fmla="*/ 476 h 146730"/>
              <a:gd name="connsiteX8" fmla="*/ 73406 w 146494"/>
              <a:gd name="connsiteY8" fmla="*/ 0 h 1467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6494" h="146730">
                <a:moveTo>
                  <a:pt x="73406" y="0"/>
                </a:moveTo>
                <a:cubicBezTo>
                  <a:pt x="51844" y="0"/>
                  <a:pt x="32977" y="9677"/>
                  <a:pt x="19501" y="24588"/>
                </a:cubicBezTo>
                <a:cubicBezTo>
                  <a:pt x="17598" y="26650"/>
                  <a:pt x="16330" y="29346"/>
                  <a:pt x="14744" y="31567"/>
                </a:cubicBezTo>
                <a:cubicBezTo>
                  <a:pt x="6183" y="43622"/>
                  <a:pt x="0" y="57423"/>
                  <a:pt x="0" y="73444"/>
                </a:cubicBezTo>
                <a:cubicBezTo>
                  <a:pt x="0" y="113895"/>
                  <a:pt x="32819" y="146730"/>
                  <a:pt x="73247" y="146730"/>
                </a:cubicBezTo>
                <a:cubicBezTo>
                  <a:pt x="113675" y="146730"/>
                  <a:pt x="146494" y="113895"/>
                  <a:pt x="146494" y="73444"/>
                </a:cubicBezTo>
                <a:cubicBezTo>
                  <a:pt x="146494" y="36643"/>
                  <a:pt x="119066" y="7614"/>
                  <a:pt x="83870" y="2221"/>
                </a:cubicBezTo>
                <a:cubicBezTo>
                  <a:pt x="81016" y="1745"/>
                  <a:pt x="78321" y="635"/>
                  <a:pt x="75467" y="476"/>
                </a:cubicBezTo>
                <a:cubicBezTo>
                  <a:pt x="74674" y="476"/>
                  <a:pt x="74040" y="0"/>
                  <a:pt x="73406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45" name="Freeform 744">
            <a:extLst>
              <a:ext uri="{FF2B5EF4-FFF2-40B4-BE49-F238E27FC236}">
                <a16:creationId xmlns:a16="http://schemas.microsoft.com/office/drawing/2014/main" id="{E330A5F4-071F-80F8-D23A-2F2ABAFF9FC6}"/>
              </a:ext>
            </a:extLst>
          </p:cNvPr>
          <p:cNvSpPr/>
          <p:nvPr userDrawn="1"/>
        </p:nvSpPr>
        <p:spPr>
          <a:xfrm>
            <a:off x="2125514" y="2552273"/>
            <a:ext cx="165519" cy="168625"/>
          </a:xfrm>
          <a:custGeom>
            <a:avLst/>
            <a:gdLst>
              <a:gd name="connsiteX0" fmla="*/ 80381 w 165519"/>
              <a:gd name="connsiteY0" fmla="*/ 165131 h 165606"/>
              <a:gd name="connsiteX1" fmla="*/ 82760 w 165519"/>
              <a:gd name="connsiteY1" fmla="*/ 165607 h 165606"/>
              <a:gd name="connsiteX2" fmla="*/ 165520 w 165519"/>
              <a:gd name="connsiteY2" fmla="*/ 82803 h 165606"/>
              <a:gd name="connsiteX3" fmla="*/ 82760 w 165519"/>
              <a:gd name="connsiteY3" fmla="*/ 0 h 165606"/>
              <a:gd name="connsiteX4" fmla="*/ 9513 w 165519"/>
              <a:gd name="connsiteY4" fmla="*/ 46161 h 165606"/>
              <a:gd name="connsiteX5" fmla="*/ 5866 w 165519"/>
              <a:gd name="connsiteY5" fmla="*/ 53933 h 165606"/>
              <a:gd name="connsiteX6" fmla="*/ 0 w 165519"/>
              <a:gd name="connsiteY6" fmla="*/ 82962 h 165606"/>
              <a:gd name="connsiteX7" fmla="*/ 69601 w 165519"/>
              <a:gd name="connsiteY7" fmla="*/ 163228 h 165606"/>
              <a:gd name="connsiteX8" fmla="*/ 72137 w 165519"/>
              <a:gd name="connsiteY8" fmla="*/ 163703 h 165606"/>
              <a:gd name="connsiteX9" fmla="*/ 80381 w 165519"/>
              <a:gd name="connsiteY9" fmla="*/ 165448 h 1656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65519" h="165606">
                <a:moveTo>
                  <a:pt x="80381" y="165131"/>
                </a:moveTo>
                <a:cubicBezTo>
                  <a:pt x="81174" y="165131"/>
                  <a:pt x="81967" y="165607"/>
                  <a:pt x="82760" y="165607"/>
                </a:cubicBezTo>
                <a:cubicBezTo>
                  <a:pt x="128579" y="165607"/>
                  <a:pt x="165520" y="128488"/>
                  <a:pt x="165520" y="82803"/>
                </a:cubicBezTo>
                <a:cubicBezTo>
                  <a:pt x="165520" y="37119"/>
                  <a:pt x="128420" y="0"/>
                  <a:pt x="82760" y="0"/>
                </a:cubicBezTo>
                <a:cubicBezTo>
                  <a:pt x="50417" y="0"/>
                  <a:pt x="23147" y="19035"/>
                  <a:pt x="9513" y="46161"/>
                </a:cubicBezTo>
                <a:cubicBezTo>
                  <a:pt x="8244" y="48699"/>
                  <a:pt x="6817" y="51078"/>
                  <a:pt x="5866" y="53933"/>
                </a:cubicBezTo>
                <a:cubicBezTo>
                  <a:pt x="2378" y="62975"/>
                  <a:pt x="0" y="72651"/>
                  <a:pt x="0" y="82962"/>
                </a:cubicBezTo>
                <a:cubicBezTo>
                  <a:pt x="0" y="124047"/>
                  <a:pt x="30440" y="156565"/>
                  <a:pt x="69601" y="163228"/>
                </a:cubicBezTo>
                <a:cubicBezTo>
                  <a:pt x="70393" y="163228"/>
                  <a:pt x="71186" y="163545"/>
                  <a:pt x="72137" y="163703"/>
                </a:cubicBezTo>
                <a:cubicBezTo>
                  <a:pt x="74991" y="164179"/>
                  <a:pt x="77528" y="165290"/>
                  <a:pt x="80381" y="165448"/>
                </a:cubicBezTo>
                <a:close/>
              </a:path>
            </a:pathLst>
          </a:custGeom>
          <a:solidFill>
            <a:srgbClr val="FF7D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46" name="Freeform 745">
            <a:extLst>
              <a:ext uri="{FF2B5EF4-FFF2-40B4-BE49-F238E27FC236}">
                <a16:creationId xmlns:a16="http://schemas.microsoft.com/office/drawing/2014/main" id="{4A69ACB2-2064-0DD8-504B-3291B35507B0}"/>
              </a:ext>
            </a:extLst>
          </p:cNvPr>
          <p:cNvSpPr/>
          <p:nvPr userDrawn="1"/>
        </p:nvSpPr>
        <p:spPr>
          <a:xfrm>
            <a:off x="2776" y="1631816"/>
            <a:ext cx="90211" cy="123079"/>
          </a:xfrm>
          <a:custGeom>
            <a:avLst/>
            <a:gdLst>
              <a:gd name="connsiteX0" fmla="*/ 8878 w 90211"/>
              <a:gd name="connsiteY0" fmla="*/ 140861 h 142923"/>
              <a:gd name="connsiteX1" fmla="*/ 18867 w 90211"/>
              <a:gd name="connsiteY1" fmla="*/ 142923 h 142923"/>
              <a:gd name="connsiteX2" fmla="*/ 81650 w 90211"/>
              <a:gd name="connsiteY2" fmla="*/ 103584 h 142923"/>
              <a:gd name="connsiteX3" fmla="*/ 85296 w 90211"/>
              <a:gd name="connsiteY3" fmla="*/ 95811 h 142923"/>
              <a:gd name="connsiteX4" fmla="*/ 90211 w 90211"/>
              <a:gd name="connsiteY4" fmla="*/ 71382 h 142923"/>
              <a:gd name="connsiteX5" fmla="*/ 18867 w 90211"/>
              <a:gd name="connsiteY5" fmla="*/ 0 h 142923"/>
              <a:gd name="connsiteX6" fmla="*/ 0 w 90211"/>
              <a:gd name="connsiteY6" fmla="*/ 3807 h 142923"/>
              <a:gd name="connsiteX7" fmla="*/ 0 w 90211"/>
              <a:gd name="connsiteY7" fmla="*/ 138957 h 142923"/>
              <a:gd name="connsiteX8" fmla="*/ 634 w 90211"/>
              <a:gd name="connsiteY8" fmla="*/ 138957 h 142923"/>
              <a:gd name="connsiteX9" fmla="*/ 8878 w 90211"/>
              <a:gd name="connsiteY9" fmla="*/ 140702 h 1429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211" h="142923">
                <a:moveTo>
                  <a:pt x="8878" y="140861"/>
                </a:moveTo>
                <a:cubicBezTo>
                  <a:pt x="12208" y="141337"/>
                  <a:pt x="15379" y="142923"/>
                  <a:pt x="18867" y="142923"/>
                </a:cubicBezTo>
                <a:cubicBezTo>
                  <a:pt x="46612" y="142923"/>
                  <a:pt x="69759" y="126743"/>
                  <a:pt x="81650" y="103584"/>
                </a:cubicBezTo>
                <a:cubicBezTo>
                  <a:pt x="82918" y="101046"/>
                  <a:pt x="84187" y="98666"/>
                  <a:pt x="85296" y="95811"/>
                </a:cubicBezTo>
                <a:cubicBezTo>
                  <a:pt x="88150" y="88038"/>
                  <a:pt x="90211" y="80107"/>
                  <a:pt x="90211" y="71382"/>
                </a:cubicBezTo>
                <a:cubicBezTo>
                  <a:pt x="90211" y="31884"/>
                  <a:pt x="58344" y="0"/>
                  <a:pt x="18867" y="0"/>
                </a:cubicBezTo>
                <a:cubicBezTo>
                  <a:pt x="12208" y="0"/>
                  <a:pt x="6183" y="2062"/>
                  <a:pt x="0" y="3807"/>
                </a:cubicBezTo>
                <a:lnTo>
                  <a:pt x="0" y="138957"/>
                </a:lnTo>
                <a:cubicBezTo>
                  <a:pt x="0" y="138957"/>
                  <a:pt x="317" y="138957"/>
                  <a:pt x="634" y="138957"/>
                </a:cubicBezTo>
                <a:cubicBezTo>
                  <a:pt x="3329" y="139751"/>
                  <a:pt x="6025" y="140227"/>
                  <a:pt x="8878" y="140702"/>
                </a:cubicBezTo>
                <a:close/>
              </a:path>
            </a:pathLst>
          </a:custGeom>
          <a:solidFill>
            <a:srgbClr val="7030A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47" name="Freeform 746">
            <a:extLst>
              <a:ext uri="{FF2B5EF4-FFF2-40B4-BE49-F238E27FC236}">
                <a16:creationId xmlns:a16="http://schemas.microsoft.com/office/drawing/2014/main" id="{189A3DEF-A94D-8716-A57D-FDAF005AAE7B}"/>
              </a:ext>
            </a:extLst>
          </p:cNvPr>
          <p:cNvSpPr/>
          <p:nvPr userDrawn="1"/>
        </p:nvSpPr>
        <p:spPr>
          <a:xfrm>
            <a:off x="11973923" y="4044797"/>
            <a:ext cx="146652" cy="126358"/>
          </a:xfrm>
          <a:custGeom>
            <a:avLst/>
            <a:gdLst>
              <a:gd name="connsiteX0" fmla="*/ 21087 w 146652"/>
              <a:gd name="connsiteY0" fmla="*/ 22049 h 146730"/>
              <a:gd name="connsiteX1" fmla="*/ 19184 w 146652"/>
              <a:gd name="connsiteY1" fmla="*/ 24905 h 146730"/>
              <a:gd name="connsiteX2" fmla="*/ 19184 w 146652"/>
              <a:gd name="connsiteY2" fmla="*/ 24905 h 146730"/>
              <a:gd name="connsiteX3" fmla="*/ 2061 w 146652"/>
              <a:gd name="connsiteY3" fmla="*/ 63451 h 146730"/>
              <a:gd name="connsiteX4" fmla="*/ 317 w 146652"/>
              <a:gd name="connsiteY4" fmla="*/ 71858 h 146730"/>
              <a:gd name="connsiteX5" fmla="*/ 0 w 146652"/>
              <a:gd name="connsiteY5" fmla="*/ 72810 h 146730"/>
              <a:gd name="connsiteX6" fmla="*/ 1745 w 146652"/>
              <a:gd name="connsiteY6" fmla="*/ 81376 h 146730"/>
              <a:gd name="connsiteX7" fmla="*/ 3488 w 146652"/>
              <a:gd name="connsiteY7" fmla="*/ 89783 h 146730"/>
              <a:gd name="connsiteX8" fmla="*/ 18233 w 146652"/>
              <a:gd name="connsiteY8" fmla="*/ 120239 h 146730"/>
              <a:gd name="connsiteX9" fmla="*/ 22514 w 146652"/>
              <a:gd name="connsiteY9" fmla="*/ 125792 h 146730"/>
              <a:gd name="connsiteX10" fmla="*/ 73406 w 146652"/>
              <a:gd name="connsiteY10" fmla="*/ 146730 h 146730"/>
              <a:gd name="connsiteX11" fmla="*/ 106859 w 146652"/>
              <a:gd name="connsiteY11" fmla="*/ 137530 h 146730"/>
              <a:gd name="connsiteX12" fmla="*/ 109713 w 146652"/>
              <a:gd name="connsiteY12" fmla="*/ 135626 h 146730"/>
              <a:gd name="connsiteX13" fmla="*/ 110505 w 146652"/>
              <a:gd name="connsiteY13" fmla="*/ 134992 h 146730"/>
              <a:gd name="connsiteX14" fmla="*/ 111932 w 146652"/>
              <a:gd name="connsiteY14" fmla="*/ 134040 h 146730"/>
              <a:gd name="connsiteX15" fmla="*/ 112567 w 146652"/>
              <a:gd name="connsiteY15" fmla="*/ 133564 h 146730"/>
              <a:gd name="connsiteX16" fmla="*/ 119701 w 146652"/>
              <a:gd name="connsiteY16" fmla="*/ 128805 h 146730"/>
              <a:gd name="connsiteX17" fmla="*/ 146653 w 146652"/>
              <a:gd name="connsiteY17" fmla="*/ 73286 h 146730"/>
              <a:gd name="connsiteX18" fmla="*/ 115738 w 146652"/>
              <a:gd name="connsiteY18" fmla="*/ 15070 h 146730"/>
              <a:gd name="connsiteX19" fmla="*/ 108762 w 146652"/>
              <a:gd name="connsiteY19" fmla="*/ 10311 h 146730"/>
              <a:gd name="connsiteX20" fmla="*/ 88468 w 146652"/>
              <a:gd name="connsiteY20" fmla="*/ 3014 h 146730"/>
              <a:gd name="connsiteX21" fmla="*/ 80223 w 146652"/>
              <a:gd name="connsiteY21" fmla="*/ 1428 h 146730"/>
              <a:gd name="connsiteX22" fmla="*/ 73406 w 146652"/>
              <a:gd name="connsiteY22" fmla="*/ 0 h 146730"/>
              <a:gd name="connsiteX23" fmla="*/ 28063 w 146652"/>
              <a:gd name="connsiteY23" fmla="*/ 17132 h 146730"/>
              <a:gd name="connsiteX24" fmla="*/ 21087 w 146652"/>
              <a:gd name="connsiteY24" fmla="*/ 22208 h 1467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146652" h="146730">
                <a:moveTo>
                  <a:pt x="21087" y="22049"/>
                </a:moveTo>
                <a:cubicBezTo>
                  <a:pt x="20294" y="22842"/>
                  <a:pt x="19818" y="24111"/>
                  <a:pt x="19184" y="24905"/>
                </a:cubicBezTo>
                <a:lnTo>
                  <a:pt x="19184" y="24905"/>
                </a:lnTo>
                <a:cubicBezTo>
                  <a:pt x="9830" y="35533"/>
                  <a:pt x="4122" y="48857"/>
                  <a:pt x="2061" y="63451"/>
                </a:cubicBezTo>
                <a:cubicBezTo>
                  <a:pt x="1586" y="66306"/>
                  <a:pt x="476" y="68844"/>
                  <a:pt x="317" y="71858"/>
                </a:cubicBezTo>
                <a:cubicBezTo>
                  <a:pt x="317" y="72334"/>
                  <a:pt x="0" y="72810"/>
                  <a:pt x="0" y="72810"/>
                </a:cubicBezTo>
                <a:cubicBezTo>
                  <a:pt x="0" y="76141"/>
                  <a:pt x="1427" y="78679"/>
                  <a:pt x="1745" y="81376"/>
                </a:cubicBezTo>
                <a:cubicBezTo>
                  <a:pt x="2061" y="84231"/>
                  <a:pt x="2854" y="86928"/>
                  <a:pt x="3488" y="89783"/>
                </a:cubicBezTo>
                <a:cubicBezTo>
                  <a:pt x="6183" y="101204"/>
                  <a:pt x="10940" y="111515"/>
                  <a:pt x="18233" y="120239"/>
                </a:cubicBezTo>
                <a:cubicBezTo>
                  <a:pt x="19818" y="121984"/>
                  <a:pt x="20769" y="124205"/>
                  <a:pt x="22514" y="125792"/>
                </a:cubicBezTo>
                <a:cubicBezTo>
                  <a:pt x="35672" y="138640"/>
                  <a:pt x="53588" y="146730"/>
                  <a:pt x="73406" y="146730"/>
                </a:cubicBezTo>
                <a:cubicBezTo>
                  <a:pt x="85614" y="146730"/>
                  <a:pt x="96712" y="142923"/>
                  <a:pt x="106859" y="137530"/>
                </a:cubicBezTo>
                <a:cubicBezTo>
                  <a:pt x="107810" y="137054"/>
                  <a:pt x="108762" y="136102"/>
                  <a:pt x="109713" y="135626"/>
                </a:cubicBezTo>
                <a:cubicBezTo>
                  <a:pt x="110029" y="135468"/>
                  <a:pt x="110347" y="135150"/>
                  <a:pt x="110505" y="134992"/>
                </a:cubicBezTo>
                <a:cubicBezTo>
                  <a:pt x="110980" y="134675"/>
                  <a:pt x="111457" y="134357"/>
                  <a:pt x="111932" y="134040"/>
                </a:cubicBezTo>
                <a:cubicBezTo>
                  <a:pt x="111932" y="134040"/>
                  <a:pt x="112408" y="133723"/>
                  <a:pt x="112567" y="133564"/>
                </a:cubicBezTo>
                <a:cubicBezTo>
                  <a:pt x="114944" y="131978"/>
                  <a:pt x="117481" y="130550"/>
                  <a:pt x="119701" y="128805"/>
                </a:cubicBezTo>
                <a:cubicBezTo>
                  <a:pt x="135713" y="115322"/>
                  <a:pt x="146653" y="95970"/>
                  <a:pt x="146653" y="73286"/>
                </a:cubicBezTo>
                <a:cubicBezTo>
                  <a:pt x="146653" y="48857"/>
                  <a:pt x="133970" y="28394"/>
                  <a:pt x="115738" y="15070"/>
                </a:cubicBezTo>
                <a:cubicBezTo>
                  <a:pt x="113359" y="13325"/>
                  <a:pt x="111139" y="11739"/>
                  <a:pt x="108762" y="10311"/>
                </a:cubicBezTo>
                <a:cubicBezTo>
                  <a:pt x="102419" y="6821"/>
                  <a:pt x="95761" y="4600"/>
                  <a:pt x="88468" y="3014"/>
                </a:cubicBezTo>
                <a:cubicBezTo>
                  <a:pt x="85773" y="2380"/>
                  <a:pt x="83078" y="1586"/>
                  <a:pt x="80223" y="1428"/>
                </a:cubicBezTo>
                <a:cubicBezTo>
                  <a:pt x="77845" y="1111"/>
                  <a:pt x="75784" y="0"/>
                  <a:pt x="73406" y="0"/>
                </a:cubicBezTo>
                <a:cubicBezTo>
                  <a:pt x="55966" y="0"/>
                  <a:pt x="40746" y="6980"/>
                  <a:pt x="28063" y="17132"/>
                </a:cubicBezTo>
                <a:cubicBezTo>
                  <a:pt x="25843" y="19035"/>
                  <a:pt x="23148" y="20146"/>
                  <a:pt x="21087" y="22208"/>
                </a:cubicBezTo>
                <a:close/>
              </a:path>
            </a:pathLst>
          </a:custGeom>
          <a:solidFill>
            <a:srgbClr val="FF7D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48" name="Freeform 747">
            <a:extLst>
              <a:ext uri="{FF2B5EF4-FFF2-40B4-BE49-F238E27FC236}">
                <a16:creationId xmlns:a16="http://schemas.microsoft.com/office/drawing/2014/main" id="{D73ED150-326D-082F-45E7-4ACDD96992E2}"/>
              </a:ext>
            </a:extLst>
          </p:cNvPr>
          <p:cNvSpPr/>
          <p:nvPr userDrawn="1"/>
        </p:nvSpPr>
        <p:spPr>
          <a:xfrm>
            <a:off x="8873763" y="4584288"/>
            <a:ext cx="146652" cy="126358"/>
          </a:xfrm>
          <a:custGeom>
            <a:avLst/>
            <a:gdLst>
              <a:gd name="connsiteX0" fmla="*/ 146494 w 146652"/>
              <a:gd name="connsiteY0" fmla="*/ 71858 h 146730"/>
              <a:gd name="connsiteX1" fmla="*/ 145068 w 146652"/>
              <a:gd name="connsiteY1" fmla="*/ 65196 h 146730"/>
              <a:gd name="connsiteX2" fmla="*/ 143323 w 146652"/>
              <a:gd name="connsiteY2" fmla="*/ 56789 h 146730"/>
              <a:gd name="connsiteX3" fmla="*/ 142689 w 146652"/>
              <a:gd name="connsiteY3" fmla="*/ 53458 h 146730"/>
              <a:gd name="connsiteX4" fmla="*/ 140945 w 146652"/>
              <a:gd name="connsiteY4" fmla="*/ 45050 h 146730"/>
              <a:gd name="connsiteX5" fmla="*/ 140787 w 146652"/>
              <a:gd name="connsiteY5" fmla="*/ 44574 h 146730"/>
              <a:gd name="connsiteX6" fmla="*/ 135872 w 146652"/>
              <a:gd name="connsiteY6" fmla="*/ 37277 h 146730"/>
              <a:gd name="connsiteX7" fmla="*/ 132067 w 146652"/>
              <a:gd name="connsiteY7" fmla="*/ 31725 h 146730"/>
              <a:gd name="connsiteX8" fmla="*/ 127311 w 146652"/>
              <a:gd name="connsiteY8" fmla="*/ 24746 h 146730"/>
              <a:gd name="connsiteX9" fmla="*/ 124299 w 146652"/>
              <a:gd name="connsiteY9" fmla="*/ 20939 h 146730"/>
              <a:gd name="connsiteX10" fmla="*/ 117164 w 146652"/>
              <a:gd name="connsiteY10" fmla="*/ 16180 h 146730"/>
              <a:gd name="connsiteX11" fmla="*/ 73247 w 146652"/>
              <a:gd name="connsiteY11" fmla="*/ 0 h 146730"/>
              <a:gd name="connsiteX12" fmla="*/ 28063 w 146652"/>
              <a:gd name="connsiteY12" fmla="*/ 16973 h 146730"/>
              <a:gd name="connsiteX13" fmla="*/ 21087 w 146652"/>
              <a:gd name="connsiteY13" fmla="*/ 22049 h 146730"/>
              <a:gd name="connsiteX14" fmla="*/ 0 w 146652"/>
              <a:gd name="connsiteY14" fmla="*/ 73444 h 146730"/>
              <a:gd name="connsiteX15" fmla="*/ 4597 w 146652"/>
              <a:gd name="connsiteY15" fmla="*/ 96287 h 146730"/>
              <a:gd name="connsiteX16" fmla="*/ 7451 w 146652"/>
              <a:gd name="connsiteY16" fmla="*/ 104377 h 146730"/>
              <a:gd name="connsiteX17" fmla="*/ 62784 w 146652"/>
              <a:gd name="connsiteY17" fmla="*/ 144510 h 146730"/>
              <a:gd name="connsiteX18" fmla="*/ 71186 w 146652"/>
              <a:gd name="connsiteY18" fmla="*/ 146254 h 146730"/>
              <a:gd name="connsiteX19" fmla="*/ 73406 w 146652"/>
              <a:gd name="connsiteY19" fmla="*/ 146730 h 146730"/>
              <a:gd name="connsiteX20" fmla="*/ 145225 w 146652"/>
              <a:gd name="connsiteY20" fmla="*/ 80424 h 146730"/>
              <a:gd name="connsiteX21" fmla="*/ 146653 w 146652"/>
              <a:gd name="connsiteY21" fmla="*/ 73444 h 146730"/>
              <a:gd name="connsiteX22" fmla="*/ 146335 w 146652"/>
              <a:gd name="connsiteY22" fmla="*/ 72017 h 1467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146652" h="146730">
                <a:moveTo>
                  <a:pt x="146494" y="71858"/>
                </a:moveTo>
                <a:cubicBezTo>
                  <a:pt x="146494" y="69479"/>
                  <a:pt x="145384" y="67417"/>
                  <a:pt x="145068" y="65196"/>
                </a:cubicBezTo>
                <a:cubicBezTo>
                  <a:pt x="144750" y="62341"/>
                  <a:pt x="143958" y="59644"/>
                  <a:pt x="143323" y="56789"/>
                </a:cubicBezTo>
                <a:cubicBezTo>
                  <a:pt x="143007" y="55678"/>
                  <a:pt x="143007" y="54568"/>
                  <a:pt x="142689" y="53458"/>
                </a:cubicBezTo>
                <a:cubicBezTo>
                  <a:pt x="141897" y="50761"/>
                  <a:pt x="142055" y="47588"/>
                  <a:pt x="140945" y="45050"/>
                </a:cubicBezTo>
                <a:cubicBezTo>
                  <a:pt x="140945" y="44733"/>
                  <a:pt x="140787" y="44574"/>
                  <a:pt x="140787" y="44574"/>
                </a:cubicBezTo>
                <a:cubicBezTo>
                  <a:pt x="139518" y="41561"/>
                  <a:pt x="137298" y="39657"/>
                  <a:pt x="135872" y="37277"/>
                </a:cubicBezTo>
                <a:cubicBezTo>
                  <a:pt x="134762" y="35215"/>
                  <a:pt x="133335" y="33471"/>
                  <a:pt x="132067" y="31725"/>
                </a:cubicBezTo>
                <a:cubicBezTo>
                  <a:pt x="130481" y="29346"/>
                  <a:pt x="129213" y="26808"/>
                  <a:pt x="127311" y="24746"/>
                </a:cubicBezTo>
                <a:cubicBezTo>
                  <a:pt x="126201" y="23477"/>
                  <a:pt x="125408" y="22049"/>
                  <a:pt x="124299" y="20939"/>
                </a:cubicBezTo>
                <a:cubicBezTo>
                  <a:pt x="122237" y="18877"/>
                  <a:pt x="119384" y="17925"/>
                  <a:pt x="117164" y="16180"/>
                </a:cubicBezTo>
                <a:cubicBezTo>
                  <a:pt x="104797" y="6663"/>
                  <a:pt x="90053" y="0"/>
                  <a:pt x="73247" y="0"/>
                </a:cubicBezTo>
                <a:cubicBezTo>
                  <a:pt x="56441" y="0"/>
                  <a:pt x="40587" y="6980"/>
                  <a:pt x="28063" y="16973"/>
                </a:cubicBezTo>
                <a:cubicBezTo>
                  <a:pt x="25843" y="18877"/>
                  <a:pt x="22989" y="19987"/>
                  <a:pt x="21087" y="22049"/>
                </a:cubicBezTo>
                <a:cubicBezTo>
                  <a:pt x="8086" y="35215"/>
                  <a:pt x="0" y="53299"/>
                  <a:pt x="0" y="73444"/>
                </a:cubicBezTo>
                <a:cubicBezTo>
                  <a:pt x="0" y="81535"/>
                  <a:pt x="2220" y="88990"/>
                  <a:pt x="4597" y="96287"/>
                </a:cubicBezTo>
                <a:cubicBezTo>
                  <a:pt x="5549" y="98984"/>
                  <a:pt x="6183" y="101839"/>
                  <a:pt x="7451" y="104377"/>
                </a:cubicBezTo>
                <a:cubicBezTo>
                  <a:pt x="17598" y="126109"/>
                  <a:pt x="38209" y="140861"/>
                  <a:pt x="62784" y="144510"/>
                </a:cubicBezTo>
                <a:cubicBezTo>
                  <a:pt x="65637" y="144986"/>
                  <a:pt x="68332" y="146096"/>
                  <a:pt x="71186" y="146254"/>
                </a:cubicBezTo>
                <a:cubicBezTo>
                  <a:pt x="71978" y="146254"/>
                  <a:pt x="72613" y="146730"/>
                  <a:pt x="73406" y="146730"/>
                </a:cubicBezTo>
                <a:cubicBezTo>
                  <a:pt x="111457" y="146730"/>
                  <a:pt x="141579" y="117543"/>
                  <a:pt x="145225" y="80424"/>
                </a:cubicBezTo>
                <a:cubicBezTo>
                  <a:pt x="145543" y="78045"/>
                  <a:pt x="146653" y="75824"/>
                  <a:pt x="146653" y="73444"/>
                </a:cubicBezTo>
                <a:cubicBezTo>
                  <a:pt x="146653" y="72969"/>
                  <a:pt x="146335" y="72493"/>
                  <a:pt x="146335" y="72017"/>
                </a:cubicBezTo>
                <a:close/>
              </a:path>
            </a:pathLst>
          </a:custGeom>
          <a:solidFill>
            <a:srgbClr val="7030A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49" name="Freeform 748">
            <a:extLst>
              <a:ext uri="{FF2B5EF4-FFF2-40B4-BE49-F238E27FC236}">
                <a16:creationId xmlns:a16="http://schemas.microsoft.com/office/drawing/2014/main" id="{03FDF951-6257-CDD0-A6A3-72E8324BCFC3}"/>
              </a:ext>
            </a:extLst>
          </p:cNvPr>
          <p:cNvSpPr/>
          <p:nvPr userDrawn="1"/>
        </p:nvSpPr>
        <p:spPr>
          <a:xfrm>
            <a:off x="7593206" y="3168381"/>
            <a:ext cx="146811" cy="126358"/>
          </a:xfrm>
          <a:custGeom>
            <a:avLst/>
            <a:gdLst>
              <a:gd name="connsiteX0" fmla="*/ 25208 w 146811"/>
              <a:gd name="connsiteY0" fmla="*/ 127695 h 146730"/>
              <a:gd name="connsiteX1" fmla="*/ 34404 w 146811"/>
              <a:gd name="connsiteY1" fmla="*/ 133881 h 146730"/>
              <a:gd name="connsiteX2" fmla="*/ 41380 w 146811"/>
              <a:gd name="connsiteY2" fmla="*/ 138640 h 146730"/>
              <a:gd name="connsiteX3" fmla="*/ 73405 w 146811"/>
              <a:gd name="connsiteY3" fmla="*/ 146730 h 146730"/>
              <a:gd name="connsiteX4" fmla="*/ 118590 w 146811"/>
              <a:gd name="connsiteY4" fmla="*/ 129757 h 146730"/>
              <a:gd name="connsiteX5" fmla="*/ 125566 w 146811"/>
              <a:gd name="connsiteY5" fmla="*/ 124681 h 146730"/>
              <a:gd name="connsiteX6" fmla="*/ 141896 w 146811"/>
              <a:gd name="connsiteY6" fmla="*/ 97080 h 146730"/>
              <a:gd name="connsiteX7" fmla="*/ 143640 w 146811"/>
              <a:gd name="connsiteY7" fmla="*/ 88673 h 146730"/>
              <a:gd name="connsiteX8" fmla="*/ 144116 w 146811"/>
              <a:gd name="connsiteY8" fmla="*/ 85976 h 146730"/>
              <a:gd name="connsiteX9" fmla="*/ 145860 w 146811"/>
              <a:gd name="connsiteY9" fmla="*/ 77569 h 146730"/>
              <a:gd name="connsiteX10" fmla="*/ 146811 w 146811"/>
              <a:gd name="connsiteY10" fmla="*/ 73286 h 146730"/>
              <a:gd name="connsiteX11" fmla="*/ 146811 w 146811"/>
              <a:gd name="connsiteY11" fmla="*/ 72969 h 146730"/>
              <a:gd name="connsiteX12" fmla="*/ 145067 w 146811"/>
              <a:gd name="connsiteY12" fmla="*/ 64561 h 146730"/>
              <a:gd name="connsiteX13" fmla="*/ 144750 w 146811"/>
              <a:gd name="connsiteY13" fmla="*/ 63292 h 146730"/>
              <a:gd name="connsiteX14" fmla="*/ 143006 w 146811"/>
              <a:gd name="connsiteY14" fmla="*/ 55044 h 146730"/>
              <a:gd name="connsiteX15" fmla="*/ 73405 w 146811"/>
              <a:gd name="connsiteY15" fmla="*/ 0 h 146730"/>
              <a:gd name="connsiteX16" fmla="*/ 51209 w 146811"/>
              <a:gd name="connsiteY16" fmla="*/ 4442 h 146730"/>
              <a:gd name="connsiteX17" fmla="*/ 43124 w 146811"/>
              <a:gd name="connsiteY17" fmla="*/ 6821 h 146730"/>
              <a:gd name="connsiteX18" fmla="*/ 0 w 146811"/>
              <a:gd name="connsiteY18" fmla="*/ 73286 h 146730"/>
              <a:gd name="connsiteX19" fmla="*/ 19184 w 146811"/>
              <a:gd name="connsiteY19" fmla="*/ 121667 h 146730"/>
              <a:gd name="connsiteX20" fmla="*/ 25208 w 146811"/>
              <a:gd name="connsiteY20" fmla="*/ 127695 h 1467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46811" h="146730">
                <a:moveTo>
                  <a:pt x="25208" y="127695"/>
                </a:moveTo>
                <a:cubicBezTo>
                  <a:pt x="28062" y="130075"/>
                  <a:pt x="31233" y="131819"/>
                  <a:pt x="34404" y="133881"/>
                </a:cubicBezTo>
                <a:cubicBezTo>
                  <a:pt x="36782" y="135468"/>
                  <a:pt x="38843" y="137371"/>
                  <a:pt x="41380" y="138640"/>
                </a:cubicBezTo>
                <a:cubicBezTo>
                  <a:pt x="51209" y="143558"/>
                  <a:pt x="61832" y="146730"/>
                  <a:pt x="73405" y="146730"/>
                </a:cubicBezTo>
                <a:cubicBezTo>
                  <a:pt x="90687" y="146730"/>
                  <a:pt x="106066" y="139751"/>
                  <a:pt x="118590" y="129757"/>
                </a:cubicBezTo>
                <a:cubicBezTo>
                  <a:pt x="120810" y="127854"/>
                  <a:pt x="123505" y="126743"/>
                  <a:pt x="125566" y="124681"/>
                </a:cubicBezTo>
                <a:cubicBezTo>
                  <a:pt x="133018" y="117067"/>
                  <a:pt x="138250" y="107549"/>
                  <a:pt x="141896" y="97080"/>
                </a:cubicBezTo>
                <a:cubicBezTo>
                  <a:pt x="142847" y="94383"/>
                  <a:pt x="143006" y="91528"/>
                  <a:pt x="143640" y="88673"/>
                </a:cubicBezTo>
                <a:cubicBezTo>
                  <a:pt x="143799" y="87721"/>
                  <a:pt x="143957" y="86928"/>
                  <a:pt x="144116" y="85976"/>
                </a:cubicBezTo>
                <a:cubicBezTo>
                  <a:pt x="144592" y="83121"/>
                  <a:pt x="145702" y="80583"/>
                  <a:pt x="145860" y="77569"/>
                </a:cubicBezTo>
                <a:cubicBezTo>
                  <a:pt x="145860" y="76141"/>
                  <a:pt x="146811" y="74872"/>
                  <a:pt x="146811" y="73286"/>
                </a:cubicBezTo>
                <a:lnTo>
                  <a:pt x="146811" y="72969"/>
                </a:lnTo>
                <a:cubicBezTo>
                  <a:pt x="146811" y="69955"/>
                  <a:pt x="145384" y="67417"/>
                  <a:pt x="145067" y="64561"/>
                </a:cubicBezTo>
                <a:cubicBezTo>
                  <a:pt x="145067" y="64086"/>
                  <a:pt x="144909" y="63610"/>
                  <a:pt x="144750" y="63292"/>
                </a:cubicBezTo>
                <a:cubicBezTo>
                  <a:pt x="144274" y="60437"/>
                  <a:pt x="143799" y="57740"/>
                  <a:pt x="143006" y="55044"/>
                </a:cubicBezTo>
                <a:cubicBezTo>
                  <a:pt x="134762" y="23636"/>
                  <a:pt x="107493" y="0"/>
                  <a:pt x="73405" y="0"/>
                </a:cubicBezTo>
                <a:cubicBezTo>
                  <a:pt x="65478" y="0"/>
                  <a:pt x="58344" y="2221"/>
                  <a:pt x="51209" y="4442"/>
                </a:cubicBezTo>
                <a:cubicBezTo>
                  <a:pt x="48514" y="5394"/>
                  <a:pt x="45660" y="5711"/>
                  <a:pt x="43124" y="6821"/>
                </a:cubicBezTo>
                <a:cubicBezTo>
                  <a:pt x="17915" y="18401"/>
                  <a:pt x="0" y="43622"/>
                  <a:pt x="0" y="73286"/>
                </a:cubicBezTo>
                <a:cubicBezTo>
                  <a:pt x="0" y="92004"/>
                  <a:pt x="7610" y="108660"/>
                  <a:pt x="19184" y="121667"/>
                </a:cubicBezTo>
                <a:cubicBezTo>
                  <a:pt x="21086" y="123888"/>
                  <a:pt x="22989" y="125792"/>
                  <a:pt x="25208" y="127695"/>
                </a:cubicBezTo>
                <a:close/>
              </a:path>
            </a:pathLst>
          </a:custGeom>
          <a:solidFill>
            <a:srgbClr val="7030A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50" name="Freeform 749">
            <a:extLst>
              <a:ext uri="{FF2B5EF4-FFF2-40B4-BE49-F238E27FC236}">
                <a16:creationId xmlns:a16="http://schemas.microsoft.com/office/drawing/2014/main" id="{20C4FECD-26E3-E8D0-70A2-C0D294EBF3DD}"/>
              </a:ext>
            </a:extLst>
          </p:cNvPr>
          <p:cNvSpPr/>
          <p:nvPr userDrawn="1"/>
        </p:nvSpPr>
        <p:spPr>
          <a:xfrm>
            <a:off x="11569637" y="3640456"/>
            <a:ext cx="146495" cy="126221"/>
          </a:xfrm>
          <a:custGeom>
            <a:avLst/>
            <a:gdLst>
              <a:gd name="connsiteX0" fmla="*/ 58661 w 146495"/>
              <a:gd name="connsiteY0" fmla="*/ 2697 h 146571"/>
              <a:gd name="connsiteX1" fmla="*/ 52954 w 146495"/>
              <a:gd name="connsiteY1" fmla="*/ 3807 h 146571"/>
              <a:gd name="connsiteX2" fmla="*/ 43599 w 146495"/>
              <a:gd name="connsiteY2" fmla="*/ 6186 h 146571"/>
              <a:gd name="connsiteX3" fmla="*/ 29014 w 146495"/>
              <a:gd name="connsiteY3" fmla="*/ 16021 h 146571"/>
              <a:gd name="connsiteX4" fmla="*/ 21879 w 146495"/>
              <a:gd name="connsiteY4" fmla="*/ 20780 h 146571"/>
              <a:gd name="connsiteX5" fmla="*/ 19025 w 146495"/>
              <a:gd name="connsiteY5" fmla="*/ 24746 h 146571"/>
              <a:gd name="connsiteX6" fmla="*/ 19025 w 146495"/>
              <a:gd name="connsiteY6" fmla="*/ 24746 h 146571"/>
              <a:gd name="connsiteX7" fmla="*/ 2537 w 146495"/>
              <a:gd name="connsiteY7" fmla="*/ 60437 h 146571"/>
              <a:gd name="connsiteX8" fmla="*/ 2220 w 146495"/>
              <a:gd name="connsiteY8" fmla="*/ 61865 h 146571"/>
              <a:gd name="connsiteX9" fmla="*/ 0 w 146495"/>
              <a:gd name="connsiteY9" fmla="*/ 72651 h 146571"/>
              <a:gd name="connsiteX10" fmla="*/ 0 w 146495"/>
              <a:gd name="connsiteY10" fmla="*/ 73127 h 146571"/>
              <a:gd name="connsiteX11" fmla="*/ 1902 w 146495"/>
              <a:gd name="connsiteY11" fmla="*/ 83121 h 146571"/>
              <a:gd name="connsiteX12" fmla="*/ 3647 w 146495"/>
              <a:gd name="connsiteY12" fmla="*/ 91369 h 146571"/>
              <a:gd name="connsiteX13" fmla="*/ 3964 w 146495"/>
              <a:gd name="connsiteY13" fmla="*/ 92956 h 146571"/>
              <a:gd name="connsiteX14" fmla="*/ 5708 w 146495"/>
              <a:gd name="connsiteY14" fmla="*/ 101363 h 146571"/>
              <a:gd name="connsiteX15" fmla="*/ 57235 w 146495"/>
              <a:gd name="connsiteY15" fmla="*/ 143240 h 146571"/>
              <a:gd name="connsiteX16" fmla="*/ 70393 w 146495"/>
              <a:gd name="connsiteY16" fmla="*/ 145937 h 146571"/>
              <a:gd name="connsiteX17" fmla="*/ 73247 w 146495"/>
              <a:gd name="connsiteY17" fmla="*/ 146571 h 146571"/>
              <a:gd name="connsiteX18" fmla="*/ 112249 w 146495"/>
              <a:gd name="connsiteY18" fmla="*/ 133723 h 146571"/>
              <a:gd name="connsiteX19" fmla="*/ 112249 w 146495"/>
              <a:gd name="connsiteY19" fmla="*/ 133723 h 146571"/>
              <a:gd name="connsiteX20" fmla="*/ 112883 w 146495"/>
              <a:gd name="connsiteY20" fmla="*/ 133247 h 146571"/>
              <a:gd name="connsiteX21" fmla="*/ 120335 w 146495"/>
              <a:gd name="connsiteY21" fmla="*/ 128171 h 146571"/>
              <a:gd name="connsiteX22" fmla="*/ 121445 w 146495"/>
              <a:gd name="connsiteY22" fmla="*/ 127536 h 146571"/>
              <a:gd name="connsiteX23" fmla="*/ 121445 w 146495"/>
              <a:gd name="connsiteY23" fmla="*/ 127536 h 146571"/>
              <a:gd name="connsiteX24" fmla="*/ 127470 w 146495"/>
              <a:gd name="connsiteY24" fmla="*/ 121508 h 146571"/>
              <a:gd name="connsiteX25" fmla="*/ 136189 w 146495"/>
              <a:gd name="connsiteY25" fmla="*/ 108501 h 146571"/>
              <a:gd name="connsiteX26" fmla="*/ 140945 w 146495"/>
              <a:gd name="connsiteY26" fmla="*/ 100887 h 146571"/>
              <a:gd name="connsiteX27" fmla="*/ 146495 w 146495"/>
              <a:gd name="connsiteY27" fmla="*/ 73286 h 146571"/>
              <a:gd name="connsiteX28" fmla="*/ 124140 w 146495"/>
              <a:gd name="connsiteY28" fmla="*/ 20780 h 146571"/>
              <a:gd name="connsiteX29" fmla="*/ 117005 w 146495"/>
              <a:gd name="connsiteY29" fmla="*/ 16021 h 146571"/>
              <a:gd name="connsiteX30" fmla="*/ 109237 w 146495"/>
              <a:gd name="connsiteY30" fmla="*/ 10787 h 146571"/>
              <a:gd name="connsiteX31" fmla="*/ 102102 w 146495"/>
              <a:gd name="connsiteY31" fmla="*/ 6028 h 146571"/>
              <a:gd name="connsiteX32" fmla="*/ 73247 w 146495"/>
              <a:gd name="connsiteY32" fmla="*/ 0 h 146571"/>
              <a:gd name="connsiteX33" fmla="*/ 67698 w 146495"/>
              <a:gd name="connsiteY33" fmla="*/ 1110 h 146571"/>
              <a:gd name="connsiteX34" fmla="*/ 66906 w 146495"/>
              <a:gd name="connsiteY34" fmla="*/ 1269 h 146571"/>
              <a:gd name="connsiteX35" fmla="*/ 58661 w 146495"/>
              <a:gd name="connsiteY35" fmla="*/ 3014 h 146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46495" h="146571">
                <a:moveTo>
                  <a:pt x="58661" y="2697"/>
                </a:moveTo>
                <a:cubicBezTo>
                  <a:pt x="56759" y="3172"/>
                  <a:pt x="54698" y="3331"/>
                  <a:pt x="52954" y="3807"/>
                </a:cubicBezTo>
                <a:cubicBezTo>
                  <a:pt x="49783" y="4759"/>
                  <a:pt x="46453" y="4917"/>
                  <a:pt x="43599" y="6186"/>
                </a:cubicBezTo>
                <a:cubicBezTo>
                  <a:pt x="38210" y="8566"/>
                  <a:pt x="33611" y="12373"/>
                  <a:pt x="29014" y="16021"/>
                </a:cubicBezTo>
                <a:cubicBezTo>
                  <a:pt x="26794" y="17766"/>
                  <a:pt x="23940" y="18877"/>
                  <a:pt x="21879" y="20780"/>
                </a:cubicBezTo>
                <a:cubicBezTo>
                  <a:pt x="20769" y="21890"/>
                  <a:pt x="19977" y="23477"/>
                  <a:pt x="19025" y="24746"/>
                </a:cubicBezTo>
                <a:lnTo>
                  <a:pt x="19025" y="24746"/>
                </a:lnTo>
                <a:cubicBezTo>
                  <a:pt x="10306" y="34581"/>
                  <a:pt x="4915" y="46954"/>
                  <a:pt x="2537" y="60437"/>
                </a:cubicBezTo>
                <a:cubicBezTo>
                  <a:pt x="2537" y="60913"/>
                  <a:pt x="2379" y="61389"/>
                  <a:pt x="2220" y="61865"/>
                </a:cubicBezTo>
                <a:cubicBezTo>
                  <a:pt x="1586" y="65513"/>
                  <a:pt x="0" y="68844"/>
                  <a:pt x="0" y="72651"/>
                </a:cubicBezTo>
                <a:lnTo>
                  <a:pt x="0" y="73127"/>
                </a:lnTo>
                <a:cubicBezTo>
                  <a:pt x="0" y="76617"/>
                  <a:pt x="1427" y="79631"/>
                  <a:pt x="1902" y="83121"/>
                </a:cubicBezTo>
                <a:cubicBezTo>
                  <a:pt x="2379" y="85976"/>
                  <a:pt x="2854" y="88673"/>
                  <a:pt x="3647" y="91369"/>
                </a:cubicBezTo>
                <a:cubicBezTo>
                  <a:pt x="3647" y="91845"/>
                  <a:pt x="3806" y="92321"/>
                  <a:pt x="3964" y="92956"/>
                </a:cubicBezTo>
                <a:cubicBezTo>
                  <a:pt x="4757" y="95652"/>
                  <a:pt x="4598" y="98825"/>
                  <a:pt x="5708" y="101363"/>
                </a:cubicBezTo>
                <a:cubicBezTo>
                  <a:pt x="14744" y="122936"/>
                  <a:pt x="34087" y="137847"/>
                  <a:pt x="57235" y="143240"/>
                </a:cubicBezTo>
                <a:cubicBezTo>
                  <a:pt x="61674" y="144192"/>
                  <a:pt x="65796" y="145778"/>
                  <a:pt x="70393" y="145937"/>
                </a:cubicBezTo>
                <a:cubicBezTo>
                  <a:pt x="71503" y="145937"/>
                  <a:pt x="72296" y="146571"/>
                  <a:pt x="73247" y="146571"/>
                </a:cubicBezTo>
                <a:cubicBezTo>
                  <a:pt x="87992" y="146571"/>
                  <a:pt x="100834" y="141178"/>
                  <a:pt x="112249" y="133723"/>
                </a:cubicBezTo>
                <a:lnTo>
                  <a:pt x="112249" y="133723"/>
                </a:lnTo>
                <a:cubicBezTo>
                  <a:pt x="112249" y="133723"/>
                  <a:pt x="112883" y="133247"/>
                  <a:pt x="112883" y="133247"/>
                </a:cubicBezTo>
                <a:cubicBezTo>
                  <a:pt x="115579" y="131343"/>
                  <a:pt x="118115" y="130074"/>
                  <a:pt x="120335" y="128171"/>
                </a:cubicBezTo>
                <a:cubicBezTo>
                  <a:pt x="120652" y="127854"/>
                  <a:pt x="121128" y="127695"/>
                  <a:pt x="121445" y="127536"/>
                </a:cubicBezTo>
                <a:lnTo>
                  <a:pt x="121445" y="127536"/>
                </a:lnTo>
                <a:cubicBezTo>
                  <a:pt x="123665" y="125633"/>
                  <a:pt x="125567" y="123729"/>
                  <a:pt x="127470" y="121508"/>
                </a:cubicBezTo>
                <a:cubicBezTo>
                  <a:pt x="130957" y="117543"/>
                  <a:pt x="133652" y="113101"/>
                  <a:pt x="136189" y="108501"/>
                </a:cubicBezTo>
                <a:cubicBezTo>
                  <a:pt x="137616" y="105804"/>
                  <a:pt x="139677" y="103742"/>
                  <a:pt x="140945" y="100887"/>
                </a:cubicBezTo>
                <a:cubicBezTo>
                  <a:pt x="144434" y="92321"/>
                  <a:pt x="146495" y="83121"/>
                  <a:pt x="146495" y="73286"/>
                </a:cubicBezTo>
                <a:cubicBezTo>
                  <a:pt x="146495" y="52664"/>
                  <a:pt x="137774" y="34105"/>
                  <a:pt x="124140" y="20780"/>
                </a:cubicBezTo>
                <a:cubicBezTo>
                  <a:pt x="122079" y="18718"/>
                  <a:pt x="119384" y="17766"/>
                  <a:pt x="117005" y="16021"/>
                </a:cubicBezTo>
                <a:cubicBezTo>
                  <a:pt x="114469" y="14118"/>
                  <a:pt x="111932" y="12373"/>
                  <a:pt x="109237" y="10787"/>
                </a:cubicBezTo>
                <a:cubicBezTo>
                  <a:pt x="106700" y="9359"/>
                  <a:pt x="104798" y="7138"/>
                  <a:pt x="102102" y="6028"/>
                </a:cubicBezTo>
                <a:cubicBezTo>
                  <a:pt x="93224" y="2221"/>
                  <a:pt x="83553" y="0"/>
                  <a:pt x="73247" y="0"/>
                </a:cubicBezTo>
                <a:cubicBezTo>
                  <a:pt x="71187" y="0"/>
                  <a:pt x="69601" y="952"/>
                  <a:pt x="67698" y="1110"/>
                </a:cubicBezTo>
                <a:cubicBezTo>
                  <a:pt x="67698" y="1110"/>
                  <a:pt x="67223" y="1110"/>
                  <a:pt x="66906" y="1269"/>
                </a:cubicBezTo>
                <a:cubicBezTo>
                  <a:pt x="64052" y="1586"/>
                  <a:pt x="61356" y="2379"/>
                  <a:pt x="58661" y="3014"/>
                </a:cubicBezTo>
                <a:close/>
              </a:path>
            </a:pathLst>
          </a:custGeom>
          <a:solidFill>
            <a:srgbClr val="7030A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51" name="Freeform 750">
            <a:extLst>
              <a:ext uri="{FF2B5EF4-FFF2-40B4-BE49-F238E27FC236}">
                <a16:creationId xmlns:a16="http://schemas.microsoft.com/office/drawing/2014/main" id="{1DE32671-47EC-F248-9F35-82B5E3F4B2D5}"/>
              </a:ext>
            </a:extLst>
          </p:cNvPr>
          <p:cNvSpPr/>
          <p:nvPr userDrawn="1"/>
        </p:nvSpPr>
        <p:spPr>
          <a:xfrm>
            <a:off x="10221383" y="3909964"/>
            <a:ext cx="146652" cy="126358"/>
          </a:xfrm>
          <a:custGeom>
            <a:avLst/>
            <a:gdLst>
              <a:gd name="connsiteX0" fmla="*/ 118749 w 146652"/>
              <a:gd name="connsiteY0" fmla="*/ 17132 h 146730"/>
              <a:gd name="connsiteX1" fmla="*/ 111773 w 146652"/>
              <a:gd name="connsiteY1" fmla="*/ 12373 h 146730"/>
              <a:gd name="connsiteX2" fmla="*/ 98297 w 146652"/>
              <a:gd name="connsiteY2" fmla="*/ 5076 h 146730"/>
              <a:gd name="connsiteX3" fmla="*/ 93224 w 146652"/>
              <a:gd name="connsiteY3" fmla="*/ 4124 h 146730"/>
              <a:gd name="connsiteX4" fmla="*/ 91955 w 146652"/>
              <a:gd name="connsiteY4" fmla="*/ 3807 h 146730"/>
              <a:gd name="connsiteX5" fmla="*/ 83711 w 146652"/>
              <a:gd name="connsiteY5" fmla="*/ 2062 h 146730"/>
              <a:gd name="connsiteX6" fmla="*/ 73406 w 146652"/>
              <a:gd name="connsiteY6" fmla="*/ 0 h 146730"/>
              <a:gd name="connsiteX7" fmla="*/ 4915 w 146652"/>
              <a:gd name="connsiteY7" fmla="*/ 49650 h 146730"/>
              <a:gd name="connsiteX8" fmla="*/ 3171 w 146652"/>
              <a:gd name="connsiteY8" fmla="*/ 58058 h 146730"/>
              <a:gd name="connsiteX9" fmla="*/ 0 w 146652"/>
              <a:gd name="connsiteY9" fmla="*/ 73444 h 146730"/>
              <a:gd name="connsiteX10" fmla="*/ 6025 w 146652"/>
              <a:gd name="connsiteY10" fmla="*/ 102315 h 146730"/>
              <a:gd name="connsiteX11" fmla="*/ 10781 w 146652"/>
              <a:gd name="connsiteY11" fmla="*/ 109453 h 146730"/>
              <a:gd name="connsiteX12" fmla="*/ 73247 w 146652"/>
              <a:gd name="connsiteY12" fmla="*/ 146730 h 146730"/>
              <a:gd name="connsiteX13" fmla="*/ 129530 w 146652"/>
              <a:gd name="connsiteY13" fmla="*/ 118495 h 146730"/>
              <a:gd name="connsiteX14" fmla="*/ 131591 w 146652"/>
              <a:gd name="connsiteY14" fmla="*/ 115481 h 146730"/>
              <a:gd name="connsiteX15" fmla="*/ 132067 w 146652"/>
              <a:gd name="connsiteY15" fmla="*/ 114688 h 146730"/>
              <a:gd name="connsiteX16" fmla="*/ 136823 w 146652"/>
              <a:gd name="connsiteY16" fmla="*/ 107708 h 146730"/>
              <a:gd name="connsiteX17" fmla="*/ 139994 w 146652"/>
              <a:gd name="connsiteY17" fmla="*/ 102949 h 146730"/>
              <a:gd name="connsiteX18" fmla="*/ 142213 w 146652"/>
              <a:gd name="connsiteY18" fmla="*/ 94700 h 146730"/>
              <a:gd name="connsiteX19" fmla="*/ 144592 w 146652"/>
              <a:gd name="connsiteY19" fmla="*/ 83121 h 146730"/>
              <a:gd name="connsiteX20" fmla="*/ 146335 w 146652"/>
              <a:gd name="connsiteY20" fmla="*/ 74714 h 146730"/>
              <a:gd name="connsiteX21" fmla="*/ 146653 w 146652"/>
              <a:gd name="connsiteY21" fmla="*/ 73286 h 146730"/>
              <a:gd name="connsiteX22" fmla="*/ 144592 w 146652"/>
              <a:gd name="connsiteY22" fmla="*/ 63292 h 146730"/>
              <a:gd name="connsiteX23" fmla="*/ 142848 w 146652"/>
              <a:gd name="connsiteY23" fmla="*/ 55044 h 146730"/>
              <a:gd name="connsiteX24" fmla="*/ 131908 w 146652"/>
              <a:gd name="connsiteY24" fmla="*/ 31725 h 146730"/>
              <a:gd name="connsiteX25" fmla="*/ 127152 w 146652"/>
              <a:gd name="connsiteY25" fmla="*/ 24746 h 146730"/>
              <a:gd name="connsiteX26" fmla="*/ 118432 w 146652"/>
              <a:gd name="connsiteY26" fmla="*/ 17132 h 1467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146652" h="146730">
                <a:moveTo>
                  <a:pt x="118749" y="17132"/>
                </a:moveTo>
                <a:cubicBezTo>
                  <a:pt x="116529" y="15387"/>
                  <a:pt x="114152" y="13801"/>
                  <a:pt x="111773" y="12373"/>
                </a:cubicBezTo>
                <a:cubicBezTo>
                  <a:pt x="107334" y="9676"/>
                  <a:pt x="103212" y="6821"/>
                  <a:pt x="98297" y="5076"/>
                </a:cubicBezTo>
                <a:cubicBezTo>
                  <a:pt x="96711" y="4442"/>
                  <a:pt x="94967" y="4600"/>
                  <a:pt x="93224" y="4124"/>
                </a:cubicBezTo>
                <a:cubicBezTo>
                  <a:pt x="92748" y="4124"/>
                  <a:pt x="92272" y="3966"/>
                  <a:pt x="91955" y="3807"/>
                </a:cubicBezTo>
                <a:cubicBezTo>
                  <a:pt x="89260" y="3014"/>
                  <a:pt x="86406" y="2538"/>
                  <a:pt x="83711" y="2062"/>
                </a:cubicBezTo>
                <a:cubicBezTo>
                  <a:pt x="80223" y="1586"/>
                  <a:pt x="77052" y="0"/>
                  <a:pt x="73406" y="0"/>
                </a:cubicBezTo>
                <a:cubicBezTo>
                  <a:pt x="41380" y="0"/>
                  <a:pt x="14744" y="20939"/>
                  <a:pt x="4915" y="49650"/>
                </a:cubicBezTo>
                <a:cubicBezTo>
                  <a:pt x="3964" y="52347"/>
                  <a:pt x="3805" y="55202"/>
                  <a:pt x="3171" y="58058"/>
                </a:cubicBezTo>
                <a:cubicBezTo>
                  <a:pt x="2061" y="63134"/>
                  <a:pt x="0" y="68051"/>
                  <a:pt x="0" y="73444"/>
                </a:cubicBezTo>
                <a:cubicBezTo>
                  <a:pt x="0" y="83755"/>
                  <a:pt x="2220" y="93431"/>
                  <a:pt x="6025" y="102315"/>
                </a:cubicBezTo>
                <a:cubicBezTo>
                  <a:pt x="7135" y="105011"/>
                  <a:pt x="9354" y="106915"/>
                  <a:pt x="10781" y="109453"/>
                </a:cubicBezTo>
                <a:cubicBezTo>
                  <a:pt x="23464" y="131343"/>
                  <a:pt x="46136" y="146730"/>
                  <a:pt x="73247" y="146730"/>
                </a:cubicBezTo>
                <a:cubicBezTo>
                  <a:pt x="96395" y="146730"/>
                  <a:pt x="116213" y="135309"/>
                  <a:pt x="129530" y="118495"/>
                </a:cubicBezTo>
                <a:cubicBezTo>
                  <a:pt x="130322" y="117543"/>
                  <a:pt x="130798" y="116433"/>
                  <a:pt x="131591" y="115481"/>
                </a:cubicBezTo>
                <a:cubicBezTo>
                  <a:pt x="131750" y="115164"/>
                  <a:pt x="131908" y="115005"/>
                  <a:pt x="132067" y="114688"/>
                </a:cubicBezTo>
                <a:cubicBezTo>
                  <a:pt x="133652" y="112308"/>
                  <a:pt x="135396" y="110087"/>
                  <a:pt x="136823" y="107708"/>
                </a:cubicBezTo>
                <a:cubicBezTo>
                  <a:pt x="137774" y="105963"/>
                  <a:pt x="139202" y="104694"/>
                  <a:pt x="139994" y="102949"/>
                </a:cubicBezTo>
                <a:cubicBezTo>
                  <a:pt x="141104" y="100253"/>
                  <a:pt x="141421" y="97397"/>
                  <a:pt x="142213" y="94700"/>
                </a:cubicBezTo>
                <a:cubicBezTo>
                  <a:pt x="143323" y="90894"/>
                  <a:pt x="143958" y="87086"/>
                  <a:pt x="144592" y="83121"/>
                </a:cubicBezTo>
                <a:cubicBezTo>
                  <a:pt x="145068" y="80266"/>
                  <a:pt x="146177" y="77727"/>
                  <a:pt x="146335" y="74714"/>
                </a:cubicBezTo>
                <a:cubicBezTo>
                  <a:pt x="146335" y="74238"/>
                  <a:pt x="146653" y="73762"/>
                  <a:pt x="146653" y="73286"/>
                </a:cubicBezTo>
                <a:cubicBezTo>
                  <a:pt x="146653" y="69796"/>
                  <a:pt x="145068" y="66782"/>
                  <a:pt x="144592" y="63292"/>
                </a:cubicBezTo>
                <a:cubicBezTo>
                  <a:pt x="144117" y="60437"/>
                  <a:pt x="143640" y="57740"/>
                  <a:pt x="142848" y="55044"/>
                </a:cubicBezTo>
                <a:cubicBezTo>
                  <a:pt x="140628" y="46478"/>
                  <a:pt x="136982" y="38705"/>
                  <a:pt x="131908" y="31725"/>
                </a:cubicBezTo>
                <a:cubicBezTo>
                  <a:pt x="130165" y="29346"/>
                  <a:pt x="129055" y="26808"/>
                  <a:pt x="127152" y="24746"/>
                </a:cubicBezTo>
                <a:cubicBezTo>
                  <a:pt x="124456" y="21891"/>
                  <a:pt x="121603" y="19670"/>
                  <a:pt x="118432" y="17132"/>
                </a:cubicBezTo>
                <a:close/>
              </a:path>
            </a:pathLst>
          </a:custGeom>
          <a:solidFill>
            <a:srgbClr val="7030A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52" name="Freeform 751">
            <a:extLst>
              <a:ext uri="{FF2B5EF4-FFF2-40B4-BE49-F238E27FC236}">
                <a16:creationId xmlns:a16="http://schemas.microsoft.com/office/drawing/2014/main" id="{62AB6BA2-1EE4-A2D6-C402-59BDE543BD5C}"/>
              </a:ext>
            </a:extLst>
          </p:cNvPr>
          <p:cNvSpPr/>
          <p:nvPr userDrawn="1"/>
        </p:nvSpPr>
        <p:spPr>
          <a:xfrm>
            <a:off x="10895827" y="2956029"/>
            <a:ext cx="141252" cy="136641"/>
          </a:xfrm>
          <a:custGeom>
            <a:avLst/>
            <a:gdLst>
              <a:gd name="connsiteX0" fmla="*/ 144909 w 146652"/>
              <a:gd name="connsiteY0" fmla="*/ 81852 h 146571"/>
              <a:gd name="connsiteX1" fmla="*/ 146653 w 146652"/>
              <a:gd name="connsiteY1" fmla="*/ 73127 h 146571"/>
              <a:gd name="connsiteX2" fmla="*/ 145068 w 146652"/>
              <a:gd name="connsiteY2" fmla="*/ 65354 h 146571"/>
              <a:gd name="connsiteX3" fmla="*/ 141738 w 146652"/>
              <a:gd name="connsiteY3" fmla="*/ 48699 h 146571"/>
              <a:gd name="connsiteX4" fmla="*/ 141263 w 146652"/>
              <a:gd name="connsiteY4" fmla="*/ 46478 h 146571"/>
              <a:gd name="connsiteX5" fmla="*/ 107810 w 146652"/>
              <a:gd name="connsiteY5" fmla="*/ 9676 h 146571"/>
              <a:gd name="connsiteX6" fmla="*/ 107493 w 146652"/>
              <a:gd name="connsiteY6" fmla="*/ 9359 h 146571"/>
              <a:gd name="connsiteX7" fmla="*/ 91005 w 146652"/>
              <a:gd name="connsiteY7" fmla="*/ 3490 h 146571"/>
              <a:gd name="connsiteX8" fmla="*/ 82284 w 146652"/>
              <a:gd name="connsiteY8" fmla="*/ 1745 h 146571"/>
              <a:gd name="connsiteX9" fmla="*/ 80858 w 146652"/>
              <a:gd name="connsiteY9" fmla="*/ 1428 h 146571"/>
              <a:gd name="connsiteX10" fmla="*/ 74041 w 146652"/>
              <a:gd name="connsiteY10" fmla="*/ 0 h 146571"/>
              <a:gd name="connsiteX11" fmla="*/ 73406 w 146652"/>
              <a:gd name="connsiteY11" fmla="*/ 0 h 146571"/>
              <a:gd name="connsiteX12" fmla="*/ 65479 w 146652"/>
              <a:gd name="connsiteY12" fmla="*/ 1586 h 146571"/>
              <a:gd name="connsiteX13" fmla="*/ 59613 w 146652"/>
              <a:gd name="connsiteY13" fmla="*/ 2855 h 146571"/>
              <a:gd name="connsiteX14" fmla="*/ 36941 w 146652"/>
              <a:gd name="connsiteY14" fmla="*/ 11104 h 146571"/>
              <a:gd name="connsiteX15" fmla="*/ 29806 w 146652"/>
              <a:gd name="connsiteY15" fmla="*/ 15863 h 146571"/>
              <a:gd name="connsiteX16" fmla="*/ 0 w 146652"/>
              <a:gd name="connsiteY16" fmla="*/ 73286 h 146571"/>
              <a:gd name="connsiteX17" fmla="*/ 0 w 146652"/>
              <a:gd name="connsiteY17" fmla="*/ 73603 h 146571"/>
              <a:gd name="connsiteX18" fmla="*/ 1745 w 146652"/>
              <a:gd name="connsiteY18" fmla="*/ 82010 h 146571"/>
              <a:gd name="connsiteX19" fmla="*/ 14587 w 146652"/>
              <a:gd name="connsiteY19" fmla="*/ 114846 h 146571"/>
              <a:gd name="connsiteX20" fmla="*/ 19343 w 146652"/>
              <a:gd name="connsiteY20" fmla="*/ 121826 h 146571"/>
              <a:gd name="connsiteX21" fmla="*/ 28063 w 146652"/>
              <a:gd name="connsiteY21" fmla="*/ 129440 h 146571"/>
              <a:gd name="connsiteX22" fmla="*/ 35038 w 146652"/>
              <a:gd name="connsiteY22" fmla="*/ 134199 h 146571"/>
              <a:gd name="connsiteX23" fmla="*/ 73406 w 146652"/>
              <a:gd name="connsiteY23" fmla="*/ 146572 h 146571"/>
              <a:gd name="connsiteX24" fmla="*/ 114944 w 146652"/>
              <a:gd name="connsiteY24" fmla="*/ 132137 h 146571"/>
              <a:gd name="connsiteX25" fmla="*/ 115103 w 146652"/>
              <a:gd name="connsiteY25" fmla="*/ 131978 h 146571"/>
              <a:gd name="connsiteX26" fmla="*/ 122237 w 146652"/>
              <a:gd name="connsiteY26" fmla="*/ 127060 h 146571"/>
              <a:gd name="connsiteX27" fmla="*/ 123506 w 146652"/>
              <a:gd name="connsiteY27" fmla="*/ 126109 h 146571"/>
              <a:gd name="connsiteX28" fmla="*/ 127470 w 146652"/>
              <a:gd name="connsiteY28" fmla="*/ 121509 h 146571"/>
              <a:gd name="connsiteX29" fmla="*/ 139043 w 146652"/>
              <a:gd name="connsiteY29" fmla="*/ 104377 h 146571"/>
              <a:gd name="connsiteX30" fmla="*/ 142214 w 146652"/>
              <a:gd name="connsiteY30" fmla="*/ 94700 h 146571"/>
              <a:gd name="connsiteX31" fmla="*/ 142531 w 146652"/>
              <a:gd name="connsiteY31" fmla="*/ 92797 h 146571"/>
              <a:gd name="connsiteX32" fmla="*/ 144750 w 146652"/>
              <a:gd name="connsiteY32" fmla="*/ 82010 h 146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146652" h="146571">
                <a:moveTo>
                  <a:pt x="144909" y="81852"/>
                </a:moveTo>
                <a:cubicBezTo>
                  <a:pt x="145385" y="78838"/>
                  <a:pt x="146653" y="76141"/>
                  <a:pt x="146653" y="73127"/>
                </a:cubicBezTo>
                <a:cubicBezTo>
                  <a:pt x="146653" y="70431"/>
                  <a:pt x="145385" y="68051"/>
                  <a:pt x="145068" y="65354"/>
                </a:cubicBezTo>
                <a:cubicBezTo>
                  <a:pt x="144434" y="59644"/>
                  <a:pt x="143640" y="53933"/>
                  <a:pt x="141738" y="48699"/>
                </a:cubicBezTo>
                <a:cubicBezTo>
                  <a:pt x="141422" y="48064"/>
                  <a:pt x="141579" y="47112"/>
                  <a:pt x="141263" y="46478"/>
                </a:cubicBezTo>
                <a:cubicBezTo>
                  <a:pt x="134921" y="30456"/>
                  <a:pt x="122871" y="17766"/>
                  <a:pt x="107810" y="9676"/>
                </a:cubicBezTo>
                <a:cubicBezTo>
                  <a:pt x="107652" y="9676"/>
                  <a:pt x="107493" y="9359"/>
                  <a:pt x="107493" y="9359"/>
                </a:cubicBezTo>
                <a:cubicBezTo>
                  <a:pt x="102102" y="6504"/>
                  <a:pt x="96712" y="4917"/>
                  <a:pt x="91005" y="3490"/>
                </a:cubicBezTo>
                <a:cubicBezTo>
                  <a:pt x="88150" y="2697"/>
                  <a:pt x="85297" y="2062"/>
                  <a:pt x="82284" y="1745"/>
                </a:cubicBezTo>
                <a:cubicBezTo>
                  <a:pt x="81809" y="1745"/>
                  <a:pt x="81333" y="1586"/>
                  <a:pt x="80858" y="1428"/>
                </a:cubicBezTo>
                <a:cubicBezTo>
                  <a:pt x="78479" y="1111"/>
                  <a:pt x="76418" y="0"/>
                  <a:pt x="74041" y="0"/>
                </a:cubicBezTo>
                <a:cubicBezTo>
                  <a:pt x="73882" y="0"/>
                  <a:pt x="73564" y="0"/>
                  <a:pt x="73406" y="0"/>
                </a:cubicBezTo>
                <a:cubicBezTo>
                  <a:pt x="70552" y="0"/>
                  <a:pt x="68175" y="1269"/>
                  <a:pt x="65479" y="1586"/>
                </a:cubicBezTo>
                <a:cubicBezTo>
                  <a:pt x="63417" y="1903"/>
                  <a:pt x="61515" y="2379"/>
                  <a:pt x="59613" y="2855"/>
                </a:cubicBezTo>
                <a:cubicBezTo>
                  <a:pt x="51369" y="4442"/>
                  <a:pt x="43917" y="6980"/>
                  <a:pt x="36941" y="11104"/>
                </a:cubicBezTo>
                <a:cubicBezTo>
                  <a:pt x="34405" y="12532"/>
                  <a:pt x="32185" y="14118"/>
                  <a:pt x="29806" y="15863"/>
                </a:cubicBezTo>
                <a:cubicBezTo>
                  <a:pt x="12208" y="29187"/>
                  <a:pt x="0" y="49492"/>
                  <a:pt x="0" y="73286"/>
                </a:cubicBezTo>
                <a:lnTo>
                  <a:pt x="0" y="73603"/>
                </a:lnTo>
                <a:cubicBezTo>
                  <a:pt x="0" y="76617"/>
                  <a:pt x="1427" y="79155"/>
                  <a:pt x="1745" y="82010"/>
                </a:cubicBezTo>
                <a:cubicBezTo>
                  <a:pt x="3330" y="94383"/>
                  <a:pt x="7769" y="105328"/>
                  <a:pt x="14587" y="114846"/>
                </a:cubicBezTo>
                <a:cubicBezTo>
                  <a:pt x="16172" y="117226"/>
                  <a:pt x="17440" y="119764"/>
                  <a:pt x="19343" y="121826"/>
                </a:cubicBezTo>
                <a:cubicBezTo>
                  <a:pt x="22038" y="124681"/>
                  <a:pt x="24891" y="126902"/>
                  <a:pt x="28063" y="129440"/>
                </a:cubicBezTo>
                <a:cubicBezTo>
                  <a:pt x="30282" y="131185"/>
                  <a:pt x="32660" y="132771"/>
                  <a:pt x="35038" y="134199"/>
                </a:cubicBezTo>
                <a:cubicBezTo>
                  <a:pt x="46295" y="141337"/>
                  <a:pt x="58979" y="146572"/>
                  <a:pt x="73406" y="146572"/>
                </a:cubicBezTo>
                <a:cubicBezTo>
                  <a:pt x="89101" y="146572"/>
                  <a:pt x="103053" y="140544"/>
                  <a:pt x="114944" y="132137"/>
                </a:cubicBezTo>
                <a:cubicBezTo>
                  <a:pt x="114944" y="132137"/>
                  <a:pt x="115103" y="131978"/>
                  <a:pt x="115103" y="131978"/>
                </a:cubicBezTo>
                <a:cubicBezTo>
                  <a:pt x="117640" y="130233"/>
                  <a:pt x="120176" y="128964"/>
                  <a:pt x="122237" y="127060"/>
                </a:cubicBezTo>
                <a:cubicBezTo>
                  <a:pt x="122714" y="126743"/>
                  <a:pt x="123189" y="126584"/>
                  <a:pt x="123506" y="126109"/>
                </a:cubicBezTo>
                <a:cubicBezTo>
                  <a:pt x="125091" y="124681"/>
                  <a:pt x="126201" y="123095"/>
                  <a:pt x="127470" y="121509"/>
                </a:cubicBezTo>
                <a:cubicBezTo>
                  <a:pt x="132067" y="116274"/>
                  <a:pt x="136031" y="110563"/>
                  <a:pt x="139043" y="104377"/>
                </a:cubicBezTo>
                <a:cubicBezTo>
                  <a:pt x="140470" y="101204"/>
                  <a:pt x="141104" y="98032"/>
                  <a:pt x="142214" y="94700"/>
                </a:cubicBezTo>
                <a:cubicBezTo>
                  <a:pt x="142373" y="94066"/>
                  <a:pt x="142373" y="93431"/>
                  <a:pt x="142531" y="92797"/>
                </a:cubicBezTo>
                <a:cubicBezTo>
                  <a:pt x="143483" y="89307"/>
                  <a:pt x="144275" y="85659"/>
                  <a:pt x="144750" y="82010"/>
                </a:cubicBezTo>
                <a:close/>
              </a:path>
            </a:pathLst>
          </a:custGeom>
          <a:solidFill>
            <a:srgbClr val="FF7D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53" name="Freeform 752">
            <a:extLst>
              <a:ext uri="{FF2B5EF4-FFF2-40B4-BE49-F238E27FC236}">
                <a16:creationId xmlns:a16="http://schemas.microsoft.com/office/drawing/2014/main" id="{13F444FF-026E-1506-E035-32CA906BB259}"/>
              </a:ext>
            </a:extLst>
          </p:cNvPr>
          <p:cNvSpPr/>
          <p:nvPr userDrawn="1"/>
        </p:nvSpPr>
        <p:spPr>
          <a:xfrm>
            <a:off x="10625986" y="2551043"/>
            <a:ext cx="141405" cy="136789"/>
          </a:xfrm>
          <a:custGeom>
            <a:avLst/>
            <a:gdLst>
              <a:gd name="connsiteX0" fmla="*/ 316 w 146811"/>
              <a:gd name="connsiteY0" fmla="*/ 73444 h 146730"/>
              <a:gd name="connsiteX1" fmla="*/ 2378 w 146811"/>
              <a:gd name="connsiteY1" fmla="*/ 83438 h 146730"/>
              <a:gd name="connsiteX2" fmla="*/ 4122 w 146811"/>
              <a:gd name="connsiteY2" fmla="*/ 91687 h 146730"/>
              <a:gd name="connsiteX3" fmla="*/ 22672 w 146811"/>
              <a:gd name="connsiteY3" fmla="*/ 125791 h 146730"/>
              <a:gd name="connsiteX4" fmla="*/ 29806 w 146811"/>
              <a:gd name="connsiteY4" fmla="*/ 130550 h 146730"/>
              <a:gd name="connsiteX5" fmla="*/ 48831 w 146811"/>
              <a:gd name="connsiteY5" fmla="*/ 141654 h 146730"/>
              <a:gd name="connsiteX6" fmla="*/ 57075 w 146811"/>
              <a:gd name="connsiteY6" fmla="*/ 143399 h 146730"/>
              <a:gd name="connsiteX7" fmla="*/ 73563 w 146811"/>
              <a:gd name="connsiteY7" fmla="*/ 146730 h 146730"/>
              <a:gd name="connsiteX8" fmla="*/ 110029 w 146811"/>
              <a:gd name="connsiteY8" fmla="*/ 135626 h 146730"/>
              <a:gd name="connsiteX9" fmla="*/ 114627 w 146811"/>
              <a:gd name="connsiteY9" fmla="*/ 132454 h 146730"/>
              <a:gd name="connsiteX10" fmla="*/ 121603 w 146811"/>
              <a:gd name="connsiteY10" fmla="*/ 127695 h 146730"/>
              <a:gd name="connsiteX11" fmla="*/ 122713 w 146811"/>
              <a:gd name="connsiteY11" fmla="*/ 126902 h 146730"/>
              <a:gd name="connsiteX12" fmla="*/ 125884 w 146811"/>
              <a:gd name="connsiteY12" fmla="*/ 124364 h 146730"/>
              <a:gd name="connsiteX13" fmla="*/ 146812 w 146811"/>
              <a:gd name="connsiteY13" fmla="*/ 73286 h 146730"/>
              <a:gd name="connsiteX14" fmla="*/ 145225 w 146811"/>
              <a:gd name="connsiteY14" fmla="*/ 65672 h 146730"/>
              <a:gd name="connsiteX15" fmla="*/ 143482 w 146811"/>
              <a:gd name="connsiteY15" fmla="*/ 57264 h 146730"/>
              <a:gd name="connsiteX16" fmla="*/ 139518 w 146811"/>
              <a:gd name="connsiteY16" fmla="*/ 42512 h 146730"/>
              <a:gd name="connsiteX17" fmla="*/ 134762 w 146811"/>
              <a:gd name="connsiteY17" fmla="*/ 35533 h 146730"/>
              <a:gd name="connsiteX18" fmla="*/ 90686 w 146811"/>
              <a:gd name="connsiteY18" fmla="*/ 3490 h 146730"/>
              <a:gd name="connsiteX19" fmla="*/ 88784 w 146811"/>
              <a:gd name="connsiteY19" fmla="*/ 3014 h 146730"/>
              <a:gd name="connsiteX20" fmla="*/ 80539 w 146811"/>
              <a:gd name="connsiteY20" fmla="*/ 1428 h 146730"/>
              <a:gd name="connsiteX21" fmla="*/ 80223 w 146811"/>
              <a:gd name="connsiteY21" fmla="*/ 1428 h 146730"/>
              <a:gd name="connsiteX22" fmla="*/ 73406 w 146811"/>
              <a:gd name="connsiteY22" fmla="*/ 0 h 146730"/>
              <a:gd name="connsiteX23" fmla="*/ 71661 w 146811"/>
              <a:gd name="connsiteY23" fmla="*/ 317 h 146730"/>
              <a:gd name="connsiteX24" fmla="*/ 67697 w 146811"/>
              <a:gd name="connsiteY24" fmla="*/ 1111 h 146730"/>
              <a:gd name="connsiteX25" fmla="*/ 59295 w 146811"/>
              <a:gd name="connsiteY25" fmla="*/ 2855 h 146730"/>
              <a:gd name="connsiteX26" fmla="*/ 0 w 146811"/>
              <a:gd name="connsiteY26" fmla="*/ 73286 h 1467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146811" h="146730">
                <a:moveTo>
                  <a:pt x="316" y="73444"/>
                </a:moveTo>
                <a:cubicBezTo>
                  <a:pt x="316" y="76934"/>
                  <a:pt x="1902" y="79948"/>
                  <a:pt x="2378" y="83438"/>
                </a:cubicBezTo>
                <a:cubicBezTo>
                  <a:pt x="2854" y="86293"/>
                  <a:pt x="3329" y="88990"/>
                  <a:pt x="4122" y="91687"/>
                </a:cubicBezTo>
                <a:cubicBezTo>
                  <a:pt x="7610" y="104694"/>
                  <a:pt x="13317" y="116750"/>
                  <a:pt x="22672" y="125791"/>
                </a:cubicBezTo>
                <a:cubicBezTo>
                  <a:pt x="24733" y="127854"/>
                  <a:pt x="27428" y="128805"/>
                  <a:pt x="29806" y="130550"/>
                </a:cubicBezTo>
                <a:cubicBezTo>
                  <a:pt x="35672" y="135150"/>
                  <a:pt x="41697" y="139116"/>
                  <a:pt x="48831" y="141654"/>
                </a:cubicBezTo>
                <a:cubicBezTo>
                  <a:pt x="51368" y="142606"/>
                  <a:pt x="54380" y="142765"/>
                  <a:pt x="57075" y="143399"/>
                </a:cubicBezTo>
                <a:cubicBezTo>
                  <a:pt x="62624" y="144668"/>
                  <a:pt x="67697" y="146730"/>
                  <a:pt x="73563" y="146730"/>
                </a:cubicBezTo>
                <a:cubicBezTo>
                  <a:pt x="87040" y="146730"/>
                  <a:pt x="99090" y="142130"/>
                  <a:pt x="110029" y="135626"/>
                </a:cubicBezTo>
                <a:cubicBezTo>
                  <a:pt x="111614" y="134675"/>
                  <a:pt x="113042" y="133564"/>
                  <a:pt x="114627" y="132454"/>
                </a:cubicBezTo>
                <a:cubicBezTo>
                  <a:pt x="117005" y="130867"/>
                  <a:pt x="119542" y="129598"/>
                  <a:pt x="121603" y="127695"/>
                </a:cubicBezTo>
                <a:cubicBezTo>
                  <a:pt x="121920" y="127378"/>
                  <a:pt x="122395" y="127219"/>
                  <a:pt x="122713" y="126902"/>
                </a:cubicBezTo>
                <a:cubicBezTo>
                  <a:pt x="123822" y="125950"/>
                  <a:pt x="124932" y="125315"/>
                  <a:pt x="125884" y="124364"/>
                </a:cubicBezTo>
                <a:cubicBezTo>
                  <a:pt x="138726" y="111198"/>
                  <a:pt x="146812" y="93273"/>
                  <a:pt x="146812" y="73286"/>
                </a:cubicBezTo>
                <a:cubicBezTo>
                  <a:pt x="146812" y="70589"/>
                  <a:pt x="145543" y="68210"/>
                  <a:pt x="145225" y="65672"/>
                </a:cubicBezTo>
                <a:cubicBezTo>
                  <a:pt x="144908" y="62816"/>
                  <a:pt x="144116" y="60120"/>
                  <a:pt x="143482" y="57264"/>
                </a:cubicBezTo>
                <a:cubicBezTo>
                  <a:pt x="142213" y="52188"/>
                  <a:pt x="141579" y="47112"/>
                  <a:pt x="139518" y="42512"/>
                </a:cubicBezTo>
                <a:cubicBezTo>
                  <a:pt x="138250" y="39974"/>
                  <a:pt x="136188" y="37912"/>
                  <a:pt x="134762" y="35533"/>
                </a:cubicBezTo>
                <a:cubicBezTo>
                  <a:pt x="124774" y="19511"/>
                  <a:pt x="109394" y="8090"/>
                  <a:pt x="90686" y="3490"/>
                </a:cubicBezTo>
                <a:cubicBezTo>
                  <a:pt x="90053" y="3331"/>
                  <a:pt x="89418" y="3172"/>
                  <a:pt x="88784" y="3014"/>
                </a:cubicBezTo>
                <a:cubicBezTo>
                  <a:pt x="86089" y="2379"/>
                  <a:pt x="83394" y="1586"/>
                  <a:pt x="80539" y="1428"/>
                </a:cubicBezTo>
                <a:lnTo>
                  <a:pt x="80223" y="1428"/>
                </a:lnTo>
                <a:cubicBezTo>
                  <a:pt x="77844" y="1111"/>
                  <a:pt x="75942" y="0"/>
                  <a:pt x="73406" y="0"/>
                </a:cubicBezTo>
                <a:cubicBezTo>
                  <a:pt x="72771" y="0"/>
                  <a:pt x="72296" y="317"/>
                  <a:pt x="71661" y="317"/>
                </a:cubicBezTo>
                <a:cubicBezTo>
                  <a:pt x="70235" y="317"/>
                  <a:pt x="69125" y="952"/>
                  <a:pt x="67697" y="1111"/>
                </a:cubicBezTo>
                <a:cubicBezTo>
                  <a:pt x="64844" y="1428"/>
                  <a:pt x="62149" y="2221"/>
                  <a:pt x="59295" y="2855"/>
                </a:cubicBezTo>
                <a:cubicBezTo>
                  <a:pt x="25843" y="9518"/>
                  <a:pt x="0" y="37753"/>
                  <a:pt x="0" y="73286"/>
                </a:cubicBezTo>
                <a:close/>
              </a:path>
            </a:pathLst>
          </a:custGeom>
          <a:solidFill>
            <a:srgbClr val="FF7D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54" name="Freeform 753">
            <a:extLst>
              <a:ext uri="{FF2B5EF4-FFF2-40B4-BE49-F238E27FC236}">
                <a16:creationId xmlns:a16="http://schemas.microsoft.com/office/drawing/2014/main" id="{B89BE7AA-6032-4853-392F-BB1842941987}"/>
              </a:ext>
            </a:extLst>
          </p:cNvPr>
          <p:cNvSpPr/>
          <p:nvPr userDrawn="1"/>
        </p:nvSpPr>
        <p:spPr>
          <a:xfrm>
            <a:off x="11009784" y="23069"/>
            <a:ext cx="197069" cy="213511"/>
          </a:xfrm>
          <a:custGeom>
            <a:avLst/>
            <a:gdLst>
              <a:gd name="connsiteX0" fmla="*/ 36148 w 197069"/>
              <a:gd name="connsiteY0" fmla="*/ 11897 h 247934"/>
              <a:gd name="connsiteX1" fmla="*/ 29014 w 197069"/>
              <a:gd name="connsiteY1" fmla="*/ 16656 h 247934"/>
              <a:gd name="connsiteX2" fmla="*/ 26635 w 197069"/>
              <a:gd name="connsiteY2" fmla="*/ 18242 h 247934"/>
              <a:gd name="connsiteX3" fmla="*/ 25843 w 197069"/>
              <a:gd name="connsiteY3" fmla="*/ 18718 h 247934"/>
              <a:gd name="connsiteX4" fmla="*/ 19342 w 197069"/>
              <a:gd name="connsiteY4" fmla="*/ 25063 h 247934"/>
              <a:gd name="connsiteX5" fmla="*/ 16806 w 197069"/>
              <a:gd name="connsiteY5" fmla="*/ 28712 h 247934"/>
              <a:gd name="connsiteX6" fmla="*/ 317 w 197069"/>
              <a:gd name="connsiteY6" fmla="*/ 72334 h 247934"/>
              <a:gd name="connsiteX7" fmla="*/ 0 w 197069"/>
              <a:gd name="connsiteY7" fmla="*/ 73603 h 247934"/>
              <a:gd name="connsiteX8" fmla="*/ 4756 w 197069"/>
              <a:gd name="connsiteY8" fmla="*/ 97556 h 247934"/>
              <a:gd name="connsiteX9" fmla="*/ 9196 w 197069"/>
              <a:gd name="connsiteY9" fmla="*/ 105487 h 247934"/>
              <a:gd name="connsiteX10" fmla="*/ 32660 w 197069"/>
              <a:gd name="connsiteY10" fmla="*/ 130392 h 247934"/>
              <a:gd name="connsiteX11" fmla="*/ 55332 w 197069"/>
              <a:gd name="connsiteY11" fmla="*/ 140226 h 247934"/>
              <a:gd name="connsiteX12" fmla="*/ 63417 w 197069"/>
              <a:gd name="connsiteY12" fmla="*/ 142765 h 247934"/>
              <a:gd name="connsiteX13" fmla="*/ 63576 w 197069"/>
              <a:gd name="connsiteY13" fmla="*/ 142765 h 247934"/>
              <a:gd name="connsiteX14" fmla="*/ 63100 w 197069"/>
              <a:gd name="connsiteY14" fmla="*/ 143716 h 247934"/>
              <a:gd name="connsiteX15" fmla="*/ 52637 w 197069"/>
              <a:gd name="connsiteY15" fmla="*/ 166241 h 247934"/>
              <a:gd name="connsiteX16" fmla="*/ 50417 w 197069"/>
              <a:gd name="connsiteY16" fmla="*/ 174490 h 247934"/>
              <a:gd name="connsiteX17" fmla="*/ 52003 w 197069"/>
              <a:gd name="connsiteY17" fmla="*/ 182104 h 247934"/>
              <a:gd name="connsiteX18" fmla="*/ 53588 w 197069"/>
              <a:gd name="connsiteY18" fmla="*/ 189877 h 247934"/>
              <a:gd name="connsiteX19" fmla="*/ 57075 w 197069"/>
              <a:gd name="connsiteY19" fmla="*/ 204153 h 247934"/>
              <a:gd name="connsiteX20" fmla="*/ 62784 w 197069"/>
              <a:gd name="connsiteY20" fmla="*/ 212560 h 247934"/>
              <a:gd name="connsiteX21" fmla="*/ 70711 w 197069"/>
              <a:gd name="connsiteY21" fmla="*/ 224458 h 247934"/>
              <a:gd name="connsiteX22" fmla="*/ 79589 w 197069"/>
              <a:gd name="connsiteY22" fmla="*/ 231437 h 247934"/>
              <a:gd name="connsiteX23" fmla="*/ 94967 w 197069"/>
              <a:gd name="connsiteY23" fmla="*/ 241907 h 247934"/>
              <a:gd name="connsiteX24" fmla="*/ 102577 w 197069"/>
              <a:gd name="connsiteY24" fmla="*/ 243493 h 247934"/>
              <a:gd name="connsiteX25" fmla="*/ 103846 w 197069"/>
              <a:gd name="connsiteY25" fmla="*/ 243810 h 247934"/>
              <a:gd name="connsiteX26" fmla="*/ 112249 w 197069"/>
              <a:gd name="connsiteY26" fmla="*/ 245555 h 247934"/>
              <a:gd name="connsiteX27" fmla="*/ 114944 w 197069"/>
              <a:gd name="connsiteY27" fmla="*/ 246189 h 247934"/>
              <a:gd name="connsiteX28" fmla="*/ 123347 w 197069"/>
              <a:gd name="connsiteY28" fmla="*/ 247934 h 247934"/>
              <a:gd name="connsiteX29" fmla="*/ 123822 w 197069"/>
              <a:gd name="connsiteY29" fmla="*/ 247934 h 247934"/>
              <a:gd name="connsiteX30" fmla="*/ 129371 w 197069"/>
              <a:gd name="connsiteY30" fmla="*/ 246824 h 247934"/>
              <a:gd name="connsiteX31" fmla="*/ 137774 w 197069"/>
              <a:gd name="connsiteY31" fmla="*/ 245079 h 247934"/>
              <a:gd name="connsiteX32" fmla="*/ 153946 w 197069"/>
              <a:gd name="connsiteY32" fmla="*/ 240955 h 247934"/>
              <a:gd name="connsiteX33" fmla="*/ 155690 w 197069"/>
              <a:gd name="connsiteY33" fmla="*/ 239686 h 247934"/>
              <a:gd name="connsiteX34" fmla="*/ 162825 w 197069"/>
              <a:gd name="connsiteY34" fmla="*/ 234768 h 247934"/>
              <a:gd name="connsiteX35" fmla="*/ 193423 w 197069"/>
              <a:gd name="connsiteY35" fmla="*/ 192098 h 247934"/>
              <a:gd name="connsiteX36" fmla="*/ 195167 w 197069"/>
              <a:gd name="connsiteY36" fmla="*/ 183849 h 247934"/>
              <a:gd name="connsiteX37" fmla="*/ 197070 w 197069"/>
              <a:gd name="connsiteY37" fmla="*/ 174331 h 247934"/>
              <a:gd name="connsiteX38" fmla="*/ 133335 w 197069"/>
              <a:gd name="connsiteY38" fmla="*/ 105011 h 247934"/>
              <a:gd name="connsiteX39" fmla="*/ 140469 w 197069"/>
              <a:gd name="connsiteY39" fmla="*/ 92638 h 247934"/>
              <a:gd name="connsiteX40" fmla="*/ 143482 w 197069"/>
              <a:gd name="connsiteY40" fmla="*/ 84548 h 247934"/>
              <a:gd name="connsiteX41" fmla="*/ 146653 w 197069"/>
              <a:gd name="connsiteY41" fmla="*/ 73286 h 247934"/>
              <a:gd name="connsiteX42" fmla="*/ 73406 w 197069"/>
              <a:gd name="connsiteY42" fmla="*/ 0 h 247934"/>
              <a:gd name="connsiteX43" fmla="*/ 41063 w 197069"/>
              <a:gd name="connsiteY43" fmla="*/ 8407 h 247934"/>
              <a:gd name="connsiteX44" fmla="*/ 35990 w 197069"/>
              <a:gd name="connsiteY44" fmla="*/ 11897 h 247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</a:cxnLst>
            <a:rect l="l" t="t" r="r" b="b"/>
            <a:pathLst>
              <a:path w="197069" h="247934">
                <a:moveTo>
                  <a:pt x="36148" y="11897"/>
                </a:moveTo>
                <a:cubicBezTo>
                  <a:pt x="33770" y="13325"/>
                  <a:pt x="31391" y="14911"/>
                  <a:pt x="29014" y="16656"/>
                </a:cubicBezTo>
                <a:cubicBezTo>
                  <a:pt x="28221" y="17290"/>
                  <a:pt x="27428" y="17608"/>
                  <a:pt x="26635" y="18242"/>
                </a:cubicBezTo>
                <a:cubicBezTo>
                  <a:pt x="26318" y="18559"/>
                  <a:pt x="25843" y="18718"/>
                  <a:pt x="25843" y="18718"/>
                </a:cubicBezTo>
                <a:cubicBezTo>
                  <a:pt x="23305" y="20939"/>
                  <a:pt x="21245" y="23001"/>
                  <a:pt x="19342" y="25063"/>
                </a:cubicBezTo>
                <a:cubicBezTo>
                  <a:pt x="18391" y="26173"/>
                  <a:pt x="17757" y="27601"/>
                  <a:pt x="16806" y="28712"/>
                </a:cubicBezTo>
                <a:cubicBezTo>
                  <a:pt x="7135" y="40926"/>
                  <a:pt x="634" y="55520"/>
                  <a:pt x="317" y="72334"/>
                </a:cubicBezTo>
                <a:cubicBezTo>
                  <a:pt x="317" y="72334"/>
                  <a:pt x="0" y="73127"/>
                  <a:pt x="0" y="73603"/>
                </a:cubicBezTo>
                <a:cubicBezTo>
                  <a:pt x="0" y="82169"/>
                  <a:pt x="1902" y="90100"/>
                  <a:pt x="4756" y="97556"/>
                </a:cubicBezTo>
                <a:cubicBezTo>
                  <a:pt x="5866" y="100411"/>
                  <a:pt x="7768" y="102790"/>
                  <a:pt x="9196" y="105487"/>
                </a:cubicBezTo>
                <a:cubicBezTo>
                  <a:pt x="14744" y="115639"/>
                  <a:pt x="22830" y="124046"/>
                  <a:pt x="32660" y="130392"/>
                </a:cubicBezTo>
                <a:cubicBezTo>
                  <a:pt x="39477" y="134833"/>
                  <a:pt x="47087" y="138164"/>
                  <a:pt x="55332" y="140226"/>
                </a:cubicBezTo>
                <a:cubicBezTo>
                  <a:pt x="58185" y="141020"/>
                  <a:pt x="60564" y="142289"/>
                  <a:pt x="63417" y="142765"/>
                </a:cubicBezTo>
                <a:cubicBezTo>
                  <a:pt x="63417" y="142765"/>
                  <a:pt x="63576" y="142765"/>
                  <a:pt x="63576" y="142765"/>
                </a:cubicBezTo>
                <a:cubicBezTo>
                  <a:pt x="63576" y="143082"/>
                  <a:pt x="63259" y="143399"/>
                  <a:pt x="63100" y="143716"/>
                </a:cubicBezTo>
                <a:cubicBezTo>
                  <a:pt x="58978" y="151013"/>
                  <a:pt x="55014" y="158310"/>
                  <a:pt x="52637" y="166241"/>
                </a:cubicBezTo>
                <a:cubicBezTo>
                  <a:pt x="51844" y="168938"/>
                  <a:pt x="50417" y="171476"/>
                  <a:pt x="50417" y="174490"/>
                </a:cubicBezTo>
                <a:cubicBezTo>
                  <a:pt x="50417" y="177187"/>
                  <a:pt x="51685" y="179566"/>
                  <a:pt x="52003" y="182104"/>
                </a:cubicBezTo>
                <a:cubicBezTo>
                  <a:pt x="52319" y="184801"/>
                  <a:pt x="52954" y="187339"/>
                  <a:pt x="53588" y="189877"/>
                </a:cubicBezTo>
                <a:cubicBezTo>
                  <a:pt x="54698" y="194794"/>
                  <a:pt x="55014" y="199712"/>
                  <a:pt x="57075" y="204153"/>
                </a:cubicBezTo>
                <a:cubicBezTo>
                  <a:pt x="58503" y="207326"/>
                  <a:pt x="60881" y="209705"/>
                  <a:pt x="62784" y="212560"/>
                </a:cubicBezTo>
                <a:cubicBezTo>
                  <a:pt x="65320" y="216685"/>
                  <a:pt x="67540" y="220968"/>
                  <a:pt x="70711" y="224458"/>
                </a:cubicBezTo>
                <a:cubicBezTo>
                  <a:pt x="73406" y="227313"/>
                  <a:pt x="76577" y="229058"/>
                  <a:pt x="79589" y="231437"/>
                </a:cubicBezTo>
                <a:cubicBezTo>
                  <a:pt x="84504" y="235244"/>
                  <a:pt x="89260" y="239368"/>
                  <a:pt x="94967" y="241907"/>
                </a:cubicBezTo>
                <a:cubicBezTo>
                  <a:pt x="97346" y="242858"/>
                  <a:pt x="100041" y="242858"/>
                  <a:pt x="102577" y="243493"/>
                </a:cubicBezTo>
                <a:cubicBezTo>
                  <a:pt x="103053" y="243651"/>
                  <a:pt x="103529" y="243651"/>
                  <a:pt x="103846" y="243810"/>
                </a:cubicBezTo>
                <a:cubicBezTo>
                  <a:pt x="106541" y="244603"/>
                  <a:pt x="109395" y="245079"/>
                  <a:pt x="112249" y="245555"/>
                </a:cubicBezTo>
                <a:cubicBezTo>
                  <a:pt x="113200" y="245714"/>
                  <a:pt x="113993" y="246031"/>
                  <a:pt x="114944" y="246189"/>
                </a:cubicBezTo>
                <a:cubicBezTo>
                  <a:pt x="117798" y="246507"/>
                  <a:pt x="120335" y="247934"/>
                  <a:pt x="123347" y="247934"/>
                </a:cubicBezTo>
                <a:cubicBezTo>
                  <a:pt x="123347" y="247934"/>
                  <a:pt x="123664" y="247934"/>
                  <a:pt x="123822" y="247934"/>
                </a:cubicBezTo>
                <a:cubicBezTo>
                  <a:pt x="125884" y="247934"/>
                  <a:pt x="127469" y="246983"/>
                  <a:pt x="129371" y="246824"/>
                </a:cubicBezTo>
                <a:cubicBezTo>
                  <a:pt x="132383" y="246507"/>
                  <a:pt x="135079" y="245714"/>
                  <a:pt x="137774" y="245079"/>
                </a:cubicBezTo>
                <a:cubicBezTo>
                  <a:pt x="143323" y="243969"/>
                  <a:pt x="148873" y="243334"/>
                  <a:pt x="153946" y="240955"/>
                </a:cubicBezTo>
                <a:cubicBezTo>
                  <a:pt x="154580" y="240637"/>
                  <a:pt x="155056" y="240003"/>
                  <a:pt x="155690" y="239686"/>
                </a:cubicBezTo>
                <a:cubicBezTo>
                  <a:pt x="158385" y="238417"/>
                  <a:pt x="160446" y="236355"/>
                  <a:pt x="162825" y="234768"/>
                </a:cubicBezTo>
                <a:cubicBezTo>
                  <a:pt x="178044" y="224933"/>
                  <a:pt x="188825" y="210181"/>
                  <a:pt x="193423" y="192098"/>
                </a:cubicBezTo>
                <a:cubicBezTo>
                  <a:pt x="194057" y="189401"/>
                  <a:pt x="194692" y="186704"/>
                  <a:pt x="195167" y="183849"/>
                </a:cubicBezTo>
                <a:cubicBezTo>
                  <a:pt x="195643" y="180518"/>
                  <a:pt x="197070" y="177662"/>
                  <a:pt x="197070" y="174331"/>
                </a:cubicBezTo>
                <a:cubicBezTo>
                  <a:pt x="197070" y="137530"/>
                  <a:pt x="168691" y="110246"/>
                  <a:pt x="133335" y="105011"/>
                </a:cubicBezTo>
                <a:cubicBezTo>
                  <a:pt x="135555" y="100728"/>
                  <a:pt x="138092" y="96763"/>
                  <a:pt x="140469" y="92638"/>
                </a:cubicBezTo>
                <a:cubicBezTo>
                  <a:pt x="141897" y="90100"/>
                  <a:pt x="142372" y="87245"/>
                  <a:pt x="143482" y="84548"/>
                </a:cubicBezTo>
                <a:cubicBezTo>
                  <a:pt x="144909" y="80900"/>
                  <a:pt x="146653" y="77410"/>
                  <a:pt x="146653" y="73286"/>
                </a:cubicBezTo>
                <a:cubicBezTo>
                  <a:pt x="146653" y="32836"/>
                  <a:pt x="113834" y="0"/>
                  <a:pt x="73406" y="0"/>
                </a:cubicBezTo>
                <a:cubicBezTo>
                  <a:pt x="61674" y="0"/>
                  <a:pt x="50893" y="3490"/>
                  <a:pt x="41063" y="8407"/>
                </a:cubicBezTo>
                <a:cubicBezTo>
                  <a:pt x="39160" y="9359"/>
                  <a:pt x="37733" y="10787"/>
                  <a:pt x="35990" y="11897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55" name="Freeform 754">
            <a:extLst>
              <a:ext uri="{FF2B5EF4-FFF2-40B4-BE49-F238E27FC236}">
                <a16:creationId xmlns:a16="http://schemas.microsoft.com/office/drawing/2014/main" id="{18B797A6-5D43-E752-63F9-44865F50C197}"/>
              </a:ext>
            </a:extLst>
          </p:cNvPr>
          <p:cNvSpPr/>
          <p:nvPr userDrawn="1"/>
        </p:nvSpPr>
        <p:spPr>
          <a:xfrm>
            <a:off x="2799642" y="7139455"/>
            <a:ext cx="64051" cy="670585"/>
          </a:xfrm>
          <a:custGeom>
            <a:avLst/>
            <a:gdLst>
              <a:gd name="connsiteX0" fmla="*/ 0 w 64051"/>
              <a:gd name="connsiteY0" fmla="*/ 777749 h 778700"/>
              <a:gd name="connsiteX1" fmla="*/ 4281 w 64051"/>
              <a:gd name="connsiteY1" fmla="*/ 778701 h 778700"/>
              <a:gd name="connsiteX2" fmla="*/ 64051 w 64051"/>
              <a:gd name="connsiteY2" fmla="*/ 952 h 778700"/>
              <a:gd name="connsiteX3" fmla="*/ 59771 w 64051"/>
              <a:gd name="connsiteY3" fmla="*/ 0 h 778700"/>
              <a:gd name="connsiteX4" fmla="*/ 0 w 64051"/>
              <a:gd name="connsiteY4" fmla="*/ 777749 h 778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051" h="778700">
                <a:moveTo>
                  <a:pt x="0" y="777749"/>
                </a:moveTo>
                <a:cubicBezTo>
                  <a:pt x="1585" y="777749"/>
                  <a:pt x="2854" y="778384"/>
                  <a:pt x="4281" y="778701"/>
                </a:cubicBezTo>
                <a:lnTo>
                  <a:pt x="64051" y="952"/>
                </a:lnTo>
                <a:cubicBezTo>
                  <a:pt x="62466" y="952"/>
                  <a:pt x="61198" y="158"/>
                  <a:pt x="59771" y="0"/>
                </a:cubicBezTo>
                <a:lnTo>
                  <a:pt x="0" y="777749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56" name="Freeform 755">
            <a:extLst>
              <a:ext uri="{FF2B5EF4-FFF2-40B4-BE49-F238E27FC236}">
                <a16:creationId xmlns:a16="http://schemas.microsoft.com/office/drawing/2014/main" id="{10E8BB0E-C9E5-8E2C-4518-C22A71B3545A}"/>
              </a:ext>
            </a:extLst>
          </p:cNvPr>
          <p:cNvSpPr/>
          <p:nvPr userDrawn="1"/>
        </p:nvSpPr>
        <p:spPr>
          <a:xfrm>
            <a:off x="2689137" y="7509056"/>
            <a:ext cx="91162" cy="389729"/>
          </a:xfrm>
          <a:custGeom>
            <a:avLst/>
            <a:gdLst>
              <a:gd name="connsiteX0" fmla="*/ 90370 w 91162"/>
              <a:gd name="connsiteY0" fmla="*/ 0 h 452563"/>
              <a:gd name="connsiteX1" fmla="*/ 0 w 91162"/>
              <a:gd name="connsiteY1" fmla="*/ 452563 h 452563"/>
              <a:gd name="connsiteX2" fmla="*/ 4439 w 91162"/>
              <a:gd name="connsiteY2" fmla="*/ 452563 h 452563"/>
              <a:gd name="connsiteX3" fmla="*/ 91163 w 91162"/>
              <a:gd name="connsiteY3" fmla="*/ 19194 h 452563"/>
              <a:gd name="connsiteX4" fmla="*/ 90370 w 91162"/>
              <a:gd name="connsiteY4" fmla="*/ 0 h 4525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62" h="452563">
                <a:moveTo>
                  <a:pt x="90370" y="0"/>
                </a:moveTo>
                <a:lnTo>
                  <a:pt x="0" y="452563"/>
                </a:lnTo>
                <a:lnTo>
                  <a:pt x="4439" y="452563"/>
                </a:lnTo>
                <a:lnTo>
                  <a:pt x="91163" y="19194"/>
                </a:lnTo>
                <a:lnTo>
                  <a:pt x="90370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57" name="Freeform 756">
            <a:extLst>
              <a:ext uri="{FF2B5EF4-FFF2-40B4-BE49-F238E27FC236}">
                <a16:creationId xmlns:a16="http://schemas.microsoft.com/office/drawing/2014/main" id="{547BD630-8DAE-B26F-7E2C-D8DA0F23175E}"/>
              </a:ext>
            </a:extLst>
          </p:cNvPr>
          <p:cNvSpPr/>
          <p:nvPr userDrawn="1"/>
        </p:nvSpPr>
        <p:spPr>
          <a:xfrm>
            <a:off x="2580852" y="7811242"/>
            <a:ext cx="48672" cy="129499"/>
          </a:xfrm>
          <a:custGeom>
            <a:avLst/>
            <a:gdLst>
              <a:gd name="connsiteX0" fmla="*/ 48673 w 48672"/>
              <a:gd name="connsiteY0" fmla="*/ 0 h 150378"/>
              <a:gd name="connsiteX1" fmla="*/ 0 w 48672"/>
              <a:gd name="connsiteY1" fmla="*/ 150378 h 150378"/>
              <a:gd name="connsiteX2" fmla="*/ 4598 w 48672"/>
              <a:gd name="connsiteY2" fmla="*/ 150378 h 150378"/>
              <a:gd name="connsiteX3" fmla="*/ 47722 w 48672"/>
              <a:gd name="connsiteY3" fmla="*/ 17132 h 150378"/>
              <a:gd name="connsiteX4" fmla="*/ 48673 w 48672"/>
              <a:gd name="connsiteY4" fmla="*/ 0 h 1503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8672" h="150378">
                <a:moveTo>
                  <a:pt x="48673" y="0"/>
                </a:moveTo>
                <a:lnTo>
                  <a:pt x="0" y="150378"/>
                </a:lnTo>
                <a:lnTo>
                  <a:pt x="4598" y="150378"/>
                </a:lnTo>
                <a:lnTo>
                  <a:pt x="47722" y="17132"/>
                </a:lnTo>
                <a:lnTo>
                  <a:pt x="48673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58" name="Freeform 757">
            <a:extLst>
              <a:ext uri="{FF2B5EF4-FFF2-40B4-BE49-F238E27FC236}">
                <a16:creationId xmlns:a16="http://schemas.microsoft.com/office/drawing/2014/main" id="{E01568D4-2DC0-6363-7509-9DFF4BDC00C0}"/>
              </a:ext>
            </a:extLst>
          </p:cNvPr>
          <p:cNvSpPr/>
          <p:nvPr userDrawn="1"/>
        </p:nvSpPr>
        <p:spPr>
          <a:xfrm>
            <a:off x="2633963" y="7364547"/>
            <a:ext cx="140945" cy="385221"/>
          </a:xfrm>
          <a:custGeom>
            <a:avLst/>
            <a:gdLst>
              <a:gd name="connsiteX0" fmla="*/ 140470 w 140945"/>
              <a:gd name="connsiteY0" fmla="*/ 0 h 447328"/>
              <a:gd name="connsiteX1" fmla="*/ 951 w 140945"/>
              <a:gd name="connsiteY1" fmla="*/ 430197 h 447328"/>
              <a:gd name="connsiteX2" fmla="*/ 0 w 140945"/>
              <a:gd name="connsiteY2" fmla="*/ 447328 h 447328"/>
              <a:gd name="connsiteX3" fmla="*/ 140945 w 140945"/>
              <a:gd name="connsiteY3" fmla="*/ 12690 h 447328"/>
              <a:gd name="connsiteX4" fmla="*/ 140470 w 140945"/>
              <a:gd name="connsiteY4" fmla="*/ 0 h 4473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0945" h="447328">
                <a:moveTo>
                  <a:pt x="140470" y="0"/>
                </a:moveTo>
                <a:lnTo>
                  <a:pt x="951" y="430197"/>
                </a:lnTo>
                <a:lnTo>
                  <a:pt x="0" y="447328"/>
                </a:lnTo>
                <a:lnTo>
                  <a:pt x="140945" y="12690"/>
                </a:lnTo>
                <a:lnTo>
                  <a:pt x="140470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59" name="Freeform 758">
            <a:extLst>
              <a:ext uri="{FF2B5EF4-FFF2-40B4-BE49-F238E27FC236}">
                <a16:creationId xmlns:a16="http://schemas.microsoft.com/office/drawing/2014/main" id="{0E116C02-1087-338A-12D2-2063AD589F7D}"/>
              </a:ext>
            </a:extLst>
          </p:cNvPr>
          <p:cNvSpPr/>
          <p:nvPr userDrawn="1"/>
        </p:nvSpPr>
        <p:spPr>
          <a:xfrm>
            <a:off x="2752713" y="6759385"/>
            <a:ext cx="45819" cy="997613"/>
          </a:xfrm>
          <a:custGeom>
            <a:avLst/>
            <a:gdLst>
              <a:gd name="connsiteX0" fmla="*/ 30599 w 45819"/>
              <a:gd name="connsiteY0" fmla="*/ 730954 h 1158454"/>
              <a:gd name="connsiteX1" fmla="*/ 27587 w 45819"/>
              <a:gd name="connsiteY1" fmla="*/ 648309 h 1158454"/>
              <a:gd name="connsiteX2" fmla="*/ 26952 w 45819"/>
              <a:gd name="connsiteY2" fmla="*/ 633557 h 1158454"/>
              <a:gd name="connsiteX3" fmla="*/ 26001 w 45819"/>
              <a:gd name="connsiteY3" fmla="*/ 605639 h 1158454"/>
              <a:gd name="connsiteX4" fmla="*/ 25526 w 45819"/>
              <a:gd name="connsiteY4" fmla="*/ 592948 h 1158454"/>
              <a:gd name="connsiteX5" fmla="*/ 4915 w 45819"/>
              <a:gd name="connsiteY5" fmla="*/ 14752 h 1158454"/>
              <a:gd name="connsiteX6" fmla="*/ 0 w 45819"/>
              <a:gd name="connsiteY6" fmla="*/ 0 h 1158454"/>
              <a:gd name="connsiteX7" fmla="*/ 21562 w 45819"/>
              <a:gd name="connsiteY7" fmla="*/ 605163 h 1158454"/>
              <a:gd name="connsiteX8" fmla="*/ 22038 w 45819"/>
              <a:gd name="connsiteY8" fmla="*/ 617853 h 1158454"/>
              <a:gd name="connsiteX9" fmla="*/ 23147 w 45819"/>
              <a:gd name="connsiteY9" fmla="*/ 647675 h 1158454"/>
              <a:gd name="connsiteX10" fmla="*/ 23623 w 45819"/>
              <a:gd name="connsiteY10" fmla="*/ 662427 h 1158454"/>
              <a:gd name="connsiteX11" fmla="*/ 26794 w 45819"/>
              <a:gd name="connsiteY11" fmla="*/ 749672 h 1158454"/>
              <a:gd name="connsiteX12" fmla="*/ 27587 w 45819"/>
              <a:gd name="connsiteY12" fmla="*/ 769024 h 1158454"/>
              <a:gd name="connsiteX13" fmla="*/ 41380 w 45819"/>
              <a:gd name="connsiteY13" fmla="*/ 1158455 h 1158454"/>
              <a:gd name="connsiteX14" fmla="*/ 45343 w 45819"/>
              <a:gd name="connsiteY14" fmla="*/ 1157661 h 1158454"/>
              <a:gd name="connsiteX15" fmla="*/ 45819 w 45819"/>
              <a:gd name="connsiteY15" fmla="*/ 1157661 h 1158454"/>
              <a:gd name="connsiteX16" fmla="*/ 31233 w 45819"/>
              <a:gd name="connsiteY16" fmla="*/ 750307 h 1158454"/>
              <a:gd name="connsiteX17" fmla="*/ 30599 w 45819"/>
              <a:gd name="connsiteY17" fmla="*/ 730954 h 11584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45819" h="1158454">
                <a:moveTo>
                  <a:pt x="30599" y="730954"/>
                </a:moveTo>
                <a:lnTo>
                  <a:pt x="27587" y="648309"/>
                </a:lnTo>
                <a:lnTo>
                  <a:pt x="26952" y="633557"/>
                </a:lnTo>
                <a:lnTo>
                  <a:pt x="26001" y="605639"/>
                </a:lnTo>
                <a:lnTo>
                  <a:pt x="25526" y="592948"/>
                </a:lnTo>
                <a:lnTo>
                  <a:pt x="4915" y="14752"/>
                </a:lnTo>
                <a:lnTo>
                  <a:pt x="0" y="0"/>
                </a:lnTo>
                <a:lnTo>
                  <a:pt x="21562" y="605163"/>
                </a:lnTo>
                <a:lnTo>
                  <a:pt x="22038" y="617853"/>
                </a:lnTo>
                <a:lnTo>
                  <a:pt x="23147" y="647675"/>
                </a:lnTo>
                <a:lnTo>
                  <a:pt x="23623" y="662427"/>
                </a:lnTo>
                <a:lnTo>
                  <a:pt x="26794" y="749672"/>
                </a:lnTo>
                <a:lnTo>
                  <a:pt x="27587" y="769024"/>
                </a:lnTo>
                <a:lnTo>
                  <a:pt x="41380" y="1158455"/>
                </a:lnTo>
                <a:cubicBezTo>
                  <a:pt x="42807" y="1158455"/>
                  <a:pt x="43917" y="1157661"/>
                  <a:pt x="45343" y="1157661"/>
                </a:cubicBezTo>
                <a:cubicBezTo>
                  <a:pt x="45343" y="1157661"/>
                  <a:pt x="45661" y="1157661"/>
                  <a:pt x="45819" y="1157661"/>
                </a:cubicBezTo>
                <a:lnTo>
                  <a:pt x="31233" y="750307"/>
                </a:lnTo>
                <a:lnTo>
                  <a:pt x="30599" y="730954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60" name="Freeform 759">
            <a:extLst>
              <a:ext uri="{FF2B5EF4-FFF2-40B4-BE49-F238E27FC236}">
                <a16:creationId xmlns:a16="http://schemas.microsoft.com/office/drawing/2014/main" id="{2512FACE-4ECD-6882-87AD-14D7A60FE158}"/>
              </a:ext>
            </a:extLst>
          </p:cNvPr>
          <p:cNvSpPr/>
          <p:nvPr userDrawn="1"/>
        </p:nvSpPr>
        <p:spPr>
          <a:xfrm>
            <a:off x="2620963" y="6597585"/>
            <a:ext cx="81649" cy="1174651"/>
          </a:xfrm>
          <a:custGeom>
            <a:avLst/>
            <a:gdLst>
              <a:gd name="connsiteX0" fmla="*/ 13000 w 81649"/>
              <a:gd name="connsiteY0" fmla="*/ 1214291 h 1364035"/>
              <a:gd name="connsiteX1" fmla="*/ 13952 w 81649"/>
              <a:gd name="connsiteY1" fmla="*/ 1197160 h 1364035"/>
              <a:gd name="connsiteX2" fmla="*/ 81650 w 81649"/>
              <a:gd name="connsiteY2" fmla="*/ 11262 h 1364035"/>
              <a:gd name="connsiteX3" fmla="*/ 78003 w 81649"/>
              <a:gd name="connsiteY3" fmla="*/ 0 h 1364035"/>
              <a:gd name="connsiteX4" fmla="*/ 8561 w 81649"/>
              <a:gd name="connsiteY4" fmla="*/ 1213657 h 1364035"/>
              <a:gd name="connsiteX5" fmla="*/ 7610 w 81649"/>
              <a:gd name="connsiteY5" fmla="*/ 1230789 h 1364035"/>
              <a:gd name="connsiteX6" fmla="*/ 0 w 81649"/>
              <a:gd name="connsiteY6" fmla="*/ 1364035 h 1364035"/>
              <a:gd name="connsiteX7" fmla="*/ 4439 w 81649"/>
              <a:gd name="connsiteY7" fmla="*/ 1364035 h 1364035"/>
              <a:gd name="connsiteX8" fmla="*/ 5073 w 81649"/>
              <a:gd name="connsiteY8" fmla="*/ 1353249 h 1364035"/>
              <a:gd name="connsiteX9" fmla="*/ 13000 w 81649"/>
              <a:gd name="connsiteY9" fmla="*/ 1214291 h 13640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1649" h="1364035">
                <a:moveTo>
                  <a:pt x="13000" y="1214291"/>
                </a:moveTo>
                <a:lnTo>
                  <a:pt x="13952" y="1197160"/>
                </a:lnTo>
                <a:lnTo>
                  <a:pt x="81650" y="11262"/>
                </a:lnTo>
                <a:lnTo>
                  <a:pt x="78003" y="0"/>
                </a:lnTo>
                <a:lnTo>
                  <a:pt x="8561" y="1213657"/>
                </a:lnTo>
                <a:lnTo>
                  <a:pt x="7610" y="1230789"/>
                </a:lnTo>
                <a:lnTo>
                  <a:pt x="0" y="1364035"/>
                </a:lnTo>
                <a:lnTo>
                  <a:pt x="4439" y="1364035"/>
                </a:lnTo>
                <a:lnTo>
                  <a:pt x="5073" y="1353249"/>
                </a:lnTo>
                <a:lnTo>
                  <a:pt x="13000" y="1214291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61" name="Freeform 760">
            <a:extLst>
              <a:ext uri="{FF2B5EF4-FFF2-40B4-BE49-F238E27FC236}">
                <a16:creationId xmlns:a16="http://schemas.microsoft.com/office/drawing/2014/main" id="{41B3CE51-5F1C-230A-E28B-0646963FC0ED}"/>
              </a:ext>
            </a:extLst>
          </p:cNvPr>
          <p:cNvSpPr/>
          <p:nvPr userDrawn="1"/>
        </p:nvSpPr>
        <p:spPr>
          <a:xfrm>
            <a:off x="5868570" y="7808229"/>
            <a:ext cx="77210" cy="131958"/>
          </a:xfrm>
          <a:custGeom>
            <a:avLst/>
            <a:gdLst>
              <a:gd name="connsiteX0" fmla="*/ 73405 w 77210"/>
              <a:gd name="connsiteY0" fmla="*/ 158 h 153233"/>
              <a:gd name="connsiteX1" fmla="*/ 0 w 77210"/>
              <a:gd name="connsiteY1" fmla="*/ 153234 h 153233"/>
              <a:gd name="connsiteX2" fmla="*/ 4915 w 77210"/>
              <a:gd name="connsiteY2" fmla="*/ 153234 h 153233"/>
              <a:gd name="connsiteX3" fmla="*/ 77211 w 77210"/>
              <a:gd name="connsiteY3" fmla="*/ 2538 h 153233"/>
              <a:gd name="connsiteX4" fmla="*/ 73405 w 77210"/>
              <a:gd name="connsiteY4" fmla="*/ 0 h 1532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210" h="153233">
                <a:moveTo>
                  <a:pt x="73405" y="158"/>
                </a:moveTo>
                <a:lnTo>
                  <a:pt x="0" y="153234"/>
                </a:lnTo>
                <a:lnTo>
                  <a:pt x="4915" y="153234"/>
                </a:lnTo>
                <a:lnTo>
                  <a:pt x="77211" y="2538"/>
                </a:lnTo>
                <a:cubicBezTo>
                  <a:pt x="75784" y="1903"/>
                  <a:pt x="74833" y="793"/>
                  <a:pt x="73405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62" name="Freeform 761">
            <a:extLst>
              <a:ext uri="{FF2B5EF4-FFF2-40B4-BE49-F238E27FC236}">
                <a16:creationId xmlns:a16="http://schemas.microsoft.com/office/drawing/2014/main" id="{22AEBE51-2D00-72B1-53F0-DD5A25B592B2}"/>
              </a:ext>
            </a:extLst>
          </p:cNvPr>
          <p:cNvSpPr/>
          <p:nvPr userDrawn="1"/>
        </p:nvSpPr>
        <p:spPr>
          <a:xfrm>
            <a:off x="2749066" y="7916886"/>
            <a:ext cx="97979" cy="45719"/>
          </a:xfrm>
          <a:custGeom>
            <a:avLst/>
            <a:gdLst>
              <a:gd name="connsiteX0" fmla="*/ 55015 w 97979"/>
              <a:gd name="connsiteY0" fmla="*/ 1269 h 44574"/>
              <a:gd name="connsiteX1" fmla="*/ 50734 w 97979"/>
              <a:gd name="connsiteY1" fmla="*/ 318 h 44574"/>
              <a:gd name="connsiteX2" fmla="*/ 49466 w 97979"/>
              <a:gd name="connsiteY2" fmla="*/ 0 h 44574"/>
              <a:gd name="connsiteX3" fmla="*/ 49148 w 97979"/>
              <a:gd name="connsiteY3" fmla="*/ 0 h 44574"/>
              <a:gd name="connsiteX4" fmla="*/ 45026 w 97979"/>
              <a:gd name="connsiteY4" fmla="*/ 793 h 44574"/>
              <a:gd name="connsiteX5" fmla="*/ 0 w 97979"/>
              <a:gd name="connsiteY5" fmla="*/ 44575 h 44574"/>
              <a:gd name="connsiteX6" fmla="*/ 97980 w 97979"/>
              <a:gd name="connsiteY6" fmla="*/ 44575 h 44574"/>
              <a:gd name="connsiteX7" fmla="*/ 55015 w 97979"/>
              <a:gd name="connsiteY7" fmla="*/ 1111 h 445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7979" h="44574">
                <a:moveTo>
                  <a:pt x="55015" y="1269"/>
                </a:moveTo>
                <a:cubicBezTo>
                  <a:pt x="53588" y="1111"/>
                  <a:pt x="52161" y="476"/>
                  <a:pt x="50734" y="318"/>
                </a:cubicBezTo>
                <a:cubicBezTo>
                  <a:pt x="50258" y="318"/>
                  <a:pt x="49941" y="0"/>
                  <a:pt x="49466" y="0"/>
                </a:cubicBezTo>
                <a:cubicBezTo>
                  <a:pt x="49307" y="0"/>
                  <a:pt x="49148" y="0"/>
                  <a:pt x="49148" y="0"/>
                </a:cubicBezTo>
                <a:cubicBezTo>
                  <a:pt x="47563" y="0"/>
                  <a:pt x="46453" y="635"/>
                  <a:pt x="45026" y="793"/>
                </a:cubicBezTo>
                <a:cubicBezTo>
                  <a:pt x="21245" y="2697"/>
                  <a:pt x="2695" y="20939"/>
                  <a:pt x="0" y="44575"/>
                </a:cubicBezTo>
                <a:lnTo>
                  <a:pt x="97980" y="44575"/>
                </a:lnTo>
                <a:cubicBezTo>
                  <a:pt x="95285" y="21732"/>
                  <a:pt x="77686" y="3966"/>
                  <a:pt x="55015" y="1111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63" name="Freeform 762">
            <a:extLst>
              <a:ext uri="{FF2B5EF4-FFF2-40B4-BE49-F238E27FC236}">
                <a16:creationId xmlns:a16="http://schemas.microsoft.com/office/drawing/2014/main" id="{4CCC2E6F-33EA-1F5B-A513-B88097BA3A55}"/>
              </a:ext>
            </a:extLst>
          </p:cNvPr>
          <p:cNvSpPr/>
          <p:nvPr userDrawn="1"/>
        </p:nvSpPr>
        <p:spPr>
          <a:xfrm>
            <a:off x="5915023" y="7714796"/>
            <a:ext cx="100357" cy="86333"/>
          </a:xfrm>
          <a:custGeom>
            <a:avLst/>
            <a:gdLst>
              <a:gd name="connsiteX0" fmla="*/ 77528 w 100357"/>
              <a:gd name="connsiteY0" fmla="*/ 9042 h 100252"/>
              <a:gd name="connsiteX1" fmla="*/ 73881 w 100357"/>
              <a:gd name="connsiteY1" fmla="*/ 6504 h 100252"/>
              <a:gd name="connsiteX2" fmla="*/ 67381 w 100357"/>
              <a:gd name="connsiteY2" fmla="*/ 3331 h 100252"/>
              <a:gd name="connsiteX3" fmla="*/ 62942 w 100357"/>
              <a:gd name="connsiteY3" fmla="*/ 2379 h 100252"/>
              <a:gd name="connsiteX4" fmla="*/ 50892 w 100357"/>
              <a:gd name="connsiteY4" fmla="*/ 0 h 100252"/>
              <a:gd name="connsiteX5" fmla="*/ 50100 w 100357"/>
              <a:gd name="connsiteY5" fmla="*/ 0 h 100252"/>
              <a:gd name="connsiteX6" fmla="*/ 46453 w 100357"/>
              <a:gd name="connsiteY6" fmla="*/ 635 h 100252"/>
              <a:gd name="connsiteX7" fmla="*/ 0 w 100357"/>
              <a:gd name="connsiteY7" fmla="*/ 49967 h 100252"/>
              <a:gd name="connsiteX8" fmla="*/ 26794 w 100357"/>
              <a:gd name="connsiteY8" fmla="*/ 93590 h 100252"/>
              <a:gd name="connsiteX9" fmla="*/ 30599 w 100357"/>
              <a:gd name="connsiteY9" fmla="*/ 96128 h 100252"/>
              <a:gd name="connsiteX10" fmla="*/ 50258 w 100357"/>
              <a:gd name="connsiteY10" fmla="*/ 100253 h 100252"/>
              <a:gd name="connsiteX11" fmla="*/ 100358 w 100357"/>
              <a:gd name="connsiteY11" fmla="*/ 50126 h 100252"/>
              <a:gd name="connsiteX12" fmla="*/ 82284 w 100357"/>
              <a:gd name="connsiteY12" fmla="*/ 12373 h 100252"/>
              <a:gd name="connsiteX13" fmla="*/ 78637 w 100357"/>
              <a:gd name="connsiteY13" fmla="*/ 9835 h 100252"/>
              <a:gd name="connsiteX14" fmla="*/ 77369 w 100357"/>
              <a:gd name="connsiteY14" fmla="*/ 8883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00357" h="100252">
                <a:moveTo>
                  <a:pt x="77528" y="9042"/>
                </a:moveTo>
                <a:cubicBezTo>
                  <a:pt x="76259" y="8249"/>
                  <a:pt x="75149" y="7297"/>
                  <a:pt x="73881" y="6504"/>
                </a:cubicBezTo>
                <a:cubicBezTo>
                  <a:pt x="71662" y="5393"/>
                  <a:pt x="69759" y="4124"/>
                  <a:pt x="67381" y="3331"/>
                </a:cubicBezTo>
                <a:cubicBezTo>
                  <a:pt x="65954" y="2855"/>
                  <a:pt x="64369" y="2855"/>
                  <a:pt x="62942" y="2379"/>
                </a:cubicBezTo>
                <a:cubicBezTo>
                  <a:pt x="58978" y="1269"/>
                  <a:pt x="55173" y="0"/>
                  <a:pt x="50892" y="0"/>
                </a:cubicBezTo>
                <a:lnTo>
                  <a:pt x="50100" y="0"/>
                </a:lnTo>
                <a:cubicBezTo>
                  <a:pt x="48831" y="0"/>
                  <a:pt x="47722" y="476"/>
                  <a:pt x="46453" y="635"/>
                </a:cubicBezTo>
                <a:cubicBezTo>
                  <a:pt x="20610" y="2538"/>
                  <a:pt x="0" y="23635"/>
                  <a:pt x="0" y="49967"/>
                </a:cubicBezTo>
                <a:cubicBezTo>
                  <a:pt x="0" y="69162"/>
                  <a:pt x="11098" y="85024"/>
                  <a:pt x="26794" y="93590"/>
                </a:cubicBezTo>
                <a:cubicBezTo>
                  <a:pt x="28062" y="94383"/>
                  <a:pt x="29172" y="95494"/>
                  <a:pt x="30599" y="96128"/>
                </a:cubicBezTo>
                <a:cubicBezTo>
                  <a:pt x="36624" y="98666"/>
                  <a:pt x="43282" y="100253"/>
                  <a:pt x="50258" y="100253"/>
                </a:cubicBezTo>
                <a:cubicBezTo>
                  <a:pt x="78003" y="100253"/>
                  <a:pt x="100358" y="77727"/>
                  <a:pt x="100358" y="50126"/>
                </a:cubicBezTo>
                <a:cubicBezTo>
                  <a:pt x="100358" y="34898"/>
                  <a:pt x="93065" y="21574"/>
                  <a:pt x="82284" y="12373"/>
                </a:cubicBezTo>
                <a:cubicBezTo>
                  <a:pt x="81174" y="11421"/>
                  <a:pt x="79906" y="10787"/>
                  <a:pt x="78637" y="9835"/>
                </a:cubicBezTo>
                <a:cubicBezTo>
                  <a:pt x="78162" y="9518"/>
                  <a:pt x="77845" y="9201"/>
                  <a:pt x="77369" y="8883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64" name="Freeform 763">
            <a:extLst>
              <a:ext uri="{FF2B5EF4-FFF2-40B4-BE49-F238E27FC236}">
                <a16:creationId xmlns:a16="http://schemas.microsoft.com/office/drawing/2014/main" id="{F33DE06D-CAAB-88C5-EA3F-1906C9E96A2C}"/>
              </a:ext>
            </a:extLst>
          </p:cNvPr>
          <p:cNvSpPr/>
          <p:nvPr userDrawn="1"/>
        </p:nvSpPr>
        <p:spPr>
          <a:xfrm>
            <a:off x="1948977" y="5934026"/>
            <a:ext cx="2966900" cy="45719"/>
          </a:xfrm>
          <a:custGeom>
            <a:avLst/>
            <a:gdLst>
              <a:gd name="connsiteX0" fmla="*/ 2957947 w 2959532"/>
              <a:gd name="connsiteY0" fmla="*/ 0 h 266176"/>
              <a:gd name="connsiteX1" fmla="*/ 2933215 w 2959532"/>
              <a:gd name="connsiteY1" fmla="*/ 2221 h 266176"/>
              <a:gd name="connsiteX2" fmla="*/ 115103 w 2959532"/>
              <a:gd name="connsiteY2" fmla="*/ 247459 h 266176"/>
              <a:gd name="connsiteX3" fmla="*/ 106541 w 2959532"/>
              <a:gd name="connsiteY3" fmla="*/ 248252 h 266176"/>
              <a:gd name="connsiteX4" fmla="*/ 43599 w 2959532"/>
              <a:gd name="connsiteY4" fmla="*/ 253804 h 266176"/>
              <a:gd name="connsiteX5" fmla="*/ 35038 w 2959532"/>
              <a:gd name="connsiteY5" fmla="*/ 254596 h 266176"/>
              <a:gd name="connsiteX6" fmla="*/ 32343 w 2959532"/>
              <a:gd name="connsiteY6" fmla="*/ 254914 h 266176"/>
              <a:gd name="connsiteX7" fmla="*/ 23623 w 2959532"/>
              <a:gd name="connsiteY7" fmla="*/ 255707 h 266176"/>
              <a:gd name="connsiteX8" fmla="*/ 18074 w 2959532"/>
              <a:gd name="connsiteY8" fmla="*/ 256183 h 266176"/>
              <a:gd name="connsiteX9" fmla="*/ 9354 w 2959532"/>
              <a:gd name="connsiteY9" fmla="*/ 256976 h 266176"/>
              <a:gd name="connsiteX10" fmla="*/ 0 w 2959532"/>
              <a:gd name="connsiteY10" fmla="*/ 257769 h 266176"/>
              <a:gd name="connsiteX11" fmla="*/ 1744 w 2959532"/>
              <a:gd name="connsiteY11" fmla="*/ 266176 h 266176"/>
              <a:gd name="connsiteX12" fmla="*/ 7610 w 2959532"/>
              <a:gd name="connsiteY12" fmla="*/ 265701 h 266176"/>
              <a:gd name="connsiteX13" fmla="*/ 16330 w 2959532"/>
              <a:gd name="connsiteY13" fmla="*/ 264908 h 266176"/>
              <a:gd name="connsiteX14" fmla="*/ 22355 w 2959532"/>
              <a:gd name="connsiteY14" fmla="*/ 264432 h 266176"/>
              <a:gd name="connsiteX15" fmla="*/ 31075 w 2959532"/>
              <a:gd name="connsiteY15" fmla="*/ 263638 h 266176"/>
              <a:gd name="connsiteX16" fmla="*/ 34087 w 2959532"/>
              <a:gd name="connsiteY16" fmla="*/ 263321 h 266176"/>
              <a:gd name="connsiteX17" fmla="*/ 42648 w 2959532"/>
              <a:gd name="connsiteY17" fmla="*/ 262528 h 266176"/>
              <a:gd name="connsiteX18" fmla="*/ 107968 w 2959532"/>
              <a:gd name="connsiteY18" fmla="*/ 256818 h 266176"/>
              <a:gd name="connsiteX19" fmla="*/ 116529 w 2959532"/>
              <a:gd name="connsiteY19" fmla="*/ 256025 h 266176"/>
              <a:gd name="connsiteX20" fmla="*/ 2959533 w 2959532"/>
              <a:gd name="connsiteY20" fmla="*/ 8566 h 266176"/>
              <a:gd name="connsiteX21" fmla="*/ 2957789 w 2959532"/>
              <a:gd name="connsiteY21" fmla="*/ 317 h 2661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2959532" h="266176">
                <a:moveTo>
                  <a:pt x="2957947" y="0"/>
                </a:moveTo>
                <a:lnTo>
                  <a:pt x="2933215" y="2221"/>
                </a:lnTo>
                <a:lnTo>
                  <a:pt x="115103" y="247459"/>
                </a:lnTo>
                <a:lnTo>
                  <a:pt x="106541" y="248252"/>
                </a:lnTo>
                <a:lnTo>
                  <a:pt x="43599" y="253804"/>
                </a:lnTo>
                <a:lnTo>
                  <a:pt x="35038" y="254596"/>
                </a:lnTo>
                <a:lnTo>
                  <a:pt x="32343" y="254914"/>
                </a:lnTo>
                <a:lnTo>
                  <a:pt x="23623" y="255707"/>
                </a:lnTo>
                <a:lnTo>
                  <a:pt x="18074" y="256183"/>
                </a:lnTo>
                <a:lnTo>
                  <a:pt x="9354" y="256976"/>
                </a:lnTo>
                <a:lnTo>
                  <a:pt x="0" y="257769"/>
                </a:lnTo>
                <a:cubicBezTo>
                  <a:pt x="476" y="260624"/>
                  <a:pt x="1585" y="263163"/>
                  <a:pt x="1744" y="266176"/>
                </a:cubicBezTo>
                <a:lnTo>
                  <a:pt x="7610" y="265701"/>
                </a:lnTo>
                <a:lnTo>
                  <a:pt x="16330" y="264908"/>
                </a:lnTo>
                <a:lnTo>
                  <a:pt x="22355" y="264432"/>
                </a:lnTo>
                <a:lnTo>
                  <a:pt x="31075" y="263638"/>
                </a:lnTo>
                <a:lnTo>
                  <a:pt x="34087" y="263321"/>
                </a:lnTo>
                <a:lnTo>
                  <a:pt x="42648" y="262528"/>
                </a:lnTo>
                <a:lnTo>
                  <a:pt x="107968" y="256818"/>
                </a:lnTo>
                <a:lnTo>
                  <a:pt x="116529" y="256025"/>
                </a:lnTo>
                <a:lnTo>
                  <a:pt x="2959533" y="8566"/>
                </a:lnTo>
                <a:cubicBezTo>
                  <a:pt x="2959057" y="5711"/>
                  <a:pt x="2957947" y="3173"/>
                  <a:pt x="2957789" y="317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65" name="Freeform 764">
            <a:extLst>
              <a:ext uri="{FF2B5EF4-FFF2-40B4-BE49-F238E27FC236}">
                <a16:creationId xmlns:a16="http://schemas.microsoft.com/office/drawing/2014/main" id="{3F63513F-933D-A984-8CBA-23077E39C6B5}"/>
              </a:ext>
            </a:extLst>
          </p:cNvPr>
          <p:cNvSpPr/>
          <p:nvPr userDrawn="1"/>
        </p:nvSpPr>
        <p:spPr>
          <a:xfrm>
            <a:off x="-9830" y="6262386"/>
            <a:ext cx="1836093" cy="150946"/>
          </a:xfrm>
          <a:custGeom>
            <a:avLst/>
            <a:gdLst>
              <a:gd name="connsiteX0" fmla="*/ 1021972 w 1836093"/>
              <a:gd name="connsiteY0" fmla="*/ 82486 h 175282"/>
              <a:gd name="connsiteX1" fmla="*/ 1043534 w 1836093"/>
              <a:gd name="connsiteY1" fmla="*/ 80582 h 175282"/>
              <a:gd name="connsiteX2" fmla="*/ 1068267 w 1836093"/>
              <a:gd name="connsiteY2" fmla="*/ 78362 h 175282"/>
              <a:gd name="connsiteX3" fmla="*/ 1794872 w 1836093"/>
              <a:gd name="connsiteY3" fmla="*/ 12214 h 175282"/>
              <a:gd name="connsiteX4" fmla="*/ 1803433 w 1836093"/>
              <a:gd name="connsiteY4" fmla="*/ 11421 h 175282"/>
              <a:gd name="connsiteX5" fmla="*/ 1836093 w 1836093"/>
              <a:gd name="connsiteY5" fmla="*/ 8407 h 175282"/>
              <a:gd name="connsiteX6" fmla="*/ 1834349 w 1836093"/>
              <a:gd name="connsiteY6" fmla="*/ 0 h 175282"/>
              <a:gd name="connsiteX7" fmla="*/ 1804384 w 1836093"/>
              <a:gd name="connsiteY7" fmla="*/ 2697 h 175282"/>
              <a:gd name="connsiteX8" fmla="*/ 1795823 w 1836093"/>
              <a:gd name="connsiteY8" fmla="*/ 3490 h 175282"/>
              <a:gd name="connsiteX9" fmla="*/ 1044326 w 1836093"/>
              <a:gd name="connsiteY9" fmla="*/ 71858 h 175282"/>
              <a:gd name="connsiteX10" fmla="*/ 1019752 w 1836093"/>
              <a:gd name="connsiteY10" fmla="*/ 74079 h 175282"/>
              <a:gd name="connsiteX11" fmla="*/ 996605 w 1836093"/>
              <a:gd name="connsiteY11" fmla="*/ 76141 h 175282"/>
              <a:gd name="connsiteX12" fmla="*/ 970128 w 1836093"/>
              <a:gd name="connsiteY12" fmla="*/ 78521 h 175282"/>
              <a:gd name="connsiteX13" fmla="*/ 0 w 1836093"/>
              <a:gd name="connsiteY13" fmla="*/ 166717 h 175282"/>
              <a:gd name="connsiteX14" fmla="*/ 0 w 1836093"/>
              <a:gd name="connsiteY14" fmla="*/ 175283 h 175282"/>
              <a:gd name="connsiteX15" fmla="*/ 995654 w 1836093"/>
              <a:gd name="connsiteY15" fmla="*/ 84707 h 175282"/>
              <a:gd name="connsiteX16" fmla="*/ 1022130 w 1836093"/>
              <a:gd name="connsiteY16" fmla="*/ 82328 h 1752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836093" h="175282">
                <a:moveTo>
                  <a:pt x="1021972" y="82486"/>
                </a:moveTo>
                <a:lnTo>
                  <a:pt x="1043534" y="80582"/>
                </a:lnTo>
                <a:lnTo>
                  <a:pt x="1068267" y="78362"/>
                </a:lnTo>
                <a:lnTo>
                  <a:pt x="1794872" y="12214"/>
                </a:lnTo>
                <a:lnTo>
                  <a:pt x="1803433" y="11421"/>
                </a:lnTo>
                <a:lnTo>
                  <a:pt x="1836093" y="8407"/>
                </a:lnTo>
                <a:cubicBezTo>
                  <a:pt x="1835617" y="5552"/>
                  <a:pt x="1834508" y="3014"/>
                  <a:pt x="1834349" y="0"/>
                </a:cubicBezTo>
                <a:lnTo>
                  <a:pt x="1804384" y="2697"/>
                </a:lnTo>
                <a:lnTo>
                  <a:pt x="1795823" y="3490"/>
                </a:lnTo>
                <a:lnTo>
                  <a:pt x="1044326" y="71858"/>
                </a:lnTo>
                <a:lnTo>
                  <a:pt x="1019752" y="74079"/>
                </a:lnTo>
                <a:lnTo>
                  <a:pt x="996605" y="76141"/>
                </a:lnTo>
                <a:lnTo>
                  <a:pt x="970128" y="78521"/>
                </a:lnTo>
                <a:lnTo>
                  <a:pt x="0" y="166717"/>
                </a:lnTo>
                <a:lnTo>
                  <a:pt x="0" y="175283"/>
                </a:lnTo>
                <a:lnTo>
                  <a:pt x="995654" y="84707"/>
                </a:lnTo>
                <a:lnTo>
                  <a:pt x="1022130" y="82328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cxnSp>
        <p:nvCxnSpPr>
          <p:cNvPr id="766" name="Straight Connector 765">
            <a:extLst>
              <a:ext uri="{FF2B5EF4-FFF2-40B4-BE49-F238E27FC236}">
                <a16:creationId xmlns:a16="http://schemas.microsoft.com/office/drawing/2014/main" id="{8FE4A166-E9C5-B3F4-8A32-F8E76A28674D}"/>
              </a:ext>
            </a:extLst>
          </p:cNvPr>
          <p:cNvCxnSpPr>
            <a:stCxn id="576" idx="10"/>
            <a:endCxn id="753" idx="26"/>
          </p:cNvCxnSpPr>
          <p:nvPr userDrawn="1"/>
        </p:nvCxnSpPr>
        <p:spPr>
          <a:xfrm>
            <a:off x="7082221" y="314939"/>
            <a:ext cx="3543765" cy="2304425"/>
          </a:xfrm>
          <a:prstGeom prst="line">
            <a:avLst/>
          </a:prstGeom>
          <a:ln>
            <a:solidFill>
              <a:srgbClr val="B8B8B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7" name="Straight Connector 766">
            <a:extLst>
              <a:ext uri="{FF2B5EF4-FFF2-40B4-BE49-F238E27FC236}">
                <a16:creationId xmlns:a16="http://schemas.microsoft.com/office/drawing/2014/main" id="{BEFA0580-A23D-6D2E-C83A-96DBB85E3180}"/>
              </a:ext>
            </a:extLst>
          </p:cNvPr>
          <p:cNvCxnSpPr>
            <a:stCxn id="576" idx="11"/>
            <a:endCxn id="749" idx="15"/>
          </p:cNvCxnSpPr>
          <p:nvPr userDrawn="1"/>
        </p:nvCxnSpPr>
        <p:spPr>
          <a:xfrm>
            <a:off x="7079684" y="311798"/>
            <a:ext cx="586927" cy="2856583"/>
          </a:xfrm>
          <a:prstGeom prst="line">
            <a:avLst/>
          </a:prstGeom>
          <a:ln>
            <a:solidFill>
              <a:srgbClr val="B8B8B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8" name="Straight Connector 767">
            <a:extLst>
              <a:ext uri="{FF2B5EF4-FFF2-40B4-BE49-F238E27FC236}">
                <a16:creationId xmlns:a16="http://schemas.microsoft.com/office/drawing/2014/main" id="{14BF5590-3D1C-1883-299D-A6198C7E8017}"/>
              </a:ext>
            </a:extLst>
          </p:cNvPr>
          <p:cNvCxnSpPr>
            <a:stCxn id="754" idx="9"/>
            <a:endCxn id="576" idx="11"/>
          </p:cNvCxnSpPr>
          <p:nvPr userDrawn="1"/>
        </p:nvCxnSpPr>
        <p:spPr>
          <a:xfrm flipH="1">
            <a:off x="7079684" y="113910"/>
            <a:ext cx="3939296" cy="197888"/>
          </a:xfrm>
          <a:prstGeom prst="line">
            <a:avLst/>
          </a:prstGeom>
          <a:ln>
            <a:solidFill>
              <a:srgbClr val="B8B8B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9" name="Straight Connector 768">
            <a:extLst>
              <a:ext uri="{FF2B5EF4-FFF2-40B4-BE49-F238E27FC236}">
                <a16:creationId xmlns:a16="http://schemas.microsoft.com/office/drawing/2014/main" id="{9B56BB89-3768-E38C-4005-2EDCAECD2474}"/>
              </a:ext>
            </a:extLst>
          </p:cNvPr>
          <p:cNvCxnSpPr>
            <a:stCxn id="588" idx="14"/>
            <a:endCxn id="753" idx="2"/>
          </p:cNvCxnSpPr>
          <p:nvPr userDrawn="1"/>
        </p:nvCxnSpPr>
        <p:spPr>
          <a:xfrm>
            <a:off x="7072073" y="982613"/>
            <a:ext cx="3557883" cy="1653905"/>
          </a:xfrm>
          <a:prstGeom prst="line">
            <a:avLst/>
          </a:prstGeom>
          <a:ln>
            <a:solidFill>
              <a:srgbClr val="B8B8B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0" name="Straight Connector 769">
            <a:extLst>
              <a:ext uri="{FF2B5EF4-FFF2-40B4-BE49-F238E27FC236}">
                <a16:creationId xmlns:a16="http://schemas.microsoft.com/office/drawing/2014/main" id="{1C40268C-6BB3-FD70-019C-79E5E6D04A01}"/>
              </a:ext>
            </a:extLst>
          </p:cNvPr>
          <p:cNvCxnSpPr>
            <a:stCxn id="754" idx="20"/>
            <a:endCxn id="753" idx="25"/>
          </p:cNvCxnSpPr>
          <p:nvPr userDrawn="1"/>
        </p:nvCxnSpPr>
        <p:spPr>
          <a:xfrm flipH="1">
            <a:off x="10683098" y="206117"/>
            <a:ext cx="389470" cy="2347588"/>
          </a:xfrm>
          <a:prstGeom prst="line">
            <a:avLst/>
          </a:prstGeom>
          <a:ln>
            <a:solidFill>
              <a:srgbClr val="B8B8B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1" name="Straight Connector 770">
            <a:extLst>
              <a:ext uri="{FF2B5EF4-FFF2-40B4-BE49-F238E27FC236}">
                <a16:creationId xmlns:a16="http://schemas.microsoft.com/office/drawing/2014/main" id="{0837746F-5BED-F3E0-A0CD-0C79A9A85EF2}"/>
              </a:ext>
            </a:extLst>
          </p:cNvPr>
          <p:cNvCxnSpPr>
            <a:stCxn id="754" idx="8"/>
            <a:endCxn id="753" idx="24"/>
          </p:cNvCxnSpPr>
          <p:nvPr userDrawn="1"/>
        </p:nvCxnSpPr>
        <p:spPr>
          <a:xfrm flipH="1">
            <a:off x="10691190" y="107080"/>
            <a:ext cx="323350" cy="2444999"/>
          </a:xfrm>
          <a:prstGeom prst="line">
            <a:avLst/>
          </a:prstGeom>
          <a:ln>
            <a:solidFill>
              <a:srgbClr val="B8B8B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2" name="Straight Connector 771">
            <a:extLst>
              <a:ext uri="{FF2B5EF4-FFF2-40B4-BE49-F238E27FC236}">
                <a16:creationId xmlns:a16="http://schemas.microsoft.com/office/drawing/2014/main" id="{F1E4B2FB-3AB3-4373-3FE7-84B2E9A5D36A}"/>
              </a:ext>
            </a:extLst>
          </p:cNvPr>
          <p:cNvCxnSpPr>
            <a:stCxn id="611" idx="13"/>
            <a:endCxn id="749" idx="15"/>
          </p:cNvCxnSpPr>
          <p:nvPr userDrawn="1"/>
        </p:nvCxnSpPr>
        <p:spPr>
          <a:xfrm>
            <a:off x="7055586" y="1461109"/>
            <a:ext cx="611025" cy="1707272"/>
          </a:xfrm>
          <a:prstGeom prst="line">
            <a:avLst/>
          </a:prstGeom>
          <a:ln>
            <a:solidFill>
              <a:srgbClr val="B8B8B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D14F9E41-5384-7AD6-D0B5-0CDB646C98F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98023" y="998"/>
            <a:ext cx="2220685" cy="559241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EF83BAF7-DF5C-CD92-5B1A-DB1DC45689C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95620" y="2250299"/>
            <a:ext cx="5587502" cy="2801185"/>
          </a:xfrm>
        </p:spPr>
        <p:txBody>
          <a:bodyPr anchor="ctr">
            <a:noAutofit/>
          </a:bodyPr>
          <a:lstStyle>
            <a:lvl1pPr algn="l">
              <a:defRPr sz="4800" b="1">
                <a:solidFill>
                  <a:srgbClr val="7030A0"/>
                </a:solidFill>
                <a:latin typeface="Century Gothic" panose="020B0502020202020204" pitchFamily="34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9091113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ection Slide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2C483E53-8453-DF47-AC68-A0F24BDE676C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62736" y="1"/>
            <a:ext cx="3896366" cy="6858000"/>
          </a:xfrm>
          <a:custGeom>
            <a:avLst/>
            <a:gdLst>
              <a:gd name="connsiteX0" fmla="*/ 133 w 3896366"/>
              <a:gd name="connsiteY0" fmla="*/ -1487 h 12136885"/>
              <a:gd name="connsiteX1" fmla="*/ 3896499 w 3896366"/>
              <a:gd name="connsiteY1" fmla="*/ -1487 h 12136885"/>
              <a:gd name="connsiteX2" fmla="*/ 3896499 w 3896366"/>
              <a:gd name="connsiteY2" fmla="*/ 12135399 h 12136885"/>
              <a:gd name="connsiteX3" fmla="*/ 133 w 3896366"/>
              <a:gd name="connsiteY3" fmla="*/ 12135399 h 121368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896366" h="12136885">
                <a:moveTo>
                  <a:pt x="133" y="-1487"/>
                </a:moveTo>
                <a:lnTo>
                  <a:pt x="3896499" y="-1487"/>
                </a:lnTo>
                <a:lnTo>
                  <a:pt x="3896499" y="12135399"/>
                </a:lnTo>
                <a:lnTo>
                  <a:pt x="133" y="12135399"/>
                </a:lnTo>
                <a:close/>
              </a:path>
            </a:pathLst>
          </a:custGeom>
        </p:spPr>
      </p:pic>
      <p:sp>
        <p:nvSpPr>
          <p:cNvPr id="9" name="Freeform 8">
            <a:extLst>
              <a:ext uri="{FF2B5EF4-FFF2-40B4-BE49-F238E27FC236}">
                <a16:creationId xmlns:a16="http://schemas.microsoft.com/office/drawing/2014/main" id="{62DA3CDA-69AC-C21B-2096-4F1948CF51B5}"/>
              </a:ext>
            </a:extLst>
          </p:cNvPr>
          <p:cNvSpPr/>
          <p:nvPr userDrawn="1"/>
        </p:nvSpPr>
        <p:spPr>
          <a:xfrm>
            <a:off x="6861845" y="0"/>
            <a:ext cx="168848" cy="259650"/>
          </a:xfrm>
          <a:custGeom>
            <a:avLst/>
            <a:gdLst>
              <a:gd name="connsiteX0" fmla="*/ 0 w 168848"/>
              <a:gd name="connsiteY0" fmla="*/ 159 h 524738"/>
              <a:gd name="connsiteX1" fmla="*/ 4439 w 168848"/>
              <a:gd name="connsiteY1" fmla="*/ 28553 h 524738"/>
              <a:gd name="connsiteX2" fmla="*/ 164410 w 168848"/>
              <a:gd name="connsiteY2" fmla="*/ 524739 h 524738"/>
              <a:gd name="connsiteX3" fmla="*/ 168849 w 168848"/>
              <a:gd name="connsiteY3" fmla="*/ 523787 h 524738"/>
              <a:gd name="connsiteX4" fmla="*/ 0 w 168848"/>
              <a:gd name="connsiteY4" fmla="*/ 0 h 5247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8848" h="524738">
                <a:moveTo>
                  <a:pt x="0" y="159"/>
                </a:moveTo>
                <a:lnTo>
                  <a:pt x="4439" y="28553"/>
                </a:lnTo>
                <a:lnTo>
                  <a:pt x="164410" y="524739"/>
                </a:lnTo>
                <a:cubicBezTo>
                  <a:pt x="165836" y="524263"/>
                  <a:pt x="167422" y="524263"/>
                  <a:pt x="168849" y="523787"/>
                </a:cubicBezTo>
                <a:lnTo>
                  <a:pt x="0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DF7C5AA5-9718-F2EA-8835-A70FEAC761A4}"/>
              </a:ext>
            </a:extLst>
          </p:cNvPr>
          <p:cNvSpPr/>
          <p:nvPr userDrawn="1"/>
        </p:nvSpPr>
        <p:spPr>
          <a:xfrm>
            <a:off x="7041475" y="397798"/>
            <a:ext cx="4439" cy="436994"/>
          </a:xfrm>
          <a:custGeom>
            <a:avLst/>
            <a:gdLst>
              <a:gd name="connsiteX0" fmla="*/ 2220 w 4439"/>
              <a:gd name="connsiteY0" fmla="*/ 476 h 507448"/>
              <a:gd name="connsiteX1" fmla="*/ 2220 w 4439"/>
              <a:gd name="connsiteY1" fmla="*/ 476 h 507448"/>
              <a:gd name="connsiteX2" fmla="*/ 0 w 4439"/>
              <a:gd name="connsiteY2" fmla="*/ 0 h 507448"/>
              <a:gd name="connsiteX3" fmla="*/ 0 w 4439"/>
              <a:gd name="connsiteY3" fmla="*/ 507448 h 507448"/>
              <a:gd name="connsiteX4" fmla="*/ 2220 w 4439"/>
              <a:gd name="connsiteY4" fmla="*/ 506973 h 507448"/>
              <a:gd name="connsiteX5" fmla="*/ 4439 w 4439"/>
              <a:gd name="connsiteY5" fmla="*/ 507448 h 507448"/>
              <a:gd name="connsiteX6" fmla="*/ 4439 w 4439"/>
              <a:gd name="connsiteY6" fmla="*/ 45050 h 507448"/>
              <a:gd name="connsiteX7" fmla="*/ 2220 w 4439"/>
              <a:gd name="connsiteY7" fmla="*/ 476 h 5074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439" h="507448">
                <a:moveTo>
                  <a:pt x="2220" y="476"/>
                </a:moveTo>
                <a:lnTo>
                  <a:pt x="2220" y="476"/>
                </a:lnTo>
                <a:cubicBezTo>
                  <a:pt x="1427" y="476"/>
                  <a:pt x="793" y="159"/>
                  <a:pt x="0" y="0"/>
                </a:cubicBezTo>
                <a:lnTo>
                  <a:pt x="0" y="507448"/>
                </a:lnTo>
                <a:cubicBezTo>
                  <a:pt x="0" y="507448"/>
                  <a:pt x="1427" y="506973"/>
                  <a:pt x="2220" y="506973"/>
                </a:cubicBezTo>
                <a:cubicBezTo>
                  <a:pt x="3012" y="506973"/>
                  <a:pt x="3647" y="507448"/>
                  <a:pt x="4439" y="507448"/>
                </a:cubicBezTo>
                <a:lnTo>
                  <a:pt x="4439" y="45050"/>
                </a:lnTo>
                <a:lnTo>
                  <a:pt x="2220" y="476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BB6B3FE7-98AB-6560-60EA-85AE360A0609}"/>
              </a:ext>
            </a:extLst>
          </p:cNvPr>
          <p:cNvSpPr/>
          <p:nvPr userDrawn="1"/>
        </p:nvSpPr>
        <p:spPr>
          <a:xfrm>
            <a:off x="7041158" y="1004706"/>
            <a:ext cx="4597" cy="320881"/>
          </a:xfrm>
          <a:custGeom>
            <a:avLst/>
            <a:gdLst>
              <a:gd name="connsiteX0" fmla="*/ 2378 w 4597"/>
              <a:gd name="connsiteY0" fmla="*/ 372139 h 372615"/>
              <a:gd name="connsiteX1" fmla="*/ 4598 w 4597"/>
              <a:gd name="connsiteY1" fmla="*/ 372615 h 372615"/>
              <a:gd name="connsiteX2" fmla="*/ 4598 w 4597"/>
              <a:gd name="connsiteY2" fmla="*/ 4600 h 372615"/>
              <a:gd name="connsiteX3" fmla="*/ 4122 w 4597"/>
              <a:gd name="connsiteY3" fmla="*/ 159 h 372615"/>
              <a:gd name="connsiteX4" fmla="*/ 2219 w 4597"/>
              <a:gd name="connsiteY4" fmla="*/ 476 h 372615"/>
              <a:gd name="connsiteX5" fmla="*/ 0 w 4597"/>
              <a:gd name="connsiteY5" fmla="*/ 0 h 372615"/>
              <a:gd name="connsiteX6" fmla="*/ 0 w 4597"/>
              <a:gd name="connsiteY6" fmla="*/ 372615 h 372615"/>
              <a:gd name="connsiteX7" fmla="*/ 2219 w 4597"/>
              <a:gd name="connsiteY7" fmla="*/ 372139 h 3726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597" h="372615">
                <a:moveTo>
                  <a:pt x="2378" y="372139"/>
                </a:moveTo>
                <a:cubicBezTo>
                  <a:pt x="3171" y="372139"/>
                  <a:pt x="3805" y="372615"/>
                  <a:pt x="4598" y="372615"/>
                </a:cubicBezTo>
                <a:lnTo>
                  <a:pt x="4598" y="4600"/>
                </a:lnTo>
                <a:lnTo>
                  <a:pt x="4122" y="159"/>
                </a:lnTo>
                <a:cubicBezTo>
                  <a:pt x="4122" y="159"/>
                  <a:pt x="2854" y="476"/>
                  <a:pt x="2219" y="476"/>
                </a:cubicBezTo>
                <a:cubicBezTo>
                  <a:pt x="1427" y="476"/>
                  <a:pt x="793" y="0"/>
                  <a:pt x="0" y="0"/>
                </a:cubicBezTo>
                <a:lnTo>
                  <a:pt x="0" y="372615"/>
                </a:lnTo>
                <a:cubicBezTo>
                  <a:pt x="0" y="372615"/>
                  <a:pt x="1427" y="372139"/>
                  <a:pt x="2219" y="372139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CE6A3000-60C2-C32C-9147-45BD5C4C2A12}"/>
              </a:ext>
            </a:extLst>
          </p:cNvPr>
          <p:cNvSpPr/>
          <p:nvPr userDrawn="1"/>
        </p:nvSpPr>
        <p:spPr>
          <a:xfrm>
            <a:off x="7000253" y="1094807"/>
            <a:ext cx="39318" cy="244246"/>
          </a:xfrm>
          <a:custGeom>
            <a:avLst/>
            <a:gdLst>
              <a:gd name="connsiteX0" fmla="*/ 39160 w 39318"/>
              <a:gd name="connsiteY0" fmla="*/ 282832 h 283625"/>
              <a:gd name="connsiteX1" fmla="*/ 3012 w 39318"/>
              <a:gd name="connsiteY1" fmla="*/ 0 h 283625"/>
              <a:gd name="connsiteX2" fmla="*/ 0 w 39318"/>
              <a:gd name="connsiteY2" fmla="*/ 9993 h 283625"/>
              <a:gd name="connsiteX3" fmla="*/ 35038 w 39318"/>
              <a:gd name="connsiteY3" fmla="*/ 283625 h 283625"/>
              <a:gd name="connsiteX4" fmla="*/ 39319 w 39318"/>
              <a:gd name="connsiteY4" fmla="*/ 282832 h 283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318" h="283625">
                <a:moveTo>
                  <a:pt x="39160" y="282832"/>
                </a:moveTo>
                <a:lnTo>
                  <a:pt x="3012" y="0"/>
                </a:lnTo>
                <a:lnTo>
                  <a:pt x="0" y="9993"/>
                </a:lnTo>
                <a:lnTo>
                  <a:pt x="35038" y="283625"/>
                </a:lnTo>
                <a:cubicBezTo>
                  <a:pt x="36465" y="283308"/>
                  <a:pt x="37892" y="282832"/>
                  <a:pt x="39319" y="28283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7DC7B14E-1EC5-1A78-7964-68F1FEAFEDE2}"/>
              </a:ext>
            </a:extLst>
          </p:cNvPr>
          <p:cNvSpPr/>
          <p:nvPr userDrawn="1"/>
        </p:nvSpPr>
        <p:spPr>
          <a:xfrm>
            <a:off x="7050987" y="1474719"/>
            <a:ext cx="52477" cy="207910"/>
          </a:xfrm>
          <a:custGeom>
            <a:avLst/>
            <a:gdLst>
              <a:gd name="connsiteX0" fmla="*/ 159 w 52477"/>
              <a:gd name="connsiteY0" fmla="*/ 793 h 241430"/>
              <a:gd name="connsiteX1" fmla="*/ 48197 w 52477"/>
              <a:gd name="connsiteY1" fmla="*/ 241431 h 241430"/>
              <a:gd name="connsiteX2" fmla="*/ 52478 w 52477"/>
              <a:gd name="connsiteY2" fmla="*/ 240638 h 241430"/>
              <a:gd name="connsiteX3" fmla="*/ 4281 w 52477"/>
              <a:gd name="connsiteY3" fmla="*/ 0 h 241430"/>
              <a:gd name="connsiteX4" fmla="*/ 0 w 52477"/>
              <a:gd name="connsiteY4" fmla="*/ 793 h 2414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477" h="241430">
                <a:moveTo>
                  <a:pt x="159" y="793"/>
                </a:moveTo>
                <a:lnTo>
                  <a:pt x="48197" y="241431"/>
                </a:lnTo>
                <a:cubicBezTo>
                  <a:pt x="49624" y="241113"/>
                  <a:pt x="51051" y="240796"/>
                  <a:pt x="52478" y="240638"/>
                </a:cubicBezTo>
                <a:lnTo>
                  <a:pt x="4281" y="0"/>
                </a:lnTo>
                <a:cubicBezTo>
                  <a:pt x="2854" y="317"/>
                  <a:pt x="1427" y="635"/>
                  <a:pt x="0" y="793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7F22AEB9-E114-663D-4BC6-0AF525D4FF27}"/>
              </a:ext>
            </a:extLst>
          </p:cNvPr>
          <p:cNvSpPr/>
          <p:nvPr userDrawn="1"/>
        </p:nvSpPr>
        <p:spPr>
          <a:xfrm>
            <a:off x="7045597" y="1003754"/>
            <a:ext cx="37099" cy="338503"/>
          </a:xfrm>
          <a:custGeom>
            <a:avLst/>
            <a:gdLst>
              <a:gd name="connsiteX0" fmla="*/ 32026 w 37099"/>
              <a:gd name="connsiteY0" fmla="*/ 386733 h 393078"/>
              <a:gd name="connsiteX1" fmla="*/ 37099 w 37099"/>
              <a:gd name="connsiteY1" fmla="*/ 393078 h 393078"/>
              <a:gd name="connsiteX2" fmla="*/ 4439 w 37099"/>
              <a:gd name="connsiteY2" fmla="*/ 0 h 393078"/>
              <a:gd name="connsiteX3" fmla="*/ 0 w 37099"/>
              <a:gd name="connsiteY3" fmla="*/ 952 h 393078"/>
              <a:gd name="connsiteX4" fmla="*/ 476 w 37099"/>
              <a:gd name="connsiteY4" fmla="*/ 5393 h 393078"/>
              <a:gd name="connsiteX5" fmla="*/ 32184 w 37099"/>
              <a:gd name="connsiteY5" fmla="*/ 386733 h 3930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99" h="393078">
                <a:moveTo>
                  <a:pt x="32026" y="386733"/>
                </a:moveTo>
                <a:cubicBezTo>
                  <a:pt x="34087" y="388637"/>
                  <a:pt x="35514" y="391016"/>
                  <a:pt x="37099" y="393078"/>
                </a:cubicBezTo>
                <a:lnTo>
                  <a:pt x="4439" y="0"/>
                </a:lnTo>
                <a:cubicBezTo>
                  <a:pt x="2854" y="159"/>
                  <a:pt x="1586" y="793"/>
                  <a:pt x="0" y="952"/>
                </a:cubicBezTo>
                <a:lnTo>
                  <a:pt x="476" y="5393"/>
                </a:lnTo>
                <a:lnTo>
                  <a:pt x="32184" y="386733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D61E1080-1345-D559-F719-56A6D770CCE7}"/>
              </a:ext>
            </a:extLst>
          </p:cNvPr>
          <p:cNvSpPr/>
          <p:nvPr userDrawn="1"/>
        </p:nvSpPr>
        <p:spPr>
          <a:xfrm>
            <a:off x="7083013" y="1450449"/>
            <a:ext cx="23305" cy="227990"/>
          </a:xfrm>
          <a:custGeom>
            <a:avLst/>
            <a:gdLst>
              <a:gd name="connsiteX0" fmla="*/ 0 w 23305"/>
              <a:gd name="connsiteY0" fmla="*/ 5869 h 264748"/>
              <a:gd name="connsiteX1" fmla="*/ 21562 w 23305"/>
              <a:gd name="connsiteY1" fmla="*/ 264749 h 264748"/>
              <a:gd name="connsiteX2" fmla="*/ 23306 w 23305"/>
              <a:gd name="connsiteY2" fmla="*/ 264432 h 264748"/>
              <a:gd name="connsiteX3" fmla="*/ 19660 w 23305"/>
              <a:gd name="connsiteY3" fmla="*/ 186863 h 264748"/>
              <a:gd name="connsiteX4" fmla="*/ 4122 w 23305"/>
              <a:gd name="connsiteY4" fmla="*/ 0 h 264748"/>
              <a:gd name="connsiteX5" fmla="*/ 0 w 23305"/>
              <a:gd name="connsiteY5" fmla="*/ 6028 h 2647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05" h="264748">
                <a:moveTo>
                  <a:pt x="0" y="5869"/>
                </a:moveTo>
                <a:lnTo>
                  <a:pt x="21562" y="264749"/>
                </a:lnTo>
                <a:cubicBezTo>
                  <a:pt x="21562" y="264749"/>
                  <a:pt x="22672" y="264432"/>
                  <a:pt x="23306" y="264432"/>
                </a:cubicBezTo>
                <a:lnTo>
                  <a:pt x="19660" y="186863"/>
                </a:lnTo>
                <a:lnTo>
                  <a:pt x="4122" y="0"/>
                </a:lnTo>
                <a:cubicBezTo>
                  <a:pt x="3012" y="2221"/>
                  <a:pt x="1586" y="4124"/>
                  <a:pt x="0" y="6028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1794D77A-7EF8-B0CA-0B98-0B4BBE05569B}"/>
              </a:ext>
            </a:extLst>
          </p:cNvPr>
          <p:cNvSpPr/>
          <p:nvPr userDrawn="1"/>
        </p:nvSpPr>
        <p:spPr>
          <a:xfrm>
            <a:off x="7071915" y="992017"/>
            <a:ext cx="38842" cy="622364"/>
          </a:xfrm>
          <a:custGeom>
            <a:avLst/>
            <a:gdLst>
              <a:gd name="connsiteX0" fmla="*/ 20452 w 38842"/>
              <a:gd name="connsiteY0" fmla="*/ 428452 h 722705"/>
              <a:gd name="connsiteX1" fmla="*/ 21720 w 38842"/>
              <a:gd name="connsiteY1" fmla="*/ 434956 h 722705"/>
              <a:gd name="connsiteX2" fmla="*/ 20928 w 38842"/>
              <a:gd name="connsiteY2" fmla="*/ 438922 h 722705"/>
              <a:gd name="connsiteX3" fmla="*/ 30757 w 38842"/>
              <a:gd name="connsiteY3" fmla="*/ 645137 h 722705"/>
              <a:gd name="connsiteX4" fmla="*/ 34404 w 38842"/>
              <a:gd name="connsiteY4" fmla="*/ 722706 h 722705"/>
              <a:gd name="connsiteX5" fmla="*/ 38843 w 38842"/>
              <a:gd name="connsiteY5" fmla="*/ 721754 h 722705"/>
              <a:gd name="connsiteX6" fmla="*/ 4439 w 38842"/>
              <a:gd name="connsiteY6" fmla="*/ 0 h 722705"/>
              <a:gd name="connsiteX7" fmla="*/ 0 w 38842"/>
              <a:gd name="connsiteY7" fmla="*/ 3014 h 722705"/>
              <a:gd name="connsiteX8" fmla="*/ 20294 w 38842"/>
              <a:gd name="connsiteY8" fmla="*/ 428452 h 7227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8842" h="722705">
                <a:moveTo>
                  <a:pt x="20452" y="428452"/>
                </a:moveTo>
                <a:cubicBezTo>
                  <a:pt x="20769" y="430673"/>
                  <a:pt x="21720" y="432735"/>
                  <a:pt x="21720" y="434956"/>
                </a:cubicBezTo>
                <a:cubicBezTo>
                  <a:pt x="21720" y="436383"/>
                  <a:pt x="21086" y="437653"/>
                  <a:pt x="20928" y="438922"/>
                </a:cubicBezTo>
                <a:lnTo>
                  <a:pt x="30757" y="645137"/>
                </a:lnTo>
                <a:lnTo>
                  <a:pt x="34404" y="722706"/>
                </a:lnTo>
                <a:cubicBezTo>
                  <a:pt x="35989" y="722547"/>
                  <a:pt x="37258" y="721754"/>
                  <a:pt x="38843" y="721754"/>
                </a:cubicBezTo>
                <a:lnTo>
                  <a:pt x="4439" y="0"/>
                </a:lnTo>
                <a:cubicBezTo>
                  <a:pt x="3171" y="1269"/>
                  <a:pt x="1586" y="1904"/>
                  <a:pt x="0" y="3014"/>
                </a:cubicBezTo>
                <a:lnTo>
                  <a:pt x="20294" y="428452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BA642AC2-6CB4-9CDF-80AB-67B473B6AA40}"/>
              </a:ext>
            </a:extLst>
          </p:cNvPr>
          <p:cNvSpPr/>
          <p:nvPr userDrawn="1"/>
        </p:nvSpPr>
        <p:spPr>
          <a:xfrm>
            <a:off x="7043694" y="397481"/>
            <a:ext cx="29171" cy="446009"/>
          </a:xfrm>
          <a:custGeom>
            <a:avLst/>
            <a:gdLst>
              <a:gd name="connsiteX0" fmla="*/ 0 w 29171"/>
              <a:gd name="connsiteY0" fmla="*/ 793 h 517917"/>
              <a:gd name="connsiteX1" fmla="*/ 2219 w 29171"/>
              <a:gd name="connsiteY1" fmla="*/ 45367 h 517917"/>
              <a:gd name="connsiteX2" fmla="*/ 24574 w 29171"/>
              <a:gd name="connsiteY2" fmla="*/ 514745 h 517917"/>
              <a:gd name="connsiteX3" fmla="*/ 29172 w 29171"/>
              <a:gd name="connsiteY3" fmla="*/ 517918 h 517917"/>
              <a:gd name="connsiteX4" fmla="*/ 4597 w 29171"/>
              <a:gd name="connsiteY4" fmla="*/ 0 h 517917"/>
              <a:gd name="connsiteX5" fmla="*/ 158 w 29171"/>
              <a:gd name="connsiteY5" fmla="*/ 952 h 5179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9171" h="517917">
                <a:moveTo>
                  <a:pt x="0" y="793"/>
                </a:moveTo>
                <a:lnTo>
                  <a:pt x="2219" y="45367"/>
                </a:lnTo>
                <a:lnTo>
                  <a:pt x="24574" y="514745"/>
                </a:lnTo>
                <a:cubicBezTo>
                  <a:pt x="26160" y="515697"/>
                  <a:pt x="27745" y="516807"/>
                  <a:pt x="29172" y="517918"/>
                </a:cubicBezTo>
                <a:lnTo>
                  <a:pt x="4597" y="0"/>
                </a:lnTo>
                <a:cubicBezTo>
                  <a:pt x="3012" y="0"/>
                  <a:pt x="1744" y="952"/>
                  <a:pt x="158" y="95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8205DE6C-85A4-BA74-A20B-FE2FB7764BB2}"/>
              </a:ext>
            </a:extLst>
          </p:cNvPr>
          <p:cNvSpPr/>
          <p:nvPr userDrawn="1"/>
        </p:nvSpPr>
        <p:spPr>
          <a:xfrm>
            <a:off x="7086343" y="186350"/>
            <a:ext cx="2272246" cy="644084"/>
          </a:xfrm>
          <a:custGeom>
            <a:avLst/>
            <a:gdLst>
              <a:gd name="connsiteX0" fmla="*/ 0 w 2272246"/>
              <a:gd name="connsiteY0" fmla="*/ 1167972 h 1171779"/>
              <a:gd name="connsiteX1" fmla="*/ 2537 w 2272246"/>
              <a:gd name="connsiteY1" fmla="*/ 1171779 h 1171779"/>
              <a:gd name="connsiteX2" fmla="*/ 2272247 w 2272246"/>
              <a:gd name="connsiteY2" fmla="*/ 3807 h 1171779"/>
              <a:gd name="connsiteX3" fmla="*/ 2269709 w 2272246"/>
              <a:gd name="connsiteY3" fmla="*/ 0 h 1171779"/>
              <a:gd name="connsiteX4" fmla="*/ 0 w 2272246"/>
              <a:gd name="connsiteY4" fmla="*/ 1167972 h 11717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72246" h="1171779">
                <a:moveTo>
                  <a:pt x="0" y="1167972"/>
                </a:moveTo>
                <a:cubicBezTo>
                  <a:pt x="793" y="1169400"/>
                  <a:pt x="1902" y="1170352"/>
                  <a:pt x="2537" y="1171779"/>
                </a:cubicBezTo>
                <a:lnTo>
                  <a:pt x="2272247" y="3807"/>
                </a:lnTo>
                <a:cubicBezTo>
                  <a:pt x="2271454" y="2379"/>
                  <a:pt x="2270344" y="1428"/>
                  <a:pt x="2269709" y="0"/>
                </a:cubicBezTo>
                <a:lnTo>
                  <a:pt x="0" y="1167972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85091305-E1F6-3A1C-3499-2A13861D8EED}"/>
              </a:ext>
            </a:extLst>
          </p:cNvPr>
          <p:cNvSpPr/>
          <p:nvPr userDrawn="1"/>
        </p:nvSpPr>
        <p:spPr>
          <a:xfrm rot="819193">
            <a:off x="7100391" y="-247138"/>
            <a:ext cx="2263367" cy="505022"/>
          </a:xfrm>
          <a:custGeom>
            <a:avLst/>
            <a:gdLst>
              <a:gd name="connsiteX0" fmla="*/ 793 w 2263367"/>
              <a:gd name="connsiteY0" fmla="*/ 586445 h 586444"/>
              <a:gd name="connsiteX1" fmla="*/ 2263368 w 2263367"/>
              <a:gd name="connsiteY1" fmla="*/ 4283 h 586444"/>
              <a:gd name="connsiteX2" fmla="*/ 2262416 w 2263367"/>
              <a:gd name="connsiteY2" fmla="*/ 0 h 586444"/>
              <a:gd name="connsiteX3" fmla="*/ 0 w 2263367"/>
              <a:gd name="connsiteY3" fmla="*/ 582003 h 586444"/>
              <a:gd name="connsiteX4" fmla="*/ 951 w 2263367"/>
              <a:gd name="connsiteY4" fmla="*/ 586445 h 5864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63367" h="586444">
                <a:moveTo>
                  <a:pt x="793" y="586445"/>
                </a:moveTo>
                <a:lnTo>
                  <a:pt x="2263368" y="4283"/>
                </a:lnTo>
                <a:cubicBezTo>
                  <a:pt x="2262893" y="2855"/>
                  <a:pt x="2262734" y="1428"/>
                  <a:pt x="2262416" y="0"/>
                </a:cubicBezTo>
                <a:lnTo>
                  <a:pt x="0" y="582003"/>
                </a:lnTo>
                <a:cubicBezTo>
                  <a:pt x="476" y="583431"/>
                  <a:pt x="634" y="584859"/>
                  <a:pt x="951" y="586445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09DEBB7A-2DDC-D917-9EEE-301980CA72B3}"/>
              </a:ext>
            </a:extLst>
          </p:cNvPr>
          <p:cNvSpPr/>
          <p:nvPr userDrawn="1"/>
        </p:nvSpPr>
        <p:spPr>
          <a:xfrm>
            <a:off x="1358639" y="166045"/>
            <a:ext cx="183276" cy="81142"/>
          </a:xfrm>
          <a:custGeom>
            <a:avLst/>
            <a:gdLst>
              <a:gd name="connsiteX0" fmla="*/ 0 w 183276"/>
              <a:gd name="connsiteY0" fmla="*/ 3807 h 94224"/>
              <a:gd name="connsiteX1" fmla="*/ 180740 w 183276"/>
              <a:gd name="connsiteY1" fmla="*/ 94225 h 94224"/>
              <a:gd name="connsiteX2" fmla="*/ 183276 w 183276"/>
              <a:gd name="connsiteY2" fmla="*/ 90418 h 94224"/>
              <a:gd name="connsiteX3" fmla="*/ 2537 w 183276"/>
              <a:gd name="connsiteY3" fmla="*/ 0 h 94224"/>
              <a:gd name="connsiteX4" fmla="*/ 0 w 183276"/>
              <a:gd name="connsiteY4" fmla="*/ 3807 h 942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3276" h="94224">
                <a:moveTo>
                  <a:pt x="0" y="3807"/>
                </a:moveTo>
                <a:lnTo>
                  <a:pt x="180740" y="94225"/>
                </a:lnTo>
                <a:cubicBezTo>
                  <a:pt x="181374" y="92797"/>
                  <a:pt x="182484" y="91845"/>
                  <a:pt x="183276" y="90418"/>
                </a:cubicBezTo>
                <a:lnTo>
                  <a:pt x="2537" y="0"/>
                </a:lnTo>
                <a:cubicBezTo>
                  <a:pt x="1903" y="1428"/>
                  <a:pt x="793" y="2538"/>
                  <a:pt x="0" y="3807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029F19B2-1779-A384-B282-6B5447A5E244}"/>
              </a:ext>
            </a:extLst>
          </p:cNvPr>
          <p:cNvSpPr/>
          <p:nvPr userDrawn="1"/>
        </p:nvSpPr>
        <p:spPr>
          <a:xfrm>
            <a:off x="194929" y="185715"/>
            <a:ext cx="1095377" cy="1440891"/>
          </a:xfrm>
          <a:custGeom>
            <a:avLst/>
            <a:gdLst>
              <a:gd name="connsiteX0" fmla="*/ 1095378 w 1095377"/>
              <a:gd name="connsiteY0" fmla="*/ 2538 h 1673199"/>
              <a:gd name="connsiteX1" fmla="*/ 1091731 w 1095377"/>
              <a:gd name="connsiteY1" fmla="*/ 0 h 1673199"/>
              <a:gd name="connsiteX2" fmla="*/ 0 w 1095377"/>
              <a:gd name="connsiteY2" fmla="*/ 1670662 h 1673199"/>
              <a:gd name="connsiteX3" fmla="*/ 3646 w 1095377"/>
              <a:gd name="connsiteY3" fmla="*/ 1673200 h 1673199"/>
              <a:gd name="connsiteX4" fmla="*/ 1095378 w 1095377"/>
              <a:gd name="connsiteY4" fmla="*/ 2538 h 16731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95377" h="1673199">
                <a:moveTo>
                  <a:pt x="1095378" y="2538"/>
                </a:moveTo>
                <a:cubicBezTo>
                  <a:pt x="1094109" y="1745"/>
                  <a:pt x="1092841" y="952"/>
                  <a:pt x="1091731" y="0"/>
                </a:cubicBezTo>
                <a:lnTo>
                  <a:pt x="0" y="1670662"/>
                </a:lnTo>
                <a:cubicBezTo>
                  <a:pt x="1268" y="1671455"/>
                  <a:pt x="2378" y="1672248"/>
                  <a:pt x="3646" y="1673200"/>
                </a:cubicBezTo>
                <a:lnTo>
                  <a:pt x="1095378" y="2538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0A9BFEC3-7773-858F-2D68-22CE9A5BDF64}"/>
              </a:ext>
            </a:extLst>
          </p:cNvPr>
          <p:cNvSpPr/>
          <p:nvPr userDrawn="1"/>
        </p:nvSpPr>
        <p:spPr>
          <a:xfrm>
            <a:off x="200637" y="316741"/>
            <a:ext cx="1353644" cy="1331472"/>
          </a:xfrm>
          <a:custGeom>
            <a:avLst/>
            <a:gdLst>
              <a:gd name="connsiteX0" fmla="*/ 0 w 1353644"/>
              <a:gd name="connsiteY0" fmla="*/ 1543602 h 1546139"/>
              <a:gd name="connsiteX1" fmla="*/ 3647 w 1353644"/>
              <a:gd name="connsiteY1" fmla="*/ 1546140 h 1546139"/>
              <a:gd name="connsiteX2" fmla="*/ 1353645 w 1353644"/>
              <a:gd name="connsiteY2" fmla="*/ 2538 h 1546139"/>
              <a:gd name="connsiteX3" fmla="*/ 1349998 w 1353644"/>
              <a:gd name="connsiteY3" fmla="*/ 0 h 1546139"/>
              <a:gd name="connsiteX4" fmla="*/ 0 w 1353644"/>
              <a:gd name="connsiteY4" fmla="*/ 1543602 h 15461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53644" h="1546139">
                <a:moveTo>
                  <a:pt x="0" y="1543602"/>
                </a:moveTo>
                <a:cubicBezTo>
                  <a:pt x="1110" y="1544553"/>
                  <a:pt x="2695" y="1545029"/>
                  <a:pt x="3647" y="1546140"/>
                </a:cubicBezTo>
                <a:lnTo>
                  <a:pt x="1353645" y="2538"/>
                </a:lnTo>
                <a:cubicBezTo>
                  <a:pt x="1352535" y="1586"/>
                  <a:pt x="1351108" y="1110"/>
                  <a:pt x="1349998" y="0"/>
                </a:cubicBezTo>
                <a:lnTo>
                  <a:pt x="0" y="1543602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5CA653FA-7F86-7E87-7131-EB28914293FA}"/>
              </a:ext>
            </a:extLst>
          </p:cNvPr>
          <p:cNvSpPr/>
          <p:nvPr userDrawn="1"/>
        </p:nvSpPr>
        <p:spPr>
          <a:xfrm>
            <a:off x="33056" y="1945208"/>
            <a:ext cx="122712" cy="302712"/>
          </a:xfrm>
          <a:custGeom>
            <a:avLst/>
            <a:gdLst>
              <a:gd name="connsiteX0" fmla="*/ 118274 w 122712"/>
              <a:gd name="connsiteY0" fmla="*/ 0 h 351517"/>
              <a:gd name="connsiteX1" fmla="*/ 0 w 122712"/>
              <a:gd name="connsiteY1" fmla="*/ 338193 h 351517"/>
              <a:gd name="connsiteX2" fmla="*/ 0 w 122712"/>
              <a:gd name="connsiteY2" fmla="*/ 351518 h 351517"/>
              <a:gd name="connsiteX3" fmla="*/ 122713 w 122712"/>
              <a:gd name="connsiteY3" fmla="*/ 952 h 351517"/>
              <a:gd name="connsiteX4" fmla="*/ 118274 w 122712"/>
              <a:gd name="connsiteY4" fmla="*/ 0 h 3515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712" h="351517">
                <a:moveTo>
                  <a:pt x="118274" y="0"/>
                </a:moveTo>
                <a:lnTo>
                  <a:pt x="0" y="338193"/>
                </a:lnTo>
                <a:lnTo>
                  <a:pt x="0" y="351518"/>
                </a:lnTo>
                <a:lnTo>
                  <a:pt x="122713" y="952"/>
                </a:lnTo>
                <a:cubicBezTo>
                  <a:pt x="121286" y="476"/>
                  <a:pt x="119700" y="635"/>
                  <a:pt x="118274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4" name="Freeform 23">
            <a:extLst>
              <a:ext uri="{FF2B5EF4-FFF2-40B4-BE49-F238E27FC236}">
                <a16:creationId xmlns:a16="http://schemas.microsoft.com/office/drawing/2014/main" id="{647DC177-BE71-64F5-4141-DED2D8F16C1D}"/>
              </a:ext>
            </a:extLst>
          </p:cNvPr>
          <p:cNvSpPr/>
          <p:nvPr userDrawn="1"/>
        </p:nvSpPr>
        <p:spPr>
          <a:xfrm>
            <a:off x="33056" y="1933787"/>
            <a:ext cx="101943" cy="83600"/>
          </a:xfrm>
          <a:custGeom>
            <a:avLst/>
            <a:gdLst>
              <a:gd name="connsiteX0" fmla="*/ 100992 w 101943"/>
              <a:gd name="connsiteY0" fmla="*/ 0 h 97079"/>
              <a:gd name="connsiteX1" fmla="*/ 21720 w 101943"/>
              <a:gd name="connsiteY1" fmla="*/ 70431 h 97079"/>
              <a:gd name="connsiteX2" fmla="*/ 0 w 101943"/>
              <a:gd name="connsiteY2" fmla="*/ 90893 h 97079"/>
              <a:gd name="connsiteX3" fmla="*/ 0 w 101943"/>
              <a:gd name="connsiteY3" fmla="*/ 97080 h 97079"/>
              <a:gd name="connsiteX4" fmla="*/ 101944 w 101943"/>
              <a:gd name="connsiteY4" fmla="*/ 952 h 97079"/>
              <a:gd name="connsiteX5" fmla="*/ 100992 w 101943"/>
              <a:gd name="connsiteY5" fmla="*/ 0 h 970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1943" h="97079">
                <a:moveTo>
                  <a:pt x="100992" y="0"/>
                </a:moveTo>
                <a:lnTo>
                  <a:pt x="21720" y="70431"/>
                </a:lnTo>
                <a:lnTo>
                  <a:pt x="0" y="90893"/>
                </a:lnTo>
                <a:lnTo>
                  <a:pt x="0" y="97080"/>
                </a:lnTo>
                <a:lnTo>
                  <a:pt x="101944" y="952"/>
                </a:lnTo>
                <a:cubicBezTo>
                  <a:pt x="101944" y="952"/>
                  <a:pt x="101309" y="317"/>
                  <a:pt x="100992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BE06CA7C-5BB1-C0ED-0E5E-CBC1D4383F9C}"/>
              </a:ext>
            </a:extLst>
          </p:cNvPr>
          <p:cNvSpPr/>
          <p:nvPr userDrawn="1"/>
        </p:nvSpPr>
        <p:spPr>
          <a:xfrm>
            <a:off x="33056" y="1929979"/>
            <a:ext cx="100992" cy="80595"/>
          </a:xfrm>
          <a:custGeom>
            <a:avLst/>
            <a:gdLst>
              <a:gd name="connsiteX0" fmla="*/ 100992 w 100992"/>
              <a:gd name="connsiteY0" fmla="*/ 3807 h 93589"/>
              <a:gd name="connsiteX1" fmla="*/ 98456 w 100992"/>
              <a:gd name="connsiteY1" fmla="*/ 0 h 93589"/>
              <a:gd name="connsiteX2" fmla="*/ 0 w 100992"/>
              <a:gd name="connsiteY2" fmla="*/ 87562 h 93589"/>
              <a:gd name="connsiteX3" fmla="*/ 0 w 100992"/>
              <a:gd name="connsiteY3" fmla="*/ 93590 h 93589"/>
              <a:gd name="connsiteX4" fmla="*/ 21720 w 100992"/>
              <a:gd name="connsiteY4" fmla="*/ 74238 h 93589"/>
              <a:gd name="connsiteX5" fmla="*/ 100992 w 100992"/>
              <a:gd name="connsiteY5" fmla="*/ 3807 h 935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0992" h="93589">
                <a:moveTo>
                  <a:pt x="100992" y="3807"/>
                </a:moveTo>
                <a:cubicBezTo>
                  <a:pt x="99882" y="2697"/>
                  <a:pt x="99407" y="1269"/>
                  <a:pt x="98456" y="0"/>
                </a:cubicBezTo>
                <a:lnTo>
                  <a:pt x="0" y="87562"/>
                </a:lnTo>
                <a:lnTo>
                  <a:pt x="0" y="93590"/>
                </a:lnTo>
                <a:lnTo>
                  <a:pt x="21720" y="74238"/>
                </a:lnTo>
                <a:lnTo>
                  <a:pt x="100992" y="3807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6" name="Freeform 25">
            <a:extLst>
              <a:ext uri="{FF2B5EF4-FFF2-40B4-BE49-F238E27FC236}">
                <a16:creationId xmlns:a16="http://schemas.microsoft.com/office/drawing/2014/main" id="{516D923D-989E-A5EF-FC9C-D91A620AA221}"/>
              </a:ext>
            </a:extLst>
          </p:cNvPr>
          <p:cNvSpPr/>
          <p:nvPr userDrawn="1"/>
        </p:nvSpPr>
        <p:spPr>
          <a:xfrm>
            <a:off x="33056" y="4640125"/>
            <a:ext cx="589940" cy="1120147"/>
          </a:xfrm>
          <a:custGeom>
            <a:avLst/>
            <a:gdLst>
              <a:gd name="connsiteX0" fmla="*/ 586136 w 589940"/>
              <a:gd name="connsiteY0" fmla="*/ 0 h 1300743"/>
              <a:gd name="connsiteX1" fmla="*/ 0 w 589940"/>
              <a:gd name="connsiteY1" fmla="*/ 1290115 h 1300743"/>
              <a:gd name="connsiteX2" fmla="*/ 0 w 589940"/>
              <a:gd name="connsiteY2" fmla="*/ 1300743 h 1300743"/>
              <a:gd name="connsiteX3" fmla="*/ 589941 w 589940"/>
              <a:gd name="connsiteY3" fmla="*/ 2221 h 1300743"/>
              <a:gd name="connsiteX4" fmla="*/ 586136 w 589940"/>
              <a:gd name="connsiteY4" fmla="*/ 0 h 13007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89940" h="1300743">
                <a:moveTo>
                  <a:pt x="586136" y="0"/>
                </a:moveTo>
                <a:lnTo>
                  <a:pt x="0" y="1290115"/>
                </a:lnTo>
                <a:lnTo>
                  <a:pt x="0" y="1300743"/>
                </a:lnTo>
                <a:lnTo>
                  <a:pt x="589941" y="2221"/>
                </a:lnTo>
                <a:cubicBezTo>
                  <a:pt x="588514" y="1586"/>
                  <a:pt x="587404" y="634"/>
                  <a:pt x="586136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6C55B45D-ABF4-89D1-80B5-A8312BCA0979}"/>
              </a:ext>
            </a:extLst>
          </p:cNvPr>
          <p:cNvSpPr/>
          <p:nvPr userDrawn="1"/>
        </p:nvSpPr>
        <p:spPr>
          <a:xfrm>
            <a:off x="32898" y="4306690"/>
            <a:ext cx="564890" cy="232225"/>
          </a:xfrm>
          <a:custGeom>
            <a:avLst/>
            <a:gdLst>
              <a:gd name="connsiteX0" fmla="*/ 564891 w 564890"/>
              <a:gd name="connsiteY0" fmla="*/ 266018 h 269666"/>
              <a:gd name="connsiteX1" fmla="*/ 0 w 564890"/>
              <a:gd name="connsiteY1" fmla="*/ 0 h 269666"/>
              <a:gd name="connsiteX2" fmla="*/ 0 w 564890"/>
              <a:gd name="connsiteY2" fmla="*/ 4917 h 269666"/>
              <a:gd name="connsiteX3" fmla="*/ 562354 w 564890"/>
              <a:gd name="connsiteY3" fmla="*/ 269666 h 269666"/>
              <a:gd name="connsiteX4" fmla="*/ 564891 w 564890"/>
              <a:gd name="connsiteY4" fmla="*/ 265859 h 269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64890" h="269666">
                <a:moveTo>
                  <a:pt x="564891" y="266018"/>
                </a:moveTo>
                <a:lnTo>
                  <a:pt x="0" y="0"/>
                </a:lnTo>
                <a:lnTo>
                  <a:pt x="0" y="4917"/>
                </a:lnTo>
                <a:lnTo>
                  <a:pt x="562354" y="269666"/>
                </a:lnTo>
                <a:cubicBezTo>
                  <a:pt x="562988" y="268239"/>
                  <a:pt x="564098" y="267287"/>
                  <a:pt x="564891" y="265859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5A3F9180-3C23-4C2F-A723-DDC1AF251673}"/>
              </a:ext>
            </a:extLst>
          </p:cNvPr>
          <p:cNvSpPr/>
          <p:nvPr userDrawn="1"/>
        </p:nvSpPr>
        <p:spPr>
          <a:xfrm>
            <a:off x="33056" y="3983884"/>
            <a:ext cx="574878" cy="498055"/>
          </a:xfrm>
          <a:custGeom>
            <a:avLst/>
            <a:gdLst>
              <a:gd name="connsiteX0" fmla="*/ 574879 w 574878"/>
              <a:gd name="connsiteY0" fmla="*/ 575182 h 578354"/>
              <a:gd name="connsiteX1" fmla="*/ 0 w 574878"/>
              <a:gd name="connsiteY1" fmla="*/ 0 h 578354"/>
              <a:gd name="connsiteX2" fmla="*/ 0 w 574878"/>
              <a:gd name="connsiteY2" fmla="*/ 6186 h 578354"/>
              <a:gd name="connsiteX3" fmla="*/ 571867 w 574878"/>
              <a:gd name="connsiteY3" fmla="*/ 578355 h 578354"/>
              <a:gd name="connsiteX4" fmla="*/ 574879 w 574878"/>
              <a:gd name="connsiteY4" fmla="*/ 575182 h 5783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74878" h="578354">
                <a:moveTo>
                  <a:pt x="574879" y="575182"/>
                </a:moveTo>
                <a:lnTo>
                  <a:pt x="0" y="0"/>
                </a:lnTo>
                <a:lnTo>
                  <a:pt x="0" y="6186"/>
                </a:lnTo>
                <a:lnTo>
                  <a:pt x="571867" y="578355"/>
                </a:lnTo>
                <a:cubicBezTo>
                  <a:pt x="572818" y="577244"/>
                  <a:pt x="573928" y="576293"/>
                  <a:pt x="574879" y="57518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FD7D7E9B-1D46-7E7D-A227-C4826E0E7B07}"/>
              </a:ext>
            </a:extLst>
          </p:cNvPr>
          <p:cNvSpPr/>
          <p:nvPr userDrawn="1"/>
        </p:nvSpPr>
        <p:spPr>
          <a:xfrm>
            <a:off x="159574" y="3910598"/>
            <a:ext cx="455654" cy="556385"/>
          </a:xfrm>
          <a:custGeom>
            <a:avLst/>
            <a:gdLst>
              <a:gd name="connsiteX0" fmla="*/ 6342 w 455654"/>
              <a:gd name="connsiteY0" fmla="*/ 1428 h 646088"/>
              <a:gd name="connsiteX1" fmla="*/ 0 w 455654"/>
              <a:gd name="connsiteY1" fmla="*/ 0 h 646088"/>
              <a:gd name="connsiteX2" fmla="*/ 452008 w 455654"/>
              <a:gd name="connsiteY2" fmla="*/ 646089 h 646088"/>
              <a:gd name="connsiteX3" fmla="*/ 455654 w 455654"/>
              <a:gd name="connsiteY3" fmla="*/ 643551 h 646088"/>
              <a:gd name="connsiteX4" fmla="*/ 6342 w 455654"/>
              <a:gd name="connsiteY4" fmla="*/ 1269 h 6460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55654" h="646088">
                <a:moveTo>
                  <a:pt x="6342" y="1428"/>
                </a:moveTo>
                <a:lnTo>
                  <a:pt x="0" y="0"/>
                </a:lnTo>
                <a:lnTo>
                  <a:pt x="452008" y="646089"/>
                </a:lnTo>
                <a:cubicBezTo>
                  <a:pt x="453118" y="645137"/>
                  <a:pt x="454386" y="644344"/>
                  <a:pt x="455654" y="643551"/>
                </a:cubicBezTo>
                <a:lnTo>
                  <a:pt x="6342" y="1269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0" name="Freeform 29">
            <a:extLst>
              <a:ext uri="{FF2B5EF4-FFF2-40B4-BE49-F238E27FC236}">
                <a16:creationId xmlns:a16="http://schemas.microsoft.com/office/drawing/2014/main" id="{5EC482DB-2483-E449-A026-3B49B04D25A4}"/>
              </a:ext>
            </a:extLst>
          </p:cNvPr>
          <p:cNvSpPr/>
          <p:nvPr userDrawn="1"/>
        </p:nvSpPr>
        <p:spPr>
          <a:xfrm>
            <a:off x="33056" y="3722149"/>
            <a:ext cx="129212" cy="159006"/>
          </a:xfrm>
          <a:custGeom>
            <a:avLst/>
            <a:gdLst>
              <a:gd name="connsiteX0" fmla="*/ 129213 w 129212"/>
              <a:gd name="connsiteY0" fmla="*/ 184642 h 184642"/>
              <a:gd name="connsiteX1" fmla="*/ 0 w 129212"/>
              <a:gd name="connsiteY1" fmla="*/ 0 h 184642"/>
              <a:gd name="connsiteX2" fmla="*/ 0 w 129212"/>
              <a:gd name="connsiteY2" fmla="*/ 7614 h 184642"/>
              <a:gd name="connsiteX3" fmla="*/ 122713 w 129212"/>
              <a:gd name="connsiteY3" fmla="*/ 183214 h 184642"/>
              <a:gd name="connsiteX4" fmla="*/ 129213 w 129212"/>
              <a:gd name="connsiteY4" fmla="*/ 184642 h 184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9212" h="184642">
                <a:moveTo>
                  <a:pt x="129213" y="184642"/>
                </a:moveTo>
                <a:lnTo>
                  <a:pt x="0" y="0"/>
                </a:lnTo>
                <a:lnTo>
                  <a:pt x="0" y="7614"/>
                </a:lnTo>
                <a:lnTo>
                  <a:pt x="122713" y="183214"/>
                </a:lnTo>
                <a:lnTo>
                  <a:pt x="129213" y="184642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1" name="Freeform 30">
            <a:extLst>
              <a:ext uri="{FF2B5EF4-FFF2-40B4-BE49-F238E27FC236}">
                <a16:creationId xmlns:a16="http://schemas.microsoft.com/office/drawing/2014/main" id="{D853F687-ED26-ED8A-5160-6AE8CD99E665}"/>
              </a:ext>
            </a:extLst>
          </p:cNvPr>
          <p:cNvSpPr/>
          <p:nvPr userDrawn="1"/>
        </p:nvSpPr>
        <p:spPr>
          <a:xfrm>
            <a:off x="33056" y="4604910"/>
            <a:ext cx="561244" cy="117615"/>
          </a:xfrm>
          <a:custGeom>
            <a:avLst/>
            <a:gdLst>
              <a:gd name="connsiteX0" fmla="*/ 560293 w 561244"/>
              <a:gd name="connsiteY0" fmla="*/ 0 h 136577"/>
              <a:gd name="connsiteX1" fmla="*/ 0 w 561244"/>
              <a:gd name="connsiteY1" fmla="*/ 131978 h 136577"/>
              <a:gd name="connsiteX2" fmla="*/ 0 w 561244"/>
              <a:gd name="connsiteY2" fmla="*/ 136578 h 136577"/>
              <a:gd name="connsiteX3" fmla="*/ 561244 w 561244"/>
              <a:gd name="connsiteY3" fmla="*/ 4442 h 136577"/>
              <a:gd name="connsiteX4" fmla="*/ 560293 w 561244"/>
              <a:gd name="connsiteY4" fmla="*/ 158 h 136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61244" h="136577">
                <a:moveTo>
                  <a:pt x="560293" y="0"/>
                </a:moveTo>
                <a:lnTo>
                  <a:pt x="0" y="131978"/>
                </a:lnTo>
                <a:lnTo>
                  <a:pt x="0" y="136578"/>
                </a:lnTo>
                <a:lnTo>
                  <a:pt x="561244" y="4442"/>
                </a:lnTo>
                <a:cubicBezTo>
                  <a:pt x="560769" y="3014"/>
                  <a:pt x="560610" y="1586"/>
                  <a:pt x="560293" y="158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" name="Freeform 31">
            <a:extLst>
              <a:ext uri="{FF2B5EF4-FFF2-40B4-BE49-F238E27FC236}">
                <a16:creationId xmlns:a16="http://schemas.microsoft.com/office/drawing/2014/main" id="{0C76F80B-574E-8809-9B41-EE8B207F9194}"/>
              </a:ext>
            </a:extLst>
          </p:cNvPr>
          <p:cNvSpPr/>
          <p:nvPr userDrawn="1"/>
        </p:nvSpPr>
        <p:spPr>
          <a:xfrm>
            <a:off x="656925" y="4102537"/>
            <a:ext cx="171702" cy="385085"/>
          </a:xfrm>
          <a:custGeom>
            <a:avLst/>
            <a:gdLst>
              <a:gd name="connsiteX0" fmla="*/ 167263 w 171702"/>
              <a:gd name="connsiteY0" fmla="*/ 0 h 447170"/>
              <a:gd name="connsiteX1" fmla="*/ 0 w 171702"/>
              <a:gd name="connsiteY1" fmla="*/ 446218 h 447170"/>
              <a:gd name="connsiteX2" fmla="*/ 4439 w 171702"/>
              <a:gd name="connsiteY2" fmla="*/ 447170 h 447170"/>
              <a:gd name="connsiteX3" fmla="*/ 171703 w 171702"/>
              <a:gd name="connsiteY3" fmla="*/ 952 h 447170"/>
              <a:gd name="connsiteX4" fmla="*/ 167263 w 171702"/>
              <a:gd name="connsiteY4" fmla="*/ 0 h 4471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1702" h="447170">
                <a:moveTo>
                  <a:pt x="167263" y="0"/>
                </a:moveTo>
                <a:lnTo>
                  <a:pt x="0" y="446218"/>
                </a:lnTo>
                <a:cubicBezTo>
                  <a:pt x="1427" y="446694"/>
                  <a:pt x="3012" y="446536"/>
                  <a:pt x="4439" y="447170"/>
                </a:cubicBezTo>
                <a:lnTo>
                  <a:pt x="171703" y="952"/>
                </a:lnTo>
                <a:cubicBezTo>
                  <a:pt x="170276" y="476"/>
                  <a:pt x="168690" y="635"/>
                  <a:pt x="167263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3" name="Freeform 32">
            <a:extLst>
              <a:ext uri="{FF2B5EF4-FFF2-40B4-BE49-F238E27FC236}">
                <a16:creationId xmlns:a16="http://schemas.microsoft.com/office/drawing/2014/main" id="{49FCDCAF-78CD-A631-AFA2-2A96B96412CF}"/>
              </a:ext>
            </a:extLst>
          </p:cNvPr>
          <p:cNvSpPr/>
          <p:nvPr userDrawn="1"/>
        </p:nvSpPr>
        <p:spPr>
          <a:xfrm>
            <a:off x="401195" y="3958504"/>
            <a:ext cx="394931" cy="77317"/>
          </a:xfrm>
          <a:custGeom>
            <a:avLst/>
            <a:gdLst>
              <a:gd name="connsiteX0" fmla="*/ 394932 w 394931"/>
              <a:gd name="connsiteY0" fmla="*/ 85500 h 89782"/>
              <a:gd name="connsiteX1" fmla="*/ 0 w 394931"/>
              <a:gd name="connsiteY1" fmla="*/ 0 h 89782"/>
              <a:gd name="connsiteX2" fmla="*/ 1903 w 394931"/>
              <a:gd name="connsiteY2" fmla="*/ 4917 h 89782"/>
              <a:gd name="connsiteX3" fmla="*/ 394139 w 394931"/>
              <a:gd name="connsiteY3" fmla="*/ 89783 h 89782"/>
              <a:gd name="connsiteX4" fmla="*/ 394932 w 394931"/>
              <a:gd name="connsiteY4" fmla="*/ 85500 h 897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4931" h="89782">
                <a:moveTo>
                  <a:pt x="394932" y="85500"/>
                </a:moveTo>
                <a:lnTo>
                  <a:pt x="0" y="0"/>
                </a:lnTo>
                <a:lnTo>
                  <a:pt x="1903" y="4917"/>
                </a:lnTo>
                <a:lnTo>
                  <a:pt x="394139" y="89783"/>
                </a:lnTo>
                <a:cubicBezTo>
                  <a:pt x="394456" y="88355"/>
                  <a:pt x="394615" y="86928"/>
                  <a:pt x="394932" y="8550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4" name="Freeform 33">
            <a:extLst>
              <a:ext uri="{FF2B5EF4-FFF2-40B4-BE49-F238E27FC236}">
                <a16:creationId xmlns:a16="http://schemas.microsoft.com/office/drawing/2014/main" id="{80C13663-7664-AAF2-02BD-46B9149F99C0}"/>
              </a:ext>
            </a:extLst>
          </p:cNvPr>
          <p:cNvSpPr/>
          <p:nvPr userDrawn="1"/>
        </p:nvSpPr>
        <p:spPr>
          <a:xfrm>
            <a:off x="33056" y="3878873"/>
            <a:ext cx="364967" cy="71853"/>
          </a:xfrm>
          <a:custGeom>
            <a:avLst/>
            <a:gdLst>
              <a:gd name="connsiteX0" fmla="*/ 132860 w 364967"/>
              <a:gd name="connsiteY0" fmla="*/ 33153 h 83437"/>
              <a:gd name="connsiteX1" fmla="*/ 364967 w 364967"/>
              <a:gd name="connsiteY1" fmla="*/ 83438 h 83437"/>
              <a:gd name="connsiteX2" fmla="*/ 363065 w 364967"/>
              <a:gd name="connsiteY2" fmla="*/ 78520 h 83437"/>
              <a:gd name="connsiteX3" fmla="*/ 129213 w 364967"/>
              <a:gd name="connsiteY3" fmla="*/ 27918 h 83437"/>
              <a:gd name="connsiteX4" fmla="*/ 122713 w 364967"/>
              <a:gd name="connsiteY4" fmla="*/ 26491 h 83437"/>
              <a:gd name="connsiteX5" fmla="*/ 0 w 364967"/>
              <a:gd name="connsiteY5" fmla="*/ 0 h 83437"/>
              <a:gd name="connsiteX6" fmla="*/ 0 w 364967"/>
              <a:gd name="connsiteY6" fmla="*/ 4442 h 83437"/>
              <a:gd name="connsiteX7" fmla="*/ 126518 w 364967"/>
              <a:gd name="connsiteY7" fmla="*/ 31725 h 83437"/>
              <a:gd name="connsiteX8" fmla="*/ 132860 w 364967"/>
              <a:gd name="connsiteY8" fmla="*/ 33153 h 834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64967" h="83437">
                <a:moveTo>
                  <a:pt x="132860" y="33153"/>
                </a:moveTo>
                <a:lnTo>
                  <a:pt x="364967" y="83438"/>
                </a:lnTo>
                <a:lnTo>
                  <a:pt x="363065" y="78520"/>
                </a:lnTo>
                <a:lnTo>
                  <a:pt x="129213" y="27918"/>
                </a:lnTo>
                <a:lnTo>
                  <a:pt x="122713" y="26491"/>
                </a:lnTo>
                <a:lnTo>
                  <a:pt x="0" y="0"/>
                </a:lnTo>
                <a:lnTo>
                  <a:pt x="0" y="4442"/>
                </a:lnTo>
                <a:lnTo>
                  <a:pt x="126518" y="31725"/>
                </a:lnTo>
                <a:lnTo>
                  <a:pt x="132860" y="33153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" name="Freeform 34">
            <a:extLst>
              <a:ext uri="{FF2B5EF4-FFF2-40B4-BE49-F238E27FC236}">
                <a16:creationId xmlns:a16="http://schemas.microsoft.com/office/drawing/2014/main" id="{111E76BE-FF72-A558-C6D5-1DA49E9A4244}"/>
              </a:ext>
            </a:extLst>
          </p:cNvPr>
          <p:cNvSpPr/>
          <p:nvPr userDrawn="1"/>
        </p:nvSpPr>
        <p:spPr>
          <a:xfrm>
            <a:off x="319228" y="3742771"/>
            <a:ext cx="483082" cy="249983"/>
          </a:xfrm>
          <a:custGeom>
            <a:avLst/>
            <a:gdLst>
              <a:gd name="connsiteX0" fmla="*/ 483082 w 483082"/>
              <a:gd name="connsiteY0" fmla="*/ 287115 h 290287"/>
              <a:gd name="connsiteX1" fmla="*/ 478484 w 483082"/>
              <a:gd name="connsiteY1" fmla="*/ 283784 h 290287"/>
              <a:gd name="connsiteX2" fmla="*/ 0 w 483082"/>
              <a:gd name="connsiteY2" fmla="*/ 0 h 290287"/>
              <a:gd name="connsiteX3" fmla="*/ 2537 w 483082"/>
              <a:gd name="connsiteY3" fmla="*/ 6662 h 290287"/>
              <a:gd name="connsiteX4" fmla="*/ 480863 w 483082"/>
              <a:gd name="connsiteY4" fmla="*/ 290288 h 290287"/>
              <a:gd name="connsiteX5" fmla="*/ 483082 w 483082"/>
              <a:gd name="connsiteY5" fmla="*/ 286957 h 2902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83082" h="290287">
                <a:moveTo>
                  <a:pt x="483082" y="287115"/>
                </a:moveTo>
                <a:lnTo>
                  <a:pt x="478484" y="283784"/>
                </a:lnTo>
                <a:lnTo>
                  <a:pt x="0" y="0"/>
                </a:lnTo>
                <a:lnTo>
                  <a:pt x="2537" y="6662"/>
                </a:lnTo>
                <a:lnTo>
                  <a:pt x="480863" y="290288"/>
                </a:lnTo>
                <a:cubicBezTo>
                  <a:pt x="481497" y="289177"/>
                  <a:pt x="482448" y="288067"/>
                  <a:pt x="483082" y="286957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6" name="Freeform 35">
            <a:extLst>
              <a:ext uri="{FF2B5EF4-FFF2-40B4-BE49-F238E27FC236}">
                <a16:creationId xmlns:a16="http://schemas.microsoft.com/office/drawing/2014/main" id="{2BDE839F-6DFF-0BE0-2FF3-5E5CF34B43B2}"/>
              </a:ext>
            </a:extLst>
          </p:cNvPr>
          <p:cNvSpPr/>
          <p:nvPr userDrawn="1"/>
        </p:nvSpPr>
        <p:spPr>
          <a:xfrm>
            <a:off x="33056" y="3573198"/>
            <a:ext cx="282524" cy="148761"/>
          </a:xfrm>
          <a:custGeom>
            <a:avLst/>
            <a:gdLst>
              <a:gd name="connsiteX0" fmla="*/ 279988 w 282524"/>
              <a:gd name="connsiteY0" fmla="*/ 166083 h 172745"/>
              <a:gd name="connsiteX1" fmla="*/ 0 w 282524"/>
              <a:gd name="connsiteY1" fmla="*/ 0 h 172745"/>
              <a:gd name="connsiteX2" fmla="*/ 0 w 282524"/>
              <a:gd name="connsiteY2" fmla="*/ 5076 h 172745"/>
              <a:gd name="connsiteX3" fmla="*/ 282525 w 282524"/>
              <a:gd name="connsiteY3" fmla="*/ 172745 h 172745"/>
              <a:gd name="connsiteX4" fmla="*/ 279988 w 282524"/>
              <a:gd name="connsiteY4" fmla="*/ 166083 h 1727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524" h="172745">
                <a:moveTo>
                  <a:pt x="279988" y="166083"/>
                </a:moveTo>
                <a:lnTo>
                  <a:pt x="0" y="0"/>
                </a:lnTo>
                <a:lnTo>
                  <a:pt x="0" y="5076"/>
                </a:lnTo>
                <a:lnTo>
                  <a:pt x="282525" y="172745"/>
                </a:lnTo>
                <a:lnTo>
                  <a:pt x="279988" y="166083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8" name="Freeform 37">
            <a:extLst>
              <a:ext uri="{FF2B5EF4-FFF2-40B4-BE49-F238E27FC236}">
                <a16:creationId xmlns:a16="http://schemas.microsoft.com/office/drawing/2014/main" id="{9D92447A-84BB-0CB6-B983-7656EEFB4D81}"/>
              </a:ext>
            </a:extLst>
          </p:cNvPr>
          <p:cNvSpPr/>
          <p:nvPr userDrawn="1"/>
        </p:nvSpPr>
        <p:spPr>
          <a:xfrm>
            <a:off x="182404" y="1945524"/>
            <a:ext cx="523986" cy="1432285"/>
          </a:xfrm>
          <a:custGeom>
            <a:avLst/>
            <a:gdLst>
              <a:gd name="connsiteX0" fmla="*/ 523986 w 523986"/>
              <a:gd name="connsiteY0" fmla="*/ 1663207 h 1663206"/>
              <a:gd name="connsiteX1" fmla="*/ 4439 w 523986"/>
              <a:gd name="connsiteY1" fmla="*/ 0 h 1663206"/>
              <a:gd name="connsiteX2" fmla="*/ 0 w 523986"/>
              <a:gd name="connsiteY2" fmla="*/ 952 h 1663206"/>
              <a:gd name="connsiteX3" fmla="*/ 517803 w 523986"/>
              <a:gd name="connsiteY3" fmla="*/ 1658924 h 1663206"/>
              <a:gd name="connsiteX4" fmla="*/ 523828 w 523986"/>
              <a:gd name="connsiteY4" fmla="*/ 1663207 h 16632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3986" h="1663206">
                <a:moveTo>
                  <a:pt x="523986" y="1663207"/>
                </a:moveTo>
                <a:lnTo>
                  <a:pt x="4439" y="0"/>
                </a:lnTo>
                <a:cubicBezTo>
                  <a:pt x="3012" y="476"/>
                  <a:pt x="1427" y="476"/>
                  <a:pt x="0" y="952"/>
                </a:cubicBezTo>
                <a:lnTo>
                  <a:pt x="517803" y="1658924"/>
                </a:lnTo>
                <a:lnTo>
                  <a:pt x="523828" y="1663207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9" name="Freeform 38">
            <a:extLst>
              <a:ext uri="{FF2B5EF4-FFF2-40B4-BE49-F238E27FC236}">
                <a16:creationId xmlns:a16="http://schemas.microsoft.com/office/drawing/2014/main" id="{A1C587C5-A4D4-2585-C2A4-89C80995CE39}"/>
              </a:ext>
            </a:extLst>
          </p:cNvPr>
          <p:cNvSpPr/>
          <p:nvPr userDrawn="1"/>
        </p:nvSpPr>
        <p:spPr>
          <a:xfrm>
            <a:off x="702427" y="3611428"/>
            <a:ext cx="36623" cy="87972"/>
          </a:xfrm>
          <a:custGeom>
            <a:avLst/>
            <a:gdLst>
              <a:gd name="connsiteX0" fmla="*/ 36624 w 36623"/>
              <a:gd name="connsiteY0" fmla="*/ 102156 h 102155"/>
              <a:gd name="connsiteX1" fmla="*/ 6025 w 36623"/>
              <a:gd name="connsiteY1" fmla="*/ 4283 h 102155"/>
              <a:gd name="connsiteX2" fmla="*/ 0 w 36623"/>
              <a:gd name="connsiteY2" fmla="*/ 0 h 102155"/>
              <a:gd name="connsiteX3" fmla="*/ 31233 w 36623"/>
              <a:gd name="connsiteY3" fmla="*/ 99776 h 102155"/>
              <a:gd name="connsiteX4" fmla="*/ 36624 w 36623"/>
              <a:gd name="connsiteY4" fmla="*/ 102156 h 1021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623" h="102155">
                <a:moveTo>
                  <a:pt x="36624" y="102156"/>
                </a:moveTo>
                <a:lnTo>
                  <a:pt x="6025" y="4283"/>
                </a:lnTo>
                <a:lnTo>
                  <a:pt x="0" y="0"/>
                </a:lnTo>
                <a:lnTo>
                  <a:pt x="31233" y="99776"/>
                </a:lnTo>
                <a:lnTo>
                  <a:pt x="36624" y="102156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0" name="Freeform 39">
            <a:extLst>
              <a:ext uri="{FF2B5EF4-FFF2-40B4-BE49-F238E27FC236}">
                <a16:creationId xmlns:a16="http://schemas.microsoft.com/office/drawing/2014/main" id="{BCDC8D8B-1C78-A72C-59CA-B7C459FF1E54}"/>
              </a:ext>
            </a:extLst>
          </p:cNvPr>
          <p:cNvSpPr/>
          <p:nvPr userDrawn="1"/>
        </p:nvSpPr>
        <p:spPr>
          <a:xfrm>
            <a:off x="735404" y="3716756"/>
            <a:ext cx="5549" cy="45719"/>
          </a:xfrm>
          <a:custGeom>
            <a:avLst/>
            <a:gdLst>
              <a:gd name="connsiteX0" fmla="*/ 5549 w 5549"/>
              <a:gd name="connsiteY0" fmla="*/ 2855 h 2855"/>
              <a:gd name="connsiteX1" fmla="*/ 5390 w 5549"/>
              <a:gd name="connsiteY1" fmla="*/ 2538 h 2855"/>
              <a:gd name="connsiteX2" fmla="*/ 0 w 5549"/>
              <a:gd name="connsiteY2" fmla="*/ 0 h 2855"/>
              <a:gd name="connsiteX3" fmla="*/ 159 w 5549"/>
              <a:gd name="connsiteY3" fmla="*/ 476 h 2855"/>
              <a:gd name="connsiteX4" fmla="*/ 5549 w 5549"/>
              <a:gd name="connsiteY4" fmla="*/ 2855 h 28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49" h="2855">
                <a:moveTo>
                  <a:pt x="5549" y="2855"/>
                </a:moveTo>
                <a:lnTo>
                  <a:pt x="5390" y="2538"/>
                </a:lnTo>
                <a:lnTo>
                  <a:pt x="0" y="0"/>
                </a:lnTo>
                <a:lnTo>
                  <a:pt x="159" y="476"/>
                </a:lnTo>
                <a:lnTo>
                  <a:pt x="5549" y="285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1" name="Freeform 40">
            <a:extLst>
              <a:ext uri="{FF2B5EF4-FFF2-40B4-BE49-F238E27FC236}">
                <a16:creationId xmlns:a16="http://schemas.microsoft.com/office/drawing/2014/main" id="{BBD05104-185E-A26F-3053-C6E3F7904139}"/>
              </a:ext>
            </a:extLst>
          </p:cNvPr>
          <p:cNvSpPr/>
          <p:nvPr userDrawn="1"/>
        </p:nvSpPr>
        <p:spPr>
          <a:xfrm>
            <a:off x="737307" y="3722625"/>
            <a:ext cx="94016" cy="247115"/>
          </a:xfrm>
          <a:custGeom>
            <a:avLst/>
            <a:gdLst>
              <a:gd name="connsiteX0" fmla="*/ 94016 w 94016"/>
              <a:gd name="connsiteY0" fmla="*/ 286164 h 286956"/>
              <a:gd name="connsiteX1" fmla="*/ 5390 w 94016"/>
              <a:gd name="connsiteY1" fmla="*/ 2380 h 286956"/>
              <a:gd name="connsiteX2" fmla="*/ 0 w 94016"/>
              <a:gd name="connsiteY2" fmla="*/ 0 h 286956"/>
              <a:gd name="connsiteX3" fmla="*/ 89577 w 94016"/>
              <a:gd name="connsiteY3" fmla="*/ 286957 h 286956"/>
              <a:gd name="connsiteX4" fmla="*/ 94016 w 94016"/>
              <a:gd name="connsiteY4" fmla="*/ 286005 h 2869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4016" h="286956">
                <a:moveTo>
                  <a:pt x="94016" y="286164"/>
                </a:moveTo>
                <a:lnTo>
                  <a:pt x="5390" y="2380"/>
                </a:lnTo>
                <a:lnTo>
                  <a:pt x="0" y="0"/>
                </a:lnTo>
                <a:lnTo>
                  <a:pt x="89577" y="286957"/>
                </a:lnTo>
                <a:cubicBezTo>
                  <a:pt x="91004" y="286481"/>
                  <a:pt x="92589" y="286481"/>
                  <a:pt x="94016" y="286005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2" name="Freeform 41">
            <a:extLst>
              <a:ext uri="{FF2B5EF4-FFF2-40B4-BE49-F238E27FC236}">
                <a16:creationId xmlns:a16="http://schemas.microsoft.com/office/drawing/2014/main" id="{125E358C-5C83-AC68-F18C-AD81F4C43939}"/>
              </a:ext>
            </a:extLst>
          </p:cNvPr>
          <p:cNvSpPr/>
          <p:nvPr userDrawn="1"/>
        </p:nvSpPr>
        <p:spPr>
          <a:xfrm>
            <a:off x="33056" y="3481194"/>
            <a:ext cx="251450" cy="157503"/>
          </a:xfrm>
          <a:custGeom>
            <a:avLst/>
            <a:gdLst>
              <a:gd name="connsiteX0" fmla="*/ 248596 w 251450"/>
              <a:gd name="connsiteY0" fmla="*/ 175600 h 182897"/>
              <a:gd name="connsiteX1" fmla="*/ 0 w 251450"/>
              <a:gd name="connsiteY1" fmla="*/ 0 h 182897"/>
              <a:gd name="connsiteX2" fmla="*/ 0 w 251450"/>
              <a:gd name="connsiteY2" fmla="*/ 5394 h 182897"/>
              <a:gd name="connsiteX3" fmla="*/ 251450 w 251450"/>
              <a:gd name="connsiteY3" fmla="*/ 182897 h 182897"/>
              <a:gd name="connsiteX4" fmla="*/ 248596 w 251450"/>
              <a:gd name="connsiteY4" fmla="*/ 175600 h 1828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1450" h="182897">
                <a:moveTo>
                  <a:pt x="248596" y="175600"/>
                </a:moveTo>
                <a:lnTo>
                  <a:pt x="0" y="0"/>
                </a:lnTo>
                <a:lnTo>
                  <a:pt x="0" y="5394"/>
                </a:lnTo>
                <a:lnTo>
                  <a:pt x="251450" y="182897"/>
                </a:lnTo>
                <a:lnTo>
                  <a:pt x="248596" y="17560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3" name="Freeform 42">
            <a:extLst>
              <a:ext uri="{FF2B5EF4-FFF2-40B4-BE49-F238E27FC236}">
                <a16:creationId xmlns:a16="http://schemas.microsoft.com/office/drawing/2014/main" id="{D3D03539-6702-8A68-D88D-751D24DE6016}"/>
              </a:ext>
            </a:extLst>
          </p:cNvPr>
          <p:cNvSpPr/>
          <p:nvPr userDrawn="1"/>
        </p:nvSpPr>
        <p:spPr>
          <a:xfrm>
            <a:off x="288153" y="3661395"/>
            <a:ext cx="516534" cy="317329"/>
          </a:xfrm>
          <a:custGeom>
            <a:avLst/>
            <a:gdLst>
              <a:gd name="connsiteX0" fmla="*/ 514157 w 516534"/>
              <a:gd name="connsiteY0" fmla="*/ 368491 h 368491"/>
              <a:gd name="connsiteX1" fmla="*/ 516535 w 516534"/>
              <a:gd name="connsiteY1" fmla="*/ 364843 h 368491"/>
              <a:gd name="connsiteX2" fmla="*/ 0 w 516534"/>
              <a:gd name="connsiteY2" fmla="*/ 0 h 368491"/>
              <a:gd name="connsiteX3" fmla="*/ 2854 w 516534"/>
              <a:gd name="connsiteY3" fmla="*/ 7297 h 368491"/>
              <a:gd name="connsiteX4" fmla="*/ 509718 w 516534"/>
              <a:gd name="connsiteY4" fmla="*/ 365160 h 368491"/>
              <a:gd name="connsiteX5" fmla="*/ 514315 w 516534"/>
              <a:gd name="connsiteY5" fmla="*/ 368491 h 3684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16534" h="368491">
                <a:moveTo>
                  <a:pt x="514157" y="368491"/>
                </a:moveTo>
                <a:cubicBezTo>
                  <a:pt x="514950" y="367222"/>
                  <a:pt x="515742" y="365953"/>
                  <a:pt x="516535" y="364843"/>
                </a:cubicBezTo>
                <a:lnTo>
                  <a:pt x="0" y="0"/>
                </a:lnTo>
                <a:lnTo>
                  <a:pt x="2854" y="7297"/>
                </a:lnTo>
                <a:lnTo>
                  <a:pt x="509718" y="365160"/>
                </a:lnTo>
                <a:lnTo>
                  <a:pt x="514315" y="368491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4" name="Freeform 43">
            <a:extLst>
              <a:ext uri="{FF2B5EF4-FFF2-40B4-BE49-F238E27FC236}">
                <a16:creationId xmlns:a16="http://schemas.microsoft.com/office/drawing/2014/main" id="{324DBCDD-8FC0-4F7E-2834-DF0CFF4FE968}"/>
              </a:ext>
            </a:extLst>
          </p:cNvPr>
          <p:cNvSpPr/>
          <p:nvPr userDrawn="1"/>
        </p:nvSpPr>
        <p:spPr>
          <a:xfrm>
            <a:off x="2783312" y="7138504"/>
            <a:ext cx="74673" cy="319651"/>
          </a:xfrm>
          <a:custGeom>
            <a:avLst/>
            <a:gdLst>
              <a:gd name="connsiteX0" fmla="*/ 0 w 74673"/>
              <a:gd name="connsiteY0" fmla="*/ 351835 h 371187"/>
              <a:gd name="connsiteX1" fmla="*/ 634 w 74673"/>
              <a:gd name="connsiteY1" fmla="*/ 371188 h 371187"/>
              <a:gd name="connsiteX2" fmla="*/ 74674 w 74673"/>
              <a:gd name="connsiteY2" fmla="*/ 793 h 371187"/>
              <a:gd name="connsiteX3" fmla="*/ 71186 w 74673"/>
              <a:gd name="connsiteY3" fmla="*/ 0 h 371187"/>
              <a:gd name="connsiteX4" fmla="*/ 67857 w 74673"/>
              <a:gd name="connsiteY4" fmla="*/ 12373 h 371187"/>
              <a:gd name="connsiteX5" fmla="*/ 0 w 74673"/>
              <a:gd name="connsiteY5" fmla="*/ 351994 h 371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4673" h="371187">
                <a:moveTo>
                  <a:pt x="0" y="351835"/>
                </a:moveTo>
                <a:lnTo>
                  <a:pt x="634" y="371188"/>
                </a:lnTo>
                <a:lnTo>
                  <a:pt x="74674" y="793"/>
                </a:lnTo>
                <a:cubicBezTo>
                  <a:pt x="73406" y="634"/>
                  <a:pt x="72296" y="317"/>
                  <a:pt x="71186" y="0"/>
                </a:cubicBezTo>
                <a:lnTo>
                  <a:pt x="67857" y="12373"/>
                </a:lnTo>
                <a:lnTo>
                  <a:pt x="0" y="351994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5" name="Freeform 44">
            <a:extLst>
              <a:ext uri="{FF2B5EF4-FFF2-40B4-BE49-F238E27FC236}">
                <a16:creationId xmlns:a16="http://schemas.microsoft.com/office/drawing/2014/main" id="{AC445DC5-E2D7-E2E0-C586-D6EC97ADB2B1}"/>
              </a:ext>
            </a:extLst>
          </p:cNvPr>
          <p:cNvSpPr/>
          <p:nvPr userDrawn="1"/>
        </p:nvSpPr>
        <p:spPr>
          <a:xfrm>
            <a:off x="2779824" y="7138028"/>
            <a:ext cx="74832" cy="232225"/>
          </a:xfrm>
          <a:custGeom>
            <a:avLst/>
            <a:gdLst>
              <a:gd name="connsiteX0" fmla="*/ 0 w 74832"/>
              <a:gd name="connsiteY0" fmla="*/ 254914 h 269666"/>
              <a:gd name="connsiteX1" fmla="*/ 634 w 74832"/>
              <a:gd name="connsiteY1" fmla="*/ 269666 h 269666"/>
              <a:gd name="connsiteX2" fmla="*/ 71503 w 74832"/>
              <a:gd name="connsiteY2" fmla="*/ 12849 h 269666"/>
              <a:gd name="connsiteX3" fmla="*/ 74833 w 74832"/>
              <a:gd name="connsiteY3" fmla="*/ 476 h 269666"/>
              <a:gd name="connsiteX4" fmla="*/ 72613 w 74832"/>
              <a:gd name="connsiteY4" fmla="*/ 0 h 269666"/>
              <a:gd name="connsiteX5" fmla="*/ 57393 w 74832"/>
              <a:gd name="connsiteY5" fmla="*/ 47112 h 269666"/>
              <a:gd name="connsiteX6" fmla="*/ 0 w 74832"/>
              <a:gd name="connsiteY6" fmla="*/ 255072 h 269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4832" h="269666">
                <a:moveTo>
                  <a:pt x="0" y="254914"/>
                </a:moveTo>
                <a:lnTo>
                  <a:pt x="634" y="269666"/>
                </a:lnTo>
                <a:lnTo>
                  <a:pt x="71503" y="12849"/>
                </a:lnTo>
                <a:lnTo>
                  <a:pt x="74833" y="476"/>
                </a:lnTo>
                <a:cubicBezTo>
                  <a:pt x="74833" y="476"/>
                  <a:pt x="73406" y="158"/>
                  <a:pt x="72613" y="0"/>
                </a:cubicBezTo>
                <a:lnTo>
                  <a:pt x="57393" y="47112"/>
                </a:lnTo>
                <a:lnTo>
                  <a:pt x="0" y="255072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6" name="Freeform 45">
            <a:extLst>
              <a:ext uri="{FF2B5EF4-FFF2-40B4-BE49-F238E27FC236}">
                <a16:creationId xmlns:a16="http://schemas.microsoft.com/office/drawing/2014/main" id="{C5634C25-6276-CF9C-03CB-136B1F2D705D}"/>
              </a:ext>
            </a:extLst>
          </p:cNvPr>
          <p:cNvSpPr/>
          <p:nvPr userDrawn="1"/>
        </p:nvSpPr>
        <p:spPr>
          <a:xfrm>
            <a:off x="2778238" y="7137076"/>
            <a:ext cx="74039" cy="196299"/>
          </a:xfrm>
          <a:custGeom>
            <a:avLst/>
            <a:gdLst>
              <a:gd name="connsiteX0" fmla="*/ 476 w 74039"/>
              <a:gd name="connsiteY0" fmla="*/ 227947 h 227947"/>
              <a:gd name="connsiteX1" fmla="*/ 58820 w 74039"/>
              <a:gd name="connsiteY1" fmla="*/ 48064 h 227947"/>
              <a:gd name="connsiteX2" fmla="*/ 74040 w 74039"/>
              <a:gd name="connsiteY2" fmla="*/ 952 h 227947"/>
              <a:gd name="connsiteX3" fmla="*/ 69759 w 74039"/>
              <a:gd name="connsiteY3" fmla="*/ 0 h 227947"/>
              <a:gd name="connsiteX4" fmla="*/ 0 w 74039"/>
              <a:gd name="connsiteY4" fmla="*/ 215098 h 227947"/>
              <a:gd name="connsiteX5" fmla="*/ 476 w 74039"/>
              <a:gd name="connsiteY5" fmla="*/ 227788 h 2279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4039" h="227947">
                <a:moveTo>
                  <a:pt x="476" y="227947"/>
                </a:moveTo>
                <a:lnTo>
                  <a:pt x="58820" y="48064"/>
                </a:lnTo>
                <a:lnTo>
                  <a:pt x="74040" y="952"/>
                </a:lnTo>
                <a:cubicBezTo>
                  <a:pt x="72613" y="634"/>
                  <a:pt x="71027" y="634"/>
                  <a:pt x="69759" y="0"/>
                </a:cubicBezTo>
                <a:lnTo>
                  <a:pt x="0" y="215098"/>
                </a:lnTo>
                <a:lnTo>
                  <a:pt x="476" y="227788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7" name="Freeform 46">
            <a:extLst>
              <a:ext uri="{FF2B5EF4-FFF2-40B4-BE49-F238E27FC236}">
                <a16:creationId xmlns:a16="http://schemas.microsoft.com/office/drawing/2014/main" id="{C079E63D-951C-0BE8-878D-D1FF050226AB}"/>
              </a:ext>
            </a:extLst>
          </p:cNvPr>
          <p:cNvSpPr/>
          <p:nvPr userDrawn="1"/>
        </p:nvSpPr>
        <p:spPr>
          <a:xfrm>
            <a:off x="2734956" y="6127572"/>
            <a:ext cx="126042" cy="787654"/>
          </a:xfrm>
          <a:custGeom>
            <a:avLst/>
            <a:gdLst>
              <a:gd name="connsiteX0" fmla="*/ 121761 w 126042"/>
              <a:gd name="connsiteY0" fmla="*/ 914645 h 914644"/>
              <a:gd name="connsiteX1" fmla="*/ 126042 w 126042"/>
              <a:gd name="connsiteY1" fmla="*/ 913693 h 914644"/>
              <a:gd name="connsiteX2" fmla="*/ 4281 w 126042"/>
              <a:gd name="connsiteY2" fmla="*/ 0 h 914644"/>
              <a:gd name="connsiteX3" fmla="*/ 0 w 126042"/>
              <a:gd name="connsiteY3" fmla="*/ 952 h 914644"/>
              <a:gd name="connsiteX4" fmla="*/ 121761 w 126042"/>
              <a:gd name="connsiteY4" fmla="*/ 914645 h 914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6042" h="914644">
                <a:moveTo>
                  <a:pt x="121761" y="914645"/>
                </a:moveTo>
                <a:cubicBezTo>
                  <a:pt x="123188" y="914328"/>
                  <a:pt x="124615" y="913852"/>
                  <a:pt x="126042" y="913693"/>
                </a:cubicBezTo>
                <a:lnTo>
                  <a:pt x="4281" y="0"/>
                </a:lnTo>
                <a:cubicBezTo>
                  <a:pt x="2854" y="317"/>
                  <a:pt x="1427" y="793"/>
                  <a:pt x="0" y="952"/>
                </a:cubicBezTo>
                <a:lnTo>
                  <a:pt x="121761" y="91464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8" name="Freeform 47">
            <a:extLst>
              <a:ext uri="{FF2B5EF4-FFF2-40B4-BE49-F238E27FC236}">
                <a16:creationId xmlns:a16="http://schemas.microsoft.com/office/drawing/2014/main" id="{0A3D01A9-5EBB-8F1D-0E0B-763BB1EFC431}"/>
              </a:ext>
            </a:extLst>
          </p:cNvPr>
          <p:cNvSpPr/>
          <p:nvPr userDrawn="1"/>
        </p:nvSpPr>
        <p:spPr>
          <a:xfrm>
            <a:off x="2730358" y="6128683"/>
            <a:ext cx="26793" cy="542451"/>
          </a:xfrm>
          <a:custGeom>
            <a:avLst/>
            <a:gdLst>
              <a:gd name="connsiteX0" fmla="*/ 26794 w 26793"/>
              <a:gd name="connsiteY0" fmla="*/ 629909 h 629908"/>
              <a:gd name="connsiteX1" fmla="*/ 4281 w 26793"/>
              <a:gd name="connsiteY1" fmla="*/ 0 h 629908"/>
              <a:gd name="connsiteX2" fmla="*/ 317 w 26793"/>
              <a:gd name="connsiteY2" fmla="*/ 793 h 629908"/>
              <a:gd name="connsiteX3" fmla="*/ 0 w 26793"/>
              <a:gd name="connsiteY3" fmla="*/ 793 h 629908"/>
              <a:gd name="connsiteX4" fmla="*/ 21879 w 26793"/>
              <a:gd name="connsiteY4" fmla="*/ 615156 h 629908"/>
              <a:gd name="connsiteX5" fmla="*/ 26794 w 26793"/>
              <a:gd name="connsiteY5" fmla="*/ 629909 h 6299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6793" h="629908">
                <a:moveTo>
                  <a:pt x="26794" y="629909"/>
                </a:moveTo>
                <a:lnTo>
                  <a:pt x="4281" y="0"/>
                </a:lnTo>
                <a:cubicBezTo>
                  <a:pt x="2854" y="0"/>
                  <a:pt x="1744" y="793"/>
                  <a:pt x="317" y="793"/>
                </a:cubicBezTo>
                <a:lnTo>
                  <a:pt x="0" y="793"/>
                </a:lnTo>
                <a:cubicBezTo>
                  <a:pt x="0" y="793"/>
                  <a:pt x="21879" y="615156"/>
                  <a:pt x="21879" y="615156"/>
                </a:cubicBezTo>
                <a:lnTo>
                  <a:pt x="26794" y="629909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9" name="Freeform 48">
            <a:extLst>
              <a:ext uri="{FF2B5EF4-FFF2-40B4-BE49-F238E27FC236}">
                <a16:creationId xmlns:a16="http://schemas.microsoft.com/office/drawing/2014/main" id="{3592B5FA-D27F-10D7-F020-E722EC7314DD}"/>
              </a:ext>
            </a:extLst>
          </p:cNvPr>
          <p:cNvSpPr/>
          <p:nvPr userDrawn="1"/>
        </p:nvSpPr>
        <p:spPr>
          <a:xfrm>
            <a:off x="2699601" y="6128208"/>
            <a:ext cx="30440" cy="403662"/>
          </a:xfrm>
          <a:custGeom>
            <a:avLst/>
            <a:gdLst>
              <a:gd name="connsiteX0" fmla="*/ 3646 w 30440"/>
              <a:gd name="connsiteY0" fmla="*/ 468743 h 468743"/>
              <a:gd name="connsiteX1" fmla="*/ 30440 w 30440"/>
              <a:gd name="connsiteY1" fmla="*/ 952 h 468743"/>
              <a:gd name="connsiteX2" fmla="*/ 26160 w 30440"/>
              <a:gd name="connsiteY2" fmla="*/ 0 h 468743"/>
              <a:gd name="connsiteX3" fmla="*/ 0 w 30440"/>
              <a:gd name="connsiteY3" fmla="*/ 457322 h 468743"/>
              <a:gd name="connsiteX4" fmla="*/ 3805 w 30440"/>
              <a:gd name="connsiteY4" fmla="*/ 468585 h 4687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0440" h="468743">
                <a:moveTo>
                  <a:pt x="3646" y="468743"/>
                </a:moveTo>
                <a:lnTo>
                  <a:pt x="30440" y="952"/>
                </a:lnTo>
                <a:cubicBezTo>
                  <a:pt x="28855" y="952"/>
                  <a:pt x="27586" y="158"/>
                  <a:pt x="26160" y="0"/>
                </a:cubicBezTo>
                <a:lnTo>
                  <a:pt x="0" y="457322"/>
                </a:lnTo>
                <a:lnTo>
                  <a:pt x="3805" y="46858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0" name="Freeform 49">
            <a:extLst>
              <a:ext uri="{FF2B5EF4-FFF2-40B4-BE49-F238E27FC236}">
                <a16:creationId xmlns:a16="http://schemas.microsoft.com/office/drawing/2014/main" id="{179E443B-CF94-D82D-A4D8-12D00FA4D110}"/>
              </a:ext>
            </a:extLst>
          </p:cNvPr>
          <p:cNvSpPr/>
          <p:nvPr userDrawn="1"/>
        </p:nvSpPr>
        <p:spPr>
          <a:xfrm>
            <a:off x="2467810" y="5889790"/>
            <a:ext cx="224022" cy="140155"/>
          </a:xfrm>
          <a:custGeom>
            <a:avLst/>
            <a:gdLst>
              <a:gd name="connsiteX0" fmla="*/ 2220 w 224022"/>
              <a:gd name="connsiteY0" fmla="*/ 7138 h 162751"/>
              <a:gd name="connsiteX1" fmla="*/ 221485 w 224022"/>
              <a:gd name="connsiteY1" fmla="*/ 162751 h 162751"/>
              <a:gd name="connsiteX2" fmla="*/ 224022 w 224022"/>
              <a:gd name="connsiteY2" fmla="*/ 159103 h 162751"/>
              <a:gd name="connsiteX3" fmla="*/ 0 w 224022"/>
              <a:gd name="connsiteY3" fmla="*/ 0 h 162751"/>
              <a:gd name="connsiteX4" fmla="*/ 2378 w 224022"/>
              <a:gd name="connsiteY4" fmla="*/ 7138 h 1627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4022" h="162751">
                <a:moveTo>
                  <a:pt x="2220" y="7138"/>
                </a:moveTo>
                <a:lnTo>
                  <a:pt x="221485" y="162751"/>
                </a:lnTo>
                <a:cubicBezTo>
                  <a:pt x="222278" y="161482"/>
                  <a:pt x="223071" y="160214"/>
                  <a:pt x="224022" y="159103"/>
                </a:cubicBezTo>
                <a:lnTo>
                  <a:pt x="0" y="0"/>
                </a:lnTo>
                <a:lnTo>
                  <a:pt x="2378" y="7138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1" name="Freeform 50">
            <a:extLst>
              <a:ext uri="{FF2B5EF4-FFF2-40B4-BE49-F238E27FC236}">
                <a16:creationId xmlns:a16="http://schemas.microsoft.com/office/drawing/2014/main" id="{E2513A3C-6525-9770-9BE4-9569553B3D7D}"/>
              </a:ext>
            </a:extLst>
          </p:cNvPr>
          <p:cNvSpPr/>
          <p:nvPr userDrawn="1"/>
        </p:nvSpPr>
        <p:spPr>
          <a:xfrm>
            <a:off x="680390" y="4622360"/>
            <a:ext cx="1783456" cy="1093782"/>
          </a:xfrm>
          <a:custGeom>
            <a:avLst/>
            <a:gdLst>
              <a:gd name="connsiteX0" fmla="*/ 2537 w 1783456"/>
              <a:gd name="connsiteY0" fmla="*/ 158 h 1270127"/>
              <a:gd name="connsiteX1" fmla="*/ 0 w 1783456"/>
              <a:gd name="connsiteY1" fmla="*/ 3807 h 1270127"/>
              <a:gd name="connsiteX2" fmla="*/ 1783457 w 1783456"/>
              <a:gd name="connsiteY2" fmla="*/ 1270128 h 1270127"/>
              <a:gd name="connsiteX3" fmla="*/ 1781079 w 1783456"/>
              <a:gd name="connsiteY3" fmla="*/ 1262990 h 1270127"/>
              <a:gd name="connsiteX4" fmla="*/ 2378 w 1783456"/>
              <a:gd name="connsiteY4" fmla="*/ 0 h 12701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83456" h="1270127">
                <a:moveTo>
                  <a:pt x="2537" y="158"/>
                </a:moveTo>
                <a:cubicBezTo>
                  <a:pt x="1744" y="1428"/>
                  <a:pt x="951" y="2696"/>
                  <a:pt x="0" y="3807"/>
                </a:cubicBezTo>
                <a:lnTo>
                  <a:pt x="1783457" y="1270128"/>
                </a:lnTo>
                <a:lnTo>
                  <a:pt x="1781079" y="1262990"/>
                </a:lnTo>
                <a:lnTo>
                  <a:pt x="2378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2" name="Freeform 51">
            <a:extLst>
              <a:ext uri="{FF2B5EF4-FFF2-40B4-BE49-F238E27FC236}">
                <a16:creationId xmlns:a16="http://schemas.microsoft.com/office/drawing/2014/main" id="{1B389344-5878-5610-1B7B-AAF43C09CC37}"/>
              </a:ext>
            </a:extLst>
          </p:cNvPr>
          <p:cNvSpPr/>
          <p:nvPr userDrawn="1"/>
        </p:nvSpPr>
        <p:spPr>
          <a:xfrm>
            <a:off x="2212872" y="5110296"/>
            <a:ext cx="496399" cy="797899"/>
          </a:xfrm>
          <a:custGeom>
            <a:avLst/>
            <a:gdLst>
              <a:gd name="connsiteX0" fmla="*/ 492753 w 496399"/>
              <a:gd name="connsiteY0" fmla="*/ 926542 h 926541"/>
              <a:gd name="connsiteX1" fmla="*/ 496400 w 496399"/>
              <a:gd name="connsiteY1" fmla="*/ 924004 h 926541"/>
              <a:gd name="connsiteX2" fmla="*/ 3805 w 496399"/>
              <a:gd name="connsiteY2" fmla="*/ 0 h 926541"/>
              <a:gd name="connsiteX3" fmla="*/ 0 w 496399"/>
              <a:gd name="connsiteY3" fmla="*/ 2538 h 926541"/>
              <a:gd name="connsiteX4" fmla="*/ 492595 w 496399"/>
              <a:gd name="connsiteY4" fmla="*/ 926542 h 9265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6399" h="926541">
                <a:moveTo>
                  <a:pt x="492753" y="926542"/>
                </a:moveTo>
                <a:cubicBezTo>
                  <a:pt x="494022" y="925749"/>
                  <a:pt x="495132" y="924638"/>
                  <a:pt x="496400" y="924004"/>
                </a:cubicBezTo>
                <a:lnTo>
                  <a:pt x="3805" y="0"/>
                </a:lnTo>
                <a:cubicBezTo>
                  <a:pt x="2537" y="793"/>
                  <a:pt x="1427" y="1903"/>
                  <a:pt x="0" y="2538"/>
                </a:cubicBezTo>
                <a:lnTo>
                  <a:pt x="492595" y="926542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3" name="Freeform 52">
            <a:extLst>
              <a:ext uri="{FF2B5EF4-FFF2-40B4-BE49-F238E27FC236}">
                <a16:creationId xmlns:a16="http://schemas.microsoft.com/office/drawing/2014/main" id="{175429DD-D6B4-3A1E-83BD-4CEC945FCA45}"/>
              </a:ext>
            </a:extLst>
          </p:cNvPr>
          <p:cNvSpPr/>
          <p:nvPr userDrawn="1"/>
        </p:nvSpPr>
        <p:spPr>
          <a:xfrm>
            <a:off x="2204786" y="5114421"/>
            <a:ext cx="647016" cy="1661778"/>
          </a:xfrm>
          <a:custGeom>
            <a:avLst/>
            <a:gdLst>
              <a:gd name="connsiteX0" fmla="*/ 552841 w 647016"/>
              <a:gd name="connsiteY0" fmla="*/ 1659717 h 1929699"/>
              <a:gd name="connsiteX1" fmla="*/ 642736 w 647016"/>
              <a:gd name="connsiteY1" fmla="*/ 1929700 h 1929699"/>
              <a:gd name="connsiteX2" fmla="*/ 647016 w 647016"/>
              <a:gd name="connsiteY2" fmla="*/ 1928748 h 1929699"/>
              <a:gd name="connsiteX3" fmla="*/ 552207 w 647016"/>
              <a:gd name="connsiteY3" fmla="*/ 1644171 h 1929699"/>
              <a:gd name="connsiteX4" fmla="*/ 547292 w 647016"/>
              <a:gd name="connsiteY4" fmla="*/ 1629419 h 1929699"/>
              <a:gd name="connsiteX5" fmla="*/ 498302 w 647016"/>
              <a:gd name="connsiteY5" fmla="*/ 1482689 h 1929699"/>
              <a:gd name="connsiteX6" fmla="*/ 494497 w 647016"/>
              <a:gd name="connsiteY6" fmla="*/ 1471426 h 1929699"/>
              <a:gd name="connsiteX7" fmla="*/ 264926 w 647016"/>
              <a:gd name="connsiteY7" fmla="*/ 782508 h 1929699"/>
              <a:gd name="connsiteX8" fmla="*/ 262548 w 647016"/>
              <a:gd name="connsiteY8" fmla="*/ 775370 h 1929699"/>
              <a:gd name="connsiteX9" fmla="*/ 4281 w 647016"/>
              <a:gd name="connsiteY9" fmla="*/ 0 h 1929699"/>
              <a:gd name="connsiteX10" fmla="*/ 0 w 647016"/>
              <a:gd name="connsiteY10" fmla="*/ 952 h 1929699"/>
              <a:gd name="connsiteX11" fmla="*/ 256523 w 647016"/>
              <a:gd name="connsiteY11" fmla="*/ 771245 h 1929699"/>
              <a:gd name="connsiteX12" fmla="*/ 258902 w 647016"/>
              <a:gd name="connsiteY12" fmla="*/ 778384 h 1929699"/>
              <a:gd name="connsiteX13" fmla="*/ 493705 w 647016"/>
              <a:gd name="connsiteY13" fmla="*/ 1483323 h 1929699"/>
              <a:gd name="connsiteX14" fmla="*/ 497510 w 647016"/>
              <a:gd name="connsiteY14" fmla="*/ 1494586 h 1929699"/>
              <a:gd name="connsiteX15" fmla="*/ 547609 w 647016"/>
              <a:gd name="connsiteY15" fmla="*/ 1645123 h 1929699"/>
              <a:gd name="connsiteX16" fmla="*/ 552524 w 647016"/>
              <a:gd name="connsiteY16" fmla="*/ 1659875 h 19296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647016" h="1929699">
                <a:moveTo>
                  <a:pt x="552841" y="1659717"/>
                </a:moveTo>
                <a:lnTo>
                  <a:pt x="642736" y="1929700"/>
                </a:lnTo>
                <a:cubicBezTo>
                  <a:pt x="644163" y="1929224"/>
                  <a:pt x="645748" y="1929224"/>
                  <a:pt x="647016" y="1928748"/>
                </a:cubicBezTo>
                <a:lnTo>
                  <a:pt x="552207" y="1644171"/>
                </a:lnTo>
                <a:lnTo>
                  <a:pt x="547292" y="1629419"/>
                </a:lnTo>
                <a:lnTo>
                  <a:pt x="498302" y="1482689"/>
                </a:lnTo>
                <a:lnTo>
                  <a:pt x="494497" y="1471426"/>
                </a:lnTo>
                <a:lnTo>
                  <a:pt x="264926" y="782508"/>
                </a:lnTo>
                <a:lnTo>
                  <a:pt x="262548" y="775370"/>
                </a:lnTo>
                <a:lnTo>
                  <a:pt x="4281" y="0"/>
                </a:lnTo>
                <a:cubicBezTo>
                  <a:pt x="2854" y="476"/>
                  <a:pt x="1427" y="476"/>
                  <a:pt x="0" y="952"/>
                </a:cubicBezTo>
                <a:lnTo>
                  <a:pt x="256523" y="771245"/>
                </a:lnTo>
                <a:lnTo>
                  <a:pt x="258902" y="778384"/>
                </a:lnTo>
                <a:lnTo>
                  <a:pt x="493705" y="1483323"/>
                </a:lnTo>
                <a:lnTo>
                  <a:pt x="497510" y="1494586"/>
                </a:lnTo>
                <a:lnTo>
                  <a:pt x="547609" y="1645123"/>
                </a:lnTo>
                <a:lnTo>
                  <a:pt x="552524" y="165987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4" name="Freeform 53">
            <a:extLst>
              <a:ext uri="{FF2B5EF4-FFF2-40B4-BE49-F238E27FC236}">
                <a16:creationId xmlns:a16="http://schemas.microsoft.com/office/drawing/2014/main" id="{986A248E-E903-D22B-207B-68E0318C489F}"/>
              </a:ext>
            </a:extLst>
          </p:cNvPr>
          <p:cNvSpPr/>
          <p:nvPr userDrawn="1"/>
        </p:nvSpPr>
        <p:spPr>
          <a:xfrm>
            <a:off x="909802" y="4104917"/>
            <a:ext cx="1243774" cy="805413"/>
          </a:xfrm>
          <a:custGeom>
            <a:avLst/>
            <a:gdLst>
              <a:gd name="connsiteX0" fmla="*/ 0 w 1243774"/>
              <a:gd name="connsiteY0" fmla="*/ 3807 h 935266"/>
              <a:gd name="connsiteX1" fmla="*/ 1241238 w 1243774"/>
              <a:gd name="connsiteY1" fmla="*/ 935266 h 935266"/>
              <a:gd name="connsiteX2" fmla="*/ 1243774 w 1243774"/>
              <a:gd name="connsiteY2" fmla="*/ 931618 h 935266"/>
              <a:gd name="connsiteX3" fmla="*/ 2220 w 1243774"/>
              <a:gd name="connsiteY3" fmla="*/ 0 h 935266"/>
              <a:gd name="connsiteX4" fmla="*/ 0 w 1243774"/>
              <a:gd name="connsiteY4" fmla="*/ 3966 h 9352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3774" h="935266">
                <a:moveTo>
                  <a:pt x="0" y="3807"/>
                </a:moveTo>
                <a:lnTo>
                  <a:pt x="1241238" y="935266"/>
                </a:lnTo>
                <a:cubicBezTo>
                  <a:pt x="1242030" y="933997"/>
                  <a:pt x="1242823" y="932728"/>
                  <a:pt x="1243774" y="931618"/>
                </a:cubicBezTo>
                <a:lnTo>
                  <a:pt x="2220" y="0"/>
                </a:lnTo>
                <a:lnTo>
                  <a:pt x="0" y="3966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5" name="Freeform 54">
            <a:extLst>
              <a:ext uri="{FF2B5EF4-FFF2-40B4-BE49-F238E27FC236}">
                <a16:creationId xmlns:a16="http://schemas.microsoft.com/office/drawing/2014/main" id="{57C9BCE7-2C50-B11D-D305-65B9650C14BE}"/>
              </a:ext>
            </a:extLst>
          </p:cNvPr>
          <p:cNvSpPr/>
          <p:nvPr userDrawn="1"/>
        </p:nvSpPr>
        <p:spPr>
          <a:xfrm>
            <a:off x="881899" y="4084135"/>
            <a:ext cx="26318" cy="45719"/>
          </a:xfrm>
          <a:custGeom>
            <a:avLst/>
            <a:gdLst>
              <a:gd name="connsiteX0" fmla="*/ 24257 w 26318"/>
              <a:gd name="connsiteY0" fmla="*/ 21890 h 21890"/>
              <a:gd name="connsiteX1" fmla="*/ 26318 w 26318"/>
              <a:gd name="connsiteY1" fmla="*/ 17925 h 21890"/>
              <a:gd name="connsiteX2" fmla="*/ 2537 w 26318"/>
              <a:gd name="connsiteY2" fmla="*/ 0 h 21890"/>
              <a:gd name="connsiteX3" fmla="*/ 0 w 26318"/>
              <a:gd name="connsiteY3" fmla="*/ 3648 h 21890"/>
              <a:gd name="connsiteX4" fmla="*/ 24257 w 26318"/>
              <a:gd name="connsiteY4" fmla="*/ 21732 h 218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6318" h="21890">
                <a:moveTo>
                  <a:pt x="24257" y="21890"/>
                </a:moveTo>
                <a:lnTo>
                  <a:pt x="26318" y="17925"/>
                </a:lnTo>
                <a:lnTo>
                  <a:pt x="2537" y="0"/>
                </a:lnTo>
                <a:cubicBezTo>
                  <a:pt x="1744" y="1269"/>
                  <a:pt x="951" y="2538"/>
                  <a:pt x="0" y="3648"/>
                </a:cubicBezTo>
                <a:lnTo>
                  <a:pt x="24257" y="21732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3D921048-ACC1-E911-439F-73E8E1C0E8EF}"/>
              </a:ext>
            </a:extLst>
          </p:cNvPr>
          <p:cNvSpPr/>
          <p:nvPr userDrawn="1"/>
        </p:nvSpPr>
        <p:spPr>
          <a:xfrm>
            <a:off x="688317" y="4607924"/>
            <a:ext cx="1456539" cy="385495"/>
          </a:xfrm>
          <a:custGeom>
            <a:avLst/>
            <a:gdLst>
              <a:gd name="connsiteX0" fmla="*/ 0 w 1456539"/>
              <a:gd name="connsiteY0" fmla="*/ 4442 h 447646"/>
              <a:gd name="connsiteX1" fmla="*/ 1455589 w 1456539"/>
              <a:gd name="connsiteY1" fmla="*/ 447646 h 447646"/>
              <a:gd name="connsiteX2" fmla="*/ 1456540 w 1456539"/>
              <a:gd name="connsiteY2" fmla="*/ 443204 h 447646"/>
              <a:gd name="connsiteX3" fmla="*/ 951 w 1456539"/>
              <a:gd name="connsiteY3" fmla="*/ 0 h 447646"/>
              <a:gd name="connsiteX4" fmla="*/ 0 w 1456539"/>
              <a:gd name="connsiteY4" fmla="*/ 4442 h 4476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56539" h="447646">
                <a:moveTo>
                  <a:pt x="0" y="4442"/>
                </a:moveTo>
                <a:lnTo>
                  <a:pt x="1455589" y="447646"/>
                </a:lnTo>
                <a:cubicBezTo>
                  <a:pt x="1456064" y="446218"/>
                  <a:pt x="1456064" y="444632"/>
                  <a:pt x="1456540" y="443204"/>
                </a:cubicBezTo>
                <a:lnTo>
                  <a:pt x="951" y="0"/>
                </a:lnTo>
                <a:cubicBezTo>
                  <a:pt x="634" y="1428"/>
                  <a:pt x="476" y="3014"/>
                  <a:pt x="0" y="444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7" name="Freeform 56">
            <a:extLst>
              <a:ext uri="{FF2B5EF4-FFF2-40B4-BE49-F238E27FC236}">
                <a16:creationId xmlns:a16="http://schemas.microsoft.com/office/drawing/2014/main" id="{3D56FBBF-8313-C8DD-B92A-39228C86C75A}"/>
              </a:ext>
            </a:extLst>
          </p:cNvPr>
          <p:cNvSpPr/>
          <p:nvPr userDrawn="1"/>
        </p:nvSpPr>
        <p:spPr>
          <a:xfrm>
            <a:off x="1078176" y="3889025"/>
            <a:ext cx="1080949" cy="985183"/>
          </a:xfrm>
          <a:custGeom>
            <a:avLst/>
            <a:gdLst>
              <a:gd name="connsiteX0" fmla="*/ 158 w 1080949"/>
              <a:gd name="connsiteY0" fmla="*/ 2697 h 1144019"/>
              <a:gd name="connsiteX1" fmla="*/ 1077462 w 1080949"/>
              <a:gd name="connsiteY1" fmla="*/ 1144019 h 1144019"/>
              <a:gd name="connsiteX2" fmla="*/ 1080950 w 1080949"/>
              <a:gd name="connsiteY2" fmla="*/ 1141323 h 1144019"/>
              <a:gd name="connsiteX3" fmla="*/ 3488 w 1080949"/>
              <a:gd name="connsiteY3" fmla="*/ 0 h 1144019"/>
              <a:gd name="connsiteX4" fmla="*/ 0 w 1080949"/>
              <a:gd name="connsiteY4" fmla="*/ 2697 h 11440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80949" h="1144019">
                <a:moveTo>
                  <a:pt x="158" y="2697"/>
                </a:moveTo>
                <a:lnTo>
                  <a:pt x="1077462" y="1144019"/>
                </a:lnTo>
                <a:cubicBezTo>
                  <a:pt x="1078572" y="1142909"/>
                  <a:pt x="1079840" y="1142275"/>
                  <a:pt x="1080950" y="1141323"/>
                </a:cubicBezTo>
                <a:lnTo>
                  <a:pt x="3488" y="0"/>
                </a:lnTo>
                <a:cubicBezTo>
                  <a:pt x="2378" y="1110"/>
                  <a:pt x="1110" y="1745"/>
                  <a:pt x="0" y="2697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8" name="Freeform 57">
            <a:extLst>
              <a:ext uri="{FF2B5EF4-FFF2-40B4-BE49-F238E27FC236}">
                <a16:creationId xmlns:a16="http://schemas.microsoft.com/office/drawing/2014/main" id="{3474D6BA-070F-7AC8-16DD-428873F99E08}"/>
              </a:ext>
            </a:extLst>
          </p:cNvPr>
          <p:cNvSpPr/>
          <p:nvPr userDrawn="1"/>
        </p:nvSpPr>
        <p:spPr>
          <a:xfrm>
            <a:off x="877301" y="3887914"/>
            <a:ext cx="135079" cy="116386"/>
          </a:xfrm>
          <a:custGeom>
            <a:avLst/>
            <a:gdLst>
              <a:gd name="connsiteX0" fmla="*/ 3171 w 135079"/>
              <a:gd name="connsiteY0" fmla="*/ 134992 h 135150"/>
              <a:gd name="connsiteX1" fmla="*/ 135079 w 135079"/>
              <a:gd name="connsiteY1" fmla="*/ 3014 h 135150"/>
              <a:gd name="connsiteX2" fmla="*/ 131908 w 135079"/>
              <a:gd name="connsiteY2" fmla="*/ 0 h 135150"/>
              <a:gd name="connsiteX3" fmla="*/ 0 w 135079"/>
              <a:gd name="connsiteY3" fmla="*/ 131978 h 135150"/>
              <a:gd name="connsiteX4" fmla="*/ 3012 w 135079"/>
              <a:gd name="connsiteY4" fmla="*/ 135150 h 135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5079" h="135150">
                <a:moveTo>
                  <a:pt x="3171" y="134992"/>
                </a:moveTo>
                <a:lnTo>
                  <a:pt x="135079" y="3014"/>
                </a:lnTo>
                <a:cubicBezTo>
                  <a:pt x="133969" y="2062"/>
                  <a:pt x="133018" y="952"/>
                  <a:pt x="131908" y="0"/>
                </a:cubicBezTo>
                <a:lnTo>
                  <a:pt x="0" y="131978"/>
                </a:lnTo>
                <a:cubicBezTo>
                  <a:pt x="1110" y="132930"/>
                  <a:pt x="2061" y="134040"/>
                  <a:pt x="3012" y="13515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9" name="Freeform 58">
            <a:extLst>
              <a:ext uri="{FF2B5EF4-FFF2-40B4-BE49-F238E27FC236}">
                <a16:creationId xmlns:a16="http://schemas.microsoft.com/office/drawing/2014/main" id="{6290D9EC-021C-94C6-EC09-6F3402B7CE91}"/>
              </a:ext>
            </a:extLst>
          </p:cNvPr>
          <p:cNvSpPr/>
          <p:nvPr userDrawn="1"/>
        </p:nvSpPr>
        <p:spPr>
          <a:xfrm>
            <a:off x="663426" y="3896322"/>
            <a:ext cx="360686" cy="566221"/>
          </a:xfrm>
          <a:custGeom>
            <a:avLst/>
            <a:gdLst>
              <a:gd name="connsiteX0" fmla="*/ 242730 w 360686"/>
              <a:gd name="connsiteY0" fmla="*/ 209705 h 657510"/>
              <a:gd name="connsiteX1" fmla="*/ 0 w 360686"/>
              <a:gd name="connsiteY1" fmla="*/ 654972 h 657510"/>
              <a:gd name="connsiteX2" fmla="*/ 3646 w 360686"/>
              <a:gd name="connsiteY2" fmla="*/ 657510 h 657510"/>
              <a:gd name="connsiteX3" fmla="*/ 246218 w 360686"/>
              <a:gd name="connsiteY3" fmla="*/ 212402 h 657510"/>
              <a:gd name="connsiteX4" fmla="*/ 248438 w 360686"/>
              <a:gd name="connsiteY4" fmla="*/ 208436 h 657510"/>
              <a:gd name="connsiteX5" fmla="*/ 360687 w 360686"/>
              <a:gd name="connsiteY5" fmla="*/ 2538 h 657510"/>
              <a:gd name="connsiteX6" fmla="*/ 357040 w 360686"/>
              <a:gd name="connsiteY6" fmla="*/ 0 h 657510"/>
              <a:gd name="connsiteX7" fmla="*/ 244791 w 360686"/>
              <a:gd name="connsiteY7" fmla="*/ 205740 h 657510"/>
              <a:gd name="connsiteX8" fmla="*/ 242730 w 360686"/>
              <a:gd name="connsiteY8" fmla="*/ 209705 h 6575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60686" h="657510">
                <a:moveTo>
                  <a:pt x="242730" y="209705"/>
                </a:moveTo>
                <a:lnTo>
                  <a:pt x="0" y="654972"/>
                </a:lnTo>
                <a:cubicBezTo>
                  <a:pt x="1427" y="655607"/>
                  <a:pt x="2378" y="656717"/>
                  <a:pt x="3646" y="657510"/>
                </a:cubicBezTo>
                <a:lnTo>
                  <a:pt x="246218" y="212402"/>
                </a:lnTo>
                <a:lnTo>
                  <a:pt x="248438" y="208436"/>
                </a:lnTo>
                <a:lnTo>
                  <a:pt x="360687" y="2538"/>
                </a:lnTo>
                <a:cubicBezTo>
                  <a:pt x="359260" y="1904"/>
                  <a:pt x="358308" y="793"/>
                  <a:pt x="357040" y="0"/>
                </a:cubicBezTo>
                <a:lnTo>
                  <a:pt x="244791" y="205740"/>
                </a:lnTo>
                <a:lnTo>
                  <a:pt x="242730" y="20970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0" name="Freeform 59">
            <a:extLst>
              <a:ext uri="{FF2B5EF4-FFF2-40B4-BE49-F238E27FC236}">
                <a16:creationId xmlns:a16="http://schemas.microsoft.com/office/drawing/2014/main" id="{5DD0B57C-7354-D1D7-D765-8469DF77D7F7}"/>
              </a:ext>
            </a:extLst>
          </p:cNvPr>
          <p:cNvSpPr/>
          <p:nvPr userDrawn="1"/>
        </p:nvSpPr>
        <p:spPr>
          <a:xfrm>
            <a:off x="225211" y="3495947"/>
            <a:ext cx="230205" cy="90157"/>
          </a:xfrm>
          <a:custGeom>
            <a:avLst/>
            <a:gdLst>
              <a:gd name="connsiteX0" fmla="*/ 223705 w 230205"/>
              <a:gd name="connsiteY0" fmla="*/ 97080 h 104693"/>
              <a:gd name="connsiteX1" fmla="*/ 0 w 230205"/>
              <a:gd name="connsiteY1" fmla="*/ 0 h 104693"/>
              <a:gd name="connsiteX2" fmla="*/ 2220 w 230205"/>
              <a:gd name="connsiteY2" fmla="*/ 5711 h 104693"/>
              <a:gd name="connsiteX3" fmla="*/ 230205 w 230205"/>
              <a:gd name="connsiteY3" fmla="*/ 104694 h 104693"/>
              <a:gd name="connsiteX4" fmla="*/ 223705 w 230205"/>
              <a:gd name="connsiteY4" fmla="*/ 97080 h 1046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0205" h="104693">
                <a:moveTo>
                  <a:pt x="223705" y="97080"/>
                </a:moveTo>
                <a:lnTo>
                  <a:pt x="0" y="0"/>
                </a:lnTo>
                <a:lnTo>
                  <a:pt x="2220" y="5711"/>
                </a:lnTo>
                <a:lnTo>
                  <a:pt x="230205" y="104694"/>
                </a:lnTo>
                <a:lnTo>
                  <a:pt x="223705" y="9708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1" name="Freeform 60">
            <a:extLst>
              <a:ext uri="{FF2B5EF4-FFF2-40B4-BE49-F238E27FC236}">
                <a16:creationId xmlns:a16="http://schemas.microsoft.com/office/drawing/2014/main" id="{A82216B3-7D7C-9429-87E8-57FBC33F1105}"/>
              </a:ext>
            </a:extLst>
          </p:cNvPr>
          <p:cNvSpPr/>
          <p:nvPr userDrawn="1"/>
        </p:nvSpPr>
        <p:spPr>
          <a:xfrm>
            <a:off x="458112" y="3596992"/>
            <a:ext cx="541426" cy="206407"/>
          </a:xfrm>
          <a:custGeom>
            <a:avLst/>
            <a:gdLst>
              <a:gd name="connsiteX0" fmla="*/ 282842 w 541426"/>
              <a:gd name="connsiteY0" fmla="*/ 122619 h 239685"/>
              <a:gd name="connsiteX1" fmla="*/ 277451 w 541426"/>
              <a:gd name="connsiteY1" fmla="*/ 120239 h 239685"/>
              <a:gd name="connsiteX2" fmla="*/ 0 w 541426"/>
              <a:gd name="connsiteY2" fmla="*/ 0 h 239685"/>
              <a:gd name="connsiteX3" fmla="*/ 6342 w 541426"/>
              <a:gd name="connsiteY3" fmla="*/ 7614 h 239685"/>
              <a:gd name="connsiteX4" fmla="*/ 279195 w 541426"/>
              <a:gd name="connsiteY4" fmla="*/ 125950 h 239685"/>
              <a:gd name="connsiteX5" fmla="*/ 284586 w 541426"/>
              <a:gd name="connsiteY5" fmla="*/ 128329 h 239685"/>
              <a:gd name="connsiteX6" fmla="*/ 541268 w 541426"/>
              <a:gd name="connsiteY6" fmla="*/ 239686 h 239685"/>
              <a:gd name="connsiteX7" fmla="*/ 541426 w 541426"/>
              <a:gd name="connsiteY7" fmla="*/ 239051 h 239685"/>
              <a:gd name="connsiteX8" fmla="*/ 299330 w 541426"/>
              <a:gd name="connsiteY8" fmla="*/ 130074 h 239685"/>
              <a:gd name="connsiteX9" fmla="*/ 282842 w 541426"/>
              <a:gd name="connsiteY9" fmla="*/ 122936 h 2396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41426" h="239685">
                <a:moveTo>
                  <a:pt x="282842" y="122619"/>
                </a:moveTo>
                <a:lnTo>
                  <a:pt x="277451" y="120239"/>
                </a:lnTo>
                <a:lnTo>
                  <a:pt x="0" y="0"/>
                </a:lnTo>
                <a:lnTo>
                  <a:pt x="6342" y="7614"/>
                </a:lnTo>
                <a:lnTo>
                  <a:pt x="279195" y="125950"/>
                </a:lnTo>
                <a:lnTo>
                  <a:pt x="284586" y="128329"/>
                </a:lnTo>
                <a:lnTo>
                  <a:pt x="541268" y="239686"/>
                </a:lnTo>
                <a:cubicBezTo>
                  <a:pt x="541268" y="239686"/>
                  <a:pt x="541268" y="239210"/>
                  <a:pt x="541426" y="239051"/>
                </a:cubicBezTo>
                <a:lnTo>
                  <a:pt x="299330" y="130074"/>
                </a:lnTo>
                <a:lnTo>
                  <a:pt x="282842" y="122936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2" name="Freeform 61">
            <a:extLst>
              <a:ext uri="{FF2B5EF4-FFF2-40B4-BE49-F238E27FC236}">
                <a16:creationId xmlns:a16="http://schemas.microsoft.com/office/drawing/2014/main" id="{A7A102BD-2F75-AA2A-BA6A-87E81EAF3DB4}"/>
              </a:ext>
            </a:extLst>
          </p:cNvPr>
          <p:cNvSpPr/>
          <p:nvPr userDrawn="1"/>
        </p:nvSpPr>
        <p:spPr>
          <a:xfrm>
            <a:off x="33056" y="3412667"/>
            <a:ext cx="188666" cy="74585"/>
          </a:xfrm>
          <a:custGeom>
            <a:avLst/>
            <a:gdLst>
              <a:gd name="connsiteX0" fmla="*/ 186447 w 188666"/>
              <a:gd name="connsiteY0" fmla="*/ 80900 h 86610"/>
              <a:gd name="connsiteX1" fmla="*/ 0 w 188666"/>
              <a:gd name="connsiteY1" fmla="*/ 0 h 86610"/>
              <a:gd name="connsiteX2" fmla="*/ 0 w 188666"/>
              <a:gd name="connsiteY2" fmla="*/ 4759 h 86610"/>
              <a:gd name="connsiteX3" fmla="*/ 188667 w 188666"/>
              <a:gd name="connsiteY3" fmla="*/ 86610 h 86610"/>
              <a:gd name="connsiteX4" fmla="*/ 186447 w 188666"/>
              <a:gd name="connsiteY4" fmla="*/ 80900 h 86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8666" h="86610">
                <a:moveTo>
                  <a:pt x="186447" y="80900"/>
                </a:moveTo>
                <a:lnTo>
                  <a:pt x="0" y="0"/>
                </a:lnTo>
                <a:lnTo>
                  <a:pt x="0" y="4759"/>
                </a:lnTo>
                <a:lnTo>
                  <a:pt x="188667" y="86610"/>
                </a:lnTo>
                <a:lnTo>
                  <a:pt x="186447" y="8090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3" name="Freeform 62">
            <a:extLst>
              <a:ext uri="{FF2B5EF4-FFF2-40B4-BE49-F238E27FC236}">
                <a16:creationId xmlns:a16="http://schemas.microsoft.com/office/drawing/2014/main" id="{54A2EF08-F5F2-5E5D-DAE6-F2FCB3C46BD1}"/>
              </a:ext>
            </a:extLst>
          </p:cNvPr>
          <p:cNvSpPr/>
          <p:nvPr userDrawn="1"/>
        </p:nvSpPr>
        <p:spPr>
          <a:xfrm>
            <a:off x="188271" y="1943146"/>
            <a:ext cx="839329" cy="1607548"/>
          </a:xfrm>
          <a:custGeom>
            <a:avLst/>
            <a:gdLst>
              <a:gd name="connsiteX0" fmla="*/ 835366 w 839329"/>
              <a:gd name="connsiteY0" fmla="*/ 1866725 h 1866725"/>
              <a:gd name="connsiteX1" fmla="*/ 839330 w 839329"/>
              <a:gd name="connsiteY1" fmla="*/ 1864663 h 1866725"/>
              <a:gd name="connsiteX2" fmla="*/ 3964 w 839329"/>
              <a:gd name="connsiteY2" fmla="*/ 0 h 1866725"/>
              <a:gd name="connsiteX3" fmla="*/ 0 w 839329"/>
              <a:gd name="connsiteY3" fmla="*/ 2062 h 1866725"/>
              <a:gd name="connsiteX4" fmla="*/ 835366 w 839329"/>
              <a:gd name="connsiteY4" fmla="*/ 1866567 h 1866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39329" h="1866725">
                <a:moveTo>
                  <a:pt x="835366" y="1866725"/>
                </a:moveTo>
                <a:cubicBezTo>
                  <a:pt x="836793" y="1866091"/>
                  <a:pt x="837903" y="1865139"/>
                  <a:pt x="839330" y="1864663"/>
                </a:cubicBezTo>
                <a:lnTo>
                  <a:pt x="3964" y="0"/>
                </a:lnTo>
                <a:cubicBezTo>
                  <a:pt x="2537" y="635"/>
                  <a:pt x="1427" y="1586"/>
                  <a:pt x="0" y="2062"/>
                </a:cubicBezTo>
                <a:lnTo>
                  <a:pt x="835366" y="1866567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69" name="Freeform 468">
            <a:extLst>
              <a:ext uri="{FF2B5EF4-FFF2-40B4-BE49-F238E27FC236}">
                <a16:creationId xmlns:a16="http://schemas.microsoft.com/office/drawing/2014/main" id="{4051E3FF-49A2-7678-BADF-BC6279F992F1}"/>
              </a:ext>
            </a:extLst>
          </p:cNvPr>
          <p:cNvSpPr/>
          <p:nvPr userDrawn="1"/>
        </p:nvSpPr>
        <p:spPr>
          <a:xfrm>
            <a:off x="218870" y="3479449"/>
            <a:ext cx="223070" cy="90567"/>
          </a:xfrm>
          <a:custGeom>
            <a:avLst/>
            <a:gdLst>
              <a:gd name="connsiteX0" fmla="*/ 216412 w 223070"/>
              <a:gd name="connsiteY0" fmla="*/ 97397 h 105169"/>
              <a:gd name="connsiteX1" fmla="*/ 0 w 223070"/>
              <a:gd name="connsiteY1" fmla="*/ 0 h 105169"/>
              <a:gd name="connsiteX2" fmla="*/ 2220 w 223070"/>
              <a:gd name="connsiteY2" fmla="*/ 5869 h 105169"/>
              <a:gd name="connsiteX3" fmla="*/ 223071 w 223070"/>
              <a:gd name="connsiteY3" fmla="*/ 105170 h 105169"/>
              <a:gd name="connsiteX4" fmla="*/ 216412 w 223070"/>
              <a:gd name="connsiteY4" fmla="*/ 97397 h 1051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3070" h="105169">
                <a:moveTo>
                  <a:pt x="216412" y="97397"/>
                </a:moveTo>
                <a:lnTo>
                  <a:pt x="0" y="0"/>
                </a:lnTo>
                <a:lnTo>
                  <a:pt x="2220" y="5869"/>
                </a:lnTo>
                <a:lnTo>
                  <a:pt x="223071" y="105170"/>
                </a:lnTo>
                <a:lnTo>
                  <a:pt x="216412" y="97397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65" name="Freeform 564">
            <a:extLst>
              <a:ext uri="{FF2B5EF4-FFF2-40B4-BE49-F238E27FC236}">
                <a16:creationId xmlns:a16="http://schemas.microsoft.com/office/drawing/2014/main" id="{19CAF301-35BD-2420-DC6C-D23727BA5D1A}"/>
              </a:ext>
            </a:extLst>
          </p:cNvPr>
          <p:cNvSpPr/>
          <p:nvPr userDrawn="1"/>
        </p:nvSpPr>
        <p:spPr>
          <a:xfrm>
            <a:off x="33056" y="3395695"/>
            <a:ext cx="182325" cy="74858"/>
          </a:xfrm>
          <a:custGeom>
            <a:avLst/>
            <a:gdLst>
              <a:gd name="connsiteX0" fmla="*/ 180105 w 182325"/>
              <a:gd name="connsiteY0" fmla="*/ 81217 h 86927"/>
              <a:gd name="connsiteX1" fmla="*/ 0 w 182325"/>
              <a:gd name="connsiteY1" fmla="*/ 0 h 86927"/>
              <a:gd name="connsiteX2" fmla="*/ 0 w 182325"/>
              <a:gd name="connsiteY2" fmla="*/ 4917 h 86927"/>
              <a:gd name="connsiteX3" fmla="*/ 182325 w 182325"/>
              <a:gd name="connsiteY3" fmla="*/ 86928 h 86927"/>
              <a:gd name="connsiteX4" fmla="*/ 180105 w 182325"/>
              <a:gd name="connsiteY4" fmla="*/ 81217 h 869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325" h="86927">
                <a:moveTo>
                  <a:pt x="180105" y="81217"/>
                </a:moveTo>
                <a:lnTo>
                  <a:pt x="0" y="0"/>
                </a:lnTo>
                <a:lnTo>
                  <a:pt x="0" y="4917"/>
                </a:lnTo>
                <a:lnTo>
                  <a:pt x="182325" y="86928"/>
                </a:lnTo>
                <a:lnTo>
                  <a:pt x="180105" y="81217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66" name="Freeform 565">
            <a:extLst>
              <a:ext uri="{FF2B5EF4-FFF2-40B4-BE49-F238E27FC236}">
                <a16:creationId xmlns:a16="http://schemas.microsoft.com/office/drawing/2014/main" id="{859CE8F0-50B3-0DED-2BCE-FF997B9F7066}"/>
              </a:ext>
            </a:extLst>
          </p:cNvPr>
          <p:cNvSpPr/>
          <p:nvPr userDrawn="1"/>
        </p:nvSpPr>
        <p:spPr>
          <a:xfrm>
            <a:off x="444636" y="3581129"/>
            <a:ext cx="556963" cy="219248"/>
          </a:xfrm>
          <a:custGeom>
            <a:avLst/>
            <a:gdLst>
              <a:gd name="connsiteX0" fmla="*/ 289025 w 556963"/>
              <a:gd name="connsiteY0" fmla="*/ 130074 h 254596"/>
              <a:gd name="connsiteX1" fmla="*/ 0 w 556963"/>
              <a:gd name="connsiteY1" fmla="*/ 0 h 254596"/>
              <a:gd name="connsiteX2" fmla="*/ 6659 w 556963"/>
              <a:gd name="connsiteY2" fmla="*/ 7773 h 254596"/>
              <a:gd name="connsiteX3" fmla="*/ 290927 w 556963"/>
              <a:gd name="connsiteY3" fmla="*/ 135785 h 254596"/>
              <a:gd name="connsiteX4" fmla="*/ 296318 w 556963"/>
              <a:gd name="connsiteY4" fmla="*/ 138164 h 254596"/>
              <a:gd name="connsiteX5" fmla="*/ 312806 w 556963"/>
              <a:gd name="connsiteY5" fmla="*/ 145620 h 254596"/>
              <a:gd name="connsiteX6" fmla="*/ 554903 w 556963"/>
              <a:gd name="connsiteY6" fmla="*/ 254597 h 254596"/>
              <a:gd name="connsiteX7" fmla="*/ 556964 w 556963"/>
              <a:gd name="connsiteY7" fmla="*/ 250631 h 254596"/>
              <a:gd name="connsiteX8" fmla="*/ 294415 w 556963"/>
              <a:gd name="connsiteY8" fmla="*/ 132454 h 254596"/>
              <a:gd name="connsiteX9" fmla="*/ 289025 w 556963"/>
              <a:gd name="connsiteY9" fmla="*/ 129916 h 254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56963" h="254596">
                <a:moveTo>
                  <a:pt x="289025" y="130074"/>
                </a:moveTo>
                <a:lnTo>
                  <a:pt x="0" y="0"/>
                </a:lnTo>
                <a:lnTo>
                  <a:pt x="6659" y="7773"/>
                </a:lnTo>
                <a:lnTo>
                  <a:pt x="290927" y="135785"/>
                </a:lnTo>
                <a:lnTo>
                  <a:pt x="296318" y="138164"/>
                </a:lnTo>
                <a:lnTo>
                  <a:pt x="312806" y="145620"/>
                </a:lnTo>
                <a:lnTo>
                  <a:pt x="554903" y="254597"/>
                </a:lnTo>
                <a:cubicBezTo>
                  <a:pt x="555537" y="253169"/>
                  <a:pt x="556329" y="252059"/>
                  <a:pt x="556964" y="250631"/>
                </a:cubicBezTo>
                <a:lnTo>
                  <a:pt x="294415" y="132454"/>
                </a:lnTo>
                <a:lnTo>
                  <a:pt x="289025" y="129916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67" name="Freeform 566">
            <a:extLst>
              <a:ext uri="{FF2B5EF4-FFF2-40B4-BE49-F238E27FC236}">
                <a16:creationId xmlns:a16="http://schemas.microsoft.com/office/drawing/2014/main" id="{FFBECBA2-B622-FF4D-AB3C-18C4780DDD99}"/>
              </a:ext>
            </a:extLst>
          </p:cNvPr>
          <p:cNvSpPr/>
          <p:nvPr userDrawn="1"/>
        </p:nvSpPr>
        <p:spPr>
          <a:xfrm>
            <a:off x="141342" y="3206770"/>
            <a:ext cx="865964" cy="534392"/>
          </a:xfrm>
          <a:custGeom>
            <a:avLst/>
            <a:gdLst>
              <a:gd name="connsiteX0" fmla="*/ 559025 w 865964"/>
              <a:gd name="connsiteY0" fmla="*/ 397679 h 620549"/>
              <a:gd name="connsiteX1" fmla="*/ 2537 w 865964"/>
              <a:gd name="connsiteY1" fmla="*/ 0 h 620549"/>
              <a:gd name="connsiteX2" fmla="*/ 0 w 865964"/>
              <a:gd name="connsiteY2" fmla="*/ 3649 h 620549"/>
              <a:gd name="connsiteX3" fmla="*/ 561244 w 865964"/>
              <a:gd name="connsiteY3" fmla="*/ 404658 h 620549"/>
              <a:gd name="connsiteX4" fmla="*/ 567269 w 865964"/>
              <a:gd name="connsiteY4" fmla="*/ 408941 h 620549"/>
              <a:gd name="connsiteX5" fmla="*/ 863428 w 865964"/>
              <a:gd name="connsiteY5" fmla="*/ 620550 h 620549"/>
              <a:gd name="connsiteX6" fmla="*/ 865965 w 865964"/>
              <a:gd name="connsiteY6" fmla="*/ 616902 h 620549"/>
              <a:gd name="connsiteX7" fmla="*/ 565208 w 865964"/>
              <a:gd name="connsiteY7" fmla="*/ 401962 h 620549"/>
              <a:gd name="connsiteX8" fmla="*/ 559183 w 865964"/>
              <a:gd name="connsiteY8" fmla="*/ 397679 h 6205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865964" h="620549">
                <a:moveTo>
                  <a:pt x="559025" y="397679"/>
                </a:moveTo>
                <a:lnTo>
                  <a:pt x="2537" y="0"/>
                </a:lnTo>
                <a:cubicBezTo>
                  <a:pt x="1744" y="1269"/>
                  <a:pt x="951" y="2538"/>
                  <a:pt x="0" y="3649"/>
                </a:cubicBezTo>
                <a:lnTo>
                  <a:pt x="561244" y="404658"/>
                </a:lnTo>
                <a:lnTo>
                  <a:pt x="567269" y="408941"/>
                </a:lnTo>
                <a:lnTo>
                  <a:pt x="863428" y="620550"/>
                </a:lnTo>
                <a:cubicBezTo>
                  <a:pt x="864221" y="619281"/>
                  <a:pt x="865014" y="618012"/>
                  <a:pt x="865965" y="616902"/>
                </a:cubicBezTo>
                <a:lnTo>
                  <a:pt x="565208" y="401962"/>
                </a:lnTo>
                <a:lnTo>
                  <a:pt x="559183" y="397679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73" name="Freeform 572">
            <a:extLst>
              <a:ext uri="{FF2B5EF4-FFF2-40B4-BE49-F238E27FC236}">
                <a16:creationId xmlns:a16="http://schemas.microsoft.com/office/drawing/2014/main" id="{6064CA85-5415-69E7-F912-209A3874C36C}"/>
              </a:ext>
            </a:extLst>
          </p:cNvPr>
          <p:cNvSpPr/>
          <p:nvPr userDrawn="1"/>
        </p:nvSpPr>
        <p:spPr>
          <a:xfrm>
            <a:off x="132622" y="3216287"/>
            <a:ext cx="681103" cy="691895"/>
          </a:xfrm>
          <a:custGeom>
            <a:avLst/>
            <a:gdLst>
              <a:gd name="connsiteX0" fmla="*/ 309319 w 681103"/>
              <a:gd name="connsiteY0" fmla="*/ 368332 h 803446"/>
              <a:gd name="connsiteX1" fmla="*/ 316294 w 681103"/>
              <a:gd name="connsiteY1" fmla="*/ 376581 h 803446"/>
              <a:gd name="connsiteX2" fmla="*/ 322795 w 681103"/>
              <a:gd name="connsiteY2" fmla="*/ 384195 h 803446"/>
              <a:gd name="connsiteX3" fmla="*/ 677457 w 681103"/>
              <a:gd name="connsiteY3" fmla="*/ 803447 h 803446"/>
              <a:gd name="connsiteX4" fmla="*/ 681103 w 681103"/>
              <a:gd name="connsiteY4" fmla="*/ 800909 h 803446"/>
              <a:gd name="connsiteX5" fmla="*/ 331832 w 681103"/>
              <a:gd name="connsiteY5" fmla="*/ 388002 h 803446"/>
              <a:gd name="connsiteX6" fmla="*/ 325490 w 681103"/>
              <a:gd name="connsiteY6" fmla="*/ 380388 h 803446"/>
              <a:gd name="connsiteX7" fmla="*/ 318673 w 681103"/>
              <a:gd name="connsiteY7" fmla="*/ 372298 h 803446"/>
              <a:gd name="connsiteX8" fmla="*/ 312014 w 681103"/>
              <a:gd name="connsiteY8" fmla="*/ 364525 h 803446"/>
              <a:gd name="connsiteX9" fmla="*/ 3647 w 681103"/>
              <a:gd name="connsiteY9" fmla="*/ 0 h 803446"/>
              <a:gd name="connsiteX10" fmla="*/ 0 w 681103"/>
              <a:gd name="connsiteY10" fmla="*/ 2538 h 803446"/>
              <a:gd name="connsiteX11" fmla="*/ 302660 w 681103"/>
              <a:gd name="connsiteY11" fmla="*/ 360401 h 803446"/>
              <a:gd name="connsiteX12" fmla="*/ 309319 w 681103"/>
              <a:gd name="connsiteY12" fmla="*/ 368174 h 8034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81103" h="803446">
                <a:moveTo>
                  <a:pt x="309319" y="368332"/>
                </a:moveTo>
                <a:lnTo>
                  <a:pt x="316294" y="376581"/>
                </a:lnTo>
                <a:lnTo>
                  <a:pt x="322795" y="384195"/>
                </a:lnTo>
                <a:lnTo>
                  <a:pt x="677457" y="803447"/>
                </a:lnTo>
                <a:cubicBezTo>
                  <a:pt x="678566" y="802495"/>
                  <a:pt x="679993" y="801861"/>
                  <a:pt x="681103" y="800909"/>
                </a:cubicBezTo>
                <a:lnTo>
                  <a:pt x="331832" y="388002"/>
                </a:lnTo>
                <a:lnTo>
                  <a:pt x="325490" y="380388"/>
                </a:lnTo>
                <a:lnTo>
                  <a:pt x="318673" y="372298"/>
                </a:lnTo>
                <a:lnTo>
                  <a:pt x="312014" y="364525"/>
                </a:lnTo>
                <a:lnTo>
                  <a:pt x="3647" y="0"/>
                </a:lnTo>
                <a:cubicBezTo>
                  <a:pt x="2537" y="952"/>
                  <a:pt x="1110" y="1586"/>
                  <a:pt x="0" y="2538"/>
                </a:cubicBezTo>
                <a:lnTo>
                  <a:pt x="302660" y="360401"/>
                </a:lnTo>
                <a:lnTo>
                  <a:pt x="309319" y="368174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75" name="Freeform 574">
            <a:extLst>
              <a:ext uri="{FF2B5EF4-FFF2-40B4-BE49-F238E27FC236}">
                <a16:creationId xmlns:a16="http://schemas.microsoft.com/office/drawing/2014/main" id="{BF977E13-60D5-AC7E-AC41-B6F0EC855E4E}"/>
              </a:ext>
            </a:extLst>
          </p:cNvPr>
          <p:cNvSpPr/>
          <p:nvPr userDrawn="1"/>
        </p:nvSpPr>
        <p:spPr>
          <a:xfrm>
            <a:off x="117719" y="3225805"/>
            <a:ext cx="508290" cy="1140091"/>
          </a:xfrm>
          <a:custGeom>
            <a:avLst/>
            <a:gdLst>
              <a:gd name="connsiteX0" fmla="*/ 508291 w 508290"/>
              <a:gd name="connsiteY0" fmla="*/ 1323110 h 1323902"/>
              <a:gd name="connsiteX1" fmla="*/ 285378 w 508290"/>
              <a:gd name="connsiteY1" fmla="*/ 737617 h 1323902"/>
              <a:gd name="connsiteX2" fmla="*/ 283476 w 508290"/>
              <a:gd name="connsiteY2" fmla="*/ 732699 h 1323902"/>
              <a:gd name="connsiteX3" fmla="*/ 203887 w 508290"/>
              <a:gd name="connsiteY3" fmla="*/ 523628 h 1323902"/>
              <a:gd name="connsiteX4" fmla="*/ 201350 w 508290"/>
              <a:gd name="connsiteY4" fmla="*/ 516966 h 1323902"/>
              <a:gd name="connsiteX5" fmla="*/ 173130 w 508290"/>
              <a:gd name="connsiteY5" fmla="*/ 442887 h 1323902"/>
              <a:gd name="connsiteX6" fmla="*/ 170276 w 508290"/>
              <a:gd name="connsiteY6" fmla="*/ 435590 h 1323902"/>
              <a:gd name="connsiteX7" fmla="*/ 109395 w 508290"/>
              <a:gd name="connsiteY7" fmla="*/ 275853 h 1323902"/>
              <a:gd name="connsiteX8" fmla="*/ 107175 w 508290"/>
              <a:gd name="connsiteY8" fmla="*/ 270142 h 1323902"/>
              <a:gd name="connsiteX9" fmla="*/ 103053 w 508290"/>
              <a:gd name="connsiteY9" fmla="*/ 259355 h 1323902"/>
              <a:gd name="connsiteX10" fmla="*/ 100834 w 508290"/>
              <a:gd name="connsiteY10" fmla="*/ 253486 h 1323902"/>
              <a:gd name="connsiteX11" fmla="*/ 4281 w 508290"/>
              <a:gd name="connsiteY11" fmla="*/ 0 h 1323902"/>
              <a:gd name="connsiteX12" fmla="*/ 0 w 508290"/>
              <a:gd name="connsiteY12" fmla="*/ 1110 h 1323902"/>
              <a:gd name="connsiteX13" fmla="*/ 95126 w 508290"/>
              <a:gd name="connsiteY13" fmla="*/ 250948 h 1323902"/>
              <a:gd name="connsiteX14" fmla="*/ 97346 w 508290"/>
              <a:gd name="connsiteY14" fmla="*/ 256818 h 1323902"/>
              <a:gd name="connsiteX15" fmla="*/ 101468 w 508290"/>
              <a:gd name="connsiteY15" fmla="*/ 267604 h 1323902"/>
              <a:gd name="connsiteX16" fmla="*/ 103688 w 508290"/>
              <a:gd name="connsiteY16" fmla="*/ 273315 h 1323902"/>
              <a:gd name="connsiteX17" fmla="*/ 163617 w 508290"/>
              <a:gd name="connsiteY17" fmla="*/ 430831 h 1323902"/>
              <a:gd name="connsiteX18" fmla="*/ 166471 w 508290"/>
              <a:gd name="connsiteY18" fmla="*/ 438128 h 1323902"/>
              <a:gd name="connsiteX19" fmla="*/ 195009 w 508290"/>
              <a:gd name="connsiteY19" fmla="*/ 513318 h 1323902"/>
              <a:gd name="connsiteX20" fmla="*/ 197545 w 508290"/>
              <a:gd name="connsiteY20" fmla="*/ 519980 h 1323902"/>
              <a:gd name="connsiteX21" fmla="*/ 278085 w 508290"/>
              <a:gd name="connsiteY21" fmla="*/ 731430 h 1323902"/>
              <a:gd name="connsiteX22" fmla="*/ 279988 w 508290"/>
              <a:gd name="connsiteY22" fmla="*/ 736348 h 1323902"/>
              <a:gd name="connsiteX23" fmla="*/ 503693 w 508290"/>
              <a:gd name="connsiteY23" fmla="*/ 1323903 h 1323902"/>
              <a:gd name="connsiteX24" fmla="*/ 507974 w 508290"/>
              <a:gd name="connsiteY24" fmla="*/ 1322792 h 13239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508290" h="1323902">
                <a:moveTo>
                  <a:pt x="508291" y="1323110"/>
                </a:moveTo>
                <a:lnTo>
                  <a:pt x="285378" y="737617"/>
                </a:lnTo>
                <a:lnTo>
                  <a:pt x="283476" y="732699"/>
                </a:lnTo>
                <a:lnTo>
                  <a:pt x="203887" y="523628"/>
                </a:lnTo>
                <a:lnTo>
                  <a:pt x="201350" y="516966"/>
                </a:lnTo>
                <a:lnTo>
                  <a:pt x="173130" y="442887"/>
                </a:lnTo>
                <a:lnTo>
                  <a:pt x="170276" y="435590"/>
                </a:lnTo>
                <a:lnTo>
                  <a:pt x="109395" y="275853"/>
                </a:lnTo>
                <a:lnTo>
                  <a:pt x="107175" y="270142"/>
                </a:lnTo>
                <a:lnTo>
                  <a:pt x="103053" y="259355"/>
                </a:lnTo>
                <a:lnTo>
                  <a:pt x="100834" y="253486"/>
                </a:lnTo>
                <a:lnTo>
                  <a:pt x="4281" y="0"/>
                </a:lnTo>
                <a:cubicBezTo>
                  <a:pt x="2854" y="634"/>
                  <a:pt x="1268" y="634"/>
                  <a:pt x="0" y="1110"/>
                </a:cubicBezTo>
                <a:lnTo>
                  <a:pt x="95126" y="250948"/>
                </a:lnTo>
                <a:lnTo>
                  <a:pt x="97346" y="256818"/>
                </a:lnTo>
                <a:lnTo>
                  <a:pt x="101468" y="267604"/>
                </a:lnTo>
                <a:lnTo>
                  <a:pt x="103688" y="273315"/>
                </a:lnTo>
                <a:lnTo>
                  <a:pt x="163617" y="430831"/>
                </a:lnTo>
                <a:lnTo>
                  <a:pt x="166471" y="438128"/>
                </a:lnTo>
                <a:lnTo>
                  <a:pt x="195009" y="513318"/>
                </a:lnTo>
                <a:lnTo>
                  <a:pt x="197545" y="519980"/>
                </a:lnTo>
                <a:lnTo>
                  <a:pt x="278085" y="731430"/>
                </a:lnTo>
                <a:lnTo>
                  <a:pt x="279988" y="736348"/>
                </a:lnTo>
                <a:lnTo>
                  <a:pt x="503693" y="1323903"/>
                </a:lnTo>
                <a:cubicBezTo>
                  <a:pt x="505120" y="1323268"/>
                  <a:pt x="506705" y="1323268"/>
                  <a:pt x="507974" y="132279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8" name="Freeform 127">
            <a:extLst>
              <a:ext uri="{FF2B5EF4-FFF2-40B4-BE49-F238E27FC236}">
                <a16:creationId xmlns:a16="http://schemas.microsoft.com/office/drawing/2014/main" id="{5B3B79BF-05FB-4CA8-7661-A1A31670D682}"/>
              </a:ext>
            </a:extLst>
          </p:cNvPr>
          <p:cNvSpPr/>
          <p:nvPr userDrawn="1"/>
        </p:nvSpPr>
        <p:spPr>
          <a:xfrm>
            <a:off x="33056" y="3190271"/>
            <a:ext cx="21720" cy="45719"/>
          </a:xfrm>
          <a:custGeom>
            <a:avLst/>
            <a:gdLst>
              <a:gd name="connsiteX0" fmla="*/ 21403 w 21720"/>
              <a:gd name="connsiteY0" fmla="*/ 0 h 5552"/>
              <a:gd name="connsiteX1" fmla="*/ 0 w 21720"/>
              <a:gd name="connsiteY1" fmla="*/ 3648 h 5552"/>
              <a:gd name="connsiteX2" fmla="*/ 0 w 21720"/>
              <a:gd name="connsiteY2" fmla="*/ 5552 h 5552"/>
              <a:gd name="connsiteX3" fmla="*/ 21720 w 21720"/>
              <a:gd name="connsiteY3" fmla="*/ 1428 h 5552"/>
              <a:gd name="connsiteX4" fmla="*/ 21403 w 21720"/>
              <a:gd name="connsiteY4" fmla="*/ 159 h 55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720" h="5552">
                <a:moveTo>
                  <a:pt x="21403" y="0"/>
                </a:moveTo>
                <a:lnTo>
                  <a:pt x="0" y="3648"/>
                </a:lnTo>
                <a:lnTo>
                  <a:pt x="0" y="5552"/>
                </a:lnTo>
                <a:lnTo>
                  <a:pt x="21720" y="1428"/>
                </a:lnTo>
                <a:cubicBezTo>
                  <a:pt x="21720" y="1428"/>
                  <a:pt x="21562" y="634"/>
                  <a:pt x="21403" y="159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9" name="Freeform 128">
            <a:extLst>
              <a:ext uri="{FF2B5EF4-FFF2-40B4-BE49-F238E27FC236}">
                <a16:creationId xmlns:a16="http://schemas.microsoft.com/office/drawing/2014/main" id="{B3E690E9-8B85-413F-D991-AADA8A5039D8}"/>
              </a:ext>
            </a:extLst>
          </p:cNvPr>
          <p:cNvSpPr/>
          <p:nvPr userDrawn="1"/>
        </p:nvSpPr>
        <p:spPr>
          <a:xfrm>
            <a:off x="33056" y="3164574"/>
            <a:ext cx="21720" cy="45719"/>
          </a:xfrm>
          <a:custGeom>
            <a:avLst/>
            <a:gdLst>
              <a:gd name="connsiteX0" fmla="*/ 21562 w 21720"/>
              <a:gd name="connsiteY0" fmla="*/ 4124 h 8565"/>
              <a:gd name="connsiteX1" fmla="*/ 0 w 21720"/>
              <a:gd name="connsiteY1" fmla="*/ 0 h 8565"/>
              <a:gd name="connsiteX2" fmla="*/ 0 w 21720"/>
              <a:gd name="connsiteY2" fmla="*/ 4600 h 8565"/>
              <a:gd name="connsiteX3" fmla="*/ 20769 w 21720"/>
              <a:gd name="connsiteY3" fmla="*/ 8566 h 8565"/>
              <a:gd name="connsiteX4" fmla="*/ 21720 w 21720"/>
              <a:gd name="connsiteY4" fmla="*/ 4124 h 85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720" h="8565">
                <a:moveTo>
                  <a:pt x="21562" y="4124"/>
                </a:moveTo>
                <a:lnTo>
                  <a:pt x="0" y="0"/>
                </a:lnTo>
                <a:lnTo>
                  <a:pt x="0" y="4600"/>
                </a:lnTo>
                <a:lnTo>
                  <a:pt x="20769" y="8566"/>
                </a:lnTo>
                <a:cubicBezTo>
                  <a:pt x="20928" y="6980"/>
                  <a:pt x="21403" y="5552"/>
                  <a:pt x="21720" y="4124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0" name="Freeform 129">
            <a:extLst>
              <a:ext uri="{FF2B5EF4-FFF2-40B4-BE49-F238E27FC236}">
                <a16:creationId xmlns:a16="http://schemas.microsoft.com/office/drawing/2014/main" id="{6C28B33E-6363-6EA5-21AB-EA6080EFCE84}"/>
              </a:ext>
            </a:extLst>
          </p:cNvPr>
          <p:cNvSpPr/>
          <p:nvPr userDrawn="1"/>
        </p:nvSpPr>
        <p:spPr>
          <a:xfrm>
            <a:off x="102816" y="1947904"/>
            <a:ext cx="66588" cy="1018514"/>
          </a:xfrm>
          <a:custGeom>
            <a:avLst/>
            <a:gdLst>
              <a:gd name="connsiteX0" fmla="*/ 66588 w 66588"/>
              <a:gd name="connsiteY0" fmla="*/ 952 h 1182724"/>
              <a:gd name="connsiteX1" fmla="*/ 62149 w 66588"/>
              <a:gd name="connsiteY1" fmla="*/ 0 h 1182724"/>
              <a:gd name="connsiteX2" fmla="*/ 0 w 66588"/>
              <a:gd name="connsiteY2" fmla="*/ 1181773 h 1182724"/>
              <a:gd name="connsiteX3" fmla="*/ 4281 w 66588"/>
              <a:gd name="connsiteY3" fmla="*/ 1182725 h 1182724"/>
              <a:gd name="connsiteX4" fmla="*/ 66430 w 66588"/>
              <a:gd name="connsiteY4" fmla="*/ 952 h 11827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6588" h="1182724">
                <a:moveTo>
                  <a:pt x="66588" y="952"/>
                </a:moveTo>
                <a:cubicBezTo>
                  <a:pt x="65003" y="952"/>
                  <a:pt x="63735" y="159"/>
                  <a:pt x="62149" y="0"/>
                </a:cubicBezTo>
                <a:lnTo>
                  <a:pt x="0" y="1181773"/>
                </a:lnTo>
                <a:cubicBezTo>
                  <a:pt x="1585" y="1181773"/>
                  <a:pt x="2854" y="1182566"/>
                  <a:pt x="4281" y="1182725"/>
                </a:cubicBezTo>
                <a:lnTo>
                  <a:pt x="66430" y="952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1" name="Freeform 130">
            <a:extLst>
              <a:ext uri="{FF2B5EF4-FFF2-40B4-BE49-F238E27FC236}">
                <a16:creationId xmlns:a16="http://schemas.microsoft.com/office/drawing/2014/main" id="{9F7EE8FE-398D-461B-94EF-EA10A3C5B9A3}"/>
              </a:ext>
            </a:extLst>
          </p:cNvPr>
          <p:cNvSpPr/>
          <p:nvPr userDrawn="1"/>
        </p:nvSpPr>
        <p:spPr>
          <a:xfrm>
            <a:off x="32898" y="3185830"/>
            <a:ext cx="21403" cy="45719"/>
          </a:xfrm>
          <a:custGeom>
            <a:avLst/>
            <a:gdLst>
              <a:gd name="connsiteX0" fmla="*/ 20611 w 21403"/>
              <a:gd name="connsiteY0" fmla="*/ 0 h 7931"/>
              <a:gd name="connsiteX1" fmla="*/ 0 w 21403"/>
              <a:gd name="connsiteY1" fmla="*/ 3490 h 7931"/>
              <a:gd name="connsiteX2" fmla="*/ 0 w 21403"/>
              <a:gd name="connsiteY2" fmla="*/ 7931 h 7931"/>
              <a:gd name="connsiteX3" fmla="*/ 21403 w 21403"/>
              <a:gd name="connsiteY3" fmla="*/ 4283 h 7931"/>
              <a:gd name="connsiteX4" fmla="*/ 20452 w 21403"/>
              <a:gd name="connsiteY4" fmla="*/ 0 h 79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403" h="7931">
                <a:moveTo>
                  <a:pt x="20611" y="0"/>
                </a:moveTo>
                <a:lnTo>
                  <a:pt x="0" y="3490"/>
                </a:lnTo>
                <a:lnTo>
                  <a:pt x="0" y="7931"/>
                </a:lnTo>
                <a:lnTo>
                  <a:pt x="21403" y="4283"/>
                </a:lnTo>
                <a:cubicBezTo>
                  <a:pt x="21086" y="2855"/>
                  <a:pt x="20769" y="1428"/>
                  <a:pt x="20452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2" name="Freeform 131">
            <a:extLst>
              <a:ext uri="{FF2B5EF4-FFF2-40B4-BE49-F238E27FC236}">
                <a16:creationId xmlns:a16="http://schemas.microsoft.com/office/drawing/2014/main" id="{255E1173-FD09-0569-1E43-957FA77B8105}"/>
              </a:ext>
            </a:extLst>
          </p:cNvPr>
          <p:cNvSpPr/>
          <p:nvPr userDrawn="1"/>
        </p:nvSpPr>
        <p:spPr>
          <a:xfrm>
            <a:off x="33056" y="3215651"/>
            <a:ext cx="38208" cy="45719"/>
          </a:xfrm>
          <a:custGeom>
            <a:avLst/>
            <a:gdLst>
              <a:gd name="connsiteX0" fmla="*/ 34404 w 38208"/>
              <a:gd name="connsiteY0" fmla="*/ 0 h 45208"/>
              <a:gd name="connsiteX1" fmla="*/ 0 w 38208"/>
              <a:gd name="connsiteY1" fmla="*/ 38546 h 45208"/>
              <a:gd name="connsiteX2" fmla="*/ 0 w 38208"/>
              <a:gd name="connsiteY2" fmla="*/ 45209 h 45208"/>
              <a:gd name="connsiteX3" fmla="*/ 38209 w 38208"/>
              <a:gd name="connsiteY3" fmla="*/ 2538 h 45208"/>
              <a:gd name="connsiteX4" fmla="*/ 34562 w 38208"/>
              <a:gd name="connsiteY4" fmla="*/ 0 h 45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8208" h="45208">
                <a:moveTo>
                  <a:pt x="34404" y="0"/>
                </a:moveTo>
                <a:lnTo>
                  <a:pt x="0" y="38546"/>
                </a:lnTo>
                <a:lnTo>
                  <a:pt x="0" y="45209"/>
                </a:lnTo>
                <a:lnTo>
                  <a:pt x="38209" y="2538"/>
                </a:lnTo>
                <a:cubicBezTo>
                  <a:pt x="37099" y="1586"/>
                  <a:pt x="35514" y="1110"/>
                  <a:pt x="34562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3" name="Freeform 132">
            <a:extLst>
              <a:ext uri="{FF2B5EF4-FFF2-40B4-BE49-F238E27FC236}">
                <a16:creationId xmlns:a16="http://schemas.microsoft.com/office/drawing/2014/main" id="{9DD1CB9F-DB3E-0EB6-FAD5-22180D44AC29}"/>
              </a:ext>
            </a:extLst>
          </p:cNvPr>
          <p:cNvSpPr/>
          <p:nvPr userDrawn="1"/>
        </p:nvSpPr>
        <p:spPr>
          <a:xfrm>
            <a:off x="33056" y="3117937"/>
            <a:ext cx="32977" cy="45719"/>
          </a:xfrm>
          <a:custGeom>
            <a:avLst/>
            <a:gdLst>
              <a:gd name="connsiteX0" fmla="*/ 32977 w 32977"/>
              <a:gd name="connsiteY0" fmla="*/ 28077 h 28394"/>
              <a:gd name="connsiteX1" fmla="*/ 0 w 32977"/>
              <a:gd name="connsiteY1" fmla="*/ 0 h 28394"/>
              <a:gd name="connsiteX2" fmla="*/ 0 w 32977"/>
              <a:gd name="connsiteY2" fmla="*/ 1110 h 28394"/>
              <a:gd name="connsiteX3" fmla="*/ 32660 w 32977"/>
              <a:gd name="connsiteY3" fmla="*/ 28394 h 28394"/>
              <a:gd name="connsiteX4" fmla="*/ 32977 w 32977"/>
              <a:gd name="connsiteY4" fmla="*/ 27918 h 283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2977" h="28394">
                <a:moveTo>
                  <a:pt x="32977" y="28077"/>
                </a:moveTo>
                <a:lnTo>
                  <a:pt x="0" y="0"/>
                </a:lnTo>
                <a:lnTo>
                  <a:pt x="0" y="1110"/>
                </a:lnTo>
                <a:lnTo>
                  <a:pt x="32660" y="28394"/>
                </a:lnTo>
                <a:cubicBezTo>
                  <a:pt x="32660" y="28394"/>
                  <a:pt x="32819" y="28077"/>
                  <a:pt x="32977" y="27918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4" name="Freeform 133">
            <a:extLst>
              <a:ext uri="{FF2B5EF4-FFF2-40B4-BE49-F238E27FC236}">
                <a16:creationId xmlns:a16="http://schemas.microsoft.com/office/drawing/2014/main" id="{9AB5B6DF-F071-EEEB-AB8F-A0E75A3C0F71}"/>
              </a:ext>
            </a:extLst>
          </p:cNvPr>
          <p:cNvSpPr/>
          <p:nvPr userDrawn="1"/>
        </p:nvSpPr>
        <p:spPr>
          <a:xfrm>
            <a:off x="33056" y="1901425"/>
            <a:ext cx="88150" cy="45719"/>
          </a:xfrm>
          <a:custGeom>
            <a:avLst/>
            <a:gdLst>
              <a:gd name="connsiteX0" fmla="*/ 87199 w 88150"/>
              <a:gd name="connsiteY0" fmla="*/ 0 h 12690"/>
              <a:gd name="connsiteX1" fmla="*/ 0 w 88150"/>
              <a:gd name="connsiteY1" fmla="*/ 8249 h 12690"/>
              <a:gd name="connsiteX2" fmla="*/ 0 w 88150"/>
              <a:gd name="connsiteY2" fmla="*/ 12690 h 12690"/>
              <a:gd name="connsiteX3" fmla="*/ 88150 w 88150"/>
              <a:gd name="connsiteY3" fmla="*/ 4283 h 12690"/>
              <a:gd name="connsiteX4" fmla="*/ 87199 w 88150"/>
              <a:gd name="connsiteY4" fmla="*/ 0 h 126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8150" h="12690">
                <a:moveTo>
                  <a:pt x="87199" y="0"/>
                </a:moveTo>
                <a:lnTo>
                  <a:pt x="0" y="8249"/>
                </a:lnTo>
                <a:lnTo>
                  <a:pt x="0" y="12690"/>
                </a:lnTo>
                <a:lnTo>
                  <a:pt x="88150" y="4283"/>
                </a:lnTo>
                <a:cubicBezTo>
                  <a:pt x="87833" y="2855"/>
                  <a:pt x="87358" y="1428"/>
                  <a:pt x="87199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5" name="Freeform 134">
            <a:extLst>
              <a:ext uri="{FF2B5EF4-FFF2-40B4-BE49-F238E27FC236}">
                <a16:creationId xmlns:a16="http://schemas.microsoft.com/office/drawing/2014/main" id="{F091B509-AFBC-B43E-F18B-E67DC998FC78}"/>
              </a:ext>
            </a:extLst>
          </p:cNvPr>
          <p:cNvSpPr/>
          <p:nvPr userDrawn="1"/>
        </p:nvSpPr>
        <p:spPr>
          <a:xfrm>
            <a:off x="33056" y="3119206"/>
            <a:ext cx="32818" cy="45719"/>
          </a:xfrm>
          <a:custGeom>
            <a:avLst/>
            <a:gdLst>
              <a:gd name="connsiteX0" fmla="*/ 32660 w 32818"/>
              <a:gd name="connsiteY0" fmla="*/ 27284 h 31090"/>
              <a:gd name="connsiteX1" fmla="*/ 0 w 32818"/>
              <a:gd name="connsiteY1" fmla="*/ 0 h 31090"/>
              <a:gd name="connsiteX2" fmla="*/ 0 w 32818"/>
              <a:gd name="connsiteY2" fmla="*/ 5869 h 31090"/>
              <a:gd name="connsiteX3" fmla="*/ 30282 w 32818"/>
              <a:gd name="connsiteY3" fmla="*/ 31091 h 31090"/>
              <a:gd name="connsiteX4" fmla="*/ 32819 w 32818"/>
              <a:gd name="connsiteY4" fmla="*/ 27442 h 310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2818" h="31090">
                <a:moveTo>
                  <a:pt x="32660" y="27284"/>
                </a:moveTo>
                <a:lnTo>
                  <a:pt x="0" y="0"/>
                </a:lnTo>
                <a:lnTo>
                  <a:pt x="0" y="5869"/>
                </a:lnTo>
                <a:lnTo>
                  <a:pt x="30282" y="31091"/>
                </a:lnTo>
                <a:cubicBezTo>
                  <a:pt x="31233" y="29822"/>
                  <a:pt x="31867" y="28553"/>
                  <a:pt x="32819" y="2744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6" name="Freeform 135">
            <a:extLst>
              <a:ext uri="{FF2B5EF4-FFF2-40B4-BE49-F238E27FC236}">
                <a16:creationId xmlns:a16="http://schemas.microsoft.com/office/drawing/2014/main" id="{4437A474-6C45-A265-D939-3363F4F62CEC}"/>
              </a:ext>
            </a:extLst>
          </p:cNvPr>
          <p:cNvSpPr/>
          <p:nvPr userDrawn="1"/>
        </p:nvSpPr>
        <p:spPr>
          <a:xfrm>
            <a:off x="33056" y="1870018"/>
            <a:ext cx="88625" cy="45719"/>
          </a:xfrm>
          <a:custGeom>
            <a:avLst/>
            <a:gdLst>
              <a:gd name="connsiteX0" fmla="*/ 88626 w 88625"/>
              <a:gd name="connsiteY0" fmla="*/ 19352 h 21573"/>
              <a:gd name="connsiteX1" fmla="*/ 44234 w 88625"/>
              <a:gd name="connsiteY1" fmla="*/ 8566 h 21573"/>
              <a:gd name="connsiteX2" fmla="*/ 0 w 88625"/>
              <a:gd name="connsiteY2" fmla="*/ 0 h 21573"/>
              <a:gd name="connsiteX3" fmla="*/ 0 w 88625"/>
              <a:gd name="connsiteY3" fmla="*/ 4600 h 21573"/>
              <a:gd name="connsiteX4" fmla="*/ 88150 w 88625"/>
              <a:gd name="connsiteY4" fmla="*/ 21573 h 21573"/>
              <a:gd name="connsiteX5" fmla="*/ 88626 w 88625"/>
              <a:gd name="connsiteY5" fmla="*/ 19352 h 215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8625" h="21573">
                <a:moveTo>
                  <a:pt x="88626" y="19352"/>
                </a:moveTo>
                <a:lnTo>
                  <a:pt x="44234" y="8566"/>
                </a:lnTo>
                <a:lnTo>
                  <a:pt x="0" y="0"/>
                </a:lnTo>
                <a:lnTo>
                  <a:pt x="0" y="4600"/>
                </a:lnTo>
                <a:lnTo>
                  <a:pt x="88150" y="21573"/>
                </a:lnTo>
                <a:cubicBezTo>
                  <a:pt x="88150" y="21573"/>
                  <a:pt x="88467" y="19987"/>
                  <a:pt x="88626" y="1935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7" name="Freeform 136">
            <a:extLst>
              <a:ext uri="{FF2B5EF4-FFF2-40B4-BE49-F238E27FC236}">
                <a16:creationId xmlns:a16="http://schemas.microsoft.com/office/drawing/2014/main" id="{3E94522C-A861-206B-00A5-188C8773317F}"/>
              </a:ext>
            </a:extLst>
          </p:cNvPr>
          <p:cNvSpPr/>
          <p:nvPr userDrawn="1"/>
        </p:nvSpPr>
        <p:spPr>
          <a:xfrm>
            <a:off x="33056" y="1863355"/>
            <a:ext cx="89577" cy="45719"/>
          </a:xfrm>
          <a:custGeom>
            <a:avLst/>
            <a:gdLst>
              <a:gd name="connsiteX0" fmla="*/ 88626 w 89577"/>
              <a:gd name="connsiteY0" fmla="*/ 26015 h 26173"/>
              <a:gd name="connsiteX1" fmla="*/ 89577 w 89577"/>
              <a:gd name="connsiteY1" fmla="*/ 21732 h 26173"/>
              <a:gd name="connsiteX2" fmla="*/ 0 w 89577"/>
              <a:gd name="connsiteY2" fmla="*/ 0 h 26173"/>
              <a:gd name="connsiteX3" fmla="*/ 0 w 89577"/>
              <a:gd name="connsiteY3" fmla="*/ 4600 h 26173"/>
              <a:gd name="connsiteX4" fmla="*/ 44234 w 89577"/>
              <a:gd name="connsiteY4" fmla="*/ 15387 h 26173"/>
              <a:gd name="connsiteX5" fmla="*/ 88626 w 89577"/>
              <a:gd name="connsiteY5" fmla="*/ 26174 h 261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9577" h="26173">
                <a:moveTo>
                  <a:pt x="88626" y="26015"/>
                </a:moveTo>
                <a:cubicBezTo>
                  <a:pt x="88943" y="24587"/>
                  <a:pt x="89101" y="23160"/>
                  <a:pt x="89577" y="21732"/>
                </a:cubicBezTo>
                <a:lnTo>
                  <a:pt x="0" y="0"/>
                </a:lnTo>
                <a:lnTo>
                  <a:pt x="0" y="4600"/>
                </a:lnTo>
                <a:lnTo>
                  <a:pt x="44234" y="15387"/>
                </a:lnTo>
                <a:lnTo>
                  <a:pt x="88626" y="26174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8" name="Freeform 137">
            <a:extLst>
              <a:ext uri="{FF2B5EF4-FFF2-40B4-BE49-F238E27FC236}">
                <a16:creationId xmlns:a16="http://schemas.microsoft.com/office/drawing/2014/main" id="{2B675643-06F3-E2A6-EE19-DF1FB1621EAD}"/>
              </a:ext>
            </a:extLst>
          </p:cNvPr>
          <p:cNvSpPr/>
          <p:nvPr userDrawn="1"/>
        </p:nvSpPr>
        <p:spPr>
          <a:xfrm>
            <a:off x="5977965" y="6530327"/>
            <a:ext cx="379077" cy="1022885"/>
          </a:xfrm>
          <a:custGeom>
            <a:avLst/>
            <a:gdLst>
              <a:gd name="connsiteX0" fmla="*/ 374639 w 379077"/>
              <a:gd name="connsiteY0" fmla="*/ 158 h 1187800"/>
              <a:gd name="connsiteX1" fmla="*/ 0 w 379077"/>
              <a:gd name="connsiteY1" fmla="*/ 1186849 h 1187800"/>
              <a:gd name="connsiteX2" fmla="*/ 4439 w 379077"/>
              <a:gd name="connsiteY2" fmla="*/ 1187800 h 1187800"/>
              <a:gd name="connsiteX3" fmla="*/ 379078 w 379077"/>
              <a:gd name="connsiteY3" fmla="*/ 952 h 1187800"/>
              <a:gd name="connsiteX4" fmla="*/ 374639 w 379077"/>
              <a:gd name="connsiteY4" fmla="*/ 0 h 1187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9077" h="1187800">
                <a:moveTo>
                  <a:pt x="374639" y="158"/>
                </a:moveTo>
                <a:lnTo>
                  <a:pt x="0" y="1186849"/>
                </a:lnTo>
                <a:cubicBezTo>
                  <a:pt x="1427" y="1187324"/>
                  <a:pt x="3012" y="1187324"/>
                  <a:pt x="4439" y="1187800"/>
                </a:cubicBezTo>
                <a:lnTo>
                  <a:pt x="379078" y="952"/>
                </a:lnTo>
                <a:cubicBezTo>
                  <a:pt x="377651" y="476"/>
                  <a:pt x="376065" y="476"/>
                  <a:pt x="374639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9" name="Freeform 138">
            <a:extLst>
              <a:ext uri="{FF2B5EF4-FFF2-40B4-BE49-F238E27FC236}">
                <a16:creationId xmlns:a16="http://schemas.microsoft.com/office/drawing/2014/main" id="{0FCE106E-4179-AF8C-55CE-481429CD6BC9}"/>
              </a:ext>
            </a:extLst>
          </p:cNvPr>
          <p:cNvSpPr/>
          <p:nvPr userDrawn="1"/>
        </p:nvSpPr>
        <p:spPr>
          <a:xfrm>
            <a:off x="6322638" y="1807202"/>
            <a:ext cx="768143" cy="1319178"/>
          </a:xfrm>
          <a:custGeom>
            <a:avLst/>
            <a:gdLst>
              <a:gd name="connsiteX0" fmla="*/ 0 w 768143"/>
              <a:gd name="connsiteY0" fmla="*/ 1529325 h 1531863"/>
              <a:gd name="connsiteX1" fmla="*/ 3805 w 768143"/>
              <a:gd name="connsiteY1" fmla="*/ 1531863 h 1531863"/>
              <a:gd name="connsiteX2" fmla="*/ 768144 w 768143"/>
              <a:gd name="connsiteY2" fmla="*/ 2538 h 1531863"/>
              <a:gd name="connsiteX3" fmla="*/ 764338 w 768143"/>
              <a:gd name="connsiteY3" fmla="*/ 0 h 1531863"/>
              <a:gd name="connsiteX4" fmla="*/ 0 w 768143"/>
              <a:gd name="connsiteY4" fmla="*/ 1529325 h 15318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68143" h="1531863">
                <a:moveTo>
                  <a:pt x="0" y="1529325"/>
                </a:moveTo>
                <a:cubicBezTo>
                  <a:pt x="1427" y="1529960"/>
                  <a:pt x="2378" y="1531070"/>
                  <a:pt x="3805" y="1531863"/>
                </a:cubicBezTo>
                <a:lnTo>
                  <a:pt x="768144" y="2538"/>
                </a:lnTo>
                <a:cubicBezTo>
                  <a:pt x="766717" y="1904"/>
                  <a:pt x="765766" y="793"/>
                  <a:pt x="764338" y="0"/>
                </a:cubicBezTo>
                <a:lnTo>
                  <a:pt x="0" y="152932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0" name="Freeform 139">
            <a:extLst>
              <a:ext uri="{FF2B5EF4-FFF2-40B4-BE49-F238E27FC236}">
                <a16:creationId xmlns:a16="http://schemas.microsoft.com/office/drawing/2014/main" id="{62E7C309-29A9-D2E2-0BA8-FE23FBA47D6E}"/>
              </a:ext>
            </a:extLst>
          </p:cNvPr>
          <p:cNvSpPr/>
          <p:nvPr userDrawn="1"/>
        </p:nvSpPr>
        <p:spPr>
          <a:xfrm>
            <a:off x="6873577" y="1472974"/>
            <a:ext cx="154579" cy="341508"/>
          </a:xfrm>
          <a:custGeom>
            <a:avLst/>
            <a:gdLst>
              <a:gd name="connsiteX0" fmla="*/ 5549 w 154579"/>
              <a:gd name="connsiteY0" fmla="*/ 394030 h 396568"/>
              <a:gd name="connsiteX1" fmla="*/ 154580 w 154579"/>
              <a:gd name="connsiteY1" fmla="*/ 952 h 396568"/>
              <a:gd name="connsiteX2" fmla="*/ 150299 w 154579"/>
              <a:gd name="connsiteY2" fmla="*/ 0 h 396568"/>
              <a:gd name="connsiteX3" fmla="*/ 0 w 154579"/>
              <a:gd name="connsiteY3" fmla="*/ 396568 h 396568"/>
              <a:gd name="connsiteX4" fmla="*/ 5549 w 154579"/>
              <a:gd name="connsiteY4" fmla="*/ 394030 h 3965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4579" h="396568">
                <a:moveTo>
                  <a:pt x="5549" y="394030"/>
                </a:moveTo>
                <a:lnTo>
                  <a:pt x="154580" y="952"/>
                </a:lnTo>
                <a:cubicBezTo>
                  <a:pt x="153153" y="476"/>
                  <a:pt x="151568" y="476"/>
                  <a:pt x="150299" y="0"/>
                </a:cubicBezTo>
                <a:lnTo>
                  <a:pt x="0" y="396568"/>
                </a:lnTo>
                <a:lnTo>
                  <a:pt x="5549" y="39403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1" name="Freeform 140">
            <a:extLst>
              <a:ext uri="{FF2B5EF4-FFF2-40B4-BE49-F238E27FC236}">
                <a16:creationId xmlns:a16="http://schemas.microsoft.com/office/drawing/2014/main" id="{87728C07-D456-2299-F595-E2824DF13B0B}"/>
              </a:ext>
            </a:extLst>
          </p:cNvPr>
          <p:cNvSpPr/>
          <p:nvPr userDrawn="1"/>
        </p:nvSpPr>
        <p:spPr>
          <a:xfrm>
            <a:off x="6318833" y="1872873"/>
            <a:ext cx="557914" cy="1260029"/>
          </a:xfrm>
          <a:custGeom>
            <a:avLst/>
            <a:gdLst>
              <a:gd name="connsiteX0" fmla="*/ 552366 w 557914"/>
              <a:gd name="connsiteY0" fmla="*/ 2538 h 1463177"/>
              <a:gd name="connsiteX1" fmla="*/ 4915 w 557914"/>
              <a:gd name="connsiteY1" fmla="*/ 1446363 h 1463177"/>
              <a:gd name="connsiteX2" fmla="*/ 0 w 557914"/>
              <a:gd name="connsiteY2" fmla="*/ 1462384 h 1463177"/>
              <a:gd name="connsiteX3" fmla="*/ 3171 w 557914"/>
              <a:gd name="connsiteY3" fmla="*/ 1463178 h 1463177"/>
              <a:gd name="connsiteX4" fmla="*/ 557915 w 557914"/>
              <a:gd name="connsiteY4" fmla="*/ 0 h 1463177"/>
              <a:gd name="connsiteX5" fmla="*/ 552207 w 557914"/>
              <a:gd name="connsiteY5" fmla="*/ 2538 h 14631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57914" h="1463177">
                <a:moveTo>
                  <a:pt x="552366" y="2538"/>
                </a:moveTo>
                <a:lnTo>
                  <a:pt x="4915" y="1446363"/>
                </a:lnTo>
                <a:lnTo>
                  <a:pt x="0" y="1462384"/>
                </a:lnTo>
                <a:cubicBezTo>
                  <a:pt x="951" y="1462702"/>
                  <a:pt x="2219" y="1462702"/>
                  <a:pt x="3171" y="1463178"/>
                </a:cubicBezTo>
                <a:lnTo>
                  <a:pt x="557915" y="0"/>
                </a:lnTo>
                <a:lnTo>
                  <a:pt x="552207" y="2538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2" name="Freeform 141">
            <a:extLst>
              <a:ext uri="{FF2B5EF4-FFF2-40B4-BE49-F238E27FC236}">
                <a16:creationId xmlns:a16="http://schemas.microsoft.com/office/drawing/2014/main" id="{E4BACA13-9289-6321-D05B-30BB8D6FAEC2}"/>
              </a:ext>
            </a:extLst>
          </p:cNvPr>
          <p:cNvSpPr/>
          <p:nvPr userDrawn="1"/>
        </p:nvSpPr>
        <p:spPr>
          <a:xfrm>
            <a:off x="6863430" y="1001692"/>
            <a:ext cx="167897" cy="460899"/>
          </a:xfrm>
          <a:custGeom>
            <a:avLst/>
            <a:gdLst>
              <a:gd name="connsiteX0" fmla="*/ 136664 w 167897"/>
              <a:gd name="connsiteY0" fmla="*/ 103108 h 535208"/>
              <a:gd name="connsiteX1" fmla="*/ 139677 w 167897"/>
              <a:gd name="connsiteY1" fmla="*/ 93114 h 535208"/>
              <a:gd name="connsiteX2" fmla="*/ 167898 w 167897"/>
              <a:gd name="connsiteY2" fmla="*/ 952 h 535208"/>
              <a:gd name="connsiteX3" fmla="*/ 163458 w 167897"/>
              <a:gd name="connsiteY3" fmla="*/ 0 h 535208"/>
              <a:gd name="connsiteX4" fmla="*/ 138250 w 167897"/>
              <a:gd name="connsiteY4" fmla="*/ 82486 h 535208"/>
              <a:gd name="connsiteX5" fmla="*/ 135238 w 167897"/>
              <a:gd name="connsiteY5" fmla="*/ 92480 h 535208"/>
              <a:gd name="connsiteX6" fmla="*/ 0 w 167897"/>
              <a:gd name="connsiteY6" fmla="*/ 535208 h 535208"/>
              <a:gd name="connsiteX7" fmla="*/ 5707 w 167897"/>
              <a:gd name="connsiteY7" fmla="*/ 531560 h 535208"/>
              <a:gd name="connsiteX8" fmla="*/ 136664 w 167897"/>
              <a:gd name="connsiteY8" fmla="*/ 103108 h 535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67897" h="535208">
                <a:moveTo>
                  <a:pt x="136664" y="103108"/>
                </a:moveTo>
                <a:lnTo>
                  <a:pt x="139677" y="93114"/>
                </a:lnTo>
                <a:lnTo>
                  <a:pt x="167898" y="952"/>
                </a:lnTo>
                <a:cubicBezTo>
                  <a:pt x="166471" y="635"/>
                  <a:pt x="164885" y="476"/>
                  <a:pt x="163458" y="0"/>
                </a:cubicBezTo>
                <a:lnTo>
                  <a:pt x="138250" y="82486"/>
                </a:lnTo>
                <a:lnTo>
                  <a:pt x="135238" y="92480"/>
                </a:lnTo>
                <a:lnTo>
                  <a:pt x="0" y="535208"/>
                </a:lnTo>
                <a:lnTo>
                  <a:pt x="5707" y="531560"/>
                </a:lnTo>
                <a:lnTo>
                  <a:pt x="136664" y="103108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3" name="Freeform 142">
            <a:extLst>
              <a:ext uri="{FF2B5EF4-FFF2-40B4-BE49-F238E27FC236}">
                <a16:creationId xmlns:a16="http://schemas.microsoft.com/office/drawing/2014/main" id="{C50877C6-C573-2892-A5F7-836CDE28BAC4}"/>
              </a:ext>
            </a:extLst>
          </p:cNvPr>
          <p:cNvSpPr/>
          <p:nvPr userDrawn="1"/>
        </p:nvSpPr>
        <p:spPr>
          <a:xfrm>
            <a:off x="6314394" y="1931724"/>
            <a:ext cx="433141" cy="1208939"/>
          </a:xfrm>
          <a:custGeom>
            <a:avLst/>
            <a:gdLst>
              <a:gd name="connsiteX0" fmla="*/ 433141 w 433141"/>
              <a:gd name="connsiteY0" fmla="*/ 0 h 1403850"/>
              <a:gd name="connsiteX1" fmla="*/ 427750 w 433141"/>
              <a:gd name="connsiteY1" fmla="*/ 2538 h 1403850"/>
              <a:gd name="connsiteX2" fmla="*/ 0 w 433141"/>
              <a:gd name="connsiteY2" fmla="*/ 1402899 h 1403850"/>
              <a:gd name="connsiteX3" fmla="*/ 4439 w 433141"/>
              <a:gd name="connsiteY3" fmla="*/ 1403851 h 1403850"/>
              <a:gd name="connsiteX4" fmla="*/ 9354 w 433141"/>
              <a:gd name="connsiteY4" fmla="*/ 1387829 h 1403850"/>
              <a:gd name="connsiteX5" fmla="*/ 433141 w 433141"/>
              <a:gd name="connsiteY5" fmla="*/ 159 h 14038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33141" h="1403850">
                <a:moveTo>
                  <a:pt x="433141" y="0"/>
                </a:moveTo>
                <a:lnTo>
                  <a:pt x="427750" y="2538"/>
                </a:lnTo>
                <a:lnTo>
                  <a:pt x="0" y="1402899"/>
                </a:lnTo>
                <a:cubicBezTo>
                  <a:pt x="1427" y="1403216"/>
                  <a:pt x="3012" y="1403216"/>
                  <a:pt x="4439" y="1403851"/>
                </a:cubicBezTo>
                <a:lnTo>
                  <a:pt x="9354" y="1387829"/>
                </a:lnTo>
                <a:lnTo>
                  <a:pt x="433141" y="159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4" name="Freeform 143">
            <a:extLst>
              <a:ext uri="{FF2B5EF4-FFF2-40B4-BE49-F238E27FC236}">
                <a16:creationId xmlns:a16="http://schemas.microsoft.com/office/drawing/2014/main" id="{F89C8D8D-9FC3-B51C-AE50-2D941B4C465C}"/>
              </a:ext>
            </a:extLst>
          </p:cNvPr>
          <p:cNvSpPr/>
          <p:nvPr userDrawn="1"/>
        </p:nvSpPr>
        <p:spPr>
          <a:xfrm>
            <a:off x="6743888" y="1539757"/>
            <a:ext cx="123346" cy="334814"/>
          </a:xfrm>
          <a:custGeom>
            <a:avLst/>
            <a:gdLst>
              <a:gd name="connsiteX0" fmla="*/ 5390 w 123346"/>
              <a:gd name="connsiteY0" fmla="*/ 386257 h 388795"/>
              <a:gd name="connsiteX1" fmla="*/ 123347 w 123346"/>
              <a:gd name="connsiteY1" fmla="*/ 0 h 388795"/>
              <a:gd name="connsiteX2" fmla="*/ 117639 w 123346"/>
              <a:gd name="connsiteY2" fmla="*/ 3648 h 388795"/>
              <a:gd name="connsiteX3" fmla="*/ 0 w 123346"/>
              <a:gd name="connsiteY3" fmla="*/ 388795 h 388795"/>
              <a:gd name="connsiteX4" fmla="*/ 5390 w 123346"/>
              <a:gd name="connsiteY4" fmla="*/ 386257 h 3887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346" h="388795">
                <a:moveTo>
                  <a:pt x="5390" y="386257"/>
                </a:moveTo>
                <a:lnTo>
                  <a:pt x="123347" y="0"/>
                </a:lnTo>
                <a:lnTo>
                  <a:pt x="117639" y="3648"/>
                </a:lnTo>
                <a:lnTo>
                  <a:pt x="0" y="388795"/>
                </a:lnTo>
                <a:lnTo>
                  <a:pt x="5390" y="386257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5" name="Freeform 144">
            <a:extLst>
              <a:ext uri="{FF2B5EF4-FFF2-40B4-BE49-F238E27FC236}">
                <a16:creationId xmlns:a16="http://schemas.microsoft.com/office/drawing/2014/main" id="{693CA29C-5605-B2D6-BEFC-C1A6FC4A2A10}"/>
              </a:ext>
            </a:extLst>
          </p:cNvPr>
          <p:cNvSpPr/>
          <p:nvPr userDrawn="1"/>
        </p:nvSpPr>
        <p:spPr>
          <a:xfrm>
            <a:off x="6709326" y="6524456"/>
            <a:ext cx="151091" cy="45719"/>
          </a:xfrm>
          <a:custGeom>
            <a:avLst/>
            <a:gdLst>
              <a:gd name="connsiteX0" fmla="*/ 0 w 151091"/>
              <a:gd name="connsiteY0" fmla="*/ 3966 h 22842"/>
              <a:gd name="connsiteX1" fmla="*/ 150141 w 151091"/>
              <a:gd name="connsiteY1" fmla="*/ 22842 h 22842"/>
              <a:gd name="connsiteX2" fmla="*/ 151092 w 151091"/>
              <a:gd name="connsiteY2" fmla="*/ 18560 h 22842"/>
              <a:gd name="connsiteX3" fmla="*/ 2537 w 151091"/>
              <a:gd name="connsiteY3" fmla="*/ 0 h 22842"/>
              <a:gd name="connsiteX4" fmla="*/ 0 w 151091"/>
              <a:gd name="connsiteY4" fmla="*/ 4124 h 228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1091" h="22842">
                <a:moveTo>
                  <a:pt x="0" y="3966"/>
                </a:moveTo>
                <a:lnTo>
                  <a:pt x="150141" y="22842"/>
                </a:lnTo>
                <a:cubicBezTo>
                  <a:pt x="150299" y="21256"/>
                  <a:pt x="150775" y="19987"/>
                  <a:pt x="151092" y="18560"/>
                </a:cubicBezTo>
                <a:lnTo>
                  <a:pt x="2537" y="0"/>
                </a:lnTo>
                <a:lnTo>
                  <a:pt x="0" y="4124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6" name="Freeform 145">
            <a:extLst>
              <a:ext uri="{FF2B5EF4-FFF2-40B4-BE49-F238E27FC236}">
                <a16:creationId xmlns:a16="http://schemas.microsoft.com/office/drawing/2014/main" id="{1859A272-167E-F0DC-3B62-D007156C06EF}"/>
              </a:ext>
            </a:extLst>
          </p:cNvPr>
          <p:cNvSpPr/>
          <p:nvPr userDrawn="1"/>
        </p:nvSpPr>
        <p:spPr>
          <a:xfrm>
            <a:off x="6418081" y="6487655"/>
            <a:ext cx="289025" cy="45719"/>
          </a:xfrm>
          <a:custGeom>
            <a:avLst/>
            <a:gdLst>
              <a:gd name="connsiteX0" fmla="*/ 286488 w 289025"/>
              <a:gd name="connsiteY0" fmla="*/ 40133 h 40132"/>
              <a:gd name="connsiteX1" fmla="*/ 289025 w 289025"/>
              <a:gd name="connsiteY1" fmla="*/ 36008 h 40132"/>
              <a:gd name="connsiteX2" fmla="*/ 952 w 289025"/>
              <a:gd name="connsiteY2" fmla="*/ 0 h 40132"/>
              <a:gd name="connsiteX3" fmla="*/ 0 w 289025"/>
              <a:gd name="connsiteY3" fmla="*/ 4283 h 40132"/>
              <a:gd name="connsiteX4" fmla="*/ 286488 w 289025"/>
              <a:gd name="connsiteY4" fmla="*/ 40133 h 40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9025" h="40132">
                <a:moveTo>
                  <a:pt x="286488" y="40133"/>
                </a:moveTo>
                <a:lnTo>
                  <a:pt x="289025" y="36008"/>
                </a:lnTo>
                <a:lnTo>
                  <a:pt x="952" y="0"/>
                </a:lnTo>
                <a:cubicBezTo>
                  <a:pt x="952" y="1586"/>
                  <a:pt x="317" y="2855"/>
                  <a:pt x="0" y="4283"/>
                </a:cubicBezTo>
                <a:lnTo>
                  <a:pt x="286488" y="40133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7" name="Freeform 146">
            <a:extLst>
              <a:ext uri="{FF2B5EF4-FFF2-40B4-BE49-F238E27FC236}">
                <a16:creationId xmlns:a16="http://schemas.microsoft.com/office/drawing/2014/main" id="{460FC2F3-377D-CC1A-8F80-5008F609D622}"/>
              </a:ext>
            </a:extLst>
          </p:cNvPr>
          <p:cNvSpPr/>
          <p:nvPr userDrawn="1"/>
        </p:nvSpPr>
        <p:spPr>
          <a:xfrm>
            <a:off x="5993819" y="6589019"/>
            <a:ext cx="886575" cy="980129"/>
          </a:xfrm>
          <a:custGeom>
            <a:avLst/>
            <a:gdLst>
              <a:gd name="connsiteX0" fmla="*/ 0 w 886575"/>
              <a:gd name="connsiteY0" fmla="*/ 1135612 h 1138150"/>
              <a:gd name="connsiteX1" fmla="*/ 3646 w 886575"/>
              <a:gd name="connsiteY1" fmla="*/ 1138150 h 1138150"/>
              <a:gd name="connsiteX2" fmla="*/ 886575 w 886575"/>
              <a:gd name="connsiteY2" fmla="*/ 2538 h 1138150"/>
              <a:gd name="connsiteX3" fmla="*/ 882929 w 886575"/>
              <a:gd name="connsiteY3" fmla="*/ 0 h 1138150"/>
              <a:gd name="connsiteX4" fmla="*/ 0 w 886575"/>
              <a:gd name="connsiteY4" fmla="*/ 1135771 h 1138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86575" h="1138150">
                <a:moveTo>
                  <a:pt x="0" y="1135612"/>
                </a:moveTo>
                <a:cubicBezTo>
                  <a:pt x="1268" y="1136564"/>
                  <a:pt x="2537" y="1137199"/>
                  <a:pt x="3646" y="1138150"/>
                </a:cubicBezTo>
                <a:lnTo>
                  <a:pt x="886575" y="2538"/>
                </a:lnTo>
                <a:cubicBezTo>
                  <a:pt x="885307" y="1586"/>
                  <a:pt x="884039" y="952"/>
                  <a:pt x="882929" y="0"/>
                </a:cubicBezTo>
                <a:lnTo>
                  <a:pt x="0" y="1135771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8" name="Freeform 147">
            <a:extLst>
              <a:ext uri="{FF2B5EF4-FFF2-40B4-BE49-F238E27FC236}">
                <a16:creationId xmlns:a16="http://schemas.microsoft.com/office/drawing/2014/main" id="{F1EED6B8-0072-8807-B1C6-3C36BF804BC6}"/>
              </a:ext>
            </a:extLst>
          </p:cNvPr>
          <p:cNvSpPr/>
          <p:nvPr userDrawn="1"/>
        </p:nvSpPr>
        <p:spPr>
          <a:xfrm>
            <a:off x="6417606" y="6422302"/>
            <a:ext cx="308367" cy="47947"/>
          </a:xfrm>
          <a:custGeom>
            <a:avLst/>
            <a:gdLst>
              <a:gd name="connsiteX0" fmla="*/ 952 w 308367"/>
              <a:gd name="connsiteY0" fmla="*/ 55520 h 55677"/>
              <a:gd name="connsiteX1" fmla="*/ 308367 w 308367"/>
              <a:gd name="connsiteY1" fmla="*/ 4283 h 55677"/>
              <a:gd name="connsiteX2" fmla="*/ 307416 w 308367"/>
              <a:gd name="connsiteY2" fmla="*/ 0 h 55677"/>
              <a:gd name="connsiteX3" fmla="*/ 0 w 308367"/>
              <a:gd name="connsiteY3" fmla="*/ 51236 h 55677"/>
              <a:gd name="connsiteX4" fmla="*/ 952 w 308367"/>
              <a:gd name="connsiteY4" fmla="*/ 55678 h 55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08367" h="55677">
                <a:moveTo>
                  <a:pt x="952" y="55520"/>
                </a:moveTo>
                <a:lnTo>
                  <a:pt x="308367" y="4283"/>
                </a:lnTo>
                <a:cubicBezTo>
                  <a:pt x="308051" y="2855"/>
                  <a:pt x="307733" y="1428"/>
                  <a:pt x="307416" y="0"/>
                </a:cubicBezTo>
                <a:lnTo>
                  <a:pt x="0" y="51236"/>
                </a:lnTo>
                <a:cubicBezTo>
                  <a:pt x="317" y="52664"/>
                  <a:pt x="634" y="54091"/>
                  <a:pt x="952" y="55678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9" name="Freeform 148">
            <a:extLst>
              <a:ext uri="{FF2B5EF4-FFF2-40B4-BE49-F238E27FC236}">
                <a16:creationId xmlns:a16="http://schemas.microsoft.com/office/drawing/2014/main" id="{7C9C0AFD-0FEB-F81A-96DC-8A22E0EA8719}"/>
              </a:ext>
            </a:extLst>
          </p:cNvPr>
          <p:cNvSpPr/>
          <p:nvPr userDrawn="1"/>
        </p:nvSpPr>
        <p:spPr>
          <a:xfrm>
            <a:off x="5988904" y="6457199"/>
            <a:ext cx="761642" cy="1090777"/>
          </a:xfrm>
          <a:custGeom>
            <a:avLst/>
            <a:gdLst>
              <a:gd name="connsiteX0" fmla="*/ 715665 w 761642"/>
              <a:gd name="connsiteY0" fmla="*/ 70589 h 1266638"/>
              <a:gd name="connsiteX1" fmla="*/ 0 w 761642"/>
              <a:gd name="connsiteY1" fmla="*/ 1264100 h 1266638"/>
              <a:gd name="connsiteX2" fmla="*/ 3646 w 761642"/>
              <a:gd name="connsiteY2" fmla="*/ 1266638 h 1266638"/>
              <a:gd name="connsiteX3" fmla="*/ 720422 w 761642"/>
              <a:gd name="connsiteY3" fmla="*/ 71223 h 1266638"/>
              <a:gd name="connsiteX4" fmla="*/ 722959 w 761642"/>
              <a:gd name="connsiteY4" fmla="*/ 67099 h 1266638"/>
              <a:gd name="connsiteX5" fmla="*/ 761643 w 761642"/>
              <a:gd name="connsiteY5" fmla="*/ 2538 h 1266638"/>
              <a:gd name="connsiteX6" fmla="*/ 757997 w 761642"/>
              <a:gd name="connsiteY6" fmla="*/ 0 h 1266638"/>
              <a:gd name="connsiteX7" fmla="*/ 718202 w 761642"/>
              <a:gd name="connsiteY7" fmla="*/ 66306 h 1266638"/>
              <a:gd name="connsiteX8" fmla="*/ 715665 w 761642"/>
              <a:gd name="connsiteY8" fmla="*/ 70431 h 1266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61642" h="1266638">
                <a:moveTo>
                  <a:pt x="715665" y="70589"/>
                </a:moveTo>
                <a:lnTo>
                  <a:pt x="0" y="1264100"/>
                </a:lnTo>
                <a:cubicBezTo>
                  <a:pt x="1268" y="1264893"/>
                  <a:pt x="2378" y="1265846"/>
                  <a:pt x="3646" y="1266638"/>
                </a:cubicBezTo>
                <a:lnTo>
                  <a:pt x="720422" y="71223"/>
                </a:lnTo>
                <a:lnTo>
                  <a:pt x="722959" y="67099"/>
                </a:lnTo>
                <a:lnTo>
                  <a:pt x="761643" y="2538"/>
                </a:lnTo>
                <a:cubicBezTo>
                  <a:pt x="760375" y="1745"/>
                  <a:pt x="759265" y="952"/>
                  <a:pt x="757997" y="0"/>
                </a:cubicBezTo>
                <a:lnTo>
                  <a:pt x="718202" y="66306"/>
                </a:lnTo>
                <a:lnTo>
                  <a:pt x="715665" y="70431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0" name="Freeform 149">
            <a:extLst>
              <a:ext uri="{FF2B5EF4-FFF2-40B4-BE49-F238E27FC236}">
                <a16:creationId xmlns:a16="http://schemas.microsoft.com/office/drawing/2014/main" id="{5D927A84-8E63-1BC5-A000-D7D2539774A1}"/>
              </a:ext>
            </a:extLst>
          </p:cNvPr>
          <p:cNvSpPr/>
          <p:nvPr userDrawn="1"/>
        </p:nvSpPr>
        <p:spPr>
          <a:xfrm>
            <a:off x="5931353" y="5573487"/>
            <a:ext cx="808413" cy="696813"/>
          </a:xfrm>
          <a:custGeom>
            <a:avLst/>
            <a:gdLst>
              <a:gd name="connsiteX0" fmla="*/ 803657 w 808413"/>
              <a:gd name="connsiteY0" fmla="*/ 800750 h 809157"/>
              <a:gd name="connsiteX1" fmla="*/ 3171 w 808413"/>
              <a:gd name="connsiteY1" fmla="*/ 0 h 809157"/>
              <a:gd name="connsiteX2" fmla="*/ 0 w 808413"/>
              <a:gd name="connsiteY2" fmla="*/ 3014 h 809157"/>
              <a:gd name="connsiteX3" fmla="*/ 805877 w 808413"/>
              <a:gd name="connsiteY3" fmla="*/ 809158 h 809157"/>
              <a:gd name="connsiteX4" fmla="*/ 808414 w 808413"/>
              <a:gd name="connsiteY4" fmla="*/ 806461 h 809157"/>
              <a:gd name="connsiteX5" fmla="*/ 803499 w 808413"/>
              <a:gd name="connsiteY5" fmla="*/ 800750 h 8091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08413" h="809157">
                <a:moveTo>
                  <a:pt x="803657" y="800750"/>
                </a:moveTo>
                <a:lnTo>
                  <a:pt x="3171" y="0"/>
                </a:lnTo>
                <a:cubicBezTo>
                  <a:pt x="2061" y="1111"/>
                  <a:pt x="1110" y="2062"/>
                  <a:pt x="0" y="3014"/>
                </a:cubicBezTo>
                <a:lnTo>
                  <a:pt x="805877" y="809158"/>
                </a:lnTo>
                <a:cubicBezTo>
                  <a:pt x="806828" y="808205"/>
                  <a:pt x="807621" y="807254"/>
                  <a:pt x="808414" y="806461"/>
                </a:cubicBezTo>
                <a:lnTo>
                  <a:pt x="803499" y="80075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1" name="Freeform 150">
            <a:extLst>
              <a:ext uri="{FF2B5EF4-FFF2-40B4-BE49-F238E27FC236}">
                <a16:creationId xmlns:a16="http://schemas.microsoft.com/office/drawing/2014/main" id="{4982687D-2FB6-11F1-92DB-C7E20C2DEE8B}"/>
              </a:ext>
            </a:extLst>
          </p:cNvPr>
          <p:cNvSpPr/>
          <p:nvPr userDrawn="1"/>
        </p:nvSpPr>
        <p:spPr>
          <a:xfrm>
            <a:off x="6807623" y="6450061"/>
            <a:ext cx="66905" cy="58192"/>
          </a:xfrm>
          <a:custGeom>
            <a:avLst/>
            <a:gdLst>
              <a:gd name="connsiteX0" fmla="*/ 66747 w 66905"/>
              <a:gd name="connsiteY0" fmla="*/ 64878 h 67574"/>
              <a:gd name="connsiteX1" fmla="*/ 58503 w 66905"/>
              <a:gd name="connsiteY1" fmla="*/ 55361 h 67574"/>
              <a:gd name="connsiteX2" fmla="*/ 3012 w 66905"/>
              <a:gd name="connsiteY2" fmla="*/ 0 h 67574"/>
              <a:gd name="connsiteX3" fmla="*/ 0 w 66905"/>
              <a:gd name="connsiteY3" fmla="*/ 3013 h 67574"/>
              <a:gd name="connsiteX4" fmla="*/ 64527 w 66905"/>
              <a:gd name="connsiteY4" fmla="*/ 67575 h 67574"/>
              <a:gd name="connsiteX5" fmla="*/ 66905 w 66905"/>
              <a:gd name="connsiteY5" fmla="*/ 65037 h 675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6905" h="67574">
                <a:moveTo>
                  <a:pt x="66747" y="64878"/>
                </a:moveTo>
                <a:lnTo>
                  <a:pt x="58503" y="55361"/>
                </a:lnTo>
                <a:lnTo>
                  <a:pt x="3012" y="0"/>
                </a:lnTo>
                <a:cubicBezTo>
                  <a:pt x="2061" y="1110"/>
                  <a:pt x="951" y="2062"/>
                  <a:pt x="0" y="3013"/>
                </a:cubicBezTo>
                <a:lnTo>
                  <a:pt x="64527" y="67575"/>
                </a:lnTo>
                <a:cubicBezTo>
                  <a:pt x="65320" y="66623"/>
                  <a:pt x="65954" y="65830"/>
                  <a:pt x="66905" y="65037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2" name="Freeform 151">
            <a:extLst>
              <a:ext uri="{FF2B5EF4-FFF2-40B4-BE49-F238E27FC236}">
                <a16:creationId xmlns:a16="http://schemas.microsoft.com/office/drawing/2014/main" id="{8E2AFFFD-9A75-BA64-FF15-4E7CA5200E42}"/>
              </a:ext>
            </a:extLst>
          </p:cNvPr>
          <p:cNvSpPr/>
          <p:nvPr userDrawn="1"/>
        </p:nvSpPr>
        <p:spPr>
          <a:xfrm>
            <a:off x="5919938" y="3429958"/>
            <a:ext cx="375431" cy="1708907"/>
          </a:xfrm>
          <a:custGeom>
            <a:avLst/>
            <a:gdLst>
              <a:gd name="connsiteX0" fmla="*/ 0 w 375431"/>
              <a:gd name="connsiteY0" fmla="*/ 1980143 h 1984426"/>
              <a:gd name="connsiteX1" fmla="*/ 3805 w 375431"/>
              <a:gd name="connsiteY1" fmla="*/ 1984427 h 1984426"/>
              <a:gd name="connsiteX2" fmla="*/ 375431 w 375431"/>
              <a:gd name="connsiteY2" fmla="*/ 952 h 1984426"/>
              <a:gd name="connsiteX3" fmla="*/ 371151 w 375431"/>
              <a:gd name="connsiteY3" fmla="*/ 0 h 1984426"/>
              <a:gd name="connsiteX4" fmla="*/ 159 w 375431"/>
              <a:gd name="connsiteY4" fmla="*/ 1979985 h 1984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5431" h="1984426">
                <a:moveTo>
                  <a:pt x="0" y="1980143"/>
                </a:moveTo>
                <a:lnTo>
                  <a:pt x="3805" y="1984427"/>
                </a:lnTo>
                <a:lnTo>
                  <a:pt x="375431" y="952"/>
                </a:lnTo>
                <a:cubicBezTo>
                  <a:pt x="374004" y="793"/>
                  <a:pt x="372577" y="476"/>
                  <a:pt x="371151" y="0"/>
                </a:cubicBezTo>
                <a:lnTo>
                  <a:pt x="159" y="197998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3" name="Freeform 152">
            <a:extLst>
              <a:ext uri="{FF2B5EF4-FFF2-40B4-BE49-F238E27FC236}">
                <a16:creationId xmlns:a16="http://schemas.microsoft.com/office/drawing/2014/main" id="{C6D7C5BC-91B2-837C-4351-1A7C11D39FA1}"/>
              </a:ext>
            </a:extLst>
          </p:cNvPr>
          <p:cNvSpPr/>
          <p:nvPr userDrawn="1"/>
        </p:nvSpPr>
        <p:spPr>
          <a:xfrm>
            <a:off x="5904876" y="5420570"/>
            <a:ext cx="16964" cy="61471"/>
          </a:xfrm>
          <a:custGeom>
            <a:avLst/>
            <a:gdLst>
              <a:gd name="connsiteX0" fmla="*/ 13159 w 16964"/>
              <a:gd name="connsiteY0" fmla="*/ 0 h 71382"/>
              <a:gd name="connsiteX1" fmla="*/ 0 w 16964"/>
              <a:gd name="connsiteY1" fmla="*/ 70431 h 71382"/>
              <a:gd name="connsiteX2" fmla="*/ 4439 w 16964"/>
              <a:gd name="connsiteY2" fmla="*/ 71382 h 71382"/>
              <a:gd name="connsiteX3" fmla="*/ 16964 w 16964"/>
              <a:gd name="connsiteY3" fmla="*/ 4283 h 71382"/>
              <a:gd name="connsiteX4" fmla="*/ 13318 w 16964"/>
              <a:gd name="connsiteY4" fmla="*/ 0 h 713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964" h="71382">
                <a:moveTo>
                  <a:pt x="13159" y="0"/>
                </a:moveTo>
                <a:lnTo>
                  <a:pt x="0" y="70431"/>
                </a:lnTo>
                <a:cubicBezTo>
                  <a:pt x="1586" y="70748"/>
                  <a:pt x="3012" y="71065"/>
                  <a:pt x="4439" y="71382"/>
                </a:cubicBezTo>
                <a:lnTo>
                  <a:pt x="16964" y="4283"/>
                </a:lnTo>
                <a:lnTo>
                  <a:pt x="13318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4" name="Freeform 153">
            <a:extLst>
              <a:ext uri="{FF2B5EF4-FFF2-40B4-BE49-F238E27FC236}">
                <a16:creationId xmlns:a16="http://schemas.microsoft.com/office/drawing/2014/main" id="{8F519605-D6A7-ECFF-3F7F-9496A2257199}"/>
              </a:ext>
            </a:extLst>
          </p:cNvPr>
          <p:cNvSpPr/>
          <p:nvPr userDrawn="1"/>
        </p:nvSpPr>
        <p:spPr>
          <a:xfrm>
            <a:off x="5918352" y="5583006"/>
            <a:ext cx="431238" cy="737384"/>
          </a:xfrm>
          <a:custGeom>
            <a:avLst/>
            <a:gdLst>
              <a:gd name="connsiteX0" fmla="*/ 3647 w 431238"/>
              <a:gd name="connsiteY0" fmla="*/ 0 h 856269"/>
              <a:gd name="connsiteX1" fmla="*/ 0 w 431238"/>
              <a:gd name="connsiteY1" fmla="*/ 2538 h 856269"/>
              <a:gd name="connsiteX2" fmla="*/ 393981 w 431238"/>
              <a:gd name="connsiteY2" fmla="*/ 790915 h 856269"/>
              <a:gd name="connsiteX3" fmla="*/ 429653 w 431238"/>
              <a:gd name="connsiteY3" fmla="*/ 856269 h 856269"/>
              <a:gd name="connsiteX4" fmla="*/ 431239 w 431238"/>
              <a:gd name="connsiteY4" fmla="*/ 855159 h 856269"/>
              <a:gd name="connsiteX5" fmla="*/ 3805 w 431238"/>
              <a:gd name="connsiteY5" fmla="*/ 158 h 8562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31238" h="856269">
                <a:moveTo>
                  <a:pt x="3647" y="0"/>
                </a:moveTo>
                <a:cubicBezTo>
                  <a:pt x="2378" y="793"/>
                  <a:pt x="1269" y="1903"/>
                  <a:pt x="0" y="2538"/>
                </a:cubicBezTo>
                <a:lnTo>
                  <a:pt x="393981" y="790915"/>
                </a:lnTo>
                <a:lnTo>
                  <a:pt x="429653" y="856269"/>
                </a:lnTo>
                <a:cubicBezTo>
                  <a:pt x="429653" y="856269"/>
                  <a:pt x="430604" y="855476"/>
                  <a:pt x="431239" y="855159"/>
                </a:cubicBezTo>
                <a:lnTo>
                  <a:pt x="3805" y="158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5" name="Freeform 154">
            <a:extLst>
              <a:ext uri="{FF2B5EF4-FFF2-40B4-BE49-F238E27FC236}">
                <a16:creationId xmlns:a16="http://schemas.microsoft.com/office/drawing/2014/main" id="{61DC2910-B58E-0AE2-6352-52F9A3998ADB}"/>
              </a:ext>
            </a:extLst>
          </p:cNvPr>
          <p:cNvSpPr/>
          <p:nvPr userDrawn="1"/>
        </p:nvSpPr>
        <p:spPr>
          <a:xfrm>
            <a:off x="5897107" y="5589509"/>
            <a:ext cx="5390" cy="45719"/>
          </a:xfrm>
          <a:custGeom>
            <a:avLst/>
            <a:gdLst>
              <a:gd name="connsiteX0" fmla="*/ 793 w 5390"/>
              <a:gd name="connsiteY0" fmla="*/ 476 h 33153"/>
              <a:gd name="connsiteX1" fmla="*/ 0 w 5390"/>
              <a:gd name="connsiteY1" fmla="*/ 476 h 33153"/>
              <a:gd name="connsiteX2" fmla="*/ 793 w 5390"/>
              <a:gd name="connsiteY2" fmla="*/ 24587 h 33153"/>
              <a:gd name="connsiteX3" fmla="*/ 5390 w 5390"/>
              <a:gd name="connsiteY3" fmla="*/ 33153 h 33153"/>
              <a:gd name="connsiteX4" fmla="*/ 4439 w 5390"/>
              <a:gd name="connsiteY4" fmla="*/ 0 h 33153"/>
              <a:gd name="connsiteX5" fmla="*/ 793 w 5390"/>
              <a:gd name="connsiteY5" fmla="*/ 793 h 331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390" h="33153">
                <a:moveTo>
                  <a:pt x="793" y="476"/>
                </a:moveTo>
                <a:cubicBezTo>
                  <a:pt x="793" y="476"/>
                  <a:pt x="317" y="476"/>
                  <a:pt x="0" y="476"/>
                </a:cubicBezTo>
                <a:lnTo>
                  <a:pt x="793" y="24587"/>
                </a:lnTo>
                <a:lnTo>
                  <a:pt x="5390" y="33153"/>
                </a:lnTo>
                <a:lnTo>
                  <a:pt x="4439" y="0"/>
                </a:lnTo>
                <a:cubicBezTo>
                  <a:pt x="3171" y="0"/>
                  <a:pt x="2061" y="793"/>
                  <a:pt x="793" y="793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6" name="Freeform 155">
            <a:extLst>
              <a:ext uri="{FF2B5EF4-FFF2-40B4-BE49-F238E27FC236}">
                <a16:creationId xmlns:a16="http://schemas.microsoft.com/office/drawing/2014/main" id="{EEC195F2-3C36-6C85-6BA3-1CA163C8490C}"/>
              </a:ext>
            </a:extLst>
          </p:cNvPr>
          <p:cNvSpPr/>
          <p:nvPr userDrawn="1"/>
        </p:nvSpPr>
        <p:spPr>
          <a:xfrm>
            <a:off x="5898375" y="5623615"/>
            <a:ext cx="67856" cy="1801388"/>
          </a:xfrm>
          <a:custGeom>
            <a:avLst/>
            <a:gdLst>
              <a:gd name="connsiteX0" fmla="*/ 67698 w 67856"/>
              <a:gd name="connsiteY0" fmla="*/ 2091182 h 2091817"/>
              <a:gd name="connsiteX1" fmla="*/ 4598 w 67856"/>
              <a:gd name="connsiteY1" fmla="*/ 8566 h 2091817"/>
              <a:gd name="connsiteX2" fmla="*/ 0 w 67856"/>
              <a:gd name="connsiteY2" fmla="*/ 0 h 2091817"/>
              <a:gd name="connsiteX3" fmla="*/ 63417 w 67856"/>
              <a:gd name="connsiteY3" fmla="*/ 2091817 h 2091817"/>
              <a:gd name="connsiteX4" fmla="*/ 67064 w 67856"/>
              <a:gd name="connsiteY4" fmla="*/ 2091024 h 2091817"/>
              <a:gd name="connsiteX5" fmla="*/ 67857 w 67856"/>
              <a:gd name="connsiteY5" fmla="*/ 2091024 h 2091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7856" h="2091817">
                <a:moveTo>
                  <a:pt x="67698" y="2091182"/>
                </a:moveTo>
                <a:lnTo>
                  <a:pt x="4598" y="8566"/>
                </a:lnTo>
                <a:lnTo>
                  <a:pt x="0" y="0"/>
                </a:lnTo>
                <a:lnTo>
                  <a:pt x="63417" y="2091817"/>
                </a:lnTo>
                <a:cubicBezTo>
                  <a:pt x="64686" y="2091817"/>
                  <a:pt x="65796" y="2091024"/>
                  <a:pt x="67064" y="2091024"/>
                </a:cubicBezTo>
                <a:lnTo>
                  <a:pt x="67857" y="2091024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7" name="Freeform 156">
            <a:extLst>
              <a:ext uri="{FF2B5EF4-FFF2-40B4-BE49-F238E27FC236}">
                <a16:creationId xmlns:a16="http://schemas.microsoft.com/office/drawing/2014/main" id="{D2FD8AFE-9458-AF87-0622-30C401F5A7DA}"/>
              </a:ext>
            </a:extLst>
          </p:cNvPr>
          <p:cNvSpPr/>
          <p:nvPr userDrawn="1"/>
        </p:nvSpPr>
        <p:spPr>
          <a:xfrm>
            <a:off x="5586520" y="5040818"/>
            <a:ext cx="287280" cy="394784"/>
          </a:xfrm>
          <a:custGeom>
            <a:avLst/>
            <a:gdLst>
              <a:gd name="connsiteX0" fmla="*/ 0 w 287280"/>
              <a:gd name="connsiteY0" fmla="*/ 1745 h 458433"/>
              <a:gd name="connsiteX1" fmla="*/ 12525 w 287280"/>
              <a:gd name="connsiteY1" fmla="*/ 24588 h 458433"/>
              <a:gd name="connsiteX2" fmla="*/ 283476 w 287280"/>
              <a:gd name="connsiteY2" fmla="*/ 458433 h 458433"/>
              <a:gd name="connsiteX3" fmla="*/ 287281 w 287280"/>
              <a:gd name="connsiteY3" fmla="*/ 455895 h 458433"/>
              <a:gd name="connsiteX4" fmla="*/ 2537 w 287280"/>
              <a:gd name="connsiteY4" fmla="*/ 0 h 458433"/>
              <a:gd name="connsiteX5" fmla="*/ 159 w 287280"/>
              <a:gd name="connsiteY5" fmla="*/ 1745 h 458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87280" h="458433">
                <a:moveTo>
                  <a:pt x="0" y="1745"/>
                </a:moveTo>
                <a:lnTo>
                  <a:pt x="12525" y="24588"/>
                </a:lnTo>
                <a:lnTo>
                  <a:pt x="283476" y="458433"/>
                </a:lnTo>
                <a:cubicBezTo>
                  <a:pt x="284744" y="457640"/>
                  <a:pt x="285854" y="456688"/>
                  <a:pt x="287281" y="455895"/>
                </a:cubicBezTo>
                <a:lnTo>
                  <a:pt x="2537" y="0"/>
                </a:lnTo>
                <a:cubicBezTo>
                  <a:pt x="1744" y="635"/>
                  <a:pt x="951" y="1111"/>
                  <a:pt x="159" y="1745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8" name="Freeform 157">
            <a:extLst>
              <a:ext uri="{FF2B5EF4-FFF2-40B4-BE49-F238E27FC236}">
                <a16:creationId xmlns:a16="http://schemas.microsoft.com/office/drawing/2014/main" id="{DA9E1A1F-611D-C081-5B12-10199C499FC5}"/>
              </a:ext>
            </a:extLst>
          </p:cNvPr>
          <p:cNvSpPr/>
          <p:nvPr userDrawn="1"/>
        </p:nvSpPr>
        <p:spPr>
          <a:xfrm>
            <a:off x="5591435" y="5039073"/>
            <a:ext cx="156641" cy="157640"/>
          </a:xfrm>
          <a:custGeom>
            <a:avLst/>
            <a:gdLst>
              <a:gd name="connsiteX0" fmla="*/ 153470 w 156641"/>
              <a:gd name="connsiteY0" fmla="*/ 176235 h 183055"/>
              <a:gd name="connsiteX1" fmla="*/ 317 w 156641"/>
              <a:gd name="connsiteY1" fmla="*/ 0 h 183055"/>
              <a:gd name="connsiteX2" fmla="*/ 0 w 156641"/>
              <a:gd name="connsiteY2" fmla="*/ 159 h 183055"/>
              <a:gd name="connsiteX3" fmla="*/ 156641 w 156641"/>
              <a:gd name="connsiteY3" fmla="*/ 183056 h 183055"/>
              <a:gd name="connsiteX4" fmla="*/ 153470 w 156641"/>
              <a:gd name="connsiteY4" fmla="*/ 176235 h 1830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6641" h="183055">
                <a:moveTo>
                  <a:pt x="153470" y="176235"/>
                </a:moveTo>
                <a:lnTo>
                  <a:pt x="317" y="0"/>
                </a:lnTo>
                <a:lnTo>
                  <a:pt x="0" y="159"/>
                </a:lnTo>
                <a:lnTo>
                  <a:pt x="156641" y="183056"/>
                </a:lnTo>
                <a:lnTo>
                  <a:pt x="153470" y="17623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9" name="Freeform 158">
            <a:extLst>
              <a:ext uri="{FF2B5EF4-FFF2-40B4-BE49-F238E27FC236}">
                <a16:creationId xmlns:a16="http://schemas.microsoft.com/office/drawing/2014/main" id="{649B0C27-6498-70B1-2C3B-DD265CCF12E7}"/>
              </a:ext>
            </a:extLst>
          </p:cNvPr>
          <p:cNvSpPr/>
          <p:nvPr userDrawn="1"/>
        </p:nvSpPr>
        <p:spPr>
          <a:xfrm>
            <a:off x="5755528" y="5227363"/>
            <a:ext cx="988043" cy="992559"/>
          </a:xfrm>
          <a:custGeom>
            <a:avLst/>
            <a:gdLst>
              <a:gd name="connsiteX0" fmla="*/ 162507 w 988043"/>
              <a:gd name="connsiteY0" fmla="*/ 193208 h 1152585"/>
              <a:gd name="connsiteX1" fmla="*/ 166153 w 988043"/>
              <a:gd name="connsiteY1" fmla="*/ 197491 h 1152585"/>
              <a:gd name="connsiteX2" fmla="*/ 979482 w 988043"/>
              <a:gd name="connsiteY2" fmla="*/ 1146875 h 1152585"/>
              <a:gd name="connsiteX3" fmla="*/ 984397 w 988043"/>
              <a:gd name="connsiteY3" fmla="*/ 1152585 h 1152585"/>
              <a:gd name="connsiteX4" fmla="*/ 988044 w 988043"/>
              <a:gd name="connsiteY4" fmla="*/ 1150047 h 1152585"/>
              <a:gd name="connsiteX5" fmla="*/ 205155 w 988043"/>
              <a:gd name="connsiteY5" fmla="*/ 236037 h 1152585"/>
              <a:gd name="connsiteX6" fmla="*/ 0 w 988043"/>
              <a:gd name="connsiteY6" fmla="*/ 0 h 1152585"/>
              <a:gd name="connsiteX7" fmla="*/ 3329 w 988043"/>
              <a:gd name="connsiteY7" fmla="*/ 7138 h 1152585"/>
              <a:gd name="connsiteX8" fmla="*/ 162665 w 988043"/>
              <a:gd name="connsiteY8" fmla="*/ 193050 h 11525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88043" h="1152585">
                <a:moveTo>
                  <a:pt x="162507" y="193208"/>
                </a:moveTo>
                <a:lnTo>
                  <a:pt x="166153" y="197491"/>
                </a:lnTo>
                <a:lnTo>
                  <a:pt x="979482" y="1146875"/>
                </a:lnTo>
                <a:lnTo>
                  <a:pt x="984397" y="1152585"/>
                </a:lnTo>
                <a:cubicBezTo>
                  <a:pt x="985507" y="1151475"/>
                  <a:pt x="986934" y="1150999"/>
                  <a:pt x="988044" y="1150047"/>
                </a:cubicBezTo>
                <a:lnTo>
                  <a:pt x="205155" y="236037"/>
                </a:lnTo>
                <a:lnTo>
                  <a:pt x="0" y="0"/>
                </a:lnTo>
                <a:lnTo>
                  <a:pt x="3329" y="7138"/>
                </a:lnTo>
                <a:lnTo>
                  <a:pt x="162665" y="19305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0" name="Freeform 159">
            <a:extLst>
              <a:ext uri="{FF2B5EF4-FFF2-40B4-BE49-F238E27FC236}">
                <a16:creationId xmlns:a16="http://schemas.microsoft.com/office/drawing/2014/main" id="{E65BDED9-69B1-0C2D-8392-B346418B9513}"/>
              </a:ext>
            </a:extLst>
          </p:cNvPr>
          <p:cNvSpPr/>
          <p:nvPr userDrawn="1"/>
        </p:nvSpPr>
        <p:spPr>
          <a:xfrm>
            <a:off x="5748711" y="5213245"/>
            <a:ext cx="1005799" cy="998433"/>
          </a:xfrm>
          <a:custGeom>
            <a:avLst/>
            <a:gdLst>
              <a:gd name="connsiteX0" fmla="*/ 158 w 1005799"/>
              <a:gd name="connsiteY0" fmla="*/ 0 h 1159406"/>
              <a:gd name="connsiteX1" fmla="*/ 6817 w 1005799"/>
              <a:gd name="connsiteY1" fmla="*/ 14276 h 1159406"/>
              <a:gd name="connsiteX2" fmla="*/ 211973 w 1005799"/>
              <a:gd name="connsiteY2" fmla="*/ 250314 h 1159406"/>
              <a:gd name="connsiteX3" fmla="*/ 1002154 w 1005799"/>
              <a:gd name="connsiteY3" fmla="*/ 1159406 h 1159406"/>
              <a:gd name="connsiteX4" fmla="*/ 1005800 w 1005799"/>
              <a:gd name="connsiteY4" fmla="*/ 1156868 h 1159406"/>
              <a:gd name="connsiteX5" fmla="*/ 175032 w 1005799"/>
              <a:gd name="connsiteY5" fmla="*/ 201139 h 1159406"/>
              <a:gd name="connsiteX6" fmla="*/ 171227 w 1005799"/>
              <a:gd name="connsiteY6" fmla="*/ 196856 h 1159406"/>
              <a:gd name="connsiteX7" fmla="*/ 0 w 1005799"/>
              <a:gd name="connsiteY7" fmla="*/ 0 h 11594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05799" h="1159406">
                <a:moveTo>
                  <a:pt x="158" y="0"/>
                </a:moveTo>
                <a:lnTo>
                  <a:pt x="6817" y="14276"/>
                </a:lnTo>
                <a:lnTo>
                  <a:pt x="211973" y="250314"/>
                </a:lnTo>
                <a:lnTo>
                  <a:pt x="1002154" y="1159406"/>
                </a:lnTo>
                <a:cubicBezTo>
                  <a:pt x="1003422" y="1158613"/>
                  <a:pt x="1004373" y="1157503"/>
                  <a:pt x="1005800" y="1156868"/>
                </a:cubicBezTo>
                <a:lnTo>
                  <a:pt x="175032" y="201139"/>
                </a:lnTo>
                <a:lnTo>
                  <a:pt x="171227" y="196856"/>
                </a:lnTo>
                <a:lnTo>
                  <a:pt x="0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1" name="Freeform 160">
            <a:extLst>
              <a:ext uri="{FF2B5EF4-FFF2-40B4-BE49-F238E27FC236}">
                <a16:creationId xmlns:a16="http://schemas.microsoft.com/office/drawing/2014/main" id="{2D7BFE6C-CBB0-97D2-C173-217340715C78}"/>
              </a:ext>
            </a:extLst>
          </p:cNvPr>
          <p:cNvSpPr/>
          <p:nvPr userDrawn="1"/>
        </p:nvSpPr>
        <p:spPr>
          <a:xfrm>
            <a:off x="6813806" y="6441338"/>
            <a:ext cx="64209" cy="63384"/>
          </a:xfrm>
          <a:custGeom>
            <a:avLst/>
            <a:gdLst>
              <a:gd name="connsiteX0" fmla="*/ 52319 w 64209"/>
              <a:gd name="connsiteY0" fmla="*/ 64086 h 73603"/>
              <a:gd name="connsiteX1" fmla="*/ 60564 w 64209"/>
              <a:gd name="connsiteY1" fmla="*/ 73603 h 73603"/>
              <a:gd name="connsiteX2" fmla="*/ 64210 w 64209"/>
              <a:gd name="connsiteY2" fmla="*/ 71065 h 73603"/>
              <a:gd name="connsiteX3" fmla="*/ 2537 w 64209"/>
              <a:gd name="connsiteY3" fmla="*/ 0 h 73603"/>
              <a:gd name="connsiteX4" fmla="*/ 0 w 64209"/>
              <a:gd name="connsiteY4" fmla="*/ 3807 h 73603"/>
              <a:gd name="connsiteX5" fmla="*/ 52319 w 64209"/>
              <a:gd name="connsiteY5" fmla="*/ 63927 h 736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4209" h="73603">
                <a:moveTo>
                  <a:pt x="52319" y="64086"/>
                </a:moveTo>
                <a:lnTo>
                  <a:pt x="60564" y="73603"/>
                </a:lnTo>
                <a:cubicBezTo>
                  <a:pt x="61673" y="72652"/>
                  <a:pt x="63100" y="72017"/>
                  <a:pt x="64210" y="71065"/>
                </a:cubicBezTo>
                <a:lnTo>
                  <a:pt x="2537" y="0"/>
                </a:lnTo>
                <a:cubicBezTo>
                  <a:pt x="1744" y="1269"/>
                  <a:pt x="951" y="2538"/>
                  <a:pt x="0" y="3807"/>
                </a:cubicBezTo>
                <a:lnTo>
                  <a:pt x="52319" y="63927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2" name="Freeform 161">
            <a:extLst>
              <a:ext uri="{FF2B5EF4-FFF2-40B4-BE49-F238E27FC236}">
                <a16:creationId xmlns:a16="http://schemas.microsoft.com/office/drawing/2014/main" id="{33A41CC0-E93E-D8B2-1DA8-9F5421D38286}"/>
              </a:ext>
            </a:extLst>
          </p:cNvPr>
          <p:cNvSpPr/>
          <p:nvPr userDrawn="1"/>
        </p:nvSpPr>
        <p:spPr>
          <a:xfrm>
            <a:off x="5591594" y="5036534"/>
            <a:ext cx="153311" cy="153951"/>
          </a:xfrm>
          <a:custGeom>
            <a:avLst/>
            <a:gdLst>
              <a:gd name="connsiteX0" fmla="*/ 146653 w 153311"/>
              <a:gd name="connsiteY0" fmla="*/ 164496 h 178772"/>
              <a:gd name="connsiteX1" fmla="*/ 3646 w 153311"/>
              <a:gd name="connsiteY1" fmla="*/ 0 h 178772"/>
              <a:gd name="connsiteX2" fmla="*/ 0 w 153311"/>
              <a:gd name="connsiteY2" fmla="*/ 2379 h 178772"/>
              <a:gd name="connsiteX3" fmla="*/ 153311 w 153311"/>
              <a:gd name="connsiteY3" fmla="*/ 178773 h 178772"/>
              <a:gd name="connsiteX4" fmla="*/ 146653 w 153311"/>
              <a:gd name="connsiteY4" fmla="*/ 164496 h 1787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3311" h="178772">
                <a:moveTo>
                  <a:pt x="146653" y="164496"/>
                </a:moveTo>
                <a:lnTo>
                  <a:pt x="3646" y="0"/>
                </a:lnTo>
                <a:cubicBezTo>
                  <a:pt x="2537" y="952"/>
                  <a:pt x="1109" y="1586"/>
                  <a:pt x="0" y="2379"/>
                </a:cubicBezTo>
                <a:lnTo>
                  <a:pt x="153311" y="178773"/>
                </a:lnTo>
                <a:lnTo>
                  <a:pt x="146653" y="164496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3" name="Freeform 162">
            <a:extLst>
              <a:ext uri="{FF2B5EF4-FFF2-40B4-BE49-F238E27FC236}">
                <a16:creationId xmlns:a16="http://schemas.microsoft.com/office/drawing/2014/main" id="{C41720A4-5AE7-6EE2-EE0C-AADAD7A9EBCD}"/>
              </a:ext>
            </a:extLst>
          </p:cNvPr>
          <p:cNvSpPr/>
          <p:nvPr userDrawn="1"/>
        </p:nvSpPr>
        <p:spPr>
          <a:xfrm>
            <a:off x="5579861" y="4906301"/>
            <a:ext cx="24257" cy="45719"/>
          </a:xfrm>
          <a:custGeom>
            <a:avLst/>
            <a:gdLst>
              <a:gd name="connsiteX0" fmla="*/ 21720 w 24257"/>
              <a:gd name="connsiteY0" fmla="*/ 158 h 49967"/>
              <a:gd name="connsiteX1" fmla="*/ 0 w 24257"/>
              <a:gd name="connsiteY1" fmla="*/ 47746 h 49967"/>
              <a:gd name="connsiteX2" fmla="*/ 3805 w 24257"/>
              <a:gd name="connsiteY2" fmla="*/ 49967 h 49967"/>
              <a:gd name="connsiteX3" fmla="*/ 24257 w 24257"/>
              <a:gd name="connsiteY3" fmla="*/ 5393 h 49967"/>
              <a:gd name="connsiteX4" fmla="*/ 21720 w 24257"/>
              <a:gd name="connsiteY4" fmla="*/ 0 h 49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257" h="49967">
                <a:moveTo>
                  <a:pt x="21720" y="158"/>
                </a:moveTo>
                <a:lnTo>
                  <a:pt x="0" y="47746"/>
                </a:lnTo>
                <a:cubicBezTo>
                  <a:pt x="1427" y="48381"/>
                  <a:pt x="2537" y="49333"/>
                  <a:pt x="3805" y="49967"/>
                </a:cubicBezTo>
                <a:lnTo>
                  <a:pt x="24257" y="5393"/>
                </a:lnTo>
                <a:lnTo>
                  <a:pt x="21720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4" name="Freeform 163">
            <a:extLst>
              <a:ext uri="{FF2B5EF4-FFF2-40B4-BE49-F238E27FC236}">
                <a16:creationId xmlns:a16="http://schemas.microsoft.com/office/drawing/2014/main" id="{C5314E92-1454-5AB6-5278-A03F93FEA15C}"/>
              </a:ext>
            </a:extLst>
          </p:cNvPr>
          <p:cNvSpPr/>
          <p:nvPr userDrawn="1"/>
        </p:nvSpPr>
        <p:spPr>
          <a:xfrm>
            <a:off x="5604119" y="3426152"/>
            <a:ext cx="679359" cy="1274782"/>
          </a:xfrm>
          <a:custGeom>
            <a:avLst/>
            <a:gdLst>
              <a:gd name="connsiteX0" fmla="*/ 2379 w 679359"/>
              <a:gd name="connsiteY0" fmla="*/ 1480309 h 1480309"/>
              <a:gd name="connsiteX1" fmla="*/ 679359 w 679359"/>
              <a:gd name="connsiteY1" fmla="*/ 2380 h 1480309"/>
              <a:gd name="connsiteX2" fmla="*/ 675554 w 679359"/>
              <a:gd name="connsiteY2" fmla="*/ 0 h 1480309"/>
              <a:gd name="connsiteX3" fmla="*/ 0 w 679359"/>
              <a:gd name="connsiteY3" fmla="*/ 1474916 h 1480309"/>
              <a:gd name="connsiteX4" fmla="*/ 2537 w 679359"/>
              <a:gd name="connsiteY4" fmla="*/ 1480309 h 14803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9359" h="1480309">
                <a:moveTo>
                  <a:pt x="2379" y="1480309"/>
                </a:moveTo>
                <a:lnTo>
                  <a:pt x="679359" y="2380"/>
                </a:lnTo>
                <a:cubicBezTo>
                  <a:pt x="677932" y="1745"/>
                  <a:pt x="676823" y="793"/>
                  <a:pt x="675554" y="0"/>
                </a:cubicBezTo>
                <a:lnTo>
                  <a:pt x="0" y="1474916"/>
                </a:lnTo>
                <a:lnTo>
                  <a:pt x="2537" y="1480309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5" name="Freeform 164">
            <a:extLst>
              <a:ext uri="{FF2B5EF4-FFF2-40B4-BE49-F238E27FC236}">
                <a16:creationId xmlns:a16="http://schemas.microsoft.com/office/drawing/2014/main" id="{59CC8D6A-7376-5FEB-CE41-2DA341D25711}"/>
              </a:ext>
            </a:extLst>
          </p:cNvPr>
          <p:cNvSpPr/>
          <p:nvPr userDrawn="1"/>
        </p:nvSpPr>
        <p:spPr>
          <a:xfrm>
            <a:off x="5877289" y="5585067"/>
            <a:ext cx="470557" cy="737521"/>
          </a:xfrm>
          <a:custGeom>
            <a:avLst/>
            <a:gdLst>
              <a:gd name="connsiteX0" fmla="*/ 466911 w 470557"/>
              <a:gd name="connsiteY0" fmla="*/ 856429 h 856428"/>
              <a:gd name="connsiteX1" fmla="*/ 470557 w 470557"/>
              <a:gd name="connsiteY1" fmla="*/ 853891 h 856428"/>
              <a:gd name="connsiteX2" fmla="*/ 434885 w 470557"/>
              <a:gd name="connsiteY2" fmla="*/ 788536 h 856428"/>
              <a:gd name="connsiteX3" fmla="*/ 25208 w 470557"/>
              <a:gd name="connsiteY3" fmla="*/ 37119 h 856428"/>
              <a:gd name="connsiteX4" fmla="*/ 20610 w 470557"/>
              <a:gd name="connsiteY4" fmla="*/ 28553 h 856428"/>
              <a:gd name="connsiteX5" fmla="*/ 6025 w 470557"/>
              <a:gd name="connsiteY5" fmla="*/ 1745 h 856428"/>
              <a:gd name="connsiteX6" fmla="*/ 0 w 470557"/>
              <a:gd name="connsiteY6" fmla="*/ 0 h 856428"/>
              <a:gd name="connsiteX7" fmla="*/ 20928 w 470557"/>
              <a:gd name="connsiteY7" fmla="*/ 38388 h 856428"/>
              <a:gd name="connsiteX8" fmla="*/ 25525 w 470557"/>
              <a:gd name="connsiteY8" fmla="*/ 46954 h 856428"/>
              <a:gd name="connsiteX9" fmla="*/ 466911 w 470557"/>
              <a:gd name="connsiteY9" fmla="*/ 856429 h 856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70557" h="856428">
                <a:moveTo>
                  <a:pt x="466911" y="856429"/>
                </a:moveTo>
                <a:cubicBezTo>
                  <a:pt x="468179" y="855635"/>
                  <a:pt x="469289" y="854525"/>
                  <a:pt x="470557" y="853891"/>
                </a:cubicBezTo>
                <a:lnTo>
                  <a:pt x="434885" y="788536"/>
                </a:lnTo>
                <a:lnTo>
                  <a:pt x="25208" y="37119"/>
                </a:lnTo>
                <a:lnTo>
                  <a:pt x="20610" y="28553"/>
                </a:lnTo>
                <a:lnTo>
                  <a:pt x="6025" y="1745"/>
                </a:lnTo>
                <a:cubicBezTo>
                  <a:pt x="3964" y="1111"/>
                  <a:pt x="1902" y="793"/>
                  <a:pt x="0" y="0"/>
                </a:cubicBezTo>
                <a:lnTo>
                  <a:pt x="20928" y="38388"/>
                </a:lnTo>
                <a:lnTo>
                  <a:pt x="25525" y="46954"/>
                </a:lnTo>
                <a:lnTo>
                  <a:pt x="466911" y="856429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6" name="Freeform 165">
            <a:extLst>
              <a:ext uri="{FF2B5EF4-FFF2-40B4-BE49-F238E27FC236}">
                <a16:creationId xmlns:a16="http://schemas.microsoft.com/office/drawing/2014/main" id="{767A9D49-C648-39E5-F2E8-36FB557DF6B8}"/>
              </a:ext>
            </a:extLst>
          </p:cNvPr>
          <p:cNvSpPr/>
          <p:nvPr userDrawn="1"/>
        </p:nvSpPr>
        <p:spPr>
          <a:xfrm>
            <a:off x="5582874" y="5042562"/>
            <a:ext cx="267780" cy="422786"/>
          </a:xfrm>
          <a:custGeom>
            <a:avLst/>
            <a:gdLst>
              <a:gd name="connsiteX0" fmla="*/ 16172 w 267780"/>
              <a:gd name="connsiteY0" fmla="*/ 22842 h 490950"/>
              <a:gd name="connsiteX1" fmla="*/ 3647 w 267780"/>
              <a:gd name="connsiteY1" fmla="*/ 0 h 490950"/>
              <a:gd name="connsiteX2" fmla="*/ 0 w 267780"/>
              <a:gd name="connsiteY2" fmla="*/ 2538 h 490950"/>
              <a:gd name="connsiteX3" fmla="*/ 266353 w 267780"/>
              <a:gd name="connsiteY3" fmla="*/ 490951 h 490950"/>
              <a:gd name="connsiteX4" fmla="*/ 267780 w 267780"/>
              <a:gd name="connsiteY4" fmla="*/ 484289 h 490950"/>
              <a:gd name="connsiteX5" fmla="*/ 16330 w 267780"/>
              <a:gd name="connsiteY5" fmla="*/ 23001 h 490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67780" h="490950">
                <a:moveTo>
                  <a:pt x="16172" y="22842"/>
                </a:moveTo>
                <a:lnTo>
                  <a:pt x="3647" y="0"/>
                </a:lnTo>
                <a:cubicBezTo>
                  <a:pt x="2378" y="793"/>
                  <a:pt x="1269" y="1903"/>
                  <a:pt x="0" y="2538"/>
                </a:cubicBezTo>
                <a:lnTo>
                  <a:pt x="266353" y="490951"/>
                </a:lnTo>
                <a:cubicBezTo>
                  <a:pt x="266670" y="488572"/>
                  <a:pt x="267146" y="486351"/>
                  <a:pt x="267780" y="484289"/>
                </a:cubicBezTo>
                <a:lnTo>
                  <a:pt x="16330" y="23001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7" name="Freeform 166">
            <a:extLst>
              <a:ext uri="{FF2B5EF4-FFF2-40B4-BE49-F238E27FC236}">
                <a16:creationId xmlns:a16="http://schemas.microsoft.com/office/drawing/2014/main" id="{3E25220B-7DC2-EA42-66E9-FA3CD50C1BC2}"/>
              </a:ext>
            </a:extLst>
          </p:cNvPr>
          <p:cNvSpPr/>
          <p:nvPr userDrawn="1"/>
        </p:nvSpPr>
        <p:spPr>
          <a:xfrm>
            <a:off x="5038118" y="3698039"/>
            <a:ext cx="506229" cy="1082308"/>
          </a:xfrm>
          <a:custGeom>
            <a:avLst/>
            <a:gdLst>
              <a:gd name="connsiteX0" fmla="*/ 505754 w 506229"/>
              <a:gd name="connsiteY0" fmla="*/ 1253473 h 1256803"/>
              <a:gd name="connsiteX1" fmla="*/ 16330 w 506229"/>
              <a:gd name="connsiteY1" fmla="*/ 29346 h 1256803"/>
              <a:gd name="connsiteX2" fmla="*/ 2695 w 506229"/>
              <a:gd name="connsiteY2" fmla="*/ 0 h 1256803"/>
              <a:gd name="connsiteX3" fmla="*/ 0 w 506229"/>
              <a:gd name="connsiteY3" fmla="*/ 635 h 1256803"/>
              <a:gd name="connsiteX4" fmla="*/ 502107 w 506229"/>
              <a:gd name="connsiteY4" fmla="*/ 1256804 h 1256803"/>
              <a:gd name="connsiteX5" fmla="*/ 506229 w 506229"/>
              <a:gd name="connsiteY5" fmla="*/ 1255534 h 1256803"/>
              <a:gd name="connsiteX6" fmla="*/ 505595 w 506229"/>
              <a:gd name="connsiteY6" fmla="*/ 1253473 h 12568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06229" h="1256803">
                <a:moveTo>
                  <a:pt x="505754" y="1253473"/>
                </a:moveTo>
                <a:lnTo>
                  <a:pt x="16330" y="29346"/>
                </a:lnTo>
                <a:lnTo>
                  <a:pt x="2695" y="0"/>
                </a:lnTo>
                <a:cubicBezTo>
                  <a:pt x="1902" y="317"/>
                  <a:pt x="793" y="317"/>
                  <a:pt x="0" y="635"/>
                </a:cubicBezTo>
                <a:lnTo>
                  <a:pt x="502107" y="1256804"/>
                </a:lnTo>
                <a:cubicBezTo>
                  <a:pt x="503376" y="1256169"/>
                  <a:pt x="504803" y="1256010"/>
                  <a:pt x="506229" y="1255534"/>
                </a:cubicBezTo>
                <a:lnTo>
                  <a:pt x="505595" y="1253473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8" name="Freeform 167">
            <a:extLst>
              <a:ext uri="{FF2B5EF4-FFF2-40B4-BE49-F238E27FC236}">
                <a16:creationId xmlns:a16="http://schemas.microsoft.com/office/drawing/2014/main" id="{98B0E522-2DA4-A787-DD97-4D4BE758B916}"/>
              </a:ext>
            </a:extLst>
          </p:cNvPr>
          <p:cNvSpPr/>
          <p:nvPr userDrawn="1"/>
        </p:nvSpPr>
        <p:spPr>
          <a:xfrm>
            <a:off x="5040972" y="3695976"/>
            <a:ext cx="355296" cy="661296"/>
          </a:xfrm>
          <a:custGeom>
            <a:avLst/>
            <a:gdLst>
              <a:gd name="connsiteX0" fmla="*/ 345942 w 355296"/>
              <a:gd name="connsiteY0" fmla="*/ 737299 h 767914"/>
              <a:gd name="connsiteX1" fmla="*/ 3805 w 355296"/>
              <a:gd name="connsiteY1" fmla="*/ 0 h 767914"/>
              <a:gd name="connsiteX2" fmla="*/ 0 w 355296"/>
              <a:gd name="connsiteY2" fmla="*/ 2379 h 767914"/>
              <a:gd name="connsiteX3" fmla="*/ 13635 w 355296"/>
              <a:gd name="connsiteY3" fmla="*/ 31725 h 767914"/>
              <a:gd name="connsiteX4" fmla="*/ 355296 w 355296"/>
              <a:gd name="connsiteY4" fmla="*/ 767914 h 767914"/>
              <a:gd name="connsiteX5" fmla="*/ 346100 w 355296"/>
              <a:gd name="connsiteY5" fmla="*/ 737458 h 7679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55296" h="767914">
                <a:moveTo>
                  <a:pt x="345942" y="737299"/>
                </a:moveTo>
                <a:lnTo>
                  <a:pt x="3805" y="0"/>
                </a:lnTo>
                <a:cubicBezTo>
                  <a:pt x="2378" y="793"/>
                  <a:pt x="1427" y="1745"/>
                  <a:pt x="0" y="2379"/>
                </a:cubicBezTo>
                <a:lnTo>
                  <a:pt x="13635" y="31725"/>
                </a:lnTo>
                <a:lnTo>
                  <a:pt x="355296" y="767914"/>
                </a:lnTo>
                <a:lnTo>
                  <a:pt x="346100" y="737458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9" name="Freeform 168">
            <a:extLst>
              <a:ext uri="{FF2B5EF4-FFF2-40B4-BE49-F238E27FC236}">
                <a16:creationId xmlns:a16="http://schemas.microsoft.com/office/drawing/2014/main" id="{8D58AF14-1E6D-0B28-B919-5604305DB99E}"/>
              </a:ext>
            </a:extLst>
          </p:cNvPr>
          <p:cNvSpPr/>
          <p:nvPr userDrawn="1"/>
        </p:nvSpPr>
        <p:spPr>
          <a:xfrm>
            <a:off x="5400232" y="4462303"/>
            <a:ext cx="478643" cy="890380"/>
          </a:xfrm>
          <a:custGeom>
            <a:avLst/>
            <a:gdLst>
              <a:gd name="connsiteX0" fmla="*/ 203729 w 478643"/>
              <a:gd name="connsiteY0" fmla="*/ 438922 h 1033932"/>
              <a:gd name="connsiteX1" fmla="*/ 0 w 478643"/>
              <a:gd name="connsiteY1" fmla="*/ 0 h 1033932"/>
              <a:gd name="connsiteX2" fmla="*/ 9195 w 478643"/>
              <a:gd name="connsiteY2" fmla="*/ 30457 h 1033932"/>
              <a:gd name="connsiteX3" fmla="*/ 201192 w 478643"/>
              <a:gd name="connsiteY3" fmla="*/ 444315 h 1033932"/>
              <a:gd name="connsiteX4" fmla="*/ 203729 w 478643"/>
              <a:gd name="connsiteY4" fmla="*/ 449708 h 1033932"/>
              <a:gd name="connsiteX5" fmla="*/ 338015 w 478643"/>
              <a:gd name="connsiteY5" fmla="*/ 739045 h 1033932"/>
              <a:gd name="connsiteX6" fmla="*/ 344674 w 478643"/>
              <a:gd name="connsiteY6" fmla="*/ 753321 h 1033932"/>
              <a:gd name="connsiteX7" fmla="*/ 347845 w 478643"/>
              <a:gd name="connsiteY7" fmla="*/ 760142 h 1033932"/>
              <a:gd name="connsiteX8" fmla="*/ 474838 w 478643"/>
              <a:gd name="connsiteY8" fmla="*/ 1033933 h 1033932"/>
              <a:gd name="connsiteX9" fmla="*/ 478643 w 478643"/>
              <a:gd name="connsiteY9" fmla="*/ 1031553 h 1033932"/>
              <a:gd name="connsiteX10" fmla="*/ 358467 w 478643"/>
              <a:gd name="connsiteY10" fmla="*/ 772674 h 1033932"/>
              <a:gd name="connsiteX11" fmla="*/ 355138 w 478643"/>
              <a:gd name="connsiteY11" fmla="*/ 765535 h 1033932"/>
              <a:gd name="connsiteX12" fmla="*/ 348479 w 478643"/>
              <a:gd name="connsiteY12" fmla="*/ 751259 h 1033932"/>
              <a:gd name="connsiteX13" fmla="*/ 206107 w 478643"/>
              <a:gd name="connsiteY13" fmla="*/ 444474 h 1033932"/>
              <a:gd name="connsiteX14" fmla="*/ 203570 w 478643"/>
              <a:gd name="connsiteY14" fmla="*/ 439081 h 1033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478643" h="1033932">
                <a:moveTo>
                  <a:pt x="203729" y="438922"/>
                </a:moveTo>
                <a:lnTo>
                  <a:pt x="0" y="0"/>
                </a:lnTo>
                <a:lnTo>
                  <a:pt x="9195" y="30457"/>
                </a:lnTo>
                <a:lnTo>
                  <a:pt x="201192" y="444315"/>
                </a:lnTo>
                <a:lnTo>
                  <a:pt x="203729" y="449708"/>
                </a:lnTo>
                <a:lnTo>
                  <a:pt x="338015" y="739045"/>
                </a:lnTo>
                <a:lnTo>
                  <a:pt x="344674" y="753321"/>
                </a:lnTo>
                <a:lnTo>
                  <a:pt x="347845" y="760142"/>
                </a:lnTo>
                <a:lnTo>
                  <a:pt x="474838" y="1033933"/>
                </a:lnTo>
                <a:cubicBezTo>
                  <a:pt x="476265" y="1033139"/>
                  <a:pt x="477216" y="1032187"/>
                  <a:pt x="478643" y="1031553"/>
                </a:cubicBezTo>
                <a:lnTo>
                  <a:pt x="358467" y="772674"/>
                </a:lnTo>
                <a:lnTo>
                  <a:pt x="355138" y="765535"/>
                </a:lnTo>
                <a:lnTo>
                  <a:pt x="348479" y="751259"/>
                </a:lnTo>
                <a:lnTo>
                  <a:pt x="206107" y="444474"/>
                </a:lnTo>
                <a:lnTo>
                  <a:pt x="203570" y="439081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70" name="Freeform 169">
            <a:extLst>
              <a:ext uri="{FF2B5EF4-FFF2-40B4-BE49-F238E27FC236}">
                <a16:creationId xmlns:a16="http://schemas.microsoft.com/office/drawing/2014/main" id="{651EC06F-8804-19D2-AE2A-B43657B7C0B0}"/>
              </a:ext>
            </a:extLst>
          </p:cNvPr>
          <p:cNvSpPr/>
          <p:nvPr userDrawn="1"/>
        </p:nvSpPr>
        <p:spPr>
          <a:xfrm>
            <a:off x="5146245" y="3390142"/>
            <a:ext cx="1108377" cy="204494"/>
          </a:xfrm>
          <a:custGeom>
            <a:avLst/>
            <a:gdLst>
              <a:gd name="connsiteX0" fmla="*/ 1268 w 1108377"/>
              <a:gd name="connsiteY0" fmla="*/ 237465 h 237464"/>
              <a:gd name="connsiteX1" fmla="*/ 1108378 w 1108377"/>
              <a:gd name="connsiteY1" fmla="*/ 4283 h 237464"/>
              <a:gd name="connsiteX2" fmla="*/ 1107426 w 1108377"/>
              <a:gd name="connsiteY2" fmla="*/ 0 h 237464"/>
              <a:gd name="connsiteX3" fmla="*/ 0 w 1108377"/>
              <a:gd name="connsiteY3" fmla="*/ 233341 h 237464"/>
              <a:gd name="connsiteX4" fmla="*/ 1268 w 1108377"/>
              <a:gd name="connsiteY4" fmla="*/ 237465 h 2374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08377" h="237464">
                <a:moveTo>
                  <a:pt x="1268" y="237465"/>
                </a:moveTo>
                <a:lnTo>
                  <a:pt x="1108378" y="4283"/>
                </a:lnTo>
                <a:cubicBezTo>
                  <a:pt x="1107902" y="2855"/>
                  <a:pt x="1107744" y="1428"/>
                  <a:pt x="1107426" y="0"/>
                </a:cubicBezTo>
                <a:lnTo>
                  <a:pt x="0" y="233341"/>
                </a:lnTo>
                <a:lnTo>
                  <a:pt x="1268" y="23746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71" name="Freeform 170">
            <a:extLst>
              <a:ext uri="{FF2B5EF4-FFF2-40B4-BE49-F238E27FC236}">
                <a16:creationId xmlns:a16="http://schemas.microsoft.com/office/drawing/2014/main" id="{A2BF8739-9043-6353-D63B-F4D464B8FAA0}"/>
              </a:ext>
            </a:extLst>
          </p:cNvPr>
          <p:cNvSpPr/>
          <p:nvPr userDrawn="1"/>
        </p:nvSpPr>
        <p:spPr>
          <a:xfrm>
            <a:off x="5069510" y="3624435"/>
            <a:ext cx="73723" cy="45719"/>
          </a:xfrm>
          <a:custGeom>
            <a:avLst/>
            <a:gdLst>
              <a:gd name="connsiteX0" fmla="*/ 72455 w 73723"/>
              <a:gd name="connsiteY0" fmla="*/ 0 h 19511"/>
              <a:gd name="connsiteX1" fmla="*/ 0 w 73723"/>
              <a:gd name="connsiteY1" fmla="*/ 15228 h 19511"/>
              <a:gd name="connsiteX2" fmla="*/ 951 w 73723"/>
              <a:gd name="connsiteY2" fmla="*/ 19511 h 19511"/>
              <a:gd name="connsiteX3" fmla="*/ 73723 w 73723"/>
              <a:gd name="connsiteY3" fmla="*/ 4124 h 19511"/>
              <a:gd name="connsiteX4" fmla="*/ 72455 w 73723"/>
              <a:gd name="connsiteY4" fmla="*/ 0 h 195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3723" h="19511">
                <a:moveTo>
                  <a:pt x="72455" y="0"/>
                </a:moveTo>
                <a:lnTo>
                  <a:pt x="0" y="15228"/>
                </a:lnTo>
                <a:cubicBezTo>
                  <a:pt x="317" y="16656"/>
                  <a:pt x="634" y="18083"/>
                  <a:pt x="951" y="19511"/>
                </a:cubicBezTo>
                <a:lnTo>
                  <a:pt x="73723" y="4124"/>
                </a:lnTo>
                <a:lnTo>
                  <a:pt x="72455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72" name="Freeform 171">
            <a:extLst>
              <a:ext uri="{FF2B5EF4-FFF2-40B4-BE49-F238E27FC236}">
                <a16:creationId xmlns:a16="http://schemas.microsoft.com/office/drawing/2014/main" id="{3413AC35-6F97-CEF6-1519-4567A7CC82EE}"/>
              </a:ext>
            </a:extLst>
          </p:cNvPr>
          <p:cNvSpPr/>
          <p:nvPr userDrawn="1"/>
        </p:nvSpPr>
        <p:spPr>
          <a:xfrm>
            <a:off x="4892417" y="2823526"/>
            <a:ext cx="124139" cy="671815"/>
          </a:xfrm>
          <a:custGeom>
            <a:avLst/>
            <a:gdLst>
              <a:gd name="connsiteX0" fmla="*/ 4281 w 124139"/>
              <a:gd name="connsiteY0" fmla="*/ 0 h 780128"/>
              <a:gd name="connsiteX1" fmla="*/ 0 w 124139"/>
              <a:gd name="connsiteY1" fmla="*/ 952 h 780128"/>
              <a:gd name="connsiteX2" fmla="*/ 119859 w 124139"/>
              <a:gd name="connsiteY2" fmla="*/ 780129 h 780128"/>
              <a:gd name="connsiteX3" fmla="*/ 124139 w 124139"/>
              <a:gd name="connsiteY3" fmla="*/ 779177 h 780128"/>
              <a:gd name="connsiteX4" fmla="*/ 4281 w 124139"/>
              <a:gd name="connsiteY4" fmla="*/ 0 h 7801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139" h="780128">
                <a:moveTo>
                  <a:pt x="4281" y="0"/>
                </a:moveTo>
                <a:cubicBezTo>
                  <a:pt x="2854" y="317"/>
                  <a:pt x="1427" y="793"/>
                  <a:pt x="0" y="952"/>
                </a:cubicBezTo>
                <a:lnTo>
                  <a:pt x="119859" y="780129"/>
                </a:lnTo>
                <a:cubicBezTo>
                  <a:pt x="121286" y="779811"/>
                  <a:pt x="122713" y="779335"/>
                  <a:pt x="124139" y="779177"/>
                </a:cubicBezTo>
                <a:lnTo>
                  <a:pt x="4281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74" name="Freeform 173">
            <a:extLst>
              <a:ext uri="{FF2B5EF4-FFF2-40B4-BE49-F238E27FC236}">
                <a16:creationId xmlns:a16="http://schemas.microsoft.com/office/drawing/2014/main" id="{75605048-A0FF-C26C-6296-8045DD74C6FB}"/>
              </a:ext>
            </a:extLst>
          </p:cNvPr>
          <p:cNvSpPr/>
          <p:nvPr userDrawn="1"/>
        </p:nvSpPr>
        <p:spPr>
          <a:xfrm>
            <a:off x="4899075" y="2822257"/>
            <a:ext cx="649711" cy="1835675"/>
          </a:xfrm>
          <a:custGeom>
            <a:avLst/>
            <a:gdLst>
              <a:gd name="connsiteX0" fmla="*/ 501156 w 649711"/>
              <a:gd name="connsiteY0" fmla="*/ 1639888 h 2131632"/>
              <a:gd name="connsiteX1" fmla="*/ 248438 w 649711"/>
              <a:gd name="connsiteY1" fmla="*/ 805350 h 2131632"/>
              <a:gd name="connsiteX2" fmla="*/ 247170 w 649711"/>
              <a:gd name="connsiteY2" fmla="*/ 801226 h 2131632"/>
              <a:gd name="connsiteX3" fmla="*/ 4439 w 649711"/>
              <a:gd name="connsiteY3" fmla="*/ 0 h 2131632"/>
              <a:gd name="connsiteX4" fmla="*/ 0 w 649711"/>
              <a:gd name="connsiteY4" fmla="*/ 952 h 2131632"/>
              <a:gd name="connsiteX5" fmla="*/ 242730 w 649711"/>
              <a:gd name="connsiteY5" fmla="*/ 802337 h 2131632"/>
              <a:gd name="connsiteX6" fmla="*/ 243999 w 649711"/>
              <a:gd name="connsiteY6" fmla="*/ 806461 h 2131632"/>
              <a:gd name="connsiteX7" fmla="*/ 487680 w 649711"/>
              <a:gd name="connsiteY7" fmla="*/ 1611177 h 2131632"/>
              <a:gd name="connsiteX8" fmla="*/ 496876 w 649711"/>
              <a:gd name="connsiteY8" fmla="*/ 1641633 h 2131632"/>
              <a:gd name="connsiteX9" fmla="*/ 644638 w 649711"/>
              <a:gd name="connsiteY9" fmla="*/ 2129570 h 2131632"/>
              <a:gd name="connsiteX10" fmla="*/ 645273 w 649711"/>
              <a:gd name="connsiteY10" fmla="*/ 2131633 h 2131632"/>
              <a:gd name="connsiteX11" fmla="*/ 649712 w 649711"/>
              <a:gd name="connsiteY11" fmla="*/ 2130681 h 2131632"/>
              <a:gd name="connsiteX12" fmla="*/ 510352 w 649711"/>
              <a:gd name="connsiteY12" fmla="*/ 1670503 h 2131632"/>
              <a:gd name="connsiteX13" fmla="*/ 501156 w 649711"/>
              <a:gd name="connsiteY13" fmla="*/ 1640047 h 21316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649711" h="2131632">
                <a:moveTo>
                  <a:pt x="501156" y="1639888"/>
                </a:moveTo>
                <a:lnTo>
                  <a:pt x="248438" y="805350"/>
                </a:lnTo>
                <a:lnTo>
                  <a:pt x="247170" y="801226"/>
                </a:lnTo>
                <a:lnTo>
                  <a:pt x="4439" y="0"/>
                </a:lnTo>
                <a:cubicBezTo>
                  <a:pt x="3012" y="476"/>
                  <a:pt x="1427" y="476"/>
                  <a:pt x="0" y="952"/>
                </a:cubicBezTo>
                <a:lnTo>
                  <a:pt x="242730" y="802337"/>
                </a:lnTo>
                <a:lnTo>
                  <a:pt x="243999" y="806461"/>
                </a:lnTo>
                <a:lnTo>
                  <a:pt x="487680" y="1611177"/>
                </a:lnTo>
                <a:lnTo>
                  <a:pt x="496876" y="1641633"/>
                </a:lnTo>
                <a:lnTo>
                  <a:pt x="644638" y="2129570"/>
                </a:lnTo>
                <a:lnTo>
                  <a:pt x="645273" y="2131633"/>
                </a:lnTo>
                <a:cubicBezTo>
                  <a:pt x="646699" y="2131157"/>
                  <a:pt x="648285" y="2131157"/>
                  <a:pt x="649712" y="2130681"/>
                </a:cubicBezTo>
                <a:lnTo>
                  <a:pt x="510352" y="1670503"/>
                </a:lnTo>
                <a:lnTo>
                  <a:pt x="501156" y="1640047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75" name="Freeform 174">
            <a:extLst>
              <a:ext uri="{FF2B5EF4-FFF2-40B4-BE49-F238E27FC236}">
                <a16:creationId xmlns:a16="http://schemas.microsoft.com/office/drawing/2014/main" id="{2B5BCFFA-0A21-D1AF-9ED4-6C099D996185}"/>
              </a:ext>
            </a:extLst>
          </p:cNvPr>
          <p:cNvSpPr/>
          <p:nvPr userDrawn="1"/>
        </p:nvSpPr>
        <p:spPr>
          <a:xfrm>
            <a:off x="4931894" y="2793070"/>
            <a:ext cx="1325582" cy="492318"/>
          </a:xfrm>
          <a:custGeom>
            <a:avLst/>
            <a:gdLst>
              <a:gd name="connsiteX0" fmla="*/ 0 w 1325582"/>
              <a:gd name="connsiteY0" fmla="*/ 3966 h 571692"/>
              <a:gd name="connsiteX1" fmla="*/ 1323839 w 1325582"/>
              <a:gd name="connsiteY1" fmla="*/ 571692 h 571692"/>
              <a:gd name="connsiteX2" fmla="*/ 1325583 w 1325582"/>
              <a:gd name="connsiteY2" fmla="*/ 567727 h 571692"/>
              <a:gd name="connsiteX3" fmla="*/ 1744 w 1325582"/>
              <a:gd name="connsiteY3" fmla="*/ 0 h 571692"/>
              <a:gd name="connsiteX4" fmla="*/ 0 w 1325582"/>
              <a:gd name="connsiteY4" fmla="*/ 3966 h 5716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25582" h="571692">
                <a:moveTo>
                  <a:pt x="0" y="3966"/>
                </a:moveTo>
                <a:lnTo>
                  <a:pt x="1323839" y="571692"/>
                </a:lnTo>
                <a:cubicBezTo>
                  <a:pt x="1324314" y="570265"/>
                  <a:pt x="1324949" y="568996"/>
                  <a:pt x="1325583" y="567727"/>
                </a:cubicBezTo>
                <a:lnTo>
                  <a:pt x="1744" y="0"/>
                </a:lnTo>
                <a:cubicBezTo>
                  <a:pt x="1269" y="1428"/>
                  <a:pt x="634" y="2697"/>
                  <a:pt x="0" y="3966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79" name="Freeform 178">
            <a:extLst>
              <a:ext uri="{FF2B5EF4-FFF2-40B4-BE49-F238E27FC236}">
                <a16:creationId xmlns:a16="http://schemas.microsoft.com/office/drawing/2014/main" id="{CF4BCFA0-B802-3EA4-A496-44A91A44BFF3}"/>
              </a:ext>
            </a:extLst>
          </p:cNvPr>
          <p:cNvSpPr/>
          <p:nvPr userDrawn="1"/>
        </p:nvSpPr>
        <p:spPr>
          <a:xfrm>
            <a:off x="4931260" y="1782455"/>
            <a:ext cx="2135581" cy="839017"/>
          </a:xfrm>
          <a:custGeom>
            <a:avLst/>
            <a:gdLst>
              <a:gd name="connsiteX0" fmla="*/ 1942159 w 2135581"/>
              <a:gd name="connsiteY0" fmla="*/ 87086 h 974288"/>
              <a:gd name="connsiteX1" fmla="*/ 1818019 w 2135581"/>
              <a:gd name="connsiteY1" fmla="*/ 143558 h 974288"/>
              <a:gd name="connsiteX2" fmla="*/ 1812629 w 2135581"/>
              <a:gd name="connsiteY2" fmla="*/ 146096 h 974288"/>
              <a:gd name="connsiteX3" fmla="*/ 0 w 2135581"/>
              <a:gd name="connsiteY3" fmla="*/ 970481 h 974288"/>
              <a:gd name="connsiteX4" fmla="*/ 2220 w 2135581"/>
              <a:gd name="connsiteY4" fmla="*/ 974288 h 974288"/>
              <a:gd name="connsiteX5" fmla="*/ 1810885 w 2135581"/>
              <a:gd name="connsiteY5" fmla="*/ 151648 h 974288"/>
              <a:gd name="connsiteX6" fmla="*/ 1816276 w 2135581"/>
              <a:gd name="connsiteY6" fmla="*/ 149110 h 974288"/>
              <a:gd name="connsiteX7" fmla="*/ 1939939 w 2135581"/>
              <a:gd name="connsiteY7" fmla="*/ 92956 h 974288"/>
              <a:gd name="connsiteX8" fmla="*/ 1945647 w 2135581"/>
              <a:gd name="connsiteY8" fmla="*/ 90417 h 974288"/>
              <a:gd name="connsiteX9" fmla="*/ 2135582 w 2135581"/>
              <a:gd name="connsiteY9" fmla="*/ 3966 h 974288"/>
              <a:gd name="connsiteX10" fmla="*/ 2133363 w 2135581"/>
              <a:gd name="connsiteY10" fmla="*/ 0 h 974288"/>
              <a:gd name="connsiteX11" fmla="*/ 1947867 w 2135581"/>
              <a:gd name="connsiteY11" fmla="*/ 84390 h 974288"/>
              <a:gd name="connsiteX12" fmla="*/ 1942317 w 2135581"/>
              <a:gd name="connsiteY12" fmla="*/ 86928 h 974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2135581" h="974288">
                <a:moveTo>
                  <a:pt x="1942159" y="87086"/>
                </a:moveTo>
                <a:lnTo>
                  <a:pt x="1818019" y="143558"/>
                </a:lnTo>
                <a:lnTo>
                  <a:pt x="1812629" y="146096"/>
                </a:lnTo>
                <a:lnTo>
                  <a:pt x="0" y="970481"/>
                </a:lnTo>
                <a:cubicBezTo>
                  <a:pt x="634" y="971909"/>
                  <a:pt x="1586" y="973019"/>
                  <a:pt x="2220" y="974288"/>
                </a:cubicBezTo>
                <a:lnTo>
                  <a:pt x="1810885" y="151648"/>
                </a:lnTo>
                <a:lnTo>
                  <a:pt x="1816276" y="149110"/>
                </a:lnTo>
                <a:lnTo>
                  <a:pt x="1939939" y="92956"/>
                </a:lnTo>
                <a:lnTo>
                  <a:pt x="1945647" y="90417"/>
                </a:lnTo>
                <a:lnTo>
                  <a:pt x="2135582" y="3966"/>
                </a:lnTo>
                <a:cubicBezTo>
                  <a:pt x="2134948" y="2538"/>
                  <a:pt x="2133997" y="1428"/>
                  <a:pt x="2133363" y="0"/>
                </a:cubicBezTo>
                <a:lnTo>
                  <a:pt x="1947867" y="84390"/>
                </a:lnTo>
                <a:lnTo>
                  <a:pt x="1942317" y="86928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7" name="Freeform 186">
            <a:extLst>
              <a:ext uri="{FF2B5EF4-FFF2-40B4-BE49-F238E27FC236}">
                <a16:creationId xmlns:a16="http://schemas.microsoft.com/office/drawing/2014/main" id="{FF4B6A17-CB45-1D1B-8DE8-7765F1F8D8A3}"/>
              </a:ext>
            </a:extLst>
          </p:cNvPr>
          <p:cNvSpPr/>
          <p:nvPr userDrawn="1"/>
        </p:nvSpPr>
        <p:spPr>
          <a:xfrm>
            <a:off x="4927613" y="1451242"/>
            <a:ext cx="2075493" cy="1119600"/>
          </a:xfrm>
          <a:custGeom>
            <a:avLst/>
            <a:gdLst>
              <a:gd name="connsiteX0" fmla="*/ 1933914 w 2075493"/>
              <a:gd name="connsiteY0" fmla="*/ 92162 h 1300108"/>
              <a:gd name="connsiteX1" fmla="*/ 1939622 w 2075493"/>
              <a:gd name="connsiteY1" fmla="*/ 88514 h 1300108"/>
              <a:gd name="connsiteX2" fmla="*/ 2075494 w 2075493"/>
              <a:gd name="connsiteY2" fmla="*/ 3648 h 1300108"/>
              <a:gd name="connsiteX3" fmla="*/ 2072957 w 2075493"/>
              <a:gd name="connsiteY3" fmla="*/ 0 h 1300108"/>
              <a:gd name="connsiteX4" fmla="*/ 1941524 w 2075493"/>
              <a:gd name="connsiteY4" fmla="*/ 82169 h 1300108"/>
              <a:gd name="connsiteX5" fmla="*/ 1935817 w 2075493"/>
              <a:gd name="connsiteY5" fmla="*/ 85817 h 1300108"/>
              <a:gd name="connsiteX6" fmla="*/ 0 w 2075493"/>
              <a:gd name="connsiteY6" fmla="*/ 1296460 h 1300108"/>
              <a:gd name="connsiteX7" fmla="*/ 2537 w 2075493"/>
              <a:gd name="connsiteY7" fmla="*/ 1300109 h 1300108"/>
              <a:gd name="connsiteX8" fmla="*/ 1933914 w 2075493"/>
              <a:gd name="connsiteY8" fmla="*/ 92321 h 13001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075493" h="1300108">
                <a:moveTo>
                  <a:pt x="1933914" y="92162"/>
                </a:moveTo>
                <a:lnTo>
                  <a:pt x="1939622" y="88514"/>
                </a:lnTo>
                <a:lnTo>
                  <a:pt x="2075494" y="3648"/>
                </a:lnTo>
                <a:cubicBezTo>
                  <a:pt x="2074543" y="2379"/>
                  <a:pt x="2073750" y="1269"/>
                  <a:pt x="2072957" y="0"/>
                </a:cubicBezTo>
                <a:lnTo>
                  <a:pt x="1941524" y="82169"/>
                </a:lnTo>
                <a:lnTo>
                  <a:pt x="1935817" y="85817"/>
                </a:lnTo>
                <a:lnTo>
                  <a:pt x="0" y="1296460"/>
                </a:lnTo>
                <a:cubicBezTo>
                  <a:pt x="793" y="1297729"/>
                  <a:pt x="1744" y="1298840"/>
                  <a:pt x="2537" y="1300109"/>
                </a:cubicBezTo>
                <a:lnTo>
                  <a:pt x="1933914" y="92321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8" name="Freeform 187">
            <a:extLst>
              <a:ext uri="{FF2B5EF4-FFF2-40B4-BE49-F238E27FC236}">
                <a16:creationId xmlns:a16="http://schemas.microsoft.com/office/drawing/2014/main" id="{BDB31EA3-DA58-1A1F-FA4C-8AE7E2198E5A}"/>
              </a:ext>
            </a:extLst>
          </p:cNvPr>
          <p:cNvSpPr/>
          <p:nvPr userDrawn="1"/>
        </p:nvSpPr>
        <p:spPr>
          <a:xfrm>
            <a:off x="9366992" y="213157"/>
            <a:ext cx="101785" cy="87699"/>
          </a:xfrm>
          <a:custGeom>
            <a:avLst/>
            <a:gdLst>
              <a:gd name="connsiteX0" fmla="*/ 0 w 101785"/>
              <a:gd name="connsiteY0" fmla="*/ 50919 h 101838"/>
              <a:gd name="connsiteX1" fmla="*/ 2061 w 101785"/>
              <a:gd name="connsiteY1" fmla="*/ 61230 h 101838"/>
              <a:gd name="connsiteX2" fmla="*/ 3012 w 101785"/>
              <a:gd name="connsiteY2" fmla="*/ 65513 h 101838"/>
              <a:gd name="connsiteX3" fmla="*/ 4915 w 101785"/>
              <a:gd name="connsiteY3" fmla="*/ 72017 h 101838"/>
              <a:gd name="connsiteX4" fmla="*/ 7452 w 101785"/>
              <a:gd name="connsiteY4" fmla="*/ 75824 h 101838"/>
              <a:gd name="connsiteX5" fmla="*/ 50893 w 101785"/>
              <a:gd name="connsiteY5" fmla="*/ 101839 h 101838"/>
              <a:gd name="connsiteX6" fmla="*/ 101786 w 101785"/>
              <a:gd name="connsiteY6" fmla="*/ 50919 h 101838"/>
              <a:gd name="connsiteX7" fmla="*/ 50893 w 101785"/>
              <a:gd name="connsiteY7" fmla="*/ 0 h 101838"/>
              <a:gd name="connsiteX8" fmla="*/ 31392 w 101785"/>
              <a:gd name="connsiteY8" fmla="*/ 3966 h 101838"/>
              <a:gd name="connsiteX9" fmla="*/ 27586 w 101785"/>
              <a:gd name="connsiteY9" fmla="*/ 6345 h 101838"/>
              <a:gd name="connsiteX10" fmla="*/ 0 w 101785"/>
              <a:gd name="connsiteY10" fmla="*/ 50919 h 1018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01785" h="101838">
                <a:moveTo>
                  <a:pt x="0" y="50919"/>
                </a:moveTo>
                <a:cubicBezTo>
                  <a:pt x="0" y="54568"/>
                  <a:pt x="1427" y="57740"/>
                  <a:pt x="2061" y="61230"/>
                </a:cubicBezTo>
                <a:cubicBezTo>
                  <a:pt x="2379" y="62658"/>
                  <a:pt x="2537" y="64244"/>
                  <a:pt x="3012" y="65513"/>
                </a:cubicBezTo>
                <a:cubicBezTo>
                  <a:pt x="3647" y="67734"/>
                  <a:pt x="3964" y="69955"/>
                  <a:pt x="4915" y="72017"/>
                </a:cubicBezTo>
                <a:cubicBezTo>
                  <a:pt x="5550" y="73444"/>
                  <a:pt x="6817" y="74555"/>
                  <a:pt x="7452" y="75824"/>
                </a:cubicBezTo>
                <a:cubicBezTo>
                  <a:pt x="16330" y="91052"/>
                  <a:pt x="32026" y="101839"/>
                  <a:pt x="50893" y="101839"/>
                </a:cubicBezTo>
                <a:cubicBezTo>
                  <a:pt x="79113" y="101839"/>
                  <a:pt x="101786" y="78996"/>
                  <a:pt x="101786" y="50919"/>
                </a:cubicBezTo>
                <a:cubicBezTo>
                  <a:pt x="101786" y="22842"/>
                  <a:pt x="78955" y="0"/>
                  <a:pt x="50893" y="0"/>
                </a:cubicBezTo>
                <a:cubicBezTo>
                  <a:pt x="43917" y="0"/>
                  <a:pt x="37416" y="1428"/>
                  <a:pt x="31392" y="3966"/>
                </a:cubicBezTo>
                <a:cubicBezTo>
                  <a:pt x="29965" y="4600"/>
                  <a:pt x="29014" y="5711"/>
                  <a:pt x="27586" y="6345"/>
                </a:cubicBezTo>
                <a:cubicBezTo>
                  <a:pt x="11416" y="14911"/>
                  <a:pt x="0" y="31408"/>
                  <a:pt x="0" y="50919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9" name="Freeform 188">
            <a:extLst>
              <a:ext uri="{FF2B5EF4-FFF2-40B4-BE49-F238E27FC236}">
                <a16:creationId xmlns:a16="http://schemas.microsoft.com/office/drawing/2014/main" id="{F35DAB0C-6CD1-68BE-B5F7-E840EEE2CE28}"/>
              </a:ext>
            </a:extLst>
          </p:cNvPr>
          <p:cNvSpPr/>
          <p:nvPr userDrawn="1"/>
        </p:nvSpPr>
        <p:spPr>
          <a:xfrm>
            <a:off x="6993595" y="297864"/>
            <a:ext cx="100040" cy="86470"/>
          </a:xfrm>
          <a:custGeom>
            <a:avLst/>
            <a:gdLst>
              <a:gd name="connsiteX0" fmla="*/ 37099 w 100040"/>
              <a:gd name="connsiteY0" fmla="*/ 2697 h 100411"/>
              <a:gd name="connsiteX1" fmla="*/ 32660 w 100040"/>
              <a:gd name="connsiteY1" fmla="*/ 3648 h 100411"/>
              <a:gd name="connsiteX2" fmla="*/ 0 w 100040"/>
              <a:gd name="connsiteY2" fmla="*/ 50285 h 100411"/>
              <a:gd name="connsiteX3" fmla="*/ 47880 w 100040"/>
              <a:gd name="connsiteY3" fmla="*/ 99935 h 100411"/>
              <a:gd name="connsiteX4" fmla="*/ 50100 w 100040"/>
              <a:gd name="connsiteY4" fmla="*/ 100411 h 100411"/>
              <a:gd name="connsiteX5" fmla="*/ 50100 w 100040"/>
              <a:gd name="connsiteY5" fmla="*/ 100411 h 100411"/>
              <a:gd name="connsiteX6" fmla="*/ 54539 w 100040"/>
              <a:gd name="connsiteY6" fmla="*/ 99459 h 100411"/>
              <a:gd name="connsiteX7" fmla="*/ 100041 w 100040"/>
              <a:gd name="connsiteY7" fmla="*/ 50285 h 100411"/>
              <a:gd name="connsiteX8" fmla="*/ 97980 w 100040"/>
              <a:gd name="connsiteY8" fmla="*/ 40291 h 100411"/>
              <a:gd name="connsiteX9" fmla="*/ 97029 w 100040"/>
              <a:gd name="connsiteY9" fmla="*/ 35850 h 100411"/>
              <a:gd name="connsiteX10" fmla="*/ 88626 w 100040"/>
              <a:gd name="connsiteY10" fmla="*/ 19828 h 100411"/>
              <a:gd name="connsiteX11" fmla="*/ 86089 w 100040"/>
              <a:gd name="connsiteY11" fmla="*/ 16180 h 100411"/>
              <a:gd name="connsiteX12" fmla="*/ 49782 w 100040"/>
              <a:gd name="connsiteY12" fmla="*/ 0 h 100411"/>
              <a:gd name="connsiteX13" fmla="*/ 41538 w 100040"/>
              <a:gd name="connsiteY13" fmla="*/ 1745 h 100411"/>
              <a:gd name="connsiteX14" fmla="*/ 37258 w 100040"/>
              <a:gd name="connsiteY14" fmla="*/ 2697 h 100411"/>
              <a:gd name="connsiteX15" fmla="*/ 36940 w 100040"/>
              <a:gd name="connsiteY15" fmla="*/ 2697 h 1004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00040" h="100411">
                <a:moveTo>
                  <a:pt x="37099" y="2697"/>
                </a:moveTo>
                <a:cubicBezTo>
                  <a:pt x="35672" y="3173"/>
                  <a:pt x="34087" y="3173"/>
                  <a:pt x="32660" y="3648"/>
                </a:cubicBezTo>
                <a:cubicBezTo>
                  <a:pt x="13635" y="10787"/>
                  <a:pt x="0" y="28712"/>
                  <a:pt x="0" y="50285"/>
                </a:cubicBezTo>
                <a:cubicBezTo>
                  <a:pt x="0" y="77251"/>
                  <a:pt x="21245" y="98666"/>
                  <a:pt x="47880" y="99935"/>
                </a:cubicBezTo>
                <a:cubicBezTo>
                  <a:pt x="48673" y="99935"/>
                  <a:pt x="49307" y="100411"/>
                  <a:pt x="50100" y="100411"/>
                </a:cubicBezTo>
                <a:lnTo>
                  <a:pt x="50100" y="100411"/>
                </a:lnTo>
                <a:cubicBezTo>
                  <a:pt x="51685" y="100411"/>
                  <a:pt x="53112" y="99618"/>
                  <a:pt x="54539" y="99459"/>
                </a:cubicBezTo>
                <a:cubicBezTo>
                  <a:pt x="79906" y="96921"/>
                  <a:pt x="100041" y="76300"/>
                  <a:pt x="100041" y="50285"/>
                </a:cubicBezTo>
                <a:cubicBezTo>
                  <a:pt x="100041" y="46636"/>
                  <a:pt x="98773" y="43622"/>
                  <a:pt x="97980" y="40291"/>
                </a:cubicBezTo>
                <a:cubicBezTo>
                  <a:pt x="97663" y="38864"/>
                  <a:pt x="97504" y="37277"/>
                  <a:pt x="97029" y="35850"/>
                </a:cubicBezTo>
                <a:cubicBezTo>
                  <a:pt x="95126" y="29981"/>
                  <a:pt x="92431" y="24587"/>
                  <a:pt x="88626" y="19828"/>
                </a:cubicBezTo>
                <a:cubicBezTo>
                  <a:pt x="87675" y="18718"/>
                  <a:pt x="87199" y="17290"/>
                  <a:pt x="86089" y="16180"/>
                </a:cubicBezTo>
                <a:cubicBezTo>
                  <a:pt x="76894" y="6345"/>
                  <a:pt x="64210" y="0"/>
                  <a:pt x="49782" y="0"/>
                </a:cubicBezTo>
                <a:cubicBezTo>
                  <a:pt x="46770" y="0"/>
                  <a:pt x="44234" y="1269"/>
                  <a:pt x="41538" y="1745"/>
                </a:cubicBezTo>
                <a:cubicBezTo>
                  <a:pt x="40112" y="2062"/>
                  <a:pt x="38685" y="2221"/>
                  <a:pt x="37258" y="2697"/>
                </a:cubicBezTo>
                <a:cubicBezTo>
                  <a:pt x="37258" y="2697"/>
                  <a:pt x="36940" y="2697"/>
                  <a:pt x="36940" y="2697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0" name="Freeform 189">
            <a:extLst>
              <a:ext uri="{FF2B5EF4-FFF2-40B4-BE49-F238E27FC236}">
                <a16:creationId xmlns:a16="http://schemas.microsoft.com/office/drawing/2014/main" id="{D3BC9DE7-4149-D915-F277-61AD3C53E9EA}"/>
              </a:ext>
            </a:extLst>
          </p:cNvPr>
          <p:cNvSpPr/>
          <p:nvPr userDrawn="1"/>
        </p:nvSpPr>
        <p:spPr>
          <a:xfrm>
            <a:off x="1265416" y="95616"/>
            <a:ext cx="100199" cy="86470"/>
          </a:xfrm>
          <a:custGeom>
            <a:avLst/>
            <a:gdLst>
              <a:gd name="connsiteX0" fmla="*/ 50100 w 100199"/>
              <a:gd name="connsiteY0" fmla="*/ 100411 h 100411"/>
              <a:gd name="connsiteX1" fmla="*/ 93224 w 100199"/>
              <a:gd name="connsiteY1" fmla="*/ 74396 h 100411"/>
              <a:gd name="connsiteX2" fmla="*/ 95760 w 100199"/>
              <a:gd name="connsiteY2" fmla="*/ 70589 h 100411"/>
              <a:gd name="connsiteX3" fmla="*/ 100200 w 100199"/>
              <a:gd name="connsiteY3" fmla="*/ 50285 h 100411"/>
              <a:gd name="connsiteX4" fmla="*/ 80540 w 100199"/>
              <a:gd name="connsiteY4" fmla="*/ 11421 h 100411"/>
              <a:gd name="connsiteX5" fmla="*/ 76894 w 100199"/>
              <a:gd name="connsiteY5" fmla="*/ 8883 h 100411"/>
              <a:gd name="connsiteX6" fmla="*/ 50100 w 100199"/>
              <a:gd name="connsiteY6" fmla="*/ 0 h 100411"/>
              <a:gd name="connsiteX7" fmla="*/ 0 w 100199"/>
              <a:gd name="connsiteY7" fmla="*/ 50126 h 100411"/>
              <a:gd name="connsiteX8" fmla="*/ 21403 w 100199"/>
              <a:gd name="connsiteY8" fmla="*/ 90100 h 100411"/>
              <a:gd name="connsiteX9" fmla="*/ 25050 w 100199"/>
              <a:gd name="connsiteY9" fmla="*/ 92638 h 100411"/>
              <a:gd name="connsiteX10" fmla="*/ 50258 w 100199"/>
              <a:gd name="connsiteY10" fmla="*/ 100411 h 1004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00199" h="100411">
                <a:moveTo>
                  <a:pt x="50100" y="100411"/>
                </a:moveTo>
                <a:cubicBezTo>
                  <a:pt x="68966" y="100411"/>
                  <a:pt x="84662" y="89624"/>
                  <a:pt x="93224" y="74396"/>
                </a:cubicBezTo>
                <a:cubicBezTo>
                  <a:pt x="94016" y="73127"/>
                  <a:pt x="95126" y="72017"/>
                  <a:pt x="95760" y="70589"/>
                </a:cubicBezTo>
                <a:cubicBezTo>
                  <a:pt x="98614" y="64403"/>
                  <a:pt x="100200" y="57582"/>
                  <a:pt x="100200" y="50285"/>
                </a:cubicBezTo>
                <a:cubicBezTo>
                  <a:pt x="100200" y="34263"/>
                  <a:pt x="92272" y="20622"/>
                  <a:pt x="80540" y="11421"/>
                </a:cubicBezTo>
                <a:cubicBezTo>
                  <a:pt x="79430" y="10469"/>
                  <a:pt x="78162" y="9676"/>
                  <a:pt x="76894" y="8883"/>
                </a:cubicBezTo>
                <a:cubicBezTo>
                  <a:pt x="69125" y="3807"/>
                  <a:pt x="60247" y="0"/>
                  <a:pt x="50100" y="0"/>
                </a:cubicBezTo>
                <a:cubicBezTo>
                  <a:pt x="22355" y="0"/>
                  <a:pt x="0" y="22525"/>
                  <a:pt x="0" y="50126"/>
                </a:cubicBezTo>
                <a:cubicBezTo>
                  <a:pt x="0" y="66782"/>
                  <a:pt x="8720" y="80900"/>
                  <a:pt x="21403" y="90100"/>
                </a:cubicBezTo>
                <a:cubicBezTo>
                  <a:pt x="22513" y="91052"/>
                  <a:pt x="23782" y="91845"/>
                  <a:pt x="25050" y="92638"/>
                </a:cubicBezTo>
                <a:cubicBezTo>
                  <a:pt x="32501" y="97080"/>
                  <a:pt x="40746" y="100411"/>
                  <a:pt x="50258" y="100411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1" name="Freeform 190">
            <a:extLst>
              <a:ext uri="{FF2B5EF4-FFF2-40B4-BE49-F238E27FC236}">
                <a16:creationId xmlns:a16="http://schemas.microsoft.com/office/drawing/2014/main" id="{895EC621-298D-6763-2DB5-B73497801427}"/>
              </a:ext>
            </a:extLst>
          </p:cNvPr>
          <p:cNvSpPr/>
          <p:nvPr userDrawn="1"/>
        </p:nvSpPr>
        <p:spPr>
          <a:xfrm>
            <a:off x="1534940" y="230606"/>
            <a:ext cx="100199" cy="86470"/>
          </a:xfrm>
          <a:custGeom>
            <a:avLst/>
            <a:gdLst>
              <a:gd name="connsiteX0" fmla="*/ 50100 w 100199"/>
              <a:gd name="connsiteY0" fmla="*/ 0 h 100411"/>
              <a:gd name="connsiteX1" fmla="*/ 6976 w 100199"/>
              <a:gd name="connsiteY1" fmla="*/ 26015 h 100411"/>
              <a:gd name="connsiteX2" fmla="*/ 4439 w 100199"/>
              <a:gd name="connsiteY2" fmla="*/ 29822 h 100411"/>
              <a:gd name="connsiteX3" fmla="*/ 0 w 100199"/>
              <a:gd name="connsiteY3" fmla="*/ 50126 h 100411"/>
              <a:gd name="connsiteX4" fmla="*/ 15696 w 100199"/>
              <a:gd name="connsiteY4" fmla="*/ 86293 h 100411"/>
              <a:gd name="connsiteX5" fmla="*/ 19342 w 100199"/>
              <a:gd name="connsiteY5" fmla="*/ 88831 h 100411"/>
              <a:gd name="connsiteX6" fmla="*/ 50100 w 100199"/>
              <a:gd name="connsiteY6" fmla="*/ 100411 h 100411"/>
              <a:gd name="connsiteX7" fmla="*/ 100200 w 100199"/>
              <a:gd name="connsiteY7" fmla="*/ 50285 h 100411"/>
              <a:gd name="connsiteX8" fmla="*/ 69759 w 100199"/>
              <a:gd name="connsiteY8" fmla="*/ 4124 h 100411"/>
              <a:gd name="connsiteX9" fmla="*/ 65320 w 100199"/>
              <a:gd name="connsiteY9" fmla="*/ 3173 h 100411"/>
              <a:gd name="connsiteX10" fmla="*/ 50100 w 100199"/>
              <a:gd name="connsiteY10" fmla="*/ 159 h 1004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00199" h="100411">
                <a:moveTo>
                  <a:pt x="50100" y="0"/>
                </a:moveTo>
                <a:cubicBezTo>
                  <a:pt x="31233" y="0"/>
                  <a:pt x="15537" y="10787"/>
                  <a:pt x="6976" y="26015"/>
                </a:cubicBezTo>
                <a:cubicBezTo>
                  <a:pt x="6183" y="27443"/>
                  <a:pt x="5073" y="28394"/>
                  <a:pt x="4439" y="29822"/>
                </a:cubicBezTo>
                <a:cubicBezTo>
                  <a:pt x="1585" y="36008"/>
                  <a:pt x="0" y="42829"/>
                  <a:pt x="0" y="50126"/>
                </a:cubicBezTo>
                <a:cubicBezTo>
                  <a:pt x="0" y="64403"/>
                  <a:pt x="6025" y="77093"/>
                  <a:pt x="15696" y="86293"/>
                </a:cubicBezTo>
                <a:cubicBezTo>
                  <a:pt x="16806" y="87245"/>
                  <a:pt x="18233" y="87879"/>
                  <a:pt x="19342" y="88831"/>
                </a:cubicBezTo>
                <a:cubicBezTo>
                  <a:pt x="27904" y="95652"/>
                  <a:pt x="38368" y="100411"/>
                  <a:pt x="50100" y="100411"/>
                </a:cubicBezTo>
                <a:cubicBezTo>
                  <a:pt x="77845" y="100411"/>
                  <a:pt x="100200" y="78045"/>
                  <a:pt x="100200" y="50285"/>
                </a:cubicBezTo>
                <a:cubicBezTo>
                  <a:pt x="100200" y="29505"/>
                  <a:pt x="87675" y="11897"/>
                  <a:pt x="69759" y="4124"/>
                </a:cubicBezTo>
                <a:cubicBezTo>
                  <a:pt x="68332" y="3490"/>
                  <a:pt x="66747" y="3648"/>
                  <a:pt x="65320" y="3173"/>
                </a:cubicBezTo>
                <a:cubicBezTo>
                  <a:pt x="60405" y="1586"/>
                  <a:pt x="55490" y="159"/>
                  <a:pt x="50100" y="159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76" name="Freeform 575">
            <a:extLst>
              <a:ext uri="{FF2B5EF4-FFF2-40B4-BE49-F238E27FC236}">
                <a16:creationId xmlns:a16="http://schemas.microsoft.com/office/drawing/2014/main" id="{184F3595-EC37-436F-923E-014AAF8BC8C3}"/>
              </a:ext>
            </a:extLst>
          </p:cNvPr>
          <p:cNvSpPr/>
          <p:nvPr userDrawn="1"/>
        </p:nvSpPr>
        <p:spPr>
          <a:xfrm>
            <a:off x="2680575" y="6029065"/>
            <a:ext cx="100199" cy="86333"/>
          </a:xfrm>
          <a:custGeom>
            <a:avLst/>
            <a:gdLst>
              <a:gd name="connsiteX0" fmla="*/ 11257 w 100199"/>
              <a:gd name="connsiteY0" fmla="*/ 19828 h 100252"/>
              <a:gd name="connsiteX1" fmla="*/ 8720 w 100199"/>
              <a:gd name="connsiteY1" fmla="*/ 23477 h 100252"/>
              <a:gd name="connsiteX2" fmla="*/ 0 w 100199"/>
              <a:gd name="connsiteY2" fmla="*/ 50126 h 100252"/>
              <a:gd name="connsiteX3" fmla="*/ 45185 w 100199"/>
              <a:gd name="connsiteY3" fmla="*/ 99300 h 100252"/>
              <a:gd name="connsiteX4" fmla="*/ 49466 w 100199"/>
              <a:gd name="connsiteY4" fmla="*/ 100253 h 100252"/>
              <a:gd name="connsiteX5" fmla="*/ 49624 w 100199"/>
              <a:gd name="connsiteY5" fmla="*/ 100253 h 100252"/>
              <a:gd name="connsiteX6" fmla="*/ 50100 w 100199"/>
              <a:gd name="connsiteY6" fmla="*/ 100253 h 100252"/>
              <a:gd name="connsiteX7" fmla="*/ 54063 w 100199"/>
              <a:gd name="connsiteY7" fmla="*/ 99459 h 100252"/>
              <a:gd name="connsiteX8" fmla="*/ 54539 w 100199"/>
              <a:gd name="connsiteY8" fmla="*/ 99459 h 100252"/>
              <a:gd name="connsiteX9" fmla="*/ 58820 w 100199"/>
              <a:gd name="connsiteY9" fmla="*/ 98507 h 100252"/>
              <a:gd name="connsiteX10" fmla="*/ 100200 w 100199"/>
              <a:gd name="connsiteY10" fmla="*/ 50126 h 100252"/>
              <a:gd name="connsiteX11" fmla="*/ 50100 w 100199"/>
              <a:gd name="connsiteY11" fmla="*/ 0 h 100252"/>
              <a:gd name="connsiteX12" fmla="*/ 28696 w 100199"/>
              <a:gd name="connsiteY12" fmla="*/ 5234 h 100252"/>
              <a:gd name="connsiteX13" fmla="*/ 25050 w 100199"/>
              <a:gd name="connsiteY13" fmla="*/ 7773 h 100252"/>
              <a:gd name="connsiteX14" fmla="*/ 11257 w 100199"/>
              <a:gd name="connsiteY14" fmla="*/ 19828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00199" h="100252">
                <a:moveTo>
                  <a:pt x="11257" y="19828"/>
                </a:moveTo>
                <a:cubicBezTo>
                  <a:pt x="10305" y="20939"/>
                  <a:pt x="9513" y="22208"/>
                  <a:pt x="8720" y="23477"/>
                </a:cubicBezTo>
                <a:cubicBezTo>
                  <a:pt x="3647" y="31250"/>
                  <a:pt x="0" y="40133"/>
                  <a:pt x="0" y="50126"/>
                </a:cubicBezTo>
                <a:cubicBezTo>
                  <a:pt x="0" y="76141"/>
                  <a:pt x="19977" y="96604"/>
                  <a:pt x="45185" y="99300"/>
                </a:cubicBezTo>
                <a:cubicBezTo>
                  <a:pt x="46612" y="99300"/>
                  <a:pt x="48039" y="100094"/>
                  <a:pt x="49466" y="100253"/>
                </a:cubicBezTo>
                <a:lnTo>
                  <a:pt x="49624" y="100253"/>
                </a:lnTo>
                <a:cubicBezTo>
                  <a:pt x="49624" y="100253"/>
                  <a:pt x="50100" y="100253"/>
                  <a:pt x="50100" y="100253"/>
                </a:cubicBezTo>
                <a:cubicBezTo>
                  <a:pt x="51527" y="100253"/>
                  <a:pt x="52637" y="99618"/>
                  <a:pt x="54063" y="99459"/>
                </a:cubicBezTo>
                <a:lnTo>
                  <a:pt x="54539" y="99459"/>
                </a:lnTo>
                <a:cubicBezTo>
                  <a:pt x="56125" y="99142"/>
                  <a:pt x="57393" y="98666"/>
                  <a:pt x="58820" y="98507"/>
                </a:cubicBezTo>
                <a:cubicBezTo>
                  <a:pt x="82126" y="94225"/>
                  <a:pt x="100200" y="74713"/>
                  <a:pt x="100200" y="50126"/>
                </a:cubicBezTo>
                <a:cubicBezTo>
                  <a:pt x="100200" y="22525"/>
                  <a:pt x="77845" y="0"/>
                  <a:pt x="50100" y="0"/>
                </a:cubicBezTo>
                <a:cubicBezTo>
                  <a:pt x="42331" y="0"/>
                  <a:pt x="35197" y="2062"/>
                  <a:pt x="28696" y="5234"/>
                </a:cubicBezTo>
                <a:cubicBezTo>
                  <a:pt x="27270" y="5869"/>
                  <a:pt x="26318" y="6980"/>
                  <a:pt x="25050" y="7773"/>
                </a:cubicBezTo>
                <a:cubicBezTo>
                  <a:pt x="19659" y="10945"/>
                  <a:pt x="15062" y="14911"/>
                  <a:pt x="11257" y="19828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77" name="Freeform 576">
            <a:extLst>
              <a:ext uri="{FF2B5EF4-FFF2-40B4-BE49-F238E27FC236}">
                <a16:creationId xmlns:a16="http://schemas.microsoft.com/office/drawing/2014/main" id="{0A925792-8CC9-AB51-E814-D25EEDC2DB60}"/>
              </a:ext>
            </a:extLst>
          </p:cNvPr>
          <p:cNvSpPr/>
          <p:nvPr userDrawn="1"/>
        </p:nvSpPr>
        <p:spPr>
          <a:xfrm>
            <a:off x="2815337" y="7040789"/>
            <a:ext cx="100040" cy="86333"/>
          </a:xfrm>
          <a:custGeom>
            <a:avLst/>
            <a:gdLst>
              <a:gd name="connsiteX0" fmla="*/ 36624 w 100040"/>
              <a:gd name="connsiteY0" fmla="*/ 2379 h 100252"/>
              <a:gd name="connsiteX1" fmla="*/ 32343 w 100040"/>
              <a:gd name="connsiteY1" fmla="*/ 3331 h 100252"/>
              <a:gd name="connsiteX2" fmla="*/ 0 w 100040"/>
              <a:gd name="connsiteY2" fmla="*/ 49809 h 100252"/>
              <a:gd name="connsiteX3" fmla="*/ 32660 w 100040"/>
              <a:gd name="connsiteY3" fmla="*/ 96445 h 100252"/>
              <a:gd name="connsiteX4" fmla="*/ 36941 w 100040"/>
              <a:gd name="connsiteY4" fmla="*/ 97397 h 100252"/>
              <a:gd name="connsiteX5" fmla="*/ 39160 w 100040"/>
              <a:gd name="connsiteY5" fmla="*/ 97873 h 100252"/>
              <a:gd name="connsiteX6" fmla="*/ 42648 w 100040"/>
              <a:gd name="connsiteY6" fmla="*/ 98666 h 100252"/>
              <a:gd name="connsiteX7" fmla="*/ 44075 w 100040"/>
              <a:gd name="connsiteY7" fmla="*/ 98983 h 100252"/>
              <a:gd name="connsiteX8" fmla="*/ 48356 w 100040"/>
              <a:gd name="connsiteY8" fmla="*/ 99935 h 100252"/>
              <a:gd name="connsiteX9" fmla="*/ 49941 w 100040"/>
              <a:gd name="connsiteY9" fmla="*/ 100253 h 100252"/>
              <a:gd name="connsiteX10" fmla="*/ 100041 w 100040"/>
              <a:gd name="connsiteY10" fmla="*/ 50126 h 100252"/>
              <a:gd name="connsiteX11" fmla="*/ 49941 w 100040"/>
              <a:gd name="connsiteY11" fmla="*/ 0 h 100252"/>
              <a:gd name="connsiteX12" fmla="*/ 45661 w 100040"/>
              <a:gd name="connsiteY12" fmla="*/ 952 h 100252"/>
              <a:gd name="connsiteX13" fmla="*/ 41380 w 100040"/>
              <a:gd name="connsiteY13" fmla="*/ 1903 h 100252"/>
              <a:gd name="connsiteX14" fmla="*/ 36465 w 100040"/>
              <a:gd name="connsiteY14" fmla="*/ 2855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00040" h="100252">
                <a:moveTo>
                  <a:pt x="36624" y="2379"/>
                </a:moveTo>
                <a:cubicBezTo>
                  <a:pt x="35197" y="2855"/>
                  <a:pt x="33611" y="2696"/>
                  <a:pt x="32343" y="3331"/>
                </a:cubicBezTo>
                <a:cubicBezTo>
                  <a:pt x="13476" y="10469"/>
                  <a:pt x="0" y="28553"/>
                  <a:pt x="0" y="49809"/>
                </a:cubicBezTo>
                <a:cubicBezTo>
                  <a:pt x="0" y="71065"/>
                  <a:pt x="13635" y="89307"/>
                  <a:pt x="32660" y="96445"/>
                </a:cubicBezTo>
                <a:cubicBezTo>
                  <a:pt x="34087" y="96921"/>
                  <a:pt x="35514" y="96921"/>
                  <a:pt x="36941" y="97397"/>
                </a:cubicBezTo>
                <a:cubicBezTo>
                  <a:pt x="37733" y="97556"/>
                  <a:pt x="38368" y="97714"/>
                  <a:pt x="39160" y="97873"/>
                </a:cubicBezTo>
                <a:cubicBezTo>
                  <a:pt x="40270" y="98190"/>
                  <a:pt x="41539" y="98349"/>
                  <a:pt x="42648" y="98666"/>
                </a:cubicBezTo>
                <a:cubicBezTo>
                  <a:pt x="43124" y="98666"/>
                  <a:pt x="43599" y="98983"/>
                  <a:pt x="44075" y="98983"/>
                </a:cubicBezTo>
                <a:cubicBezTo>
                  <a:pt x="45502" y="99142"/>
                  <a:pt x="46929" y="99777"/>
                  <a:pt x="48356" y="99935"/>
                </a:cubicBezTo>
                <a:cubicBezTo>
                  <a:pt x="48990" y="99935"/>
                  <a:pt x="49466" y="100253"/>
                  <a:pt x="49941" y="100253"/>
                </a:cubicBezTo>
                <a:cubicBezTo>
                  <a:pt x="77686" y="100253"/>
                  <a:pt x="100041" y="77727"/>
                  <a:pt x="100041" y="50126"/>
                </a:cubicBezTo>
                <a:cubicBezTo>
                  <a:pt x="100041" y="22525"/>
                  <a:pt x="77686" y="0"/>
                  <a:pt x="49941" y="0"/>
                </a:cubicBezTo>
                <a:cubicBezTo>
                  <a:pt x="48356" y="0"/>
                  <a:pt x="47087" y="793"/>
                  <a:pt x="45661" y="952"/>
                </a:cubicBezTo>
                <a:cubicBezTo>
                  <a:pt x="44075" y="1111"/>
                  <a:pt x="42807" y="1586"/>
                  <a:pt x="41380" y="1903"/>
                </a:cubicBezTo>
                <a:cubicBezTo>
                  <a:pt x="39795" y="2221"/>
                  <a:pt x="38051" y="2379"/>
                  <a:pt x="36465" y="2855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78" name="Freeform 577">
            <a:extLst>
              <a:ext uri="{FF2B5EF4-FFF2-40B4-BE49-F238E27FC236}">
                <a16:creationId xmlns:a16="http://schemas.microsoft.com/office/drawing/2014/main" id="{0844954F-21DC-1BF5-EE58-AFD1A0AED88A}"/>
              </a:ext>
            </a:extLst>
          </p:cNvPr>
          <p:cNvSpPr/>
          <p:nvPr userDrawn="1"/>
        </p:nvSpPr>
        <p:spPr>
          <a:xfrm>
            <a:off x="2141052" y="5017816"/>
            <a:ext cx="100199" cy="86333"/>
          </a:xfrm>
          <a:custGeom>
            <a:avLst/>
            <a:gdLst>
              <a:gd name="connsiteX0" fmla="*/ 14586 w 100199"/>
              <a:gd name="connsiteY0" fmla="*/ 15228 h 100252"/>
              <a:gd name="connsiteX1" fmla="*/ 12208 w 100199"/>
              <a:gd name="connsiteY1" fmla="*/ 18718 h 100252"/>
              <a:gd name="connsiteX2" fmla="*/ 9671 w 100199"/>
              <a:gd name="connsiteY2" fmla="*/ 22366 h 100252"/>
              <a:gd name="connsiteX3" fmla="*/ 3488 w 100199"/>
              <a:gd name="connsiteY3" fmla="*/ 33470 h 100252"/>
              <a:gd name="connsiteX4" fmla="*/ 2537 w 100199"/>
              <a:gd name="connsiteY4" fmla="*/ 37912 h 100252"/>
              <a:gd name="connsiteX5" fmla="*/ 0 w 100199"/>
              <a:gd name="connsiteY5" fmla="*/ 50126 h 100252"/>
              <a:gd name="connsiteX6" fmla="*/ 50100 w 100199"/>
              <a:gd name="connsiteY6" fmla="*/ 100253 h 100252"/>
              <a:gd name="connsiteX7" fmla="*/ 63576 w 100199"/>
              <a:gd name="connsiteY7" fmla="*/ 97556 h 100252"/>
              <a:gd name="connsiteX8" fmla="*/ 67857 w 100199"/>
              <a:gd name="connsiteY8" fmla="*/ 96604 h 100252"/>
              <a:gd name="connsiteX9" fmla="*/ 71503 w 100199"/>
              <a:gd name="connsiteY9" fmla="*/ 95018 h 100252"/>
              <a:gd name="connsiteX10" fmla="*/ 75308 w 100199"/>
              <a:gd name="connsiteY10" fmla="*/ 92479 h 100252"/>
              <a:gd name="connsiteX11" fmla="*/ 100200 w 100199"/>
              <a:gd name="connsiteY11" fmla="*/ 50126 h 100252"/>
              <a:gd name="connsiteX12" fmla="*/ 50100 w 100199"/>
              <a:gd name="connsiteY12" fmla="*/ 0 h 100252"/>
              <a:gd name="connsiteX13" fmla="*/ 17757 w 100199"/>
              <a:gd name="connsiteY13" fmla="*/ 12690 h 100252"/>
              <a:gd name="connsiteX14" fmla="*/ 14269 w 100199"/>
              <a:gd name="connsiteY14" fmla="*/ 15387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00199" h="100252">
                <a:moveTo>
                  <a:pt x="14586" y="15228"/>
                </a:moveTo>
                <a:cubicBezTo>
                  <a:pt x="13635" y="16180"/>
                  <a:pt x="13159" y="17607"/>
                  <a:pt x="12208" y="18718"/>
                </a:cubicBezTo>
                <a:cubicBezTo>
                  <a:pt x="11257" y="19828"/>
                  <a:pt x="10622" y="21097"/>
                  <a:pt x="9671" y="22366"/>
                </a:cubicBezTo>
                <a:cubicBezTo>
                  <a:pt x="7293" y="25856"/>
                  <a:pt x="4915" y="29346"/>
                  <a:pt x="3488" y="33470"/>
                </a:cubicBezTo>
                <a:cubicBezTo>
                  <a:pt x="3012" y="34898"/>
                  <a:pt x="3012" y="36484"/>
                  <a:pt x="2537" y="37912"/>
                </a:cubicBezTo>
                <a:cubicBezTo>
                  <a:pt x="1427" y="41877"/>
                  <a:pt x="0" y="45843"/>
                  <a:pt x="0" y="50126"/>
                </a:cubicBezTo>
                <a:cubicBezTo>
                  <a:pt x="0" y="77886"/>
                  <a:pt x="22513" y="100253"/>
                  <a:pt x="50100" y="100253"/>
                </a:cubicBezTo>
                <a:cubicBezTo>
                  <a:pt x="54856" y="100253"/>
                  <a:pt x="59295" y="98824"/>
                  <a:pt x="63576" y="97556"/>
                </a:cubicBezTo>
                <a:cubicBezTo>
                  <a:pt x="65003" y="97080"/>
                  <a:pt x="66588" y="97239"/>
                  <a:pt x="67857" y="96604"/>
                </a:cubicBezTo>
                <a:cubicBezTo>
                  <a:pt x="69125" y="96128"/>
                  <a:pt x="70235" y="95493"/>
                  <a:pt x="71503" y="95018"/>
                </a:cubicBezTo>
                <a:cubicBezTo>
                  <a:pt x="72930" y="94383"/>
                  <a:pt x="73881" y="93273"/>
                  <a:pt x="75308" y="92479"/>
                </a:cubicBezTo>
                <a:cubicBezTo>
                  <a:pt x="89894" y="83755"/>
                  <a:pt x="100200" y="68368"/>
                  <a:pt x="100200" y="50126"/>
                </a:cubicBezTo>
                <a:cubicBezTo>
                  <a:pt x="100200" y="22525"/>
                  <a:pt x="77686" y="0"/>
                  <a:pt x="50100" y="0"/>
                </a:cubicBezTo>
                <a:cubicBezTo>
                  <a:pt x="37575" y="0"/>
                  <a:pt x="26477" y="5076"/>
                  <a:pt x="17757" y="12690"/>
                </a:cubicBezTo>
                <a:cubicBezTo>
                  <a:pt x="16647" y="13642"/>
                  <a:pt x="15220" y="14276"/>
                  <a:pt x="14269" y="15387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79" name="Freeform 578">
            <a:extLst>
              <a:ext uri="{FF2B5EF4-FFF2-40B4-BE49-F238E27FC236}">
                <a16:creationId xmlns:a16="http://schemas.microsoft.com/office/drawing/2014/main" id="{947DD2A9-BC96-B28A-4A90-AFBFCC4C3BB1}"/>
              </a:ext>
            </a:extLst>
          </p:cNvPr>
          <p:cNvSpPr/>
          <p:nvPr userDrawn="1"/>
        </p:nvSpPr>
        <p:spPr>
          <a:xfrm>
            <a:off x="995892" y="3804478"/>
            <a:ext cx="100358" cy="86196"/>
          </a:xfrm>
          <a:custGeom>
            <a:avLst/>
            <a:gdLst>
              <a:gd name="connsiteX0" fmla="*/ 11257 w 100358"/>
              <a:gd name="connsiteY0" fmla="*/ 19353 h 100093"/>
              <a:gd name="connsiteX1" fmla="*/ 8720 w 100358"/>
              <a:gd name="connsiteY1" fmla="*/ 23001 h 100093"/>
              <a:gd name="connsiteX2" fmla="*/ 5708 w 100358"/>
              <a:gd name="connsiteY2" fmla="*/ 27442 h 100093"/>
              <a:gd name="connsiteX3" fmla="*/ 3646 w 100358"/>
              <a:gd name="connsiteY3" fmla="*/ 31408 h 100093"/>
              <a:gd name="connsiteX4" fmla="*/ 3646 w 100358"/>
              <a:gd name="connsiteY4" fmla="*/ 31884 h 100093"/>
              <a:gd name="connsiteX5" fmla="*/ 0 w 100358"/>
              <a:gd name="connsiteY5" fmla="*/ 49809 h 100093"/>
              <a:gd name="connsiteX6" fmla="*/ 13476 w 100358"/>
              <a:gd name="connsiteY6" fmla="*/ 83438 h 100093"/>
              <a:gd name="connsiteX7" fmla="*/ 16647 w 100358"/>
              <a:gd name="connsiteY7" fmla="*/ 86452 h 100093"/>
              <a:gd name="connsiteX8" fmla="*/ 24733 w 100358"/>
              <a:gd name="connsiteY8" fmla="*/ 92004 h 100093"/>
              <a:gd name="connsiteX9" fmla="*/ 28379 w 100358"/>
              <a:gd name="connsiteY9" fmla="*/ 94542 h 100093"/>
              <a:gd name="connsiteX10" fmla="*/ 50258 w 100358"/>
              <a:gd name="connsiteY10" fmla="*/ 100094 h 100093"/>
              <a:gd name="connsiteX11" fmla="*/ 82601 w 100358"/>
              <a:gd name="connsiteY11" fmla="*/ 87562 h 100093"/>
              <a:gd name="connsiteX12" fmla="*/ 86089 w 100358"/>
              <a:gd name="connsiteY12" fmla="*/ 84866 h 100093"/>
              <a:gd name="connsiteX13" fmla="*/ 100358 w 100358"/>
              <a:gd name="connsiteY13" fmla="*/ 50126 h 100093"/>
              <a:gd name="connsiteX14" fmla="*/ 50258 w 100358"/>
              <a:gd name="connsiteY14" fmla="*/ 0 h 100093"/>
              <a:gd name="connsiteX15" fmla="*/ 31867 w 100358"/>
              <a:gd name="connsiteY15" fmla="*/ 3648 h 100093"/>
              <a:gd name="connsiteX16" fmla="*/ 27904 w 100358"/>
              <a:gd name="connsiteY16" fmla="*/ 5711 h 100093"/>
              <a:gd name="connsiteX17" fmla="*/ 11415 w 100358"/>
              <a:gd name="connsiteY17" fmla="*/ 19670 h 1000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00358" h="100093">
                <a:moveTo>
                  <a:pt x="11257" y="19353"/>
                </a:moveTo>
                <a:cubicBezTo>
                  <a:pt x="10305" y="20463"/>
                  <a:pt x="9513" y="21732"/>
                  <a:pt x="8720" y="23001"/>
                </a:cubicBezTo>
                <a:cubicBezTo>
                  <a:pt x="7769" y="24587"/>
                  <a:pt x="6500" y="25856"/>
                  <a:pt x="5708" y="27442"/>
                </a:cubicBezTo>
                <a:cubicBezTo>
                  <a:pt x="5073" y="28870"/>
                  <a:pt x="4122" y="29981"/>
                  <a:pt x="3646" y="31408"/>
                </a:cubicBezTo>
                <a:cubicBezTo>
                  <a:pt x="3646" y="31567"/>
                  <a:pt x="3646" y="31884"/>
                  <a:pt x="3646" y="31884"/>
                </a:cubicBezTo>
                <a:cubicBezTo>
                  <a:pt x="1427" y="37595"/>
                  <a:pt x="0" y="43464"/>
                  <a:pt x="0" y="49809"/>
                </a:cubicBezTo>
                <a:cubicBezTo>
                  <a:pt x="0" y="62816"/>
                  <a:pt x="5232" y="74555"/>
                  <a:pt x="13476" y="83438"/>
                </a:cubicBezTo>
                <a:cubicBezTo>
                  <a:pt x="14427" y="84548"/>
                  <a:pt x="15537" y="85500"/>
                  <a:pt x="16647" y="86452"/>
                </a:cubicBezTo>
                <a:cubicBezTo>
                  <a:pt x="19025" y="88673"/>
                  <a:pt x="21879" y="90259"/>
                  <a:pt x="24733" y="92004"/>
                </a:cubicBezTo>
                <a:cubicBezTo>
                  <a:pt x="26001" y="92797"/>
                  <a:pt x="27111" y="93907"/>
                  <a:pt x="28379" y="94542"/>
                </a:cubicBezTo>
                <a:cubicBezTo>
                  <a:pt x="35038" y="97873"/>
                  <a:pt x="42331" y="100094"/>
                  <a:pt x="50258" y="100094"/>
                </a:cubicBezTo>
                <a:cubicBezTo>
                  <a:pt x="62783" y="100094"/>
                  <a:pt x="73881" y="95018"/>
                  <a:pt x="82601" y="87562"/>
                </a:cubicBezTo>
                <a:cubicBezTo>
                  <a:pt x="83711" y="86611"/>
                  <a:pt x="85138" y="85976"/>
                  <a:pt x="86089" y="84866"/>
                </a:cubicBezTo>
                <a:cubicBezTo>
                  <a:pt x="94809" y="75824"/>
                  <a:pt x="100358" y="63609"/>
                  <a:pt x="100358" y="50126"/>
                </a:cubicBezTo>
                <a:cubicBezTo>
                  <a:pt x="100358" y="22366"/>
                  <a:pt x="77845" y="0"/>
                  <a:pt x="50258" y="0"/>
                </a:cubicBezTo>
                <a:cubicBezTo>
                  <a:pt x="43758" y="0"/>
                  <a:pt x="37575" y="1428"/>
                  <a:pt x="31867" y="3648"/>
                </a:cubicBezTo>
                <a:cubicBezTo>
                  <a:pt x="30440" y="4283"/>
                  <a:pt x="29331" y="5076"/>
                  <a:pt x="27904" y="5711"/>
                </a:cubicBezTo>
                <a:cubicBezTo>
                  <a:pt x="21245" y="9042"/>
                  <a:pt x="15854" y="13800"/>
                  <a:pt x="11415" y="1967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80" name="Freeform 579">
            <a:extLst>
              <a:ext uri="{FF2B5EF4-FFF2-40B4-BE49-F238E27FC236}">
                <a16:creationId xmlns:a16="http://schemas.microsoft.com/office/drawing/2014/main" id="{B4FBF949-BD43-8C86-0902-273764C66BA8}"/>
              </a:ext>
            </a:extLst>
          </p:cNvPr>
          <p:cNvSpPr/>
          <p:nvPr userDrawn="1"/>
        </p:nvSpPr>
        <p:spPr>
          <a:xfrm>
            <a:off x="793590" y="4006251"/>
            <a:ext cx="100358" cy="86470"/>
          </a:xfrm>
          <a:custGeom>
            <a:avLst/>
            <a:gdLst>
              <a:gd name="connsiteX0" fmla="*/ 19977 w 100358"/>
              <a:gd name="connsiteY0" fmla="*/ 11104 h 100411"/>
              <a:gd name="connsiteX1" fmla="*/ 16330 w 100358"/>
              <a:gd name="connsiteY1" fmla="*/ 13642 h 100411"/>
              <a:gd name="connsiteX2" fmla="*/ 11098 w 100358"/>
              <a:gd name="connsiteY2" fmla="*/ 19987 h 100411"/>
              <a:gd name="connsiteX3" fmla="*/ 8720 w 100358"/>
              <a:gd name="connsiteY3" fmla="*/ 23636 h 100411"/>
              <a:gd name="connsiteX4" fmla="*/ 6500 w 100358"/>
              <a:gd name="connsiteY4" fmla="*/ 26967 h 100411"/>
              <a:gd name="connsiteX5" fmla="*/ 2537 w 100358"/>
              <a:gd name="connsiteY5" fmla="*/ 37753 h 100411"/>
              <a:gd name="connsiteX6" fmla="*/ 1744 w 100358"/>
              <a:gd name="connsiteY6" fmla="*/ 42036 h 100411"/>
              <a:gd name="connsiteX7" fmla="*/ 0 w 100358"/>
              <a:gd name="connsiteY7" fmla="*/ 50285 h 100411"/>
              <a:gd name="connsiteX8" fmla="*/ 30440 w 100358"/>
              <a:gd name="connsiteY8" fmla="*/ 96445 h 100411"/>
              <a:gd name="connsiteX9" fmla="*/ 34880 w 100358"/>
              <a:gd name="connsiteY9" fmla="*/ 97397 h 100411"/>
              <a:gd name="connsiteX10" fmla="*/ 50100 w 100358"/>
              <a:gd name="connsiteY10" fmla="*/ 100411 h 100411"/>
              <a:gd name="connsiteX11" fmla="*/ 88309 w 100358"/>
              <a:gd name="connsiteY11" fmla="*/ 81693 h 100411"/>
              <a:gd name="connsiteX12" fmla="*/ 90846 w 100358"/>
              <a:gd name="connsiteY12" fmla="*/ 78045 h 100411"/>
              <a:gd name="connsiteX13" fmla="*/ 100358 w 100358"/>
              <a:gd name="connsiteY13" fmla="*/ 50285 h 100411"/>
              <a:gd name="connsiteX14" fmla="*/ 86882 w 100358"/>
              <a:gd name="connsiteY14" fmla="*/ 16656 h 100411"/>
              <a:gd name="connsiteX15" fmla="*/ 83870 w 100358"/>
              <a:gd name="connsiteY15" fmla="*/ 13483 h 100411"/>
              <a:gd name="connsiteX16" fmla="*/ 50258 w 100358"/>
              <a:gd name="connsiteY16" fmla="*/ 0 h 100411"/>
              <a:gd name="connsiteX17" fmla="*/ 37733 w 100358"/>
              <a:gd name="connsiteY17" fmla="*/ 2538 h 100411"/>
              <a:gd name="connsiteX18" fmla="*/ 33294 w 100358"/>
              <a:gd name="connsiteY18" fmla="*/ 3490 h 100411"/>
              <a:gd name="connsiteX19" fmla="*/ 20135 w 100358"/>
              <a:gd name="connsiteY19" fmla="*/ 11262 h 1004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00358" h="100411">
                <a:moveTo>
                  <a:pt x="19977" y="11104"/>
                </a:moveTo>
                <a:cubicBezTo>
                  <a:pt x="18867" y="12056"/>
                  <a:pt x="17440" y="12531"/>
                  <a:pt x="16330" y="13642"/>
                </a:cubicBezTo>
                <a:cubicBezTo>
                  <a:pt x="14269" y="15545"/>
                  <a:pt x="12842" y="17766"/>
                  <a:pt x="11098" y="19987"/>
                </a:cubicBezTo>
                <a:cubicBezTo>
                  <a:pt x="10147" y="21097"/>
                  <a:pt x="9513" y="22366"/>
                  <a:pt x="8720" y="23636"/>
                </a:cubicBezTo>
                <a:cubicBezTo>
                  <a:pt x="7927" y="24746"/>
                  <a:pt x="7134" y="25698"/>
                  <a:pt x="6500" y="26967"/>
                </a:cubicBezTo>
                <a:cubicBezTo>
                  <a:pt x="4598" y="30456"/>
                  <a:pt x="3488" y="33946"/>
                  <a:pt x="2537" y="37753"/>
                </a:cubicBezTo>
                <a:cubicBezTo>
                  <a:pt x="2220" y="39181"/>
                  <a:pt x="1903" y="40609"/>
                  <a:pt x="1744" y="42036"/>
                </a:cubicBezTo>
                <a:cubicBezTo>
                  <a:pt x="1268" y="44892"/>
                  <a:pt x="0" y="47430"/>
                  <a:pt x="0" y="50285"/>
                </a:cubicBezTo>
                <a:cubicBezTo>
                  <a:pt x="0" y="71065"/>
                  <a:pt x="12525" y="88831"/>
                  <a:pt x="30440" y="96445"/>
                </a:cubicBezTo>
                <a:cubicBezTo>
                  <a:pt x="31709" y="97080"/>
                  <a:pt x="33453" y="96921"/>
                  <a:pt x="34880" y="97397"/>
                </a:cubicBezTo>
                <a:cubicBezTo>
                  <a:pt x="39794" y="98983"/>
                  <a:pt x="44709" y="100411"/>
                  <a:pt x="50100" y="100411"/>
                </a:cubicBezTo>
                <a:cubicBezTo>
                  <a:pt x="65637" y="100411"/>
                  <a:pt x="79113" y="92797"/>
                  <a:pt x="88309" y="81693"/>
                </a:cubicBezTo>
                <a:cubicBezTo>
                  <a:pt x="89260" y="80583"/>
                  <a:pt x="89894" y="79314"/>
                  <a:pt x="90846" y="78045"/>
                </a:cubicBezTo>
                <a:cubicBezTo>
                  <a:pt x="96395" y="69955"/>
                  <a:pt x="100358" y="60913"/>
                  <a:pt x="100358" y="50285"/>
                </a:cubicBezTo>
                <a:cubicBezTo>
                  <a:pt x="100358" y="37277"/>
                  <a:pt x="95126" y="25539"/>
                  <a:pt x="86882" y="16656"/>
                </a:cubicBezTo>
                <a:cubicBezTo>
                  <a:pt x="85931" y="15545"/>
                  <a:pt x="84821" y="14594"/>
                  <a:pt x="83870" y="13483"/>
                </a:cubicBezTo>
                <a:cubicBezTo>
                  <a:pt x="74991" y="5235"/>
                  <a:pt x="63259" y="0"/>
                  <a:pt x="50258" y="0"/>
                </a:cubicBezTo>
                <a:cubicBezTo>
                  <a:pt x="45819" y="0"/>
                  <a:pt x="41856" y="1428"/>
                  <a:pt x="37733" y="2538"/>
                </a:cubicBezTo>
                <a:cubicBezTo>
                  <a:pt x="36306" y="3014"/>
                  <a:pt x="34721" y="3014"/>
                  <a:pt x="33294" y="3490"/>
                </a:cubicBezTo>
                <a:cubicBezTo>
                  <a:pt x="28379" y="5235"/>
                  <a:pt x="24099" y="8090"/>
                  <a:pt x="20135" y="1126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81" name="Freeform 580">
            <a:extLst>
              <a:ext uri="{FF2B5EF4-FFF2-40B4-BE49-F238E27FC236}">
                <a16:creationId xmlns:a16="http://schemas.microsoft.com/office/drawing/2014/main" id="{C9280EA3-F96F-8255-8C43-B52FA087EED8}"/>
              </a:ext>
            </a:extLst>
          </p:cNvPr>
          <p:cNvSpPr/>
          <p:nvPr userDrawn="1"/>
        </p:nvSpPr>
        <p:spPr>
          <a:xfrm>
            <a:off x="591447" y="4545425"/>
            <a:ext cx="100358" cy="86606"/>
          </a:xfrm>
          <a:custGeom>
            <a:avLst/>
            <a:gdLst>
              <a:gd name="connsiteX0" fmla="*/ 96870 w 100358"/>
              <a:gd name="connsiteY0" fmla="*/ 66941 h 100569"/>
              <a:gd name="connsiteX1" fmla="*/ 97821 w 100358"/>
              <a:gd name="connsiteY1" fmla="*/ 62499 h 100569"/>
              <a:gd name="connsiteX2" fmla="*/ 100358 w 100358"/>
              <a:gd name="connsiteY2" fmla="*/ 50285 h 100569"/>
              <a:gd name="connsiteX3" fmla="*/ 75784 w 100358"/>
              <a:gd name="connsiteY3" fmla="*/ 8090 h 100569"/>
              <a:gd name="connsiteX4" fmla="*/ 72137 w 100358"/>
              <a:gd name="connsiteY4" fmla="*/ 5552 h 100569"/>
              <a:gd name="connsiteX5" fmla="*/ 69918 w 100358"/>
              <a:gd name="connsiteY5" fmla="*/ 4124 h 100569"/>
              <a:gd name="connsiteX6" fmla="*/ 65479 w 100358"/>
              <a:gd name="connsiteY6" fmla="*/ 3172 h 100569"/>
              <a:gd name="connsiteX7" fmla="*/ 50258 w 100358"/>
              <a:gd name="connsiteY7" fmla="*/ 0 h 100569"/>
              <a:gd name="connsiteX8" fmla="*/ 34721 w 100358"/>
              <a:gd name="connsiteY8" fmla="*/ 3172 h 100569"/>
              <a:gd name="connsiteX9" fmla="*/ 30440 w 100358"/>
              <a:gd name="connsiteY9" fmla="*/ 4283 h 100569"/>
              <a:gd name="connsiteX10" fmla="*/ 23940 w 100358"/>
              <a:gd name="connsiteY10" fmla="*/ 8724 h 100569"/>
              <a:gd name="connsiteX11" fmla="*/ 20294 w 100358"/>
              <a:gd name="connsiteY11" fmla="*/ 11262 h 100569"/>
              <a:gd name="connsiteX12" fmla="*/ 16647 w 100358"/>
              <a:gd name="connsiteY12" fmla="*/ 13642 h 100569"/>
              <a:gd name="connsiteX13" fmla="*/ 13635 w 100358"/>
              <a:gd name="connsiteY13" fmla="*/ 16814 h 100569"/>
              <a:gd name="connsiteX14" fmla="*/ 6500 w 100358"/>
              <a:gd name="connsiteY14" fmla="*/ 27284 h 100569"/>
              <a:gd name="connsiteX15" fmla="*/ 3964 w 100358"/>
              <a:gd name="connsiteY15" fmla="*/ 31091 h 100569"/>
              <a:gd name="connsiteX16" fmla="*/ 0 w 100358"/>
              <a:gd name="connsiteY16" fmla="*/ 50443 h 100569"/>
              <a:gd name="connsiteX17" fmla="*/ 1903 w 100358"/>
              <a:gd name="connsiteY17" fmla="*/ 59485 h 100569"/>
              <a:gd name="connsiteX18" fmla="*/ 2854 w 100358"/>
              <a:gd name="connsiteY18" fmla="*/ 63768 h 100569"/>
              <a:gd name="connsiteX19" fmla="*/ 27745 w 100358"/>
              <a:gd name="connsiteY19" fmla="*/ 94542 h 100569"/>
              <a:gd name="connsiteX20" fmla="*/ 31550 w 100358"/>
              <a:gd name="connsiteY20" fmla="*/ 96763 h 100569"/>
              <a:gd name="connsiteX21" fmla="*/ 50100 w 100358"/>
              <a:gd name="connsiteY21" fmla="*/ 100570 h 100569"/>
              <a:gd name="connsiteX22" fmla="*/ 88943 w 100358"/>
              <a:gd name="connsiteY22" fmla="*/ 80741 h 100569"/>
              <a:gd name="connsiteX23" fmla="*/ 91480 w 100358"/>
              <a:gd name="connsiteY23" fmla="*/ 77093 h 100569"/>
              <a:gd name="connsiteX24" fmla="*/ 96870 w 100358"/>
              <a:gd name="connsiteY24" fmla="*/ 66941 h 1005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100358" h="100569">
                <a:moveTo>
                  <a:pt x="96870" y="66941"/>
                </a:moveTo>
                <a:cubicBezTo>
                  <a:pt x="97346" y="65513"/>
                  <a:pt x="97346" y="63927"/>
                  <a:pt x="97821" y="62499"/>
                </a:cubicBezTo>
                <a:cubicBezTo>
                  <a:pt x="98931" y="58533"/>
                  <a:pt x="100358" y="54726"/>
                  <a:pt x="100358" y="50285"/>
                </a:cubicBezTo>
                <a:cubicBezTo>
                  <a:pt x="100358" y="32201"/>
                  <a:pt x="90211" y="16973"/>
                  <a:pt x="75784" y="8090"/>
                </a:cubicBezTo>
                <a:cubicBezTo>
                  <a:pt x="74515" y="7297"/>
                  <a:pt x="73406" y="6186"/>
                  <a:pt x="72137" y="5552"/>
                </a:cubicBezTo>
                <a:cubicBezTo>
                  <a:pt x="71345" y="5076"/>
                  <a:pt x="70710" y="4442"/>
                  <a:pt x="69918" y="4124"/>
                </a:cubicBezTo>
                <a:cubicBezTo>
                  <a:pt x="68491" y="3490"/>
                  <a:pt x="66905" y="3648"/>
                  <a:pt x="65479" y="3172"/>
                </a:cubicBezTo>
                <a:cubicBezTo>
                  <a:pt x="60564" y="1586"/>
                  <a:pt x="55649" y="0"/>
                  <a:pt x="50258" y="0"/>
                </a:cubicBezTo>
                <a:cubicBezTo>
                  <a:pt x="44868" y="0"/>
                  <a:pt x="39636" y="1586"/>
                  <a:pt x="34721" y="3172"/>
                </a:cubicBezTo>
                <a:cubicBezTo>
                  <a:pt x="33294" y="3648"/>
                  <a:pt x="31709" y="3648"/>
                  <a:pt x="30440" y="4283"/>
                </a:cubicBezTo>
                <a:cubicBezTo>
                  <a:pt x="27904" y="5393"/>
                  <a:pt x="26160" y="7297"/>
                  <a:pt x="23940" y="8724"/>
                </a:cubicBezTo>
                <a:cubicBezTo>
                  <a:pt x="22672" y="9518"/>
                  <a:pt x="21403" y="10311"/>
                  <a:pt x="20294" y="11262"/>
                </a:cubicBezTo>
                <a:cubicBezTo>
                  <a:pt x="19184" y="12214"/>
                  <a:pt x="17757" y="12690"/>
                  <a:pt x="16647" y="13642"/>
                </a:cubicBezTo>
                <a:cubicBezTo>
                  <a:pt x="15537" y="14593"/>
                  <a:pt x="14586" y="15704"/>
                  <a:pt x="13635" y="16814"/>
                </a:cubicBezTo>
                <a:cubicBezTo>
                  <a:pt x="10781" y="19987"/>
                  <a:pt x="8561" y="23635"/>
                  <a:pt x="6500" y="27284"/>
                </a:cubicBezTo>
                <a:cubicBezTo>
                  <a:pt x="5708" y="28711"/>
                  <a:pt x="4598" y="29663"/>
                  <a:pt x="3964" y="31091"/>
                </a:cubicBezTo>
                <a:cubicBezTo>
                  <a:pt x="1427" y="37119"/>
                  <a:pt x="0" y="43622"/>
                  <a:pt x="0" y="50443"/>
                </a:cubicBezTo>
                <a:cubicBezTo>
                  <a:pt x="0" y="53774"/>
                  <a:pt x="1268" y="56471"/>
                  <a:pt x="1903" y="59485"/>
                </a:cubicBezTo>
                <a:cubicBezTo>
                  <a:pt x="2220" y="60913"/>
                  <a:pt x="2378" y="62340"/>
                  <a:pt x="2854" y="63768"/>
                </a:cubicBezTo>
                <a:cubicBezTo>
                  <a:pt x="6659" y="77251"/>
                  <a:pt x="15537" y="88355"/>
                  <a:pt x="27745" y="94542"/>
                </a:cubicBezTo>
                <a:cubicBezTo>
                  <a:pt x="29014" y="95176"/>
                  <a:pt x="30123" y="96128"/>
                  <a:pt x="31550" y="96763"/>
                </a:cubicBezTo>
                <a:cubicBezTo>
                  <a:pt x="37258" y="99142"/>
                  <a:pt x="43599" y="100570"/>
                  <a:pt x="50100" y="100570"/>
                </a:cubicBezTo>
                <a:cubicBezTo>
                  <a:pt x="66113" y="100570"/>
                  <a:pt x="79747" y="92479"/>
                  <a:pt x="88943" y="80741"/>
                </a:cubicBezTo>
                <a:cubicBezTo>
                  <a:pt x="89894" y="79472"/>
                  <a:pt x="90687" y="78362"/>
                  <a:pt x="91480" y="77093"/>
                </a:cubicBezTo>
                <a:cubicBezTo>
                  <a:pt x="93541" y="73762"/>
                  <a:pt x="95602" y="70589"/>
                  <a:pt x="96870" y="66941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83" name="Freeform 582">
            <a:extLst>
              <a:ext uri="{FF2B5EF4-FFF2-40B4-BE49-F238E27FC236}">
                <a16:creationId xmlns:a16="http://schemas.microsoft.com/office/drawing/2014/main" id="{4386FB55-AFF9-0FCD-ECCA-DCA0F25765A6}"/>
              </a:ext>
            </a:extLst>
          </p:cNvPr>
          <p:cNvSpPr/>
          <p:nvPr userDrawn="1"/>
        </p:nvSpPr>
        <p:spPr>
          <a:xfrm>
            <a:off x="52399" y="3129676"/>
            <a:ext cx="100358" cy="86333"/>
          </a:xfrm>
          <a:custGeom>
            <a:avLst/>
            <a:gdLst>
              <a:gd name="connsiteX0" fmla="*/ 80223 w 100358"/>
              <a:gd name="connsiteY0" fmla="*/ 89307 h 100252"/>
              <a:gd name="connsiteX1" fmla="*/ 83870 w 100358"/>
              <a:gd name="connsiteY1" fmla="*/ 86769 h 100252"/>
              <a:gd name="connsiteX2" fmla="*/ 88943 w 100358"/>
              <a:gd name="connsiteY2" fmla="*/ 80582 h 100252"/>
              <a:gd name="connsiteX3" fmla="*/ 91480 w 100358"/>
              <a:gd name="connsiteY3" fmla="*/ 76934 h 100252"/>
              <a:gd name="connsiteX4" fmla="*/ 100358 w 100358"/>
              <a:gd name="connsiteY4" fmla="*/ 50126 h 100252"/>
              <a:gd name="connsiteX5" fmla="*/ 55015 w 100358"/>
              <a:gd name="connsiteY5" fmla="*/ 952 h 100252"/>
              <a:gd name="connsiteX6" fmla="*/ 50734 w 100358"/>
              <a:gd name="connsiteY6" fmla="*/ 0 h 100252"/>
              <a:gd name="connsiteX7" fmla="*/ 50258 w 100358"/>
              <a:gd name="connsiteY7" fmla="*/ 0 h 100252"/>
              <a:gd name="connsiteX8" fmla="*/ 13793 w 100358"/>
              <a:gd name="connsiteY8" fmla="*/ 16180 h 100252"/>
              <a:gd name="connsiteX9" fmla="*/ 13476 w 100358"/>
              <a:gd name="connsiteY9" fmla="*/ 16656 h 100252"/>
              <a:gd name="connsiteX10" fmla="*/ 10940 w 100358"/>
              <a:gd name="connsiteY10" fmla="*/ 20304 h 100252"/>
              <a:gd name="connsiteX11" fmla="*/ 2378 w 100358"/>
              <a:gd name="connsiteY11" fmla="*/ 38864 h 100252"/>
              <a:gd name="connsiteX12" fmla="*/ 1427 w 100358"/>
              <a:gd name="connsiteY12" fmla="*/ 43305 h 100252"/>
              <a:gd name="connsiteX13" fmla="*/ 0 w 100358"/>
              <a:gd name="connsiteY13" fmla="*/ 50126 h 100252"/>
              <a:gd name="connsiteX14" fmla="*/ 1268 w 100358"/>
              <a:gd name="connsiteY14" fmla="*/ 55995 h 100252"/>
              <a:gd name="connsiteX15" fmla="*/ 2220 w 100358"/>
              <a:gd name="connsiteY15" fmla="*/ 60278 h 100252"/>
              <a:gd name="connsiteX16" fmla="*/ 2537 w 100358"/>
              <a:gd name="connsiteY16" fmla="*/ 61547 h 100252"/>
              <a:gd name="connsiteX17" fmla="*/ 15379 w 100358"/>
              <a:gd name="connsiteY17" fmla="*/ 85817 h 100252"/>
              <a:gd name="connsiteX18" fmla="*/ 19025 w 100358"/>
              <a:gd name="connsiteY18" fmla="*/ 88355 h 100252"/>
              <a:gd name="connsiteX19" fmla="*/ 50258 w 100358"/>
              <a:gd name="connsiteY19" fmla="*/ 100252 h 100252"/>
              <a:gd name="connsiteX20" fmla="*/ 65796 w 100358"/>
              <a:gd name="connsiteY20" fmla="*/ 97080 h 100252"/>
              <a:gd name="connsiteX21" fmla="*/ 70076 w 100358"/>
              <a:gd name="connsiteY21" fmla="*/ 95969 h 100252"/>
              <a:gd name="connsiteX22" fmla="*/ 80382 w 100358"/>
              <a:gd name="connsiteY22" fmla="*/ 88990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100358" h="100252">
                <a:moveTo>
                  <a:pt x="80223" y="89307"/>
                </a:moveTo>
                <a:cubicBezTo>
                  <a:pt x="81333" y="88355"/>
                  <a:pt x="82760" y="87879"/>
                  <a:pt x="83870" y="86769"/>
                </a:cubicBezTo>
                <a:cubicBezTo>
                  <a:pt x="85931" y="84865"/>
                  <a:pt x="87199" y="82803"/>
                  <a:pt x="88943" y="80582"/>
                </a:cubicBezTo>
                <a:cubicBezTo>
                  <a:pt x="89894" y="79472"/>
                  <a:pt x="90687" y="78203"/>
                  <a:pt x="91480" y="76934"/>
                </a:cubicBezTo>
                <a:cubicBezTo>
                  <a:pt x="96553" y="69003"/>
                  <a:pt x="100358" y="60278"/>
                  <a:pt x="100358" y="50126"/>
                </a:cubicBezTo>
                <a:cubicBezTo>
                  <a:pt x="100358" y="24111"/>
                  <a:pt x="80382" y="3490"/>
                  <a:pt x="55015" y="952"/>
                </a:cubicBezTo>
                <a:cubicBezTo>
                  <a:pt x="53429" y="793"/>
                  <a:pt x="52161" y="0"/>
                  <a:pt x="50734" y="0"/>
                </a:cubicBezTo>
                <a:cubicBezTo>
                  <a:pt x="50734" y="0"/>
                  <a:pt x="50417" y="0"/>
                  <a:pt x="50258" y="0"/>
                </a:cubicBezTo>
                <a:cubicBezTo>
                  <a:pt x="35831" y="0"/>
                  <a:pt x="22989" y="6345"/>
                  <a:pt x="13793" y="16180"/>
                </a:cubicBezTo>
                <a:cubicBezTo>
                  <a:pt x="13793" y="16180"/>
                  <a:pt x="13793" y="16497"/>
                  <a:pt x="13476" y="16656"/>
                </a:cubicBezTo>
                <a:cubicBezTo>
                  <a:pt x="12525" y="17766"/>
                  <a:pt x="11891" y="19194"/>
                  <a:pt x="10940" y="20304"/>
                </a:cubicBezTo>
                <a:cubicBezTo>
                  <a:pt x="6817" y="25856"/>
                  <a:pt x="3964" y="32043"/>
                  <a:pt x="2378" y="38864"/>
                </a:cubicBezTo>
                <a:cubicBezTo>
                  <a:pt x="2061" y="40291"/>
                  <a:pt x="1744" y="41719"/>
                  <a:pt x="1427" y="43305"/>
                </a:cubicBezTo>
                <a:cubicBezTo>
                  <a:pt x="1110" y="45684"/>
                  <a:pt x="0" y="47747"/>
                  <a:pt x="0" y="50126"/>
                </a:cubicBezTo>
                <a:cubicBezTo>
                  <a:pt x="0" y="52188"/>
                  <a:pt x="951" y="54092"/>
                  <a:pt x="1268" y="55995"/>
                </a:cubicBezTo>
                <a:cubicBezTo>
                  <a:pt x="1427" y="57423"/>
                  <a:pt x="1903" y="58851"/>
                  <a:pt x="2220" y="60278"/>
                </a:cubicBezTo>
                <a:cubicBezTo>
                  <a:pt x="2220" y="60754"/>
                  <a:pt x="2378" y="61071"/>
                  <a:pt x="2537" y="61547"/>
                </a:cubicBezTo>
                <a:cubicBezTo>
                  <a:pt x="4756" y="70748"/>
                  <a:pt x="8720" y="79314"/>
                  <a:pt x="15379" y="85817"/>
                </a:cubicBezTo>
                <a:cubicBezTo>
                  <a:pt x="16489" y="86928"/>
                  <a:pt x="17915" y="87404"/>
                  <a:pt x="19025" y="88355"/>
                </a:cubicBezTo>
                <a:cubicBezTo>
                  <a:pt x="27745" y="95493"/>
                  <a:pt x="38368" y="100252"/>
                  <a:pt x="50258" y="100252"/>
                </a:cubicBezTo>
                <a:cubicBezTo>
                  <a:pt x="55807" y="100252"/>
                  <a:pt x="60881" y="98666"/>
                  <a:pt x="65796" y="97080"/>
                </a:cubicBezTo>
                <a:cubicBezTo>
                  <a:pt x="67222" y="96604"/>
                  <a:pt x="68808" y="96604"/>
                  <a:pt x="70076" y="95969"/>
                </a:cubicBezTo>
                <a:cubicBezTo>
                  <a:pt x="73881" y="94224"/>
                  <a:pt x="77052" y="91528"/>
                  <a:pt x="80382" y="8899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84" name="Freeform 583">
            <a:extLst>
              <a:ext uri="{FF2B5EF4-FFF2-40B4-BE49-F238E27FC236}">
                <a16:creationId xmlns:a16="http://schemas.microsoft.com/office/drawing/2014/main" id="{70948132-CC72-4268-9B7E-12970CB3CF2B}"/>
              </a:ext>
            </a:extLst>
          </p:cNvPr>
          <p:cNvSpPr/>
          <p:nvPr userDrawn="1"/>
        </p:nvSpPr>
        <p:spPr>
          <a:xfrm>
            <a:off x="119621" y="1848604"/>
            <a:ext cx="100358" cy="86196"/>
          </a:xfrm>
          <a:custGeom>
            <a:avLst/>
            <a:gdLst>
              <a:gd name="connsiteX0" fmla="*/ 78955 w 100358"/>
              <a:gd name="connsiteY0" fmla="*/ 10311 h 100093"/>
              <a:gd name="connsiteX1" fmla="*/ 75308 w 100358"/>
              <a:gd name="connsiteY1" fmla="*/ 7773 h 100093"/>
              <a:gd name="connsiteX2" fmla="*/ 50258 w 100358"/>
              <a:gd name="connsiteY2" fmla="*/ 0 h 100093"/>
              <a:gd name="connsiteX3" fmla="*/ 2854 w 100358"/>
              <a:gd name="connsiteY3" fmla="*/ 36326 h 100093"/>
              <a:gd name="connsiteX4" fmla="*/ 1903 w 100358"/>
              <a:gd name="connsiteY4" fmla="*/ 40609 h 100093"/>
              <a:gd name="connsiteX5" fmla="*/ 1427 w 100358"/>
              <a:gd name="connsiteY5" fmla="*/ 42829 h 100093"/>
              <a:gd name="connsiteX6" fmla="*/ 0 w 100358"/>
              <a:gd name="connsiteY6" fmla="*/ 49968 h 100093"/>
              <a:gd name="connsiteX7" fmla="*/ 476 w 100358"/>
              <a:gd name="connsiteY7" fmla="*/ 52506 h 100093"/>
              <a:gd name="connsiteX8" fmla="*/ 1427 w 100358"/>
              <a:gd name="connsiteY8" fmla="*/ 56789 h 100093"/>
              <a:gd name="connsiteX9" fmla="*/ 11732 w 100358"/>
              <a:gd name="connsiteY9" fmla="*/ 81059 h 100093"/>
              <a:gd name="connsiteX10" fmla="*/ 14269 w 100358"/>
              <a:gd name="connsiteY10" fmla="*/ 84866 h 100093"/>
              <a:gd name="connsiteX11" fmla="*/ 15220 w 100358"/>
              <a:gd name="connsiteY11" fmla="*/ 85817 h 100093"/>
              <a:gd name="connsiteX12" fmla="*/ 31550 w 100358"/>
              <a:gd name="connsiteY12" fmla="*/ 96287 h 100093"/>
              <a:gd name="connsiteX13" fmla="*/ 35989 w 100358"/>
              <a:gd name="connsiteY13" fmla="*/ 97239 h 100093"/>
              <a:gd name="connsiteX14" fmla="*/ 45343 w 100358"/>
              <a:gd name="connsiteY14" fmla="*/ 99142 h 100093"/>
              <a:gd name="connsiteX15" fmla="*/ 49783 w 100358"/>
              <a:gd name="connsiteY15" fmla="*/ 100094 h 100093"/>
              <a:gd name="connsiteX16" fmla="*/ 50258 w 100358"/>
              <a:gd name="connsiteY16" fmla="*/ 100094 h 100093"/>
              <a:gd name="connsiteX17" fmla="*/ 62783 w 100358"/>
              <a:gd name="connsiteY17" fmla="*/ 97556 h 100093"/>
              <a:gd name="connsiteX18" fmla="*/ 67222 w 100358"/>
              <a:gd name="connsiteY18" fmla="*/ 96604 h 100093"/>
              <a:gd name="connsiteX19" fmla="*/ 68649 w 100358"/>
              <a:gd name="connsiteY19" fmla="*/ 96287 h 100093"/>
              <a:gd name="connsiteX20" fmla="*/ 72613 w 100358"/>
              <a:gd name="connsiteY20" fmla="*/ 94225 h 100093"/>
              <a:gd name="connsiteX21" fmla="*/ 100358 w 100358"/>
              <a:gd name="connsiteY21" fmla="*/ 49968 h 100093"/>
              <a:gd name="connsiteX22" fmla="*/ 84821 w 100358"/>
              <a:gd name="connsiteY22" fmla="*/ 13959 h 100093"/>
              <a:gd name="connsiteX23" fmla="*/ 81174 w 100358"/>
              <a:gd name="connsiteY23" fmla="*/ 11421 h 100093"/>
              <a:gd name="connsiteX24" fmla="*/ 79113 w 100358"/>
              <a:gd name="connsiteY24" fmla="*/ 9994 h 1000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100358" h="100093">
                <a:moveTo>
                  <a:pt x="78955" y="10311"/>
                </a:moveTo>
                <a:cubicBezTo>
                  <a:pt x="77686" y="9359"/>
                  <a:pt x="76577" y="8566"/>
                  <a:pt x="75308" y="7773"/>
                </a:cubicBezTo>
                <a:cubicBezTo>
                  <a:pt x="67857" y="3331"/>
                  <a:pt x="59612" y="0"/>
                  <a:pt x="50258" y="0"/>
                </a:cubicBezTo>
                <a:cubicBezTo>
                  <a:pt x="27428" y="0"/>
                  <a:pt x="8878" y="15546"/>
                  <a:pt x="2854" y="36326"/>
                </a:cubicBezTo>
                <a:cubicBezTo>
                  <a:pt x="2378" y="37753"/>
                  <a:pt x="2220" y="39181"/>
                  <a:pt x="1903" y="40609"/>
                </a:cubicBezTo>
                <a:cubicBezTo>
                  <a:pt x="1744" y="41402"/>
                  <a:pt x="1585" y="42195"/>
                  <a:pt x="1427" y="42829"/>
                </a:cubicBezTo>
                <a:cubicBezTo>
                  <a:pt x="1110" y="45367"/>
                  <a:pt x="0" y="47430"/>
                  <a:pt x="0" y="49968"/>
                </a:cubicBezTo>
                <a:cubicBezTo>
                  <a:pt x="0" y="50919"/>
                  <a:pt x="476" y="51554"/>
                  <a:pt x="476" y="52506"/>
                </a:cubicBezTo>
                <a:cubicBezTo>
                  <a:pt x="476" y="54092"/>
                  <a:pt x="1110" y="55361"/>
                  <a:pt x="1427" y="56789"/>
                </a:cubicBezTo>
                <a:cubicBezTo>
                  <a:pt x="2695" y="65989"/>
                  <a:pt x="6183" y="74238"/>
                  <a:pt x="11732" y="81059"/>
                </a:cubicBezTo>
                <a:cubicBezTo>
                  <a:pt x="12683" y="82169"/>
                  <a:pt x="13159" y="83755"/>
                  <a:pt x="14269" y="84866"/>
                </a:cubicBezTo>
                <a:cubicBezTo>
                  <a:pt x="14586" y="85183"/>
                  <a:pt x="14903" y="85500"/>
                  <a:pt x="15220" y="85817"/>
                </a:cubicBezTo>
                <a:cubicBezTo>
                  <a:pt x="19818" y="90418"/>
                  <a:pt x="25367" y="93907"/>
                  <a:pt x="31550" y="96287"/>
                </a:cubicBezTo>
                <a:cubicBezTo>
                  <a:pt x="32977" y="96921"/>
                  <a:pt x="34563" y="96763"/>
                  <a:pt x="35989" y="97239"/>
                </a:cubicBezTo>
                <a:cubicBezTo>
                  <a:pt x="39002" y="98190"/>
                  <a:pt x="42173" y="98825"/>
                  <a:pt x="45343" y="99142"/>
                </a:cubicBezTo>
                <a:cubicBezTo>
                  <a:pt x="46929" y="99301"/>
                  <a:pt x="48197" y="100094"/>
                  <a:pt x="49783" y="100094"/>
                </a:cubicBezTo>
                <a:cubicBezTo>
                  <a:pt x="49783" y="100094"/>
                  <a:pt x="50100" y="100094"/>
                  <a:pt x="50258" y="100094"/>
                </a:cubicBezTo>
                <a:cubicBezTo>
                  <a:pt x="54698" y="100094"/>
                  <a:pt x="58661" y="98666"/>
                  <a:pt x="62783" y="97556"/>
                </a:cubicBezTo>
                <a:cubicBezTo>
                  <a:pt x="64210" y="97080"/>
                  <a:pt x="65796" y="97080"/>
                  <a:pt x="67222" y="96604"/>
                </a:cubicBezTo>
                <a:cubicBezTo>
                  <a:pt x="67698" y="96445"/>
                  <a:pt x="68174" y="96604"/>
                  <a:pt x="68649" y="96287"/>
                </a:cubicBezTo>
                <a:cubicBezTo>
                  <a:pt x="70076" y="95652"/>
                  <a:pt x="71186" y="94859"/>
                  <a:pt x="72613" y="94225"/>
                </a:cubicBezTo>
                <a:cubicBezTo>
                  <a:pt x="88943" y="85976"/>
                  <a:pt x="100358" y="69479"/>
                  <a:pt x="100358" y="49968"/>
                </a:cubicBezTo>
                <a:cubicBezTo>
                  <a:pt x="100358" y="35691"/>
                  <a:pt x="94333" y="23001"/>
                  <a:pt x="84821" y="13959"/>
                </a:cubicBezTo>
                <a:cubicBezTo>
                  <a:pt x="83711" y="12849"/>
                  <a:pt x="82284" y="12373"/>
                  <a:pt x="81174" y="11421"/>
                </a:cubicBezTo>
                <a:cubicBezTo>
                  <a:pt x="80540" y="10945"/>
                  <a:pt x="79747" y="10469"/>
                  <a:pt x="79113" y="9994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85" name="Freeform 584">
            <a:extLst>
              <a:ext uri="{FF2B5EF4-FFF2-40B4-BE49-F238E27FC236}">
                <a16:creationId xmlns:a16="http://schemas.microsoft.com/office/drawing/2014/main" id="{1D3A93C1-4B41-6197-46CE-72B7A0AF35D6}"/>
              </a:ext>
            </a:extLst>
          </p:cNvPr>
          <p:cNvSpPr/>
          <p:nvPr userDrawn="1"/>
        </p:nvSpPr>
        <p:spPr>
          <a:xfrm>
            <a:off x="6993436" y="904613"/>
            <a:ext cx="100199" cy="86606"/>
          </a:xfrm>
          <a:custGeom>
            <a:avLst/>
            <a:gdLst>
              <a:gd name="connsiteX0" fmla="*/ 79430 w 100199"/>
              <a:gd name="connsiteY0" fmla="*/ 10628 h 100569"/>
              <a:gd name="connsiteX1" fmla="*/ 74833 w 100199"/>
              <a:gd name="connsiteY1" fmla="*/ 7455 h 100569"/>
              <a:gd name="connsiteX2" fmla="*/ 52478 w 100199"/>
              <a:gd name="connsiteY2" fmla="*/ 476 h 100569"/>
              <a:gd name="connsiteX3" fmla="*/ 50259 w 100199"/>
              <a:gd name="connsiteY3" fmla="*/ 0 h 100569"/>
              <a:gd name="connsiteX4" fmla="*/ 48039 w 100199"/>
              <a:gd name="connsiteY4" fmla="*/ 476 h 100569"/>
              <a:gd name="connsiteX5" fmla="*/ 44709 w 100199"/>
              <a:gd name="connsiteY5" fmla="*/ 1110 h 100569"/>
              <a:gd name="connsiteX6" fmla="*/ 40429 w 100199"/>
              <a:gd name="connsiteY6" fmla="*/ 2062 h 100569"/>
              <a:gd name="connsiteX7" fmla="*/ 0 w 100199"/>
              <a:gd name="connsiteY7" fmla="*/ 50285 h 100569"/>
              <a:gd name="connsiteX8" fmla="*/ 33453 w 100199"/>
              <a:gd name="connsiteY8" fmla="*/ 97080 h 100569"/>
              <a:gd name="connsiteX9" fmla="*/ 37892 w 100199"/>
              <a:gd name="connsiteY9" fmla="*/ 98032 h 100569"/>
              <a:gd name="connsiteX10" fmla="*/ 47880 w 100199"/>
              <a:gd name="connsiteY10" fmla="*/ 100094 h 100569"/>
              <a:gd name="connsiteX11" fmla="*/ 50100 w 100199"/>
              <a:gd name="connsiteY11" fmla="*/ 100570 h 100569"/>
              <a:gd name="connsiteX12" fmla="*/ 52002 w 100199"/>
              <a:gd name="connsiteY12" fmla="*/ 100252 h 100569"/>
              <a:gd name="connsiteX13" fmla="*/ 56441 w 100199"/>
              <a:gd name="connsiteY13" fmla="*/ 99301 h 100569"/>
              <a:gd name="connsiteX14" fmla="*/ 78637 w 100199"/>
              <a:gd name="connsiteY14" fmla="*/ 90576 h 100569"/>
              <a:gd name="connsiteX15" fmla="*/ 83077 w 100199"/>
              <a:gd name="connsiteY15" fmla="*/ 87562 h 100569"/>
              <a:gd name="connsiteX16" fmla="*/ 100200 w 100199"/>
              <a:gd name="connsiteY16" fmla="*/ 50443 h 100569"/>
              <a:gd name="connsiteX17" fmla="*/ 95444 w 100199"/>
              <a:gd name="connsiteY17" fmla="*/ 29663 h 100569"/>
              <a:gd name="connsiteX18" fmla="*/ 92907 w 100199"/>
              <a:gd name="connsiteY18" fmla="*/ 25856 h 100569"/>
              <a:gd name="connsiteX19" fmla="*/ 79430 w 100199"/>
              <a:gd name="connsiteY19" fmla="*/ 10787 h 1005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00199" h="100569">
                <a:moveTo>
                  <a:pt x="79430" y="10628"/>
                </a:moveTo>
                <a:cubicBezTo>
                  <a:pt x="77845" y="9518"/>
                  <a:pt x="76418" y="8407"/>
                  <a:pt x="74833" y="7455"/>
                </a:cubicBezTo>
                <a:cubicBezTo>
                  <a:pt x="68174" y="3490"/>
                  <a:pt x="60722" y="952"/>
                  <a:pt x="52478" y="476"/>
                </a:cubicBezTo>
                <a:cubicBezTo>
                  <a:pt x="51685" y="476"/>
                  <a:pt x="51051" y="0"/>
                  <a:pt x="50259" y="0"/>
                </a:cubicBezTo>
                <a:cubicBezTo>
                  <a:pt x="49466" y="0"/>
                  <a:pt x="48832" y="476"/>
                  <a:pt x="48039" y="476"/>
                </a:cubicBezTo>
                <a:cubicBezTo>
                  <a:pt x="46929" y="476"/>
                  <a:pt x="45819" y="952"/>
                  <a:pt x="44709" y="1110"/>
                </a:cubicBezTo>
                <a:cubicBezTo>
                  <a:pt x="43283" y="1269"/>
                  <a:pt x="41856" y="1745"/>
                  <a:pt x="40429" y="2062"/>
                </a:cubicBezTo>
                <a:cubicBezTo>
                  <a:pt x="17599" y="6662"/>
                  <a:pt x="0" y="26015"/>
                  <a:pt x="0" y="50285"/>
                </a:cubicBezTo>
                <a:cubicBezTo>
                  <a:pt x="0" y="72017"/>
                  <a:pt x="14111" y="90100"/>
                  <a:pt x="33453" y="97080"/>
                </a:cubicBezTo>
                <a:cubicBezTo>
                  <a:pt x="34880" y="97556"/>
                  <a:pt x="36465" y="97556"/>
                  <a:pt x="37892" y="98032"/>
                </a:cubicBezTo>
                <a:cubicBezTo>
                  <a:pt x="41221" y="98825"/>
                  <a:pt x="44392" y="99935"/>
                  <a:pt x="47880" y="100094"/>
                </a:cubicBezTo>
                <a:cubicBezTo>
                  <a:pt x="48673" y="100094"/>
                  <a:pt x="49307" y="100570"/>
                  <a:pt x="50100" y="100570"/>
                </a:cubicBezTo>
                <a:cubicBezTo>
                  <a:pt x="50734" y="100570"/>
                  <a:pt x="51368" y="100252"/>
                  <a:pt x="52002" y="100252"/>
                </a:cubicBezTo>
                <a:cubicBezTo>
                  <a:pt x="53588" y="100252"/>
                  <a:pt x="55015" y="99459"/>
                  <a:pt x="56441" y="99301"/>
                </a:cubicBezTo>
                <a:cubicBezTo>
                  <a:pt x="64686" y="98190"/>
                  <a:pt x="72138" y="95176"/>
                  <a:pt x="78637" y="90576"/>
                </a:cubicBezTo>
                <a:cubicBezTo>
                  <a:pt x="80065" y="89624"/>
                  <a:pt x="81650" y="88831"/>
                  <a:pt x="83077" y="87562"/>
                </a:cubicBezTo>
                <a:cubicBezTo>
                  <a:pt x="93382" y="78362"/>
                  <a:pt x="100200" y="65354"/>
                  <a:pt x="100200" y="50443"/>
                </a:cubicBezTo>
                <a:cubicBezTo>
                  <a:pt x="100200" y="42988"/>
                  <a:pt x="98297" y="36008"/>
                  <a:pt x="95444" y="29663"/>
                </a:cubicBezTo>
                <a:cubicBezTo>
                  <a:pt x="94809" y="28236"/>
                  <a:pt x="93699" y="27125"/>
                  <a:pt x="92907" y="25856"/>
                </a:cubicBezTo>
                <a:cubicBezTo>
                  <a:pt x="89419" y="19828"/>
                  <a:pt x="84980" y="14911"/>
                  <a:pt x="79430" y="10787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86" name="Freeform 585">
            <a:extLst>
              <a:ext uri="{FF2B5EF4-FFF2-40B4-BE49-F238E27FC236}">
                <a16:creationId xmlns:a16="http://schemas.microsoft.com/office/drawing/2014/main" id="{0F3FBB0F-5631-FCDD-B582-6AF80B803272}"/>
              </a:ext>
            </a:extLst>
          </p:cNvPr>
          <p:cNvSpPr/>
          <p:nvPr userDrawn="1"/>
        </p:nvSpPr>
        <p:spPr>
          <a:xfrm>
            <a:off x="6723912" y="6365990"/>
            <a:ext cx="100516" cy="86606"/>
          </a:xfrm>
          <a:custGeom>
            <a:avLst/>
            <a:gdLst>
              <a:gd name="connsiteX0" fmla="*/ 19660 w 100516"/>
              <a:gd name="connsiteY0" fmla="*/ 11580 h 100569"/>
              <a:gd name="connsiteX1" fmla="*/ 16013 w 100516"/>
              <a:gd name="connsiteY1" fmla="*/ 14118 h 100569"/>
              <a:gd name="connsiteX2" fmla="*/ 13476 w 100516"/>
              <a:gd name="connsiteY2" fmla="*/ 16814 h 100569"/>
              <a:gd name="connsiteX3" fmla="*/ 13476 w 100516"/>
              <a:gd name="connsiteY3" fmla="*/ 16814 h 100569"/>
              <a:gd name="connsiteX4" fmla="*/ 0 w 100516"/>
              <a:gd name="connsiteY4" fmla="*/ 50443 h 100569"/>
              <a:gd name="connsiteX5" fmla="*/ 1269 w 100516"/>
              <a:gd name="connsiteY5" fmla="*/ 56313 h 100569"/>
              <a:gd name="connsiteX6" fmla="*/ 2220 w 100516"/>
              <a:gd name="connsiteY6" fmla="*/ 60596 h 100569"/>
              <a:gd name="connsiteX7" fmla="*/ 23147 w 100516"/>
              <a:gd name="connsiteY7" fmla="*/ 91369 h 100569"/>
              <a:gd name="connsiteX8" fmla="*/ 26794 w 100516"/>
              <a:gd name="connsiteY8" fmla="*/ 93908 h 100569"/>
              <a:gd name="connsiteX9" fmla="*/ 50417 w 100516"/>
              <a:gd name="connsiteY9" fmla="*/ 100570 h 100569"/>
              <a:gd name="connsiteX10" fmla="*/ 84028 w 100516"/>
              <a:gd name="connsiteY10" fmla="*/ 87086 h 100569"/>
              <a:gd name="connsiteX11" fmla="*/ 84028 w 100516"/>
              <a:gd name="connsiteY11" fmla="*/ 87086 h 100569"/>
              <a:gd name="connsiteX12" fmla="*/ 87041 w 100516"/>
              <a:gd name="connsiteY12" fmla="*/ 83914 h 100569"/>
              <a:gd name="connsiteX13" fmla="*/ 90211 w 100516"/>
              <a:gd name="connsiteY13" fmla="*/ 79155 h 100569"/>
              <a:gd name="connsiteX14" fmla="*/ 92748 w 100516"/>
              <a:gd name="connsiteY14" fmla="*/ 75348 h 100569"/>
              <a:gd name="connsiteX15" fmla="*/ 100517 w 100516"/>
              <a:gd name="connsiteY15" fmla="*/ 50126 h 100569"/>
              <a:gd name="connsiteX16" fmla="*/ 50417 w 100516"/>
              <a:gd name="connsiteY16" fmla="*/ 0 h 100569"/>
              <a:gd name="connsiteX17" fmla="*/ 30757 w 100516"/>
              <a:gd name="connsiteY17" fmla="*/ 3966 h 100569"/>
              <a:gd name="connsiteX18" fmla="*/ 27111 w 100516"/>
              <a:gd name="connsiteY18" fmla="*/ 6504 h 100569"/>
              <a:gd name="connsiteX19" fmla="*/ 19977 w 100516"/>
              <a:gd name="connsiteY19" fmla="*/ 11421 h 1005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00516" h="100569">
                <a:moveTo>
                  <a:pt x="19660" y="11580"/>
                </a:moveTo>
                <a:cubicBezTo>
                  <a:pt x="18550" y="12532"/>
                  <a:pt x="17123" y="13008"/>
                  <a:pt x="16013" y="14118"/>
                </a:cubicBezTo>
                <a:cubicBezTo>
                  <a:pt x="15062" y="15070"/>
                  <a:pt x="14269" y="15863"/>
                  <a:pt x="13476" y="16814"/>
                </a:cubicBezTo>
                <a:lnTo>
                  <a:pt x="13476" y="16814"/>
                </a:lnTo>
                <a:cubicBezTo>
                  <a:pt x="5232" y="25698"/>
                  <a:pt x="0" y="37436"/>
                  <a:pt x="0" y="50443"/>
                </a:cubicBezTo>
                <a:cubicBezTo>
                  <a:pt x="0" y="52506"/>
                  <a:pt x="951" y="54409"/>
                  <a:pt x="1269" y="56313"/>
                </a:cubicBezTo>
                <a:cubicBezTo>
                  <a:pt x="1427" y="57741"/>
                  <a:pt x="1902" y="59168"/>
                  <a:pt x="2220" y="60596"/>
                </a:cubicBezTo>
                <a:cubicBezTo>
                  <a:pt x="5074" y="73603"/>
                  <a:pt x="12366" y="84231"/>
                  <a:pt x="23147" y="91369"/>
                </a:cubicBezTo>
                <a:cubicBezTo>
                  <a:pt x="24416" y="92162"/>
                  <a:pt x="25526" y="93114"/>
                  <a:pt x="26794" y="93908"/>
                </a:cubicBezTo>
                <a:cubicBezTo>
                  <a:pt x="33929" y="97873"/>
                  <a:pt x="41697" y="100570"/>
                  <a:pt x="50417" y="100570"/>
                </a:cubicBezTo>
                <a:cubicBezTo>
                  <a:pt x="63417" y="100570"/>
                  <a:pt x="75150" y="95335"/>
                  <a:pt x="84028" y="87086"/>
                </a:cubicBezTo>
                <a:lnTo>
                  <a:pt x="84028" y="87086"/>
                </a:lnTo>
                <a:cubicBezTo>
                  <a:pt x="85138" y="85976"/>
                  <a:pt x="86089" y="85024"/>
                  <a:pt x="87041" y="83914"/>
                </a:cubicBezTo>
                <a:cubicBezTo>
                  <a:pt x="88309" y="82486"/>
                  <a:pt x="89101" y="80741"/>
                  <a:pt x="90211" y="79155"/>
                </a:cubicBezTo>
                <a:cubicBezTo>
                  <a:pt x="91163" y="77886"/>
                  <a:pt x="91956" y="76617"/>
                  <a:pt x="92748" y="75348"/>
                </a:cubicBezTo>
                <a:cubicBezTo>
                  <a:pt x="97187" y="67892"/>
                  <a:pt x="100517" y="59644"/>
                  <a:pt x="100517" y="50126"/>
                </a:cubicBezTo>
                <a:cubicBezTo>
                  <a:pt x="100517" y="22525"/>
                  <a:pt x="78004" y="0"/>
                  <a:pt x="50417" y="0"/>
                </a:cubicBezTo>
                <a:cubicBezTo>
                  <a:pt x="43441" y="0"/>
                  <a:pt x="36941" y="1428"/>
                  <a:pt x="30757" y="3966"/>
                </a:cubicBezTo>
                <a:cubicBezTo>
                  <a:pt x="29331" y="4600"/>
                  <a:pt x="28379" y="5711"/>
                  <a:pt x="27111" y="6504"/>
                </a:cubicBezTo>
                <a:cubicBezTo>
                  <a:pt x="24575" y="7931"/>
                  <a:pt x="22196" y="9518"/>
                  <a:pt x="19977" y="11421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87" name="Freeform 586">
            <a:extLst>
              <a:ext uri="{FF2B5EF4-FFF2-40B4-BE49-F238E27FC236}">
                <a16:creationId xmlns:a16="http://schemas.microsoft.com/office/drawing/2014/main" id="{496856B2-FB35-AB41-CCE6-9830166C72C3}"/>
              </a:ext>
            </a:extLst>
          </p:cNvPr>
          <p:cNvSpPr/>
          <p:nvPr userDrawn="1"/>
        </p:nvSpPr>
        <p:spPr>
          <a:xfrm>
            <a:off x="6858516" y="6500981"/>
            <a:ext cx="100199" cy="86333"/>
          </a:xfrm>
          <a:custGeom>
            <a:avLst/>
            <a:gdLst>
              <a:gd name="connsiteX0" fmla="*/ 15854 w 100199"/>
              <a:gd name="connsiteY0" fmla="*/ 13959 h 100252"/>
              <a:gd name="connsiteX1" fmla="*/ 13476 w 100199"/>
              <a:gd name="connsiteY1" fmla="*/ 16497 h 100252"/>
              <a:gd name="connsiteX2" fmla="*/ 13476 w 100199"/>
              <a:gd name="connsiteY2" fmla="*/ 16497 h 100252"/>
              <a:gd name="connsiteX3" fmla="*/ 1744 w 100199"/>
              <a:gd name="connsiteY3" fmla="*/ 41877 h 100252"/>
              <a:gd name="connsiteX4" fmla="*/ 793 w 100199"/>
              <a:gd name="connsiteY4" fmla="*/ 46161 h 100252"/>
              <a:gd name="connsiteX5" fmla="*/ 0 w 100199"/>
              <a:gd name="connsiteY5" fmla="*/ 50126 h 100252"/>
              <a:gd name="connsiteX6" fmla="*/ 18074 w 100199"/>
              <a:gd name="connsiteY6" fmla="*/ 87880 h 100252"/>
              <a:gd name="connsiteX7" fmla="*/ 21720 w 100199"/>
              <a:gd name="connsiteY7" fmla="*/ 90417 h 100252"/>
              <a:gd name="connsiteX8" fmla="*/ 50099 w 100199"/>
              <a:gd name="connsiteY8" fmla="*/ 100253 h 100252"/>
              <a:gd name="connsiteX9" fmla="*/ 100199 w 100199"/>
              <a:gd name="connsiteY9" fmla="*/ 50126 h 100252"/>
              <a:gd name="connsiteX10" fmla="*/ 50099 w 100199"/>
              <a:gd name="connsiteY10" fmla="*/ 0 h 100252"/>
              <a:gd name="connsiteX11" fmla="*/ 19342 w 100199"/>
              <a:gd name="connsiteY11" fmla="*/ 11421 h 100252"/>
              <a:gd name="connsiteX12" fmla="*/ 15696 w 100199"/>
              <a:gd name="connsiteY12" fmla="*/ 13959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00199" h="100252">
                <a:moveTo>
                  <a:pt x="15854" y="13959"/>
                </a:moveTo>
                <a:cubicBezTo>
                  <a:pt x="14903" y="14752"/>
                  <a:pt x="14269" y="15704"/>
                  <a:pt x="13476" y="16497"/>
                </a:cubicBezTo>
                <a:lnTo>
                  <a:pt x="13476" y="16497"/>
                </a:lnTo>
                <a:cubicBezTo>
                  <a:pt x="7134" y="23477"/>
                  <a:pt x="3329" y="32201"/>
                  <a:pt x="1744" y="41877"/>
                </a:cubicBezTo>
                <a:cubicBezTo>
                  <a:pt x="1427" y="43305"/>
                  <a:pt x="951" y="44733"/>
                  <a:pt x="793" y="46161"/>
                </a:cubicBezTo>
                <a:cubicBezTo>
                  <a:pt x="793" y="47588"/>
                  <a:pt x="0" y="48699"/>
                  <a:pt x="0" y="50126"/>
                </a:cubicBezTo>
                <a:cubicBezTo>
                  <a:pt x="0" y="65513"/>
                  <a:pt x="7293" y="78679"/>
                  <a:pt x="18074" y="87880"/>
                </a:cubicBezTo>
                <a:cubicBezTo>
                  <a:pt x="19184" y="88831"/>
                  <a:pt x="20610" y="89624"/>
                  <a:pt x="21720" y="90417"/>
                </a:cubicBezTo>
                <a:cubicBezTo>
                  <a:pt x="29964" y="96128"/>
                  <a:pt x="39318" y="100253"/>
                  <a:pt x="50099" y="100253"/>
                </a:cubicBezTo>
                <a:cubicBezTo>
                  <a:pt x="77686" y="100253"/>
                  <a:pt x="100199" y="77727"/>
                  <a:pt x="100199" y="50126"/>
                </a:cubicBezTo>
                <a:cubicBezTo>
                  <a:pt x="100199" y="22525"/>
                  <a:pt x="77686" y="0"/>
                  <a:pt x="50099" y="0"/>
                </a:cubicBezTo>
                <a:cubicBezTo>
                  <a:pt x="38367" y="0"/>
                  <a:pt x="27903" y="4759"/>
                  <a:pt x="19342" y="11421"/>
                </a:cubicBezTo>
                <a:cubicBezTo>
                  <a:pt x="18232" y="12373"/>
                  <a:pt x="16806" y="12849"/>
                  <a:pt x="15696" y="13959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88" name="Freeform 587">
            <a:extLst>
              <a:ext uri="{FF2B5EF4-FFF2-40B4-BE49-F238E27FC236}">
                <a16:creationId xmlns:a16="http://schemas.microsoft.com/office/drawing/2014/main" id="{011E8824-9EDC-2878-FE89-0C6F29179051}"/>
              </a:ext>
            </a:extLst>
          </p:cNvPr>
          <p:cNvSpPr/>
          <p:nvPr userDrawn="1"/>
        </p:nvSpPr>
        <p:spPr>
          <a:xfrm>
            <a:off x="6319468" y="6433564"/>
            <a:ext cx="100516" cy="86333"/>
          </a:xfrm>
          <a:custGeom>
            <a:avLst/>
            <a:gdLst>
              <a:gd name="connsiteX0" fmla="*/ 158 w 100516"/>
              <a:gd name="connsiteY0" fmla="*/ 50126 h 100252"/>
              <a:gd name="connsiteX1" fmla="*/ 33294 w 100516"/>
              <a:gd name="connsiteY1" fmla="*/ 96763 h 100252"/>
              <a:gd name="connsiteX2" fmla="*/ 37733 w 100516"/>
              <a:gd name="connsiteY2" fmla="*/ 97714 h 100252"/>
              <a:gd name="connsiteX3" fmla="*/ 50417 w 100516"/>
              <a:gd name="connsiteY3" fmla="*/ 100253 h 100252"/>
              <a:gd name="connsiteX4" fmla="*/ 98772 w 100516"/>
              <a:gd name="connsiteY4" fmla="*/ 58375 h 100252"/>
              <a:gd name="connsiteX5" fmla="*/ 99724 w 100516"/>
              <a:gd name="connsiteY5" fmla="*/ 54092 h 100252"/>
              <a:gd name="connsiteX6" fmla="*/ 100517 w 100516"/>
              <a:gd name="connsiteY6" fmla="*/ 50126 h 100252"/>
              <a:gd name="connsiteX7" fmla="*/ 99248 w 100516"/>
              <a:gd name="connsiteY7" fmla="*/ 44257 h 100252"/>
              <a:gd name="connsiteX8" fmla="*/ 98297 w 100516"/>
              <a:gd name="connsiteY8" fmla="*/ 39815 h 100252"/>
              <a:gd name="connsiteX9" fmla="*/ 50258 w 100516"/>
              <a:gd name="connsiteY9" fmla="*/ 0 h 100252"/>
              <a:gd name="connsiteX10" fmla="*/ 29964 w 100516"/>
              <a:gd name="connsiteY10" fmla="*/ 4442 h 100252"/>
              <a:gd name="connsiteX11" fmla="*/ 28379 w 100516"/>
              <a:gd name="connsiteY11" fmla="*/ 5552 h 100252"/>
              <a:gd name="connsiteX12" fmla="*/ 24733 w 100516"/>
              <a:gd name="connsiteY12" fmla="*/ 8090 h 100252"/>
              <a:gd name="connsiteX13" fmla="*/ 0 w 100516"/>
              <a:gd name="connsiteY13" fmla="*/ 50285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00516" h="100252">
                <a:moveTo>
                  <a:pt x="158" y="50126"/>
                </a:moveTo>
                <a:cubicBezTo>
                  <a:pt x="158" y="71858"/>
                  <a:pt x="13951" y="89783"/>
                  <a:pt x="33294" y="96763"/>
                </a:cubicBezTo>
                <a:cubicBezTo>
                  <a:pt x="34721" y="97239"/>
                  <a:pt x="36306" y="97239"/>
                  <a:pt x="37733" y="97714"/>
                </a:cubicBezTo>
                <a:cubicBezTo>
                  <a:pt x="41855" y="98824"/>
                  <a:pt x="45978" y="100253"/>
                  <a:pt x="50417" y="100253"/>
                </a:cubicBezTo>
                <a:cubicBezTo>
                  <a:pt x="75149" y="100253"/>
                  <a:pt x="94809" y="82010"/>
                  <a:pt x="98772" y="58375"/>
                </a:cubicBezTo>
                <a:cubicBezTo>
                  <a:pt x="99090" y="56947"/>
                  <a:pt x="99565" y="55520"/>
                  <a:pt x="99724" y="54092"/>
                </a:cubicBezTo>
                <a:cubicBezTo>
                  <a:pt x="99724" y="52664"/>
                  <a:pt x="100517" y="51554"/>
                  <a:pt x="100517" y="50126"/>
                </a:cubicBezTo>
                <a:cubicBezTo>
                  <a:pt x="100517" y="48064"/>
                  <a:pt x="99565" y="46161"/>
                  <a:pt x="99248" y="44257"/>
                </a:cubicBezTo>
                <a:cubicBezTo>
                  <a:pt x="99090" y="42671"/>
                  <a:pt x="98614" y="41401"/>
                  <a:pt x="98297" y="39815"/>
                </a:cubicBezTo>
                <a:cubicBezTo>
                  <a:pt x="93382" y="17290"/>
                  <a:pt x="74356" y="0"/>
                  <a:pt x="50258" y="0"/>
                </a:cubicBezTo>
                <a:cubicBezTo>
                  <a:pt x="42965" y="0"/>
                  <a:pt x="36148" y="1745"/>
                  <a:pt x="29964" y="4442"/>
                </a:cubicBezTo>
                <a:cubicBezTo>
                  <a:pt x="29330" y="4759"/>
                  <a:pt x="29013" y="5234"/>
                  <a:pt x="28379" y="5552"/>
                </a:cubicBezTo>
                <a:cubicBezTo>
                  <a:pt x="27111" y="6186"/>
                  <a:pt x="26001" y="7297"/>
                  <a:pt x="24733" y="8090"/>
                </a:cubicBezTo>
                <a:cubicBezTo>
                  <a:pt x="10305" y="16814"/>
                  <a:pt x="0" y="32043"/>
                  <a:pt x="0" y="50285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89" name="Freeform 588">
            <a:extLst>
              <a:ext uri="{FF2B5EF4-FFF2-40B4-BE49-F238E27FC236}">
                <a16:creationId xmlns:a16="http://schemas.microsoft.com/office/drawing/2014/main" id="{EF769AA4-30A3-B13F-B570-731FBA549E87}"/>
              </a:ext>
            </a:extLst>
          </p:cNvPr>
          <p:cNvSpPr/>
          <p:nvPr userDrawn="1"/>
        </p:nvSpPr>
        <p:spPr>
          <a:xfrm>
            <a:off x="5847800" y="5489257"/>
            <a:ext cx="100357" cy="86606"/>
          </a:xfrm>
          <a:custGeom>
            <a:avLst/>
            <a:gdLst>
              <a:gd name="connsiteX0" fmla="*/ 49466 w 100357"/>
              <a:gd name="connsiteY0" fmla="*/ 100570 h 100569"/>
              <a:gd name="connsiteX1" fmla="*/ 50258 w 100357"/>
              <a:gd name="connsiteY1" fmla="*/ 100570 h 100569"/>
              <a:gd name="connsiteX2" fmla="*/ 53905 w 100357"/>
              <a:gd name="connsiteY2" fmla="*/ 99776 h 100569"/>
              <a:gd name="connsiteX3" fmla="*/ 70552 w 100357"/>
              <a:gd name="connsiteY3" fmla="*/ 95969 h 100569"/>
              <a:gd name="connsiteX4" fmla="*/ 74198 w 100357"/>
              <a:gd name="connsiteY4" fmla="*/ 93431 h 100569"/>
              <a:gd name="connsiteX5" fmla="*/ 83711 w 100357"/>
              <a:gd name="connsiteY5" fmla="*/ 86927 h 100569"/>
              <a:gd name="connsiteX6" fmla="*/ 83711 w 100357"/>
              <a:gd name="connsiteY6" fmla="*/ 86927 h 100569"/>
              <a:gd name="connsiteX7" fmla="*/ 86882 w 100357"/>
              <a:gd name="connsiteY7" fmla="*/ 83913 h 100569"/>
              <a:gd name="connsiteX8" fmla="*/ 100358 w 100357"/>
              <a:gd name="connsiteY8" fmla="*/ 50285 h 100569"/>
              <a:gd name="connsiteX9" fmla="*/ 61514 w 100357"/>
              <a:gd name="connsiteY9" fmla="*/ 2379 h 100569"/>
              <a:gd name="connsiteX10" fmla="*/ 57075 w 100357"/>
              <a:gd name="connsiteY10" fmla="*/ 1428 h 100569"/>
              <a:gd name="connsiteX11" fmla="*/ 50258 w 100357"/>
              <a:gd name="connsiteY11" fmla="*/ 0 h 100569"/>
              <a:gd name="connsiteX12" fmla="*/ 31233 w 100357"/>
              <a:gd name="connsiteY12" fmla="*/ 3807 h 100569"/>
              <a:gd name="connsiteX13" fmla="*/ 27428 w 100357"/>
              <a:gd name="connsiteY13" fmla="*/ 6186 h 100569"/>
              <a:gd name="connsiteX14" fmla="*/ 26001 w 100357"/>
              <a:gd name="connsiteY14" fmla="*/ 7138 h 100569"/>
              <a:gd name="connsiteX15" fmla="*/ 22196 w 100357"/>
              <a:gd name="connsiteY15" fmla="*/ 9676 h 100569"/>
              <a:gd name="connsiteX16" fmla="*/ 2695 w 100357"/>
              <a:gd name="connsiteY16" fmla="*/ 37119 h 100569"/>
              <a:gd name="connsiteX17" fmla="*/ 1268 w 100357"/>
              <a:gd name="connsiteY17" fmla="*/ 43781 h 100569"/>
              <a:gd name="connsiteX18" fmla="*/ 0 w 100357"/>
              <a:gd name="connsiteY18" fmla="*/ 50126 h 100569"/>
              <a:gd name="connsiteX19" fmla="*/ 29489 w 100357"/>
              <a:gd name="connsiteY19" fmla="*/ 95652 h 100569"/>
              <a:gd name="connsiteX20" fmla="*/ 35514 w 100357"/>
              <a:gd name="connsiteY20" fmla="*/ 97397 h 100569"/>
              <a:gd name="connsiteX21" fmla="*/ 49466 w 100357"/>
              <a:gd name="connsiteY21" fmla="*/ 100253 h 1005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100357" h="100569">
                <a:moveTo>
                  <a:pt x="49466" y="100570"/>
                </a:moveTo>
                <a:cubicBezTo>
                  <a:pt x="49466" y="100570"/>
                  <a:pt x="49941" y="100570"/>
                  <a:pt x="50258" y="100570"/>
                </a:cubicBezTo>
                <a:cubicBezTo>
                  <a:pt x="51527" y="100570"/>
                  <a:pt x="52636" y="99935"/>
                  <a:pt x="53905" y="99776"/>
                </a:cubicBezTo>
                <a:cubicBezTo>
                  <a:pt x="59771" y="99300"/>
                  <a:pt x="65478" y="98349"/>
                  <a:pt x="70552" y="95969"/>
                </a:cubicBezTo>
                <a:cubicBezTo>
                  <a:pt x="71978" y="95335"/>
                  <a:pt x="72930" y="94225"/>
                  <a:pt x="74198" y="93431"/>
                </a:cubicBezTo>
                <a:cubicBezTo>
                  <a:pt x="77528" y="91528"/>
                  <a:pt x="80857" y="89624"/>
                  <a:pt x="83711" y="86927"/>
                </a:cubicBezTo>
                <a:lnTo>
                  <a:pt x="83711" y="86927"/>
                </a:lnTo>
                <a:cubicBezTo>
                  <a:pt x="84820" y="85976"/>
                  <a:pt x="85772" y="84866"/>
                  <a:pt x="86882" y="83913"/>
                </a:cubicBezTo>
                <a:cubicBezTo>
                  <a:pt x="94967" y="75030"/>
                  <a:pt x="100358" y="63292"/>
                  <a:pt x="100358" y="50285"/>
                </a:cubicBezTo>
                <a:cubicBezTo>
                  <a:pt x="100358" y="26649"/>
                  <a:pt x="83552" y="7614"/>
                  <a:pt x="61514" y="2379"/>
                </a:cubicBezTo>
                <a:cubicBezTo>
                  <a:pt x="60088" y="2062"/>
                  <a:pt x="58661" y="1745"/>
                  <a:pt x="57075" y="1428"/>
                </a:cubicBezTo>
                <a:cubicBezTo>
                  <a:pt x="54697" y="1111"/>
                  <a:pt x="52636" y="0"/>
                  <a:pt x="50258" y="0"/>
                </a:cubicBezTo>
                <a:cubicBezTo>
                  <a:pt x="43441" y="0"/>
                  <a:pt x="37099" y="1428"/>
                  <a:pt x="31233" y="3807"/>
                </a:cubicBezTo>
                <a:cubicBezTo>
                  <a:pt x="29806" y="4442"/>
                  <a:pt x="28696" y="5552"/>
                  <a:pt x="27428" y="6186"/>
                </a:cubicBezTo>
                <a:cubicBezTo>
                  <a:pt x="26952" y="6504"/>
                  <a:pt x="26477" y="6821"/>
                  <a:pt x="26001" y="7138"/>
                </a:cubicBezTo>
                <a:cubicBezTo>
                  <a:pt x="24733" y="7931"/>
                  <a:pt x="23464" y="8883"/>
                  <a:pt x="22196" y="9676"/>
                </a:cubicBezTo>
                <a:cubicBezTo>
                  <a:pt x="12683" y="16339"/>
                  <a:pt x="5866" y="25698"/>
                  <a:pt x="2695" y="37119"/>
                </a:cubicBezTo>
                <a:cubicBezTo>
                  <a:pt x="2061" y="39339"/>
                  <a:pt x="1585" y="41560"/>
                  <a:pt x="1268" y="43781"/>
                </a:cubicBezTo>
                <a:cubicBezTo>
                  <a:pt x="951" y="46002"/>
                  <a:pt x="0" y="47905"/>
                  <a:pt x="0" y="50126"/>
                </a:cubicBezTo>
                <a:cubicBezTo>
                  <a:pt x="0" y="70431"/>
                  <a:pt x="12208" y="87721"/>
                  <a:pt x="29489" y="95652"/>
                </a:cubicBezTo>
                <a:cubicBezTo>
                  <a:pt x="31391" y="96445"/>
                  <a:pt x="33452" y="96763"/>
                  <a:pt x="35514" y="97397"/>
                </a:cubicBezTo>
                <a:cubicBezTo>
                  <a:pt x="39953" y="98824"/>
                  <a:pt x="44551" y="100094"/>
                  <a:pt x="49466" y="100253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90" name="Freeform 589">
            <a:extLst>
              <a:ext uri="{FF2B5EF4-FFF2-40B4-BE49-F238E27FC236}">
                <a16:creationId xmlns:a16="http://schemas.microsoft.com/office/drawing/2014/main" id="{38AA0980-DDC5-5C62-5402-916EA6E840AE}"/>
              </a:ext>
            </a:extLst>
          </p:cNvPr>
          <p:cNvSpPr/>
          <p:nvPr userDrawn="1"/>
        </p:nvSpPr>
        <p:spPr>
          <a:xfrm>
            <a:off x="4971847" y="3601752"/>
            <a:ext cx="100199" cy="86470"/>
          </a:xfrm>
          <a:custGeom>
            <a:avLst/>
            <a:gdLst>
              <a:gd name="connsiteX0" fmla="*/ 72930 w 100199"/>
              <a:gd name="connsiteY0" fmla="*/ 94066 h 100411"/>
              <a:gd name="connsiteX1" fmla="*/ 100199 w 100199"/>
              <a:gd name="connsiteY1" fmla="*/ 50126 h 100411"/>
              <a:gd name="connsiteX2" fmla="*/ 98614 w 100199"/>
              <a:gd name="connsiteY2" fmla="*/ 42195 h 100411"/>
              <a:gd name="connsiteX3" fmla="*/ 97662 w 100199"/>
              <a:gd name="connsiteY3" fmla="*/ 37912 h 100411"/>
              <a:gd name="connsiteX4" fmla="*/ 50099 w 100199"/>
              <a:gd name="connsiteY4" fmla="*/ 0 h 100411"/>
              <a:gd name="connsiteX5" fmla="*/ 44709 w 100199"/>
              <a:gd name="connsiteY5" fmla="*/ 1110 h 100411"/>
              <a:gd name="connsiteX6" fmla="*/ 40428 w 100199"/>
              <a:gd name="connsiteY6" fmla="*/ 2062 h 100411"/>
              <a:gd name="connsiteX7" fmla="*/ 0 w 100199"/>
              <a:gd name="connsiteY7" fmla="*/ 50285 h 100411"/>
              <a:gd name="connsiteX8" fmla="*/ 50099 w 100199"/>
              <a:gd name="connsiteY8" fmla="*/ 100411 h 100411"/>
              <a:gd name="connsiteX9" fmla="*/ 66429 w 100199"/>
              <a:gd name="connsiteY9" fmla="*/ 97080 h 100411"/>
              <a:gd name="connsiteX10" fmla="*/ 69125 w 100199"/>
              <a:gd name="connsiteY10" fmla="*/ 96445 h 100411"/>
              <a:gd name="connsiteX11" fmla="*/ 72930 w 100199"/>
              <a:gd name="connsiteY11" fmla="*/ 94066 h 1004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00199" h="100411">
                <a:moveTo>
                  <a:pt x="72930" y="94066"/>
                </a:moveTo>
                <a:cubicBezTo>
                  <a:pt x="88943" y="85659"/>
                  <a:pt x="100199" y="69479"/>
                  <a:pt x="100199" y="50126"/>
                </a:cubicBezTo>
                <a:cubicBezTo>
                  <a:pt x="100199" y="47271"/>
                  <a:pt x="99090" y="44892"/>
                  <a:pt x="98614" y="42195"/>
                </a:cubicBezTo>
                <a:cubicBezTo>
                  <a:pt x="98297" y="40767"/>
                  <a:pt x="98138" y="39339"/>
                  <a:pt x="97662" y="37912"/>
                </a:cubicBezTo>
                <a:cubicBezTo>
                  <a:pt x="92114" y="16339"/>
                  <a:pt x="73405" y="0"/>
                  <a:pt x="50099" y="0"/>
                </a:cubicBezTo>
                <a:cubicBezTo>
                  <a:pt x="48197" y="0"/>
                  <a:pt x="46611" y="952"/>
                  <a:pt x="44709" y="1110"/>
                </a:cubicBezTo>
                <a:cubicBezTo>
                  <a:pt x="43123" y="1269"/>
                  <a:pt x="41855" y="1745"/>
                  <a:pt x="40428" y="2062"/>
                </a:cubicBezTo>
                <a:cubicBezTo>
                  <a:pt x="17439" y="6662"/>
                  <a:pt x="0" y="26015"/>
                  <a:pt x="0" y="50285"/>
                </a:cubicBezTo>
                <a:cubicBezTo>
                  <a:pt x="0" y="78045"/>
                  <a:pt x="22513" y="100411"/>
                  <a:pt x="50099" y="100411"/>
                </a:cubicBezTo>
                <a:cubicBezTo>
                  <a:pt x="55966" y="100411"/>
                  <a:pt x="61198" y="98825"/>
                  <a:pt x="66429" y="97080"/>
                </a:cubicBezTo>
                <a:cubicBezTo>
                  <a:pt x="67222" y="96762"/>
                  <a:pt x="68332" y="96921"/>
                  <a:pt x="69125" y="96445"/>
                </a:cubicBezTo>
                <a:cubicBezTo>
                  <a:pt x="70552" y="95811"/>
                  <a:pt x="71662" y="94859"/>
                  <a:pt x="72930" y="94066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91" name="Freeform 590">
            <a:extLst>
              <a:ext uri="{FF2B5EF4-FFF2-40B4-BE49-F238E27FC236}">
                <a16:creationId xmlns:a16="http://schemas.microsoft.com/office/drawing/2014/main" id="{07415F28-25B5-5E9B-0CCE-1080544CE355}"/>
              </a:ext>
            </a:extLst>
          </p:cNvPr>
          <p:cNvSpPr/>
          <p:nvPr userDrawn="1"/>
        </p:nvSpPr>
        <p:spPr>
          <a:xfrm>
            <a:off x="5510737" y="4950082"/>
            <a:ext cx="100357" cy="86333"/>
          </a:xfrm>
          <a:custGeom>
            <a:avLst/>
            <a:gdLst>
              <a:gd name="connsiteX0" fmla="*/ 75784 w 100357"/>
              <a:gd name="connsiteY0" fmla="*/ 92480 h 100252"/>
              <a:gd name="connsiteX1" fmla="*/ 78162 w 100357"/>
              <a:gd name="connsiteY1" fmla="*/ 90735 h 100252"/>
              <a:gd name="connsiteX2" fmla="*/ 80699 w 100357"/>
              <a:gd name="connsiteY2" fmla="*/ 88990 h 100252"/>
              <a:gd name="connsiteX3" fmla="*/ 80857 w 100357"/>
              <a:gd name="connsiteY3" fmla="*/ 88990 h 100252"/>
              <a:gd name="connsiteX4" fmla="*/ 84662 w 100357"/>
              <a:gd name="connsiteY4" fmla="*/ 86293 h 100252"/>
              <a:gd name="connsiteX5" fmla="*/ 100358 w 100357"/>
              <a:gd name="connsiteY5" fmla="*/ 50126 h 100252"/>
              <a:gd name="connsiteX6" fmla="*/ 72930 w 100357"/>
              <a:gd name="connsiteY6" fmla="*/ 6028 h 100252"/>
              <a:gd name="connsiteX7" fmla="*/ 69125 w 100357"/>
              <a:gd name="connsiteY7" fmla="*/ 3807 h 100252"/>
              <a:gd name="connsiteX8" fmla="*/ 50258 w 100357"/>
              <a:gd name="connsiteY8" fmla="*/ 0 h 100252"/>
              <a:gd name="connsiteX9" fmla="*/ 38050 w 100357"/>
              <a:gd name="connsiteY9" fmla="*/ 2380 h 100252"/>
              <a:gd name="connsiteX10" fmla="*/ 33611 w 100357"/>
              <a:gd name="connsiteY10" fmla="*/ 3332 h 100252"/>
              <a:gd name="connsiteX11" fmla="*/ 29489 w 100357"/>
              <a:gd name="connsiteY11" fmla="*/ 4600 h 100252"/>
              <a:gd name="connsiteX12" fmla="*/ 0 w 100357"/>
              <a:gd name="connsiteY12" fmla="*/ 50126 h 100252"/>
              <a:gd name="connsiteX13" fmla="*/ 50100 w 100357"/>
              <a:gd name="connsiteY13" fmla="*/ 100253 h 100252"/>
              <a:gd name="connsiteX14" fmla="*/ 71979 w 100357"/>
              <a:gd name="connsiteY14" fmla="*/ 94700 h 100252"/>
              <a:gd name="connsiteX15" fmla="*/ 75625 w 100357"/>
              <a:gd name="connsiteY15" fmla="*/ 92163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00357" h="100252">
                <a:moveTo>
                  <a:pt x="75784" y="92480"/>
                </a:moveTo>
                <a:cubicBezTo>
                  <a:pt x="76576" y="92004"/>
                  <a:pt x="77369" y="91369"/>
                  <a:pt x="78162" y="90735"/>
                </a:cubicBezTo>
                <a:cubicBezTo>
                  <a:pt x="78954" y="90101"/>
                  <a:pt x="79906" y="89625"/>
                  <a:pt x="80699" y="88990"/>
                </a:cubicBezTo>
                <a:lnTo>
                  <a:pt x="80857" y="88990"/>
                </a:lnTo>
                <a:cubicBezTo>
                  <a:pt x="82125" y="87880"/>
                  <a:pt x="83552" y="87404"/>
                  <a:pt x="84662" y="86293"/>
                </a:cubicBezTo>
                <a:cubicBezTo>
                  <a:pt x="94333" y="77093"/>
                  <a:pt x="100358" y="64403"/>
                  <a:pt x="100358" y="50126"/>
                </a:cubicBezTo>
                <a:cubicBezTo>
                  <a:pt x="100358" y="30774"/>
                  <a:pt x="88943" y="14435"/>
                  <a:pt x="72930" y="6028"/>
                </a:cubicBezTo>
                <a:cubicBezTo>
                  <a:pt x="71503" y="5394"/>
                  <a:pt x="70393" y="4283"/>
                  <a:pt x="69125" y="3807"/>
                </a:cubicBezTo>
                <a:cubicBezTo>
                  <a:pt x="63259" y="1428"/>
                  <a:pt x="56917" y="0"/>
                  <a:pt x="50258" y="0"/>
                </a:cubicBezTo>
                <a:cubicBezTo>
                  <a:pt x="45978" y="0"/>
                  <a:pt x="42173" y="1428"/>
                  <a:pt x="38050" y="2380"/>
                </a:cubicBezTo>
                <a:cubicBezTo>
                  <a:pt x="36624" y="2856"/>
                  <a:pt x="35038" y="2856"/>
                  <a:pt x="33611" y="3332"/>
                </a:cubicBezTo>
                <a:cubicBezTo>
                  <a:pt x="32184" y="3807"/>
                  <a:pt x="30757" y="4124"/>
                  <a:pt x="29489" y="4600"/>
                </a:cubicBezTo>
                <a:cubicBezTo>
                  <a:pt x="12208" y="12532"/>
                  <a:pt x="0" y="29822"/>
                  <a:pt x="0" y="50126"/>
                </a:cubicBezTo>
                <a:cubicBezTo>
                  <a:pt x="0" y="77886"/>
                  <a:pt x="22513" y="100253"/>
                  <a:pt x="50100" y="100253"/>
                </a:cubicBezTo>
                <a:cubicBezTo>
                  <a:pt x="58027" y="100253"/>
                  <a:pt x="65161" y="98032"/>
                  <a:pt x="71979" y="94700"/>
                </a:cubicBezTo>
                <a:cubicBezTo>
                  <a:pt x="73406" y="94066"/>
                  <a:pt x="74357" y="92956"/>
                  <a:pt x="75625" y="92163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92" name="Freeform 591">
            <a:extLst>
              <a:ext uri="{FF2B5EF4-FFF2-40B4-BE49-F238E27FC236}">
                <a16:creationId xmlns:a16="http://schemas.microsoft.com/office/drawing/2014/main" id="{AE1AE7A3-2F2A-F222-5D05-474CC2FCB8F6}"/>
              </a:ext>
            </a:extLst>
          </p:cNvPr>
          <p:cNvSpPr/>
          <p:nvPr userDrawn="1"/>
        </p:nvSpPr>
        <p:spPr>
          <a:xfrm>
            <a:off x="6251928" y="3331926"/>
            <a:ext cx="100199" cy="86469"/>
          </a:xfrm>
          <a:custGeom>
            <a:avLst/>
            <a:gdLst>
              <a:gd name="connsiteX0" fmla="*/ 70076 w 100199"/>
              <a:gd name="connsiteY0" fmla="*/ 4283 h 100410"/>
              <a:gd name="connsiteX1" fmla="*/ 66905 w 100199"/>
              <a:gd name="connsiteY1" fmla="*/ 3490 h 100410"/>
              <a:gd name="connsiteX2" fmla="*/ 62466 w 100199"/>
              <a:gd name="connsiteY2" fmla="*/ 2538 h 100410"/>
              <a:gd name="connsiteX3" fmla="*/ 50258 w 100199"/>
              <a:gd name="connsiteY3" fmla="*/ 0 h 100410"/>
              <a:gd name="connsiteX4" fmla="*/ 5390 w 100199"/>
              <a:gd name="connsiteY4" fmla="*/ 28553 h 100410"/>
              <a:gd name="connsiteX5" fmla="*/ 3646 w 100199"/>
              <a:gd name="connsiteY5" fmla="*/ 32518 h 100410"/>
              <a:gd name="connsiteX6" fmla="*/ 0 w 100199"/>
              <a:gd name="connsiteY6" fmla="*/ 50126 h 100410"/>
              <a:gd name="connsiteX7" fmla="*/ 1586 w 100199"/>
              <a:gd name="connsiteY7" fmla="*/ 58057 h 100410"/>
              <a:gd name="connsiteX8" fmla="*/ 2537 w 100199"/>
              <a:gd name="connsiteY8" fmla="*/ 62340 h 100410"/>
              <a:gd name="connsiteX9" fmla="*/ 27428 w 100199"/>
              <a:gd name="connsiteY9" fmla="*/ 94066 h 100410"/>
              <a:gd name="connsiteX10" fmla="*/ 31233 w 100199"/>
              <a:gd name="connsiteY10" fmla="*/ 96445 h 100410"/>
              <a:gd name="connsiteX11" fmla="*/ 38843 w 100199"/>
              <a:gd name="connsiteY11" fmla="*/ 98032 h 100410"/>
              <a:gd name="connsiteX12" fmla="*/ 43124 w 100199"/>
              <a:gd name="connsiteY12" fmla="*/ 98983 h 100410"/>
              <a:gd name="connsiteX13" fmla="*/ 50100 w 100199"/>
              <a:gd name="connsiteY13" fmla="*/ 100411 h 100410"/>
              <a:gd name="connsiteX14" fmla="*/ 100200 w 100199"/>
              <a:gd name="connsiteY14" fmla="*/ 50285 h 100410"/>
              <a:gd name="connsiteX15" fmla="*/ 74040 w 100199"/>
              <a:gd name="connsiteY15" fmla="*/ 7138 h 100410"/>
              <a:gd name="connsiteX16" fmla="*/ 70235 w 100199"/>
              <a:gd name="connsiteY16" fmla="*/ 4600 h 100410"/>
              <a:gd name="connsiteX17" fmla="*/ 69600 w 100199"/>
              <a:gd name="connsiteY17" fmla="*/ 4283 h 1004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00199" h="100410">
                <a:moveTo>
                  <a:pt x="70076" y="4283"/>
                </a:moveTo>
                <a:cubicBezTo>
                  <a:pt x="69125" y="3807"/>
                  <a:pt x="67857" y="3807"/>
                  <a:pt x="66905" y="3490"/>
                </a:cubicBezTo>
                <a:cubicBezTo>
                  <a:pt x="65479" y="3014"/>
                  <a:pt x="63893" y="3014"/>
                  <a:pt x="62466" y="2538"/>
                </a:cubicBezTo>
                <a:cubicBezTo>
                  <a:pt x="58503" y="1428"/>
                  <a:pt x="54539" y="0"/>
                  <a:pt x="50258" y="0"/>
                </a:cubicBezTo>
                <a:cubicBezTo>
                  <a:pt x="30440" y="0"/>
                  <a:pt x="13635" y="11738"/>
                  <a:pt x="5390" y="28553"/>
                </a:cubicBezTo>
                <a:cubicBezTo>
                  <a:pt x="4756" y="29981"/>
                  <a:pt x="4122" y="31249"/>
                  <a:pt x="3646" y="32518"/>
                </a:cubicBezTo>
                <a:cubicBezTo>
                  <a:pt x="1586" y="38070"/>
                  <a:pt x="0" y="43781"/>
                  <a:pt x="0" y="50126"/>
                </a:cubicBezTo>
                <a:cubicBezTo>
                  <a:pt x="0" y="52981"/>
                  <a:pt x="1110" y="55361"/>
                  <a:pt x="1586" y="58057"/>
                </a:cubicBezTo>
                <a:cubicBezTo>
                  <a:pt x="1902" y="59485"/>
                  <a:pt x="2061" y="60913"/>
                  <a:pt x="2537" y="62340"/>
                </a:cubicBezTo>
                <a:cubicBezTo>
                  <a:pt x="6183" y="76300"/>
                  <a:pt x="15061" y="87721"/>
                  <a:pt x="27428" y="94066"/>
                </a:cubicBezTo>
                <a:cubicBezTo>
                  <a:pt x="28855" y="94859"/>
                  <a:pt x="29964" y="95811"/>
                  <a:pt x="31233" y="96445"/>
                </a:cubicBezTo>
                <a:cubicBezTo>
                  <a:pt x="33611" y="97397"/>
                  <a:pt x="36307" y="97397"/>
                  <a:pt x="38843" y="98032"/>
                </a:cubicBezTo>
                <a:cubicBezTo>
                  <a:pt x="40270" y="98349"/>
                  <a:pt x="41697" y="98666"/>
                  <a:pt x="43124" y="98983"/>
                </a:cubicBezTo>
                <a:cubicBezTo>
                  <a:pt x="45502" y="99301"/>
                  <a:pt x="47563" y="100411"/>
                  <a:pt x="50100" y="100411"/>
                </a:cubicBezTo>
                <a:cubicBezTo>
                  <a:pt x="77845" y="100411"/>
                  <a:pt x="100200" y="78045"/>
                  <a:pt x="100200" y="50285"/>
                </a:cubicBezTo>
                <a:cubicBezTo>
                  <a:pt x="100200" y="31408"/>
                  <a:pt x="89418" y="15704"/>
                  <a:pt x="74040" y="7138"/>
                </a:cubicBezTo>
                <a:cubicBezTo>
                  <a:pt x="72771" y="6345"/>
                  <a:pt x="71662" y="5234"/>
                  <a:pt x="70235" y="4600"/>
                </a:cubicBezTo>
                <a:cubicBezTo>
                  <a:pt x="69918" y="4600"/>
                  <a:pt x="69918" y="4283"/>
                  <a:pt x="69600" y="4283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93" name="Freeform 592">
            <a:extLst>
              <a:ext uri="{FF2B5EF4-FFF2-40B4-BE49-F238E27FC236}">
                <a16:creationId xmlns:a16="http://schemas.microsoft.com/office/drawing/2014/main" id="{8ED90D55-828C-239C-38EF-F9AC3FCA7848}"/>
              </a:ext>
            </a:extLst>
          </p:cNvPr>
          <p:cNvSpPr/>
          <p:nvPr userDrawn="1"/>
        </p:nvSpPr>
        <p:spPr>
          <a:xfrm>
            <a:off x="7060817" y="1713928"/>
            <a:ext cx="100358" cy="86333"/>
          </a:xfrm>
          <a:custGeom>
            <a:avLst/>
            <a:gdLst>
              <a:gd name="connsiteX0" fmla="*/ 45502 w 100358"/>
              <a:gd name="connsiteY0" fmla="*/ 952 h 100252"/>
              <a:gd name="connsiteX1" fmla="*/ 43758 w 100358"/>
              <a:gd name="connsiteY1" fmla="*/ 1269 h 100252"/>
              <a:gd name="connsiteX2" fmla="*/ 42648 w 100358"/>
              <a:gd name="connsiteY2" fmla="*/ 1586 h 100252"/>
              <a:gd name="connsiteX3" fmla="*/ 38368 w 100358"/>
              <a:gd name="connsiteY3" fmla="*/ 2379 h 100252"/>
              <a:gd name="connsiteX4" fmla="*/ 0 w 100358"/>
              <a:gd name="connsiteY4" fmla="*/ 50126 h 100252"/>
              <a:gd name="connsiteX5" fmla="*/ 3805 w 100358"/>
              <a:gd name="connsiteY5" fmla="*/ 68686 h 100252"/>
              <a:gd name="connsiteX6" fmla="*/ 6025 w 100358"/>
              <a:gd name="connsiteY6" fmla="*/ 72651 h 100252"/>
              <a:gd name="connsiteX7" fmla="*/ 26160 w 100358"/>
              <a:gd name="connsiteY7" fmla="*/ 93273 h 100252"/>
              <a:gd name="connsiteX8" fmla="*/ 29965 w 100358"/>
              <a:gd name="connsiteY8" fmla="*/ 95811 h 100252"/>
              <a:gd name="connsiteX9" fmla="*/ 50259 w 100358"/>
              <a:gd name="connsiteY9" fmla="*/ 100252 h 100252"/>
              <a:gd name="connsiteX10" fmla="*/ 100358 w 100358"/>
              <a:gd name="connsiteY10" fmla="*/ 50126 h 100252"/>
              <a:gd name="connsiteX11" fmla="*/ 50259 w 100358"/>
              <a:gd name="connsiteY11" fmla="*/ 0 h 100252"/>
              <a:gd name="connsiteX12" fmla="*/ 50259 w 100358"/>
              <a:gd name="connsiteY12" fmla="*/ 0 h 100252"/>
              <a:gd name="connsiteX13" fmla="*/ 45819 w 100358"/>
              <a:gd name="connsiteY13" fmla="*/ 952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00358" h="100252">
                <a:moveTo>
                  <a:pt x="45502" y="952"/>
                </a:moveTo>
                <a:cubicBezTo>
                  <a:pt x="45502" y="952"/>
                  <a:pt x="44392" y="1269"/>
                  <a:pt x="43758" y="1269"/>
                </a:cubicBezTo>
                <a:cubicBezTo>
                  <a:pt x="43283" y="1269"/>
                  <a:pt x="42965" y="1428"/>
                  <a:pt x="42648" y="1586"/>
                </a:cubicBezTo>
                <a:cubicBezTo>
                  <a:pt x="41221" y="1745"/>
                  <a:pt x="39795" y="2062"/>
                  <a:pt x="38368" y="2379"/>
                </a:cubicBezTo>
                <a:cubicBezTo>
                  <a:pt x="16489" y="7773"/>
                  <a:pt x="0" y="26649"/>
                  <a:pt x="0" y="50126"/>
                </a:cubicBezTo>
                <a:cubicBezTo>
                  <a:pt x="0" y="56789"/>
                  <a:pt x="1427" y="62975"/>
                  <a:pt x="3805" y="68686"/>
                </a:cubicBezTo>
                <a:cubicBezTo>
                  <a:pt x="4439" y="70113"/>
                  <a:pt x="5390" y="71224"/>
                  <a:pt x="6025" y="72651"/>
                </a:cubicBezTo>
                <a:cubicBezTo>
                  <a:pt x="10464" y="81376"/>
                  <a:pt x="17599" y="88514"/>
                  <a:pt x="26160" y="93273"/>
                </a:cubicBezTo>
                <a:cubicBezTo>
                  <a:pt x="27587" y="94066"/>
                  <a:pt x="28538" y="95176"/>
                  <a:pt x="29965" y="95811"/>
                </a:cubicBezTo>
                <a:cubicBezTo>
                  <a:pt x="36148" y="98666"/>
                  <a:pt x="42965" y="100252"/>
                  <a:pt x="50259" y="100252"/>
                </a:cubicBezTo>
                <a:cubicBezTo>
                  <a:pt x="78004" y="100252"/>
                  <a:pt x="100358" y="77886"/>
                  <a:pt x="100358" y="50126"/>
                </a:cubicBezTo>
                <a:cubicBezTo>
                  <a:pt x="100358" y="22366"/>
                  <a:pt x="77845" y="0"/>
                  <a:pt x="50259" y="0"/>
                </a:cubicBezTo>
                <a:lnTo>
                  <a:pt x="50259" y="0"/>
                </a:lnTo>
                <a:cubicBezTo>
                  <a:pt x="48673" y="0"/>
                  <a:pt x="47405" y="793"/>
                  <a:pt x="45819" y="95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94" name="Freeform 593">
            <a:extLst>
              <a:ext uri="{FF2B5EF4-FFF2-40B4-BE49-F238E27FC236}">
                <a16:creationId xmlns:a16="http://schemas.microsoft.com/office/drawing/2014/main" id="{3AAA5807-867E-0A8B-160D-0370B8280C7C}"/>
              </a:ext>
            </a:extLst>
          </p:cNvPr>
          <p:cNvSpPr/>
          <p:nvPr userDrawn="1"/>
        </p:nvSpPr>
        <p:spPr>
          <a:xfrm>
            <a:off x="6993595" y="1376688"/>
            <a:ext cx="100357" cy="86470"/>
          </a:xfrm>
          <a:custGeom>
            <a:avLst/>
            <a:gdLst>
              <a:gd name="connsiteX0" fmla="*/ 84028 w 100357"/>
              <a:gd name="connsiteY0" fmla="*/ 13801 h 100411"/>
              <a:gd name="connsiteX1" fmla="*/ 52319 w 100357"/>
              <a:gd name="connsiteY1" fmla="*/ 476 h 100411"/>
              <a:gd name="connsiteX2" fmla="*/ 50100 w 100357"/>
              <a:gd name="connsiteY2" fmla="*/ 0 h 100411"/>
              <a:gd name="connsiteX3" fmla="*/ 47880 w 100357"/>
              <a:gd name="connsiteY3" fmla="*/ 476 h 100411"/>
              <a:gd name="connsiteX4" fmla="*/ 45978 w 100357"/>
              <a:gd name="connsiteY4" fmla="*/ 952 h 100411"/>
              <a:gd name="connsiteX5" fmla="*/ 41697 w 100357"/>
              <a:gd name="connsiteY5" fmla="*/ 1745 h 100411"/>
              <a:gd name="connsiteX6" fmla="*/ 0 w 100357"/>
              <a:gd name="connsiteY6" fmla="*/ 50285 h 100411"/>
              <a:gd name="connsiteX7" fmla="*/ 7134 w 100357"/>
              <a:gd name="connsiteY7" fmla="*/ 74555 h 100411"/>
              <a:gd name="connsiteX8" fmla="*/ 9671 w 100357"/>
              <a:gd name="connsiteY8" fmla="*/ 78203 h 100411"/>
              <a:gd name="connsiteX9" fmla="*/ 30440 w 100357"/>
              <a:gd name="connsiteY9" fmla="*/ 96287 h 100411"/>
              <a:gd name="connsiteX10" fmla="*/ 34721 w 100357"/>
              <a:gd name="connsiteY10" fmla="*/ 97239 h 100411"/>
              <a:gd name="connsiteX11" fmla="*/ 50258 w 100357"/>
              <a:gd name="connsiteY11" fmla="*/ 100411 h 100411"/>
              <a:gd name="connsiteX12" fmla="*/ 57710 w 100357"/>
              <a:gd name="connsiteY12" fmla="*/ 98825 h 100411"/>
              <a:gd name="connsiteX13" fmla="*/ 61991 w 100357"/>
              <a:gd name="connsiteY13" fmla="*/ 98032 h 100411"/>
              <a:gd name="connsiteX14" fmla="*/ 89736 w 100357"/>
              <a:gd name="connsiteY14" fmla="*/ 79631 h 100411"/>
              <a:gd name="connsiteX15" fmla="*/ 93858 w 100357"/>
              <a:gd name="connsiteY15" fmla="*/ 73603 h 100411"/>
              <a:gd name="connsiteX16" fmla="*/ 99565 w 100357"/>
              <a:gd name="connsiteY16" fmla="*/ 54251 h 100411"/>
              <a:gd name="connsiteX17" fmla="*/ 100358 w 100357"/>
              <a:gd name="connsiteY17" fmla="*/ 50285 h 100411"/>
              <a:gd name="connsiteX18" fmla="*/ 99090 w 100357"/>
              <a:gd name="connsiteY18" fmla="*/ 43781 h 100411"/>
              <a:gd name="connsiteX19" fmla="*/ 89418 w 100357"/>
              <a:gd name="connsiteY19" fmla="*/ 20304 h 100411"/>
              <a:gd name="connsiteX20" fmla="*/ 84345 w 100357"/>
              <a:gd name="connsiteY20" fmla="*/ 13959 h 1004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00357" h="100411">
                <a:moveTo>
                  <a:pt x="84028" y="13801"/>
                </a:moveTo>
                <a:cubicBezTo>
                  <a:pt x="75625" y="5869"/>
                  <a:pt x="64527" y="1110"/>
                  <a:pt x="52319" y="476"/>
                </a:cubicBezTo>
                <a:cubicBezTo>
                  <a:pt x="51527" y="476"/>
                  <a:pt x="50892" y="0"/>
                  <a:pt x="50100" y="0"/>
                </a:cubicBezTo>
                <a:cubicBezTo>
                  <a:pt x="49307" y="0"/>
                  <a:pt x="48673" y="476"/>
                  <a:pt x="47880" y="476"/>
                </a:cubicBezTo>
                <a:cubicBezTo>
                  <a:pt x="47246" y="476"/>
                  <a:pt x="46612" y="793"/>
                  <a:pt x="45978" y="952"/>
                </a:cubicBezTo>
                <a:cubicBezTo>
                  <a:pt x="44551" y="952"/>
                  <a:pt x="43124" y="1586"/>
                  <a:pt x="41697" y="1745"/>
                </a:cubicBezTo>
                <a:cubicBezTo>
                  <a:pt x="18232" y="5869"/>
                  <a:pt x="0" y="25539"/>
                  <a:pt x="0" y="50285"/>
                </a:cubicBezTo>
                <a:cubicBezTo>
                  <a:pt x="0" y="59327"/>
                  <a:pt x="3012" y="67258"/>
                  <a:pt x="7134" y="74555"/>
                </a:cubicBezTo>
                <a:cubicBezTo>
                  <a:pt x="7927" y="75824"/>
                  <a:pt x="8720" y="77093"/>
                  <a:pt x="9671" y="78203"/>
                </a:cubicBezTo>
                <a:cubicBezTo>
                  <a:pt x="15061" y="85817"/>
                  <a:pt x="21720" y="92480"/>
                  <a:pt x="30440" y="96287"/>
                </a:cubicBezTo>
                <a:cubicBezTo>
                  <a:pt x="31867" y="96921"/>
                  <a:pt x="33294" y="96763"/>
                  <a:pt x="34721" y="97239"/>
                </a:cubicBezTo>
                <a:cubicBezTo>
                  <a:pt x="39636" y="98825"/>
                  <a:pt x="44709" y="100411"/>
                  <a:pt x="50258" y="100411"/>
                </a:cubicBezTo>
                <a:cubicBezTo>
                  <a:pt x="52953" y="100411"/>
                  <a:pt x="55173" y="99301"/>
                  <a:pt x="57710" y="98825"/>
                </a:cubicBezTo>
                <a:cubicBezTo>
                  <a:pt x="59137" y="98507"/>
                  <a:pt x="60564" y="98349"/>
                  <a:pt x="61991" y="98032"/>
                </a:cubicBezTo>
                <a:cubicBezTo>
                  <a:pt x="73406" y="95176"/>
                  <a:pt x="82918" y="88831"/>
                  <a:pt x="89736" y="79631"/>
                </a:cubicBezTo>
                <a:cubicBezTo>
                  <a:pt x="91163" y="77727"/>
                  <a:pt x="92589" y="75824"/>
                  <a:pt x="93858" y="73603"/>
                </a:cubicBezTo>
                <a:cubicBezTo>
                  <a:pt x="97029" y="67734"/>
                  <a:pt x="99090" y="61230"/>
                  <a:pt x="99565" y="54251"/>
                </a:cubicBezTo>
                <a:cubicBezTo>
                  <a:pt x="99565" y="52823"/>
                  <a:pt x="100358" y="51554"/>
                  <a:pt x="100358" y="50285"/>
                </a:cubicBezTo>
                <a:cubicBezTo>
                  <a:pt x="100358" y="47905"/>
                  <a:pt x="99407" y="46002"/>
                  <a:pt x="99090" y="43781"/>
                </a:cubicBezTo>
                <a:cubicBezTo>
                  <a:pt x="97821" y="34898"/>
                  <a:pt x="94651" y="26967"/>
                  <a:pt x="89418" y="20304"/>
                </a:cubicBezTo>
                <a:cubicBezTo>
                  <a:pt x="87675" y="18083"/>
                  <a:pt x="86406" y="15863"/>
                  <a:pt x="84345" y="13959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95" name="Freeform 594">
            <a:extLst>
              <a:ext uri="{FF2B5EF4-FFF2-40B4-BE49-F238E27FC236}">
                <a16:creationId xmlns:a16="http://schemas.microsoft.com/office/drawing/2014/main" id="{1D019F8E-3319-EC08-1F36-98AB18D0AF5C}"/>
              </a:ext>
            </a:extLst>
          </p:cNvPr>
          <p:cNvSpPr/>
          <p:nvPr userDrawn="1"/>
        </p:nvSpPr>
        <p:spPr>
          <a:xfrm>
            <a:off x="4836768" y="2725336"/>
            <a:ext cx="100358" cy="86333"/>
          </a:xfrm>
          <a:custGeom>
            <a:avLst/>
            <a:gdLst>
              <a:gd name="connsiteX0" fmla="*/ 62466 w 100358"/>
              <a:gd name="connsiteY0" fmla="*/ 97714 h 100252"/>
              <a:gd name="connsiteX1" fmla="*/ 66905 w 100358"/>
              <a:gd name="connsiteY1" fmla="*/ 96762 h 100252"/>
              <a:gd name="connsiteX2" fmla="*/ 95126 w 100358"/>
              <a:gd name="connsiteY2" fmla="*/ 71541 h 100252"/>
              <a:gd name="connsiteX3" fmla="*/ 96870 w 100358"/>
              <a:gd name="connsiteY3" fmla="*/ 67575 h 100252"/>
              <a:gd name="connsiteX4" fmla="*/ 100358 w 100358"/>
              <a:gd name="connsiteY4" fmla="*/ 49967 h 100252"/>
              <a:gd name="connsiteX5" fmla="*/ 96553 w 100358"/>
              <a:gd name="connsiteY5" fmla="*/ 31408 h 100252"/>
              <a:gd name="connsiteX6" fmla="*/ 94334 w 100358"/>
              <a:gd name="connsiteY6" fmla="*/ 27601 h 100252"/>
              <a:gd name="connsiteX7" fmla="*/ 93224 w 100358"/>
              <a:gd name="connsiteY7" fmla="*/ 25856 h 100252"/>
              <a:gd name="connsiteX8" fmla="*/ 90687 w 100358"/>
              <a:gd name="connsiteY8" fmla="*/ 22208 h 100252"/>
              <a:gd name="connsiteX9" fmla="*/ 50100 w 100358"/>
              <a:gd name="connsiteY9" fmla="*/ 0 h 100252"/>
              <a:gd name="connsiteX10" fmla="*/ 0 w 100358"/>
              <a:gd name="connsiteY10" fmla="*/ 50126 h 100252"/>
              <a:gd name="connsiteX11" fmla="*/ 50100 w 100358"/>
              <a:gd name="connsiteY11" fmla="*/ 100252 h 100252"/>
              <a:gd name="connsiteX12" fmla="*/ 55490 w 100358"/>
              <a:gd name="connsiteY12" fmla="*/ 99142 h 100252"/>
              <a:gd name="connsiteX13" fmla="*/ 59771 w 100358"/>
              <a:gd name="connsiteY13" fmla="*/ 98190 h 100252"/>
              <a:gd name="connsiteX14" fmla="*/ 62308 w 100358"/>
              <a:gd name="connsiteY14" fmla="*/ 97714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00358" h="100252">
                <a:moveTo>
                  <a:pt x="62466" y="97714"/>
                </a:moveTo>
                <a:cubicBezTo>
                  <a:pt x="63893" y="97397"/>
                  <a:pt x="65479" y="97239"/>
                  <a:pt x="66905" y="96762"/>
                </a:cubicBezTo>
                <a:cubicBezTo>
                  <a:pt x="79430" y="92321"/>
                  <a:pt x="89419" y="83438"/>
                  <a:pt x="95126" y="71541"/>
                </a:cubicBezTo>
                <a:cubicBezTo>
                  <a:pt x="95760" y="70113"/>
                  <a:pt x="96395" y="69003"/>
                  <a:pt x="96870" y="67575"/>
                </a:cubicBezTo>
                <a:cubicBezTo>
                  <a:pt x="98931" y="62023"/>
                  <a:pt x="100358" y="56154"/>
                  <a:pt x="100358" y="49967"/>
                </a:cubicBezTo>
                <a:cubicBezTo>
                  <a:pt x="100358" y="43305"/>
                  <a:pt x="98931" y="37119"/>
                  <a:pt x="96553" y="31408"/>
                </a:cubicBezTo>
                <a:cubicBezTo>
                  <a:pt x="95919" y="29981"/>
                  <a:pt x="94967" y="28870"/>
                  <a:pt x="94334" y="27601"/>
                </a:cubicBezTo>
                <a:cubicBezTo>
                  <a:pt x="94016" y="26967"/>
                  <a:pt x="93541" y="26491"/>
                  <a:pt x="93224" y="25856"/>
                </a:cubicBezTo>
                <a:cubicBezTo>
                  <a:pt x="92431" y="24587"/>
                  <a:pt x="91480" y="23318"/>
                  <a:pt x="90687" y="22208"/>
                </a:cubicBezTo>
                <a:cubicBezTo>
                  <a:pt x="81650" y="9042"/>
                  <a:pt x="67222" y="0"/>
                  <a:pt x="50100" y="0"/>
                </a:cubicBezTo>
                <a:cubicBezTo>
                  <a:pt x="22355" y="0"/>
                  <a:pt x="0" y="22525"/>
                  <a:pt x="0" y="50126"/>
                </a:cubicBezTo>
                <a:cubicBezTo>
                  <a:pt x="0" y="77727"/>
                  <a:pt x="22513" y="100252"/>
                  <a:pt x="50100" y="100252"/>
                </a:cubicBezTo>
                <a:cubicBezTo>
                  <a:pt x="52002" y="100252"/>
                  <a:pt x="53588" y="99301"/>
                  <a:pt x="55490" y="99142"/>
                </a:cubicBezTo>
                <a:cubicBezTo>
                  <a:pt x="56917" y="98983"/>
                  <a:pt x="58344" y="98507"/>
                  <a:pt x="59771" y="98190"/>
                </a:cubicBezTo>
                <a:cubicBezTo>
                  <a:pt x="60564" y="98032"/>
                  <a:pt x="61515" y="97873"/>
                  <a:pt x="62308" y="97714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10" name="Freeform 609">
            <a:extLst>
              <a:ext uri="{FF2B5EF4-FFF2-40B4-BE49-F238E27FC236}">
                <a16:creationId xmlns:a16="http://schemas.microsoft.com/office/drawing/2014/main" id="{293E01DE-63CE-94CC-BB30-E12515001B24}"/>
              </a:ext>
            </a:extLst>
          </p:cNvPr>
          <p:cNvSpPr/>
          <p:nvPr userDrawn="1"/>
        </p:nvSpPr>
        <p:spPr>
          <a:xfrm>
            <a:off x="6273807" y="0"/>
            <a:ext cx="1370767" cy="3163656"/>
          </a:xfrm>
          <a:custGeom>
            <a:avLst/>
            <a:gdLst>
              <a:gd name="connsiteX0" fmla="*/ 8085 w 1370767"/>
              <a:gd name="connsiteY0" fmla="*/ 0 h 3508199"/>
              <a:gd name="connsiteX1" fmla="*/ 0 w 1370767"/>
              <a:gd name="connsiteY1" fmla="*/ 2538 h 3508199"/>
              <a:gd name="connsiteX2" fmla="*/ 1362682 w 1370767"/>
              <a:gd name="connsiteY2" fmla="*/ 3508200 h 3508199"/>
              <a:gd name="connsiteX3" fmla="*/ 1370768 w 1370767"/>
              <a:gd name="connsiteY3" fmla="*/ 3505820 h 3508199"/>
              <a:gd name="connsiteX4" fmla="*/ 8085 w 1370767"/>
              <a:gd name="connsiteY4" fmla="*/ 159 h 35081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0767" h="3508199">
                <a:moveTo>
                  <a:pt x="8085" y="0"/>
                </a:moveTo>
                <a:cubicBezTo>
                  <a:pt x="5549" y="1269"/>
                  <a:pt x="2695" y="1586"/>
                  <a:pt x="0" y="2538"/>
                </a:cubicBezTo>
                <a:lnTo>
                  <a:pt x="1362682" y="3508200"/>
                </a:lnTo>
                <a:cubicBezTo>
                  <a:pt x="1365218" y="3507089"/>
                  <a:pt x="1368072" y="3506613"/>
                  <a:pt x="1370768" y="3505820"/>
                </a:cubicBezTo>
                <a:lnTo>
                  <a:pt x="8085" y="159"/>
                </a:lnTo>
                <a:close/>
              </a:path>
            </a:pathLst>
          </a:custGeom>
          <a:solidFill>
            <a:srgbClr val="FF7D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11" name="Freeform 610">
            <a:extLst>
              <a:ext uri="{FF2B5EF4-FFF2-40B4-BE49-F238E27FC236}">
                <a16:creationId xmlns:a16="http://schemas.microsoft.com/office/drawing/2014/main" id="{4F438558-1624-38F8-57FF-507D656BA3A7}"/>
              </a:ext>
            </a:extLst>
          </p:cNvPr>
          <p:cNvSpPr/>
          <p:nvPr userDrawn="1"/>
        </p:nvSpPr>
        <p:spPr>
          <a:xfrm>
            <a:off x="1815561" y="6343146"/>
            <a:ext cx="45719" cy="514854"/>
          </a:xfrm>
          <a:custGeom>
            <a:avLst/>
            <a:gdLst>
              <a:gd name="connsiteX0" fmla="*/ 159 w 31550"/>
              <a:gd name="connsiteY0" fmla="*/ 1745 h 118494"/>
              <a:gd name="connsiteX1" fmla="*/ 27587 w 31550"/>
              <a:gd name="connsiteY1" fmla="*/ 118495 h 118494"/>
              <a:gd name="connsiteX2" fmla="*/ 31550 w 31550"/>
              <a:gd name="connsiteY2" fmla="*/ 98349 h 118494"/>
              <a:gd name="connsiteX3" fmla="*/ 8403 w 31550"/>
              <a:gd name="connsiteY3" fmla="*/ 0 h 118494"/>
              <a:gd name="connsiteX4" fmla="*/ 0 w 31550"/>
              <a:gd name="connsiteY4" fmla="*/ 1745 h 1184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550" h="118494">
                <a:moveTo>
                  <a:pt x="159" y="1745"/>
                </a:moveTo>
                <a:lnTo>
                  <a:pt x="27587" y="118495"/>
                </a:lnTo>
                <a:lnTo>
                  <a:pt x="31550" y="98349"/>
                </a:lnTo>
                <a:lnTo>
                  <a:pt x="8403" y="0"/>
                </a:lnTo>
                <a:cubicBezTo>
                  <a:pt x="5708" y="793"/>
                  <a:pt x="2854" y="1269"/>
                  <a:pt x="0" y="1745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12" name="Freeform 611">
            <a:extLst>
              <a:ext uri="{FF2B5EF4-FFF2-40B4-BE49-F238E27FC236}">
                <a16:creationId xmlns:a16="http://schemas.microsoft.com/office/drawing/2014/main" id="{8125F627-8EE1-9941-519D-0934EDA1B094}"/>
              </a:ext>
            </a:extLst>
          </p:cNvPr>
          <p:cNvSpPr/>
          <p:nvPr userDrawn="1"/>
        </p:nvSpPr>
        <p:spPr>
          <a:xfrm>
            <a:off x="1759279" y="6346477"/>
            <a:ext cx="47619" cy="568749"/>
          </a:xfrm>
          <a:custGeom>
            <a:avLst/>
            <a:gdLst>
              <a:gd name="connsiteX0" fmla="*/ 40587 w 44233"/>
              <a:gd name="connsiteY0" fmla="*/ 0 h 535208"/>
              <a:gd name="connsiteX1" fmla="*/ 29172 w 44233"/>
              <a:gd name="connsiteY1" fmla="*/ 97080 h 535208"/>
              <a:gd name="connsiteX2" fmla="*/ 0 w 44233"/>
              <a:gd name="connsiteY2" fmla="*/ 535209 h 535208"/>
              <a:gd name="connsiteX3" fmla="*/ 12842 w 44233"/>
              <a:gd name="connsiteY3" fmla="*/ 470964 h 535208"/>
              <a:gd name="connsiteX4" fmla="*/ 44234 w 44233"/>
              <a:gd name="connsiteY4" fmla="*/ 793 h 535208"/>
              <a:gd name="connsiteX5" fmla="*/ 40587 w 44233"/>
              <a:gd name="connsiteY5" fmla="*/ 0 h 535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4233" h="535208">
                <a:moveTo>
                  <a:pt x="40587" y="0"/>
                </a:moveTo>
                <a:lnTo>
                  <a:pt x="29172" y="97080"/>
                </a:lnTo>
                <a:lnTo>
                  <a:pt x="0" y="535209"/>
                </a:lnTo>
                <a:lnTo>
                  <a:pt x="12842" y="470964"/>
                </a:lnTo>
                <a:lnTo>
                  <a:pt x="44234" y="793"/>
                </a:lnTo>
                <a:cubicBezTo>
                  <a:pt x="42965" y="793"/>
                  <a:pt x="41855" y="159"/>
                  <a:pt x="40587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14" name="Freeform 613">
            <a:extLst>
              <a:ext uri="{FF2B5EF4-FFF2-40B4-BE49-F238E27FC236}">
                <a16:creationId xmlns:a16="http://schemas.microsoft.com/office/drawing/2014/main" id="{41054442-449B-B976-F613-C191532E4732}"/>
              </a:ext>
            </a:extLst>
          </p:cNvPr>
          <p:cNvSpPr/>
          <p:nvPr userDrawn="1"/>
        </p:nvSpPr>
        <p:spPr>
          <a:xfrm>
            <a:off x="1684288" y="6345844"/>
            <a:ext cx="81649" cy="569382"/>
          </a:xfrm>
          <a:custGeom>
            <a:avLst/>
            <a:gdLst>
              <a:gd name="connsiteX0" fmla="*/ 115578 w 115578"/>
              <a:gd name="connsiteY0" fmla="*/ 634 h 910837"/>
              <a:gd name="connsiteX1" fmla="*/ 112249 w 115578"/>
              <a:gd name="connsiteY1" fmla="*/ 0 h 910837"/>
              <a:gd name="connsiteX2" fmla="*/ 94809 w 115578"/>
              <a:gd name="connsiteY2" fmla="*/ 105170 h 910837"/>
              <a:gd name="connsiteX3" fmla="*/ 0 w 115578"/>
              <a:gd name="connsiteY3" fmla="*/ 910837 h 910837"/>
              <a:gd name="connsiteX4" fmla="*/ 20769 w 115578"/>
              <a:gd name="connsiteY4" fmla="*/ 807254 h 910837"/>
              <a:gd name="connsiteX5" fmla="*/ 104163 w 115578"/>
              <a:gd name="connsiteY5" fmla="*/ 97714 h 910837"/>
              <a:gd name="connsiteX6" fmla="*/ 115578 w 115578"/>
              <a:gd name="connsiteY6" fmla="*/ 634 h 91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5578" h="910837">
                <a:moveTo>
                  <a:pt x="115578" y="634"/>
                </a:moveTo>
                <a:cubicBezTo>
                  <a:pt x="114468" y="634"/>
                  <a:pt x="113359" y="0"/>
                  <a:pt x="112249" y="0"/>
                </a:cubicBezTo>
                <a:lnTo>
                  <a:pt x="94809" y="105170"/>
                </a:lnTo>
                <a:lnTo>
                  <a:pt x="0" y="910837"/>
                </a:lnTo>
                <a:lnTo>
                  <a:pt x="20769" y="807254"/>
                </a:lnTo>
                <a:lnTo>
                  <a:pt x="104163" y="97714"/>
                </a:lnTo>
                <a:lnTo>
                  <a:pt x="115578" y="634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15" name="Freeform 614">
            <a:extLst>
              <a:ext uri="{FF2B5EF4-FFF2-40B4-BE49-F238E27FC236}">
                <a16:creationId xmlns:a16="http://schemas.microsoft.com/office/drawing/2014/main" id="{2AA4EEAF-4704-026B-E574-B89D03E48EC8}"/>
              </a:ext>
            </a:extLst>
          </p:cNvPr>
          <p:cNvSpPr/>
          <p:nvPr userDrawn="1"/>
        </p:nvSpPr>
        <p:spPr>
          <a:xfrm>
            <a:off x="1807317" y="6019547"/>
            <a:ext cx="29171" cy="161328"/>
          </a:xfrm>
          <a:custGeom>
            <a:avLst/>
            <a:gdLst>
              <a:gd name="connsiteX0" fmla="*/ 8403 w 29171"/>
              <a:gd name="connsiteY0" fmla="*/ 187339 h 187338"/>
              <a:gd name="connsiteX1" fmla="*/ 29172 w 29171"/>
              <a:gd name="connsiteY1" fmla="*/ 0 h 187338"/>
              <a:gd name="connsiteX2" fmla="*/ 20611 w 29171"/>
              <a:gd name="connsiteY2" fmla="*/ 793 h 187338"/>
              <a:gd name="connsiteX3" fmla="*/ 0 w 29171"/>
              <a:gd name="connsiteY3" fmla="*/ 185594 h 187338"/>
              <a:gd name="connsiteX4" fmla="*/ 8403 w 29171"/>
              <a:gd name="connsiteY4" fmla="*/ 187339 h 1873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9171" h="187338">
                <a:moveTo>
                  <a:pt x="8403" y="187339"/>
                </a:moveTo>
                <a:lnTo>
                  <a:pt x="29172" y="0"/>
                </a:lnTo>
                <a:lnTo>
                  <a:pt x="20611" y="793"/>
                </a:lnTo>
                <a:lnTo>
                  <a:pt x="0" y="185594"/>
                </a:lnTo>
                <a:cubicBezTo>
                  <a:pt x="3012" y="185752"/>
                  <a:pt x="5549" y="186863"/>
                  <a:pt x="8403" y="187339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16" name="Freeform 615">
            <a:extLst>
              <a:ext uri="{FF2B5EF4-FFF2-40B4-BE49-F238E27FC236}">
                <a16:creationId xmlns:a16="http://schemas.microsoft.com/office/drawing/2014/main" id="{58163876-9C23-3B3D-8251-0499E3A2ED77}"/>
              </a:ext>
            </a:extLst>
          </p:cNvPr>
          <p:cNvSpPr/>
          <p:nvPr userDrawn="1"/>
        </p:nvSpPr>
        <p:spPr>
          <a:xfrm>
            <a:off x="1831733" y="2715184"/>
            <a:ext cx="365759" cy="3516745"/>
          </a:xfrm>
          <a:custGeom>
            <a:avLst/>
            <a:gdLst>
              <a:gd name="connsiteX0" fmla="*/ 365760 w 365759"/>
              <a:gd name="connsiteY0" fmla="*/ 476 h 3271845"/>
              <a:gd name="connsiteX1" fmla="*/ 363223 w 365759"/>
              <a:gd name="connsiteY1" fmla="*/ 0 h 3271845"/>
              <a:gd name="connsiteX2" fmla="*/ 0 w 365759"/>
              <a:gd name="connsiteY2" fmla="*/ 3270576 h 3271845"/>
              <a:gd name="connsiteX3" fmla="*/ 8403 w 365759"/>
              <a:gd name="connsiteY3" fmla="*/ 3271845 h 3271845"/>
              <a:gd name="connsiteX4" fmla="*/ 350381 w 365759"/>
              <a:gd name="connsiteY4" fmla="*/ 193208 h 3271845"/>
              <a:gd name="connsiteX5" fmla="*/ 365760 w 365759"/>
              <a:gd name="connsiteY5" fmla="*/ 476 h 32718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65759" h="3271845">
                <a:moveTo>
                  <a:pt x="365760" y="476"/>
                </a:moveTo>
                <a:cubicBezTo>
                  <a:pt x="364809" y="476"/>
                  <a:pt x="364016" y="159"/>
                  <a:pt x="363223" y="0"/>
                </a:cubicBezTo>
                <a:lnTo>
                  <a:pt x="0" y="3270576"/>
                </a:lnTo>
                <a:lnTo>
                  <a:pt x="8403" y="3271845"/>
                </a:lnTo>
                <a:lnTo>
                  <a:pt x="350381" y="193208"/>
                </a:lnTo>
                <a:lnTo>
                  <a:pt x="365760" y="476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17" name="Freeform 616">
            <a:extLst>
              <a:ext uri="{FF2B5EF4-FFF2-40B4-BE49-F238E27FC236}">
                <a16:creationId xmlns:a16="http://schemas.microsoft.com/office/drawing/2014/main" id="{7926AC53-5F1A-D211-6DCB-9FA9E4843B23}"/>
              </a:ext>
            </a:extLst>
          </p:cNvPr>
          <p:cNvSpPr/>
          <p:nvPr userDrawn="1"/>
        </p:nvSpPr>
        <p:spPr>
          <a:xfrm>
            <a:off x="1828879" y="5994167"/>
            <a:ext cx="10305" cy="45719"/>
          </a:xfrm>
          <a:custGeom>
            <a:avLst/>
            <a:gdLst>
              <a:gd name="connsiteX0" fmla="*/ 2061 w 10305"/>
              <a:gd name="connsiteY0" fmla="*/ 0 h 17607"/>
              <a:gd name="connsiteX1" fmla="*/ 0 w 10305"/>
              <a:gd name="connsiteY1" fmla="*/ 17608 h 17607"/>
              <a:gd name="connsiteX2" fmla="*/ 8561 w 10305"/>
              <a:gd name="connsiteY2" fmla="*/ 16814 h 17607"/>
              <a:gd name="connsiteX3" fmla="*/ 10305 w 10305"/>
              <a:gd name="connsiteY3" fmla="*/ 1269 h 17607"/>
              <a:gd name="connsiteX4" fmla="*/ 2061 w 10305"/>
              <a:gd name="connsiteY4" fmla="*/ 0 h 176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305" h="17607">
                <a:moveTo>
                  <a:pt x="2061" y="0"/>
                </a:moveTo>
                <a:lnTo>
                  <a:pt x="0" y="17608"/>
                </a:lnTo>
                <a:lnTo>
                  <a:pt x="8561" y="16814"/>
                </a:lnTo>
                <a:lnTo>
                  <a:pt x="10305" y="1269"/>
                </a:lnTo>
                <a:lnTo>
                  <a:pt x="2061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20" name="Freeform 619">
            <a:extLst>
              <a:ext uri="{FF2B5EF4-FFF2-40B4-BE49-F238E27FC236}">
                <a16:creationId xmlns:a16="http://schemas.microsoft.com/office/drawing/2014/main" id="{2864DF8F-2CF5-30E7-5497-403EF548CEFD}"/>
              </a:ext>
            </a:extLst>
          </p:cNvPr>
          <p:cNvSpPr/>
          <p:nvPr userDrawn="1"/>
        </p:nvSpPr>
        <p:spPr>
          <a:xfrm>
            <a:off x="33056" y="5843948"/>
            <a:ext cx="996604" cy="209276"/>
          </a:xfrm>
          <a:custGeom>
            <a:avLst/>
            <a:gdLst>
              <a:gd name="connsiteX0" fmla="*/ 996605 w 996604"/>
              <a:gd name="connsiteY0" fmla="*/ 240638 h 243017"/>
              <a:gd name="connsiteX1" fmla="*/ 0 w 996604"/>
              <a:gd name="connsiteY1" fmla="*/ 0 h 243017"/>
              <a:gd name="connsiteX2" fmla="*/ 0 w 996604"/>
              <a:gd name="connsiteY2" fmla="*/ 8725 h 243017"/>
              <a:gd name="connsiteX3" fmla="*/ 970128 w 996604"/>
              <a:gd name="connsiteY3" fmla="*/ 243017 h 243017"/>
              <a:gd name="connsiteX4" fmla="*/ 996605 w 996604"/>
              <a:gd name="connsiteY4" fmla="*/ 240638 h 2430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96604" h="243017">
                <a:moveTo>
                  <a:pt x="996605" y="240638"/>
                </a:moveTo>
                <a:lnTo>
                  <a:pt x="0" y="0"/>
                </a:lnTo>
                <a:lnTo>
                  <a:pt x="0" y="8725"/>
                </a:lnTo>
                <a:lnTo>
                  <a:pt x="970128" y="243017"/>
                </a:lnTo>
                <a:lnTo>
                  <a:pt x="996605" y="240638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21" name="Freeform 620">
            <a:extLst>
              <a:ext uri="{FF2B5EF4-FFF2-40B4-BE49-F238E27FC236}">
                <a16:creationId xmlns:a16="http://schemas.microsoft.com/office/drawing/2014/main" id="{362C16ED-77F1-5A33-8A7B-CEF90FA870AA}"/>
              </a:ext>
            </a:extLst>
          </p:cNvPr>
          <p:cNvSpPr/>
          <p:nvPr userDrawn="1"/>
        </p:nvSpPr>
        <p:spPr>
          <a:xfrm>
            <a:off x="1028551" y="6090770"/>
            <a:ext cx="706470" cy="148898"/>
          </a:xfrm>
          <a:custGeom>
            <a:avLst/>
            <a:gdLst>
              <a:gd name="connsiteX0" fmla="*/ 375590 w 706470"/>
              <a:gd name="connsiteY0" fmla="*/ 84231 h 172904"/>
              <a:gd name="connsiteX1" fmla="*/ 26477 w 706470"/>
              <a:gd name="connsiteY1" fmla="*/ 0 h 172904"/>
              <a:gd name="connsiteX2" fmla="*/ 0 w 706470"/>
              <a:gd name="connsiteY2" fmla="*/ 2380 h 172904"/>
              <a:gd name="connsiteX3" fmla="*/ 706153 w 706470"/>
              <a:gd name="connsiteY3" fmla="*/ 172904 h 172904"/>
              <a:gd name="connsiteX4" fmla="*/ 706470 w 706470"/>
              <a:gd name="connsiteY4" fmla="*/ 171476 h 172904"/>
              <a:gd name="connsiteX5" fmla="*/ 375431 w 706470"/>
              <a:gd name="connsiteY5" fmla="*/ 84231 h 1729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06470" h="172904">
                <a:moveTo>
                  <a:pt x="375590" y="84231"/>
                </a:moveTo>
                <a:lnTo>
                  <a:pt x="26477" y="0"/>
                </a:lnTo>
                <a:lnTo>
                  <a:pt x="0" y="2380"/>
                </a:lnTo>
                <a:lnTo>
                  <a:pt x="706153" y="172904"/>
                </a:lnTo>
                <a:cubicBezTo>
                  <a:pt x="706153" y="172904"/>
                  <a:pt x="706312" y="171952"/>
                  <a:pt x="706470" y="171476"/>
                </a:cubicBezTo>
                <a:lnTo>
                  <a:pt x="375431" y="84231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22" name="Freeform 621">
            <a:extLst>
              <a:ext uri="{FF2B5EF4-FFF2-40B4-BE49-F238E27FC236}">
                <a16:creationId xmlns:a16="http://schemas.microsoft.com/office/drawing/2014/main" id="{73481F66-917A-6B82-C678-74A6E9894403}"/>
              </a:ext>
            </a:extLst>
          </p:cNvPr>
          <p:cNvSpPr/>
          <p:nvPr userDrawn="1"/>
        </p:nvSpPr>
        <p:spPr>
          <a:xfrm>
            <a:off x="33056" y="5805083"/>
            <a:ext cx="1044326" cy="238782"/>
          </a:xfrm>
          <a:custGeom>
            <a:avLst/>
            <a:gdLst>
              <a:gd name="connsiteX0" fmla="*/ 1044326 w 1044326"/>
              <a:gd name="connsiteY0" fmla="*/ 275060 h 277280"/>
              <a:gd name="connsiteX1" fmla="*/ 0 w 1044326"/>
              <a:gd name="connsiteY1" fmla="*/ 0 h 277280"/>
              <a:gd name="connsiteX2" fmla="*/ 0 w 1044326"/>
              <a:gd name="connsiteY2" fmla="*/ 8724 h 277280"/>
              <a:gd name="connsiteX3" fmla="*/ 1019752 w 1044326"/>
              <a:gd name="connsiteY3" fmla="*/ 277280 h 277280"/>
              <a:gd name="connsiteX4" fmla="*/ 1044326 w 1044326"/>
              <a:gd name="connsiteY4" fmla="*/ 275060 h 2772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44326" h="277280">
                <a:moveTo>
                  <a:pt x="1044326" y="275060"/>
                </a:moveTo>
                <a:lnTo>
                  <a:pt x="0" y="0"/>
                </a:lnTo>
                <a:lnTo>
                  <a:pt x="0" y="8724"/>
                </a:lnTo>
                <a:lnTo>
                  <a:pt x="1019752" y="277280"/>
                </a:lnTo>
                <a:lnTo>
                  <a:pt x="1044326" y="27506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23" name="Freeform 622">
            <a:extLst>
              <a:ext uri="{FF2B5EF4-FFF2-40B4-BE49-F238E27FC236}">
                <a16:creationId xmlns:a16="http://schemas.microsoft.com/office/drawing/2014/main" id="{6777784A-F2D2-34CB-6A07-501EC60AF06E}"/>
              </a:ext>
            </a:extLst>
          </p:cNvPr>
          <p:cNvSpPr/>
          <p:nvPr userDrawn="1"/>
        </p:nvSpPr>
        <p:spPr>
          <a:xfrm>
            <a:off x="1076590" y="6086488"/>
            <a:ext cx="660333" cy="151356"/>
          </a:xfrm>
          <a:custGeom>
            <a:avLst/>
            <a:gdLst>
              <a:gd name="connsiteX0" fmla="*/ 658590 w 660333"/>
              <a:gd name="connsiteY0" fmla="*/ 175600 h 175758"/>
              <a:gd name="connsiteX1" fmla="*/ 660334 w 660333"/>
              <a:gd name="connsiteY1" fmla="*/ 167352 h 175758"/>
              <a:gd name="connsiteX2" fmla="*/ 24733 w 660333"/>
              <a:gd name="connsiteY2" fmla="*/ 0 h 175758"/>
              <a:gd name="connsiteX3" fmla="*/ 0 w 660333"/>
              <a:gd name="connsiteY3" fmla="*/ 2221 h 175758"/>
              <a:gd name="connsiteX4" fmla="*/ 327551 w 660333"/>
              <a:gd name="connsiteY4" fmla="*/ 88514 h 175758"/>
              <a:gd name="connsiteX5" fmla="*/ 658590 w 660333"/>
              <a:gd name="connsiteY5" fmla="*/ 175759 h 1757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60333" h="175758">
                <a:moveTo>
                  <a:pt x="658590" y="175600"/>
                </a:moveTo>
                <a:cubicBezTo>
                  <a:pt x="659224" y="172745"/>
                  <a:pt x="659383" y="169890"/>
                  <a:pt x="660334" y="167352"/>
                </a:cubicBezTo>
                <a:lnTo>
                  <a:pt x="24733" y="0"/>
                </a:lnTo>
                <a:lnTo>
                  <a:pt x="0" y="2221"/>
                </a:lnTo>
                <a:lnTo>
                  <a:pt x="327551" y="88514"/>
                </a:lnTo>
                <a:lnTo>
                  <a:pt x="658590" y="17575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24" name="Freeform 623">
            <a:extLst>
              <a:ext uri="{FF2B5EF4-FFF2-40B4-BE49-F238E27FC236}">
                <a16:creationId xmlns:a16="http://schemas.microsoft.com/office/drawing/2014/main" id="{5EF0C95C-CC24-8E5E-E838-812952666683}"/>
              </a:ext>
            </a:extLst>
          </p:cNvPr>
          <p:cNvSpPr/>
          <p:nvPr userDrawn="1"/>
        </p:nvSpPr>
        <p:spPr>
          <a:xfrm>
            <a:off x="-4780" y="5715777"/>
            <a:ext cx="1874721" cy="244656"/>
          </a:xfrm>
          <a:custGeom>
            <a:avLst/>
            <a:gdLst>
              <a:gd name="connsiteX0" fmla="*/ 1806128 w 1836885"/>
              <a:gd name="connsiteY0" fmla="*/ 279660 h 284101"/>
              <a:gd name="connsiteX1" fmla="*/ 1835142 w 1836885"/>
              <a:gd name="connsiteY1" fmla="*/ 284101 h 284101"/>
              <a:gd name="connsiteX2" fmla="*/ 1836886 w 1836885"/>
              <a:gd name="connsiteY2" fmla="*/ 275694 h 284101"/>
              <a:gd name="connsiteX3" fmla="*/ 1807080 w 1836885"/>
              <a:gd name="connsiteY3" fmla="*/ 271253 h 284101"/>
              <a:gd name="connsiteX4" fmla="*/ 1798677 w 1836885"/>
              <a:gd name="connsiteY4" fmla="*/ 269983 h 284101"/>
              <a:gd name="connsiteX5" fmla="*/ 0 w 1836885"/>
              <a:gd name="connsiteY5" fmla="*/ 0 h 284101"/>
              <a:gd name="connsiteX6" fmla="*/ 0 w 1836885"/>
              <a:gd name="connsiteY6" fmla="*/ 8566 h 284101"/>
              <a:gd name="connsiteX7" fmla="*/ 1797884 w 1836885"/>
              <a:gd name="connsiteY7" fmla="*/ 278391 h 284101"/>
              <a:gd name="connsiteX8" fmla="*/ 1806287 w 1836885"/>
              <a:gd name="connsiteY8" fmla="*/ 279660 h 284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836885" h="284101">
                <a:moveTo>
                  <a:pt x="1806128" y="279660"/>
                </a:moveTo>
                <a:lnTo>
                  <a:pt x="1835142" y="284101"/>
                </a:lnTo>
                <a:cubicBezTo>
                  <a:pt x="1835459" y="281246"/>
                  <a:pt x="1836252" y="278549"/>
                  <a:pt x="1836886" y="275694"/>
                </a:cubicBezTo>
                <a:lnTo>
                  <a:pt x="1807080" y="271253"/>
                </a:lnTo>
                <a:lnTo>
                  <a:pt x="1798677" y="269983"/>
                </a:lnTo>
                <a:lnTo>
                  <a:pt x="0" y="0"/>
                </a:lnTo>
                <a:lnTo>
                  <a:pt x="0" y="8566"/>
                </a:lnTo>
                <a:lnTo>
                  <a:pt x="1797884" y="278391"/>
                </a:lnTo>
                <a:lnTo>
                  <a:pt x="1806287" y="27966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25" name="Freeform 624">
            <a:extLst>
              <a:ext uri="{FF2B5EF4-FFF2-40B4-BE49-F238E27FC236}">
                <a16:creationId xmlns:a16="http://schemas.microsoft.com/office/drawing/2014/main" id="{D2E05706-E902-4631-F2FC-CD287372DE5A}"/>
              </a:ext>
            </a:extLst>
          </p:cNvPr>
          <p:cNvSpPr/>
          <p:nvPr userDrawn="1"/>
        </p:nvSpPr>
        <p:spPr>
          <a:xfrm>
            <a:off x="1940018" y="2715659"/>
            <a:ext cx="265877" cy="3314286"/>
          </a:xfrm>
          <a:custGeom>
            <a:avLst/>
            <a:gdLst>
              <a:gd name="connsiteX0" fmla="*/ 257475 w 265877"/>
              <a:gd name="connsiteY0" fmla="*/ 0 h 3221084"/>
              <a:gd name="connsiteX1" fmla="*/ 242096 w 265877"/>
              <a:gd name="connsiteY1" fmla="*/ 192732 h 3221084"/>
              <a:gd name="connsiteX2" fmla="*/ 0 w 265877"/>
              <a:gd name="connsiteY2" fmla="*/ 3219340 h 3221084"/>
              <a:gd name="connsiteX3" fmla="*/ 8403 w 265877"/>
              <a:gd name="connsiteY3" fmla="*/ 3221084 h 3221084"/>
              <a:gd name="connsiteX4" fmla="*/ 265877 w 265877"/>
              <a:gd name="connsiteY4" fmla="*/ 1903 h 3221084"/>
              <a:gd name="connsiteX5" fmla="*/ 257633 w 265877"/>
              <a:gd name="connsiteY5" fmla="*/ 159 h 32210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65877" h="3221084">
                <a:moveTo>
                  <a:pt x="257475" y="0"/>
                </a:moveTo>
                <a:lnTo>
                  <a:pt x="242096" y="192732"/>
                </a:lnTo>
                <a:lnTo>
                  <a:pt x="0" y="3219340"/>
                </a:lnTo>
                <a:cubicBezTo>
                  <a:pt x="3012" y="3219340"/>
                  <a:pt x="5549" y="3220608"/>
                  <a:pt x="8403" y="3221084"/>
                </a:cubicBezTo>
                <a:lnTo>
                  <a:pt x="265877" y="1903"/>
                </a:lnTo>
                <a:cubicBezTo>
                  <a:pt x="262865" y="1903"/>
                  <a:pt x="260487" y="634"/>
                  <a:pt x="257633" y="159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26" name="Freeform 625">
            <a:extLst>
              <a:ext uri="{FF2B5EF4-FFF2-40B4-BE49-F238E27FC236}">
                <a16:creationId xmlns:a16="http://schemas.microsoft.com/office/drawing/2014/main" id="{B668C2FE-D463-8EF4-C1A6-BC66F7BC1DEB}"/>
              </a:ext>
            </a:extLst>
          </p:cNvPr>
          <p:cNvSpPr/>
          <p:nvPr userDrawn="1"/>
        </p:nvSpPr>
        <p:spPr>
          <a:xfrm>
            <a:off x="1831892" y="6066976"/>
            <a:ext cx="78637" cy="127451"/>
          </a:xfrm>
          <a:custGeom>
            <a:avLst/>
            <a:gdLst>
              <a:gd name="connsiteX0" fmla="*/ 71503 w 78637"/>
              <a:gd name="connsiteY0" fmla="*/ 0 h 147999"/>
              <a:gd name="connsiteX1" fmla="*/ 0 w 78637"/>
              <a:gd name="connsiteY1" fmla="*/ 143240 h 147999"/>
              <a:gd name="connsiteX2" fmla="*/ 7135 w 78637"/>
              <a:gd name="connsiteY2" fmla="*/ 147999 h 147999"/>
              <a:gd name="connsiteX3" fmla="*/ 78638 w 78637"/>
              <a:gd name="connsiteY3" fmla="*/ 4759 h 147999"/>
              <a:gd name="connsiteX4" fmla="*/ 71503 w 78637"/>
              <a:gd name="connsiteY4" fmla="*/ 0 h 14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8637" h="147999">
                <a:moveTo>
                  <a:pt x="71503" y="0"/>
                </a:moveTo>
                <a:lnTo>
                  <a:pt x="0" y="143240"/>
                </a:lnTo>
                <a:cubicBezTo>
                  <a:pt x="2695" y="144351"/>
                  <a:pt x="4598" y="146572"/>
                  <a:pt x="7135" y="147999"/>
                </a:cubicBezTo>
                <a:lnTo>
                  <a:pt x="78638" y="4759"/>
                </a:lnTo>
                <a:cubicBezTo>
                  <a:pt x="75942" y="3649"/>
                  <a:pt x="74040" y="1428"/>
                  <a:pt x="71503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27" name="Freeform 626">
            <a:extLst>
              <a:ext uri="{FF2B5EF4-FFF2-40B4-BE49-F238E27FC236}">
                <a16:creationId xmlns:a16="http://schemas.microsoft.com/office/drawing/2014/main" id="{7FF39B70-B922-3D7A-E725-60CCF8585FF2}"/>
              </a:ext>
            </a:extLst>
          </p:cNvPr>
          <p:cNvSpPr/>
          <p:nvPr userDrawn="1"/>
        </p:nvSpPr>
        <p:spPr>
          <a:xfrm>
            <a:off x="1946836" y="6074115"/>
            <a:ext cx="41379" cy="156957"/>
          </a:xfrm>
          <a:custGeom>
            <a:avLst/>
            <a:gdLst>
              <a:gd name="connsiteX0" fmla="*/ 0 w 41379"/>
              <a:gd name="connsiteY0" fmla="*/ 1745 h 182262"/>
              <a:gd name="connsiteX1" fmla="*/ 32819 w 41379"/>
              <a:gd name="connsiteY1" fmla="*/ 182263 h 182262"/>
              <a:gd name="connsiteX2" fmla="*/ 41380 w 41379"/>
              <a:gd name="connsiteY2" fmla="*/ 181470 h 182262"/>
              <a:gd name="connsiteX3" fmla="*/ 8403 w 41379"/>
              <a:gd name="connsiteY3" fmla="*/ 0 h 182262"/>
              <a:gd name="connsiteX4" fmla="*/ 0 w 41379"/>
              <a:gd name="connsiteY4" fmla="*/ 1745 h 1822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1379" h="182262">
                <a:moveTo>
                  <a:pt x="0" y="1745"/>
                </a:moveTo>
                <a:lnTo>
                  <a:pt x="32819" y="182263"/>
                </a:lnTo>
                <a:lnTo>
                  <a:pt x="41380" y="181470"/>
                </a:lnTo>
                <a:lnTo>
                  <a:pt x="8403" y="0"/>
                </a:lnTo>
                <a:cubicBezTo>
                  <a:pt x="5549" y="635"/>
                  <a:pt x="2854" y="1428"/>
                  <a:pt x="0" y="1745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28" name="Freeform 627">
            <a:extLst>
              <a:ext uri="{FF2B5EF4-FFF2-40B4-BE49-F238E27FC236}">
                <a16:creationId xmlns:a16="http://schemas.microsoft.com/office/drawing/2014/main" id="{751029DC-45FD-BCBF-9D44-0B579B5DFF09}"/>
              </a:ext>
            </a:extLst>
          </p:cNvPr>
          <p:cNvSpPr/>
          <p:nvPr userDrawn="1"/>
        </p:nvSpPr>
        <p:spPr>
          <a:xfrm>
            <a:off x="1981081" y="6263992"/>
            <a:ext cx="317087" cy="594008"/>
          </a:xfrm>
          <a:custGeom>
            <a:avLst/>
            <a:gdLst>
              <a:gd name="connsiteX0" fmla="*/ 0 w 317087"/>
              <a:gd name="connsiteY0" fmla="*/ 635 h 1697628"/>
              <a:gd name="connsiteX1" fmla="*/ 308526 w 317087"/>
              <a:gd name="connsiteY1" fmla="*/ 1697628 h 1697628"/>
              <a:gd name="connsiteX2" fmla="*/ 317087 w 317087"/>
              <a:gd name="connsiteY2" fmla="*/ 1697628 h 1697628"/>
              <a:gd name="connsiteX3" fmla="*/ 8561 w 317087"/>
              <a:gd name="connsiteY3" fmla="*/ 0 h 1697628"/>
              <a:gd name="connsiteX4" fmla="*/ 0 w 317087"/>
              <a:gd name="connsiteY4" fmla="*/ 635 h 16976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7087" h="1697628">
                <a:moveTo>
                  <a:pt x="0" y="635"/>
                </a:moveTo>
                <a:lnTo>
                  <a:pt x="308526" y="1697628"/>
                </a:lnTo>
                <a:lnTo>
                  <a:pt x="317087" y="1697628"/>
                </a:lnTo>
                <a:lnTo>
                  <a:pt x="8561" y="0"/>
                </a:lnTo>
                <a:lnTo>
                  <a:pt x="0" y="635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29" name="Freeform 628">
            <a:extLst>
              <a:ext uri="{FF2B5EF4-FFF2-40B4-BE49-F238E27FC236}">
                <a16:creationId xmlns:a16="http://schemas.microsoft.com/office/drawing/2014/main" id="{E4B6F503-2FFC-D453-4D1A-22DBA74FDD4B}"/>
              </a:ext>
            </a:extLst>
          </p:cNvPr>
          <p:cNvSpPr/>
          <p:nvPr userDrawn="1"/>
        </p:nvSpPr>
        <p:spPr>
          <a:xfrm>
            <a:off x="1908151" y="6076335"/>
            <a:ext cx="27427" cy="160508"/>
          </a:xfrm>
          <a:custGeom>
            <a:avLst/>
            <a:gdLst>
              <a:gd name="connsiteX0" fmla="*/ 24416 w 27427"/>
              <a:gd name="connsiteY0" fmla="*/ 0 h 186386"/>
              <a:gd name="connsiteX1" fmla="*/ 6025 w 27427"/>
              <a:gd name="connsiteY1" fmla="*/ 126585 h 186386"/>
              <a:gd name="connsiteX2" fmla="*/ 0 w 27427"/>
              <a:gd name="connsiteY2" fmla="*/ 186387 h 186386"/>
              <a:gd name="connsiteX3" fmla="*/ 8561 w 27427"/>
              <a:gd name="connsiteY3" fmla="*/ 185594 h 186386"/>
              <a:gd name="connsiteX4" fmla="*/ 27428 w 27427"/>
              <a:gd name="connsiteY4" fmla="*/ 635 h 186386"/>
              <a:gd name="connsiteX5" fmla="*/ 24416 w 27427"/>
              <a:gd name="connsiteY5" fmla="*/ 0 h 1863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7427" h="186386">
                <a:moveTo>
                  <a:pt x="24416" y="0"/>
                </a:moveTo>
                <a:lnTo>
                  <a:pt x="6025" y="126585"/>
                </a:lnTo>
                <a:lnTo>
                  <a:pt x="0" y="186387"/>
                </a:lnTo>
                <a:lnTo>
                  <a:pt x="8561" y="185594"/>
                </a:lnTo>
                <a:lnTo>
                  <a:pt x="27428" y="635"/>
                </a:lnTo>
                <a:cubicBezTo>
                  <a:pt x="26318" y="635"/>
                  <a:pt x="25526" y="159"/>
                  <a:pt x="24416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30" name="Freeform 629">
            <a:extLst>
              <a:ext uri="{FF2B5EF4-FFF2-40B4-BE49-F238E27FC236}">
                <a16:creationId xmlns:a16="http://schemas.microsoft.com/office/drawing/2014/main" id="{9D8B7C6B-1CFC-0CEB-708A-201098D292D3}"/>
              </a:ext>
            </a:extLst>
          </p:cNvPr>
          <p:cNvSpPr/>
          <p:nvPr userDrawn="1"/>
        </p:nvSpPr>
        <p:spPr>
          <a:xfrm>
            <a:off x="1896895" y="6075542"/>
            <a:ext cx="35830" cy="162012"/>
          </a:xfrm>
          <a:custGeom>
            <a:avLst/>
            <a:gdLst>
              <a:gd name="connsiteX0" fmla="*/ 35672 w 35830"/>
              <a:gd name="connsiteY0" fmla="*/ 793 h 188132"/>
              <a:gd name="connsiteX1" fmla="*/ 32026 w 35830"/>
              <a:gd name="connsiteY1" fmla="*/ 0 h 188132"/>
              <a:gd name="connsiteX2" fmla="*/ 14427 w 35830"/>
              <a:gd name="connsiteY2" fmla="*/ 88355 h 188132"/>
              <a:gd name="connsiteX3" fmla="*/ 0 w 35830"/>
              <a:gd name="connsiteY3" fmla="*/ 188132 h 188132"/>
              <a:gd name="connsiteX4" fmla="*/ 8720 w 35830"/>
              <a:gd name="connsiteY4" fmla="*/ 187339 h 188132"/>
              <a:gd name="connsiteX5" fmla="*/ 17440 w 35830"/>
              <a:gd name="connsiteY5" fmla="*/ 127378 h 188132"/>
              <a:gd name="connsiteX6" fmla="*/ 35831 w 35830"/>
              <a:gd name="connsiteY6" fmla="*/ 793 h 188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5830" h="188132">
                <a:moveTo>
                  <a:pt x="35672" y="793"/>
                </a:moveTo>
                <a:cubicBezTo>
                  <a:pt x="34404" y="793"/>
                  <a:pt x="33294" y="159"/>
                  <a:pt x="32026" y="0"/>
                </a:cubicBezTo>
                <a:lnTo>
                  <a:pt x="14427" y="88355"/>
                </a:lnTo>
                <a:lnTo>
                  <a:pt x="0" y="188132"/>
                </a:lnTo>
                <a:lnTo>
                  <a:pt x="8720" y="187339"/>
                </a:lnTo>
                <a:lnTo>
                  <a:pt x="17440" y="127378"/>
                </a:lnTo>
                <a:lnTo>
                  <a:pt x="35831" y="793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31" name="Freeform 630">
            <a:extLst>
              <a:ext uri="{FF2B5EF4-FFF2-40B4-BE49-F238E27FC236}">
                <a16:creationId xmlns:a16="http://schemas.microsoft.com/office/drawing/2014/main" id="{70EF8DD6-F833-1EB4-20A4-8498863E3353}"/>
              </a:ext>
            </a:extLst>
          </p:cNvPr>
          <p:cNvSpPr/>
          <p:nvPr userDrawn="1"/>
        </p:nvSpPr>
        <p:spPr>
          <a:xfrm>
            <a:off x="1882467" y="6073798"/>
            <a:ext cx="46453" cy="164469"/>
          </a:xfrm>
          <a:custGeom>
            <a:avLst/>
            <a:gdLst>
              <a:gd name="connsiteX0" fmla="*/ 46453 w 46453"/>
              <a:gd name="connsiteY0" fmla="*/ 1745 h 190986"/>
              <a:gd name="connsiteX1" fmla="*/ 38209 w 46453"/>
              <a:gd name="connsiteY1" fmla="*/ 0 h 190986"/>
              <a:gd name="connsiteX2" fmla="*/ 0 w 46453"/>
              <a:gd name="connsiteY2" fmla="*/ 190987 h 190986"/>
              <a:gd name="connsiteX3" fmla="*/ 8720 w 46453"/>
              <a:gd name="connsiteY3" fmla="*/ 190194 h 190986"/>
              <a:gd name="connsiteX4" fmla="*/ 28696 w 46453"/>
              <a:gd name="connsiteY4" fmla="*/ 89941 h 190986"/>
              <a:gd name="connsiteX5" fmla="*/ 46295 w 46453"/>
              <a:gd name="connsiteY5" fmla="*/ 1586 h 1909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6453" h="190986">
                <a:moveTo>
                  <a:pt x="46453" y="1745"/>
                </a:moveTo>
                <a:cubicBezTo>
                  <a:pt x="43599" y="1269"/>
                  <a:pt x="40904" y="793"/>
                  <a:pt x="38209" y="0"/>
                </a:cubicBezTo>
                <a:lnTo>
                  <a:pt x="0" y="190987"/>
                </a:lnTo>
                <a:lnTo>
                  <a:pt x="8720" y="190194"/>
                </a:lnTo>
                <a:lnTo>
                  <a:pt x="28696" y="89941"/>
                </a:lnTo>
                <a:lnTo>
                  <a:pt x="46295" y="1586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32" name="Freeform 631">
            <a:extLst>
              <a:ext uri="{FF2B5EF4-FFF2-40B4-BE49-F238E27FC236}">
                <a16:creationId xmlns:a16="http://schemas.microsoft.com/office/drawing/2014/main" id="{AAE8BC70-D579-938A-CE30-AC6E024845B2}"/>
              </a:ext>
            </a:extLst>
          </p:cNvPr>
          <p:cNvSpPr/>
          <p:nvPr userDrawn="1"/>
        </p:nvSpPr>
        <p:spPr>
          <a:xfrm>
            <a:off x="-4780" y="6008126"/>
            <a:ext cx="1873929" cy="140868"/>
          </a:xfrm>
          <a:custGeom>
            <a:avLst/>
            <a:gdLst>
              <a:gd name="connsiteX0" fmla="*/ 1021972 w 1836093"/>
              <a:gd name="connsiteY0" fmla="*/ 82486 h 175282"/>
              <a:gd name="connsiteX1" fmla="*/ 1043534 w 1836093"/>
              <a:gd name="connsiteY1" fmla="*/ 80582 h 175282"/>
              <a:gd name="connsiteX2" fmla="*/ 1068267 w 1836093"/>
              <a:gd name="connsiteY2" fmla="*/ 78362 h 175282"/>
              <a:gd name="connsiteX3" fmla="*/ 1794872 w 1836093"/>
              <a:gd name="connsiteY3" fmla="*/ 12214 h 175282"/>
              <a:gd name="connsiteX4" fmla="*/ 1803433 w 1836093"/>
              <a:gd name="connsiteY4" fmla="*/ 11421 h 175282"/>
              <a:gd name="connsiteX5" fmla="*/ 1836093 w 1836093"/>
              <a:gd name="connsiteY5" fmla="*/ 8407 h 175282"/>
              <a:gd name="connsiteX6" fmla="*/ 1834349 w 1836093"/>
              <a:gd name="connsiteY6" fmla="*/ 0 h 175282"/>
              <a:gd name="connsiteX7" fmla="*/ 1804384 w 1836093"/>
              <a:gd name="connsiteY7" fmla="*/ 2697 h 175282"/>
              <a:gd name="connsiteX8" fmla="*/ 1795823 w 1836093"/>
              <a:gd name="connsiteY8" fmla="*/ 3490 h 175282"/>
              <a:gd name="connsiteX9" fmla="*/ 1044326 w 1836093"/>
              <a:gd name="connsiteY9" fmla="*/ 71858 h 175282"/>
              <a:gd name="connsiteX10" fmla="*/ 1019752 w 1836093"/>
              <a:gd name="connsiteY10" fmla="*/ 74079 h 175282"/>
              <a:gd name="connsiteX11" fmla="*/ 996605 w 1836093"/>
              <a:gd name="connsiteY11" fmla="*/ 76141 h 175282"/>
              <a:gd name="connsiteX12" fmla="*/ 970128 w 1836093"/>
              <a:gd name="connsiteY12" fmla="*/ 78521 h 175282"/>
              <a:gd name="connsiteX13" fmla="*/ 0 w 1836093"/>
              <a:gd name="connsiteY13" fmla="*/ 166717 h 175282"/>
              <a:gd name="connsiteX14" fmla="*/ 0 w 1836093"/>
              <a:gd name="connsiteY14" fmla="*/ 175283 h 175282"/>
              <a:gd name="connsiteX15" fmla="*/ 995654 w 1836093"/>
              <a:gd name="connsiteY15" fmla="*/ 84707 h 175282"/>
              <a:gd name="connsiteX16" fmla="*/ 1022130 w 1836093"/>
              <a:gd name="connsiteY16" fmla="*/ 82328 h 1752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836093" h="175282">
                <a:moveTo>
                  <a:pt x="1021972" y="82486"/>
                </a:moveTo>
                <a:lnTo>
                  <a:pt x="1043534" y="80582"/>
                </a:lnTo>
                <a:lnTo>
                  <a:pt x="1068267" y="78362"/>
                </a:lnTo>
                <a:lnTo>
                  <a:pt x="1794872" y="12214"/>
                </a:lnTo>
                <a:lnTo>
                  <a:pt x="1803433" y="11421"/>
                </a:lnTo>
                <a:lnTo>
                  <a:pt x="1836093" y="8407"/>
                </a:lnTo>
                <a:cubicBezTo>
                  <a:pt x="1835617" y="5552"/>
                  <a:pt x="1834508" y="3014"/>
                  <a:pt x="1834349" y="0"/>
                </a:cubicBezTo>
                <a:lnTo>
                  <a:pt x="1804384" y="2697"/>
                </a:lnTo>
                <a:lnTo>
                  <a:pt x="1795823" y="3490"/>
                </a:lnTo>
                <a:lnTo>
                  <a:pt x="1044326" y="71858"/>
                </a:lnTo>
                <a:lnTo>
                  <a:pt x="1019752" y="74079"/>
                </a:lnTo>
                <a:lnTo>
                  <a:pt x="996605" y="76141"/>
                </a:lnTo>
                <a:lnTo>
                  <a:pt x="970128" y="78521"/>
                </a:lnTo>
                <a:lnTo>
                  <a:pt x="0" y="166717"/>
                </a:lnTo>
                <a:lnTo>
                  <a:pt x="0" y="175283"/>
                </a:lnTo>
                <a:lnTo>
                  <a:pt x="995654" y="84707"/>
                </a:lnTo>
                <a:lnTo>
                  <a:pt x="1022130" y="82328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33" name="Freeform 632">
            <a:extLst>
              <a:ext uri="{FF2B5EF4-FFF2-40B4-BE49-F238E27FC236}">
                <a16:creationId xmlns:a16="http://schemas.microsoft.com/office/drawing/2014/main" id="{A40D2ED5-7510-67AA-1594-90FE0F1F3A2D}"/>
              </a:ext>
            </a:extLst>
          </p:cNvPr>
          <p:cNvSpPr/>
          <p:nvPr userDrawn="1"/>
        </p:nvSpPr>
        <p:spPr>
          <a:xfrm>
            <a:off x="1873113" y="6008126"/>
            <a:ext cx="2959532" cy="229220"/>
          </a:xfrm>
          <a:custGeom>
            <a:avLst/>
            <a:gdLst>
              <a:gd name="connsiteX0" fmla="*/ 2957947 w 2959532"/>
              <a:gd name="connsiteY0" fmla="*/ 0 h 266176"/>
              <a:gd name="connsiteX1" fmla="*/ 2933215 w 2959532"/>
              <a:gd name="connsiteY1" fmla="*/ 2221 h 266176"/>
              <a:gd name="connsiteX2" fmla="*/ 115103 w 2959532"/>
              <a:gd name="connsiteY2" fmla="*/ 247459 h 266176"/>
              <a:gd name="connsiteX3" fmla="*/ 106541 w 2959532"/>
              <a:gd name="connsiteY3" fmla="*/ 248252 h 266176"/>
              <a:gd name="connsiteX4" fmla="*/ 43599 w 2959532"/>
              <a:gd name="connsiteY4" fmla="*/ 253804 h 266176"/>
              <a:gd name="connsiteX5" fmla="*/ 35038 w 2959532"/>
              <a:gd name="connsiteY5" fmla="*/ 254596 h 266176"/>
              <a:gd name="connsiteX6" fmla="*/ 32343 w 2959532"/>
              <a:gd name="connsiteY6" fmla="*/ 254914 h 266176"/>
              <a:gd name="connsiteX7" fmla="*/ 23623 w 2959532"/>
              <a:gd name="connsiteY7" fmla="*/ 255707 h 266176"/>
              <a:gd name="connsiteX8" fmla="*/ 18074 w 2959532"/>
              <a:gd name="connsiteY8" fmla="*/ 256183 h 266176"/>
              <a:gd name="connsiteX9" fmla="*/ 9354 w 2959532"/>
              <a:gd name="connsiteY9" fmla="*/ 256976 h 266176"/>
              <a:gd name="connsiteX10" fmla="*/ 0 w 2959532"/>
              <a:gd name="connsiteY10" fmla="*/ 257769 h 266176"/>
              <a:gd name="connsiteX11" fmla="*/ 1744 w 2959532"/>
              <a:gd name="connsiteY11" fmla="*/ 266176 h 266176"/>
              <a:gd name="connsiteX12" fmla="*/ 7610 w 2959532"/>
              <a:gd name="connsiteY12" fmla="*/ 265701 h 266176"/>
              <a:gd name="connsiteX13" fmla="*/ 16330 w 2959532"/>
              <a:gd name="connsiteY13" fmla="*/ 264908 h 266176"/>
              <a:gd name="connsiteX14" fmla="*/ 22355 w 2959532"/>
              <a:gd name="connsiteY14" fmla="*/ 264432 h 266176"/>
              <a:gd name="connsiteX15" fmla="*/ 31075 w 2959532"/>
              <a:gd name="connsiteY15" fmla="*/ 263638 h 266176"/>
              <a:gd name="connsiteX16" fmla="*/ 34087 w 2959532"/>
              <a:gd name="connsiteY16" fmla="*/ 263321 h 266176"/>
              <a:gd name="connsiteX17" fmla="*/ 42648 w 2959532"/>
              <a:gd name="connsiteY17" fmla="*/ 262528 h 266176"/>
              <a:gd name="connsiteX18" fmla="*/ 107968 w 2959532"/>
              <a:gd name="connsiteY18" fmla="*/ 256818 h 266176"/>
              <a:gd name="connsiteX19" fmla="*/ 116529 w 2959532"/>
              <a:gd name="connsiteY19" fmla="*/ 256025 h 266176"/>
              <a:gd name="connsiteX20" fmla="*/ 2959533 w 2959532"/>
              <a:gd name="connsiteY20" fmla="*/ 8566 h 266176"/>
              <a:gd name="connsiteX21" fmla="*/ 2957789 w 2959532"/>
              <a:gd name="connsiteY21" fmla="*/ 317 h 2661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2959532" h="266176">
                <a:moveTo>
                  <a:pt x="2957947" y="0"/>
                </a:moveTo>
                <a:lnTo>
                  <a:pt x="2933215" y="2221"/>
                </a:lnTo>
                <a:lnTo>
                  <a:pt x="115103" y="247459"/>
                </a:lnTo>
                <a:lnTo>
                  <a:pt x="106541" y="248252"/>
                </a:lnTo>
                <a:lnTo>
                  <a:pt x="43599" y="253804"/>
                </a:lnTo>
                <a:lnTo>
                  <a:pt x="35038" y="254596"/>
                </a:lnTo>
                <a:lnTo>
                  <a:pt x="32343" y="254914"/>
                </a:lnTo>
                <a:lnTo>
                  <a:pt x="23623" y="255707"/>
                </a:lnTo>
                <a:lnTo>
                  <a:pt x="18074" y="256183"/>
                </a:lnTo>
                <a:lnTo>
                  <a:pt x="9354" y="256976"/>
                </a:lnTo>
                <a:lnTo>
                  <a:pt x="0" y="257769"/>
                </a:lnTo>
                <a:cubicBezTo>
                  <a:pt x="476" y="260624"/>
                  <a:pt x="1585" y="263163"/>
                  <a:pt x="1744" y="266176"/>
                </a:cubicBezTo>
                <a:lnTo>
                  <a:pt x="7610" y="265701"/>
                </a:lnTo>
                <a:lnTo>
                  <a:pt x="16330" y="264908"/>
                </a:lnTo>
                <a:lnTo>
                  <a:pt x="22355" y="264432"/>
                </a:lnTo>
                <a:lnTo>
                  <a:pt x="31075" y="263638"/>
                </a:lnTo>
                <a:lnTo>
                  <a:pt x="34087" y="263321"/>
                </a:lnTo>
                <a:lnTo>
                  <a:pt x="42648" y="262528"/>
                </a:lnTo>
                <a:lnTo>
                  <a:pt x="107968" y="256818"/>
                </a:lnTo>
                <a:lnTo>
                  <a:pt x="116529" y="256025"/>
                </a:lnTo>
                <a:lnTo>
                  <a:pt x="2959533" y="8566"/>
                </a:lnTo>
                <a:cubicBezTo>
                  <a:pt x="2959057" y="5711"/>
                  <a:pt x="2957947" y="3173"/>
                  <a:pt x="2957789" y="317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34" name="Freeform 633">
            <a:extLst>
              <a:ext uri="{FF2B5EF4-FFF2-40B4-BE49-F238E27FC236}">
                <a16:creationId xmlns:a16="http://schemas.microsoft.com/office/drawing/2014/main" id="{7739A534-EA39-CD3F-F217-2C2545C6B064}"/>
              </a:ext>
            </a:extLst>
          </p:cNvPr>
          <p:cNvSpPr/>
          <p:nvPr userDrawn="1"/>
        </p:nvSpPr>
        <p:spPr>
          <a:xfrm>
            <a:off x="4892431" y="3290047"/>
            <a:ext cx="2726141" cy="2739897"/>
          </a:xfrm>
          <a:custGeom>
            <a:avLst/>
            <a:gdLst>
              <a:gd name="connsiteX0" fmla="*/ 6025 w 2666385"/>
              <a:gd name="connsiteY0" fmla="*/ 2667793 h 2667792"/>
              <a:gd name="connsiteX1" fmla="*/ 2666386 w 2666385"/>
              <a:gd name="connsiteY1" fmla="*/ 6028 h 2667792"/>
              <a:gd name="connsiteX2" fmla="*/ 2660361 w 2666385"/>
              <a:gd name="connsiteY2" fmla="*/ 0 h 2667792"/>
              <a:gd name="connsiteX3" fmla="*/ 0 w 2666385"/>
              <a:gd name="connsiteY3" fmla="*/ 2661765 h 2667792"/>
              <a:gd name="connsiteX4" fmla="*/ 6025 w 2666385"/>
              <a:gd name="connsiteY4" fmla="*/ 2667793 h 26677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666385" h="2667792">
                <a:moveTo>
                  <a:pt x="6025" y="2667793"/>
                </a:moveTo>
                <a:lnTo>
                  <a:pt x="2666386" y="6028"/>
                </a:lnTo>
                <a:cubicBezTo>
                  <a:pt x="2664166" y="4124"/>
                  <a:pt x="2662264" y="2221"/>
                  <a:pt x="2660361" y="0"/>
                </a:cubicBezTo>
                <a:lnTo>
                  <a:pt x="0" y="2661765"/>
                </a:lnTo>
                <a:cubicBezTo>
                  <a:pt x="2220" y="2663669"/>
                  <a:pt x="4122" y="2665572"/>
                  <a:pt x="6025" y="2667793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35" name="Freeform 634">
            <a:extLst>
              <a:ext uri="{FF2B5EF4-FFF2-40B4-BE49-F238E27FC236}">
                <a16:creationId xmlns:a16="http://schemas.microsoft.com/office/drawing/2014/main" id="{C752A811-9C39-A10F-AC9B-63F3CCD157E1}"/>
              </a:ext>
            </a:extLst>
          </p:cNvPr>
          <p:cNvSpPr/>
          <p:nvPr userDrawn="1"/>
        </p:nvSpPr>
        <p:spPr>
          <a:xfrm>
            <a:off x="4973432" y="5746550"/>
            <a:ext cx="1208419" cy="214876"/>
          </a:xfrm>
          <a:custGeom>
            <a:avLst/>
            <a:gdLst>
              <a:gd name="connsiteX0" fmla="*/ 0 w 1208419"/>
              <a:gd name="connsiteY0" fmla="*/ 241272 h 249520"/>
              <a:gd name="connsiteX1" fmla="*/ 1744 w 1208419"/>
              <a:gd name="connsiteY1" fmla="*/ 249520 h 249520"/>
              <a:gd name="connsiteX2" fmla="*/ 1208419 w 1208419"/>
              <a:gd name="connsiteY2" fmla="*/ 8248 h 249520"/>
              <a:gd name="connsiteX3" fmla="*/ 1206675 w 1208419"/>
              <a:gd name="connsiteY3" fmla="*/ 0 h 249520"/>
              <a:gd name="connsiteX4" fmla="*/ 0 w 1208419"/>
              <a:gd name="connsiteY4" fmla="*/ 241272 h 249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08419" h="249520">
                <a:moveTo>
                  <a:pt x="0" y="241272"/>
                </a:moveTo>
                <a:cubicBezTo>
                  <a:pt x="793" y="243969"/>
                  <a:pt x="1269" y="246665"/>
                  <a:pt x="1744" y="249520"/>
                </a:cubicBezTo>
                <a:lnTo>
                  <a:pt x="1208419" y="8248"/>
                </a:lnTo>
                <a:cubicBezTo>
                  <a:pt x="1207627" y="5552"/>
                  <a:pt x="1207151" y="2855"/>
                  <a:pt x="1206675" y="0"/>
                </a:cubicBezTo>
                <a:lnTo>
                  <a:pt x="0" y="24127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36" name="Freeform 635">
            <a:extLst>
              <a:ext uri="{FF2B5EF4-FFF2-40B4-BE49-F238E27FC236}">
                <a16:creationId xmlns:a16="http://schemas.microsoft.com/office/drawing/2014/main" id="{F0334350-059C-21D0-BFA8-998EFEA224FB}"/>
              </a:ext>
            </a:extLst>
          </p:cNvPr>
          <p:cNvSpPr/>
          <p:nvPr userDrawn="1"/>
        </p:nvSpPr>
        <p:spPr>
          <a:xfrm>
            <a:off x="6254307" y="3302262"/>
            <a:ext cx="1380280" cy="2413879"/>
          </a:xfrm>
          <a:custGeom>
            <a:avLst/>
            <a:gdLst>
              <a:gd name="connsiteX0" fmla="*/ 1343974 w 1350949"/>
              <a:gd name="connsiteY0" fmla="*/ 0 h 2374014"/>
              <a:gd name="connsiteX1" fmla="*/ 0 w 1350949"/>
              <a:gd name="connsiteY1" fmla="*/ 2369256 h 2374014"/>
              <a:gd name="connsiteX2" fmla="*/ 6976 w 1350949"/>
              <a:gd name="connsiteY2" fmla="*/ 2374015 h 2374014"/>
              <a:gd name="connsiteX3" fmla="*/ 1350950 w 1350949"/>
              <a:gd name="connsiteY3" fmla="*/ 4759 h 2374014"/>
              <a:gd name="connsiteX4" fmla="*/ 1343974 w 1350949"/>
              <a:gd name="connsiteY4" fmla="*/ 0 h 2374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50949" h="2374014">
                <a:moveTo>
                  <a:pt x="1343974" y="0"/>
                </a:moveTo>
                <a:lnTo>
                  <a:pt x="0" y="2369256"/>
                </a:lnTo>
                <a:cubicBezTo>
                  <a:pt x="2537" y="2370526"/>
                  <a:pt x="4598" y="2372429"/>
                  <a:pt x="6976" y="2374015"/>
                </a:cubicBezTo>
                <a:lnTo>
                  <a:pt x="1350950" y="4759"/>
                </a:lnTo>
                <a:cubicBezTo>
                  <a:pt x="1348413" y="3490"/>
                  <a:pt x="1346352" y="1586"/>
                  <a:pt x="1343974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37" name="Freeform 636">
            <a:extLst>
              <a:ext uri="{FF2B5EF4-FFF2-40B4-BE49-F238E27FC236}">
                <a16:creationId xmlns:a16="http://schemas.microsoft.com/office/drawing/2014/main" id="{6B50E05E-A015-12CC-66D4-6C519FEEFE81}"/>
              </a:ext>
            </a:extLst>
          </p:cNvPr>
          <p:cNvSpPr/>
          <p:nvPr userDrawn="1"/>
        </p:nvSpPr>
        <p:spPr>
          <a:xfrm rot="20930958">
            <a:off x="6334893" y="5498432"/>
            <a:ext cx="2193069" cy="1512849"/>
          </a:xfrm>
          <a:custGeom>
            <a:avLst/>
            <a:gdLst>
              <a:gd name="connsiteX0" fmla="*/ 4756 w 2318223"/>
              <a:gd name="connsiteY0" fmla="*/ 0 h 1871484"/>
              <a:gd name="connsiteX1" fmla="*/ 0 w 2318223"/>
              <a:gd name="connsiteY1" fmla="*/ 6980 h 1871484"/>
              <a:gd name="connsiteX2" fmla="*/ 2313468 w 2318223"/>
              <a:gd name="connsiteY2" fmla="*/ 1871484 h 1871484"/>
              <a:gd name="connsiteX3" fmla="*/ 2318224 w 2318223"/>
              <a:gd name="connsiteY3" fmla="*/ 1864504 h 1871484"/>
              <a:gd name="connsiteX4" fmla="*/ 4756 w 2318223"/>
              <a:gd name="connsiteY4" fmla="*/ 0 h 18714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18223" h="1871484">
                <a:moveTo>
                  <a:pt x="4756" y="0"/>
                </a:moveTo>
                <a:cubicBezTo>
                  <a:pt x="3012" y="2380"/>
                  <a:pt x="1902" y="4917"/>
                  <a:pt x="0" y="6980"/>
                </a:cubicBezTo>
                <a:lnTo>
                  <a:pt x="2313468" y="1871484"/>
                </a:lnTo>
                <a:cubicBezTo>
                  <a:pt x="2315054" y="1869105"/>
                  <a:pt x="2316321" y="1866567"/>
                  <a:pt x="2318224" y="1864504"/>
                </a:cubicBezTo>
                <a:lnTo>
                  <a:pt x="4756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38" name="Freeform 637">
            <a:extLst>
              <a:ext uri="{FF2B5EF4-FFF2-40B4-BE49-F238E27FC236}">
                <a16:creationId xmlns:a16="http://schemas.microsoft.com/office/drawing/2014/main" id="{072E97C1-CFAA-56DE-26D5-4A43C75AE644}"/>
              </a:ext>
            </a:extLst>
          </p:cNvPr>
          <p:cNvSpPr/>
          <p:nvPr userDrawn="1"/>
        </p:nvSpPr>
        <p:spPr>
          <a:xfrm>
            <a:off x="6318832" y="4680575"/>
            <a:ext cx="2562539" cy="1035567"/>
          </a:xfrm>
          <a:custGeom>
            <a:avLst/>
            <a:gdLst>
              <a:gd name="connsiteX0" fmla="*/ 2854 w 2563966"/>
              <a:gd name="connsiteY0" fmla="*/ 1033139 h 1033139"/>
              <a:gd name="connsiteX1" fmla="*/ 2563966 w 2563966"/>
              <a:gd name="connsiteY1" fmla="*/ 8090 h 1033139"/>
              <a:gd name="connsiteX2" fmla="*/ 2561112 w 2563966"/>
              <a:gd name="connsiteY2" fmla="*/ 0 h 1033139"/>
              <a:gd name="connsiteX3" fmla="*/ 0 w 2563966"/>
              <a:gd name="connsiteY3" fmla="*/ 1025049 h 1033139"/>
              <a:gd name="connsiteX4" fmla="*/ 2695 w 2563966"/>
              <a:gd name="connsiteY4" fmla="*/ 1033139 h 10331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63966" h="1033139">
                <a:moveTo>
                  <a:pt x="2854" y="1033139"/>
                </a:moveTo>
                <a:lnTo>
                  <a:pt x="2563966" y="8090"/>
                </a:lnTo>
                <a:cubicBezTo>
                  <a:pt x="2562699" y="5552"/>
                  <a:pt x="2562064" y="2697"/>
                  <a:pt x="2561112" y="0"/>
                </a:cubicBezTo>
                <a:lnTo>
                  <a:pt x="0" y="1025049"/>
                </a:lnTo>
                <a:cubicBezTo>
                  <a:pt x="1268" y="1027746"/>
                  <a:pt x="1902" y="1030442"/>
                  <a:pt x="2695" y="1033139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39" name="Freeform 638">
            <a:extLst>
              <a:ext uri="{FF2B5EF4-FFF2-40B4-BE49-F238E27FC236}">
                <a16:creationId xmlns:a16="http://schemas.microsoft.com/office/drawing/2014/main" id="{69C3EAF2-3483-BFB5-41BF-45949111E375}"/>
              </a:ext>
            </a:extLst>
          </p:cNvPr>
          <p:cNvSpPr/>
          <p:nvPr userDrawn="1"/>
        </p:nvSpPr>
        <p:spPr>
          <a:xfrm>
            <a:off x="7711798" y="3293062"/>
            <a:ext cx="1150234" cy="1311848"/>
          </a:xfrm>
          <a:custGeom>
            <a:avLst/>
            <a:gdLst>
              <a:gd name="connsiteX0" fmla="*/ 159 w 1190187"/>
              <a:gd name="connsiteY0" fmla="*/ 5076 h 1313433"/>
              <a:gd name="connsiteX1" fmla="*/ 1183211 w 1190187"/>
              <a:gd name="connsiteY1" fmla="*/ 1313434 h 1313433"/>
              <a:gd name="connsiteX2" fmla="*/ 1190187 w 1190187"/>
              <a:gd name="connsiteY2" fmla="*/ 1308358 h 1313433"/>
              <a:gd name="connsiteX3" fmla="*/ 6976 w 1190187"/>
              <a:gd name="connsiteY3" fmla="*/ 0 h 1313433"/>
              <a:gd name="connsiteX4" fmla="*/ 0 w 1190187"/>
              <a:gd name="connsiteY4" fmla="*/ 5076 h 1313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90187" h="1313433">
                <a:moveTo>
                  <a:pt x="159" y="5076"/>
                </a:moveTo>
                <a:lnTo>
                  <a:pt x="1183211" y="1313434"/>
                </a:lnTo>
                <a:cubicBezTo>
                  <a:pt x="1185271" y="1311371"/>
                  <a:pt x="1187967" y="1310261"/>
                  <a:pt x="1190187" y="1308358"/>
                </a:cubicBezTo>
                <a:lnTo>
                  <a:pt x="6976" y="0"/>
                </a:lnTo>
                <a:cubicBezTo>
                  <a:pt x="4915" y="2062"/>
                  <a:pt x="2220" y="3173"/>
                  <a:pt x="0" y="5076"/>
                </a:cubicBezTo>
                <a:close/>
              </a:path>
            </a:pathLst>
          </a:custGeom>
          <a:solidFill>
            <a:srgbClr val="7030A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2" name="Freeform 191">
            <a:extLst>
              <a:ext uri="{FF2B5EF4-FFF2-40B4-BE49-F238E27FC236}">
                <a16:creationId xmlns:a16="http://schemas.microsoft.com/office/drawing/2014/main" id="{68F6B80F-DCC4-227C-72C2-B0B2DC9D56AA}"/>
              </a:ext>
            </a:extLst>
          </p:cNvPr>
          <p:cNvSpPr/>
          <p:nvPr userDrawn="1"/>
        </p:nvSpPr>
        <p:spPr>
          <a:xfrm>
            <a:off x="8679547" y="4728798"/>
            <a:ext cx="265401" cy="2129202"/>
          </a:xfrm>
          <a:custGeom>
            <a:avLst/>
            <a:gdLst>
              <a:gd name="connsiteX0" fmla="*/ 159 w 265401"/>
              <a:gd name="connsiteY0" fmla="*/ 2890029 h 2891773"/>
              <a:gd name="connsiteX1" fmla="*/ 8561 w 265401"/>
              <a:gd name="connsiteY1" fmla="*/ 2891774 h 2891773"/>
              <a:gd name="connsiteX2" fmla="*/ 265402 w 265401"/>
              <a:gd name="connsiteY2" fmla="*/ 1745 h 2891773"/>
              <a:gd name="connsiteX3" fmla="*/ 256999 w 265401"/>
              <a:gd name="connsiteY3" fmla="*/ 0 h 2891773"/>
              <a:gd name="connsiteX4" fmla="*/ 0 w 265401"/>
              <a:gd name="connsiteY4" fmla="*/ 2890029 h 28917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65401" h="2891773">
                <a:moveTo>
                  <a:pt x="159" y="2890029"/>
                </a:moveTo>
                <a:cubicBezTo>
                  <a:pt x="3171" y="2890029"/>
                  <a:pt x="5707" y="2891298"/>
                  <a:pt x="8561" y="2891774"/>
                </a:cubicBezTo>
                <a:lnTo>
                  <a:pt x="265402" y="1745"/>
                </a:lnTo>
                <a:cubicBezTo>
                  <a:pt x="262389" y="1745"/>
                  <a:pt x="259853" y="476"/>
                  <a:pt x="256999" y="0"/>
                </a:cubicBezTo>
                <a:lnTo>
                  <a:pt x="0" y="289002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3" name="Freeform 192">
            <a:extLst>
              <a:ext uri="{FF2B5EF4-FFF2-40B4-BE49-F238E27FC236}">
                <a16:creationId xmlns:a16="http://schemas.microsoft.com/office/drawing/2014/main" id="{35FF33FD-EBD9-061D-095D-06EF6F5F15ED}"/>
              </a:ext>
            </a:extLst>
          </p:cNvPr>
          <p:cNvSpPr/>
          <p:nvPr userDrawn="1"/>
        </p:nvSpPr>
        <p:spPr>
          <a:xfrm>
            <a:off x="8978747" y="4012279"/>
            <a:ext cx="1253733" cy="627846"/>
          </a:xfrm>
          <a:custGeom>
            <a:avLst/>
            <a:gdLst>
              <a:gd name="connsiteX0" fmla="*/ 1217773 w 1222687"/>
              <a:gd name="connsiteY0" fmla="*/ 0 h 616583"/>
              <a:gd name="connsiteX1" fmla="*/ 0 w 1222687"/>
              <a:gd name="connsiteY1" fmla="*/ 609446 h 616583"/>
              <a:gd name="connsiteX2" fmla="*/ 4756 w 1222687"/>
              <a:gd name="connsiteY2" fmla="*/ 616584 h 616583"/>
              <a:gd name="connsiteX3" fmla="*/ 1222688 w 1222687"/>
              <a:gd name="connsiteY3" fmla="*/ 7138 h 616583"/>
              <a:gd name="connsiteX4" fmla="*/ 1217932 w 1222687"/>
              <a:gd name="connsiteY4" fmla="*/ 0 h 6165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2687" h="616583">
                <a:moveTo>
                  <a:pt x="1217773" y="0"/>
                </a:moveTo>
                <a:lnTo>
                  <a:pt x="0" y="609446"/>
                </a:lnTo>
                <a:cubicBezTo>
                  <a:pt x="1426" y="611984"/>
                  <a:pt x="3646" y="613887"/>
                  <a:pt x="4756" y="616584"/>
                </a:cubicBezTo>
                <a:lnTo>
                  <a:pt x="1222688" y="7138"/>
                </a:lnTo>
                <a:cubicBezTo>
                  <a:pt x="1221261" y="4600"/>
                  <a:pt x="1219041" y="2697"/>
                  <a:pt x="1217932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4" name="Freeform 193">
            <a:extLst>
              <a:ext uri="{FF2B5EF4-FFF2-40B4-BE49-F238E27FC236}">
                <a16:creationId xmlns:a16="http://schemas.microsoft.com/office/drawing/2014/main" id="{BD068DA6-2795-B780-7D6B-3940A1974877}"/>
              </a:ext>
            </a:extLst>
          </p:cNvPr>
          <p:cNvSpPr/>
          <p:nvPr userDrawn="1"/>
        </p:nvSpPr>
        <p:spPr>
          <a:xfrm>
            <a:off x="7735103" y="3257054"/>
            <a:ext cx="2551897" cy="712686"/>
          </a:xfrm>
          <a:custGeom>
            <a:avLst/>
            <a:gdLst>
              <a:gd name="connsiteX0" fmla="*/ 1944854 w 1944853"/>
              <a:gd name="connsiteY0" fmla="*/ 548374 h 555512"/>
              <a:gd name="connsiteX1" fmla="*/ 1744 w 1944853"/>
              <a:gd name="connsiteY1" fmla="*/ 0 h 555512"/>
              <a:gd name="connsiteX2" fmla="*/ 0 w 1944853"/>
              <a:gd name="connsiteY2" fmla="*/ 8407 h 555512"/>
              <a:gd name="connsiteX3" fmla="*/ 1938671 w 1944853"/>
              <a:gd name="connsiteY3" fmla="*/ 555512 h 555512"/>
              <a:gd name="connsiteX4" fmla="*/ 1944854 w 1944853"/>
              <a:gd name="connsiteY4" fmla="*/ 548374 h 5555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44853" h="555512">
                <a:moveTo>
                  <a:pt x="1944854" y="548374"/>
                </a:moveTo>
                <a:lnTo>
                  <a:pt x="1744" y="0"/>
                </a:lnTo>
                <a:cubicBezTo>
                  <a:pt x="1110" y="2855"/>
                  <a:pt x="951" y="5711"/>
                  <a:pt x="0" y="8407"/>
                </a:cubicBezTo>
                <a:lnTo>
                  <a:pt x="1938671" y="555512"/>
                </a:lnTo>
                <a:lnTo>
                  <a:pt x="1944854" y="548374"/>
                </a:lnTo>
                <a:close/>
              </a:path>
            </a:pathLst>
          </a:custGeom>
          <a:solidFill>
            <a:srgbClr val="FF7D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5" name="Freeform 194">
            <a:extLst>
              <a:ext uri="{FF2B5EF4-FFF2-40B4-BE49-F238E27FC236}">
                <a16:creationId xmlns:a16="http://schemas.microsoft.com/office/drawing/2014/main" id="{679E6BD5-C50A-7A49-D932-B2E17CE6E3BD}"/>
              </a:ext>
            </a:extLst>
          </p:cNvPr>
          <p:cNvSpPr/>
          <p:nvPr userDrawn="1"/>
        </p:nvSpPr>
        <p:spPr>
          <a:xfrm>
            <a:off x="11204512" y="3236908"/>
            <a:ext cx="21561" cy="45719"/>
          </a:xfrm>
          <a:custGeom>
            <a:avLst/>
            <a:gdLst>
              <a:gd name="connsiteX0" fmla="*/ 5232 w 21561"/>
              <a:gd name="connsiteY0" fmla="*/ 19511 h 19511"/>
              <a:gd name="connsiteX1" fmla="*/ 21562 w 21561"/>
              <a:gd name="connsiteY1" fmla="*/ 6345 h 19511"/>
              <a:gd name="connsiteX2" fmla="*/ 16013 w 21561"/>
              <a:gd name="connsiteY2" fmla="*/ 0 h 19511"/>
              <a:gd name="connsiteX3" fmla="*/ 0 w 21561"/>
              <a:gd name="connsiteY3" fmla="*/ 12849 h 19511"/>
              <a:gd name="connsiteX4" fmla="*/ 5232 w 21561"/>
              <a:gd name="connsiteY4" fmla="*/ 19511 h 195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561" h="19511">
                <a:moveTo>
                  <a:pt x="5232" y="19511"/>
                </a:moveTo>
                <a:lnTo>
                  <a:pt x="21562" y="6345"/>
                </a:lnTo>
                <a:lnTo>
                  <a:pt x="16013" y="0"/>
                </a:lnTo>
                <a:lnTo>
                  <a:pt x="0" y="12849"/>
                </a:lnTo>
                <a:lnTo>
                  <a:pt x="5232" y="19511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6" name="Freeform 195">
            <a:extLst>
              <a:ext uri="{FF2B5EF4-FFF2-40B4-BE49-F238E27FC236}">
                <a16:creationId xmlns:a16="http://schemas.microsoft.com/office/drawing/2014/main" id="{B1C09007-256C-D407-295B-4CC4E11283F6}"/>
              </a:ext>
            </a:extLst>
          </p:cNvPr>
          <p:cNvSpPr/>
          <p:nvPr userDrawn="1"/>
        </p:nvSpPr>
        <p:spPr>
          <a:xfrm>
            <a:off x="11227183" y="3227549"/>
            <a:ext cx="10780" cy="45719"/>
          </a:xfrm>
          <a:custGeom>
            <a:avLst/>
            <a:gdLst>
              <a:gd name="connsiteX0" fmla="*/ 5549 w 10780"/>
              <a:gd name="connsiteY0" fmla="*/ 10469 h 10469"/>
              <a:gd name="connsiteX1" fmla="*/ 10781 w 10780"/>
              <a:gd name="connsiteY1" fmla="*/ 6186 h 10469"/>
              <a:gd name="connsiteX2" fmla="*/ 5074 w 10780"/>
              <a:gd name="connsiteY2" fmla="*/ 0 h 10469"/>
              <a:gd name="connsiteX3" fmla="*/ 0 w 10780"/>
              <a:gd name="connsiteY3" fmla="*/ 4124 h 10469"/>
              <a:gd name="connsiteX4" fmla="*/ 5549 w 10780"/>
              <a:gd name="connsiteY4" fmla="*/ 10469 h 104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780" h="10469">
                <a:moveTo>
                  <a:pt x="5549" y="10469"/>
                </a:moveTo>
                <a:lnTo>
                  <a:pt x="10781" y="6186"/>
                </a:lnTo>
                <a:lnTo>
                  <a:pt x="5074" y="0"/>
                </a:lnTo>
                <a:lnTo>
                  <a:pt x="0" y="4124"/>
                </a:lnTo>
                <a:lnTo>
                  <a:pt x="5549" y="1046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7" name="Freeform 196">
            <a:extLst>
              <a:ext uri="{FF2B5EF4-FFF2-40B4-BE49-F238E27FC236}">
                <a16:creationId xmlns:a16="http://schemas.microsoft.com/office/drawing/2014/main" id="{9E467004-779B-CA30-346C-D4C590862897}"/>
              </a:ext>
            </a:extLst>
          </p:cNvPr>
          <p:cNvSpPr/>
          <p:nvPr userDrawn="1"/>
        </p:nvSpPr>
        <p:spPr>
          <a:xfrm>
            <a:off x="11546014" y="2486603"/>
            <a:ext cx="611978" cy="430300"/>
          </a:xfrm>
          <a:custGeom>
            <a:avLst/>
            <a:gdLst>
              <a:gd name="connsiteX0" fmla="*/ 1269 w 611978"/>
              <a:gd name="connsiteY0" fmla="*/ 499676 h 499675"/>
              <a:gd name="connsiteX1" fmla="*/ 611979 w 611978"/>
              <a:gd name="connsiteY1" fmla="*/ 10787 h 499675"/>
              <a:gd name="connsiteX2" fmla="*/ 611979 w 611978"/>
              <a:gd name="connsiteY2" fmla="*/ 0 h 499675"/>
              <a:gd name="connsiteX3" fmla="*/ 0 w 611978"/>
              <a:gd name="connsiteY3" fmla="*/ 489841 h 499675"/>
              <a:gd name="connsiteX4" fmla="*/ 1269 w 611978"/>
              <a:gd name="connsiteY4" fmla="*/ 499676 h 499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11978" h="499675">
                <a:moveTo>
                  <a:pt x="1269" y="499676"/>
                </a:moveTo>
                <a:lnTo>
                  <a:pt x="611979" y="10787"/>
                </a:lnTo>
                <a:lnTo>
                  <a:pt x="611979" y="0"/>
                </a:lnTo>
                <a:lnTo>
                  <a:pt x="0" y="489841"/>
                </a:lnTo>
                <a:lnTo>
                  <a:pt x="1269" y="499676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8" name="Freeform 197">
            <a:extLst>
              <a:ext uri="{FF2B5EF4-FFF2-40B4-BE49-F238E27FC236}">
                <a16:creationId xmlns:a16="http://schemas.microsoft.com/office/drawing/2014/main" id="{744B9BB9-3BC7-EF81-A25D-79F584E92F4A}"/>
              </a:ext>
            </a:extLst>
          </p:cNvPr>
          <p:cNvSpPr/>
          <p:nvPr userDrawn="1"/>
        </p:nvSpPr>
        <p:spPr>
          <a:xfrm>
            <a:off x="11173596" y="3264191"/>
            <a:ext cx="18074" cy="45719"/>
          </a:xfrm>
          <a:custGeom>
            <a:avLst/>
            <a:gdLst>
              <a:gd name="connsiteX0" fmla="*/ 5391 w 18074"/>
              <a:gd name="connsiteY0" fmla="*/ 16814 h 16814"/>
              <a:gd name="connsiteX1" fmla="*/ 18074 w 18074"/>
              <a:gd name="connsiteY1" fmla="*/ 6662 h 16814"/>
              <a:gd name="connsiteX2" fmla="*/ 13001 w 18074"/>
              <a:gd name="connsiteY2" fmla="*/ 0 h 16814"/>
              <a:gd name="connsiteX3" fmla="*/ 0 w 18074"/>
              <a:gd name="connsiteY3" fmla="*/ 10311 h 16814"/>
              <a:gd name="connsiteX4" fmla="*/ 5391 w 18074"/>
              <a:gd name="connsiteY4" fmla="*/ 16814 h 168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074" h="16814">
                <a:moveTo>
                  <a:pt x="5391" y="16814"/>
                </a:moveTo>
                <a:lnTo>
                  <a:pt x="18074" y="6662"/>
                </a:lnTo>
                <a:lnTo>
                  <a:pt x="13001" y="0"/>
                </a:lnTo>
                <a:lnTo>
                  <a:pt x="0" y="10311"/>
                </a:lnTo>
                <a:lnTo>
                  <a:pt x="5391" y="16814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9" name="Freeform 198">
            <a:extLst>
              <a:ext uri="{FF2B5EF4-FFF2-40B4-BE49-F238E27FC236}">
                <a16:creationId xmlns:a16="http://schemas.microsoft.com/office/drawing/2014/main" id="{00C4CA01-1612-7FEA-8CF3-D0261ED90FC9}"/>
              </a:ext>
            </a:extLst>
          </p:cNvPr>
          <p:cNvSpPr/>
          <p:nvPr userDrawn="1"/>
        </p:nvSpPr>
        <p:spPr>
          <a:xfrm>
            <a:off x="10326477" y="3550694"/>
            <a:ext cx="444347" cy="400032"/>
          </a:xfrm>
          <a:custGeom>
            <a:avLst/>
            <a:gdLst>
              <a:gd name="connsiteX0" fmla="*/ 4757 w 414750"/>
              <a:gd name="connsiteY0" fmla="*/ 329627 h 329627"/>
              <a:gd name="connsiteX1" fmla="*/ 414751 w 414750"/>
              <a:gd name="connsiteY1" fmla="*/ 1428 h 329627"/>
              <a:gd name="connsiteX2" fmla="*/ 403018 w 414750"/>
              <a:gd name="connsiteY2" fmla="*/ 0 h 329627"/>
              <a:gd name="connsiteX3" fmla="*/ 0 w 414750"/>
              <a:gd name="connsiteY3" fmla="*/ 322648 h 329627"/>
              <a:gd name="connsiteX4" fmla="*/ 4757 w 414750"/>
              <a:gd name="connsiteY4" fmla="*/ 329627 h 329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14750" h="329627">
                <a:moveTo>
                  <a:pt x="4757" y="329627"/>
                </a:moveTo>
                <a:lnTo>
                  <a:pt x="414751" y="1428"/>
                </a:lnTo>
                <a:lnTo>
                  <a:pt x="403018" y="0"/>
                </a:lnTo>
                <a:lnTo>
                  <a:pt x="0" y="322648"/>
                </a:lnTo>
                <a:cubicBezTo>
                  <a:pt x="1902" y="324710"/>
                  <a:pt x="3012" y="327407"/>
                  <a:pt x="4757" y="329627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0" name="Freeform 199">
            <a:extLst>
              <a:ext uri="{FF2B5EF4-FFF2-40B4-BE49-F238E27FC236}">
                <a16:creationId xmlns:a16="http://schemas.microsoft.com/office/drawing/2014/main" id="{7820086C-CA31-4D56-352A-F38E0AE8E72F}"/>
              </a:ext>
            </a:extLst>
          </p:cNvPr>
          <p:cNvSpPr/>
          <p:nvPr userDrawn="1"/>
        </p:nvSpPr>
        <p:spPr>
          <a:xfrm>
            <a:off x="11239074" y="2987864"/>
            <a:ext cx="293939" cy="207090"/>
          </a:xfrm>
          <a:custGeom>
            <a:avLst/>
            <a:gdLst>
              <a:gd name="connsiteX0" fmla="*/ 5707 w 293939"/>
              <a:gd name="connsiteY0" fmla="*/ 240479 h 240478"/>
              <a:gd name="connsiteX1" fmla="*/ 293939 w 293939"/>
              <a:gd name="connsiteY1" fmla="*/ 9676 h 240478"/>
              <a:gd name="connsiteX2" fmla="*/ 292513 w 293939"/>
              <a:gd name="connsiteY2" fmla="*/ 0 h 240478"/>
              <a:gd name="connsiteX3" fmla="*/ 0 w 293939"/>
              <a:gd name="connsiteY3" fmla="*/ 234292 h 240478"/>
              <a:gd name="connsiteX4" fmla="*/ 5707 w 293939"/>
              <a:gd name="connsiteY4" fmla="*/ 240479 h 2404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93939" h="240478">
                <a:moveTo>
                  <a:pt x="5707" y="240479"/>
                </a:moveTo>
                <a:lnTo>
                  <a:pt x="293939" y="9676"/>
                </a:lnTo>
                <a:lnTo>
                  <a:pt x="292513" y="0"/>
                </a:lnTo>
                <a:lnTo>
                  <a:pt x="0" y="234292"/>
                </a:lnTo>
                <a:lnTo>
                  <a:pt x="5707" y="24047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1" name="Freeform 200">
            <a:extLst>
              <a:ext uri="{FF2B5EF4-FFF2-40B4-BE49-F238E27FC236}">
                <a16:creationId xmlns:a16="http://schemas.microsoft.com/office/drawing/2014/main" id="{CF4DD32A-9160-00EF-1CFA-DDC9C268BD18}"/>
              </a:ext>
            </a:extLst>
          </p:cNvPr>
          <p:cNvSpPr/>
          <p:nvPr userDrawn="1"/>
        </p:nvSpPr>
        <p:spPr>
          <a:xfrm>
            <a:off x="10761224" y="3285131"/>
            <a:ext cx="404286" cy="276349"/>
          </a:xfrm>
          <a:custGeom>
            <a:avLst/>
            <a:gdLst>
              <a:gd name="connsiteX0" fmla="*/ 11732 w 404286"/>
              <a:gd name="connsiteY0" fmla="*/ 320903 h 320903"/>
              <a:gd name="connsiteX1" fmla="*/ 404286 w 404286"/>
              <a:gd name="connsiteY1" fmla="*/ 6662 h 320903"/>
              <a:gd name="connsiteX2" fmla="*/ 399054 w 404286"/>
              <a:gd name="connsiteY2" fmla="*/ 0 h 320903"/>
              <a:gd name="connsiteX3" fmla="*/ 0 w 404286"/>
              <a:gd name="connsiteY3" fmla="*/ 319475 h 320903"/>
              <a:gd name="connsiteX4" fmla="*/ 11732 w 404286"/>
              <a:gd name="connsiteY4" fmla="*/ 320903 h 320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04286" h="320903">
                <a:moveTo>
                  <a:pt x="11732" y="320903"/>
                </a:moveTo>
                <a:lnTo>
                  <a:pt x="404286" y="6662"/>
                </a:lnTo>
                <a:lnTo>
                  <a:pt x="399054" y="0"/>
                </a:lnTo>
                <a:lnTo>
                  <a:pt x="0" y="319475"/>
                </a:lnTo>
                <a:lnTo>
                  <a:pt x="11732" y="320903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2" name="Freeform 201">
            <a:extLst>
              <a:ext uri="{FF2B5EF4-FFF2-40B4-BE49-F238E27FC236}">
                <a16:creationId xmlns:a16="http://schemas.microsoft.com/office/drawing/2014/main" id="{3E0D4B54-F14B-A3F1-74BE-3FE7FE813A66}"/>
              </a:ext>
            </a:extLst>
          </p:cNvPr>
          <p:cNvSpPr/>
          <p:nvPr userDrawn="1"/>
        </p:nvSpPr>
        <p:spPr>
          <a:xfrm>
            <a:off x="11193890" y="3255150"/>
            <a:ext cx="9194" cy="45719"/>
          </a:xfrm>
          <a:custGeom>
            <a:avLst/>
            <a:gdLst>
              <a:gd name="connsiteX0" fmla="*/ 3964 w 9194"/>
              <a:gd name="connsiteY0" fmla="*/ 0 h 9041"/>
              <a:gd name="connsiteX1" fmla="*/ 0 w 9194"/>
              <a:gd name="connsiteY1" fmla="*/ 3172 h 9041"/>
              <a:gd name="connsiteX2" fmla="*/ 6024 w 9194"/>
              <a:gd name="connsiteY2" fmla="*/ 9042 h 9041"/>
              <a:gd name="connsiteX3" fmla="*/ 9195 w 9194"/>
              <a:gd name="connsiteY3" fmla="*/ 6504 h 9041"/>
              <a:gd name="connsiteX4" fmla="*/ 3964 w 9194"/>
              <a:gd name="connsiteY4" fmla="*/ 0 h 90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94" h="9041">
                <a:moveTo>
                  <a:pt x="3964" y="0"/>
                </a:moveTo>
                <a:lnTo>
                  <a:pt x="0" y="3172"/>
                </a:lnTo>
                <a:lnTo>
                  <a:pt x="6024" y="9042"/>
                </a:lnTo>
                <a:lnTo>
                  <a:pt x="9195" y="6504"/>
                </a:lnTo>
                <a:lnTo>
                  <a:pt x="3964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3" name="Freeform 202">
            <a:extLst>
              <a:ext uri="{FF2B5EF4-FFF2-40B4-BE49-F238E27FC236}">
                <a16:creationId xmlns:a16="http://schemas.microsoft.com/office/drawing/2014/main" id="{361DE8CD-9A2B-26E7-2567-2C97BEDA9D6B}"/>
              </a:ext>
            </a:extLst>
          </p:cNvPr>
          <p:cNvSpPr/>
          <p:nvPr userDrawn="1"/>
        </p:nvSpPr>
        <p:spPr>
          <a:xfrm>
            <a:off x="32898" y="1758660"/>
            <a:ext cx="8878" cy="45719"/>
          </a:xfrm>
          <a:custGeom>
            <a:avLst/>
            <a:gdLst>
              <a:gd name="connsiteX0" fmla="*/ 634 w 8878"/>
              <a:gd name="connsiteY0" fmla="*/ 159 h 44574"/>
              <a:gd name="connsiteX1" fmla="*/ 0 w 8878"/>
              <a:gd name="connsiteY1" fmla="*/ 2855 h 44574"/>
              <a:gd name="connsiteX2" fmla="*/ 0 w 8878"/>
              <a:gd name="connsiteY2" fmla="*/ 44574 h 44574"/>
              <a:gd name="connsiteX3" fmla="*/ 8878 w 8878"/>
              <a:gd name="connsiteY3" fmla="*/ 1745 h 44574"/>
              <a:gd name="connsiteX4" fmla="*/ 634 w 8878"/>
              <a:gd name="connsiteY4" fmla="*/ 0 h 445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878" h="44574">
                <a:moveTo>
                  <a:pt x="634" y="159"/>
                </a:moveTo>
                <a:lnTo>
                  <a:pt x="0" y="2855"/>
                </a:lnTo>
                <a:lnTo>
                  <a:pt x="0" y="44574"/>
                </a:lnTo>
                <a:lnTo>
                  <a:pt x="8878" y="1745"/>
                </a:lnTo>
                <a:cubicBezTo>
                  <a:pt x="6025" y="1269"/>
                  <a:pt x="3329" y="793"/>
                  <a:pt x="634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4" name="Freeform 203">
            <a:extLst>
              <a:ext uri="{FF2B5EF4-FFF2-40B4-BE49-F238E27FC236}">
                <a16:creationId xmlns:a16="http://schemas.microsoft.com/office/drawing/2014/main" id="{F14FFC76-F296-D3EC-D354-245B2D4983DB}"/>
              </a:ext>
            </a:extLst>
          </p:cNvPr>
          <p:cNvSpPr/>
          <p:nvPr userDrawn="1"/>
        </p:nvSpPr>
        <p:spPr>
          <a:xfrm>
            <a:off x="54776" y="1715514"/>
            <a:ext cx="2098800" cy="894505"/>
          </a:xfrm>
          <a:custGeom>
            <a:avLst/>
            <a:gdLst>
              <a:gd name="connsiteX0" fmla="*/ 3647 w 2020162"/>
              <a:gd name="connsiteY0" fmla="*/ 0 h 890374"/>
              <a:gd name="connsiteX1" fmla="*/ 0 w 2020162"/>
              <a:gd name="connsiteY1" fmla="*/ 7773 h 890374"/>
              <a:gd name="connsiteX2" fmla="*/ 2016516 w 2020162"/>
              <a:gd name="connsiteY2" fmla="*/ 890375 h 890374"/>
              <a:gd name="connsiteX3" fmla="*/ 2020162 w 2020162"/>
              <a:gd name="connsiteY3" fmla="*/ 882602 h 890374"/>
              <a:gd name="connsiteX4" fmla="*/ 3647 w 2020162"/>
              <a:gd name="connsiteY4" fmla="*/ 0 h 8903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20162" h="890374">
                <a:moveTo>
                  <a:pt x="3647" y="0"/>
                </a:moveTo>
                <a:cubicBezTo>
                  <a:pt x="2537" y="2697"/>
                  <a:pt x="1268" y="5076"/>
                  <a:pt x="0" y="7773"/>
                </a:cubicBezTo>
                <a:lnTo>
                  <a:pt x="2016516" y="890375"/>
                </a:lnTo>
                <a:cubicBezTo>
                  <a:pt x="2017625" y="887678"/>
                  <a:pt x="2018894" y="885298"/>
                  <a:pt x="2020162" y="882602"/>
                </a:cubicBezTo>
                <a:lnTo>
                  <a:pt x="3647" y="0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5" name="Freeform 204">
            <a:extLst>
              <a:ext uri="{FF2B5EF4-FFF2-40B4-BE49-F238E27FC236}">
                <a16:creationId xmlns:a16="http://schemas.microsoft.com/office/drawing/2014/main" id="{E842DB25-1AAD-5932-7B19-15805E884A0D}"/>
              </a:ext>
            </a:extLst>
          </p:cNvPr>
          <p:cNvSpPr/>
          <p:nvPr userDrawn="1"/>
        </p:nvSpPr>
        <p:spPr>
          <a:xfrm>
            <a:off x="10485358" y="4119986"/>
            <a:ext cx="308683" cy="184277"/>
          </a:xfrm>
          <a:custGeom>
            <a:avLst/>
            <a:gdLst>
              <a:gd name="connsiteX0" fmla="*/ 308684 w 308683"/>
              <a:gd name="connsiteY0" fmla="*/ 211926 h 213987"/>
              <a:gd name="connsiteX1" fmla="*/ 9830 w 308683"/>
              <a:gd name="connsiteY1" fmla="*/ 0 h 213987"/>
              <a:gd name="connsiteX2" fmla="*/ 0 w 308683"/>
              <a:gd name="connsiteY2" fmla="*/ 3490 h 213987"/>
              <a:gd name="connsiteX3" fmla="*/ 296952 w 308683"/>
              <a:gd name="connsiteY3" fmla="*/ 213988 h 213987"/>
              <a:gd name="connsiteX4" fmla="*/ 308684 w 308683"/>
              <a:gd name="connsiteY4" fmla="*/ 211926 h 2139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08683" h="213987">
                <a:moveTo>
                  <a:pt x="308684" y="211926"/>
                </a:moveTo>
                <a:lnTo>
                  <a:pt x="9830" y="0"/>
                </a:lnTo>
                <a:lnTo>
                  <a:pt x="0" y="3490"/>
                </a:lnTo>
                <a:lnTo>
                  <a:pt x="296952" y="213988"/>
                </a:lnTo>
                <a:lnTo>
                  <a:pt x="308684" y="211926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6" name="Freeform 205">
            <a:extLst>
              <a:ext uri="{FF2B5EF4-FFF2-40B4-BE49-F238E27FC236}">
                <a16:creationId xmlns:a16="http://schemas.microsoft.com/office/drawing/2014/main" id="{20266387-9F60-5484-510B-50AAE75F15C1}"/>
              </a:ext>
            </a:extLst>
          </p:cNvPr>
          <p:cNvSpPr/>
          <p:nvPr userDrawn="1"/>
        </p:nvSpPr>
        <p:spPr>
          <a:xfrm>
            <a:off x="10791981" y="4338734"/>
            <a:ext cx="587721" cy="351480"/>
          </a:xfrm>
          <a:custGeom>
            <a:avLst/>
            <a:gdLst>
              <a:gd name="connsiteX0" fmla="*/ 0 w 587721"/>
              <a:gd name="connsiteY0" fmla="*/ 2062 h 408147"/>
              <a:gd name="connsiteX1" fmla="*/ 572184 w 587721"/>
              <a:gd name="connsiteY1" fmla="*/ 407513 h 408147"/>
              <a:gd name="connsiteX2" fmla="*/ 587721 w 587721"/>
              <a:gd name="connsiteY2" fmla="*/ 408148 h 408147"/>
              <a:gd name="connsiteX3" fmla="*/ 11891 w 587721"/>
              <a:gd name="connsiteY3" fmla="*/ 0 h 408147"/>
              <a:gd name="connsiteX4" fmla="*/ 0 w 587721"/>
              <a:gd name="connsiteY4" fmla="*/ 2062 h 4081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87721" h="408147">
                <a:moveTo>
                  <a:pt x="0" y="2062"/>
                </a:moveTo>
                <a:lnTo>
                  <a:pt x="572184" y="407513"/>
                </a:lnTo>
                <a:lnTo>
                  <a:pt x="587721" y="408148"/>
                </a:lnTo>
                <a:lnTo>
                  <a:pt x="11891" y="0"/>
                </a:lnTo>
                <a:lnTo>
                  <a:pt x="0" y="206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7" name="Freeform 206">
            <a:extLst>
              <a:ext uri="{FF2B5EF4-FFF2-40B4-BE49-F238E27FC236}">
                <a16:creationId xmlns:a16="http://schemas.microsoft.com/office/drawing/2014/main" id="{E0240DA5-E606-270E-96E1-74A1A4EA47A9}"/>
              </a:ext>
            </a:extLst>
          </p:cNvPr>
          <p:cNvSpPr/>
          <p:nvPr userDrawn="1"/>
        </p:nvSpPr>
        <p:spPr>
          <a:xfrm>
            <a:off x="10351071" y="4025444"/>
            <a:ext cx="135395" cy="79229"/>
          </a:xfrm>
          <a:custGeom>
            <a:avLst/>
            <a:gdLst>
              <a:gd name="connsiteX0" fmla="*/ 2061 w 135395"/>
              <a:gd name="connsiteY0" fmla="*/ 0 h 92003"/>
              <a:gd name="connsiteX1" fmla="*/ 0 w 135395"/>
              <a:gd name="connsiteY1" fmla="*/ 3014 h 92003"/>
              <a:gd name="connsiteX2" fmla="*/ 125566 w 135395"/>
              <a:gd name="connsiteY2" fmla="*/ 92004 h 92003"/>
              <a:gd name="connsiteX3" fmla="*/ 135396 w 135395"/>
              <a:gd name="connsiteY3" fmla="*/ 88514 h 92003"/>
              <a:gd name="connsiteX4" fmla="*/ 85138 w 135395"/>
              <a:gd name="connsiteY4" fmla="*/ 52982 h 92003"/>
              <a:gd name="connsiteX5" fmla="*/ 2061 w 135395"/>
              <a:gd name="connsiteY5" fmla="*/ 0 h 920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5395" h="92003">
                <a:moveTo>
                  <a:pt x="2061" y="0"/>
                </a:moveTo>
                <a:cubicBezTo>
                  <a:pt x="1427" y="952"/>
                  <a:pt x="793" y="2062"/>
                  <a:pt x="0" y="3014"/>
                </a:cubicBezTo>
                <a:lnTo>
                  <a:pt x="125566" y="92004"/>
                </a:lnTo>
                <a:lnTo>
                  <a:pt x="135396" y="88514"/>
                </a:lnTo>
                <a:lnTo>
                  <a:pt x="85138" y="52982"/>
                </a:lnTo>
                <a:lnTo>
                  <a:pt x="2061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8" name="Freeform 207">
            <a:extLst>
              <a:ext uri="{FF2B5EF4-FFF2-40B4-BE49-F238E27FC236}">
                <a16:creationId xmlns:a16="http://schemas.microsoft.com/office/drawing/2014/main" id="{D0740C33-973E-5685-A0B4-5B8E3E87C4B4}"/>
              </a:ext>
            </a:extLst>
          </p:cNvPr>
          <p:cNvSpPr/>
          <p:nvPr userDrawn="1"/>
        </p:nvSpPr>
        <p:spPr>
          <a:xfrm>
            <a:off x="11377007" y="4755288"/>
            <a:ext cx="780985" cy="476609"/>
          </a:xfrm>
          <a:custGeom>
            <a:avLst/>
            <a:gdLst>
              <a:gd name="connsiteX0" fmla="*/ 0 w 780985"/>
              <a:gd name="connsiteY0" fmla="*/ 0 h 553450"/>
              <a:gd name="connsiteX1" fmla="*/ 780986 w 780985"/>
              <a:gd name="connsiteY1" fmla="*/ 553451 h 553450"/>
              <a:gd name="connsiteX2" fmla="*/ 780986 w 780985"/>
              <a:gd name="connsiteY2" fmla="*/ 543140 h 553450"/>
              <a:gd name="connsiteX3" fmla="*/ 15537 w 780985"/>
              <a:gd name="connsiteY3" fmla="*/ 635 h 553450"/>
              <a:gd name="connsiteX4" fmla="*/ 0 w 780985"/>
              <a:gd name="connsiteY4" fmla="*/ 0 h 553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80985" h="553450">
                <a:moveTo>
                  <a:pt x="0" y="0"/>
                </a:moveTo>
                <a:lnTo>
                  <a:pt x="780986" y="553451"/>
                </a:lnTo>
                <a:lnTo>
                  <a:pt x="780986" y="543140"/>
                </a:lnTo>
                <a:lnTo>
                  <a:pt x="15537" y="63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9" name="Freeform 208">
            <a:extLst>
              <a:ext uri="{FF2B5EF4-FFF2-40B4-BE49-F238E27FC236}">
                <a16:creationId xmlns:a16="http://schemas.microsoft.com/office/drawing/2014/main" id="{9FFEAD64-08A5-7EC8-BEA9-053F8B1C876E}"/>
              </a:ext>
            </a:extLst>
          </p:cNvPr>
          <p:cNvSpPr/>
          <p:nvPr userDrawn="1"/>
        </p:nvSpPr>
        <p:spPr>
          <a:xfrm>
            <a:off x="10499468" y="4117289"/>
            <a:ext cx="338014" cy="180043"/>
          </a:xfrm>
          <a:custGeom>
            <a:avLst/>
            <a:gdLst>
              <a:gd name="connsiteX0" fmla="*/ 338015 w 338014"/>
              <a:gd name="connsiteY0" fmla="*/ 207009 h 209070"/>
              <a:gd name="connsiteX1" fmla="*/ 3647 w 338014"/>
              <a:gd name="connsiteY1" fmla="*/ 0 h 209070"/>
              <a:gd name="connsiteX2" fmla="*/ 0 w 338014"/>
              <a:gd name="connsiteY2" fmla="*/ 1269 h 209070"/>
              <a:gd name="connsiteX3" fmla="*/ 326283 w 338014"/>
              <a:gd name="connsiteY3" fmla="*/ 209071 h 209070"/>
              <a:gd name="connsiteX4" fmla="*/ 338015 w 338014"/>
              <a:gd name="connsiteY4" fmla="*/ 207009 h 2090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8014" h="209070">
                <a:moveTo>
                  <a:pt x="338015" y="207009"/>
                </a:moveTo>
                <a:lnTo>
                  <a:pt x="3647" y="0"/>
                </a:lnTo>
                <a:lnTo>
                  <a:pt x="0" y="1269"/>
                </a:lnTo>
                <a:lnTo>
                  <a:pt x="326283" y="209071"/>
                </a:lnTo>
                <a:lnTo>
                  <a:pt x="338015" y="20700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10" name="Freeform 209">
            <a:extLst>
              <a:ext uri="{FF2B5EF4-FFF2-40B4-BE49-F238E27FC236}">
                <a16:creationId xmlns:a16="http://schemas.microsoft.com/office/drawing/2014/main" id="{560CFA81-9A4E-2FFB-6306-205B21F4EBCB}"/>
              </a:ext>
            </a:extLst>
          </p:cNvPr>
          <p:cNvSpPr/>
          <p:nvPr userDrawn="1"/>
        </p:nvSpPr>
        <p:spPr>
          <a:xfrm>
            <a:off x="10836373" y="4331120"/>
            <a:ext cx="673493" cy="362408"/>
          </a:xfrm>
          <a:custGeom>
            <a:avLst/>
            <a:gdLst>
              <a:gd name="connsiteX0" fmla="*/ 11891 w 673493"/>
              <a:gd name="connsiteY0" fmla="*/ 0 h 420837"/>
              <a:gd name="connsiteX1" fmla="*/ 0 w 673493"/>
              <a:gd name="connsiteY1" fmla="*/ 2062 h 420837"/>
              <a:gd name="connsiteX2" fmla="*/ 656846 w 673493"/>
              <a:gd name="connsiteY2" fmla="*/ 420203 h 420837"/>
              <a:gd name="connsiteX3" fmla="*/ 673494 w 673493"/>
              <a:gd name="connsiteY3" fmla="*/ 420838 h 420837"/>
              <a:gd name="connsiteX4" fmla="*/ 31075 w 673493"/>
              <a:gd name="connsiteY4" fmla="*/ 11738 h 420837"/>
              <a:gd name="connsiteX5" fmla="*/ 11891 w 673493"/>
              <a:gd name="connsiteY5" fmla="*/ 0 h 42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73493" h="420837">
                <a:moveTo>
                  <a:pt x="11891" y="0"/>
                </a:moveTo>
                <a:lnTo>
                  <a:pt x="0" y="2062"/>
                </a:lnTo>
                <a:lnTo>
                  <a:pt x="656846" y="420203"/>
                </a:lnTo>
                <a:lnTo>
                  <a:pt x="673494" y="420838"/>
                </a:lnTo>
                <a:lnTo>
                  <a:pt x="31075" y="11738"/>
                </a:lnTo>
                <a:lnTo>
                  <a:pt x="11891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11" name="Freeform 210">
            <a:extLst>
              <a:ext uri="{FF2B5EF4-FFF2-40B4-BE49-F238E27FC236}">
                <a16:creationId xmlns:a16="http://schemas.microsoft.com/office/drawing/2014/main" id="{1E58E15C-E4C5-1DCA-1062-3E3797E29443}"/>
              </a:ext>
            </a:extLst>
          </p:cNvPr>
          <p:cNvSpPr/>
          <p:nvPr userDrawn="1"/>
        </p:nvSpPr>
        <p:spPr>
          <a:xfrm>
            <a:off x="11507488" y="4760364"/>
            <a:ext cx="650504" cy="356671"/>
          </a:xfrm>
          <a:custGeom>
            <a:avLst/>
            <a:gdLst>
              <a:gd name="connsiteX0" fmla="*/ 0 w 650504"/>
              <a:gd name="connsiteY0" fmla="*/ 0 h 414175"/>
              <a:gd name="connsiteX1" fmla="*/ 650505 w 650504"/>
              <a:gd name="connsiteY1" fmla="*/ 414176 h 414175"/>
              <a:gd name="connsiteX2" fmla="*/ 650505 w 650504"/>
              <a:gd name="connsiteY2" fmla="*/ 404182 h 414175"/>
              <a:gd name="connsiteX3" fmla="*/ 16647 w 650504"/>
              <a:gd name="connsiteY3" fmla="*/ 635 h 414175"/>
              <a:gd name="connsiteX4" fmla="*/ 0 w 650504"/>
              <a:gd name="connsiteY4" fmla="*/ 0 h 4141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50504" h="414175">
                <a:moveTo>
                  <a:pt x="0" y="0"/>
                </a:moveTo>
                <a:lnTo>
                  <a:pt x="650505" y="414176"/>
                </a:lnTo>
                <a:lnTo>
                  <a:pt x="650505" y="404182"/>
                </a:lnTo>
                <a:lnTo>
                  <a:pt x="16647" y="63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39" name="Freeform 238">
            <a:extLst>
              <a:ext uri="{FF2B5EF4-FFF2-40B4-BE49-F238E27FC236}">
                <a16:creationId xmlns:a16="http://schemas.microsoft.com/office/drawing/2014/main" id="{6D983BD5-8468-AF14-D5E8-A70F42385340}"/>
              </a:ext>
            </a:extLst>
          </p:cNvPr>
          <p:cNvSpPr/>
          <p:nvPr userDrawn="1"/>
        </p:nvSpPr>
        <p:spPr>
          <a:xfrm>
            <a:off x="10353291" y="4024810"/>
            <a:ext cx="140469" cy="75815"/>
          </a:xfrm>
          <a:custGeom>
            <a:avLst/>
            <a:gdLst>
              <a:gd name="connsiteX0" fmla="*/ 475 w 140469"/>
              <a:gd name="connsiteY0" fmla="*/ 0 h 88038"/>
              <a:gd name="connsiteX1" fmla="*/ 0 w 140469"/>
              <a:gd name="connsiteY1" fmla="*/ 793 h 88038"/>
              <a:gd name="connsiteX2" fmla="*/ 83077 w 140469"/>
              <a:gd name="connsiteY2" fmla="*/ 53775 h 88038"/>
              <a:gd name="connsiteX3" fmla="*/ 136982 w 140469"/>
              <a:gd name="connsiteY3" fmla="*/ 88038 h 88038"/>
              <a:gd name="connsiteX4" fmla="*/ 140469 w 140469"/>
              <a:gd name="connsiteY4" fmla="*/ 86769 h 88038"/>
              <a:gd name="connsiteX5" fmla="*/ 475 w 140469"/>
              <a:gd name="connsiteY5" fmla="*/ 0 h 880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0469" h="88038">
                <a:moveTo>
                  <a:pt x="475" y="0"/>
                </a:moveTo>
                <a:cubicBezTo>
                  <a:pt x="475" y="0"/>
                  <a:pt x="159" y="476"/>
                  <a:pt x="0" y="793"/>
                </a:cubicBezTo>
                <a:lnTo>
                  <a:pt x="83077" y="53775"/>
                </a:lnTo>
                <a:lnTo>
                  <a:pt x="136982" y="88038"/>
                </a:lnTo>
                <a:lnTo>
                  <a:pt x="140469" y="86769"/>
                </a:lnTo>
                <a:lnTo>
                  <a:pt x="475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40" name="Freeform 639">
            <a:extLst>
              <a:ext uri="{FF2B5EF4-FFF2-40B4-BE49-F238E27FC236}">
                <a16:creationId xmlns:a16="http://schemas.microsoft.com/office/drawing/2014/main" id="{04163856-9FC0-D7ED-793B-6FCF10E86296}"/>
              </a:ext>
            </a:extLst>
          </p:cNvPr>
          <p:cNvSpPr/>
          <p:nvPr userDrawn="1"/>
        </p:nvSpPr>
        <p:spPr>
          <a:xfrm>
            <a:off x="10353766" y="4017830"/>
            <a:ext cx="150299" cy="80732"/>
          </a:xfrm>
          <a:custGeom>
            <a:avLst/>
            <a:gdLst>
              <a:gd name="connsiteX0" fmla="*/ 0 w 150299"/>
              <a:gd name="connsiteY0" fmla="*/ 6980 h 93748"/>
              <a:gd name="connsiteX1" fmla="*/ 139994 w 150299"/>
              <a:gd name="connsiteY1" fmla="*/ 93749 h 93748"/>
              <a:gd name="connsiteX2" fmla="*/ 150300 w 150299"/>
              <a:gd name="connsiteY2" fmla="*/ 90100 h 93748"/>
              <a:gd name="connsiteX3" fmla="*/ 4757 w 150299"/>
              <a:gd name="connsiteY3" fmla="*/ 0 h 93748"/>
              <a:gd name="connsiteX4" fmla="*/ 0 w 150299"/>
              <a:gd name="connsiteY4" fmla="*/ 6980 h 937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0299" h="93748">
                <a:moveTo>
                  <a:pt x="0" y="6980"/>
                </a:moveTo>
                <a:lnTo>
                  <a:pt x="139994" y="93749"/>
                </a:lnTo>
                <a:lnTo>
                  <a:pt x="150300" y="90100"/>
                </a:lnTo>
                <a:lnTo>
                  <a:pt x="4757" y="0"/>
                </a:lnTo>
                <a:cubicBezTo>
                  <a:pt x="3330" y="2538"/>
                  <a:pt x="1586" y="4759"/>
                  <a:pt x="0" y="698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41" name="Freeform 640">
            <a:extLst>
              <a:ext uri="{FF2B5EF4-FFF2-40B4-BE49-F238E27FC236}">
                <a16:creationId xmlns:a16="http://schemas.microsoft.com/office/drawing/2014/main" id="{0E32B5D4-1AB2-ED6F-12B0-1301B721CAB1}"/>
              </a:ext>
            </a:extLst>
          </p:cNvPr>
          <p:cNvSpPr/>
          <p:nvPr userDrawn="1"/>
        </p:nvSpPr>
        <p:spPr>
          <a:xfrm>
            <a:off x="11543953" y="4761793"/>
            <a:ext cx="614039" cy="327438"/>
          </a:xfrm>
          <a:custGeom>
            <a:avLst/>
            <a:gdLst>
              <a:gd name="connsiteX0" fmla="*/ 0 w 614039"/>
              <a:gd name="connsiteY0" fmla="*/ 0 h 380229"/>
              <a:gd name="connsiteX1" fmla="*/ 614040 w 614039"/>
              <a:gd name="connsiteY1" fmla="*/ 380229 h 380229"/>
              <a:gd name="connsiteX2" fmla="*/ 614040 w 614039"/>
              <a:gd name="connsiteY2" fmla="*/ 370236 h 380229"/>
              <a:gd name="connsiteX3" fmla="*/ 17282 w 614039"/>
              <a:gd name="connsiteY3" fmla="*/ 635 h 380229"/>
              <a:gd name="connsiteX4" fmla="*/ 0 w 614039"/>
              <a:gd name="connsiteY4" fmla="*/ 0 h 3802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14039" h="380229">
                <a:moveTo>
                  <a:pt x="0" y="0"/>
                </a:moveTo>
                <a:lnTo>
                  <a:pt x="614040" y="380229"/>
                </a:lnTo>
                <a:lnTo>
                  <a:pt x="614040" y="370236"/>
                </a:lnTo>
                <a:lnTo>
                  <a:pt x="17282" y="63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42" name="Freeform 641">
            <a:extLst>
              <a:ext uri="{FF2B5EF4-FFF2-40B4-BE49-F238E27FC236}">
                <a16:creationId xmlns:a16="http://schemas.microsoft.com/office/drawing/2014/main" id="{F5F3C1CE-6F9E-BD61-53A1-E99017DA0E0F}"/>
              </a:ext>
            </a:extLst>
          </p:cNvPr>
          <p:cNvSpPr/>
          <p:nvPr userDrawn="1"/>
        </p:nvSpPr>
        <p:spPr>
          <a:xfrm>
            <a:off x="10848264" y="4328898"/>
            <a:ext cx="698226" cy="365550"/>
          </a:xfrm>
          <a:custGeom>
            <a:avLst/>
            <a:gdLst>
              <a:gd name="connsiteX0" fmla="*/ 0 w 698226"/>
              <a:gd name="connsiteY0" fmla="*/ 2221 h 424486"/>
              <a:gd name="connsiteX1" fmla="*/ 19184 w 698226"/>
              <a:gd name="connsiteY1" fmla="*/ 13959 h 424486"/>
              <a:gd name="connsiteX2" fmla="*/ 680945 w 698226"/>
              <a:gd name="connsiteY2" fmla="*/ 423852 h 424486"/>
              <a:gd name="connsiteX3" fmla="*/ 698227 w 698226"/>
              <a:gd name="connsiteY3" fmla="*/ 424486 h 424486"/>
              <a:gd name="connsiteX4" fmla="*/ 12684 w 698226"/>
              <a:gd name="connsiteY4" fmla="*/ 0 h 424486"/>
              <a:gd name="connsiteX5" fmla="*/ 0 w 698226"/>
              <a:gd name="connsiteY5" fmla="*/ 2221 h 4244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98226" h="424486">
                <a:moveTo>
                  <a:pt x="0" y="2221"/>
                </a:moveTo>
                <a:lnTo>
                  <a:pt x="19184" y="13959"/>
                </a:lnTo>
                <a:lnTo>
                  <a:pt x="680945" y="423852"/>
                </a:lnTo>
                <a:lnTo>
                  <a:pt x="698227" y="424486"/>
                </a:lnTo>
                <a:lnTo>
                  <a:pt x="12684" y="0"/>
                </a:lnTo>
                <a:lnTo>
                  <a:pt x="0" y="2221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43" name="Freeform 642">
            <a:extLst>
              <a:ext uri="{FF2B5EF4-FFF2-40B4-BE49-F238E27FC236}">
                <a16:creationId xmlns:a16="http://schemas.microsoft.com/office/drawing/2014/main" id="{0B791A01-93DA-DADE-E936-9883EB533286}"/>
              </a:ext>
            </a:extLst>
          </p:cNvPr>
          <p:cNvSpPr/>
          <p:nvPr userDrawn="1"/>
        </p:nvSpPr>
        <p:spPr>
          <a:xfrm>
            <a:off x="10503115" y="4113641"/>
            <a:ext cx="346893" cy="181408"/>
          </a:xfrm>
          <a:custGeom>
            <a:avLst/>
            <a:gdLst>
              <a:gd name="connsiteX0" fmla="*/ 346893 w 346893"/>
              <a:gd name="connsiteY0" fmla="*/ 208436 h 210656"/>
              <a:gd name="connsiteX1" fmla="*/ 10305 w 346893"/>
              <a:gd name="connsiteY1" fmla="*/ 0 h 210656"/>
              <a:gd name="connsiteX2" fmla="*/ 0 w 346893"/>
              <a:gd name="connsiteY2" fmla="*/ 3648 h 210656"/>
              <a:gd name="connsiteX3" fmla="*/ 334368 w 346893"/>
              <a:gd name="connsiteY3" fmla="*/ 210657 h 210656"/>
              <a:gd name="connsiteX4" fmla="*/ 346893 w 346893"/>
              <a:gd name="connsiteY4" fmla="*/ 208436 h 2106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6893" h="210656">
                <a:moveTo>
                  <a:pt x="346893" y="208436"/>
                </a:moveTo>
                <a:lnTo>
                  <a:pt x="10305" y="0"/>
                </a:lnTo>
                <a:lnTo>
                  <a:pt x="0" y="3648"/>
                </a:lnTo>
                <a:lnTo>
                  <a:pt x="334368" y="210657"/>
                </a:lnTo>
                <a:lnTo>
                  <a:pt x="346893" y="208436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44" name="Freeform 643">
            <a:extLst>
              <a:ext uri="{FF2B5EF4-FFF2-40B4-BE49-F238E27FC236}">
                <a16:creationId xmlns:a16="http://schemas.microsoft.com/office/drawing/2014/main" id="{84E943D9-E533-2B8C-9E55-E384F723EB12}"/>
              </a:ext>
            </a:extLst>
          </p:cNvPr>
          <p:cNvSpPr/>
          <p:nvPr userDrawn="1"/>
        </p:nvSpPr>
        <p:spPr>
          <a:xfrm>
            <a:off x="10361536" y="4004506"/>
            <a:ext cx="212289" cy="71716"/>
          </a:xfrm>
          <a:custGeom>
            <a:avLst/>
            <a:gdLst>
              <a:gd name="connsiteX0" fmla="*/ 158 w 212289"/>
              <a:gd name="connsiteY0" fmla="*/ 8407 h 83279"/>
              <a:gd name="connsiteX1" fmla="*/ 199765 w 212289"/>
              <a:gd name="connsiteY1" fmla="*/ 83279 h 83279"/>
              <a:gd name="connsiteX2" fmla="*/ 212289 w 212289"/>
              <a:gd name="connsiteY2" fmla="*/ 78838 h 83279"/>
              <a:gd name="connsiteX3" fmla="*/ 2219 w 212289"/>
              <a:gd name="connsiteY3" fmla="*/ 0 h 83279"/>
              <a:gd name="connsiteX4" fmla="*/ 0 w 212289"/>
              <a:gd name="connsiteY4" fmla="*/ 8249 h 83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2289" h="83279">
                <a:moveTo>
                  <a:pt x="158" y="8407"/>
                </a:moveTo>
                <a:lnTo>
                  <a:pt x="199765" y="83279"/>
                </a:lnTo>
                <a:lnTo>
                  <a:pt x="212289" y="78838"/>
                </a:lnTo>
                <a:lnTo>
                  <a:pt x="2219" y="0"/>
                </a:lnTo>
                <a:cubicBezTo>
                  <a:pt x="1426" y="2697"/>
                  <a:pt x="1109" y="5711"/>
                  <a:pt x="0" y="8249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45" name="Freeform 644">
            <a:extLst>
              <a:ext uri="{FF2B5EF4-FFF2-40B4-BE49-F238E27FC236}">
                <a16:creationId xmlns:a16="http://schemas.microsoft.com/office/drawing/2014/main" id="{EFF5A83C-4260-1CD3-71C7-93015764A72B}"/>
              </a:ext>
            </a:extLst>
          </p:cNvPr>
          <p:cNvSpPr/>
          <p:nvPr userDrawn="1"/>
        </p:nvSpPr>
        <p:spPr>
          <a:xfrm>
            <a:off x="10573825" y="4088103"/>
            <a:ext cx="522083" cy="167066"/>
          </a:xfrm>
          <a:custGeom>
            <a:avLst/>
            <a:gdLst>
              <a:gd name="connsiteX0" fmla="*/ 522084 w 522083"/>
              <a:gd name="connsiteY0" fmla="*/ 191146 h 194001"/>
              <a:gd name="connsiteX1" fmla="*/ 12526 w 522083"/>
              <a:gd name="connsiteY1" fmla="*/ 0 h 194001"/>
              <a:gd name="connsiteX2" fmla="*/ 0 w 522083"/>
              <a:gd name="connsiteY2" fmla="*/ 4442 h 194001"/>
              <a:gd name="connsiteX3" fmla="*/ 505596 w 522083"/>
              <a:gd name="connsiteY3" fmla="*/ 194001 h 194001"/>
              <a:gd name="connsiteX4" fmla="*/ 522084 w 522083"/>
              <a:gd name="connsiteY4" fmla="*/ 191146 h 194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2083" h="194001">
                <a:moveTo>
                  <a:pt x="522084" y="191146"/>
                </a:moveTo>
                <a:lnTo>
                  <a:pt x="12526" y="0"/>
                </a:lnTo>
                <a:lnTo>
                  <a:pt x="0" y="4442"/>
                </a:lnTo>
                <a:lnTo>
                  <a:pt x="505596" y="194001"/>
                </a:lnTo>
                <a:lnTo>
                  <a:pt x="522084" y="191146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46" name="Freeform 645">
            <a:extLst>
              <a:ext uri="{FF2B5EF4-FFF2-40B4-BE49-F238E27FC236}">
                <a16:creationId xmlns:a16="http://schemas.microsoft.com/office/drawing/2014/main" id="{9A6ED10B-F21C-979B-F2F4-714CDEB83674}"/>
              </a:ext>
            </a:extLst>
          </p:cNvPr>
          <p:cNvSpPr/>
          <p:nvPr userDrawn="1"/>
        </p:nvSpPr>
        <p:spPr>
          <a:xfrm>
            <a:off x="11095116" y="4285276"/>
            <a:ext cx="1062876" cy="345743"/>
          </a:xfrm>
          <a:custGeom>
            <a:avLst/>
            <a:gdLst>
              <a:gd name="connsiteX0" fmla="*/ 0 w 1062876"/>
              <a:gd name="connsiteY0" fmla="*/ 2855 h 401485"/>
              <a:gd name="connsiteX1" fmla="*/ 1062877 w 1062876"/>
              <a:gd name="connsiteY1" fmla="*/ 401485 h 401485"/>
              <a:gd name="connsiteX2" fmla="*/ 1062877 w 1062876"/>
              <a:gd name="connsiteY2" fmla="*/ 392444 h 401485"/>
              <a:gd name="connsiteX3" fmla="*/ 16647 w 1062876"/>
              <a:gd name="connsiteY3" fmla="*/ 0 h 401485"/>
              <a:gd name="connsiteX4" fmla="*/ 0 w 1062876"/>
              <a:gd name="connsiteY4" fmla="*/ 2855 h 4014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62876" h="401485">
                <a:moveTo>
                  <a:pt x="0" y="2855"/>
                </a:moveTo>
                <a:lnTo>
                  <a:pt x="1062877" y="401485"/>
                </a:lnTo>
                <a:lnTo>
                  <a:pt x="1062877" y="392444"/>
                </a:lnTo>
                <a:lnTo>
                  <a:pt x="16647" y="0"/>
                </a:lnTo>
                <a:lnTo>
                  <a:pt x="0" y="2855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47" name="Freeform 646">
            <a:extLst>
              <a:ext uri="{FF2B5EF4-FFF2-40B4-BE49-F238E27FC236}">
                <a16:creationId xmlns:a16="http://schemas.microsoft.com/office/drawing/2014/main" id="{65BA67B0-6B92-BD84-364E-A43166747301}"/>
              </a:ext>
            </a:extLst>
          </p:cNvPr>
          <p:cNvSpPr/>
          <p:nvPr userDrawn="1"/>
        </p:nvSpPr>
        <p:spPr>
          <a:xfrm>
            <a:off x="9018988" y="4656146"/>
            <a:ext cx="3139004" cy="111195"/>
          </a:xfrm>
          <a:custGeom>
            <a:avLst/>
            <a:gdLst>
              <a:gd name="connsiteX0" fmla="*/ 2510221 w 3139004"/>
              <a:gd name="connsiteY0" fmla="*/ 96604 h 129122"/>
              <a:gd name="connsiteX1" fmla="*/ 2490879 w 3139004"/>
              <a:gd name="connsiteY1" fmla="*/ 95811 h 129122"/>
              <a:gd name="connsiteX2" fmla="*/ 2474231 w 3139004"/>
              <a:gd name="connsiteY2" fmla="*/ 95176 h 129122"/>
              <a:gd name="connsiteX3" fmla="*/ 2360714 w 3139004"/>
              <a:gd name="connsiteY3" fmla="*/ 90735 h 129122"/>
              <a:gd name="connsiteX4" fmla="*/ 2345177 w 3139004"/>
              <a:gd name="connsiteY4" fmla="*/ 90101 h 129122"/>
              <a:gd name="connsiteX5" fmla="*/ 1110 w 3139004"/>
              <a:gd name="connsiteY5" fmla="*/ 0 h 129122"/>
              <a:gd name="connsiteX6" fmla="*/ 1427 w 3139004"/>
              <a:gd name="connsiteY6" fmla="*/ 1428 h 129122"/>
              <a:gd name="connsiteX7" fmla="*/ 0 w 3139004"/>
              <a:gd name="connsiteY7" fmla="*/ 8407 h 129122"/>
              <a:gd name="connsiteX8" fmla="*/ 2357860 w 3139004"/>
              <a:gd name="connsiteY8" fmla="*/ 98984 h 129122"/>
              <a:gd name="connsiteX9" fmla="*/ 2373397 w 3139004"/>
              <a:gd name="connsiteY9" fmla="*/ 99618 h 129122"/>
              <a:gd name="connsiteX10" fmla="*/ 2488500 w 3139004"/>
              <a:gd name="connsiteY10" fmla="*/ 104059 h 129122"/>
              <a:gd name="connsiteX11" fmla="*/ 2505147 w 3139004"/>
              <a:gd name="connsiteY11" fmla="*/ 104694 h 129122"/>
              <a:gd name="connsiteX12" fmla="*/ 2524965 w 3139004"/>
              <a:gd name="connsiteY12" fmla="*/ 105487 h 129122"/>
              <a:gd name="connsiteX13" fmla="*/ 2542247 w 3139004"/>
              <a:gd name="connsiteY13" fmla="*/ 106122 h 129122"/>
              <a:gd name="connsiteX14" fmla="*/ 3139005 w 3139004"/>
              <a:gd name="connsiteY14" fmla="*/ 129123 h 129122"/>
              <a:gd name="connsiteX15" fmla="*/ 3139005 w 3139004"/>
              <a:gd name="connsiteY15" fmla="*/ 120557 h 129122"/>
              <a:gd name="connsiteX16" fmla="*/ 2527502 w 3139004"/>
              <a:gd name="connsiteY16" fmla="*/ 97080 h 129122"/>
              <a:gd name="connsiteX17" fmla="*/ 2510221 w 3139004"/>
              <a:gd name="connsiteY17" fmla="*/ 96446 h 1291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139004" h="129122">
                <a:moveTo>
                  <a:pt x="2510221" y="96604"/>
                </a:moveTo>
                <a:lnTo>
                  <a:pt x="2490879" y="95811"/>
                </a:lnTo>
                <a:lnTo>
                  <a:pt x="2474231" y="95176"/>
                </a:lnTo>
                <a:lnTo>
                  <a:pt x="2360714" y="90735"/>
                </a:lnTo>
                <a:lnTo>
                  <a:pt x="2345177" y="90101"/>
                </a:lnTo>
                <a:lnTo>
                  <a:pt x="1110" y="0"/>
                </a:lnTo>
                <a:cubicBezTo>
                  <a:pt x="1110" y="0"/>
                  <a:pt x="1427" y="952"/>
                  <a:pt x="1427" y="1428"/>
                </a:cubicBezTo>
                <a:cubicBezTo>
                  <a:pt x="1427" y="3966"/>
                  <a:pt x="159" y="6028"/>
                  <a:pt x="0" y="8407"/>
                </a:cubicBezTo>
                <a:lnTo>
                  <a:pt x="2357860" y="98984"/>
                </a:lnTo>
                <a:lnTo>
                  <a:pt x="2373397" y="99618"/>
                </a:lnTo>
                <a:lnTo>
                  <a:pt x="2488500" y="104059"/>
                </a:lnTo>
                <a:lnTo>
                  <a:pt x="2505147" y="104694"/>
                </a:lnTo>
                <a:lnTo>
                  <a:pt x="2524965" y="105487"/>
                </a:lnTo>
                <a:lnTo>
                  <a:pt x="2542247" y="106122"/>
                </a:lnTo>
                <a:lnTo>
                  <a:pt x="3139005" y="129123"/>
                </a:lnTo>
                <a:lnTo>
                  <a:pt x="3139005" y="120557"/>
                </a:lnTo>
                <a:lnTo>
                  <a:pt x="2527502" y="97080"/>
                </a:lnTo>
                <a:lnTo>
                  <a:pt x="2510221" y="96446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48" name="Freeform 647">
            <a:extLst>
              <a:ext uri="{FF2B5EF4-FFF2-40B4-BE49-F238E27FC236}">
                <a16:creationId xmlns:a16="http://schemas.microsoft.com/office/drawing/2014/main" id="{68F21D06-7802-7E52-2286-4B3EEC3955FD}"/>
              </a:ext>
            </a:extLst>
          </p:cNvPr>
          <p:cNvSpPr/>
          <p:nvPr userDrawn="1"/>
        </p:nvSpPr>
        <p:spPr>
          <a:xfrm>
            <a:off x="12080782" y="4180264"/>
            <a:ext cx="77210" cy="112560"/>
          </a:xfrm>
          <a:custGeom>
            <a:avLst/>
            <a:gdLst>
              <a:gd name="connsiteX0" fmla="*/ 2854 w 77210"/>
              <a:gd name="connsiteY0" fmla="*/ 0 h 130708"/>
              <a:gd name="connsiteX1" fmla="*/ 0 w 77210"/>
              <a:gd name="connsiteY1" fmla="*/ 1903 h 130708"/>
              <a:gd name="connsiteX2" fmla="*/ 77211 w 77210"/>
              <a:gd name="connsiteY2" fmla="*/ 130709 h 130708"/>
              <a:gd name="connsiteX3" fmla="*/ 77211 w 77210"/>
              <a:gd name="connsiteY3" fmla="*/ 114053 h 130708"/>
              <a:gd name="connsiteX4" fmla="*/ 62308 w 77210"/>
              <a:gd name="connsiteY4" fmla="*/ 89149 h 130708"/>
              <a:gd name="connsiteX5" fmla="*/ 2854 w 77210"/>
              <a:gd name="connsiteY5" fmla="*/ 0 h 1307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7210" h="130708">
                <a:moveTo>
                  <a:pt x="2854" y="0"/>
                </a:moveTo>
                <a:cubicBezTo>
                  <a:pt x="1902" y="634"/>
                  <a:pt x="951" y="1428"/>
                  <a:pt x="0" y="1903"/>
                </a:cubicBezTo>
                <a:lnTo>
                  <a:pt x="77211" y="130709"/>
                </a:lnTo>
                <a:lnTo>
                  <a:pt x="77211" y="114053"/>
                </a:lnTo>
                <a:lnTo>
                  <a:pt x="62308" y="89149"/>
                </a:lnTo>
                <a:lnTo>
                  <a:pt x="2854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49" name="Freeform 648">
            <a:extLst>
              <a:ext uri="{FF2B5EF4-FFF2-40B4-BE49-F238E27FC236}">
                <a16:creationId xmlns:a16="http://schemas.microsoft.com/office/drawing/2014/main" id="{EBA19A45-254D-EA78-ACCE-1B3FAD22EED9}"/>
              </a:ext>
            </a:extLst>
          </p:cNvPr>
          <p:cNvSpPr/>
          <p:nvPr userDrawn="1"/>
        </p:nvSpPr>
        <p:spPr>
          <a:xfrm>
            <a:off x="12083636" y="4179790"/>
            <a:ext cx="74356" cy="96578"/>
          </a:xfrm>
          <a:custGeom>
            <a:avLst/>
            <a:gdLst>
              <a:gd name="connsiteX0" fmla="*/ 793 w 74356"/>
              <a:gd name="connsiteY0" fmla="*/ 0 h 112149"/>
              <a:gd name="connsiteX1" fmla="*/ 0 w 74356"/>
              <a:gd name="connsiteY1" fmla="*/ 634 h 112149"/>
              <a:gd name="connsiteX2" fmla="*/ 59454 w 74356"/>
              <a:gd name="connsiteY2" fmla="*/ 89783 h 112149"/>
              <a:gd name="connsiteX3" fmla="*/ 74357 w 74356"/>
              <a:gd name="connsiteY3" fmla="*/ 112149 h 112149"/>
              <a:gd name="connsiteX4" fmla="*/ 74357 w 74356"/>
              <a:gd name="connsiteY4" fmla="*/ 107073 h 112149"/>
              <a:gd name="connsiteX5" fmla="*/ 793 w 74356"/>
              <a:gd name="connsiteY5" fmla="*/ 159 h 112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4356" h="112149">
                <a:moveTo>
                  <a:pt x="793" y="0"/>
                </a:moveTo>
                <a:cubicBezTo>
                  <a:pt x="793" y="0"/>
                  <a:pt x="316" y="317"/>
                  <a:pt x="0" y="634"/>
                </a:cubicBezTo>
                <a:lnTo>
                  <a:pt x="59454" y="89783"/>
                </a:lnTo>
                <a:lnTo>
                  <a:pt x="74357" y="112149"/>
                </a:lnTo>
                <a:lnTo>
                  <a:pt x="74357" y="107073"/>
                </a:lnTo>
                <a:lnTo>
                  <a:pt x="793" y="15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50" name="Freeform 649">
            <a:extLst>
              <a:ext uri="{FF2B5EF4-FFF2-40B4-BE49-F238E27FC236}">
                <a16:creationId xmlns:a16="http://schemas.microsoft.com/office/drawing/2014/main" id="{2A969EE0-4900-F7D3-EC4B-A7350079365F}"/>
              </a:ext>
            </a:extLst>
          </p:cNvPr>
          <p:cNvSpPr/>
          <p:nvPr userDrawn="1"/>
        </p:nvSpPr>
        <p:spPr>
          <a:xfrm>
            <a:off x="12084428" y="4178520"/>
            <a:ext cx="73564" cy="93027"/>
          </a:xfrm>
          <a:custGeom>
            <a:avLst/>
            <a:gdLst>
              <a:gd name="connsiteX0" fmla="*/ 1426 w 73564"/>
              <a:gd name="connsiteY0" fmla="*/ 159 h 108025"/>
              <a:gd name="connsiteX1" fmla="*/ 0 w 73564"/>
              <a:gd name="connsiteY1" fmla="*/ 1110 h 108025"/>
              <a:gd name="connsiteX2" fmla="*/ 73564 w 73564"/>
              <a:gd name="connsiteY2" fmla="*/ 108025 h 108025"/>
              <a:gd name="connsiteX3" fmla="*/ 73564 w 73564"/>
              <a:gd name="connsiteY3" fmla="*/ 99935 h 108025"/>
              <a:gd name="connsiteX4" fmla="*/ 1426 w 73564"/>
              <a:gd name="connsiteY4" fmla="*/ 0 h 108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3564" h="108025">
                <a:moveTo>
                  <a:pt x="1426" y="159"/>
                </a:moveTo>
                <a:cubicBezTo>
                  <a:pt x="1426" y="159"/>
                  <a:pt x="475" y="793"/>
                  <a:pt x="0" y="1110"/>
                </a:cubicBezTo>
                <a:lnTo>
                  <a:pt x="73564" y="108025"/>
                </a:lnTo>
                <a:lnTo>
                  <a:pt x="73564" y="99935"/>
                </a:lnTo>
                <a:lnTo>
                  <a:pt x="1426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51" name="Freeform 650">
            <a:extLst>
              <a:ext uri="{FF2B5EF4-FFF2-40B4-BE49-F238E27FC236}">
                <a16:creationId xmlns:a16="http://schemas.microsoft.com/office/drawing/2014/main" id="{B5835882-C4EF-645F-D2D1-87356CF9F877}"/>
              </a:ext>
            </a:extLst>
          </p:cNvPr>
          <p:cNvSpPr/>
          <p:nvPr userDrawn="1"/>
        </p:nvSpPr>
        <p:spPr>
          <a:xfrm>
            <a:off x="12086014" y="4178361"/>
            <a:ext cx="71820" cy="86333"/>
          </a:xfrm>
          <a:custGeom>
            <a:avLst/>
            <a:gdLst>
              <a:gd name="connsiteX0" fmla="*/ 476 w 71820"/>
              <a:gd name="connsiteY0" fmla="*/ 0 h 100252"/>
              <a:gd name="connsiteX1" fmla="*/ 0 w 71820"/>
              <a:gd name="connsiteY1" fmla="*/ 317 h 100252"/>
              <a:gd name="connsiteX2" fmla="*/ 71821 w 71820"/>
              <a:gd name="connsiteY2" fmla="*/ 100253 h 100252"/>
              <a:gd name="connsiteX3" fmla="*/ 71821 w 71820"/>
              <a:gd name="connsiteY3" fmla="*/ 96763 h 100252"/>
              <a:gd name="connsiteX4" fmla="*/ 317 w 71820"/>
              <a:gd name="connsiteY4" fmla="*/ 0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1820" h="100252">
                <a:moveTo>
                  <a:pt x="476" y="0"/>
                </a:moveTo>
                <a:cubicBezTo>
                  <a:pt x="476" y="0"/>
                  <a:pt x="0" y="317"/>
                  <a:pt x="0" y="317"/>
                </a:cubicBezTo>
                <a:lnTo>
                  <a:pt x="71821" y="100253"/>
                </a:lnTo>
                <a:lnTo>
                  <a:pt x="71821" y="96763"/>
                </a:lnTo>
                <a:lnTo>
                  <a:pt x="317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52" name="Freeform 651">
            <a:extLst>
              <a:ext uri="{FF2B5EF4-FFF2-40B4-BE49-F238E27FC236}">
                <a16:creationId xmlns:a16="http://schemas.microsoft.com/office/drawing/2014/main" id="{C7E9F186-C4FC-ED4F-A58D-44796C544EAE}"/>
              </a:ext>
            </a:extLst>
          </p:cNvPr>
          <p:cNvSpPr/>
          <p:nvPr userDrawn="1"/>
        </p:nvSpPr>
        <p:spPr>
          <a:xfrm>
            <a:off x="12086490" y="4173603"/>
            <a:ext cx="71503" cy="87426"/>
          </a:xfrm>
          <a:custGeom>
            <a:avLst/>
            <a:gdLst>
              <a:gd name="connsiteX0" fmla="*/ 0 w 71503"/>
              <a:gd name="connsiteY0" fmla="*/ 4759 h 101521"/>
              <a:gd name="connsiteX1" fmla="*/ 71503 w 71503"/>
              <a:gd name="connsiteY1" fmla="*/ 101521 h 101521"/>
              <a:gd name="connsiteX2" fmla="*/ 71503 w 71503"/>
              <a:gd name="connsiteY2" fmla="*/ 87086 h 101521"/>
              <a:gd name="connsiteX3" fmla="*/ 7135 w 71503"/>
              <a:gd name="connsiteY3" fmla="*/ 0 h 101521"/>
              <a:gd name="connsiteX4" fmla="*/ 0 w 71503"/>
              <a:gd name="connsiteY4" fmla="*/ 4759 h 1015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1503" h="101521">
                <a:moveTo>
                  <a:pt x="0" y="4759"/>
                </a:moveTo>
                <a:lnTo>
                  <a:pt x="71503" y="101521"/>
                </a:lnTo>
                <a:lnTo>
                  <a:pt x="71503" y="87086"/>
                </a:lnTo>
                <a:lnTo>
                  <a:pt x="7135" y="0"/>
                </a:lnTo>
                <a:cubicBezTo>
                  <a:pt x="4915" y="1903"/>
                  <a:pt x="2378" y="3172"/>
                  <a:pt x="0" y="4759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54" name="Freeform 653">
            <a:extLst>
              <a:ext uri="{FF2B5EF4-FFF2-40B4-BE49-F238E27FC236}">
                <a16:creationId xmlns:a16="http://schemas.microsoft.com/office/drawing/2014/main" id="{0A0C81B1-A4BD-3DB9-9198-0E0017487F69}"/>
              </a:ext>
            </a:extLst>
          </p:cNvPr>
          <p:cNvSpPr/>
          <p:nvPr userDrawn="1"/>
        </p:nvSpPr>
        <p:spPr>
          <a:xfrm>
            <a:off x="12082367" y="3937089"/>
            <a:ext cx="75466" cy="105731"/>
          </a:xfrm>
          <a:custGeom>
            <a:avLst/>
            <a:gdLst>
              <a:gd name="connsiteX0" fmla="*/ 7135 w 75466"/>
              <a:gd name="connsiteY0" fmla="*/ 122619 h 122777"/>
              <a:gd name="connsiteX1" fmla="*/ 75467 w 75466"/>
              <a:gd name="connsiteY1" fmla="*/ 15704 h 122777"/>
              <a:gd name="connsiteX2" fmla="*/ 75467 w 75466"/>
              <a:gd name="connsiteY2" fmla="*/ 0 h 122777"/>
              <a:gd name="connsiteX3" fmla="*/ 0 w 75466"/>
              <a:gd name="connsiteY3" fmla="*/ 118019 h 122777"/>
              <a:gd name="connsiteX4" fmla="*/ 6976 w 75466"/>
              <a:gd name="connsiteY4" fmla="*/ 122778 h 1227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5466" h="122777">
                <a:moveTo>
                  <a:pt x="7135" y="122619"/>
                </a:moveTo>
                <a:lnTo>
                  <a:pt x="75467" y="15704"/>
                </a:lnTo>
                <a:lnTo>
                  <a:pt x="75467" y="0"/>
                </a:lnTo>
                <a:lnTo>
                  <a:pt x="0" y="118019"/>
                </a:lnTo>
                <a:cubicBezTo>
                  <a:pt x="2536" y="119446"/>
                  <a:pt x="4756" y="121033"/>
                  <a:pt x="6976" y="122778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55" name="Freeform 654">
            <a:extLst>
              <a:ext uri="{FF2B5EF4-FFF2-40B4-BE49-F238E27FC236}">
                <a16:creationId xmlns:a16="http://schemas.microsoft.com/office/drawing/2014/main" id="{CB29054D-B87E-C307-F307-DD6C3AD23852}"/>
              </a:ext>
            </a:extLst>
          </p:cNvPr>
          <p:cNvSpPr/>
          <p:nvPr userDrawn="1"/>
        </p:nvSpPr>
        <p:spPr>
          <a:xfrm>
            <a:off x="12054146" y="3369679"/>
            <a:ext cx="103846" cy="583842"/>
          </a:xfrm>
          <a:custGeom>
            <a:avLst/>
            <a:gdLst>
              <a:gd name="connsiteX0" fmla="*/ 8086 w 103846"/>
              <a:gd name="connsiteY0" fmla="*/ 677973 h 677972"/>
              <a:gd name="connsiteX1" fmla="*/ 103847 w 103846"/>
              <a:gd name="connsiteY1" fmla="*/ 55202 h 677972"/>
              <a:gd name="connsiteX2" fmla="*/ 103847 w 103846"/>
              <a:gd name="connsiteY2" fmla="*/ 0 h 677972"/>
              <a:gd name="connsiteX3" fmla="*/ 0 w 103846"/>
              <a:gd name="connsiteY3" fmla="*/ 676386 h 677972"/>
              <a:gd name="connsiteX4" fmla="*/ 8245 w 103846"/>
              <a:gd name="connsiteY4" fmla="*/ 677973 h 6779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3846" h="677972">
                <a:moveTo>
                  <a:pt x="8086" y="677973"/>
                </a:moveTo>
                <a:lnTo>
                  <a:pt x="103847" y="55202"/>
                </a:lnTo>
                <a:lnTo>
                  <a:pt x="103847" y="0"/>
                </a:lnTo>
                <a:lnTo>
                  <a:pt x="0" y="676386"/>
                </a:lnTo>
                <a:cubicBezTo>
                  <a:pt x="2855" y="676704"/>
                  <a:pt x="5550" y="677497"/>
                  <a:pt x="8245" y="677973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56" name="Freeform 655">
            <a:extLst>
              <a:ext uri="{FF2B5EF4-FFF2-40B4-BE49-F238E27FC236}">
                <a16:creationId xmlns:a16="http://schemas.microsoft.com/office/drawing/2014/main" id="{2B1D2ABF-889C-EE70-BF73-706F075D3E52}"/>
              </a:ext>
            </a:extLst>
          </p:cNvPr>
          <p:cNvSpPr/>
          <p:nvPr userDrawn="1"/>
        </p:nvSpPr>
        <p:spPr>
          <a:xfrm>
            <a:off x="11849942" y="4098571"/>
            <a:ext cx="17757" cy="45719"/>
          </a:xfrm>
          <a:custGeom>
            <a:avLst/>
            <a:gdLst>
              <a:gd name="connsiteX0" fmla="*/ 7135 w 17757"/>
              <a:gd name="connsiteY0" fmla="*/ 9042 h 9835"/>
              <a:gd name="connsiteX1" fmla="*/ 17758 w 17757"/>
              <a:gd name="connsiteY1" fmla="*/ 9835 h 9835"/>
              <a:gd name="connsiteX2" fmla="*/ 10147 w 17757"/>
              <a:gd name="connsiteY2" fmla="*/ 793 h 9835"/>
              <a:gd name="connsiteX3" fmla="*/ 0 w 17757"/>
              <a:gd name="connsiteY3" fmla="*/ 0 h 9835"/>
              <a:gd name="connsiteX4" fmla="*/ 7135 w 17757"/>
              <a:gd name="connsiteY4" fmla="*/ 9042 h 98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757" h="9835">
                <a:moveTo>
                  <a:pt x="7135" y="9042"/>
                </a:moveTo>
                <a:lnTo>
                  <a:pt x="17758" y="9835"/>
                </a:lnTo>
                <a:lnTo>
                  <a:pt x="10147" y="793"/>
                </a:lnTo>
                <a:lnTo>
                  <a:pt x="0" y="0"/>
                </a:lnTo>
                <a:lnTo>
                  <a:pt x="7135" y="904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57" name="Freeform 656">
            <a:extLst>
              <a:ext uri="{FF2B5EF4-FFF2-40B4-BE49-F238E27FC236}">
                <a16:creationId xmlns:a16="http://schemas.microsoft.com/office/drawing/2014/main" id="{FAA80D08-FFAC-B181-E6B9-02ED96F1AE63}"/>
              </a:ext>
            </a:extLst>
          </p:cNvPr>
          <p:cNvSpPr/>
          <p:nvPr userDrawn="1"/>
        </p:nvSpPr>
        <p:spPr>
          <a:xfrm>
            <a:off x="11947288" y="4106027"/>
            <a:ext cx="28696" cy="45719"/>
          </a:xfrm>
          <a:custGeom>
            <a:avLst/>
            <a:gdLst>
              <a:gd name="connsiteX0" fmla="*/ 28696 w 28696"/>
              <a:gd name="connsiteY0" fmla="*/ 2221 h 10627"/>
              <a:gd name="connsiteX1" fmla="*/ 0 w 28696"/>
              <a:gd name="connsiteY1" fmla="*/ 0 h 10627"/>
              <a:gd name="connsiteX2" fmla="*/ 6817 w 28696"/>
              <a:gd name="connsiteY2" fmla="*/ 9042 h 10627"/>
              <a:gd name="connsiteX3" fmla="*/ 26953 w 28696"/>
              <a:gd name="connsiteY3" fmla="*/ 10628 h 10627"/>
              <a:gd name="connsiteX4" fmla="*/ 28696 w 28696"/>
              <a:gd name="connsiteY4" fmla="*/ 2221 h 10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696" h="10627">
                <a:moveTo>
                  <a:pt x="28696" y="2221"/>
                </a:moveTo>
                <a:lnTo>
                  <a:pt x="0" y="0"/>
                </a:lnTo>
                <a:lnTo>
                  <a:pt x="6817" y="9042"/>
                </a:lnTo>
                <a:lnTo>
                  <a:pt x="26953" y="10628"/>
                </a:lnTo>
                <a:cubicBezTo>
                  <a:pt x="26953" y="7614"/>
                  <a:pt x="28221" y="5076"/>
                  <a:pt x="28696" y="2221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58" name="Freeform 657">
            <a:extLst>
              <a:ext uri="{FF2B5EF4-FFF2-40B4-BE49-F238E27FC236}">
                <a16:creationId xmlns:a16="http://schemas.microsoft.com/office/drawing/2014/main" id="{1ABBBE5E-3ECA-BB77-0648-B641A93A9F24}"/>
              </a:ext>
            </a:extLst>
          </p:cNvPr>
          <p:cNvSpPr/>
          <p:nvPr userDrawn="1"/>
        </p:nvSpPr>
        <p:spPr>
          <a:xfrm>
            <a:off x="10365975" y="3984677"/>
            <a:ext cx="401907" cy="45719"/>
          </a:xfrm>
          <a:custGeom>
            <a:avLst/>
            <a:gdLst>
              <a:gd name="connsiteX0" fmla="*/ 382090 w 401907"/>
              <a:gd name="connsiteY0" fmla="*/ 37753 h 37753"/>
              <a:gd name="connsiteX1" fmla="*/ 401908 w 401907"/>
              <a:gd name="connsiteY1" fmla="*/ 30774 h 37753"/>
              <a:gd name="connsiteX2" fmla="*/ 1744 w 401907"/>
              <a:gd name="connsiteY2" fmla="*/ 0 h 37753"/>
              <a:gd name="connsiteX3" fmla="*/ 0 w 401907"/>
              <a:gd name="connsiteY3" fmla="*/ 8407 h 37753"/>
              <a:gd name="connsiteX4" fmla="*/ 381932 w 401907"/>
              <a:gd name="connsiteY4" fmla="*/ 37753 h 377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01907" h="37753">
                <a:moveTo>
                  <a:pt x="382090" y="37753"/>
                </a:moveTo>
                <a:lnTo>
                  <a:pt x="401908" y="30774"/>
                </a:lnTo>
                <a:lnTo>
                  <a:pt x="1744" y="0"/>
                </a:lnTo>
                <a:cubicBezTo>
                  <a:pt x="1744" y="3014"/>
                  <a:pt x="476" y="5552"/>
                  <a:pt x="0" y="8407"/>
                </a:cubicBezTo>
                <a:lnTo>
                  <a:pt x="381932" y="37753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59" name="Freeform 658">
            <a:extLst>
              <a:ext uri="{FF2B5EF4-FFF2-40B4-BE49-F238E27FC236}">
                <a16:creationId xmlns:a16="http://schemas.microsoft.com/office/drawing/2014/main" id="{129DBE8A-DF4C-69DE-8FD6-91EC8AA402CF}"/>
              </a:ext>
            </a:extLst>
          </p:cNvPr>
          <p:cNvSpPr/>
          <p:nvPr userDrawn="1"/>
        </p:nvSpPr>
        <p:spPr>
          <a:xfrm>
            <a:off x="10769309" y="4017038"/>
            <a:ext cx="1046070" cy="75268"/>
          </a:xfrm>
          <a:custGeom>
            <a:avLst/>
            <a:gdLst>
              <a:gd name="connsiteX0" fmla="*/ 0 w 1046070"/>
              <a:gd name="connsiteY0" fmla="*/ 6980 h 87403"/>
              <a:gd name="connsiteX1" fmla="*/ 1046070 w 1046070"/>
              <a:gd name="connsiteY1" fmla="*/ 87404 h 87403"/>
              <a:gd name="connsiteX2" fmla="*/ 1038778 w 1046070"/>
              <a:gd name="connsiteY2" fmla="*/ 78362 h 87403"/>
              <a:gd name="connsiteX3" fmla="*/ 19818 w 1046070"/>
              <a:gd name="connsiteY3" fmla="*/ 0 h 87403"/>
              <a:gd name="connsiteX4" fmla="*/ 0 w 1046070"/>
              <a:gd name="connsiteY4" fmla="*/ 6980 h 874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46070" h="87403">
                <a:moveTo>
                  <a:pt x="0" y="6980"/>
                </a:moveTo>
                <a:lnTo>
                  <a:pt x="1046070" y="87404"/>
                </a:lnTo>
                <a:lnTo>
                  <a:pt x="1038778" y="78362"/>
                </a:lnTo>
                <a:lnTo>
                  <a:pt x="19818" y="0"/>
                </a:lnTo>
                <a:lnTo>
                  <a:pt x="0" y="698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60" name="Freeform 659">
            <a:extLst>
              <a:ext uri="{FF2B5EF4-FFF2-40B4-BE49-F238E27FC236}">
                <a16:creationId xmlns:a16="http://schemas.microsoft.com/office/drawing/2014/main" id="{1FC6A707-91F0-CA9E-0B0A-9AC3E9B5D820}"/>
              </a:ext>
            </a:extLst>
          </p:cNvPr>
          <p:cNvSpPr/>
          <p:nvPr userDrawn="1"/>
        </p:nvSpPr>
        <p:spPr>
          <a:xfrm>
            <a:off x="11871821" y="4100316"/>
            <a:ext cx="20452" cy="45719"/>
          </a:xfrm>
          <a:custGeom>
            <a:avLst/>
            <a:gdLst>
              <a:gd name="connsiteX0" fmla="*/ 7611 w 20452"/>
              <a:gd name="connsiteY0" fmla="*/ 9042 h 9993"/>
              <a:gd name="connsiteX1" fmla="*/ 20453 w 20452"/>
              <a:gd name="connsiteY1" fmla="*/ 9994 h 9993"/>
              <a:gd name="connsiteX2" fmla="*/ 13159 w 20452"/>
              <a:gd name="connsiteY2" fmla="*/ 952 h 9993"/>
              <a:gd name="connsiteX3" fmla="*/ 0 w 20452"/>
              <a:gd name="connsiteY3" fmla="*/ 0 h 9993"/>
              <a:gd name="connsiteX4" fmla="*/ 7611 w 20452"/>
              <a:gd name="connsiteY4" fmla="*/ 9042 h 99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452" h="9993">
                <a:moveTo>
                  <a:pt x="7611" y="9042"/>
                </a:moveTo>
                <a:lnTo>
                  <a:pt x="20453" y="9994"/>
                </a:lnTo>
                <a:lnTo>
                  <a:pt x="13159" y="952"/>
                </a:lnTo>
                <a:lnTo>
                  <a:pt x="0" y="0"/>
                </a:lnTo>
                <a:lnTo>
                  <a:pt x="7611" y="904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61" name="Freeform 660">
            <a:extLst>
              <a:ext uri="{FF2B5EF4-FFF2-40B4-BE49-F238E27FC236}">
                <a16:creationId xmlns:a16="http://schemas.microsoft.com/office/drawing/2014/main" id="{12854DD7-201F-F722-9243-A17ED1C08149}"/>
              </a:ext>
            </a:extLst>
          </p:cNvPr>
          <p:cNvSpPr/>
          <p:nvPr userDrawn="1"/>
        </p:nvSpPr>
        <p:spPr>
          <a:xfrm>
            <a:off x="11830283" y="4097144"/>
            <a:ext cx="15379" cy="45719"/>
          </a:xfrm>
          <a:custGeom>
            <a:avLst/>
            <a:gdLst>
              <a:gd name="connsiteX0" fmla="*/ 7452 w 15379"/>
              <a:gd name="connsiteY0" fmla="*/ 9042 h 9517"/>
              <a:gd name="connsiteX1" fmla="*/ 15379 w 15379"/>
              <a:gd name="connsiteY1" fmla="*/ 9518 h 9517"/>
              <a:gd name="connsiteX2" fmla="*/ 8245 w 15379"/>
              <a:gd name="connsiteY2" fmla="*/ 635 h 9517"/>
              <a:gd name="connsiteX3" fmla="*/ 0 w 15379"/>
              <a:gd name="connsiteY3" fmla="*/ 0 h 9517"/>
              <a:gd name="connsiteX4" fmla="*/ 7452 w 15379"/>
              <a:gd name="connsiteY4" fmla="*/ 9042 h 95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379" h="9517">
                <a:moveTo>
                  <a:pt x="7452" y="9042"/>
                </a:moveTo>
                <a:lnTo>
                  <a:pt x="15379" y="9518"/>
                </a:lnTo>
                <a:lnTo>
                  <a:pt x="8245" y="635"/>
                </a:lnTo>
                <a:lnTo>
                  <a:pt x="0" y="0"/>
                </a:lnTo>
                <a:lnTo>
                  <a:pt x="7452" y="904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62" name="Freeform 661">
            <a:extLst>
              <a:ext uri="{FF2B5EF4-FFF2-40B4-BE49-F238E27FC236}">
                <a16:creationId xmlns:a16="http://schemas.microsoft.com/office/drawing/2014/main" id="{1DC0E5DA-B30A-EE96-296C-BF25D575F757}"/>
              </a:ext>
            </a:extLst>
          </p:cNvPr>
          <p:cNvSpPr/>
          <p:nvPr userDrawn="1"/>
        </p:nvSpPr>
        <p:spPr>
          <a:xfrm>
            <a:off x="11896712" y="4102220"/>
            <a:ext cx="33928" cy="45719"/>
          </a:xfrm>
          <a:custGeom>
            <a:avLst/>
            <a:gdLst>
              <a:gd name="connsiteX0" fmla="*/ 7293 w 33928"/>
              <a:gd name="connsiteY0" fmla="*/ 9042 h 11103"/>
              <a:gd name="connsiteX1" fmla="*/ 33929 w 33928"/>
              <a:gd name="connsiteY1" fmla="*/ 11104 h 11103"/>
              <a:gd name="connsiteX2" fmla="*/ 27429 w 33928"/>
              <a:gd name="connsiteY2" fmla="*/ 2062 h 11103"/>
              <a:gd name="connsiteX3" fmla="*/ 0 w 33928"/>
              <a:gd name="connsiteY3" fmla="*/ 0 h 11103"/>
              <a:gd name="connsiteX4" fmla="*/ 7293 w 33928"/>
              <a:gd name="connsiteY4" fmla="*/ 9042 h 11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928" h="11103">
                <a:moveTo>
                  <a:pt x="7293" y="9042"/>
                </a:moveTo>
                <a:lnTo>
                  <a:pt x="33929" y="11104"/>
                </a:lnTo>
                <a:lnTo>
                  <a:pt x="27429" y="2062"/>
                </a:lnTo>
                <a:lnTo>
                  <a:pt x="0" y="0"/>
                </a:lnTo>
                <a:lnTo>
                  <a:pt x="7293" y="904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63" name="Freeform 662">
            <a:extLst>
              <a:ext uri="{FF2B5EF4-FFF2-40B4-BE49-F238E27FC236}">
                <a16:creationId xmlns:a16="http://schemas.microsoft.com/office/drawing/2014/main" id="{163F7BBA-021C-08A5-B6BC-A00D3EC62C6D}"/>
              </a:ext>
            </a:extLst>
          </p:cNvPr>
          <p:cNvSpPr/>
          <p:nvPr userDrawn="1"/>
        </p:nvSpPr>
        <p:spPr>
          <a:xfrm>
            <a:off x="11884029" y="4140289"/>
            <a:ext cx="16964" cy="45719"/>
          </a:xfrm>
          <a:custGeom>
            <a:avLst/>
            <a:gdLst>
              <a:gd name="connsiteX0" fmla="*/ 5866 w 16964"/>
              <a:gd name="connsiteY0" fmla="*/ 9359 h 9358"/>
              <a:gd name="connsiteX1" fmla="*/ 16964 w 16964"/>
              <a:gd name="connsiteY1" fmla="*/ 7455 h 9358"/>
              <a:gd name="connsiteX2" fmla="*/ 10622 w 16964"/>
              <a:gd name="connsiteY2" fmla="*/ 0 h 9358"/>
              <a:gd name="connsiteX3" fmla="*/ 0 w 16964"/>
              <a:gd name="connsiteY3" fmla="*/ 1745 h 9358"/>
              <a:gd name="connsiteX4" fmla="*/ 5866 w 16964"/>
              <a:gd name="connsiteY4" fmla="*/ 9359 h 93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964" h="9358">
                <a:moveTo>
                  <a:pt x="5866" y="9359"/>
                </a:moveTo>
                <a:lnTo>
                  <a:pt x="16964" y="7455"/>
                </a:lnTo>
                <a:lnTo>
                  <a:pt x="10622" y="0"/>
                </a:lnTo>
                <a:lnTo>
                  <a:pt x="0" y="1745"/>
                </a:lnTo>
                <a:lnTo>
                  <a:pt x="5866" y="935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64" name="Freeform 663">
            <a:extLst>
              <a:ext uri="{FF2B5EF4-FFF2-40B4-BE49-F238E27FC236}">
                <a16:creationId xmlns:a16="http://schemas.microsoft.com/office/drawing/2014/main" id="{D4EE618F-3539-01A4-0058-4E4F6607D19C}"/>
              </a:ext>
            </a:extLst>
          </p:cNvPr>
          <p:cNvSpPr/>
          <p:nvPr userDrawn="1"/>
        </p:nvSpPr>
        <p:spPr>
          <a:xfrm>
            <a:off x="11923506" y="4131565"/>
            <a:ext cx="26318" cy="45719"/>
          </a:xfrm>
          <a:custGeom>
            <a:avLst/>
            <a:gdLst>
              <a:gd name="connsiteX0" fmla="*/ 6025 w 26318"/>
              <a:gd name="connsiteY0" fmla="*/ 11263 h 11262"/>
              <a:gd name="connsiteX1" fmla="*/ 26319 w 26318"/>
              <a:gd name="connsiteY1" fmla="*/ 7773 h 11262"/>
              <a:gd name="connsiteX2" fmla="*/ 20610 w 26318"/>
              <a:gd name="connsiteY2" fmla="*/ 0 h 11262"/>
              <a:gd name="connsiteX3" fmla="*/ 0 w 26318"/>
              <a:gd name="connsiteY3" fmla="*/ 3649 h 11262"/>
              <a:gd name="connsiteX4" fmla="*/ 6025 w 26318"/>
              <a:gd name="connsiteY4" fmla="*/ 11263 h 112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6318" h="11262">
                <a:moveTo>
                  <a:pt x="6025" y="11263"/>
                </a:moveTo>
                <a:lnTo>
                  <a:pt x="26319" y="7773"/>
                </a:lnTo>
                <a:lnTo>
                  <a:pt x="20610" y="0"/>
                </a:lnTo>
                <a:lnTo>
                  <a:pt x="0" y="3649"/>
                </a:lnTo>
                <a:lnTo>
                  <a:pt x="6025" y="11263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65" name="Freeform 664">
            <a:extLst>
              <a:ext uri="{FF2B5EF4-FFF2-40B4-BE49-F238E27FC236}">
                <a16:creationId xmlns:a16="http://schemas.microsoft.com/office/drawing/2014/main" id="{3CC741C6-D8C0-C9FE-8798-4276737CE886}"/>
              </a:ext>
            </a:extLst>
          </p:cNvPr>
          <p:cNvSpPr/>
          <p:nvPr userDrawn="1"/>
        </p:nvSpPr>
        <p:spPr>
          <a:xfrm>
            <a:off x="11868809" y="4143780"/>
            <a:ext cx="11733" cy="45719"/>
          </a:xfrm>
          <a:custGeom>
            <a:avLst/>
            <a:gdLst>
              <a:gd name="connsiteX0" fmla="*/ 6183 w 11733"/>
              <a:gd name="connsiteY0" fmla="*/ 8566 h 8565"/>
              <a:gd name="connsiteX1" fmla="*/ 11733 w 11733"/>
              <a:gd name="connsiteY1" fmla="*/ 7614 h 8565"/>
              <a:gd name="connsiteX2" fmla="*/ 5708 w 11733"/>
              <a:gd name="connsiteY2" fmla="*/ 0 h 8565"/>
              <a:gd name="connsiteX3" fmla="*/ 0 w 11733"/>
              <a:gd name="connsiteY3" fmla="*/ 952 h 8565"/>
              <a:gd name="connsiteX4" fmla="*/ 6183 w 11733"/>
              <a:gd name="connsiteY4" fmla="*/ 8566 h 85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733" h="8565">
                <a:moveTo>
                  <a:pt x="6183" y="8566"/>
                </a:moveTo>
                <a:lnTo>
                  <a:pt x="11733" y="7614"/>
                </a:lnTo>
                <a:lnTo>
                  <a:pt x="5708" y="0"/>
                </a:lnTo>
                <a:lnTo>
                  <a:pt x="0" y="952"/>
                </a:lnTo>
                <a:lnTo>
                  <a:pt x="6183" y="8566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66" name="Freeform 665">
            <a:extLst>
              <a:ext uri="{FF2B5EF4-FFF2-40B4-BE49-F238E27FC236}">
                <a16:creationId xmlns:a16="http://schemas.microsoft.com/office/drawing/2014/main" id="{5C148D71-0BD5-38B1-A3FB-626E1DFE244A}"/>
              </a:ext>
            </a:extLst>
          </p:cNvPr>
          <p:cNvSpPr/>
          <p:nvPr userDrawn="1"/>
        </p:nvSpPr>
        <p:spPr>
          <a:xfrm>
            <a:off x="11904165" y="4136958"/>
            <a:ext cx="15854" cy="45719"/>
          </a:xfrm>
          <a:custGeom>
            <a:avLst/>
            <a:gdLst>
              <a:gd name="connsiteX0" fmla="*/ 6341 w 15854"/>
              <a:gd name="connsiteY0" fmla="*/ 9200 h 9200"/>
              <a:gd name="connsiteX1" fmla="*/ 15854 w 15854"/>
              <a:gd name="connsiteY1" fmla="*/ 7455 h 9200"/>
              <a:gd name="connsiteX2" fmla="*/ 9671 w 15854"/>
              <a:gd name="connsiteY2" fmla="*/ 0 h 9200"/>
              <a:gd name="connsiteX3" fmla="*/ 0 w 15854"/>
              <a:gd name="connsiteY3" fmla="*/ 1586 h 9200"/>
              <a:gd name="connsiteX4" fmla="*/ 6341 w 15854"/>
              <a:gd name="connsiteY4" fmla="*/ 9200 h 9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854" h="9200">
                <a:moveTo>
                  <a:pt x="6341" y="9200"/>
                </a:moveTo>
                <a:lnTo>
                  <a:pt x="15854" y="7455"/>
                </a:lnTo>
                <a:lnTo>
                  <a:pt x="9671" y="0"/>
                </a:lnTo>
                <a:lnTo>
                  <a:pt x="0" y="1586"/>
                </a:lnTo>
                <a:lnTo>
                  <a:pt x="6341" y="920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67" name="Freeform 666">
            <a:extLst>
              <a:ext uri="{FF2B5EF4-FFF2-40B4-BE49-F238E27FC236}">
                <a16:creationId xmlns:a16="http://schemas.microsoft.com/office/drawing/2014/main" id="{9CDDFB15-21AC-CAB0-70A1-CB3585F2CB0D}"/>
              </a:ext>
            </a:extLst>
          </p:cNvPr>
          <p:cNvSpPr/>
          <p:nvPr userDrawn="1"/>
        </p:nvSpPr>
        <p:spPr>
          <a:xfrm>
            <a:off x="11964093" y="4126172"/>
            <a:ext cx="13159" cy="45719"/>
          </a:xfrm>
          <a:custGeom>
            <a:avLst/>
            <a:gdLst>
              <a:gd name="connsiteX0" fmla="*/ 11574 w 13159"/>
              <a:gd name="connsiteY0" fmla="*/ 0 h 9676"/>
              <a:gd name="connsiteX1" fmla="*/ 0 w 13159"/>
              <a:gd name="connsiteY1" fmla="*/ 2062 h 9676"/>
              <a:gd name="connsiteX2" fmla="*/ 5866 w 13159"/>
              <a:gd name="connsiteY2" fmla="*/ 9676 h 9676"/>
              <a:gd name="connsiteX3" fmla="*/ 13159 w 13159"/>
              <a:gd name="connsiteY3" fmla="*/ 8407 h 9676"/>
              <a:gd name="connsiteX4" fmla="*/ 11416 w 13159"/>
              <a:gd name="connsiteY4" fmla="*/ 0 h 96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159" h="9676">
                <a:moveTo>
                  <a:pt x="11574" y="0"/>
                </a:moveTo>
                <a:lnTo>
                  <a:pt x="0" y="2062"/>
                </a:lnTo>
                <a:lnTo>
                  <a:pt x="5866" y="9676"/>
                </a:lnTo>
                <a:lnTo>
                  <a:pt x="13159" y="8407"/>
                </a:lnTo>
                <a:cubicBezTo>
                  <a:pt x="12526" y="5711"/>
                  <a:pt x="11732" y="2855"/>
                  <a:pt x="11416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68" name="Freeform 667">
            <a:extLst>
              <a:ext uri="{FF2B5EF4-FFF2-40B4-BE49-F238E27FC236}">
                <a16:creationId xmlns:a16="http://schemas.microsoft.com/office/drawing/2014/main" id="{56AADD2E-BC01-C33A-EC17-1BEC2B5B9EB4}"/>
              </a:ext>
            </a:extLst>
          </p:cNvPr>
          <p:cNvSpPr/>
          <p:nvPr userDrawn="1"/>
        </p:nvSpPr>
        <p:spPr>
          <a:xfrm>
            <a:off x="9011798" y="4148063"/>
            <a:ext cx="2844169" cy="492062"/>
          </a:xfrm>
          <a:custGeom>
            <a:avLst/>
            <a:gdLst>
              <a:gd name="connsiteX0" fmla="*/ 2062335 w 2838881"/>
              <a:gd name="connsiteY0" fmla="*/ 134040 h 501579"/>
              <a:gd name="connsiteX1" fmla="*/ 1832923 w 2838881"/>
              <a:gd name="connsiteY1" fmla="*/ 174014 h 501579"/>
              <a:gd name="connsiteX2" fmla="*/ 1820239 w 2838881"/>
              <a:gd name="connsiteY2" fmla="*/ 176235 h 501579"/>
              <a:gd name="connsiteX3" fmla="*/ 1808507 w 2838881"/>
              <a:gd name="connsiteY3" fmla="*/ 178297 h 501579"/>
              <a:gd name="connsiteX4" fmla="*/ 1776798 w 2838881"/>
              <a:gd name="connsiteY4" fmla="*/ 183849 h 501579"/>
              <a:gd name="connsiteX5" fmla="*/ 1765066 w 2838881"/>
              <a:gd name="connsiteY5" fmla="*/ 185911 h 501579"/>
              <a:gd name="connsiteX6" fmla="*/ 0 w 2838881"/>
              <a:gd name="connsiteY6" fmla="*/ 493172 h 501579"/>
              <a:gd name="connsiteX7" fmla="*/ 1745 w 2838881"/>
              <a:gd name="connsiteY7" fmla="*/ 501579 h 501579"/>
              <a:gd name="connsiteX8" fmla="*/ 1774895 w 2838881"/>
              <a:gd name="connsiteY8" fmla="*/ 192891 h 501579"/>
              <a:gd name="connsiteX9" fmla="*/ 1786628 w 2838881"/>
              <a:gd name="connsiteY9" fmla="*/ 190828 h 501579"/>
              <a:gd name="connsiteX10" fmla="*/ 1819287 w 2838881"/>
              <a:gd name="connsiteY10" fmla="*/ 185118 h 501579"/>
              <a:gd name="connsiteX11" fmla="*/ 1831178 w 2838881"/>
              <a:gd name="connsiteY11" fmla="*/ 183056 h 501579"/>
              <a:gd name="connsiteX12" fmla="*/ 1843704 w 2838881"/>
              <a:gd name="connsiteY12" fmla="*/ 180835 h 501579"/>
              <a:gd name="connsiteX13" fmla="*/ 2077872 w 2838881"/>
              <a:gd name="connsiteY13" fmla="*/ 140068 h 501579"/>
              <a:gd name="connsiteX14" fmla="*/ 2094361 w 2838881"/>
              <a:gd name="connsiteY14" fmla="*/ 137213 h 501579"/>
              <a:gd name="connsiteX15" fmla="*/ 2838881 w 2838881"/>
              <a:gd name="connsiteY15" fmla="*/ 7614 h 501579"/>
              <a:gd name="connsiteX16" fmla="*/ 2832699 w 2838881"/>
              <a:gd name="connsiteY16" fmla="*/ 0 h 501579"/>
              <a:gd name="connsiteX17" fmla="*/ 2078507 w 2838881"/>
              <a:gd name="connsiteY17" fmla="*/ 131343 h 501579"/>
              <a:gd name="connsiteX18" fmla="*/ 2062018 w 2838881"/>
              <a:gd name="connsiteY18" fmla="*/ 134199 h 5015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2838881" h="501579">
                <a:moveTo>
                  <a:pt x="2062335" y="134040"/>
                </a:moveTo>
                <a:lnTo>
                  <a:pt x="1832923" y="174014"/>
                </a:lnTo>
                <a:lnTo>
                  <a:pt x="1820239" y="176235"/>
                </a:lnTo>
                <a:lnTo>
                  <a:pt x="1808507" y="178297"/>
                </a:lnTo>
                <a:lnTo>
                  <a:pt x="1776798" y="183849"/>
                </a:lnTo>
                <a:lnTo>
                  <a:pt x="1765066" y="185911"/>
                </a:lnTo>
                <a:lnTo>
                  <a:pt x="0" y="493172"/>
                </a:lnTo>
                <a:cubicBezTo>
                  <a:pt x="635" y="495869"/>
                  <a:pt x="1427" y="498724"/>
                  <a:pt x="1745" y="501579"/>
                </a:cubicBezTo>
                <a:lnTo>
                  <a:pt x="1774895" y="192891"/>
                </a:lnTo>
                <a:lnTo>
                  <a:pt x="1786628" y="190828"/>
                </a:lnTo>
                <a:lnTo>
                  <a:pt x="1819287" y="185118"/>
                </a:lnTo>
                <a:lnTo>
                  <a:pt x="1831178" y="183056"/>
                </a:lnTo>
                <a:lnTo>
                  <a:pt x="1843704" y="180835"/>
                </a:lnTo>
                <a:lnTo>
                  <a:pt x="2077872" y="140068"/>
                </a:lnTo>
                <a:lnTo>
                  <a:pt x="2094361" y="137213"/>
                </a:lnTo>
                <a:lnTo>
                  <a:pt x="2838881" y="7614"/>
                </a:lnTo>
                <a:lnTo>
                  <a:pt x="2832699" y="0"/>
                </a:lnTo>
                <a:lnTo>
                  <a:pt x="2078507" y="131343"/>
                </a:lnTo>
                <a:lnTo>
                  <a:pt x="2062018" y="13419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69" name="Freeform 668">
            <a:extLst>
              <a:ext uri="{FF2B5EF4-FFF2-40B4-BE49-F238E27FC236}">
                <a16:creationId xmlns:a16="http://schemas.microsoft.com/office/drawing/2014/main" id="{F0E628BE-299E-7071-F75E-CAE615D6D050}"/>
              </a:ext>
            </a:extLst>
          </p:cNvPr>
          <p:cNvSpPr/>
          <p:nvPr userDrawn="1"/>
        </p:nvSpPr>
        <p:spPr>
          <a:xfrm>
            <a:off x="11681886" y="3773861"/>
            <a:ext cx="476106" cy="559253"/>
          </a:xfrm>
          <a:custGeom>
            <a:avLst/>
            <a:gdLst>
              <a:gd name="connsiteX0" fmla="*/ 159 w 476106"/>
              <a:gd name="connsiteY0" fmla="*/ 0 h 649419"/>
              <a:gd name="connsiteX1" fmla="*/ 0 w 476106"/>
              <a:gd name="connsiteY1" fmla="*/ 0 h 649419"/>
              <a:gd name="connsiteX2" fmla="*/ 242255 w 476106"/>
              <a:gd name="connsiteY2" fmla="*/ 330421 h 649419"/>
              <a:gd name="connsiteX3" fmla="*/ 248755 w 476106"/>
              <a:gd name="connsiteY3" fmla="*/ 339462 h 649419"/>
              <a:gd name="connsiteX4" fmla="*/ 262231 w 476106"/>
              <a:gd name="connsiteY4" fmla="*/ 357704 h 649419"/>
              <a:gd name="connsiteX5" fmla="*/ 267939 w 476106"/>
              <a:gd name="connsiteY5" fmla="*/ 365477 h 649419"/>
              <a:gd name="connsiteX6" fmla="*/ 476107 w 476106"/>
              <a:gd name="connsiteY6" fmla="*/ 649420 h 649419"/>
              <a:gd name="connsiteX7" fmla="*/ 476107 w 476106"/>
              <a:gd name="connsiteY7" fmla="*/ 646248 h 649419"/>
              <a:gd name="connsiteX8" fmla="*/ 159 w 476106"/>
              <a:gd name="connsiteY8" fmla="*/ 0 h 6494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76106" h="649419">
                <a:moveTo>
                  <a:pt x="159" y="0"/>
                </a:moveTo>
                <a:lnTo>
                  <a:pt x="0" y="0"/>
                </a:lnTo>
                <a:lnTo>
                  <a:pt x="242255" y="330421"/>
                </a:lnTo>
                <a:lnTo>
                  <a:pt x="248755" y="339462"/>
                </a:lnTo>
                <a:lnTo>
                  <a:pt x="262231" y="357704"/>
                </a:lnTo>
                <a:lnTo>
                  <a:pt x="267939" y="365477"/>
                </a:lnTo>
                <a:lnTo>
                  <a:pt x="476107" y="649420"/>
                </a:lnTo>
                <a:lnTo>
                  <a:pt x="476107" y="646248"/>
                </a:lnTo>
                <a:lnTo>
                  <a:pt x="159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70" name="Freeform 669">
            <a:extLst>
              <a:ext uri="{FF2B5EF4-FFF2-40B4-BE49-F238E27FC236}">
                <a16:creationId xmlns:a16="http://schemas.microsoft.com/office/drawing/2014/main" id="{28E91791-F8FA-24FF-AD40-9F8D5386D771}"/>
              </a:ext>
            </a:extLst>
          </p:cNvPr>
          <p:cNvSpPr/>
          <p:nvPr userDrawn="1"/>
        </p:nvSpPr>
        <p:spPr>
          <a:xfrm>
            <a:off x="11960606" y="4137594"/>
            <a:ext cx="197386" cy="230860"/>
          </a:xfrm>
          <a:custGeom>
            <a:avLst/>
            <a:gdLst>
              <a:gd name="connsiteX0" fmla="*/ 197387 w 197386"/>
              <a:gd name="connsiteY0" fmla="*/ 268080 h 268080"/>
              <a:gd name="connsiteX1" fmla="*/ 197387 w 197386"/>
              <a:gd name="connsiteY1" fmla="*/ 259197 h 268080"/>
              <a:gd name="connsiteX2" fmla="*/ 0 w 197386"/>
              <a:gd name="connsiteY2" fmla="*/ 0 h 268080"/>
              <a:gd name="connsiteX3" fmla="*/ 197387 w 197386"/>
              <a:gd name="connsiteY3" fmla="*/ 268080 h 268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7386" h="268080">
                <a:moveTo>
                  <a:pt x="197387" y="268080"/>
                </a:moveTo>
                <a:lnTo>
                  <a:pt x="197387" y="259197"/>
                </a:lnTo>
                <a:lnTo>
                  <a:pt x="0" y="0"/>
                </a:lnTo>
                <a:lnTo>
                  <a:pt x="197387" y="26808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71" name="Freeform 670">
            <a:extLst>
              <a:ext uri="{FF2B5EF4-FFF2-40B4-BE49-F238E27FC236}">
                <a16:creationId xmlns:a16="http://schemas.microsoft.com/office/drawing/2014/main" id="{68420E26-EF70-CEA7-E18D-93DFC01E08C7}"/>
              </a:ext>
            </a:extLst>
          </p:cNvPr>
          <p:cNvSpPr/>
          <p:nvPr userDrawn="1"/>
        </p:nvSpPr>
        <p:spPr>
          <a:xfrm>
            <a:off x="11682045" y="3773227"/>
            <a:ext cx="475948" cy="557068"/>
          </a:xfrm>
          <a:custGeom>
            <a:avLst/>
            <a:gdLst>
              <a:gd name="connsiteX0" fmla="*/ 951 w 475948"/>
              <a:gd name="connsiteY0" fmla="*/ 0 h 646882"/>
              <a:gd name="connsiteX1" fmla="*/ 0 w 475948"/>
              <a:gd name="connsiteY1" fmla="*/ 634 h 646882"/>
              <a:gd name="connsiteX2" fmla="*/ 475948 w 475948"/>
              <a:gd name="connsiteY2" fmla="*/ 646882 h 646882"/>
              <a:gd name="connsiteX3" fmla="*/ 475948 w 475948"/>
              <a:gd name="connsiteY3" fmla="*/ 632447 h 646882"/>
              <a:gd name="connsiteX4" fmla="*/ 278561 w 475948"/>
              <a:gd name="connsiteY4" fmla="*/ 364367 h 646882"/>
              <a:gd name="connsiteX5" fmla="*/ 1110 w 475948"/>
              <a:gd name="connsiteY5" fmla="*/ 0 h 6468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948" h="646882">
                <a:moveTo>
                  <a:pt x="951" y="0"/>
                </a:moveTo>
                <a:cubicBezTo>
                  <a:pt x="951" y="0"/>
                  <a:pt x="317" y="476"/>
                  <a:pt x="0" y="634"/>
                </a:cubicBezTo>
                <a:lnTo>
                  <a:pt x="475948" y="646882"/>
                </a:lnTo>
                <a:lnTo>
                  <a:pt x="475948" y="632447"/>
                </a:lnTo>
                <a:lnTo>
                  <a:pt x="278561" y="364367"/>
                </a:lnTo>
                <a:lnTo>
                  <a:pt x="1110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72" name="Freeform 671">
            <a:extLst>
              <a:ext uri="{FF2B5EF4-FFF2-40B4-BE49-F238E27FC236}">
                <a16:creationId xmlns:a16="http://schemas.microsoft.com/office/drawing/2014/main" id="{2C0FAE2F-1A7D-4E8B-59AC-FF7EA3EE2077}"/>
              </a:ext>
            </a:extLst>
          </p:cNvPr>
          <p:cNvSpPr/>
          <p:nvPr userDrawn="1"/>
        </p:nvSpPr>
        <p:spPr>
          <a:xfrm>
            <a:off x="11682996" y="3768310"/>
            <a:ext cx="474838" cy="541085"/>
          </a:xfrm>
          <a:custGeom>
            <a:avLst/>
            <a:gdLst>
              <a:gd name="connsiteX0" fmla="*/ 309160 w 474838"/>
              <a:gd name="connsiteY0" fmla="*/ 396568 h 628322"/>
              <a:gd name="connsiteX1" fmla="*/ 286963 w 474838"/>
              <a:gd name="connsiteY1" fmla="*/ 367381 h 628322"/>
              <a:gd name="connsiteX2" fmla="*/ 281097 w 474838"/>
              <a:gd name="connsiteY2" fmla="*/ 359766 h 628322"/>
              <a:gd name="connsiteX3" fmla="*/ 271109 w 474838"/>
              <a:gd name="connsiteY3" fmla="*/ 346759 h 628322"/>
              <a:gd name="connsiteX4" fmla="*/ 264292 w 474838"/>
              <a:gd name="connsiteY4" fmla="*/ 337717 h 628322"/>
              <a:gd name="connsiteX5" fmla="*/ 7135 w 474838"/>
              <a:gd name="connsiteY5" fmla="*/ 0 h 628322"/>
              <a:gd name="connsiteX6" fmla="*/ 0 w 474838"/>
              <a:gd name="connsiteY6" fmla="*/ 4759 h 628322"/>
              <a:gd name="connsiteX7" fmla="*/ 277451 w 474838"/>
              <a:gd name="connsiteY7" fmla="*/ 369126 h 628322"/>
              <a:gd name="connsiteX8" fmla="*/ 474838 w 474838"/>
              <a:gd name="connsiteY8" fmla="*/ 628322 h 628322"/>
              <a:gd name="connsiteX9" fmla="*/ 474838 w 474838"/>
              <a:gd name="connsiteY9" fmla="*/ 614204 h 628322"/>
              <a:gd name="connsiteX10" fmla="*/ 313124 w 474838"/>
              <a:gd name="connsiteY10" fmla="*/ 401961 h 628322"/>
              <a:gd name="connsiteX11" fmla="*/ 308843 w 474838"/>
              <a:gd name="connsiteY11" fmla="*/ 396410 h 6283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474838" h="628322">
                <a:moveTo>
                  <a:pt x="309160" y="396568"/>
                </a:moveTo>
                <a:lnTo>
                  <a:pt x="286963" y="367381"/>
                </a:lnTo>
                <a:lnTo>
                  <a:pt x="281097" y="359766"/>
                </a:lnTo>
                <a:lnTo>
                  <a:pt x="271109" y="346759"/>
                </a:lnTo>
                <a:lnTo>
                  <a:pt x="264292" y="337717"/>
                </a:lnTo>
                <a:lnTo>
                  <a:pt x="7135" y="0"/>
                </a:lnTo>
                <a:cubicBezTo>
                  <a:pt x="4915" y="1903"/>
                  <a:pt x="2379" y="3172"/>
                  <a:pt x="0" y="4759"/>
                </a:cubicBezTo>
                <a:lnTo>
                  <a:pt x="277451" y="369126"/>
                </a:lnTo>
                <a:lnTo>
                  <a:pt x="474838" y="628322"/>
                </a:lnTo>
                <a:lnTo>
                  <a:pt x="474838" y="614204"/>
                </a:lnTo>
                <a:lnTo>
                  <a:pt x="313124" y="401961"/>
                </a:lnTo>
                <a:cubicBezTo>
                  <a:pt x="311380" y="400216"/>
                  <a:pt x="310429" y="398154"/>
                  <a:pt x="308843" y="39641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73" name="Freeform 672">
            <a:extLst>
              <a:ext uri="{FF2B5EF4-FFF2-40B4-BE49-F238E27FC236}">
                <a16:creationId xmlns:a16="http://schemas.microsoft.com/office/drawing/2014/main" id="{118B2279-3101-8AED-4696-EFEE46413E2B}"/>
              </a:ext>
            </a:extLst>
          </p:cNvPr>
          <p:cNvSpPr/>
          <p:nvPr userDrawn="1"/>
        </p:nvSpPr>
        <p:spPr>
          <a:xfrm>
            <a:off x="11686801" y="3110166"/>
            <a:ext cx="471191" cy="474286"/>
          </a:xfrm>
          <a:custGeom>
            <a:avLst/>
            <a:gdLst>
              <a:gd name="connsiteX0" fmla="*/ 6976 w 471191"/>
              <a:gd name="connsiteY0" fmla="*/ 550754 h 550753"/>
              <a:gd name="connsiteX1" fmla="*/ 471192 w 471191"/>
              <a:gd name="connsiteY1" fmla="*/ 13008 h 550753"/>
              <a:gd name="connsiteX2" fmla="*/ 471192 w 471191"/>
              <a:gd name="connsiteY2" fmla="*/ 0 h 550753"/>
              <a:gd name="connsiteX3" fmla="*/ 0 w 471191"/>
              <a:gd name="connsiteY3" fmla="*/ 545995 h 550753"/>
              <a:gd name="connsiteX4" fmla="*/ 7135 w 471191"/>
              <a:gd name="connsiteY4" fmla="*/ 550754 h 5507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1191" h="550753">
                <a:moveTo>
                  <a:pt x="6976" y="550754"/>
                </a:moveTo>
                <a:lnTo>
                  <a:pt x="471192" y="13008"/>
                </a:lnTo>
                <a:lnTo>
                  <a:pt x="471192" y="0"/>
                </a:lnTo>
                <a:lnTo>
                  <a:pt x="0" y="545995"/>
                </a:lnTo>
                <a:cubicBezTo>
                  <a:pt x="2220" y="547740"/>
                  <a:pt x="5074" y="548850"/>
                  <a:pt x="7135" y="550754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74" name="Freeform 673">
            <a:extLst>
              <a:ext uri="{FF2B5EF4-FFF2-40B4-BE49-F238E27FC236}">
                <a16:creationId xmlns:a16="http://schemas.microsoft.com/office/drawing/2014/main" id="{3717396E-B25F-C999-DA41-C9A28D0F776A}"/>
              </a:ext>
            </a:extLst>
          </p:cNvPr>
          <p:cNvSpPr/>
          <p:nvPr userDrawn="1"/>
        </p:nvSpPr>
        <p:spPr>
          <a:xfrm>
            <a:off x="11671739" y="2672831"/>
            <a:ext cx="486253" cy="842296"/>
          </a:xfrm>
          <a:custGeom>
            <a:avLst/>
            <a:gdLst>
              <a:gd name="connsiteX0" fmla="*/ 7135 w 486253"/>
              <a:gd name="connsiteY0" fmla="*/ 978095 h 978095"/>
              <a:gd name="connsiteX1" fmla="*/ 486254 w 486253"/>
              <a:gd name="connsiteY1" fmla="*/ 19035 h 978095"/>
              <a:gd name="connsiteX2" fmla="*/ 486254 w 486253"/>
              <a:gd name="connsiteY2" fmla="*/ 0 h 978095"/>
              <a:gd name="connsiteX3" fmla="*/ 0 w 486253"/>
              <a:gd name="connsiteY3" fmla="*/ 973178 h 978095"/>
              <a:gd name="connsiteX4" fmla="*/ 7135 w 486253"/>
              <a:gd name="connsiteY4" fmla="*/ 977937 h 9780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86253" h="978095">
                <a:moveTo>
                  <a:pt x="7135" y="978095"/>
                </a:moveTo>
                <a:lnTo>
                  <a:pt x="486254" y="19035"/>
                </a:lnTo>
                <a:lnTo>
                  <a:pt x="486254" y="0"/>
                </a:lnTo>
                <a:lnTo>
                  <a:pt x="0" y="973178"/>
                </a:lnTo>
                <a:cubicBezTo>
                  <a:pt x="2696" y="974288"/>
                  <a:pt x="4598" y="976509"/>
                  <a:pt x="7135" y="977937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75" name="Freeform 674">
            <a:extLst>
              <a:ext uri="{FF2B5EF4-FFF2-40B4-BE49-F238E27FC236}">
                <a16:creationId xmlns:a16="http://schemas.microsoft.com/office/drawing/2014/main" id="{DAC64B7F-7C5F-7440-756A-749478058F56}"/>
              </a:ext>
            </a:extLst>
          </p:cNvPr>
          <p:cNvSpPr/>
          <p:nvPr userDrawn="1"/>
        </p:nvSpPr>
        <p:spPr>
          <a:xfrm>
            <a:off x="11558540" y="3723417"/>
            <a:ext cx="14744" cy="45719"/>
          </a:xfrm>
          <a:custGeom>
            <a:avLst/>
            <a:gdLst>
              <a:gd name="connsiteX0" fmla="*/ 13158 w 14744"/>
              <a:gd name="connsiteY0" fmla="*/ 0 h 10152"/>
              <a:gd name="connsiteX1" fmla="*/ 0 w 14744"/>
              <a:gd name="connsiteY1" fmla="*/ 2697 h 10152"/>
              <a:gd name="connsiteX2" fmla="*/ 5866 w 14744"/>
              <a:gd name="connsiteY2" fmla="*/ 10152 h 10152"/>
              <a:gd name="connsiteX3" fmla="*/ 14744 w 14744"/>
              <a:gd name="connsiteY3" fmla="*/ 8407 h 10152"/>
              <a:gd name="connsiteX4" fmla="*/ 13000 w 14744"/>
              <a:gd name="connsiteY4" fmla="*/ 159 h 10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744" h="10152">
                <a:moveTo>
                  <a:pt x="13158" y="0"/>
                </a:moveTo>
                <a:lnTo>
                  <a:pt x="0" y="2697"/>
                </a:lnTo>
                <a:lnTo>
                  <a:pt x="5866" y="10152"/>
                </a:lnTo>
                <a:lnTo>
                  <a:pt x="14744" y="8407"/>
                </a:lnTo>
                <a:cubicBezTo>
                  <a:pt x="13951" y="5711"/>
                  <a:pt x="13476" y="3014"/>
                  <a:pt x="13000" y="159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76" name="Freeform 675">
            <a:extLst>
              <a:ext uri="{FF2B5EF4-FFF2-40B4-BE49-F238E27FC236}">
                <a16:creationId xmlns:a16="http://schemas.microsoft.com/office/drawing/2014/main" id="{76C7357A-F27E-7D7C-6E26-218D63771EB9}"/>
              </a:ext>
            </a:extLst>
          </p:cNvPr>
          <p:cNvSpPr/>
          <p:nvPr userDrawn="1"/>
        </p:nvSpPr>
        <p:spPr>
          <a:xfrm>
            <a:off x="11534123" y="3728493"/>
            <a:ext cx="18549" cy="45719"/>
          </a:xfrm>
          <a:custGeom>
            <a:avLst/>
            <a:gdLst>
              <a:gd name="connsiteX0" fmla="*/ 12367 w 18549"/>
              <a:gd name="connsiteY0" fmla="*/ 0 h 9834"/>
              <a:gd name="connsiteX1" fmla="*/ 0 w 18549"/>
              <a:gd name="connsiteY1" fmla="*/ 2379 h 9834"/>
              <a:gd name="connsiteX2" fmla="*/ 6025 w 18549"/>
              <a:gd name="connsiteY2" fmla="*/ 9835 h 9834"/>
              <a:gd name="connsiteX3" fmla="*/ 18549 w 18549"/>
              <a:gd name="connsiteY3" fmla="*/ 7297 h 9834"/>
              <a:gd name="connsiteX4" fmla="*/ 12367 w 18549"/>
              <a:gd name="connsiteY4" fmla="*/ 0 h 98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549" h="9834">
                <a:moveTo>
                  <a:pt x="12367" y="0"/>
                </a:moveTo>
                <a:lnTo>
                  <a:pt x="0" y="2379"/>
                </a:lnTo>
                <a:lnTo>
                  <a:pt x="6025" y="9835"/>
                </a:lnTo>
                <a:lnTo>
                  <a:pt x="18549" y="7297"/>
                </a:lnTo>
                <a:lnTo>
                  <a:pt x="12367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77" name="Freeform 676">
            <a:extLst>
              <a:ext uri="{FF2B5EF4-FFF2-40B4-BE49-F238E27FC236}">
                <a16:creationId xmlns:a16="http://schemas.microsoft.com/office/drawing/2014/main" id="{8FF96711-97BC-D843-0BAF-0BDBEE469948}"/>
              </a:ext>
            </a:extLst>
          </p:cNvPr>
          <p:cNvSpPr/>
          <p:nvPr userDrawn="1"/>
        </p:nvSpPr>
        <p:spPr>
          <a:xfrm>
            <a:off x="10364390" y="3734046"/>
            <a:ext cx="1160696" cy="206134"/>
          </a:xfrm>
          <a:custGeom>
            <a:avLst/>
            <a:gdLst>
              <a:gd name="connsiteX0" fmla="*/ 1744 w 1160696"/>
              <a:gd name="connsiteY0" fmla="*/ 239368 h 239368"/>
              <a:gd name="connsiteX1" fmla="*/ 1160697 w 1160696"/>
              <a:gd name="connsiteY1" fmla="*/ 7455 h 239368"/>
              <a:gd name="connsiteX2" fmla="*/ 1154672 w 1160696"/>
              <a:gd name="connsiteY2" fmla="*/ 0 h 239368"/>
              <a:gd name="connsiteX3" fmla="*/ 0 w 1160696"/>
              <a:gd name="connsiteY3" fmla="*/ 231120 h 239368"/>
              <a:gd name="connsiteX4" fmla="*/ 1744 w 1160696"/>
              <a:gd name="connsiteY4" fmla="*/ 239368 h 2393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60696" h="239368">
                <a:moveTo>
                  <a:pt x="1744" y="239368"/>
                </a:moveTo>
                <a:lnTo>
                  <a:pt x="1160697" y="7455"/>
                </a:lnTo>
                <a:lnTo>
                  <a:pt x="1154672" y="0"/>
                </a:lnTo>
                <a:lnTo>
                  <a:pt x="0" y="231120"/>
                </a:lnTo>
                <a:cubicBezTo>
                  <a:pt x="793" y="233817"/>
                  <a:pt x="1268" y="236672"/>
                  <a:pt x="1744" y="239368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78" name="Freeform 677">
            <a:extLst>
              <a:ext uri="{FF2B5EF4-FFF2-40B4-BE49-F238E27FC236}">
                <a16:creationId xmlns:a16="http://schemas.microsoft.com/office/drawing/2014/main" id="{456A835F-89E1-9188-A876-D38B70C3DAF4}"/>
              </a:ext>
            </a:extLst>
          </p:cNvPr>
          <p:cNvSpPr/>
          <p:nvPr userDrawn="1"/>
        </p:nvSpPr>
        <p:spPr>
          <a:xfrm>
            <a:off x="11566150" y="3733252"/>
            <a:ext cx="9195" cy="45719"/>
          </a:xfrm>
          <a:custGeom>
            <a:avLst/>
            <a:gdLst>
              <a:gd name="connsiteX0" fmla="*/ 7451 w 9195"/>
              <a:gd name="connsiteY0" fmla="*/ 0 h 9676"/>
              <a:gd name="connsiteX1" fmla="*/ 0 w 9195"/>
              <a:gd name="connsiteY1" fmla="*/ 2538 h 9676"/>
              <a:gd name="connsiteX2" fmla="*/ 5549 w 9195"/>
              <a:gd name="connsiteY2" fmla="*/ 9676 h 9676"/>
              <a:gd name="connsiteX3" fmla="*/ 9196 w 9195"/>
              <a:gd name="connsiteY3" fmla="*/ 8407 h 9676"/>
              <a:gd name="connsiteX4" fmla="*/ 7451 w 9195"/>
              <a:gd name="connsiteY4" fmla="*/ 0 h 96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95" h="9676">
                <a:moveTo>
                  <a:pt x="7451" y="0"/>
                </a:moveTo>
                <a:lnTo>
                  <a:pt x="0" y="2538"/>
                </a:lnTo>
                <a:lnTo>
                  <a:pt x="5549" y="9676"/>
                </a:lnTo>
                <a:lnTo>
                  <a:pt x="9196" y="8407"/>
                </a:lnTo>
                <a:cubicBezTo>
                  <a:pt x="8086" y="5869"/>
                  <a:pt x="8245" y="2697"/>
                  <a:pt x="7451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79" name="Freeform 678">
            <a:extLst>
              <a:ext uri="{FF2B5EF4-FFF2-40B4-BE49-F238E27FC236}">
                <a16:creationId xmlns:a16="http://schemas.microsoft.com/office/drawing/2014/main" id="{7F5662A6-827D-FE2E-1312-E0EB4CD2F6C1}"/>
              </a:ext>
            </a:extLst>
          </p:cNvPr>
          <p:cNvSpPr/>
          <p:nvPr userDrawn="1"/>
        </p:nvSpPr>
        <p:spPr>
          <a:xfrm>
            <a:off x="11544270" y="3739438"/>
            <a:ext cx="17439" cy="45719"/>
          </a:xfrm>
          <a:custGeom>
            <a:avLst/>
            <a:gdLst>
              <a:gd name="connsiteX0" fmla="*/ 11415 w 17439"/>
              <a:gd name="connsiteY0" fmla="*/ 0 h 11104"/>
              <a:gd name="connsiteX1" fmla="*/ 0 w 17439"/>
              <a:gd name="connsiteY1" fmla="*/ 4124 h 11104"/>
              <a:gd name="connsiteX2" fmla="*/ 5707 w 17439"/>
              <a:gd name="connsiteY2" fmla="*/ 11104 h 11104"/>
              <a:gd name="connsiteX3" fmla="*/ 17439 w 17439"/>
              <a:gd name="connsiteY3" fmla="*/ 6980 h 11104"/>
              <a:gd name="connsiteX4" fmla="*/ 11415 w 17439"/>
              <a:gd name="connsiteY4" fmla="*/ 0 h 111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439" h="11104">
                <a:moveTo>
                  <a:pt x="11415" y="0"/>
                </a:moveTo>
                <a:lnTo>
                  <a:pt x="0" y="4124"/>
                </a:lnTo>
                <a:lnTo>
                  <a:pt x="5707" y="11104"/>
                </a:lnTo>
                <a:lnTo>
                  <a:pt x="17439" y="6980"/>
                </a:lnTo>
                <a:lnTo>
                  <a:pt x="11415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80" name="Freeform 679">
            <a:extLst>
              <a:ext uri="{FF2B5EF4-FFF2-40B4-BE49-F238E27FC236}">
                <a16:creationId xmlns:a16="http://schemas.microsoft.com/office/drawing/2014/main" id="{606BDC99-882C-AB16-04B8-725A0FF62687}"/>
              </a:ext>
            </a:extLst>
          </p:cNvPr>
          <p:cNvSpPr/>
          <p:nvPr userDrawn="1"/>
        </p:nvSpPr>
        <p:spPr>
          <a:xfrm>
            <a:off x="8975075" y="3748163"/>
            <a:ext cx="2561268" cy="891961"/>
          </a:xfrm>
          <a:custGeom>
            <a:avLst/>
            <a:gdLst>
              <a:gd name="connsiteX0" fmla="*/ 1733197 w 2521476"/>
              <a:gd name="connsiteY0" fmla="*/ 274267 h 889898"/>
              <a:gd name="connsiteX1" fmla="*/ 1558958 w 2521476"/>
              <a:gd name="connsiteY1" fmla="*/ 335338 h 889898"/>
              <a:gd name="connsiteX2" fmla="*/ 1546434 w 2521476"/>
              <a:gd name="connsiteY2" fmla="*/ 339779 h 889898"/>
              <a:gd name="connsiteX3" fmla="*/ 1489200 w 2521476"/>
              <a:gd name="connsiteY3" fmla="*/ 359767 h 889898"/>
              <a:gd name="connsiteX4" fmla="*/ 1478894 w 2521476"/>
              <a:gd name="connsiteY4" fmla="*/ 363415 h 889898"/>
              <a:gd name="connsiteX5" fmla="*/ 1475406 w 2521476"/>
              <a:gd name="connsiteY5" fmla="*/ 364684 h 889898"/>
              <a:gd name="connsiteX6" fmla="*/ 1471759 w 2521476"/>
              <a:gd name="connsiteY6" fmla="*/ 365953 h 889898"/>
              <a:gd name="connsiteX7" fmla="*/ 1461930 w 2521476"/>
              <a:gd name="connsiteY7" fmla="*/ 369443 h 889898"/>
              <a:gd name="connsiteX8" fmla="*/ 0 w 2521476"/>
              <a:gd name="connsiteY8" fmla="*/ 881492 h 889898"/>
              <a:gd name="connsiteX9" fmla="*/ 1744 w 2521476"/>
              <a:gd name="connsiteY9" fmla="*/ 889899 h 889898"/>
              <a:gd name="connsiteX10" fmla="*/ 1470492 w 2521476"/>
              <a:gd name="connsiteY10" fmla="*/ 375471 h 889898"/>
              <a:gd name="connsiteX11" fmla="*/ 1480321 w 2521476"/>
              <a:gd name="connsiteY11" fmla="*/ 371981 h 889898"/>
              <a:gd name="connsiteX12" fmla="*/ 1484601 w 2521476"/>
              <a:gd name="connsiteY12" fmla="*/ 370395 h 889898"/>
              <a:gd name="connsiteX13" fmla="*/ 1488248 w 2521476"/>
              <a:gd name="connsiteY13" fmla="*/ 369126 h 889898"/>
              <a:gd name="connsiteX14" fmla="*/ 1498553 w 2521476"/>
              <a:gd name="connsiteY14" fmla="*/ 365477 h 889898"/>
              <a:gd name="connsiteX15" fmla="*/ 1558958 w 2521476"/>
              <a:gd name="connsiteY15" fmla="*/ 344380 h 889898"/>
              <a:gd name="connsiteX16" fmla="*/ 1571484 w 2521476"/>
              <a:gd name="connsiteY16" fmla="*/ 339938 h 889898"/>
              <a:gd name="connsiteX17" fmla="*/ 1754443 w 2521476"/>
              <a:gd name="connsiteY17" fmla="*/ 275853 h 889898"/>
              <a:gd name="connsiteX18" fmla="*/ 1774261 w 2521476"/>
              <a:gd name="connsiteY18" fmla="*/ 268873 h 889898"/>
              <a:gd name="connsiteX19" fmla="*/ 2521477 w 2521476"/>
              <a:gd name="connsiteY19" fmla="*/ 7138 h 889898"/>
              <a:gd name="connsiteX20" fmla="*/ 2515769 w 2521476"/>
              <a:gd name="connsiteY20" fmla="*/ 0 h 889898"/>
              <a:gd name="connsiteX21" fmla="*/ 1753174 w 2521476"/>
              <a:gd name="connsiteY21" fmla="*/ 267128 h 889898"/>
              <a:gd name="connsiteX22" fmla="*/ 1733356 w 2521476"/>
              <a:gd name="connsiteY22" fmla="*/ 274108 h 8898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2521476" h="889898">
                <a:moveTo>
                  <a:pt x="1733197" y="274267"/>
                </a:moveTo>
                <a:lnTo>
                  <a:pt x="1558958" y="335338"/>
                </a:lnTo>
                <a:lnTo>
                  <a:pt x="1546434" y="339779"/>
                </a:lnTo>
                <a:lnTo>
                  <a:pt x="1489200" y="359767"/>
                </a:lnTo>
                <a:lnTo>
                  <a:pt x="1478894" y="363415"/>
                </a:lnTo>
                <a:lnTo>
                  <a:pt x="1475406" y="364684"/>
                </a:lnTo>
                <a:lnTo>
                  <a:pt x="1471759" y="365953"/>
                </a:lnTo>
                <a:lnTo>
                  <a:pt x="1461930" y="369443"/>
                </a:lnTo>
                <a:lnTo>
                  <a:pt x="0" y="881492"/>
                </a:lnTo>
                <a:cubicBezTo>
                  <a:pt x="1109" y="884188"/>
                  <a:pt x="951" y="887202"/>
                  <a:pt x="1744" y="889899"/>
                </a:cubicBezTo>
                <a:lnTo>
                  <a:pt x="1470492" y="375471"/>
                </a:lnTo>
                <a:lnTo>
                  <a:pt x="1480321" y="371981"/>
                </a:lnTo>
                <a:lnTo>
                  <a:pt x="1484601" y="370395"/>
                </a:lnTo>
                <a:lnTo>
                  <a:pt x="1488248" y="369126"/>
                </a:lnTo>
                <a:lnTo>
                  <a:pt x="1498553" y="365477"/>
                </a:lnTo>
                <a:lnTo>
                  <a:pt x="1558958" y="344380"/>
                </a:lnTo>
                <a:lnTo>
                  <a:pt x="1571484" y="339938"/>
                </a:lnTo>
                <a:lnTo>
                  <a:pt x="1754443" y="275853"/>
                </a:lnTo>
                <a:lnTo>
                  <a:pt x="1774261" y="268873"/>
                </a:lnTo>
                <a:lnTo>
                  <a:pt x="2521477" y="7138"/>
                </a:lnTo>
                <a:lnTo>
                  <a:pt x="2515769" y="0"/>
                </a:lnTo>
                <a:lnTo>
                  <a:pt x="1753174" y="267128"/>
                </a:lnTo>
                <a:lnTo>
                  <a:pt x="1733356" y="274108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81" name="Freeform 680">
            <a:extLst>
              <a:ext uri="{FF2B5EF4-FFF2-40B4-BE49-F238E27FC236}">
                <a16:creationId xmlns:a16="http://schemas.microsoft.com/office/drawing/2014/main" id="{386CACB8-D043-204D-5BED-8E6BAAE9FFC1}"/>
              </a:ext>
            </a:extLst>
          </p:cNvPr>
          <p:cNvSpPr/>
          <p:nvPr userDrawn="1"/>
        </p:nvSpPr>
        <p:spPr>
          <a:xfrm>
            <a:off x="7737481" y="3246109"/>
            <a:ext cx="2838712" cy="335020"/>
          </a:xfrm>
          <a:custGeom>
            <a:avLst/>
            <a:gdLst>
              <a:gd name="connsiteX0" fmla="*/ 2201060 w 2201060"/>
              <a:gd name="connsiteY0" fmla="*/ 260942 h 268714"/>
              <a:gd name="connsiteX1" fmla="*/ 1744 w 2201060"/>
              <a:gd name="connsiteY1" fmla="*/ 0 h 268714"/>
              <a:gd name="connsiteX2" fmla="*/ 0 w 2201060"/>
              <a:gd name="connsiteY2" fmla="*/ 8407 h 268714"/>
              <a:gd name="connsiteX3" fmla="*/ 2194402 w 2201060"/>
              <a:gd name="connsiteY3" fmla="*/ 268715 h 268714"/>
              <a:gd name="connsiteX4" fmla="*/ 2201060 w 2201060"/>
              <a:gd name="connsiteY4" fmla="*/ 260942 h 268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01060" h="268714">
                <a:moveTo>
                  <a:pt x="2201060" y="260942"/>
                </a:moveTo>
                <a:lnTo>
                  <a:pt x="1744" y="0"/>
                </a:lnTo>
                <a:cubicBezTo>
                  <a:pt x="1586" y="3014"/>
                  <a:pt x="476" y="5552"/>
                  <a:pt x="0" y="8407"/>
                </a:cubicBezTo>
                <a:lnTo>
                  <a:pt x="2194402" y="268715"/>
                </a:lnTo>
                <a:lnTo>
                  <a:pt x="2201060" y="26094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82" name="Freeform 681">
            <a:extLst>
              <a:ext uri="{FF2B5EF4-FFF2-40B4-BE49-F238E27FC236}">
                <a16:creationId xmlns:a16="http://schemas.microsoft.com/office/drawing/2014/main" id="{98CF7B38-3B21-1A13-8A8A-94402B2A7353}"/>
              </a:ext>
            </a:extLst>
          </p:cNvPr>
          <p:cNvSpPr/>
          <p:nvPr userDrawn="1"/>
        </p:nvSpPr>
        <p:spPr>
          <a:xfrm>
            <a:off x="11535392" y="3696450"/>
            <a:ext cx="30757" cy="45719"/>
          </a:xfrm>
          <a:custGeom>
            <a:avLst/>
            <a:gdLst>
              <a:gd name="connsiteX0" fmla="*/ 22989 w 30757"/>
              <a:gd name="connsiteY0" fmla="*/ 2697 h 12214"/>
              <a:gd name="connsiteX1" fmla="*/ 0 w 30757"/>
              <a:gd name="connsiteY1" fmla="*/ 0 h 12214"/>
              <a:gd name="connsiteX2" fmla="*/ 7293 w 30757"/>
              <a:gd name="connsiteY2" fmla="*/ 9359 h 12214"/>
              <a:gd name="connsiteX3" fmla="*/ 30757 w 30757"/>
              <a:gd name="connsiteY3" fmla="*/ 12214 h 12214"/>
              <a:gd name="connsiteX4" fmla="*/ 22989 w 30757"/>
              <a:gd name="connsiteY4" fmla="*/ 2697 h 122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0757" h="12214">
                <a:moveTo>
                  <a:pt x="22989" y="2697"/>
                </a:moveTo>
                <a:lnTo>
                  <a:pt x="0" y="0"/>
                </a:lnTo>
                <a:lnTo>
                  <a:pt x="7293" y="9359"/>
                </a:lnTo>
                <a:lnTo>
                  <a:pt x="30757" y="12214"/>
                </a:lnTo>
                <a:lnTo>
                  <a:pt x="22989" y="2697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83" name="Freeform 682">
            <a:extLst>
              <a:ext uri="{FF2B5EF4-FFF2-40B4-BE49-F238E27FC236}">
                <a16:creationId xmlns:a16="http://schemas.microsoft.com/office/drawing/2014/main" id="{1DE828B9-9CB6-361C-ACEC-7F4AB2F7BFDC}"/>
              </a:ext>
            </a:extLst>
          </p:cNvPr>
          <p:cNvSpPr/>
          <p:nvPr userDrawn="1"/>
        </p:nvSpPr>
        <p:spPr>
          <a:xfrm>
            <a:off x="11503207" y="3692644"/>
            <a:ext cx="22355" cy="45719"/>
          </a:xfrm>
          <a:custGeom>
            <a:avLst/>
            <a:gdLst>
              <a:gd name="connsiteX0" fmla="*/ 14269 w 22355"/>
              <a:gd name="connsiteY0" fmla="*/ 1745 h 11103"/>
              <a:gd name="connsiteX1" fmla="*/ 0 w 22355"/>
              <a:gd name="connsiteY1" fmla="*/ 0 h 11103"/>
              <a:gd name="connsiteX2" fmla="*/ 7611 w 22355"/>
              <a:gd name="connsiteY2" fmla="*/ 9359 h 11103"/>
              <a:gd name="connsiteX3" fmla="*/ 22355 w 22355"/>
              <a:gd name="connsiteY3" fmla="*/ 11104 h 11103"/>
              <a:gd name="connsiteX4" fmla="*/ 14269 w 22355"/>
              <a:gd name="connsiteY4" fmla="*/ 1745 h 11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355" h="11103">
                <a:moveTo>
                  <a:pt x="14269" y="1745"/>
                </a:moveTo>
                <a:lnTo>
                  <a:pt x="0" y="0"/>
                </a:lnTo>
                <a:lnTo>
                  <a:pt x="7611" y="9359"/>
                </a:lnTo>
                <a:lnTo>
                  <a:pt x="22355" y="11104"/>
                </a:lnTo>
                <a:lnTo>
                  <a:pt x="14269" y="1745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84" name="Freeform 683">
            <a:extLst>
              <a:ext uri="{FF2B5EF4-FFF2-40B4-BE49-F238E27FC236}">
                <a16:creationId xmlns:a16="http://schemas.microsoft.com/office/drawing/2014/main" id="{B13D8E39-EA0C-8448-10DE-D9719FBD8AF4}"/>
              </a:ext>
            </a:extLst>
          </p:cNvPr>
          <p:cNvSpPr/>
          <p:nvPr userDrawn="1"/>
        </p:nvSpPr>
        <p:spPr>
          <a:xfrm>
            <a:off x="11570588" y="3700893"/>
            <a:ext cx="1586" cy="45719"/>
          </a:xfrm>
          <a:custGeom>
            <a:avLst/>
            <a:gdLst>
              <a:gd name="connsiteX0" fmla="*/ 1269 w 1586"/>
              <a:gd name="connsiteY0" fmla="*/ 1428 h 1427"/>
              <a:gd name="connsiteX1" fmla="*/ 1586 w 1586"/>
              <a:gd name="connsiteY1" fmla="*/ 0 h 1427"/>
              <a:gd name="connsiteX2" fmla="*/ 0 w 1586"/>
              <a:gd name="connsiteY2" fmla="*/ 0 h 1427"/>
              <a:gd name="connsiteX3" fmla="*/ 1427 w 1586"/>
              <a:gd name="connsiteY3" fmla="*/ 1428 h 14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586" h="1427">
                <a:moveTo>
                  <a:pt x="1269" y="1428"/>
                </a:moveTo>
                <a:cubicBezTo>
                  <a:pt x="1269" y="1428"/>
                  <a:pt x="1427" y="476"/>
                  <a:pt x="1586" y="0"/>
                </a:cubicBezTo>
                <a:lnTo>
                  <a:pt x="0" y="0"/>
                </a:lnTo>
                <a:cubicBezTo>
                  <a:pt x="0" y="0"/>
                  <a:pt x="1427" y="1428"/>
                  <a:pt x="1427" y="1428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85" name="Freeform 684">
            <a:extLst>
              <a:ext uri="{FF2B5EF4-FFF2-40B4-BE49-F238E27FC236}">
                <a16:creationId xmlns:a16="http://schemas.microsoft.com/office/drawing/2014/main" id="{E29EC269-FD1C-9D23-8724-AD29D65D8DF0}"/>
              </a:ext>
            </a:extLst>
          </p:cNvPr>
          <p:cNvSpPr/>
          <p:nvPr userDrawn="1"/>
        </p:nvSpPr>
        <p:spPr>
          <a:xfrm>
            <a:off x="10579850" y="3583826"/>
            <a:ext cx="911942" cy="99857"/>
          </a:xfrm>
          <a:custGeom>
            <a:avLst/>
            <a:gdLst>
              <a:gd name="connsiteX0" fmla="*/ 181374 w 911942"/>
              <a:gd name="connsiteY0" fmla="*/ 20780 h 115956"/>
              <a:gd name="connsiteX1" fmla="*/ 5707 w 911942"/>
              <a:gd name="connsiteY1" fmla="*/ 0 h 115956"/>
              <a:gd name="connsiteX2" fmla="*/ 0 w 911942"/>
              <a:gd name="connsiteY2" fmla="*/ 7773 h 115956"/>
              <a:gd name="connsiteX3" fmla="*/ 172020 w 911942"/>
              <a:gd name="connsiteY3" fmla="*/ 28236 h 115956"/>
              <a:gd name="connsiteX4" fmla="*/ 183752 w 911942"/>
              <a:gd name="connsiteY4" fmla="*/ 29663 h 115956"/>
              <a:gd name="connsiteX5" fmla="*/ 911943 w 911942"/>
              <a:gd name="connsiteY5" fmla="*/ 115956 h 115956"/>
              <a:gd name="connsiteX6" fmla="*/ 904491 w 911942"/>
              <a:gd name="connsiteY6" fmla="*/ 106598 h 115956"/>
              <a:gd name="connsiteX7" fmla="*/ 193106 w 911942"/>
              <a:gd name="connsiteY7" fmla="*/ 22208 h 115956"/>
              <a:gd name="connsiteX8" fmla="*/ 181374 w 911942"/>
              <a:gd name="connsiteY8" fmla="*/ 20780 h 1159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11942" h="115956">
                <a:moveTo>
                  <a:pt x="181374" y="20780"/>
                </a:moveTo>
                <a:lnTo>
                  <a:pt x="5707" y="0"/>
                </a:lnTo>
                <a:lnTo>
                  <a:pt x="0" y="7773"/>
                </a:lnTo>
                <a:lnTo>
                  <a:pt x="172020" y="28236"/>
                </a:lnTo>
                <a:lnTo>
                  <a:pt x="183752" y="29663"/>
                </a:lnTo>
                <a:lnTo>
                  <a:pt x="911943" y="115956"/>
                </a:lnTo>
                <a:lnTo>
                  <a:pt x="904491" y="106598"/>
                </a:lnTo>
                <a:lnTo>
                  <a:pt x="193106" y="22208"/>
                </a:lnTo>
                <a:lnTo>
                  <a:pt x="181374" y="2078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86" name="Freeform 685">
            <a:extLst>
              <a:ext uri="{FF2B5EF4-FFF2-40B4-BE49-F238E27FC236}">
                <a16:creationId xmlns:a16="http://schemas.microsoft.com/office/drawing/2014/main" id="{29B23250-E2CD-57FE-ABC4-EB3A221B287F}"/>
              </a:ext>
            </a:extLst>
          </p:cNvPr>
          <p:cNvSpPr/>
          <p:nvPr userDrawn="1"/>
        </p:nvSpPr>
        <p:spPr>
          <a:xfrm>
            <a:off x="11338481" y="3414888"/>
            <a:ext cx="250181" cy="215559"/>
          </a:xfrm>
          <a:custGeom>
            <a:avLst/>
            <a:gdLst>
              <a:gd name="connsiteX0" fmla="*/ 158 w 250181"/>
              <a:gd name="connsiteY0" fmla="*/ 159 h 250313"/>
              <a:gd name="connsiteX1" fmla="*/ 250181 w 250181"/>
              <a:gd name="connsiteY1" fmla="*/ 250314 h 250313"/>
              <a:gd name="connsiteX2" fmla="*/ 250181 w 250181"/>
              <a:gd name="connsiteY2" fmla="*/ 250314 h 250313"/>
              <a:gd name="connsiteX3" fmla="*/ 0 w 250181"/>
              <a:gd name="connsiteY3" fmla="*/ 0 h 250313"/>
              <a:gd name="connsiteX4" fmla="*/ 158 w 250181"/>
              <a:gd name="connsiteY4" fmla="*/ 159 h 2503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0181" h="250313">
                <a:moveTo>
                  <a:pt x="158" y="159"/>
                </a:moveTo>
                <a:lnTo>
                  <a:pt x="250181" y="250314"/>
                </a:lnTo>
                <a:lnTo>
                  <a:pt x="250181" y="250314"/>
                </a:lnTo>
                <a:lnTo>
                  <a:pt x="0" y="0"/>
                </a:lnTo>
                <a:lnTo>
                  <a:pt x="158" y="15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87" name="Freeform 686">
            <a:extLst>
              <a:ext uri="{FF2B5EF4-FFF2-40B4-BE49-F238E27FC236}">
                <a16:creationId xmlns:a16="http://schemas.microsoft.com/office/drawing/2014/main" id="{61B6756A-B546-FD60-2642-D5B9DBA02F1C}"/>
              </a:ext>
            </a:extLst>
          </p:cNvPr>
          <p:cNvSpPr/>
          <p:nvPr userDrawn="1"/>
        </p:nvSpPr>
        <p:spPr>
          <a:xfrm>
            <a:off x="11019333" y="3087799"/>
            <a:ext cx="162348" cy="146575"/>
          </a:xfrm>
          <a:custGeom>
            <a:avLst/>
            <a:gdLst>
              <a:gd name="connsiteX0" fmla="*/ 159 w 162348"/>
              <a:gd name="connsiteY0" fmla="*/ 4600 h 170207"/>
              <a:gd name="connsiteX1" fmla="*/ 18549 w 162348"/>
              <a:gd name="connsiteY1" fmla="*/ 26332 h 170207"/>
              <a:gd name="connsiteX2" fmla="*/ 162348 w 162348"/>
              <a:gd name="connsiteY2" fmla="*/ 170207 h 170207"/>
              <a:gd name="connsiteX3" fmla="*/ 119224 w 162348"/>
              <a:gd name="connsiteY3" fmla="*/ 115164 h 170207"/>
              <a:gd name="connsiteX4" fmla="*/ 3964 w 162348"/>
              <a:gd name="connsiteY4" fmla="*/ 0 h 170207"/>
              <a:gd name="connsiteX5" fmla="*/ 0 w 162348"/>
              <a:gd name="connsiteY5" fmla="*/ 4600 h 1702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2348" h="170207">
                <a:moveTo>
                  <a:pt x="159" y="4600"/>
                </a:moveTo>
                <a:lnTo>
                  <a:pt x="18549" y="26332"/>
                </a:lnTo>
                <a:lnTo>
                  <a:pt x="162348" y="170207"/>
                </a:lnTo>
                <a:lnTo>
                  <a:pt x="119224" y="115164"/>
                </a:lnTo>
                <a:lnTo>
                  <a:pt x="3964" y="0"/>
                </a:lnTo>
                <a:cubicBezTo>
                  <a:pt x="2536" y="1586"/>
                  <a:pt x="1426" y="3173"/>
                  <a:pt x="0" y="460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88" name="Freeform 687">
            <a:extLst>
              <a:ext uri="{FF2B5EF4-FFF2-40B4-BE49-F238E27FC236}">
                <a16:creationId xmlns:a16="http://schemas.microsoft.com/office/drawing/2014/main" id="{84DF6B1B-008F-AE7B-E634-93E4A0A55699}"/>
              </a:ext>
            </a:extLst>
          </p:cNvPr>
          <p:cNvSpPr/>
          <p:nvPr userDrawn="1"/>
        </p:nvSpPr>
        <p:spPr>
          <a:xfrm>
            <a:off x="11286637" y="3351121"/>
            <a:ext cx="304878" cy="270474"/>
          </a:xfrm>
          <a:custGeom>
            <a:avLst/>
            <a:gdLst>
              <a:gd name="connsiteX0" fmla="*/ 269048 w 304878"/>
              <a:gd name="connsiteY0" fmla="*/ 269190 h 314081"/>
              <a:gd name="connsiteX1" fmla="*/ 0 w 304878"/>
              <a:gd name="connsiteY1" fmla="*/ 0 h 314081"/>
              <a:gd name="connsiteX2" fmla="*/ 51844 w 304878"/>
              <a:gd name="connsiteY2" fmla="*/ 63768 h 314081"/>
              <a:gd name="connsiteX3" fmla="*/ 302025 w 304878"/>
              <a:gd name="connsiteY3" fmla="*/ 314082 h 314081"/>
              <a:gd name="connsiteX4" fmla="*/ 304879 w 304878"/>
              <a:gd name="connsiteY4" fmla="*/ 310116 h 314081"/>
              <a:gd name="connsiteX5" fmla="*/ 269048 w 304878"/>
              <a:gd name="connsiteY5" fmla="*/ 269190 h 3140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04878" h="314081">
                <a:moveTo>
                  <a:pt x="269048" y="269190"/>
                </a:moveTo>
                <a:lnTo>
                  <a:pt x="0" y="0"/>
                </a:lnTo>
                <a:lnTo>
                  <a:pt x="51844" y="63768"/>
                </a:lnTo>
                <a:lnTo>
                  <a:pt x="302025" y="314082"/>
                </a:lnTo>
                <a:cubicBezTo>
                  <a:pt x="303135" y="312813"/>
                  <a:pt x="303769" y="311227"/>
                  <a:pt x="304879" y="310116"/>
                </a:cubicBezTo>
                <a:lnTo>
                  <a:pt x="269048" y="26919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89" name="Freeform 688">
            <a:extLst>
              <a:ext uri="{FF2B5EF4-FFF2-40B4-BE49-F238E27FC236}">
                <a16:creationId xmlns:a16="http://schemas.microsoft.com/office/drawing/2014/main" id="{0F685E51-86A6-78A9-4E9C-27445EAEC4C5}"/>
              </a:ext>
            </a:extLst>
          </p:cNvPr>
          <p:cNvSpPr/>
          <p:nvPr userDrawn="1"/>
        </p:nvSpPr>
        <p:spPr>
          <a:xfrm>
            <a:off x="11691241" y="3761806"/>
            <a:ext cx="303769" cy="265284"/>
          </a:xfrm>
          <a:custGeom>
            <a:avLst/>
            <a:gdLst>
              <a:gd name="connsiteX0" fmla="*/ 303769 w 303769"/>
              <a:gd name="connsiteY0" fmla="*/ 305040 h 308054"/>
              <a:gd name="connsiteX1" fmla="*/ 232742 w 303769"/>
              <a:gd name="connsiteY1" fmla="*/ 226837 h 308054"/>
              <a:gd name="connsiteX2" fmla="*/ 6025 w 303769"/>
              <a:gd name="connsiteY2" fmla="*/ 0 h 308054"/>
              <a:gd name="connsiteX3" fmla="*/ 0 w 303769"/>
              <a:gd name="connsiteY3" fmla="*/ 6028 h 308054"/>
              <a:gd name="connsiteX4" fmla="*/ 301867 w 303769"/>
              <a:gd name="connsiteY4" fmla="*/ 308054 h 308054"/>
              <a:gd name="connsiteX5" fmla="*/ 303769 w 303769"/>
              <a:gd name="connsiteY5" fmla="*/ 305199 h 308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03769" h="308054">
                <a:moveTo>
                  <a:pt x="303769" y="305040"/>
                </a:moveTo>
                <a:lnTo>
                  <a:pt x="232742" y="226837"/>
                </a:lnTo>
                <a:lnTo>
                  <a:pt x="6025" y="0"/>
                </a:lnTo>
                <a:cubicBezTo>
                  <a:pt x="4121" y="2221"/>
                  <a:pt x="2219" y="4124"/>
                  <a:pt x="0" y="6028"/>
                </a:cubicBezTo>
                <a:lnTo>
                  <a:pt x="301867" y="308054"/>
                </a:lnTo>
                <a:cubicBezTo>
                  <a:pt x="302659" y="307102"/>
                  <a:pt x="302977" y="305992"/>
                  <a:pt x="303769" y="305199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90" name="Freeform 689">
            <a:extLst>
              <a:ext uri="{FF2B5EF4-FFF2-40B4-BE49-F238E27FC236}">
                <a16:creationId xmlns:a16="http://schemas.microsoft.com/office/drawing/2014/main" id="{89BAD06E-0EC2-FDDA-5776-CCBD76D7BE90}"/>
              </a:ext>
            </a:extLst>
          </p:cNvPr>
          <p:cNvSpPr/>
          <p:nvPr userDrawn="1"/>
        </p:nvSpPr>
        <p:spPr>
          <a:xfrm>
            <a:off x="11188023" y="3252295"/>
            <a:ext cx="92114" cy="89747"/>
          </a:xfrm>
          <a:custGeom>
            <a:avLst/>
            <a:gdLst>
              <a:gd name="connsiteX0" fmla="*/ 40271 w 92114"/>
              <a:gd name="connsiteY0" fmla="*/ 40291 h 104217"/>
              <a:gd name="connsiteX1" fmla="*/ 11891 w 92114"/>
              <a:gd name="connsiteY1" fmla="*/ 11897 h 104217"/>
              <a:gd name="connsiteX2" fmla="*/ 5867 w 92114"/>
              <a:gd name="connsiteY2" fmla="*/ 6028 h 104217"/>
              <a:gd name="connsiteX3" fmla="*/ 0 w 92114"/>
              <a:gd name="connsiteY3" fmla="*/ 0 h 104217"/>
              <a:gd name="connsiteX4" fmla="*/ 42966 w 92114"/>
              <a:gd name="connsiteY4" fmla="*/ 55044 h 104217"/>
              <a:gd name="connsiteX5" fmla="*/ 92115 w 92114"/>
              <a:gd name="connsiteY5" fmla="*/ 104218 h 104217"/>
              <a:gd name="connsiteX6" fmla="*/ 40271 w 92114"/>
              <a:gd name="connsiteY6" fmla="*/ 40291 h 1042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92114" h="104217">
                <a:moveTo>
                  <a:pt x="40271" y="40291"/>
                </a:moveTo>
                <a:lnTo>
                  <a:pt x="11891" y="11897"/>
                </a:lnTo>
                <a:lnTo>
                  <a:pt x="5867" y="6028"/>
                </a:lnTo>
                <a:lnTo>
                  <a:pt x="0" y="0"/>
                </a:lnTo>
                <a:lnTo>
                  <a:pt x="42966" y="55044"/>
                </a:lnTo>
                <a:lnTo>
                  <a:pt x="92115" y="104218"/>
                </a:lnTo>
                <a:lnTo>
                  <a:pt x="40271" y="40291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91" name="Freeform 690">
            <a:extLst>
              <a:ext uri="{FF2B5EF4-FFF2-40B4-BE49-F238E27FC236}">
                <a16:creationId xmlns:a16="http://schemas.microsoft.com/office/drawing/2014/main" id="{68FFDFD4-3918-E6B2-8D28-21F1C7763648}"/>
              </a:ext>
            </a:extLst>
          </p:cNvPr>
          <p:cNvSpPr/>
          <p:nvPr userDrawn="1"/>
        </p:nvSpPr>
        <p:spPr>
          <a:xfrm>
            <a:off x="11018223" y="3092399"/>
            <a:ext cx="572341" cy="592994"/>
          </a:xfrm>
          <a:custGeom>
            <a:avLst/>
            <a:gdLst>
              <a:gd name="connsiteX0" fmla="*/ 155373 w 572341"/>
              <a:gd name="connsiteY0" fmla="*/ 182104 h 688600"/>
              <a:gd name="connsiteX1" fmla="*/ 19659 w 572341"/>
              <a:gd name="connsiteY1" fmla="*/ 21732 h 688600"/>
              <a:gd name="connsiteX2" fmla="*/ 19659 w 572341"/>
              <a:gd name="connsiteY2" fmla="*/ 21732 h 688600"/>
              <a:gd name="connsiteX3" fmla="*/ 1269 w 572341"/>
              <a:gd name="connsiteY3" fmla="*/ 0 h 688600"/>
              <a:gd name="connsiteX4" fmla="*/ 0 w 572341"/>
              <a:gd name="connsiteY4" fmla="*/ 952 h 688600"/>
              <a:gd name="connsiteX5" fmla="*/ 198655 w 572341"/>
              <a:gd name="connsiteY5" fmla="*/ 246665 h 688600"/>
              <a:gd name="connsiteX6" fmla="*/ 499254 w 572341"/>
              <a:gd name="connsiteY6" fmla="*/ 602149 h 688600"/>
              <a:gd name="connsiteX7" fmla="*/ 507339 w 572341"/>
              <a:gd name="connsiteY7" fmla="*/ 611667 h 688600"/>
              <a:gd name="connsiteX8" fmla="*/ 528267 w 572341"/>
              <a:gd name="connsiteY8" fmla="*/ 636254 h 688600"/>
              <a:gd name="connsiteX9" fmla="*/ 534450 w 572341"/>
              <a:gd name="connsiteY9" fmla="*/ 643709 h 688600"/>
              <a:gd name="connsiteX10" fmla="*/ 537462 w 572341"/>
              <a:gd name="connsiteY10" fmla="*/ 647358 h 688600"/>
              <a:gd name="connsiteX11" fmla="*/ 543329 w 572341"/>
              <a:gd name="connsiteY11" fmla="*/ 654337 h 688600"/>
              <a:gd name="connsiteX12" fmla="*/ 572342 w 572341"/>
              <a:gd name="connsiteY12" fmla="*/ 688601 h 688600"/>
              <a:gd name="connsiteX13" fmla="*/ 436629 w 572341"/>
              <a:gd name="connsiteY13" fmla="*/ 515063 h 688600"/>
              <a:gd name="connsiteX14" fmla="*/ 160763 w 572341"/>
              <a:gd name="connsiteY14" fmla="*/ 188766 h 688600"/>
              <a:gd name="connsiteX15" fmla="*/ 155214 w 572341"/>
              <a:gd name="connsiteY15" fmla="*/ 182263 h 688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572341" h="688600">
                <a:moveTo>
                  <a:pt x="155373" y="182104"/>
                </a:moveTo>
                <a:lnTo>
                  <a:pt x="19659" y="21732"/>
                </a:lnTo>
                <a:lnTo>
                  <a:pt x="19659" y="21732"/>
                </a:lnTo>
                <a:cubicBezTo>
                  <a:pt x="19659" y="21732"/>
                  <a:pt x="1269" y="0"/>
                  <a:pt x="1269" y="0"/>
                </a:cubicBezTo>
                <a:cubicBezTo>
                  <a:pt x="951" y="317"/>
                  <a:pt x="317" y="476"/>
                  <a:pt x="0" y="952"/>
                </a:cubicBezTo>
                <a:lnTo>
                  <a:pt x="198655" y="246665"/>
                </a:lnTo>
                <a:lnTo>
                  <a:pt x="499254" y="602149"/>
                </a:lnTo>
                <a:lnTo>
                  <a:pt x="507339" y="611667"/>
                </a:lnTo>
                <a:lnTo>
                  <a:pt x="528267" y="636254"/>
                </a:lnTo>
                <a:lnTo>
                  <a:pt x="534450" y="643709"/>
                </a:lnTo>
                <a:lnTo>
                  <a:pt x="537462" y="647358"/>
                </a:lnTo>
                <a:lnTo>
                  <a:pt x="543329" y="654337"/>
                </a:lnTo>
                <a:lnTo>
                  <a:pt x="572342" y="688601"/>
                </a:lnTo>
                <a:lnTo>
                  <a:pt x="436629" y="515063"/>
                </a:lnTo>
                <a:lnTo>
                  <a:pt x="160763" y="188766"/>
                </a:lnTo>
                <a:lnTo>
                  <a:pt x="155214" y="182263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92" name="Freeform 691">
            <a:extLst>
              <a:ext uri="{FF2B5EF4-FFF2-40B4-BE49-F238E27FC236}">
                <a16:creationId xmlns:a16="http://schemas.microsoft.com/office/drawing/2014/main" id="{32C544C7-D948-B828-5BD9-220D9F44A5B2}"/>
              </a:ext>
            </a:extLst>
          </p:cNvPr>
          <p:cNvSpPr/>
          <p:nvPr userDrawn="1"/>
        </p:nvSpPr>
        <p:spPr>
          <a:xfrm>
            <a:off x="11597700" y="3776082"/>
            <a:ext cx="560293" cy="581793"/>
          </a:xfrm>
          <a:custGeom>
            <a:avLst/>
            <a:gdLst>
              <a:gd name="connsiteX0" fmla="*/ 306465 w 560293"/>
              <a:gd name="connsiteY0" fmla="*/ 362463 h 675593"/>
              <a:gd name="connsiteX1" fmla="*/ 281732 w 560293"/>
              <a:gd name="connsiteY1" fmla="*/ 333276 h 675593"/>
              <a:gd name="connsiteX2" fmla="*/ 274121 w 560293"/>
              <a:gd name="connsiteY2" fmla="*/ 324234 h 675593"/>
              <a:gd name="connsiteX3" fmla="*/ 0 w 560293"/>
              <a:gd name="connsiteY3" fmla="*/ 0 h 675593"/>
              <a:gd name="connsiteX4" fmla="*/ 135713 w 560293"/>
              <a:gd name="connsiteY4" fmla="*/ 173538 h 675593"/>
              <a:gd name="connsiteX5" fmla="*/ 262389 w 560293"/>
              <a:gd name="connsiteY5" fmla="*/ 323282 h 675593"/>
              <a:gd name="connsiteX6" fmla="*/ 270000 w 560293"/>
              <a:gd name="connsiteY6" fmla="*/ 332324 h 675593"/>
              <a:gd name="connsiteX7" fmla="*/ 296952 w 560293"/>
              <a:gd name="connsiteY7" fmla="*/ 364208 h 675593"/>
              <a:gd name="connsiteX8" fmla="*/ 303294 w 560293"/>
              <a:gd name="connsiteY8" fmla="*/ 371663 h 675593"/>
              <a:gd name="connsiteX9" fmla="*/ 560293 w 560293"/>
              <a:gd name="connsiteY9" fmla="*/ 675593 h 675593"/>
              <a:gd name="connsiteX10" fmla="*/ 560293 w 560293"/>
              <a:gd name="connsiteY10" fmla="*/ 662586 h 675593"/>
              <a:gd name="connsiteX11" fmla="*/ 312806 w 560293"/>
              <a:gd name="connsiteY11" fmla="*/ 370077 h 675593"/>
              <a:gd name="connsiteX12" fmla="*/ 306465 w 560293"/>
              <a:gd name="connsiteY12" fmla="*/ 362463 h 6755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560293" h="675593">
                <a:moveTo>
                  <a:pt x="306465" y="362463"/>
                </a:moveTo>
                <a:lnTo>
                  <a:pt x="281732" y="333276"/>
                </a:lnTo>
                <a:lnTo>
                  <a:pt x="274121" y="324234"/>
                </a:lnTo>
                <a:lnTo>
                  <a:pt x="0" y="0"/>
                </a:lnTo>
                <a:lnTo>
                  <a:pt x="135713" y="173538"/>
                </a:lnTo>
                <a:lnTo>
                  <a:pt x="262389" y="323282"/>
                </a:lnTo>
                <a:lnTo>
                  <a:pt x="270000" y="332324"/>
                </a:lnTo>
                <a:lnTo>
                  <a:pt x="296952" y="364208"/>
                </a:lnTo>
                <a:lnTo>
                  <a:pt x="303294" y="371663"/>
                </a:lnTo>
                <a:lnTo>
                  <a:pt x="560293" y="675593"/>
                </a:lnTo>
                <a:lnTo>
                  <a:pt x="560293" y="662586"/>
                </a:lnTo>
                <a:lnTo>
                  <a:pt x="312806" y="370077"/>
                </a:lnTo>
                <a:lnTo>
                  <a:pt x="306465" y="362463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93" name="Freeform 692">
            <a:extLst>
              <a:ext uri="{FF2B5EF4-FFF2-40B4-BE49-F238E27FC236}">
                <a16:creationId xmlns:a16="http://schemas.microsoft.com/office/drawing/2014/main" id="{2A35BC2D-C6B0-F129-2FE9-E8E549CDDE86}"/>
              </a:ext>
            </a:extLst>
          </p:cNvPr>
          <p:cNvSpPr/>
          <p:nvPr userDrawn="1"/>
        </p:nvSpPr>
        <p:spPr>
          <a:xfrm>
            <a:off x="11010771" y="3098110"/>
            <a:ext cx="1147379" cy="1235850"/>
          </a:xfrm>
          <a:custGeom>
            <a:avLst/>
            <a:gdLst>
              <a:gd name="connsiteX0" fmla="*/ 317 w 1147379"/>
              <a:gd name="connsiteY0" fmla="*/ 0 h 1435100"/>
              <a:gd name="connsiteX1" fmla="*/ 0 w 1147379"/>
              <a:gd name="connsiteY1" fmla="*/ 317 h 1435100"/>
              <a:gd name="connsiteX2" fmla="*/ 149506 w 1147379"/>
              <a:gd name="connsiteY2" fmla="*/ 187180 h 1435100"/>
              <a:gd name="connsiteX3" fmla="*/ 154739 w 1147379"/>
              <a:gd name="connsiteY3" fmla="*/ 193684 h 1435100"/>
              <a:gd name="connsiteX4" fmla="*/ 473570 w 1147379"/>
              <a:gd name="connsiteY4" fmla="*/ 592314 h 1435100"/>
              <a:gd name="connsiteX5" fmla="*/ 481022 w 1147379"/>
              <a:gd name="connsiteY5" fmla="*/ 601673 h 1435100"/>
              <a:gd name="connsiteX6" fmla="*/ 508291 w 1147379"/>
              <a:gd name="connsiteY6" fmla="*/ 635778 h 1435100"/>
              <a:gd name="connsiteX7" fmla="*/ 514315 w 1147379"/>
              <a:gd name="connsiteY7" fmla="*/ 643233 h 1435100"/>
              <a:gd name="connsiteX8" fmla="*/ 519865 w 1147379"/>
              <a:gd name="connsiteY8" fmla="*/ 650213 h 1435100"/>
              <a:gd name="connsiteX9" fmla="*/ 525572 w 1147379"/>
              <a:gd name="connsiteY9" fmla="*/ 657351 h 1435100"/>
              <a:gd name="connsiteX10" fmla="*/ 797475 w 1147379"/>
              <a:gd name="connsiteY10" fmla="*/ 997448 h 1435100"/>
              <a:gd name="connsiteX11" fmla="*/ 804609 w 1147379"/>
              <a:gd name="connsiteY11" fmla="*/ 1006490 h 1435100"/>
              <a:gd name="connsiteX12" fmla="*/ 839488 w 1147379"/>
              <a:gd name="connsiteY12" fmla="*/ 1050112 h 1435100"/>
              <a:gd name="connsiteX13" fmla="*/ 845672 w 1147379"/>
              <a:gd name="connsiteY13" fmla="*/ 1057726 h 1435100"/>
              <a:gd name="connsiteX14" fmla="*/ 1147380 w 1147379"/>
              <a:gd name="connsiteY14" fmla="*/ 1435100 h 1435100"/>
              <a:gd name="connsiteX15" fmla="*/ 1147380 w 1147379"/>
              <a:gd name="connsiteY15" fmla="*/ 1421459 h 1435100"/>
              <a:gd name="connsiteX16" fmla="*/ 894027 w 1147379"/>
              <a:gd name="connsiteY16" fmla="*/ 1104680 h 1435100"/>
              <a:gd name="connsiteX17" fmla="*/ 635 w 1147379"/>
              <a:gd name="connsiteY17" fmla="*/ 317 h 14351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147379" h="1435100">
                <a:moveTo>
                  <a:pt x="317" y="0"/>
                </a:moveTo>
                <a:cubicBezTo>
                  <a:pt x="317" y="0"/>
                  <a:pt x="0" y="159"/>
                  <a:pt x="0" y="317"/>
                </a:cubicBezTo>
                <a:lnTo>
                  <a:pt x="149506" y="187180"/>
                </a:lnTo>
                <a:lnTo>
                  <a:pt x="154739" y="193684"/>
                </a:lnTo>
                <a:lnTo>
                  <a:pt x="473570" y="592314"/>
                </a:lnTo>
                <a:lnTo>
                  <a:pt x="481022" y="601673"/>
                </a:lnTo>
                <a:lnTo>
                  <a:pt x="508291" y="635778"/>
                </a:lnTo>
                <a:lnTo>
                  <a:pt x="514315" y="643233"/>
                </a:lnTo>
                <a:lnTo>
                  <a:pt x="519865" y="650213"/>
                </a:lnTo>
                <a:lnTo>
                  <a:pt x="525572" y="657351"/>
                </a:lnTo>
                <a:lnTo>
                  <a:pt x="797475" y="997448"/>
                </a:lnTo>
                <a:lnTo>
                  <a:pt x="804609" y="1006490"/>
                </a:lnTo>
                <a:lnTo>
                  <a:pt x="839488" y="1050112"/>
                </a:lnTo>
                <a:lnTo>
                  <a:pt x="845672" y="1057726"/>
                </a:lnTo>
                <a:lnTo>
                  <a:pt x="1147380" y="1435100"/>
                </a:lnTo>
                <a:lnTo>
                  <a:pt x="1147380" y="1421459"/>
                </a:lnTo>
                <a:lnTo>
                  <a:pt x="894027" y="1104680"/>
                </a:lnTo>
                <a:lnTo>
                  <a:pt x="635" y="317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94" name="Freeform 693">
            <a:extLst>
              <a:ext uri="{FF2B5EF4-FFF2-40B4-BE49-F238E27FC236}">
                <a16:creationId xmlns:a16="http://schemas.microsoft.com/office/drawing/2014/main" id="{A698C9CE-73A9-4421-95EC-82AB5A395333}"/>
              </a:ext>
            </a:extLst>
          </p:cNvPr>
          <p:cNvSpPr/>
          <p:nvPr userDrawn="1"/>
        </p:nvSpPr>
        <p:spPr>
          <a:xfrm>
            <a:off x="11011247" y="3093033"/>
            <a:ext cx="1146745" cy="1224785"/>
          </a:xfrm>
          <a:custGeom>
            <a:avLst/>
            <a:gdLst>
              <a:gd name="connsiteX0" fmla="*/ 863745 w 1146745"/>
              <a:gd name="connsiteY0" fmla="*/ 1059313 h 1422251"/>
              <a:gd name="connsiteX1" fmla="*/ 857562 w 1146745"/>
              <a:gd name="connsiteY1" fmla="*/ 1051699 h 1422251"/>
              <a:gd name="connsiteX2" fmla="*/ 826329 w 1146745"/>
              <a:gd name="connsiteY2" fmla="*/ 1013152 h 1422251"/>
              <a:gd name="connsiteX3" fmla="*/ 819036 w 1146745"/>
              <a:gd name="connsiteY3" fmla="*/ 1004110 h 1422251"/>
              <a:gd name="connsiteX4" fmla="*/ 538731 w 1146745"/>
              <a:gd name="connsiteY4" fmla="*/ 657510 h 1422251"/>
              <a:gd name="connsiteX5" fmla="*/ 533023 w 1146745"/>
              <a:gd name="connsiteY5" fmla="*/ 650372 h 1422251"/>
              <a:gd name="connsiteX6" fmla="*/ 528901 w 1146745"/>
              <a:gd name="connsiteY6" fmla="*/ 645296 h 1422251"/>
              <a:gd name="connsiteX7" fmla="*/ 522876 w 1146745"/>
              <a:gd name="connsiteY7" fmla="*/ 637840 h 1422251"/>
              <a:gd name="connsiteX8" fmla="*/ 499571 w 1146745"/>
              <a:gd name="connsiteY8" fmla="*/ 608970 h 1422251"/>
              <a:gd name="connsiteX9" fmla="*/ 491960 w 1146745"/>
              <a:gd name="connsiteY9" fmla="*/ 599452 h 1422251"/>
              <a:gd name="connsiteX10" fmla="*/ 205789 w 1146745"/>
              <a:gd name="connsiteY10" fmla="*/ 245714 h 1422251"/>
              <a:gd name="connsiteX11" fmla="*/ 7135 w 1146745"/>
              <a:gd name="connsiteY11" fmla="*/ 0 h 1422251"/>
              <a:gd name="connsiteX12" fmla="*/ 0 w 1146745"/>
              <a:gd name="connsiteY12" fmla="*/ 4759 h 1422251"/>
              <a:gd name="connsiteX13" fmla="*/ 893393 w 1146745"/>
              <a:gd name="connsiteY13" fmla="*/ 1109122 h 1422251"/>
              <a:gd name="connsiteX14" fmla="*/ 1146746 w 1146745"/>
              <a:gd name="connsiteY14" fmla="*/ 1422252 h 1422251"/>
              <a:gd name="connsiteX15" fmla="*/ 1146746 w 1146745"/>
              <a:gd name="connsiteY15" fmla="*/ 1412734 h 1422251"/>
              <a:gd name="connsiteX16" fmla="*/ 1052729 w 1146745"/>
              <a:gd name="connsiteY16" fmla="*/ 1292495 h 1422251"/>
              <a:gd name="connsiteX17" fmla="*/ 863904 w 1146745"/>
              <a:gd name="connsiteY17" fmla="*/ 1058996 h 1422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146745" h="1422251">
                <a:moveTo>
                  <a:pt x="863745" y="1059313"/>
                </a:moveTo>
                <a:lnTo>
                  <a:pt x="857562" y="1051699"/>
                </a:lnTo>
                <a:lnTo>
                  <a:pt x="826329" y="1013152"/>
                </a:lnTo>
                <a:lnTo>
                  <a:pt x="819036" y="1004110"/>
                </a:lnTo>
                <a:lnTo>
                  <a:pt x="538731" y="657510"/>
                </a:lnTo>
                <a:lnTo>
                  <a:pt x="533023" y="650372"/>
                </a:lnTo>
                <a:lnTo>
                  <a:pt x="528901" y="645296"/>
                </a:lnTo>
                <a:lnTo>
                  <a:pt x="522876" y="637840"/>
                </a:lnTo>
                <a:lnTo>
                  <a:pt x="499571" y="608970"/>
                </a:lnTo>
                <a:lnTo>
                  <a:pt x="491960" y="599452"/>
                </a:lnTo>
                <a:lnTo>
                  <a:pt x="205789" y="245714"/>
                </a:lnTo>
                <a:lnTo>
                  <a:pt x="7135" y="0"/>
                </a:lnTo>
                <a:cubicBezTo>
                  <a:pt x="5074" y="1904"/>
                  <a:pt x="2378" y="3173"/>
                  <a:pt x="0" y="4759"/>
                </a:cubicBezTo>
                <a:lnTo>
                  <a:pt x="893393" y="1109122"/>
                </a:lnTo>
                <a:lnTo>
                  <a:pt x="1146746" y="1422252"/>
                </a:lnTo>
                <a:lnTo>
                  <a:pt x="1146746" y="1412734"/>
                </a:lnTo>
                <a:lnTo>
                  <a:pt x="1052729" y="1292495"/>
                </a:lnTo>
                <a:lnTo>
                  <a:pt x="863904" y="1058996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95" name="Freeform 694">
            <a:extLst>
              <a:ext uri="{FF2B5EF4-FFF2-40B4-BE49-F238E27FC236}">
                <a16:creationId xmlns:a16="http://schemas.microsoft.com/office/drawing/2014/main" id="{9AA952EE-B7B8-0077-E6B7-B3A7C0167145}"/>
              </a:ext>
            </a:extLst>
          </p:cNvPr>
          <p:cNvSpPr/>
          <p:nvPr userDrawn="1"/>
        </p:nvSpPr>
        <p:spPr>
          <a:xfrm>
            <a:off x="11797148" y="2191714"/>
            <a:ext cx="360845" cy="220204"/>
          </a:xfrm>
          <a:custGeom>
            <a:avLst/>
            <a:gdLst>
              <a:gd name="connsiteX0" fmla="*/ 19183 w 360845"/>
              <a:gd name="connsiteY0" fmla="*/ 252535 h 255706"/>
              <a:gd name="connsiteX1" fmla="*/ 360845 w 360845"/>
              <a:gd name="connsiteY1" fmla="*/ 10469 h 255706"/>
              <a:gd name="connsiteX2" fmla="*/ 360845 w 360845"/>
              <a:gd name="connsiteY2" fmla="*/ 0 h 255706"/>
              <a:gd name="connsiteX3" fmla="*/ 0 w 360845"/>
              <a:gd name="connsiteY3" fmla="*/ 255707 h 255706"/>
              <a:gd name="connsiteX4" fmla="*/ 19183 w 360845"/>
              <a:gd name="connsiteY4" fmla="*/ 252535 h 2557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0845" h="255706">
                <a:moveTo>
                  <a:pt x="19183" y="252535"/>
                </a:moveTo>
                <a:lnTo>
                  <a:pt x="360845" y="10469"/>
                </a:lnTo>
                <a:lnTo>
                  <a:pt x="360845" y="0"/>
                </a:lnTo>
                <a:lnTo>
                  <a:pt x="0" y="255707"/>
                </a:lnTo>
                <a:lnTo>
                  <a:pt x="19183" y="252535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96" name="Freeform 695">
            <a:extLst>
              <a:ext uri="{FF2B5EF4-FFF2-40B4-BE49-F238E27FC236}">
                <a16:creationId xmlns:a16="http://schemas.microsoft.com/office/drawing/2014/main" id="{95AA86D3-E507-7D16-C53D-F2E79AAF5F28}"/>
              </a:ext>
            </a:extLst>
          </p:cNvPr>
          <p:cNvSpPr/>
          <p:nvPr userDrawn="1"/>
        </p:nvSpPr>
        <p:spPr>
          <a:xfrm>
            <a:off x="11501940" y="2455511"/>
            <a:ext cx="298536" cy="181408"/>
          </a:xfrm>
          <a:custGeom>
            <a:avLst/>
            <a:gdLst>
              <a:gd name="connsiteX0" fmla="*/ 1426 w 298536"/>
              <a:gd name="connsiteY0" fmla="*/ 210657 h 210656"/>
              <a:gd name="connsiteX1" fmla="*/ 298537 w 298536"/>
              <a:gd name="connsiteY1" fmla="*/ 0 h 210656"/>
              <a:gd name="connsiteX2" fmla="*/ 279354 w 298536"/>
              <a:gd name="connsiteY2" fmla="*/ 3331 h 210656"/>
              <a:gd name="connsiteX3" fmla="*/ 0 w 298536"/>
              <a:gd name="connsiteY3" fmla="*/ 201139 h 210656"/>
              <a:gd name="connsiteX4" fmla="*/ 1426 w 298536"/>
              <a:gd name="connsiteY4" fmla="*/ 210657 h 2106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98536" h="210656">
                <a:moveTo>
                  <a:pt x="1426" y="210657"/>
                </a:moveTo>
                <a:lnTo>
                  <a:pt x="298537" y="0"/>
                </a:lnTo>
                <a:lnTo>
                  <a:pt x="279354" y="3331"/>
                </a:lnTo>
                <a:lnTo>
                  <a:pt x="0" y="201139"/>
                </a:lnTo>
                <a:lnTo>
                  <a:pt x="1426" y="210657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97" name="Freeform 696">
            <a:extLst>
              <a:ext uri="{FF2B5EF4-FFF2-40B4-BE49-F238E27FC236}">
                <a16:creationId xmlns:a16="http://schemas.microsoft.com/office/drawing/2014/main" id="{C10FF558-0ECC-92A3-3E80-57098EB1F014}"/>
              </a:ext>
            </a:extLst>
          </p:cNvPr>
          <p:cNvSpPr/>
          <p:nvPr userDrawn="1"/>
        </p:nvSpPr>
        <p:spPr>
          <a:xfrm>
            <a:off x="11492268" y="2662361"/>
            <a:ext cx="3171" cy="45719"/>
          </a:xfrm>
          <a:custGeom>
            <a:avLst/>
            <a:gdLst>
              <a:gd name="connsiteX0" fmla="*/ 1745 w 3171"/>
              <a:gd name="connsiteY0" fmla="*/ 0 h 10627"/>
              <a:gd name="connsiteX1" fmla="*/ 0 w 3171"/>
              <a:gd name="connsiteY1" fmla="*/ 1269 h 10627"/>
              <a:gd name="connsiteX2" fmla="*/ 1427 w 3171"/>
              <a:gd name="connsiteY2" fmla="*/ 10628 h 10627"/>
              <a:gd name="connsiteX3" fmla="*/ 3171 w 3171"/>
              <a:gd name="connsiteY3" fmla="*/ 9359 h 10627"/>
              <a:gd name="connsiteX4" fmla="*/ 1745 w 3171"/>
              <a:gd name="connsiteY4" fmla="*/ 0 h 10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71" h="10627">
                <a:moveTo>
                  <a:pt x="1745" y="0"/>
                </a:moveTo>
                <a:lnTo>
                  <a:pt x="0" y="1269"/>
                </a:lnTo>
                <a:lnTo>
                  <a:pt x="1427" y="10628"/>
                </a:lnTo>
                <a:lnTo>
                  <a:pt x="3171" y="9359"/>
                </a:lnTo>
                <a:lnTo>
                  <a:pt x="1745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98" name="Freeform 697">
            <a:extLst>
              <a:ext uri="{FF2B5EF4-FFF2-40B4-BE49-F238E27FC236}">
                <a16:creationId xmlns:a16="http://schemas.microsoft.com/office/drawing/2014/main" id="{14D27507-7F8F-CFFB-E925-9754FF0B216F}"/>
              </a:ext>
            </a:extLst>
          </p:cNvPr>
          <p:cNvSpPr/>
          <p:nvPr userDrawn="1"/>
        </p:nvSpPr>
        <p:spPr>
          <a:xfrm>
            <a:off x="11029479" y="2669023"/>
            <a:ext cx="456606" cy="283315"/>
          </a:xfrm>
          <a:custGeom>
            <a:avLst/>
            <a:gdLst>
              <a:gd name="connsiteX0" fmla="*/ 5867 w 456606"/>
              <a:gd name="connsiteY0" fmla="*/ 328993 h 328992"/>
              <a:gd name="connsiteX1" fmla="*/ 456606 w 456606"/>
              <a:gd name="connsiteY1" fmla="*/ 9359 h 328992"/>
              <a:gd name="connsiteX2" fmla="*/ 455179 w 456606"/>
              <a:gd name="connsiteY2" fmla="*/ 0 h 328992"/>
              <a:gd name="connsiteX3" fmla="*/ 0 w 456606"/>
              <a:gd name="connsiteY3" fmla="*/ 322489 h 328992"/>
              <a:gd name="connsiteX4" fmla="*/ 5867 w 456606"/>
              <a:gd name="connsiteY4" fmla="*/ 328993 h 328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56606" h="328992">
                <a:moveTo>
                  <a:pt x="5867" y="328993"/>
                </a:moveTo>
                <a:lnTo>
                  <a:pt x="456606" y="9359"/>
                </a:lnTo>
                <a:lnTo>
                  <a:pt x="455179" y="0"/>
                </a:lnTo>
                <a:lnTo>
                  <a:pt x="0" y="322489"/>
                </a:lnTo>
                <a:lnTo>
                  <a:pt x="5867" y="328993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99" name="Freeform 698">
            <a:extLst>
              <a:ext uri="{FF2B5EF4-FFF2-40B4-BE49-F238E27FC236}">
                <a16:creationId xmlns:a16="http://schemas.microsoft.com/office/drawing/2014/main" id="{69CB7168-7EF8-CE3F-EAC7-829212E55A12}"/>
              </a:ext>
            </a:extLst>
          </p:cNvPr>
          <p:cNvSpPr/>
          <p:nvPr userDrawn="1"/>
        </p:nvSpPr>
        <p:spPr>
          <a:xfrm>
            <a:off x="11516367" y="2439807"/>
            <a:ext cx="641626" cy="284134"/>
          </a:xfrm>
          <a:custGeom>
            <a:avLst/>
            <a:gdLst>
              <a:gd name="connsiteX0" fmla="*/ 1110 w 641626"/>
              <a:gd name="connsiteY0" fmla="*/ 329945 h 329944"/>
              <a:gd name="connsiteX1" fmla="*/ 641626 w 641626"/>
              <a:gd name="connsiteY1" fmla="*/ 9359 h 329944"/>
              <a:gd name="connsiteX2" fmla="*/ 641626 w 641626"/>
              <a:gd name="connsiteY2" fmla="*/ 0 h 329944"/>
              <a:gd name="connsiteX3" fmla="*/ 0 w 641626"/>
              <a:gd name="connsiteY3" fmla="*/ 321062 h 329944"/>
              <a:gd name="connsiteX4" fmla="*/ 1110 w 641626"/>
              <a:gd name="connsiteY4" fmla="*/ 329945 h 3299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1626" h="329944">
                <a:moveTo>
                  <a:pt x="1110" y="329945"/>
                </a:moveTo>
                <a:lnTo>
                  <a:pt x="641626" y="9359"/>
                </a:lnTo>
                <a:lnTo>
                  <a:pt x="641626" y="0"/>
                </a:lnTo>
                <a:lnTo>
                  <a:pt x="0" y="321062"/>
                </a:lnTo>
                <a:lnTo>
                  <a:pt x="1110" y="329945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00" name="Freeform 699">
            <a:extLst>
              <a:ext uri="{FF2B5EF4-FFF2-40B4-BE49-F238E27FC236}">
                <a16:creationId xmlns:a16="http://schemas.microsoft.com/office/drawing/2014/main" id="{4A7F6E83-2461-A44D-4B08-EC1A0CD6B3B8}"/>
              </a:ext>
            </a:extLst>
          </p:cNvPr>
          <p:cNvSpPr/>
          <p:nvPr userDrawn="1"/>
        </p:nvSpPr>
        <p:spPr>
          <a:xfrm>
            <a:off x="11037724" y="2769434"/>
            <a:ext cx="462947" cy="204631"/>
          </a:xfrm>
          <a:custGeom>
            <a:avLst/>
            <a:gdLst>
              <a:gd name="connsiteX0" fmla="*/ 5866 w 462947"/>
              <a:gd name="connsiteY0" fmla="*/ 237624 h 237623"/>
              <a:gd name="connsiteX1" fmla="*/ 462947 w 462947"/>
              <a:gd name="connsiteY1" fmla="*/ 8725 h 237623"/>
              <a:gd name="connsiteX2" fmla="*/ 461679 w 462947"/>
              <a:gd name="connsiteY2" fmla="*/ 0 h 237623"/>
              <a:gd name="connsiteX3" fmla="*/ 0 w 462947"/>
              <a:gd name="connsiteY3" fmla="*/ 231120 h 237623"/>
              <a:gd name="connsiteX4" fmla="*/ 5866 w 462947"/>
              <a:gd name="connsiteY4" fmla="*/ 237624 h 2376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62947" h="237623">
                <a:moveTo>
                  <a:pt x="5866" y="237624"/>
                </a:moveTo>
                <a:lnTo>
                  <a:pt x="462947" y="8725"/>
                </a:lnTo>
                <a:lnTo>
                  <a:pt x="461679" y="0"/>
                </a:lnTo>
                <a:lnTo>
                  <a:pt x="0" y="231120"/>
                </a:lnTo>
                <a:lnTo>
                  <a:pt x="5866" y="237624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01" name="Freeform 700">
            <a:extLst>
              <a:ext uri="{FF2B5EF4-FFF2-40B4-BE49-F238E27FC236}">
                <a16:creationId xmlns:a16="http://schemas.microsoft.com/office/drawing/2014/main" id="{3278D594-CF13-3F22-D912-09240044DD0A}"/>
              </a:ext>
            </a:extLst>
          </p:cNvPr>
          <p:cNvSpPr/>
          <p:nvPr userDrawn="1"/>
        </p:nvSpPr>
        <p:spPr>
          <a:xfrm>
            <a:off x="11507330" y="2764991"/>
            <a:ext cx="2061" cy="45719"/>
          </a:xfrm>
          <a:custGeom>
            <a:avLst/>
            <a:gdLst>
              <a:gd name="connsiteX0" fmla="*/ 793 w 2061"/>
              <a:gd name="connsiteY0" fmla="*/ 0 h 9358"/>
              <a:gd name="connsiteX1" fmla="*/ 0 w 2061"/>
              <a:gd name="connsiteY1" fmla="*/ 476 h 9358"/>
              <a:gd name="connsiteX2" fmla="*/ 1269 w 2061"/>
              <a:gd name="connsiteY2" fmla="*/ 9359 h 9358"/>
              <a:gd name="connsiteX3" fmla="*/ 2061 w 2061"/>
              <a:gd name="connsiteY3" fmla="*/ 8883 h 9358"/>
              <a:gd name="connsiteX4" fmla="*/ 793 w 2061"/>
              <a:gd name="connsiteY4" fmla="*/ 0 h 93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61" h="9358">
                <a:moveTo>
                  <a:pt x="793" y="0"/>
                </a:moveTo>
                <a:lnTo>
                  <a:pt x="0" y="476"/>
                </a:lnTo>
                <a:lnTo>
                  <a:pt x="1269" y="9359"/>
                </a:lnTo>
                <a:lnTo>
                  <a:pt x="2061" y="8883"/>
                </a:lnTo>
                <a:lnTo>
                  <a:pt x="793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02" name="Freeform 701">
            <a:extLst>
              <a:ext uri="{FF2B5EF4-FFF2-40B4-BE49-F238E27FC236}">
                <a16:creationId xmlns:a16="http://schemas.microsoft.com/office/drawing/2014/main" id="{18F0A66B-BA4B-AE1D-246B-C16D76913FC0}"/>
              </a:ext>
            </a:extLst>
          </p:cNvPr>
          <p:cNvSpPr/>
          <p:nvPr userDrawn="1"/>
        </p:nvSpPr>
        <p:spPr>
          <a:xfrm>
            <a:off x="10315460" y="3095572"/>
            <a:ext cx="615564" cy="812609"/>
          </a:xfrm>
          <a:custGeom>
            <a:avLst/>
            <a:gdLst>
              <a:gd name="connsiteX0" fmla="*/ 237182 w 597868"/>
              <a:gd name="connsiteY0" fmla="*/ 494917 h 831523"/>
              <a:gd name="connsiteX1" fmla="*/ 0 w 597868"/>
              <a:gd name="connsiteY1" fmla="*/ 826765 h 831523"/>
              <a:gd name="connsiteX2" fmla="*/ 6976 w 597868"/>
              <a:gd name="connsiteY2" fmla="*/ 831524 h 831523"/>
              <a:gd name="connsiteX3" fmla="*/ 246694 w 597868"/>
              <a:gd name="connsiteY3" fmla="*/ 496027 h 831523"/>
              <a:gd name="connsiteX4" fmla="*/ 252401 w 597868"/>
              <a:gd name="connsiteY4" fmla="*/ 488096 h 831523"/>
              <a:gd name="connsiteX5" fmla="*/ 597868 w 597868"/>
              <a:gd name="connsiteY5" fmla="*/ 4759 h 831523"/>
              <a:gd name="connsiteX6" fmla="*/ 590892 w 597868"/>
              <a:gd name="connsiteY6" fmla="*/ 0 h 831523"/>
              <a:gd name="connsiteX7" fmla="*/ 242889 w 597868"/>
              <a:gd name="connsiteY7" fmla="*/ 486986 h 831523"/>
              <a:gd name="connsiteX8" fmla="*/ 237340 w 597868"/>
              <a:gd name="connsiteY8" fmla="*/ 494917 h 8315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97868" h="831523">
                <a:moveTo>
                  <a:pt x="237182" y="494917"/>
                </a:moveTo>
                <a:lnTo>
                  <a:pt x="0" y="826765"/>
                </a:lnTo>
                <a:cubicBezTo>
                  <a:pt x="2379" y="828351"/>
                  <a:pt x="4915" y="829779"/>
                  <a:pt x="6976" y="831524"/>
                </a:cubicBezTo>
                <a:lnTo>
                  <a:pt x="246694" y="496027"/>
                </a:lnTo>
                <a:lnTo>
                  <a:pt x="252401" y="488096"/>
                </a:lnTo>
                <a:lnTo>
                  <a:pt x="597868" y="4759"/>
                </a:lnTo>
                <a:cubicBezTo>
                  <a:pt x="595490" y="3172"/>
                  <a:pt x="592953" y="1745"/>
                  <a:pt x="590892" y="0"/>
                </a:cubicBezTo>
                <a:lnTo>
                  <a:pt x="242889" y="486986"/>
                </a:lnTo>
                <a:lnTo>
                  <a:pt x="237340" y="494917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03" name="Freeform 702">
            <a:extLst>
              <a:ext uri="{FF2B5EF4-FFF2-40B4-BE49-F238E27FC236}">
                <a16:creationId xmlns:a16="http://schemas.microsoft.com/office/drawing/2014/main" id="{52E9DC81-DF5A-1694-CA85-F16066028544}"/>
              </a:ext>
            </a:extLst>
          </p:cNvPr>
          <p:cNvSpPr/>
          <p:nvPr userDrawn="1"/>
        </p:nvSpPr>
        <p:spPr>
          <a:xfrm>
            <a:off x="10409257" y="3448992"/>
            <a:ext cx="41538" cy="45719"/>
          </a:xfrm>
          <a:custGeom>
            <a:avLst/>
            <a:gdLst>
              <a:gd name="connsiteX0" fmla="*/ 41538 w 41538"/>
              <a:gd name="connsiteY0" fmla="*/ 0 h 44098"/>
              <a:gd name="connsiteX1" fmla="*/ 3012 w 41538"/>
              <a:gd name="connsiteY1" fmla="*/ 30932 h 44098"/>
              <a:gd name="connsiteX2" fmla="*/ 0 w 41538"/>
              <a:gd name="connsiteY2" fmla="*/ 44098 h 44098"/>
              <a:gd name="connsiteX3" fmla="*/ 37258 w 41538"/>
              <a:gd name="connsiteY3" fmla="*/ 14118 h 44098"/>
              <a:gd name="connsiteX4" fmla="*/ 41538 w 41538"/>
              <a:gd name="connsiteY4" fmla="*/ 0 h 440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1538" h="44098">
                <a:moveTo>
                  <a:pt x="41538" y="0"/>
                </a:moveTo>
                <a:lnTo>
                  <a:pt x="3012" y="30932"/>
                </a:lnTo>
                <a:lnTo>
                  <a:pt x="0" y="44098"/>
                </a:lnTo>
                <a:lnTo>
                  <a:pt x="37258" y="14118"/>
                </a:lnTo>
                <a:lnTo>
                  <a:pt x="41538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0" name="Freeform 319">
            <a:extLst>
              <a:ext uri="{FF2B5EF4-FFF2-40B4-BE49-F238E27FC236}">
                <a16:creationId xmlns:a16="http://schemas.microsoft.com/office/drawing/2014/main" id="{E9935D07-97DD-5EAF-4F98-DC8823F0DAEF}"/>
              </a:ext>
            </a:extLst>
          </p:cNvPr>
          <p:cNvSpPr/>
          <p:nvPr userDrawn="1"/>
        </p:nvSpPr>
        <p:spPr>
          <a:xfrm>
            <a:off x="10440318" y="3081135"/>
            <a:ext cx="475010" cy="389417"/>
          </a:xfrm>
          <a:custGeom>
            <a:avLst/>
            <a:gdLst>
              <a:gd name="connsiteX0" fmla="*/ 159 w 457240"/>
              <a:gd name="connsiteY0" fmla="*/ 372774 h 372932"/>
              <a:gd name="connsiteX1" fmla="*/ 457240 w 457240"/>
              <a:gd name="connsiteY1" fmla="*/ 6980 h 372932"/>
              <a:gd name="connsiteX2" fmla="*/ 452483 w 457240"/>
              <a:gd name="connsiteY2" fmla="*/ 0 h 372932"/>
              <a:gd name="connsiteX3" fmla="*/ 4281 w 457240"/>
              <a:gd name="connsiteY3" fmla="*/ 358656 h 372932"/>
              <a:gd name="connsiteX4" fmla="*/ 0 w 457240"/>
              <a:gd name="connsiteY4" fmla="*/ 372933 h 372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57240" h="372932">
                <a:moveTo>
                  <a:pt x="159" y="372774"/>
                </a:moveTo>
                <a:lnTo>
                  <a:pt x="457240" y="6980"/>
                </a:lnTo>
                <a:cubicBezTo>
                  <a:pt x="455338" y="4918"/>
                  <a:pt x="454069" y="2221"/>
                  <a:pt x="452483" y="0"/>
                </a:cubicBezTo>
                <a:lnTo>
                  <a:pt x="4281" y="358656"/>
                </a:lnTo>
                <a:lnTo>
                  <a:pt x="0" y="372933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1" name="Freeform 320">
            <a:extLst>
              <a:ext uri="{FF2B5EF4-FFF2-40B4-BE49-F238E27FC236}">
                <a16:creationId xmlns:a16="http://schemas.microsoft.com/office/drawing/2014/main" id="{E977801C-CC8A-8E2C-DC08-D457319F5DBF}"/>
              </a:ext>
            </a:extLst>
          </p:cNvPr>
          <p:cNvSpPr/>
          <p:nvPr userDrawn="1"/>
        </p:nvSpPr>
        <p:spPr>
          <a:xfrm>
            <a:off x="10398317" y="3488332"/>
            <a:ext cx="3329" cy="45719"/>
          </a:xfrm>
          <a:custGeom>
            <a:avLst/>
            <a:gdLst>
              <a:gd name="connsiteX0" fmla="*/ 3330 w 3329"/>
              <a:gd name="connsiteY0" fmla="*/ 0 h 13483"/>
              <a:gd name="connsiteX1" fmla="*/ 2696 w 3329"/>
              <a:gd name="connsiteY1" fmla="*/ 635 h 13483"/>
              <a:gd name="connsiteX2" fmla="*/ 0 w 3329"/>
              <a:gd name="connsiteY2" fmla="*/ 13483 h 13483"/>
              <a:gd name="connsiteX3" fmla="*/ 317 w 3329"/>
              <a:gd name="connsiteY3" fmla="*/ 13166 h 13483"/>
              <a:gd name="connsiteX4" fmla="*/ 3330 w 3329"/>
              <a:gd name="connsiteY4" fmla="*/ 0 h 134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29" h="13483">
                <a:moveTo>
                  <a:pt x="3330" y="0"/>
                </a:moveTo>
                <a:lnTo>
                  <a:pt x="2696" y="635"/>
                </a:lnTo>
                <a:lnTo>
                  <a:pt x="0" y="13483"/>
                </a:lnTo>
                <a:lnTo>
                  <a:pt x="317" y="13166"/>
                </a:lnTo>
                <a:lnTo>
                  <a:pt x="3330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2" name="Freeform 321">
            <a:extLst>
              <a:ext uri="{FF2B5EF4-FFF2-40B4-BE49-F238E27FC236}">
                <a16:creationId xmlns:a16="http://schemas.microsoft.com/office/drawing/2014/main" id="{918F889D-B991-D30D-FBB4-4772B5852FE4}"/>
              </a:ext>
            </a:extLst>
          </p:cNvPr>
          <p:cNvSpPr/>
          <p:nvPr userDrawn="1"/>
        </p:nvSpPr>
        <p:spPr>
          <a:xfrm>
            <a:off x="8986092" y="3497216"/>
            <a:ext cx="1404615" cy="1107693"/>
          </a:xfrm>
          <a:custGeom>
            <a:avLst/>
            <a:gdLst>
              <a:gd name="connsiteX0" fmla="*/ 929224 w 1389317"/>
              <a:gd name="connsiteY0" fmla="*/ 378960 h 1118797"/>
              <a:gd name="connsiteX1" fmla="*/ 1322729 w 1389317"/>
              <a:gd name="connsiteY1" fmla="*/ 64085 h 1118797"/>
              <a:gd name="connsiteX2" fmla="*/ 1332083 w 1389317"/>
              <a:gd name="connsiteY2" fmla="*/ 56630 h 1118797"/>
              <a:gd name="connsiteX3" fmla="*/ 1386622 w 1389317"/>
              <a:gd name="connsiteY3" fmla="*/ 12849 h 1118797"/>
              <a:gd name="connsiteX4" fmla="*/ 1389317 w 1389317"/>
              <a:gd name="connsiteY4" fmla="*/ 0 h 1118797"/>
              <a:gd name="connsiteX5" fmla="*/ 1320351 w 1389317"/>
              <a:gd name="connsiteY5" fmla="*/ 55202 h 1118797"/>
              <a:gd name="connsiteX6" fmla="*/ 1310997 w 1389317"/>
              <a:gd name="connsiteY6" fmla="*/ 62658 h 1118797"/>
              <a:gd name="connsiteX7" fmla="*/ 919394 w 1389317"/>
              <a:gd name="connsiteY7" fmla="*/ 376105 h 1118797"/>
              <a:gd name="connsiteX8" fmla="*/ 911150 w 1389317"/>
              <a:gd name="connsiteY8" fmla="*/ 382609 h 1118797"/>
              <a:gd name="connsiteX9" fmla="*/ 0 w 1389317"/>
              <a:gd name="connsiteY9" fmla="*/ 1111818 h 1118797"/>
              <a:gd name="connsiteX10" fmla="*/ 4756 w 1389317"/>
              <a:gd name="connsiteY10" fmla="*/ 1118798 h 1118797"/>
              <a:gd name="connsiteX11" fmla="*/ 921296 w 1389317"/>
              <a:gd name="connsiteY11" fmla="*/ 385305 h 1118797"/>
              <a:gd name="connsiteX12" fmla="*/ 929382 w 1389317"/>
              <a:gd name="connsiteY12" fmla="*/ 378802 h 11187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389317" h="1118797">
                <a:moveTo>
                  <a:pt x="929224" y="378960"/>
                </a:moveTo>
                <a:lnTo>
                  <a:pt x="1322729" y="64085"/>
                </a:lnTo>
                <a:lnTo>
                  <a:pt x="1332083" y="56630"/>
                </a:lnTo>
                <a:lnTo>
                  <a:pt x="1386622" y="12849"/>
                </a:lnTo>
                <a:lnTo>
                  <a:pt x="1389317" y="0"/>
                </a:lnTo>
                <a:lnTo>
                  <a:pt x="1320351" y="55202"/>
                </a:lnTo>
                <a:lnTo>
                  <a:pt x="1310997" y="62658"/>
                </a:lnTo>
                <a:lnTo>
                  <a:pt x="919394" y="376105"/>
                </a:lnTo>
                <a:lnTo>
                  <a:pt x="911150" y="382609"/>
                </a:lnTo>
                <a:lnTo>
                  <a:pt x="0" y="1111818"/>
                </a:lnTo>
                <a:cubicBezTo>
                  <a:pt x="1902" y="1113880"/>
                  <a:pt x="3171" y="1116577"/>
                  <a:pt x="4756" y="1118798"/>
                </a:cubicBezTo>
                <a:lnTo>
                  <a:pt x="921296" y="385305"/>
                </a:lnTo>
                <a:lnTo>
                  <a:pt x="929382" y="37880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3" name="Freeform 322">
            <a:extLst>
              <a:ext uri="{FF2B5EF4-FFF2-40B4-BE49-F238E27FC236}">
                <a16:creationId xmlns:a16="http://schemas.microsoft.com/office/drawing/2014/main" id="{D5B37731-1FDF-E52B-37BF-06D72ABE9A84}"/>
              </a:ext>
            </a:extLst>
          </p:cNvPr>
          <p:cNvSpPr/>
          <p:nvPr userDrawn="1"/>
        </p:nvSpPr>
        <p:spPr>
          <a:xfrm>
            <a:off x="7738115" y="3033312"/>
            <a:ext cx="3172256" cy="185138"/>
          </a:xfrm>
          <a:custGeom>
            <a:avLst/>
            <a:gdLst>
              <a:gd name="connsiteX0" fmla="*/ 2574272 w 2574271"/>
              <a:gd name="connsiteY0" fmla="*/ 0 h 166082"/>
              <a:gd name="connsiteX1" fmla="*/ 0 w 2574271"/>
              <a:gd name="connsiteY1" fmla="*/ 157675 h 166082"/>
              <a:gd name="connsiteX2" fmla="*/ 1744 w 2574271"/>
              <a:gd name="connsiteY2" fmla="*/ 166083 h 166082"/>
              <a:gd name="connsiteX3" fmla="*/ 2566345 w 2574271"/>
              <a:gd name="connsiteY3" fmla="*/ 9042 h 166082"/>
              <a:gd name="connsiteX4" fmla="*/ 2574113 w 2574271"/>
              <a:gd name="connsiteY4" fmla="*/ 0 h 1660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74271" h="166082">
                <a:moveTo>
                  <a:pt x="2574272" y="0"/>
                </a:moveTo>
                <a:lnTo>
                  <a:pt x="0" y="157675"/>
                </a:lnTo>
                <a:cubicBezTo>
                  <a:pt x="476" y="160531"/>
                  <a:pt x="1744" y="163069"/>
                  <a:pt x="1744" y="166083"/>
                </a:cubicBezTo>
                <a:lnTo>
                  <a:pt x="2566345" y="9042"/>
                </a:lnTo>
                <a:lnTo>
                  <a:pt x="2574113" y="0"/>
                </a:lnTo>
                <a:close/>
              </a:path>
            </a:pathLst>
          </a:custGeom>
          <a:solidFill>
            <a:srgbClr val="FF7D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4" name="Freeform 323">
            <a:extLst>
              <a:ext uri="{FF2B5EF4-FFF2-40B4-BE49-F238E27FC236}">
                <a16:creationId xmlns:a16="http://schemas.microsoft.com/office/drawing/2014/main" id="{9100D9D5-A308-9F34-F7F9-EC7E49869CA0}"/>
              </a:ext>
            </a:extLst>
          </p:cNvPr>
          <p:cNvSpPr/>
          <p:nvPr userDrawn="1"/>
        </p:nvSpPr>
        <p:spPr>
          <a:xfrm>
            <a:off x="10486467" y="3064162"/>
            <a:ext cx="10464" cy="45719"/>
          </a:xfrm>
          <a:custGeom>
            <a:avLst/>
            <a:gdLst>
              <a:gd name="connsiteX0" fmla="*/ 10464 w 10464"/>
              <a:gd name="connsiteY0" fmla="*/ 0 h 9200"/>
              <a:gd name="connsiteX1" fmla="*/ 1903 w 10464"/>
              <a:gd name="connsiteY1" fmla="*/ 476 h 9200"/>
              <a:gd name="connsiteX2" fmla="*/ 0 w 10464"/>
              <a:gd name="connsiteY2" fmla="*/ 9200 h 9200"/>
              <a:gd name="connsiteX3" fmla="*/ 8562 w 10464"/>
              <a:gd name="connsiteY3" fmla="*/ 8725 h 9200"/>
              <a:gd name="connsiteX4" fmla="*/ 10464 w 10464"/>
              <a:gd name="connsiteY4" fmla="*/ 0 h 9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464" h="9200">
                <a:moveTo>
                  <a:pt x="10464" y="0"/>
                </a:moveTo>
                <a:lnTo>
                  <a:pt x="1903" y="476"/>
                </a:lnTo>
                <a:lnTo>
                  <a:pt x="0" y="9200"/>
                </a:lnTo>
                <a:lnTo>
                  <a:pt x="8562" y="8725"/>
                </a:lnTo>
                <a:lnTo>
                  <a:pt x="10464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5" name="Freeform 324">
            <a:extLst>
              <a:ext uri="{FF2B5EF4-FFF2-40B4-BE49-F238E27FC236}">
                <a16:creationId xmlns:a16="http://schemas.microsoft.com/office/drawing/2014/main" id="{A82F65CC-D9D6-3391-4923-F4BAA4B253CD}"/>
              </a:ext>
            </a:extLst>
          </p:cNvPr>
          <p:cNvSpPr/>
          <p:nvPr userDrawn="1"/>
        </p:nvSpPr>
        <p:spPr>
          <a:xfrm>
            <a:off x="10736016" y="2694087"/>
            <a:ext cx="196910" cy="248072"/>
          </a:xfrm>
          <a:custGeom>
            <a:avLst/>
            <a:gdLst>
              <a:gd name="connsiteX0" fmla="*/ 4597 w 196910"/>
              <a:gd name="connsiteY0" fmla="*/ 0 h 288067"/>
              <a:gd name="connsiteX1" fmla="*/ 0 w 196910"/>
              <a:gd name="connsiteY1" fmla="*/ 3172 h 288067"/>
              <a:gd name="connsiteX2" fmla="*/ 189776 w 196910"/>
              <a:gd name="connsiteY2" fmla="*/ 288067 h 288067"/>
              <a:gd name="connsiteX3" fmla="*/ 196911 w 196910"/>
              <a:gd name="connsiteY3" fmla="*/ 283308 h 288067"/>
              <a:gd name="connsiteX4" fmla="*/ 29171 w 196910"/>
              <a:gd name="connsiteY4" fmla="*/ 31567 h 288067"/>
              <a:gd name="connsiteX5" fmla="*/ 4597 w 196910"/>
              <a:gd name="connsiteY5" fmla="*/ 159 h 2880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96910" h="288067">
                <a:moveTo>
                  <a:pt x="4597" y="0"/>
                </a:moveTo>
                <a:cubicBezTo>
                  <a:pt x="3012" y="1110"/>
                  <a:pt x="1585" y="2221"/>
                  <a:pt x="0" y="3172"/>
                </a:cubicBezTo>
                <a:lnTo>
                  <a:pt x="189776" y="288067"/>
                </a:lnTo>
                <a:cubicBezTo>
                  <a:pt x="192155" y="286322"/>
                  <a:pt x="194374" y="284736"/>
                  <a:pt x="196911" y="283308"/>
                </a:cubicBezTo>
                <a:lnTo>
                  <a:pt x="29171" y="31567"/>
                </a:lnTo>
                <a:lnTo>
                  <a:pt x="4597" y="15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6" name="Freeform 325">
            <a:extLst>
              <a:ext uri="{FF2B5EF4-FFF2-40B4-BE49-F238E27FC236}">
                <a16:creationId xmlns:a16="http://schemas.microsoft.com/office/drawing/2014/main" id="{1AAE5FB1-6004-20E8-4B90-354E28ABB830}"/>
              </a:ext>
            </a:extLst>
          </p:cNvPr>
          <p:cNvSpPr/>
          <p:nvPr userDrawn="1"/>
        </p:nvSpPr>
        <p:spPr>
          <a:xfrm>
            <a:off x="10968440" y="2937103"/>
            <a:ext cx="1109" cy="45719"/>
          </a:xfrm>
          <a:custGeom>
            <a:avLst/>
            <a:gdLst>
              <a:gd name="connsiteX0" fmla="*/ 1110 w 1109"/>
              <a:gd name="connsiteY0" fmla="*/ 1269 h 12373"/>
              <a:gd name="connsiteX1" fmla="*/ 0 w 1109"/>
              <a:gd name="connsiteY1" fmla="*/ 0 h 12373"/>
              <a:gd name="connsiteX2" fmla="*/ 634 w 1109"/>
              <a:gd name="connsiteY2" fmla="*/ 12373 h 12373"/>
              <a:gd name="connsiteX3" fmla="*/ 634 w 1109"/>
              <a:gd name="connsiteY3" fmla="*/ 12373 h 12373"/>
              <a:gd name="connsiteX4" fmla="*/ 1110 w 1109"/>
              <a:gd name="connsiteY4" fmla="*/ 1269 h 12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09" h="12373">
                <a:moveTo>
                  <a:pt x="1110" y="1269"/>
                </a:moveTo>
                <a:lnTo>
                  <a:pt x="0" y="0"/>
                </a:lnTo>
                <a:lnTo>
                  <a:pt x="634" y="12373"/>
                </a:lnTo>
                <a:lnTo>
                  <a:pt x="634" y="12373"/>
                </a:lnTo>
                <a:lnTo>
                  <a:pt x="1110" y="126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7" name="Freeform 326">
            <a:extLst>
              <a:ext uri="{FF2B5EF4-FFF2-40B4-BE49-F238E27FC236}">
                <a16:creationId xmlns:a16="http://schemas.microsoft.com/office/drawing/2014/main" id="{F7EDAC8D-8E51-90DB-83DD-B54B71F75C55}"/>
              </a:ext>
            </a:extLst>
          </p:cNvPr>
          <p:cNvSpPr/>
          <p:nvPr userDrawn="1"/>
        </p:nvSpPr>
        <p:spPr>
          <a:xfrm>
            <a:off x="10978587" y="2949158"/>
            <a:ext cx="24574" cy="45719"/>
          </a:xfrm>
          <a:custGeom>
            <a:avLst/>
            <a:gdLst>
              <a:gd name="connsiteX0" fmla="*/ 793 w 24574"/>
              <a:gd name="connsiteY0" fmla="*/ 0 h 26490"/>
              <a:gd name="connsiteX1" fmla="*/ 0 w 24574"/>
              <a:gd name="connsiteY1" fmla="*/ 11262 h 26490"/>
              <a:gd name="connsiteX2" fmla="*/ 8245 w 24574"/>
              <a:gd name="connsiteY2" fmla="*/ 20622 h 26490"/>
              <a:gd name="connsiteX3" fmla="*/ 24574 w 24574"/>
              <a:gd name="connsiteY3" fmla="*/ 26491 h 26490"/>
              <a:gd name="connsiteX4" fmla="*/ 19342 w 24574"/>
              <a:gd name="connsiteY4" fmla="*/ 20463 h 26490"/>
              <a:gd name="connsiteX5" fmla="*/ 793 w 24574"/>
              <a:gd name="connsiteY5" fmla="*/ 159 h 264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4574" h="26490">
                <a:moveTo>
                  <a:pt x="793" y="0"/>
                </a:moveTo>
                <a:lnTo>
                  <a:pt x="0" y="11262"/>
                </a:lnTo>
                <a:lnTo>
                  <a:pt x="8245" y="20622"/>
                </a:lnTo>
                <a:cubicBezTo>
                  <a:pt x="13952" y="22049"/>
                  <a:pt x="19501" y="23635"/>
                  <a:pt x="24574" y="26491"/>
                </a:cubicBezTo>
                <a:lnTo>
                  <a:pt x="19342" y="20463"/>
                </a:lnTo>
                <a:lnTo>
                  <a:pt x="793" y="15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8" name="Freeform 327">
            <a:extLst>
              <a:ext uri="{FF2B5EF4-FFF2-40B4-BE49-F238E27FC236}">
                <a16:creationId xmlns:a16="http://schemas.microsoft.com/office/drawing/2014/main" id="{CA132449-BC87-1736-B73C-790FB8802EEC}"/>
              </a:ext>
            </a:extLst>
          </p:cNvPr>
          <p:cNvSpPr/>
          <p:nvPr userDrawn="1"/>
        </p:nvSpPr>
        <p:spPr>
          <a:xfrm>
            <a:off x="10799750" y="2751509"/>
            <a:ext cx="160288" cy="161465"/>
          </a:xfrm>
          <a:custGeom>
            <a:avLst/>
            <a:gdLst>
              <a:gd name="connsiteX0" fmla="*/ 49783 w 160288"/>
              <a:gd name="connsiteY0" fmla="*/ 61230 h 187497"/>
              <a:gd name="connsiteX1" fmla="*/ 160288 w 160288"/>
              <a:gd name="connsiteY1" fmla="*/ 187497 h 187497"/>
              <a:gd name="connsiteX2" fmla="*/ 159653 w 160288"/>
              <a:gd name="connsiteY2" fmla="*/ 175600 h 187497"/>
              <a:gd name="connsiteX3" fmla="*/ 0 w 160288"/>
              <a:gd name="connsiteY3" fmla="*/ 0 h 187497"/>
              <a:gd name="connsiteX4" fmla="*/ 49783 w 160288"/>
              <a:gd name="connsiteY4" fmla="*/ 61230 h 1874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0288" h="187497">
                <a:moveTo>
                  <a:pt x="49783" y="61230"/>
                </a:moveTo>
                <a:lnTo>
                  <a:pt x="160288" y="187497"/>
                </a:lnTo>
                <a:lnTo>
                  <a:pt x="159653" y="175600"/>
                </a:lnTo>
                <a:lnTo>
                  <a:pt x="0" y="0"/>
                </a:lnTo>
                <a:lnTo>
                  <a:pt x="49783" y="6123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9" name="Freeform 328">
            <a:extLst>
              <a:ext uri="{FF2B5EF4-FFF2-40B4-BE49-F238E27FC236}">
                <a16:creationId xmlns:a16="http://schemas.microsoft.com/office/drawing/2014/main" id="{0B22135D-D0E6-5842-305D-9F0331BBBEB9}"/>
              </a:ext>
            </a:extLst>
          </p:cNvPr>
          <p:cNvSpPr/>
          <p:nvPr userDrawn="1"/>
        </p:nvSpPr>
        <p:spPr>
          <a:xfrm>
            <a:off x="11037565" y="3014990"/>
            <a:ext cx="560927" cy="556522"/>
          </a:xfrm>
          <a:custGeom>
            <a:avLst/>
            <a:gdLst>
              <a:gd name="connsiteX0" fmla="*/ 189618 w 560927"/>
              <a:gd name="connsiteY0" fmla="*/ 216685 h 646247"/>
              <a:gd name="connsiteX1" fmla="*/ 0 w 560927"/>
              <a:gd name="connsiteY1" fmla="*/ 0 h 646247"/>
              <a:gd name="connsiteX2" fmla="*/ 3330 w 560927"/>
              <a:gd name="connsiteY2" fmla="*/ 16656 h 646247"/>
              <a:gd name="connsiteX3" fmla="*/ 182801 w 560927"/>
              <a:gd name="connsiteY3" fmla="*/ 221920 h 646247"/>
              <a:gd name="connsiteX4" fmla="*/ 188350 w 560927"/>
              <a:gd name="connsiteY4" fmla="*/ 228265 h 646247"/>
              <a:gd name="connsiteX5" fmla="*/ 517963 w 560927"/>
              <a:gd name="connsiteY5" fmla="*/ 605322 h 646247"/>
              <a:gd name="connsiteX6" fmla="*/ 553793 w 560927"/>
              <a:gd name="connsiteY6" fmla="*/ 646247 h 646247"/>
              <a:gd name="connsiteX7" fmla="*/ 560927 w 560927"/>
              <a:gd name="connsiteY7" fmla="*/ 641489 h 646247"/>
              <a:gd name="connsiteX8" fmla="*/ 195009 w 560927"/>
              <a:gd name="connsiteY8" fmla="*/ 223030 h 646247"/>
              <a:gd name="connsiteX9" fmla="*/ 189460 w 560927"/>
              <a:gd name="connsiteY9" fmla="*/ 216685 h 6462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60927" h="646247">
                <a:moveTo>
                  <a:pt x="189618" y="216685"/>
                </a:moveTo>
                <a:lnTo>
                  <a:pt x="0" y="0"/>
                </a:lnTo>
                <a:cubicBezTo>
                  <a:pt x="1902" y="5235"/>
                  <a:pt x="2696" y="10945"/>
                  <a:pt x="3330" y="16656"/>
                </a:cubicBezTo>
                <a:lnTo>
                  <a:pt x="182801" y="221920"/>
                </a:lnTo>
                <a:lnTo>
                  <a:pt x="188350" y="228265"/>
                </a:lnTo>
                <a:lnTo>
                  <a:pt x="517963" y="605322"/>
                </a:lnTo>
                <a:lnTo>
                  <a:pt x="553793" y="646247"/>
                </a:lnTo>
                <a:cubicBezTo>
                  <a:pt x="555854" y="644185"/>
                  <a:pt x="558707" y="643233"/>
                  <a:pt x="560927" y="641489"/>
                </a:cubicBezTo>
                <a:lnTo>
                  <a:pt x="195009" y="223030"/>
                </a:lnTo>
                <a:lnTo>
                  <a:pt x="189460" y="216685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30" name="Freeform 329">
            <a:extLst>
              <a:ext uri="{FF2B5EF4-FFF2-40B4-BE49-F238E27FC236}">
                <a16:creationId xmlns:a16="http://schemas.microsoft.com/office/drawing/2014/main" id="{4E9B83BA-8927-D3F8-74C5-0C77917EA901}"/>
              </a:ext>
            </a:extLst>
          </p:cNvPr>
          <p:cNvSpPr/>
          <p:nvPr userDrawn="1"/>
        </p:nvSpPr>
        <p:spPr>
          <a:xfrm>
            <a:off x="10748699" y="2685996"/>
            <a:ext cx="210704" cy="207637"/>
          </a:xfrm>
          <a:custGeom>
            <a:avLst/>
            <a:gdLst>
              <a:gd name="connsiteX0" fmla="*/ 0 w 210704"/>
              <a:gd name="connsiteY0" fmla="*/ 2538 h 241113"/>
              <a:gd name="connsiteX1" fmla="*/ 51051 w 210704"/>
              <a:gd name="connsiteY1" fmla="*/ 65513 h 241113"/>
              <a:gd name="connsiteX2" fmla="*/ 210704 w 210704"/>
              <a:gd name="connsiteY2" fmla="*/ 241113 h 241113"/>
              <a:gd name="connsiteX3" fmla="*/ 210070 w 210704"/>
              <a:gd name="connsiteY3" fmla="*/ 227630 h 241113"/>
              <a:gd name="connsiteX4" fmla="*/ 3171 w 210704"/>
              <a:gd name="connsiteY4" fmla="*/ 0 h 241113"/>
              <a:gd name="connsiteX5" fmla="*/ 0 w 210704"/>
              <a:gd name="connsiteY5" fmla="*/ 2538 h 2411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10704" h="241113">
                <a:moveTo>
                  <a:pt x="0" y="2538"/>
                </a:moveTo>
                <a:lnTo>
                  <a:pt x="51051" y="65513"/>
                </a:lnTo>
                <a:lnTo>
                  <a:pt x="210704" y="241113"/>
                </a:lnTo>
                <a:lnTo>
                  <a:pt x="210070" y="227630"/>
                </a:lnTo>
                <a:lnTo>
                  <a:pt x="3171" y="0"/>
                </a:lnTo>
                <a:cubicBezTo>
                  <a:pt x="2220" y="952"/>
                  <a:pt x="951" y="1586"/>
                  <a:pt x="0" y="2538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31" name="Freeform 330">
            <a:extLst>
              <a:ext uri="{FF2B5EF4-FFF2-40B4-BE49-F238E27FC236}">
                <a16:creationId xmlns:a16="http://schemas.microsoft.com/office/drawing/2014/main" id="{73674F8C-0977-9293-F7ED-1325B78B93A6}"/>
              </a:ext>
            </a:extLst>
          </p:cNvPr>
          <p:cNvSpPr/>
          <p:nvPr userDrawn="1"/>
        </p:nvSpPr>
        <p:spPr>
          <a:xfrm>
            <a:off x="11705668" y="3741185"/>
            <a:ext cx="296159" cy="280446"/>
          </a:xfrm>
          <a:custGeom>
            <a:avLst/>
            <a:gdLst>
              <a:gd name="connsiteX0" fmla="*/ 218156 w 296159"/>
              <a:gd name="connsiteY0" fmla="*/ 247459 h 325661"/>
              <a:gd name="connsiteX1" fmla="*/ 289183 w 296159"/>
              <a:gd name="connsiteY1" fmla="*/ 325662 h 325661"/>
              <a:gd name="connsiteX2" fmla="*/ 296159 w 296159"/>
              <a:gd name="connsiteY2" fmla="*/ 320586 h 325661"/>
              <a:gd name="connsiteX3" fmla="*/ 4756 w 296159"/>
              <a:gd name="connsiteY3" fmla="*/ 0 h 325661"/>
              <a:gd name="connsiteX4" fmla="*/ 0 w 296159"/>
              <a:gd name="connsiteY4" fmla="*/ 7614 h 325661"/>
              <a:gd name="connsiteX5" fmla="*/ 217997 w 296159"/>
              <a:gd name="connsiteY5" fmla="*/ 247459 h 3256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96159" h="325661">
                <a:moveTo>
                  <a:pt x="218156" y="247459"/>
                </a:moveTo>
                <a:lnTo>
                  <a:pt x="289183" y="325662"/>
                </a:lnTo>
                <a:cubicBezTo>
                  <a:pt x="291244" y="323600"/>
                  <a:pt x="293939" y="322489"/>
                  <a:pt x="296159" y="320586"/>
                </a:cubicBezTo>
                <a:lnTo>
                  <a:pt x="4756" y="0"/>
                </a:lnTo>
                <a:cubicBezTo>
                  <a:pt x="3646" y="2855"/>
                  <a:pt x="1585" y="4917"/>
                  <a:pt x="0" y="7614"/>
                </a:cubicBezTo>
                <a:lnTo>
                  <a:pt x="217997" y="24745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32" name="Freeform 331">
            <a:extLst>
              <a:ext uri="{FF2B5EF4-FFF2-40B4-BE49-F238E27FC236}">
                <a16:creationId xmlns:a16="http://schemas.microsoft.com/office/drawing/2014/main" id="{F3F480B8-2EBC-FACC-9917-B6E8B3D54B17}"/>
              </a:ext>
            </a:extLst>
          </p:cNvPr>
          <p:cNvSpPr/>
          <p:nvPr userDrawn="1"/>
        </p:nvSpPr>
        <p:spPr>
          <a:xfrm>
            <a:off x="10979380" y="2937262"/>
            <a:ext cx="643370" cy="610753"/>
          </a:xfrm>
          <a:custGeom>
            <a:avLst/>
            <a:gdLst>
              <a:gd name="connsiteX0" fmla="*/ 259694 w 643370"/>
              <a:gd name="connsiteY0" fmla="*/ 284894 h 709222"/>
              <a:gd name="connsiteX1" fmla="*/ 64210 w 643370"/>
              <a:gd name="connsiteY1" fmla="*/ 69796 h 709222"/>
              <a:gd name="connsiteX2" fmla="*/ 58344 w 643370"/>
              <a:gd name="connsiteY2" fmla="*/ 63292 h 709222"/>
              <a:gd name="connsiteX3" fmla="*/ 55966 w 643370"/>
              <a:gd name="connsiteY3" fmla="*/ 60754 h 709222"/>
              <a:gd name="connsiteX4" fmla="*/ 50258 w 643370"/>
              <a:gd name="connsiteY4" fmla="*/ 54409 h 709222"/>
              <a:gd name="connsiteX5" fmla="*/ 793 w 643370"/>
              <a:gd name="connsiteY5" fmla="*/ 0 h 709222"/>
              <a:gd name="connsiteX6" fmla="*/ 0 w 643370"/>
              <a:gd name="connsiteY6" fmla="*/ 11897 h 709222"/>
              <a:gd name="connsiteX7" fmla="*/ 18549 w 643370"/>
              <a:gd name="connsiteY7" fmla="*/ 32201 h 709222"/>
              <a:gd name="connsiteX8" fmla="*/ 24415 w 643370"/>
              <a:gd name="connsiteY8" fmla="*/ 38546 h 709222"/>
              <a:gd name="connsiteX9" fmla="*/ 57869 w 643370"/>
              <a:gd name="connsiteY9" fmla="*/ 75348 h 709222"/>
              <a:gd name="connsiteX10" fmla="*/ 253036 w 643370"/>
              <a:gd name="connsiteY10" fmla="*/ 290129 h 709222"/>
              <a:gd name="connsiteX11" fmla="*/ 258743 w 643370"/>
              <a:gd name="connsiteY11" fmla="*/ 296316 h 709222"/>
              <a:gd name="connsiteX12" fmla="*/ 634016 w 643370"/>
              <a:gd name="connsiteY12" fmla="*/ 709222 h 709222"/>
              <a:gd name="connsiteX13" fmla="*/ 643370 w 643370"/>
              <a:gd name="connsiteY13" fmla="*/ 706843 h 709222"/>
              <a:gd name="connsiteX14" fmla="*/ 265560 w 643370"/>
              <a:gd name="connsiteY14" fmla="*/ 290922 h 709222"/>
              <a:gd name="connsiteX15" fmla="*/ 259853 w 643370"/>
              <a:gd name="connsiteY15" fmla="*/ 284736 h 7092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643370" h="709222">
                <a:moveTo>
                  <a:pt x="259694" y="284894"/>
                </a:moveTo>
                <a:lnTo>
                  <a:pt x="64210" y="69796"/>
                </a:lnTo>
                <a:lnTo>
                  <a:pt x="58344" y="63292"/>
                </a:lnTo>
                <a:lnTo>
                  <a:pt x="55966" y="60754"/>
                </a:lnTo>
                <a:lnTo>
                  <a:pt x="50258" y="54409"/>
                </a:lnTo>
                <a:lnTo>
                  <a:pt x="793" y="0"/>
                </a:lnTo>
                <a:lnTo>
                  <a:pt x="0" y="11897"/>
                </a:lnTo>
                <a:lnTo>
                  <a:pt x="18549" y="32201"/>
                </a:lnTo>
                <a:lnTo>
                  <a:pt x="24415" y="38546"/>
                </a:lnTo>
                <a:cubicBezTo>
                  <a:pt x="39477" y="46795"/>
                  <a:pt x="51527" y="59326"/>
                  <a:pt x="57869" y="75348"/>
                </a:cubicBezTo>
                <a:lnTo>
                  <a:pt x="253036" y="290129"/>
                </a:lnTo>
                <a:lnTo>
                  <a:pt x="258743" y="296316"/>
                </a:lnTo>
                <a:lnTo>
                  <a:pt x="634016" y="709222"/>
                </a:lnTo>
                <a:cubicBezTo>
                  <a:pt x="636869" y="707953"/>
                  <a:pt x="640199" y="707636"/>
                  <a:pt x="643370" y="706843"/>
                </a:cubicBezTo>
                <a:lnTo>
                  <a:pt x="265560" y="290922"/>
                </a:lnTo>
                <a:lnTo>
                  <a:pt x="259853" y="284736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7" name="Freeform 356">
            <a:extLst>
              <a:ext uri="{FF2B5EF4-FFF2-40B4-BE49-F238E27FC236}">
                <a16:creationId xmlns:a16="http://schemas.microsoft.com/office/drawing/2014/main" id="{5F08E033-CC72-6CC1-1664-C53B24DE9316}"/>
              </a:ext>
            </a:extLst>
          </p:cNvPr>
          <p:cNvSpPr/>
          <p:nvPr userDrawn="1"/>
        </p:nvSpPr>
        <p:spPr>
          <a:xfrm>
            <a:off x="10967806" y="2923619"/>
            <a:ext cx="2218" cy="45719"/>
          </a:xfrm>
          <a:custGeom>
            <a:avLst/>
            <a:gdLst>
              <a:gd name="connsiteX0" fmla="*/ 2219 w 2218"/>
              <a:gd name="connsiteY0" fmla="*/ 2538 h 14752"/>
              <a:gd name="connsiteX1" fmla="*/ 0 w 2218"/>
              <a:gd name="connsiteY1" fmla="*/ 0 h 14752"/>
              <a:gd name="connsiteX2" fmla="*/ 634 w 2218"/>
              <a:gd name="connsiteY2" fmla="*/ 13483 h 14752"/>
              <a:gd name="connsiteX3" fmla="*/ 1744 w 2218"/>
              <a:gd name="connsiteY3" fmla="*/ 14752 h 14752"/>
              <a:gd name="connsiteX4" fmla="*/ 2219 w 2218"/>
              <a:gd name="connsiteY4" fmla="*/ 2538 h 147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18" h="14752">
                <a:moveTo>
                  <a:pt x="2219" y="2538"/>
                </a:moveTo>
                <a:lnTo>
                  <a:pt x="0" y="0"/>
                </a:lnTo>
                <a:lnTo>
                  <a:pt x="634" y="13483"/>
                </a:lnTo>
                <a:lnTo>
                  <a:pt x="1744" y="14752"/>
                </a:lnTo>
                <a:lnTo>
                  <a:pt x="2219" y="2538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8" name="Freeform 357">
            <a:extLst>
              <a:ext uri="{FF2B5EF4-FFF2-40B4-BE49-F238E27FC236}">
                <a16:creationId xmlns:a16="http://schemas.microsoft.com/office/drawing/2014/main" id="{D7573E38-2745-5545-F9D2-E46A1181080C}"/>
              </a:ext>
            </a:extLst>
          </p:cNvPr>
          <p:cNvSpPr/>
          <p:nvPr userDrawn="1"/>
        </p:nvSpPr>
        <p:spPr>
          <a:xfrm>
            <a:off x="11038516" y="3048301"/>
            <a:ext cx="533340" cy="572367"/>
          </a:xfrm>
          <a:custGeom>
            <a:avLst/>
            <a:gdLst>
              <a:gd name="connsiteX0" fmla="*/ 300123 w 533340"/>
              <a:gd name="connsiteY0" fmla="*/ 366746 h 664647"/>
              <a:gd name="connsiteX1" fmla="*/ 300123 w 533340"/>
              <a:gd name="connsiteY1" fmla="*/ 366746 h 664647"/>
              <a:gd name="connsiteX2" fmla="*/ 248280 w 533340"/>
              <a:gd name="connsiteY2" fmla="*/ 302819 h 664647"/>
              <a:gd name="connsiteX3" fmla="*/ 171228 w 533340"/>
              <a:gd name="connsiteY3" fmla="*/ 208119 h 664647"/>
              <a:gd name="connsiteX4" fmla="*/ 165837 w 533340"/>
              <a:gd name="connsiteY4" fmla="*/ 201615 h 664647"/>
              <a:gd name="connsiteX5" fmla="*/ 2220 w 533340"/>
              <a:gd name="connsiteY5" fmla="*/ 0 h 664647"/>
              <a:gd name="connsiteX6" fmla="*/ 0 w 533340"/>
              <a:gd name="connsiteY6" fmla="*/ 10787 h 664647"/>
              <a:gd name="connsiteX7" fmla="*/ 159178 w 533340"/>
              <a:gd name="connsiteY7" fmla="*/ 206850 h 664647"/>
              <a:gd name="connsiteX8" fmla="*/ 164568 w 533340"/>
              <a:gd name="connsiteY8" fmla="*/ 213354 h 664647"/>
              <a:gd name="connsiteX9" fmla="*/ 189777 w 533340"/>
              <a:gd name="connsiteY9" fmla="*/ 244286 h 664647"/>
              <a:gd name="connsiteX10" fmla="*/ 241621 w 533340"/>
              <a:gd name="connsiteY10" fmla="*/ 308054 h 664647"/>
              <a:gd name="connsiteX11" fmla="*/ 241621 w 533340"/>
              <a:gd name="connsiteY11" fmla="*/ 308054 h 664647"/>
              <a:gd name="connsiteX12" fmla="*/ 519865 w 533340"/>
              <a:gd name="connsiteY12" fmla="*/ 650847 h 664647"/>
              <a:gd name="connsiteX13" fmla="*/ 527475 w 533340"/>
              <a:gd name="connsiteY13" fmla="*/ 660206 h 664647"/>
              <a:gd name="connsiteX14" fmla="*/ 531121 w 533340"/>
              <a:gd name="connsiteY14" fmla="*/ 664648 h 664647"/>
              <a:gd name="connsiteX15" fmla="*/ 533341 w 533340"/>
              <a:gd name="connsiteY15" fmla="*/ 653861 h 664647"/>
              <a:gd name="connsiteX16" fmla="*/ 531914 w 533340"/>
              <a:gd name="connsiteY16" fmla="*/ 652275 h 664647"/>
              <a:gd name="connsiteX17" fmla="*/ 299965 w 533340"/>
              <a:gd name="connsiteY17" fmla="*/ 366588 h 6646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533340" h="664647">
                <a:moveTo>
                  <a:pt x="300123" y="366746"/>
                </a:moveTo>
                <a:lnTo>
                  <a:pt x="300123" y="366746"/>
                </a:lnTo>
                <a:cubicBezTo>
                  <a:pt x="300123" y="366746"/>
                  <a:pt x="248280" y="302819"/>
                  <a:pt x="248280" y="302819"/>
                </a:cubicBezTo>
                <a:lnTo>
                  <a:pt x="171228" y="208119"/>
                </a:lnTo>
                <a:lnTo>
                  <a:pt x="165837" y="201615"/>
                </a:lnTo>
                <a:lnTo>
                  <a:pt x="2220" y="0"/>
                </a:lnTo>
                <a:cubicBezTo>
                  <a:pt x="1745" y="3807"/>
                  <a:pt x="951" y="7297"/>
                  <a:pt x="0" y="10787"/>
                </a:cubicBezTo>
                <a:lnTo>
                  <a:pt x="159178" y="206850"/>
                </a:lnTo>
                <a:lnTo>
                  <a:pt x="164568" y="213354"/>
                </a:lnTo>
                <a:lnTo>
                  <a:pt x="189777" y="244286"/>
                </a:lnTo>
                <a:lnTo>
                  <a:pt x="241621" y="308054"/>
                </a:lnTo>
                <a:lnTo>
                  <a:pt x="241621" y="308054"/>
                </a:lnTo>
                <a:cubicBezTo>
                  <a:pt x="241621" y="308054"/>
                  <a:pt x="519865" y="650847"/>
                  <a:pt x="519865" y="650847"/>
                </a:cubicBezTo>
                <a:lnTo>
                  <a:pt x="527475" y="660206"/>
                </a:lnTo>
                <a:lnTo>
                  <a:pt x="531121" y="664648"/>
                </a:lnTo>
                <a:cubicBezTo>
                  <a:pt x="531121" y="660841"/>
                  <a:pt x="532707" y="657510"/>
                  <a:pt x="533341" y="653861"/>
                </a:cubicBezTo>
                <a:lnTo>
                  <a:pt x="531914" y="652275"/>
                </a:lnTo>
                <a:lnTo>
                  <a:pt x="299965" y="366588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61" name="Freeform 360">
            <a:extLst>
              <a:ext uri="{FF2B5EF4-FFF2-40B4-BE49-F238E27FC236}">
                <a16:creationId xmlns:a16="http://schemas.microsoft.com/office/drawing/2014/main" id="{4BC06C7E-FAF3-E793-5E47-5F62FE3BB42D}"/>
              </a:ext>
            </a:extLst>
          </p:cNvPr>
          <p:cNvSpPr/>
          <p:nvPr userDrawn="1"/>
        </p:nvSpPr>
        <p:spPr>
          <a:xfrm>
            <a:off x="11626872" y="3783538"/>
            <a:ext cx="530962" cy="563079"/>
          </a:xfrm>
          <a:custGeom>
            <a:avLst/>
            <a:gdLst>
              <a:gd name="connsiteX0" fmla="*/ 296634 w 530962"/>
              <a:gd name="connsiteY0" fmla="*/ 351677 h 653861"/>
              <a:gd name="connsiteX1" fmla="*/ 277134 w 530962"/>
              <a:gd name="connsiteY1" fmla="*/ 327724 h 653861"/>
              <a:gd name="connsiteX2" fmla="*/ 269841 w 530962"/>
              <a:gd name="connsiteY2" fmla="*/ 318682 h 653861"/>
              <a:gd name="connsiteX3" fmla="*/ 13158 w 530962"/>
              <a:gd name="connsiteY3" fmla="*/ 2697 h 653861"/>
              <a:gd name="connsiteX4" fmla="*/ 0 w 530962"/>
              <a:gd name="connsiteY4" fmla="*/ 0 h 653861"/>
              <a:gd name="connsiteX5" fmla="*/ 257950 w 530962"/>
              <a:gd name="connsiteY5" fmla="*/ 317731 h 653861"/>
              <a:gd name="connsiteX6" fmla="*/ 265243 w 530962"/>
              <a:gd name="connsiteY6" fmla="*/ 326772 h 653861"/>
              <a:gd name="connsiteX7" fmla="*/ 286805 w 530962"/>
              <a:gd name="connsiteY7" fmla="*/ 353263 h 653861"/>
              <a:gd name="connsiteX8" fmla="*/ 292988 w 530962"/>
              <a:gd name="connsiteY8" fmla="*/ 360877 h 653861"/>
              <a:gd name="connsiteX9" fmla="*/ 530962 w 530962"/>
              <a:gd name="connsiteY9" fmla="*/ 653862 h 653861"/>
              <a:gd name="connsiteX10" fmla="*/ 530962 w 530962"/>
              <a:gd name="connsiteY10" fmla="*/ 640378 h 653861"/>
              <a:gd name="connsiteX11" fmla="*/ 302659 w 530962"/>
              <a:gd name="connsiteY11" fmla="*/ 359132 h 653861"/>
              <a:gd name="connsiteX12" fmla="*/ 296476 w 530962"/>
              <a:gd name="connsiteY12" fmla="*/ 351518 h 6538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530962" h="653861">
                <a:moveTo>
                  <a:pt x="296634" y="351677"/>
                </a:moveTo>
                <a:lnTo>
                  <a:pt x="277134" y="327724"/>
                </a:lnTo>
                <a:lnTo>
                  <a:pt x="269841" y="318682"/>
                </a:lnTo>
                <a:lnTo>
                  <a:pt x="13158" y="2697"/>
                </a:lnTo>
                <a:cubicBezTo>
                  <a:pt x="8561" y="2538"/>
                  <a:pt x="4439" y="952"/>
                  <a:pt x="0" y="0"/>
                </a:cubicBezTo>
                <a:lnTo>
                  <a:pt x="257950" y="317731"/>
                </a:lnTo>
                <a:lnTo>
                  <a:pt x="265243" y="326772"/>
                </a:lnTo>
                <a:lnTo>
                  <a:pt x="286805" y="353263"/>
                </a:lnTo>
                <a:lnTo>
                  <a:pt x="292988" y="360877"/>
                </a:lnTo>
                <a:lnTo>
                  <a:pt x="530962" y="653862"/>
                </a:lnTo>
                <a:lnTo>
                  <a:pt x="530962" y="640378"/>
                </a:lnTo>
                <a:lnTo>
                  <a:pt x="302659" y="359132"/>
                </a:lnTo>
                <a:lnTo>
                  <a:pt x="296476" y="351518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63" name="Freeform 362">
            <a:extLst>
              <a:ext uri="{FF2B5EF4-FFF2-40B4-BE49-F238E27FC236}">
                <a16:creationId xmlns:a16="http://schemas.microsoft.com/office/drawing/2014/main" id="{5DE25169-36F4-FF40-9A5A-01D384655182}"/>
              </a:ext>
            </a:extLst>
          </p:cNvPr>
          <p:cNvSpPr/>
          <p:nvPr userDrawn="1"/>
        </p:nvSpPr>
        <p:spPr>
          <a:xfrm>
            <a:off x="10747589" y="2688534"/>
            <a:ext cx="213557" cy="235777"/>
          </a:xfrm>
          <a:custGeom>
            <a:avLst/>
            <a:gdLst>
              <a:gd name="connsiteX0" fmla="*/ 52160 w 213557"/>
              <a:gd name="connsiteY0" fmla="*/ 62975 h 273790"/>
              <a:gd name="connsiteX1" fmla="*/ 1110 w 213557"/>
              <a:gd name="connsiteY1" fmla="*/ 0 h 273790"/>
              <a:gd name="connsiteX2" fmla="*/ 0 w 213557"/>
              <a:gd name="connsiteY2" fmla="*/ 793 h 273790"/>
              <a:gd name="connsiteX3" fmla="*/ 213558 w 213557"/>
              <a:gd name="connsiteY3" fmla="*/ 273791 h 273790"/>
              <a:gd name="connsiteX4" fmla="*/ 212924 w 213557"/>
              <a:gd name="connsiteY4" fmla="*/ 260783 h 273790"/>
              <a:gd name="connsiteX5" fmla="*/ 101943 w 213557"/>
              <a:gd name="connsiteY5" fmla="*/ 124047 h 273790"/>
              <a:gd name="connsiteX6" fmla="*/ 52160 w 213557"/>
              <a:gd name="connsiteY6" fmla="*/ 62816 h 2737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3557" h="273790">
                <a:moveTo>
                  <a:pt x="52160" y="62975"/>
                </a:moveTo>
                <a:lnTo>
                  <a:pt x="1110" y="0"/>
                </a:lnTo>
                <a:cubicBezTo>
                  <a:pt x="1110" y="0"/>
                  <a:pt x="317" y="476"/>
                  <a:pt x="0" y="793"/>
                </a:cubicBezTo>
                <a:lnTo>
                  <a:pt x="213558" y="273791"/>
                </a:lnTo>
                <a:lnTo>
                  <a:pt x="212924" y="260783"/>
                </a:lnTo>
                <a:lnTo>
                  <a:pt x="101943" y="124047"/>
                </a:lnTo>
                <a:lnTo>
                  <a:pt x="52160" y="62816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65" name="Freeform 364">
            <a:extLst>
              <a:ext uri="{FF2B5EF4-FFF2-40B4-BE49-F238E27FC236}">
                <a16:creationId xmlns:a16="http://schemas.microsoft.com/office/drawing/2014/main" id="{C7892B46-6F5D-B2B7-0625-8935F88E83C2}"/>
              </a:ext>
            </a:extLst>
          </p:cNvPr>
          <p:cNvSpPr/>
          <p:nvPr userDrawn="1"/>
        </p:nvSpPr>
        <p:spPr>
          <a:xfrm>
            <a:off x="11035187" y="3060991"/>
            <a:ext cx="1122963" cy="1244592"/>
          </a:xfrm>
          <a:custGeom>
            <a:avLst/>
            <a:gdLst>
              <a:gd name="connsiteX0" fmla="*/ 848842 w 1122963"/>
              <a:gd name="connsiteY0" fmla="*/ 1081044 h 1445252"/>
              <a:gd name="connsiteX1" fmla="*/ 821889 w 1122963"/>
              <a:gd name="connsiteY1" fmla="*/ 1046622 h 1445252"/>
              <a:gd name="connsiteX2" fmla="*/ 814913 w 1122963"/>
              <a:gd name="connsiteY2" fmla="*/ 1037580 h 1445252"/>
              <a:gd name="connsiteX3" fmla="*/ 698384 w 1122963"/>
              <a:gd name="connsiteY3" fmla="*/ 888630 h 1445252"/>
              <a:gd name="connsiteX4" fmla="*/ 562671 w 1122963"/>
              <a:gd name="connsiteY4" fmla="*/ 715092 h 1445252"/>
              <a:gd name="connsiteX5" fmla="*/ 536670 w 1122963"/>
              <a:gd name="connsiteY5" fmla="*/ 681938 h 1445252"/>
              <a:gd name="connsiteX6" fmla="*/ 531121 w 1122963"/>
              <a:gd name="connsiteY6" fmla="*/ 674800 h 1445252"/>
              <a:gd name="connsiteX7" fmla="*/ 529376 w 1122963"/>
              <a:gd name="connsiteY7" fmla="*/ 672421 h 1445252"/>
              <a:gd name="connsiteX8" fmla="*/ 523510 w 1122963"/>
              <a:gd name="connsiteY8" fmla="*/ 664965 h 1445252"/>
              <a:gd name="connsiteX9" fmla="*/ 507656 w 1122963"/>
              <a:gd name="connsiteY9" fmla="*/ 644820 h 1445252"/>
              <a:gd name="connsiteX10" fmla="*/ 500363 w 1122963"/>
              <a:gd name="connsiteY10" fmla="*/ 635461 h 1445252"/>
              <a:gd name="connsiteX11" fmla="*/ 195960 w 1122963"/>
              <a:gd name="connsiteY11" fmla="*/ 246348 h 1445252"/>
              <a:gd name="connsiteX12" fmla="*/ 195960 w 1122963"/>
              <a:gd name="connsiteY12" fmla="*/ 246348 h 1445252"/>
              <a:gd name="connsiteX13" fmla="*/ 152835 w 1122963"/>
              <a:gd name="connsiteY13" fmla="*/ 191304 h 1445252"/>
              <a:gd name="connsiteX14" fmla="*/ 3171 w 1122963"/>
              <a:gd name="connsiteY14" fmla="*/ 0 h 1445252"/>
              <a:gd name="connsiteX15" fmla="*/ 0 w 1122963"/>
              <a:gd name="connsiteY15" fmla="*/ 9676 h 1445252"/>
              <a:gd name="connsiteX16" fmla="*/ 103528 w 1122963"/>
              <a:gd name="connsiteY16" fmla="*/ 142130 h 1445252"/>
              <a:gd name="connsiteX17" fmla="*/ 146653 w 1122963"/>
              <a:gd name="connsiteY17" fmla="*/ 197174 h 1445252"/>
              <a:gd name="connsiteX18" fmla="*/ 146653 w 1122963"/>
              <a:gd name="connsiteY18" fmla="*/ 197174 h 1445252"/>
              <a:gd name="connsiteX19" fmla="*/ 151409 w 1122963"/>
              <a:gd name="connsiteY19" fmla="*/ 203360 h 1445252"/>
              <a:gd name="connsiteX20" fmla="*/ 156641 w 1122963"/>
              <a:gd name="connsiteY20" fmla="*/ 210022 h 1445252"/>
              <a:gd name="connsiteX21" fmla="*/ 419823 w 1122963"/>
              <a:gd name="connsiteY21" fmla="*/ 546471 h 1445252"/>
              <a:gd name="connsiteX22" fmla="*/ 555536 w 1122963"/>
              <a:gd name="connsiteY22" fmla="*/ 720009 h 1445252"/>
              <a:gd name="connsiteX23" fmla="*/ 803499 w 1122963"/>
              <a:gd name="connsiteY23" fmla="*/ 1036946 h 1445252"/>
              <a:gd name="connsiteX24" fmla="*/ 810475 w 1122963"/>
              <a:gd name="connsiteY24" fmla="*/ 1045988 h 1445252"/>
              <a:gd name="connsiteX25" fmla="*/ 839488 w 1122963"/>
              <a:gd name="connsiteY25" fmla="*/ 1082948 h 1445252"/>
              <a:gd name="connsiteX26" fmla="*/ 845512 w 1122963"/>
              <a:gd name="connsiteY26" fmla="*/ 1090562 h 1445252"/>
              <a:gd name="connsiteX27" fmla="*/ 1028947 w 1122963"/>
              <a:gd name="connsiteY27" fmla="*/ 1325013 h 1445252"/>
              <a:gd name="connsiteX28" fmla="*/ 1122963 w 1122963"/>
              <a:gd name="connsiteY28" fmla="*/ 1445253 h 1445252"/>
              <a:gd name="connsiteX29" fmla="*/ 1122963 w 1122963"/>
              <a:gd name="connsiteY29" fmla="*/ 1431610 h 1445252"/>
              <a:gd name="connsiteX30" fmla="*/ 854867 w 1122963"/>
              <a:gd name="connsiteY30" fmla="*/ 1088976 h 1445252"/>
              <a:gd name="connsiteX31" fmla="*/ 848842 w 1122963"/>
              <a:gd name="connsiteY31" fmla="*/ 1081362 h 1445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1122963" h="1445252">
                <a:moveTo>
                  <a:pt x="848842" y="1081044"/>
                </a:moveTo>
                <a:lnTo>
                  <a:pt x="821889" y="1046622"/>
                </a:lnTo>
                <a:lnTo>
                  <a:pt x="814913" y="1037580"/>
                </a:lnTo>
                <a:lnTo>
                  <a:pt x="698384" y="888630"/>
                </a:lnTo>
                <a:lnTo>
                  <a:pt x="562671" y="715092"/>
                </a:lnTo>
                <a:lnTo>
                  <a:pt x="536670" y="681938"/>
                </a:lnTo>
                <a:lnTo>
                  <a:pt x="531121" y="674800"/>
                </a:lnTo>
                <a:lnTo>
                  <a:pt x="529376" y="672421"/>
                </a:lnTo>
                <a:lnTo>
                  <a:pt x="523510" y="664965"/>
                </a:lnTo>
                <a:lnTo>
                  <a:pt x="507656" y="644820"/>
                </a:lnTo>
                <a:lnTo>
                  <a:pt x="500363" y="635461"/>
                </a:lnTo>
                <a:lnTo>
                  <a:pt x="195960" y="246348"/>
                </a:lnTo>
                <a:lnTo>
                  <a:pt x="195960" y="246348"/>
                </a:lnTo>
                <a:cubicBezTo>
                  <a:pt x="195960" y="246348"/>
                  <a:pt x="152835" y="191304"/>
                  <a:pt x="152835" y="191304"/>
                </a:cubicBezTo>
                <a:lnTo>
                  <a:pt x="3171" y="0"/>
                </a:lnTo>
                <a:cubicBezTo>
                  <a:pt x="2061" y="3331"/>
                  <a:pt x="1426" y="6504"/>
                  <a:pt x="0" y="9676"/>
                </a:cubicBezTo>
                <a:lnTo>
                  <a:pt x="103528" y="142130"/>
                </a:lnTo>
                <a:lnTo>
                  <a:pt x="146653" y="197174"/>
                </a:lnTo>
                <a:lnTo>
                  <a:pt x="146653" y="197174"/>
                </a:lnTo>
                <a:cubicBezTo>
                  <a:pt x="146653" y="197174"/>
                  <a:pt x="151409" y="203360"/>
                  <a:pt x="151409" y="203360"/>
                </a:cubicBezTo>
                <a:lnTo>
                  <a:pt x="156641" y="210022"/>
                </a:lnTo>
                <a:lnTo>
                  <a:pt x="419823" y="546471"/>
                </a:lnTo>
                <a:lnTo>
                  <a:pt x="555536" y="720009"/>
                </a:lnTo>
                <a:lnTo>
                  <a:pt x="803499" y="1036946"/>
                </a:lnTo>
                <a:lnTo>
                  <a:pt x="810475" y="1045988"/>
                </a:lnTo>
                <a:lnTo>
                  <a:pt x="839488" y="1082948"/>
                </a:lnTo>
                <a:lnTo>
                  <a:pt x="845512" y="1090562"/>
                </a:lnTo>
                <a:lnTo>
                  <a:pt x="1028947" y="1325013"/>
                </a:lnTo>
                <a:lnTo>
                  <a:pt x="1122963" y="1445253"/>
                </a:lnTo>
                <a:lnTo>
                  <a:pt x="1122963" y="1431610"/>
                </a:lnTo>
                <a:lnTo>
                  <a:pt x="854867" y="1088976"/>
                </a:lnTo>
                <a:lnTo>
                  <a:pt x="848842" y="108136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66" name="Freeform 365">
            <a:extLst>
              <a:ext uri="{FF2B5EF4-FFF2-40B4-BE49-F238E27FC236}">
                <a16:creationId xmlns:a16="http://schemas.microsoft.com/office/drawing/2014/main" id="{ED3BC9B8-D4F7-608F-31CF-406130C7C12B}"/>
              </a:ext>
            </a:extLst>
          </p:cNvPr>
          <p:cNvSpPr/>
          <p:nvPr userDrawn="1"/>
        </p:nvSpPr>
        <p:spPr>
          <a:xfrm>
            <a:off x="10740613" y="2689327"/>
            <a:ext cx="220851" cy="240831"/>
          </a:xfrm>
          <a:custGeom>
            <a:avLst/>
            <a:gdLst>
              <a:gd name="connsiteX0" fmla="*/ 220534 w 220851"/>
              <a:gd name="connsiteY0" fmla="*/ 272998 h 279659"/>
              <a:gd name="connsiteX1" fmla="*/ 6976 w 220851"/>
              <a:gd name="connsiteY1" fmla="*/ 0 h 279659"/>
              <a:gd name="connsiteX2" fmla="*/ 0 w 220851"/>
              <a:gd name="connsiteY2" fmla="*/ 4759 h 279659"/>
              <a:gd name="connsiteX3" fmla="*/ 24574 w 220851"/>
              <a:gd name="connsiteY3" fmla="*/ 36167 h 279659"/>
              <a:gd name="connsiteX4" fmla="*/ 214985 w 220851"/>
              <a:gd name="connsiteY4" fmla="*/ 279660 h 279659"/>
              <a:gd name="connsiteX5" fmla="*/ 220851 w 220851"/>
              <a:gd name="connsiteY5" fmla="*/ 278391 h 279659"/>
              <a:gd name="connsiteX6" fmla="*/ 220534 w 220851"/>
              <a:gd name="connsiteY6" fmla="*/ 272998 h 2796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20851" h="279659">
                <a:moveTo>
                  <a:pt x="220534" y="272998"/>
                </a:moveTo>
                <a:lnTo>
                  <a:pt x="6976" y="0"/>
                </a:lnTo>
                <a:cubicBezTo>
                  <a:pt x="4756" y="1903"/>
                  <a:pt x="2220" y="3172"/>
                  <a:pt x="0" y="4759"/>
                </a:cubicBezTo>
                <a:lnTo>
                  <a:pt x="24574" y="36167"/>
                </a:lnTo>
                <a:lnTo>
                  <a:pt x="214985" y="279660"/>
                </a:lnTo>
                <a:cubicBezTo>
                  <a:pt x="216887" y="279184"/>
                  <a:pt x="218790" y="278708"/>
                  <a:pt x="220851" y="278391"/>
                </a:cubicBezTo>
                <a:lnTo>
                  <a:pt x="220534" y="272998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68" name="Freeform 367">
            <a:extLst>
              <a:ext uri="{FF2B5EF4-FFF2-40B4-BE49-F238E27FC236}">
                <a16:creationId xmlns:a16="http://schemas.microsoft.com/office/drawing/2014/main" id="{0AC8F77A-91CF-AA9C-4BA3-874F1FEB23D6}"/>
              </a:ext>
            </a:extLst>
          </p:cNvPr>
          <p:cNvSpPr/>
          <p:nvPr userDrawn="1"/>
        </p:nvSpPr>
        <p:spPr>
          <a:xfrm>
            <a:off x="10998880" y="2467408"/>
            <a:ext cx="2853" cy="45719"/>
          </a:xfrm>
          <a:custGeom>
            <a:avLst/>
            <a:gdLst>
              <a:gd name="connsiteX0" fmla="*/ 2854 w 2853"/>
              <a:gd name="connsiteY0" fmla="*/ 0 h 11103"/>
              <a:gd name="connsiteX1" fmla="*/ 317 w 2853"/>
              <a:gd name="connsiteY1" fmla="*/ 1269 h 11103"/>
              <a:gd name="connsiteX2" fmla="*/ 0 w 2853"/>
              <a:gd name="connsiteY2" fmla="*/ 11104 h 11103"/>
              <a:gd name="connsiteX3" fmla="*/ 2220 w 2853"/>
              <a:gd name="connsiteY3" fmla="*/ 9993 h 11103"/>
              <a:gd name="connsiteX4" fmla="*/ 2854 w 2853"/>
              <a:gd name="connsiteY4" fmla="*/ 0 h 11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53" h="11103">
                <a:moveTo>
                  <a:pt x="2854" y="0"/>
                </a:moveTo>
                <a:lnTo>
                  <a:pt x="317" y="1269"/>
                </a:lnTo>
                <a:lnTo>
                  <a:pt x="0" y="11104"/>
                </a:lnTo>
                <a:lnTo>
                  <a:pt x="2220" y="9993"/>
                </a:lnTo>
                <a:lnTo>
                  <a:pt x="2854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69" name="Freeform 368">
            <a:extLst>
              <a:ext uri="{FF2B5EF4-FFF2-40B4-BE49-F238E27FC236}">
                <a16:creationId xmlns:a16="http://schemas.microsoft.com/office/drawing/2014/main" id="{E52C516D-7AED-05BE-E7F3-6E17901E2DBD}"/>
              </a:ext>
            </a:extLst>
          </p:cNvPr>
          <p:cNvSpPr/>
          <p:nvPr userDrawn="1"/>
        </p:nvSpPr>
        <p:spPr>
          <a:xfrm>
            <a:off x="12059854" y="1894921"/>
            <a:ext cx="8243" cy="45719"/>
          </a:xfrm>
          <a:custGeom>
            <a:avLst/>
            <a:gdLst>
              <a:gd name="connsiteX0" fmla="*/ 4280 w 8243"/>
              <a:gd name="connsiteY0" fmla="*/ 9676 h 9676"/>
              <a:gd name="connsiteX1" fmla="*/ 8244 w 8243"/>
              <a:gd name="connsiteY1" fmla="*/ 7455 h 9676"/>
              <a:gd name="connsiteX2" fmla="*/ 4280 w 8243"/>
              <a:gd name="connsiteY2" fmla="*/ 0 h 9676"/>
              <a:gd name="connsiteX3" fmla="*/ 0 w 8243"/>
              <a:gd name="connsiteY3" fmla="*/ 2221 h 9676"/>
              <a:gd name="connsiteX4" fmla="*/ 4280 w 8243"/>
              <a:gd name="connsiteY4" fmla="*/ 9676 h 96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243" h="9676">
                <a:moveTo>
                  <a:pt x="4280" y="9676"/>
                </a:moveTo>
                <a:lnTo>
                  <a:pt x="8244" y="7455"/>
                </a:lnTo>
                <a:lnTo>
                  <a:pt x="4280" y="0"/>
                </a:lnTo>
                <a:lnTo>
                  <a:pt x="0" y="2221"/>
                </a:lnTo>
                <a:lnTo>
                  <a:pt x="4280" y="9676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73" name="Freeform 372">
            <a:extLst>
              <a:ext uri="{FF2B5EF4-FFF2-40B4-BE49-F238E27FC236}">
                <a16:creationId xmlns:a16="http://schemas.microsoft.com/office/drawing/2014/main" id="{5811306F-6FFE-E2EC-E5A5-493567649468}"/>
              </a:ext>
            </a:extLst>
          </p:cNvPr>
          <p:cNvSpPr/>
          <p:nvPr userDrawn="1"/>
        </p:nvSpPr>
        <p:spPr>
          <a:xfrm>
            <a:off x="11429326" y="2233750"/>
            <a:ext cx="7134" cy="45719"/>
          </a:xfrm>
          <a:custGeom>
            <a:avLst/>
            <a:gdLst>
              <a:gd name="connsiteX0" fmla="*/ 5866 w 7134"/>
              <a:gd name="connsiteY0" fmla="*/ 0 h 12055"/>
              <a:gd name="connsiteX1" fmla="*/ 0 w 7134"/>
              <a:gd name="connsiteY1" fmla="*/ 3172 h 12055"/>
              <a:gd name="connsiteX2" fmla="*/ 1427 w 7134"/>
              <a:gd name="connsiteY2" fmla="*/ 12056 h 12055"/>
              <a:gd name="connsiteX3" fmla="*/ 7135 w 7134"/>
              <a:gd name="connsiteY3" fmla="*/ 9042 h 12055"/>
              <a:gd name="connsiteX4" fmla="*/ 5866 w 7134"/>
              <a:gd name="connsiteY4" fmla="*/ 0 h 120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134" h="12055">
                <a:moveTo>
                  <a:pt x="5866" y="0"/>
                </a:moveTo>
                <a:lnTo>
                  <a:pt x="0" y="3172"/>
                </a:lnTo>
                <a:lnTo>
                  <a:pt x="1427" y="12056"/>
                </a:lnTo>
                <a:lnTo>
                  <a:pt x="7135" y="9042"/>
                </a:lnTo>
                <a:lnTo>
                  <a:pt x="5866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74" name="Freeform 373">
            <a:extLst>
              <a:ext uri="{FF2B5EF4-FFF2-40B4-BE49-F238E27FC236}">
                <a16:creationId xmlns:a16="http://schemas.microsoft.com/office/drawing/2014/main" id="{78F102F9-422F-45CE-BF88-7A1912E91AA7}"/>
              </a:ext>
            </a:extLst>
          </p:cNvPr>
          <p:cNvSpPr/>
          <p:nvPr userDrawn="1"/>
        </p:nvSpPr>
        <p:spPr>
          <a:xfrm>
            <a:off x="10951001" y="2582887"/>
            <a:ext cx="34562" cy="45719"/>
          </a:xfrm>
          <a:custGeom>
            <a:avLst/>
            <a:gdLst>
              <a:gd name="connsiteX0" fmla="*/ 34562 w 34562"/>
              <a:gd name="connsiteY0" fmla="*/ 0 h 14276"/>
              <a:gd name="connsiteX1" fmla="*/ 0 w 34562"/>
              <a:gd name="connsiteY1" fmla="*/ 5711 h 14276"/>
              <a:gd name="connsiteX2" fmla="*/ 475 w 34562"/>
              <a:gd name="connsiteY2" fmla="*/ 14276 h 14276"/>
              <a:gd name="connsiteX3" fmla="*/ 34245 w 34562"/>
              <a:gd name="connsiteY3" fmla="*/ 8724 h 14276"/>
              <a:gd name="connsiteX4" fmla="*/ 34562 w 34562"/>
              <a:gd name="connsiteY4" fmla="*/ 0 h 14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562" h="14276">
                <a:moveTo>
                  <a:pt x="34562" y="0"/>
                </a:moveTo>
                <a:lnTo>
                  <a:pt x="0" y="5711"/>
                </a:lnTo>
                <a:lnTo>
                  <a:pt x="475" y="14276"/>
                </a:lnTo>
                <a:lnTo>
                  <a:pt x="34245" y="8724"/>
                </a:lnTo>
                <a:lnTo>
                  <a:pt x="34562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75" name="Freeform 374">
            <a:extLst>
              <a:ext uri="{FF2B5EF4-FFF2-40B4-BE49-F238E27FC236}">
                <a16:creationId xmlns:a16="http://schemas.microsoft.com/office/drawing/2014/main" id="{3EED71C9-8CE7-F083-02CE-08BD5EC10135}"/>
              </a:ext>
            </a:extLst>
          </p:cNvPr>
          <p:cNvSpPr/>
          <p:nvPr userDrawn="1"/>
        </p:nvSpPr>
        <p:spPr>
          <a:xfrm>
            <a:off x="11002527" y="2503733"/>
            <a:ext cx="458982" cy="73219"/>
          </a:xfrm>
          <a:custGeom>
            <a:avLst/>
            <a:gdLst>
              <a:gd name="connsiteX0" fmla="*/ 0 w 458982"/>
              <a:gd name="connsiteY0" fmla="*/ 85024 h 85024"/>
              <a:gd name="connsiteX1" fmla="*/ 458983 w 458982"/>
              <a:gd name="connsiteY1" fmla="*/ 8407 h 85024"/>
              <a:gd name="connsiteX2" fmla="*/ 457715 w 458982"/>
              <a:gd name="connsiteY2" fmla="*/ 0 h 85024"/>
              <a:gd name="connsiteX3" fmla="*/ 475 w 458982"/>
              <a:gd name="connsiteY3" fmla="*/ 76300 h 85024"/>
              <a:gd name="connsiteX4" fmla="*/ 0 w 458982"/>
              <a:gd name="connsiteY4" fmla="*/ 85024 h 850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58982" h="85024">
                <a:moveTo>
                  <a:pt x="0" y="85024"/>
                </a:moveTo>
                <a:lnTo>
                  <a:pt x="458983" y="8407"/>
                </a:lnTo>
                <a:lnTo>
                  <a:pt x="457715" y="0"/>
                </a:lnTo>
                <a:lnTo>
                  <a:pt x="475" y="76300"/>
                </a:lnTo>
                <a:lnTo>
                  <a:pt x="0" y="85024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80" name="Freeform 379">
            <a:extLst>
              <a:ext uri="{FF2B5EF4-FFF2-40B4-BE49-F238E27FC236}">
                <a16:creationId xmlns:a16="http://schemas.microsoft.com/office/drawing/2014/main" id="{E70BE70F-B6EB-67C1-22CD-30551766C011}"/>
              </a:ext>
            </a:extLst>
          </p:cNvPr>
          <p:cNvSpPr/>
          <p:nvPr userDrawn="1"/>
        </p:nvSpPr>
        <p:spPr>
          <a:xfrm>
            <a:off x="10993807" y="2581460"/>
            <a:ext cx="476" cy="45719"/>
          </a:xfrm>
          <a:custGeom>
            <a:avLst/>
            <a:gdLst>
              <a:gd name="connsiteX0" fmla="*/ 476 w 476"/>
              <a:gd name="connsiteY0" fmla="*/ 0 h 8724"/>
              <a:gd name="connsiteX1" fmla="*/ 317 w 476"/>
              <a:gd name="connsiteY1" fmla="*/ 0 h 8724"/>
              <a:gd name="connsiteX2" fmla="*/ 0 w 476"/>
              <a:gd name="connsiteY2" fmla="*/ 8725 h 8724"/>
              <a:gd name="connsiteX3" fmla="*/ 0 w 476"/>
              <a:gd name="connsiteY3" fmla="*/ 8725 h 8724"/>
              <a:gd name="connsiteX4" fmla="*/ 476 w 476"/>
              <a:gd name="connsiteY4" fmla="*/ 0 h 87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6" h="8724">
                <a:moveTo>
                  <a:pt x="476" y="0"/>
                </a:moveTo>
                <a:lnTo>
                  <a:pt x="317" y="0"/>
                </a:lnTo>
                <a:lnTo>
                  <a:pt x="0" y="8725"/>
                </a:lnTo>
                <a:lnTo>
                  <a:pt x="0" y="8725"/>
                </a:lnTo>
                <a:lnTo>
                  <a:pt x="476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87" name="Freeform 386">
            <a:extLst>
              <a:ext uri="{FF2B5EF4-FFF2-40B4-BE49-F238E27FC236}">
                <a16:creationId xmlns:a16="http://schemas.microsoft.com/office/drawing/2014/main" id="{31FDEE66-44B3-F0ED-CEBF-88799E65B46E}"/>
              </a:ext>
            </a:extLst>
          </p:cNvPr>
          <p:cNvSpPr/>
          <p:nvPr userDrawn="1"/>
        </p:nvSpPr>
        <p:spPr>
          <a:xfrm>
            <a:off x="11468486" y="2501671"/>
            <a:ext cx="4757" cy="45719"/>
          </a:xfrm>
          <a:custGeom>
            <a:avLst/>
            <a:gdLst>
              <a:gd name="connsiteX0" fmla="*/ 3488 w 4757"/>
              <a:gd name="connsiteY0" fmla="*/ 0 h 9041"/>
              <a:gd name="connsiteX1" fmla="*/ 0 w 4757"/>
              <a:gd name="connsiteY1" fmla="*/ 635 h 9041"/>
              <a:gd name="connsiteX2" fmla="*/ 1269 w 4757"/>
              <a:gd name="connsiteY2" fmla="*/ 9042 h 9041"/>
              <a:gd name="connsiteX3" fmla="*/ 4757 w 4757"/>
              <a:gd name="connsiteY3" fmla="*/ 8407 h 9041"/>
              <a:gd name="connsiteX4" fmla="*/ 3488 w 4757"/>
              <a:gd name="connsiteY4" fmla="*/ 0 h 90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57" h="9041">
                <a:moveTo>
                  <a:pt x="3488" y="0"/>
                </a:moveTo>
                <a:lnTo>
                  <a:pt x="0" y="635"/>
                </a:lnTo>
                <a:lnTo>
                  <a:pt x="1269" y="9042"/>
                </a:lnTo>
                <a:lnTo>
                  <a:pt x="4757" y="8407"/>
                </a:lnTo>
                <a:lnTo>
                  <a:pt x="3488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88" name="Freeform 387">
            <a:extLst>
              <a:ext uri="{FF2B5EF4-FFF2-40B4-BE49-F238E27FC236}">
                <a16:creationId xmlns:a16="http://schemas.microsoft.com/office/drawing/2014/main" id="{94C7DB83-13A6-AD32-FD1B-AC87702F1526}"/>
              </a:ext>
            </a:extLst>
          </p:cNvPr>
          <p:cNvSpPr/>
          <p:nvPr userDrawn="1"/>
        </p:nvSpPr>
        <p:spPr>
          <a:xfrm>
            <a:off x="10769627" y="2590027"/>
            <a:ext cx="173446" cy="45719"/>
          </a:xfrm>
          <a:custGeom>
            <a:avLst/>
            <a:gdLst>
              <a:gd name="connsiteX0" fmla="*/ 1744 w 173446"/>
              <a:gd name="connsiteY0" fmla="*/ 37277 h 37277"/>
              <a:gd name="connsiteX1" fmla="*/ 173447 w 173446"/>
              <a:gd name="connsiteY1" fmla="*/ 8566 h 37277"/>
              <a:gd name="connsiteX2" fmla="*/ 172971 w 173446"/>
              <a:gd name="connsiteY2" fmla="*/ 0 h 37277"/>
              <a:gd name="connsiteX3" fmla="*/ 0 w 173446"/>
              <a:gd name="connsiteY3" fmla="*/ 28870 h 37277"/>
              <a:gd name="connsiteX4" fmla="*/ 1744 w 173446"/>
              <a:gd name="connsiteY4" fmla="*/ 37277 h 372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3446" h="37277">
                <a:moveTo>
                  <a:pt x="1744" y="37277"/>
                </a:moveTo>
                <a:lnTo>
                  <a:pt x="173447" y="8566"/>
                </a:lnTo>
                <a:lnTo>
                  <a:pt x="172971" y="0"/>
                </a:lnTo>
                <a:lnTo>
                  <a:pt x="0" y="28870"/>
                </a:lnTo>
                <a:cubicBezTo>
                  <a:pt x="634" y="31725"/>
                  <a:pt x="1426" y="34422"/>
                  <a:pt x="1744" y="37277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90" name="Freeform 389">
            <a:extLst>
              <a:ext uri="{FF2B5EF4-FFF2-40B4-BE49-F238E27FC236}">
                <a16:creationId xmlns:a16="http://schemas.microsoft.com/office/drawing/2014/main" id="{75F62B19-E30A-AB19-AA9D-C4A1373FE188}"/>
              </a:ext>
            </a:extLst>
          </p:cNvPr>
          <p:cNvSpPr/>
          <p:nvPr userDrawn="1"/>
        </p:nvSpPr>
        <p:spPr>
          <a:xfrm>
            <a:off x="11480536" y="2387301"/>
            <a:ext cx="677457" cy="104638"/>
          </a:xfrm>
          <a:custGeom>
            <a:avLst/>
            <a:gdLst>
              <a:gd name="connsiteX0" fmla="*/ 316612 w 677457"/>
              <a:gd name="connsiteY0" fmla="*/ 60120 h 121508"/>
              <a:gd name="connsiteX1" fmla="*/ 0 w 677457"/>
              <a:gd name="connsiteY1" fmla="*/ 112943 h 121508"/>
              <a:gd name="connsiteX2" fmla="*/ 1110 w 677457"/>
              <a:gd name="connsiteY2" fmla="*/ 121508 h 121508"/>
              <a:gd name="connsiteX3" fmla="*/ 300758 w 677457"/>
              <a:gd name="connsiteY3" fmla="*/ 71541 h 121508"/>
              <a:gd name="connsiteX4" fmla="*/ 319941 w 677457"/>
              <a:gd name="connsiteY4" fmla="*/ 68210 h 121508"/>
              <a:gd name="connsiteX5" fmla="*/ 677457 w 677457"/>
              <a:gd name="connsiteY5" fmla="*/ 8566 h 121508"/>
              <a:gd name="connsiteX6" fmla="*/ 677457 w 677457"/>
              <a:gd name="connsiteY6" fmla="*/ 0 h 121508"/>
              <a:gd name="connsiteX7" fmla="*/ 335795 w 677457"/>
              <a:gd name="connsiteY7" fmla="*/ 56947 h 121508"/>
              <a:gd name="connsiteX8" fmla="*/ 316612 w 677457"/>
              <a:gd name="connsiteY8" fmla="*/ 60120 h 1215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77457" h="121508">
                <a:moveTo>
                  <a:pt x="316612" y="60120"/>
                </a:moveTo>
                <a:lnTo>
                  <a:pt x="0" y="112943"/>
                </a:lnTo>
                <a:lnTo>
                  <a:pt x="1110" y="121508"/>
                </a:lnTo>
                <a:lnTo>
                  <a:pt x="300758" y="71541"/>
                </a:lnTo>
                <a:lnTo>
                  <a:pt x="319941" y="68210"/>
                </a:lnTo>
                <a:lnTo>
                  <a:pt x="677457" y="8566"/>
                </a:lnTo>
                <a:lnTo>
                  <a:pt x="677457" y="0"/>
                </a:lnTo>
                <a:lnTo>
                  <a:pt x="335795" y="56947"/>
                </a:lnTo>
                <a:lnTo>
                  <a:pt x="316612" y="6012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93" name="Freeform 392">
            <a:extLst>
              <a:ext uri="{FF2B5EF4-FFF2-40B4-BE49-F238E27FC236}">
                <a16:creationId xmlns:a16="http://schemas.microsoft.com/office/drawing/2014/main" id="{F2A41272-9FE8-D22F-77A0-A5A847C01C5D}"/>
              </a:ext>
            </a:extLst>
          </p:cNvPr>
          <p:cNvSpPr/>
          <p:nvPr userDrawn="1"/>
        </p:nvSpPr>
        <p:spPr>
          <a:xfrm>
            <a:off x="10300771" y="2703445"/>
            <a:ext cx="382449" cy="1204737"/>
          </a:xfrm>
          <a:custGeom>
            <a:avLst/>
            <a:gdLst>
              <a:gd name="connsiteX0" fmla="*/ 253036 w 368613"/>
              <a:gd name="connsiteY0" fmla="*/ 356435 h 1211753"/>
              <a:gd name="connsiteX1" fmla="*/ 250340 w 368613"/>
              <a:gd name="connsiteY1" fmla="*/ 365160 h 1211753"/>
              <a:gd name="connsiteX2" fmla="*/ 136188 w 368613"/>
              <a:gd name="connsiteY2" fmla="*/ 745548 h 1211753"/>
              <a:gd name="connsiteX3" fmla="*/ 131908 w 368613"/>
              <a:gd name="connsiteY3" fmla="*/ 759825 h 1211753"/>
              <a:gd name="connsiteX4" fmla="*/ 101785 w 368613"/>
              <a:gd name="connsiteY4" fmla="*/ 860394 h 1211753"/>
              <a:gd name="connsiteX5" fmla="*/ 99248 w 368613"/>
              <a:gd name="connsiteY5" fmla="*/ 868643 h 1211753"/>
              <a:gd name="connsiteX6" fmla="*/ 10463 w 368613"/>
              <a:gd name="connsiteY6" fmla="*/ 1164324 h 1211753"/>
              <a:gd name="connsiteX7" fmla="*/ 0 w 368613"/>
              <a:gd name="connsiteY7" fmla="*/ 1210802 h 1211753"/>
              <a:gd name="connsiteX8" fmla="*/ 5074 w 368613"/>
              <a:gd name="connsiteY8" fmla="*/ 1211753 h 1211753"/>
              <a:gd name="connsiteX9" fmla="*/ 107809 w 368613"/>
              <a:gd name="connsiteY9" fmla="*/ 869753 h 1211753"/>
              <a:gd name="connsiteX10" fmla="*/ 110347 w 368613"/>
              <a:gd name="connsiteY10" fmla="*/ 861504 h 1211753"/>
              <a:gd name="connsiteX11" fmla="*/ 143640 w 368613"/>
              <a:gd name="connsiteY11" fmla="*/ 750783 h 1211753"/>
              <a:gd name="connsiteX12" fmla="*/ 147921 w 368613"/>
              <a:gd name="connsiteY12" fmla="*/ 736506 h 1211753"/>
              <a:gd name="connsiteX13" fmla="*/ 259536 w 368613"/>
              <a:gd name="connsiteY13" fmla="*/ 364843 h 1211753"/>
              <a:gd name="connsiteX14" fmla="*/ 262231 w 368613"/>
              <a:gd name="connsiteY14" fmla="*/ 356118 h 1211753"/>
              <a:gd name="connsiteX15" fmla="*/ 368614 w 368613"/>
              <a:gd name="connsiteY15" fmla="*/ 1745 h 1211753"/>
              <a:gd name="connsiteX16" fmla="*/ 360369 w 368613"/>
              <a:gd name="connsiteY16" fmla="*/ 0 h 1211753"/>
              <a:gd name="connsiteX17" fmla="*/ 253352 w 368613"/>
              <a:gd name="connsiteY17" fmla="*/ 356594 h 12117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68613" h="1211753">
                <a:moveTo>
                  <a:pt x="253036" y="356435"/>
                </a:moveTo>
                <a:lnTo>
                  <a:pt x="250340" y="365160"/>
                </a:lnTo>
                <a:lnTo>
                  <a:pt x="136188" y="745548"/>
                </a:lnTo>
                <a:lnTo>
                  <a:pt x="131908" y="759825"/>
                </a:lnTo>
                <a:lnTo>
                  <a:pt x="101785" y="860394"/>
                </a:lnTo>
                <a:lnTo>
                  <a:pt x="99248" y="868643"/>
                </a:lnTo>
                <a:lnTo>
                  <a:pt x="10463" y="1164324"/>
                </a:lnTo>
                <a:lnTo>
                  <a:pt x="0" y="1210802"/>
                </a:lnTo>
                <a:cubicBezTo>
                  <a:pt x="1585" y="1211277"/>
                  <a:pt x="3487" y="1211277"/>
                  <a:pt x="5074" y="1211753"/>
                </a:cubicBezTo>
                <a:lnTo>
                  <a:pt x="107809" y="869753"/>
                </a:lnTo>
                <a:lnTo>
                  <a:pt x="110347" y="861504"/>
                </a:lnTo>
                <a:lnTo>
                  <a:pt x="143640" y="750783"/>
                </a:lnTo>
                <a:lnTo>
                  <a:pt x="147921" y="736506"/>
                </a:lnTo>
                <a:lnTo>
                  <a:pt x="259536" y="364843"/>
                </a:lnTo>
                <a:lnTo>
                  <a:pt x="262231" y="356118"/>
                </a:lnTo>
                <a:lnTo>
                  <a:pt x="368614" y="1745"/>
                </a:lnTo>
                <a:cubicBezTo>
                  <a:pt x="365919" y="1111"/>
                  <a:pt x="362906" y="952"/>
                  <a:pt x="360369" y="0"/>
                </a:cubicBezTo>
                <a:lnTo>
                  <a:pt x="253352" y="356594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04" name="Freeform 703">
            <a:extLst>
              <a:ext uri="{FF2B5EF4-FFF2-40B4-BE49-F238E27FC236}">
                <a16:creationId xmlns:a16="http://schemas.microsoft.com/office/drawing/2014/main" id="{D3D93747-6ECC-9F56-FDB0-B6EAC5412EA9}"/>
              </a:ext>
            </a:extLst>
          </p:cNvPr>
          <p:cNvSpPr/>
          <p:nvPr userDrawn="1"/>
        </p:nvSpPr>
        <p:spPr>
          <a:xfrm>
            <a:off x="10565898" y="2687424"/>
            <a:ext cx="89894" cy="93436"/>
          </a:xfrm>
          <a:custGeom>
            <a:avLst/>
            <a:gdLst>
              <a:gd name="connsiteX0" fmla="*/ 82760 w 89894"/>
              <a:gd name="connsiteY0" fmla="*/ 0 h 108500"/>
              <a:gd name="connsiteX1" fmla="*/ 3964 w 89894"/>
              <a:gd name="connsiteY1" fmla="*/ 91052 h 108500"/>
              <a:gd name="connsiteX2" fmla="*/ 0 w 89894"/>
              <a:gd name="connsiteY2" fmla="*/ 108501 h 108500"/>
              <a:gd name="connsiteX3" fmla="*/ 89895 w 89894"/>
              <a:gd name="connsiteY3" fmla="*/ 4759 h 108500"/>
              <a:gd name="connsiteX4" fmla="*/ 82760 w 89894"/>
              <a:gd name="connsiteY4" fmla="*/ 0 h 108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894" h="108500">
                <a:moveTo>
                  <a:pt x="82760" y="0"/>
                </a:moveTo>
                <a:lnTo>
                  <a:pt x="3964" y="91052"/>
                </a:lnTo>
                <a:lnTo>
                  <a:pt x="0" y="108501"/>
                </a:lnTo>
                <a:lnTo>
                  <a:pt x="89895" y="4759"/>
                </a:lnTo>
                <a:cubicBezTo>
                  <a:pt x="87675" y="3014"/>
                  <a:pt x="84821" y="1903"/>
                  <a:pt x="82760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05" name="Freeform 704">
            <a:extLst>
              <a:ext uri="{FF2B5EF4-FFF2-40B4-BE49-F238E27FC236}">
                <a16:creationId xmlns:a16="http://schemas.microsoft.com/office/drawing/2014/main" id="{2D5AAB72-0053-D7E2-0BEA-CCF60F7044B5}"/>
              </a:ext>
            </a:extLst>
          </p:cNvPr>
          <p:cNvSpPr/>
          <p:nvPr userDrawn="1"/>
        </p:nvSpPr>
        <p:spPr>
          <a:xfrm>
            <a:off x="10536726" y="2791958"/>
            <a:ext cx="21244" cy="45719"/>
          </a:xfrm>
          <a:custGeom>
            <a:avLst/>
            <a:gdLst>
              <a:gd name="connsiteX0" fmla="*/ 21244 w 21244"/>
              <a:gd name="connsiteY0" fmla="*/ 0 h 37436"/>
              <a:gd name="connsiteX1" fmla="*/ 3487 w 21244"/>
              <a:gd name="connsiteY1" fmla="*/ 20463 h 37436"/>
              <a:gd name="connsiteX2" fmla="*/ 0 w 21244"/>
              <a:gd name="connsiteY2" fmla="*/ 37436 h 37436"/>
              <a:gd name="connsiteX3" fmla="*/ 17439 w 21244"/>
              <a:gd name="connsiteY3" fmla="*/ 17449 h 37436"/>
              <a:gd name="connsiteX4" fmla="*/ 21244 w 21244"/>
              <a:gd name="connsiteY4" fmla="*/ 0 h 37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244" h="37436">
                <a:moveTo>
                  <a:pt x="21244" y="0"/>
                </a:moveTo>
                <a:lnTo>
                  <a:pt x="3487" y="20463"/>
                </a:lnTo>
                <a:lnTo>
                  <a:pt x="0" y="37436"/>
                </a:lnTo>
                <a:lnTo>
                  <a:pt x="17439" y="17449"/>
                </a:lnTo>
                <a:lnTo>
                  <a:pt x="21244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06" name="Freeform 705">
            <a:extLst>
              <a:ext uri="{FF2B5EF4-FFF2-40B4-BE49-F238E27FC236}">
                <a16:creationId xmlns:a16="http://schemas.microsoft.com/office/drawing/2014/main" id="{96A18322-8096-666A-D5B1-AE6B7C7530B9}"/>
              </a:ext>
            </a:extLst>
          </p:cNvPr>
          <p:cNvSpPr/>
          <p:nvPr userDrawn="1"/>
        </p:nvSpPr>
        <p:spPr>
          <a:xfrm>
            <a:off x="8953041" y="2825428"/>
            <a:ext cx="1575757" cy="1796931"/>
          </a:xfrm>
          <a:custGeom>
            <a:avLst/>
            <a:gdLst>
              <a:gd name="connsiteX0" fmla="*/ 697908 w 1537713"/>
              <a:gd name="connsiteY0" fmla="*/ 982537 h 1779638"/>
              <a:gd name="connsiteX1" fmla="*/ 950944 w 1537713"/>
              <a:gd name="connsiteY1" fmla="*/ 690504 h 1779638"/>
              <a:gd name="connsiteX2" fmla="*/ 957603 w 1537713"/>
              <a:gd name="connsiteY2" fmla="*/ 682731 h 1779638"/>
              <a:gd name="connsiteX3" fmla="*/ 1325265 w 1537713"/>
              <a:gd name="connsiteY3" fmla="*/ 258245 h 1779638"/>
              <a:gd name="connsiteX4" fmla="*/ 1333034 w 1537713"/>
              <a:gd name="connsiteY4" fmla="*/ 249203 h 1779638"/>
              <a:gd name="connsiteX5" fmla="*/ 1534225 w 1537713"/>
              <a:gd name="connsiteY5" fmla="*/ 16973 h 1779638"/>
              <a:gd name="connsiteX6" fmla="*/ 1537714 w 1537713"/>
              <a:gd name="connsiteY6" fmla="*/ 0 h 1779638"/>
              <a:gd name="connsiteX7" fmla="*/ 1321143 w 1537713"/>
              <a:gd name="connsiteY7" fmla="*/ 249838 h 1779638"/>
              <a:gd name="connsiteX8" fmla="*/ 1313374 w 1537713"/>
              <a:gd name="connsiteY8" fmla="*/ 258880 h 1779638"/>
              <a:gd name="connsiteX9" fmla="*/ 947298 w 1537713"/>
              <a:gd name="connsiteY9" fmla="*/ 681304 h 1779638"/>
              <a:gd name="connsiteX10" fmla="*/ 940638 w 1537713"/>
              <a:gd name="connsiteY10" fmla="*/ 689077 h 1779638"/>
              <a:gd name="connsiteX11" fmla="*/ 688871 w 1537713"/>
              <a:gd name="connsiteY11" fmla="*/ 979682 h 1779638"/>
              <a:gd name="connsiteX12" fmla="*/ 682689 w 1537713"/>
              <a:gd name="connsiteY12" fmla="*/ 986820 h 1779638"/>
              <a:gd name="connsiteX13" fmla="*/ 0 w 1537713"/>
              <a:gd name="connsiteY13" fmla="*/ 1774880 h 1779638"/>
              <a:gd name="connsiteX14" fmla="*/ 7134 w 1537713"/>
              <a:gd name="connsiteY14" fmla="*/ 1779639 h 1779638"/>
              <a:gd name="connsiteX15" fmla="*/ 691726 w 1537713"/>
              <a:gd name="connsiteY15" fmla="*/ 989358 h 1779638"/>
              <a:gd name="connsiteX16" fmla="*/ 697908 w 1537713"/>
              <a:gd name="connsiteY16" fmla="*/ 982220 h 1779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537713" h="1779638">
                <a:moveTo>
                  <a:pt x="697908" y="982537"/>
                </a:moveTo>
                <a:lnTo>
                  <a:pt x="950944" y="690504"/>
                </a:lnTo>
                <a:lnTo>
                  <a:pt x="957603" y="682731"/>
                </a:lnTo>
                <a:lnTo>
                  <a:pt x="1325265" y="258245"/>
                </a:lnTo>
                <a:lnTo>
                  <a:pt x="1333034" y="249203"/>
                </a:lnTo>
                <a:lnTo>
                  <a:pt x="1534225" y="16973"/>
                </a:lnTo>
                <a:lnTo>
                  <a:pt x="1537714" y="0"/>
                </a:lnTo>
                <a:lnTo>
                  <a:pt x="1321143" y="249838"/>
                </a:lnTo>
                <a:lnTo>
                  <a:pt x="1313374" y="258880"/>
                </a:lnTo>
                <a:lnTo>
                  <a:pt x="947298" y="681304"/>
                </a:lnTo>
                <a:lnTo>
                  <a:pt x="940638" y="689077"/>
                </a:lnTo>
                <a:lnTo>
                  <a:pt x="688871" y="979682"/>
                </a:lnTo>
                <a:lnTo>
                  <a:pt x="682689" y="986820"/>
                </a:lnTo>
                <a:lnTo>
                  <a:pt x="0" y="1774880"/>
                </a:lnTo>
                <a:cubicBezTo>
                  <a:pt x="2219" y="1776625"/>
                  <a:pt x="5073" y="1777735"/>
                  <a:pt x="7134" y="1779639"/>
                </a:cubicBezTo>
                <a:lnTo>
                  <a:pt x="691726" y="989358"/>
                </a:lnTo>
                <a:lnTo>
                  <a:pt x="697908" y="98222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07" name="Freeform 706">
            <a:extLst>
              <a:ext uri="{FF2B5EF4-FFF2-40B4-BE49-F238E27FC236}">
                <a16:creationId xmlns:a16="http://schemas.microsoft.com/office/drawing/2014/main" id="{F94F7F33-D0FB-D797-7E8D-F9211A092759}"/>
              </a:ext>
            </a:extLst>
          </p:cNvPr>
          <p:cNvSpPr/>
          <p:nvPr userDrawn="1"/>
        </p:nvSpPr>
        <p:spPr>
          <a:xfrm>
            <a:off x="7736055" y="2657919"/>
            <a:ext cx="2827465" cy="527911"/>
          </a:xfrm>
          <a:custGeom>
            <a:avLst/>
            <a:gdLst>
              <a:gd name="connsiteX0" fmla="*/ 2827149 w 2827307"/>
              <a:gd name="connsiteY0" fmla="*/ 0 h 573913"/>
              <a:gd name="connsiteX1" fmla="*/ 0 w 2827307"/>
              <a:gd name="connsiteY1" fmla="*/ 565665 h 573913"/>
              <a:gd name="connsiteX2" fmla="*/ 1744 w 2827307"/>
              <a:gd name="connsiteY2" fmla="*/ 573913 h 573913"/>
              <a:gd name="connsiteX3" fmla="*/ 2825405 w 2827307"/>
              <a:gd name="connsiteY3" fmla="*/ 9042 h 573913"/>
              <a:gd name="connsiteX4" fmla="*/ 2827308 w 2827307"/>
              <a:gd name="connsiteY4" fmla="*/ 0 h 5739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7307" h="573913">
                <a:moveTo>
                  <a:pt x="2827149" y="0"/>
                </a:moveTo>
                <a:lnTo>
                  <a:pt x="0" y="565665"/>
                </a:lnTo>
                <a:cubicBezTo>
                  <a:pt x="793" y="568361"/>
                  <a:pt x="1268" y="571058"/>
                  <a:pt x="1744" y="573913"/>
                </a:cubicBezTo>
                <a:lnTo>
                  <a:pt x="2825405" y="9042"/>
                </a:lnTo>
                <a:lnTo>
                  <a:pt x="2827308" y="0"/>
                </a:lnTo>
                <a:close/>
              </a:path>
            </a:pathLst>
          </a:custGeom>
          <a:solidFill>
            <a:srgbClr val="7030A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08" name="Freeform 707">
            <a:extLst>
              <a:ext uri="{FF2B5EF4-FFF2-40B4-BE49-F238E27FC236}">
                <a16:creationId xmlns:a16="http://schemas.microsoft.com/office/drawing/2014/main" id="{36D5E323-B826-6F1E-38A7-4401BA750809}"/>
              </a:ext>
            </a:extLst>
          </p:cNvPr>
          <p:cNvSpPr/>
          <p:nvPr userDrawn="1"/>
        </p:nvSpPr>
        <p:spPr>
          <a:xfrm>
            <a:off x="10570655" y="2652683"/>
            <a:ext cx="18708" cy="45719"/>
          </a:xfrm>
          <a:custGeom>
            <a:avLst/>
            <a:gdLst>
              <a:gd name="connsiteX0" fmla="*/ 18708 w 18708"/>
              <a:gd name="connsiteY0" fmla="*/ 0 h 12372"/>
              <a:gd name="connsiteX1" fmla="*/ 1744 w 18708"/>
              <a:gd name="connsiteY1" fmla="*/ 3331 h 12372"/>
              <a:gd name="connsiteX2" fmla="*/ 0 w 18708"/>
              <a:gd name="connsiteY2" fmla="*/ 12373 h 12372"/>
              <a:gd name="connsiteX3" fmla="*/ 16647 w 18708"/>
              <a:gd name="connsiteY3" fmla="*/ 9042 h 12372"/>
              <a:gd name="connsiteX4" fmla="*/ 18708 w 18708"/>
              <a:gd name="connsiteY4" fmla="*/ 0 h 12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708" h="12372">
                <a:moveTo>
                  <a:pt x="18708" y="0"/>
                </a:moveTo>
                <a:lnTo>
                  <a:pt x="1744" y="3331"/>
                </a:lnTo>
                <a:lnTo>
                  <a:pt x="0" y="12373"/>
                </a:lnTo>
                <a:lnTo>
                  <a:pt x="16647" y="9042"/>
                </a:lnTo>
                <a:lnTo>
                  <a:pt x="18708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09" name="Freeform 708">
            <a:extLst>
              <a:ext uri="{FF2B5EF4-FFF2-40B4-BE49-F238E27FC236}">
                <a16:creationId xmlns:a16="http://schemas.microsoft.com/office/drawing/2014/main" id="{48160E95-7298-F996-9388-201E5CD20851}"/>
              </a:ext>
            </a:extLst>
          </p:cNvPr>
          <p:cNvSpPr/>
          <p:nvPr userDrawn="1"/>
        </p:nvSpPr>
        <p:spPr>
          <a:xfrm>
            <a:off x="10596497" y="2644912"/>
            <a:ext cx="33612" cy="45719"/>
          </a:xfrm>
          <a:custGeom>
            <a:avLst/>
            <a:gdLst>
              <a:gd name="connsiteX0" fmla="*/ 31867 w 33612"/>
              <a:gd name="connsiteY0" fmla="*/ 0 h 15069"/>
              <a:gd name="connsiteX1" fmla="*/ 2061 w 33612"/>
              <a:gd name="connsiteY1" fmla="*/ 6028 h 15069"/>
              <a:gd name="connsiteX2" fmla="*/ 0 w 33612"/>
              <a:gd name="connsiteY2" fmla="*/ 15070 h 15069"/>
              <a:gd name="connsiteX3" fmla="*/ 33612 w 33612"/>
              <a:gd name="connsiteY3" fmla="*/ 8407 h 15069"/>
              <a:gd name="connsiteX4" fmla="*/ 31867 w 33612"/>
              <a:gd name="connsiteY4" fmla="*/ 159 h 150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612" h="15069">
                <a:moveTo>
                  <a:pt x="31867" y="0"/>
                </a:moveTo>
                <a:lnTo>
                  <a:pt x="2061" y="6028"/>
                </a:lnTo>
                <a:lnTo>
                  <a:pt x="0" y="15070"/>
                </a:lnTo>
                <a:lnTo>
                  <a:pt x="33612" y="8407"/>
                </a:lnTo>
                <a:cubicBezTo>
                  <a:pt x="32819" y="5711"/>
                  <a:pt x="32344" y="2855"/>
                  <a:pt x="31867" y="159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10" name="Freeform 709">
            <a:extLst>
              <a:ext uri="{FF2B5EF4-FFF2-40B4-BE49-F238E27FC236}">
                <a16:creationId xmlns:a16="http://schemas.microsoft.com/office/drawing/2014/main" id="{AA789421-66DD-3E43-3318-2248BB6C6EC5}"/>
              </a:ext>
            </a:extLst>
          </p:cNvPr>
          <p:cNvSpPr/>
          <p:nvPr userDrawn="1"/>
        </p:nvSpPr>
        <p:spPr>
          <a:xfrm>
            <a:off x="11138082" y="227908"/>
            <a:ext cx="7134" cy="45719"/>
          </a:xfrm>
          <a:custGeom>
            <a:avLst/>
            <a:gdLst>
              <a:gd name="connsiteX0" fmla="*/ 7135 w 7134"/>
              <a:gd name="connsiteY0" fmla="*/ 635 h 24428"/>
              <a:gd name="connsiteX1" fmla="*/ 4439 w 7134"/>
              <a:gd name="connsiteY1" fmla="*/ 0 h 24428"/>
              <a:gd name="connsiteX2" fmla="*/ 0 w 7134"/>
              <a:gd name="connsiteY2" fmla="*/ 19511 h 24428"/>
              <a:gd name="connsiteX3" fmla="*/ 2695 w 7134"/>
              <a:gd name="connsiteY3" fmla="*/ 24429 h 24428"/>
              <a:gd name="connsiteX4" fmla="*/ 7135 w 7134"/>
              <a:gd name="connsiteY4" fmla="*/ 793 h 24428"/>
              <a:gd name="connsiteX5" fmla="*/ 7135 w 7134"/>
              <a:gd name="connsiteY5" fmla="*/ 793 h 24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134" h="24428">
                <a:moveTo>
                  <a:pt x="7135" y="635"/>
                </a:moveTo>
                <a:cubicBezTo>
                  <a:pt x="6183" y="635"/>
                  <a:pt x="5232" y="159"/>
                  <a:pt x="4439" y="0"/>
                </a:cubicBezTo>
                <a:lnTo>
                  <a:pt x="0" y="19511"/>
                </a:lnTo>
                <a:lnTo>
                  <a:pt x="2695" y="24429"/>
                </a:lnTo>
                <a:lnTo>
                  <a:pt x="7135" y="793"/>
                </a:lnTo>
                <a:lnTo>
                  <a:pt x="7135" y="793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11" name="Freeform 710">
            <a:extLst>
              <a:ext uri="{FF2B5EF4-FFF2-40B4-BE49-F238E27FC236}">
                <a16:creationId xmlns:a16="http://schemas.microsoft.com/office/drawing/2014/main" id="{1F5DE9B3-77B0-84B2-4683-00872C7D72A9}"/>
              </a:ext>
            </a:extLst>
          </p:cNvPr>
          <p:cNvSpPr/>
          <p:nvPr userDrawn="1"/>
        </p:nvSpPr>
        <p:spPr>
          <a:xfrm>
            <a:off x="11085287" y="275973"/>
            <a:ext cx="48672" cy="240558"/>
          </a:xfrm>
          <a:custGeom>
            <a:avLst/>
            <a:gdLst>
              <a:gd name="connsiteX0" fmla="*/ 2854 w 48672"/>
              <a:gd name="connsiteY0" fmla="*/ 217478 h 279342"/>
              <a:gd name="connsiteX1" fmla="*/ 0 w 48672"/>
              <a:gd name="connsiteY1" fmla="*/ 279343 h 279342"/>
              <a:gd name="connsiteX2" fmla="*/ 48673 w 48672"/>
              <a:gd name="connsiteY2" fmla="*/ 14594 h 279342"/>
              <a:gd name="connsiteX3" fmla="*/ 46453 w 48672"/>
              <a:gd name="connsiteY3" fmla="*/ 0 h 279342"/>
              <a:gd name="connsiteX4" fmla="*/ 26160 w 48672"/>
              <a:gd name="connsiteY4" fmla="*/ 90735 h 279342"/>
              <a:gd name="connsiteX5" fmla="*/ 2854 w 48672"/>
              <a:gd name="connsiteY5" fmla="*/ 217478 h 2793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8672" h="279342">
                <a:moveTo>
                  <a:pt x="2854" y="217478"/>
                </a:moveTo>
                <a:lnTo>
                  <a:pt x="0" y="279343"/>
                </a:lnTo>
                <a:lnTo>
                  <a:pt x="48673" y="14594"/>
                </a:lnTo>
                <a:lnTo>
                  <a:pt x="46453" y="0"/>
                </a:lnTo>
                <a:lnTo>
                  <a:pt x="26160" y="90735"/>
                </a:lnTo>
                <a:lnTo>
                  <a:pt x="2854" y="217478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12" name="Freeform 711">
            <a:extLst>
              <a:ext uri="{FF2B5EF4-FFF2-40B4-BE49-F238E27FC236}">
                <a16:creationId xmlns:a16="http://schemas.microsoft.com/office/drawing/2014/main" id="{D2142BAA-C608-0F31-5E28-95CA13EF3108}"/>
              </a:ext>
            </a:extLst>
          </p:cNvPr>
          <p:cNvSpPr/>
          <p:nvPr userDrawn="1"/>
        </p:nvSpPr>
        <p:spPr>
          <a:xfrm>
            <a:off x="11143314" y="228542"/>
            <a:ext cx="10146" cy="45719"/>
          </a:xfrm>
          <a:custGeom>
            <a:avLst/>
            <a:gdLst>
              <a:gd name="connsiteX0" fmla="*/ 1902 w 10146"/>
              <a:gd name="connsiteY0" fmla="*/ 0 h 42194"/>
              <a:gd name="connsiteX1" fmla="*/ 1902 w 10146"/>
              <a:gd name="connsiteY1" fmla="*/ 0 h 42194"/>
              <a:gd name="connsiteX2" fmla="*/ 0 w 10146"/>
              <a:gd name="connsiteY2" fmla="*/ 28394 h 42194"/>
              <a:gd name="connsiteX3" fmla="*/ 7610 w 10146"/>
              <a:gd name="connsiteY3" fmla="*/ 42195 h 42194"/>
              <a:gd name="connsiteX4" fmla="*/ 10146 w 10146"/>
              <a:gd name="connsiteY4" fmla="*/ 1745 h 42194"/>
              <a:gd name="connsiteX5" fmla="*/ 1744 w 10146"/>
              <a:gd name="connsiteY5" fmla="*/ 0 h 421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146" h="42194">
                <a:moveTo>
                  <a:pt x="1902" y="0"/>
                </a:moveTo>
                <a:lnTo>
                  <a:pt x="1902" y="0"/>
                </a:lnTo>
                <a:cubicBezTo>
                  <a:pt x="1902" y="0"/>
                  <a:pt x="0" y="28394"/>
                  <a:pt x="0" y="28394"/>
                </a:cubicBezTo>
                <a:lnTo>
                  <a:pt x="7610" y="42195"/>
                </a:lnTo>
                <a:lnTo>
                  <a:pt x="10146" y="1745"/>
                </a:lnTo>
                <a:cubicBezTo>
                  <a:pt x="7134" y="1745"/>
                  <a:pt x="4597" y="317"/>
                  <a:pt x="1744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13" name="Freeform 712">
            <a:extLst>
              <a:ext uri="{FF2B5EF4-FFF2-40B4-BE49-F238E27FC236}">
                <a16:creationId xmlns:a16="http://schemas.microsoft.com/office/drawing/2014/main" id="{64BD5CF3-0ADE-40D4-42D2-EFB00A198388}"/>
              </a:ext>
            </a:extLst>
          </p:cNvPr>
          <p:cNvSpPr/>
          <p:nvPr userDrawn="1"/>
        </p:nvSpPr>
        <p:spPr>
          <a:xfrm>
            <a:off x="11141569" y="272324"/>
            <a:ext cx="8561" cy="46035"/>
          </a:xfrm>
          <a:custGeom>
            <a:avLst/>
            <a:gdLst>
              <a:gd name="connsiteX0" fmla="*/ 6025 w 8561"/>
              <a:gd name="connsiteY0" fmla="*/ 53457 h 53457"/>
              <a:gd name="connsiteX1" fmla="*/ 8562 w 8561"/>
              <a:gd name="connsiteY1" fmla="*/ 13801 h 53457"/>
              <a:gd name="connsiteX2" fmla="*/ 793 w 8561"/>
              <a:gd name="connsiteY2" fmla="*/ 0 h 53457"/>
              <a:gd name="connsiteX3" fmla="*/ 0 w 8561"/>
              <a:gd name="connsiteY3" fmla="*/ 13007 h 53457"/>
              <a:gd name="connsiteX4" fmla="*/ 6025 w 8561"/>
              <a:gd name="connsiteY4" fmla="*/ 53457 h 534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561" h="53457">
                <a:moveTo>
                  <a:pt x="6025" y="53457"/>
                </a:moveTo>
                <a:lnTo>
                  <a:pt x="8562" y="13801"/>
                </a:lnTo>
                <a:lnTo>
                  <a:pt x="793" y="0"/>
                </a:lnTo>
                <a:lnTo>
                  <a:pt x="0" y="13007"/>
                </a:lnTo>
                <a:lnTo>
                  <a:pt x="6025" y="53457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14" name="Freeform 713">
            <a:extLst>
              <a:ext uri="{FF2B5EF4-FFF2-40B4-BE49-F238E27FC236}">
                <a16:creationId xmlns:a16="http://schemas.microsoft.com/office/drawing/2014/main" id="{30A1BC07-18AC-2EBC-D589-0BF13959A545}"/>
              </a:ext>
            </a:extLst>
          </p:cNvPr>
          <p:cNvSpPr/>
          <p:nvPr userDrawn="1"/>
        </p:nvSpPr>
        <p:spPr>
          <a:xfrm>
            <a:off x="10976843" y="325464"/>
            <a:ext cx="168531" cy="2275674"/>
          </a:xfrm>
          <a:custGeom>
            <a:avLst/>
            <a:gdLst>
              <a:gd name="connsiteX0" fmla="*/ 24257 w 168531"/>
              <a:gd name="connsiteY0" fmla="*/ 2151937 h 2642570"/>
              <a:gd name="connsiteX1" fmla="*/ 17598 w 168531"/>
              <a:gd name="connsiteY1" fmla="*/ 2255996 h 2642570"/>
              <a:gd name="connsiteX2" fmla="*/ 16963 w 168531"/>
              <a:gd name="connsiteY2" fmla="*/ 2264721 h 2642570"/>
              <a:gd name="connsiteX3" fmla="*/ 16963 w 168531"/>
              <a:gd name="connsiteY3" fmla="*/ 2266783 h 2642570"/>
              <a:gd name="connsiteX4" fmla="*/ 0 w 168531"/>
              <a:gd name="connsiteY4" fmla="*/ 2642254 h 2642570"/>
              <a:gd name="connsiteX5" fmla="*/ 1426 w 168531"/>
              <a:gd name="connsiteY5" fmla="*/ 2642571 h 2642570"/>
              <a:gd name="connsiteX6" fmla="*/ 1902 w 168531"/>
              <a:gd name="connsiteY6" fmla="*/ 2634957 h 2642570"/>
              <a:gd name="connsiteX7" fmla="*/ 2695 w 168531"/>
              <a:gd name="connsiteY7" fmla="*/ 2623694 h 2642570"/>
              <a:gd name="connsiteX8" fmla="*/ 3487 w 168531"/>
              <a:gd name="connsiteY8" fmla="*/ 2611797 h 2642570"/>
              <a:gd name="connsiteX9" fmla="*/ 25843 w 168531"/>
              <a:gd name="connsiteY9" fmla="*/ 2263293 h 2642570"/>
              <a:gd name="connsiteX10" fmla="*/ 26477 w 168531"/>
              <a:gd name="connsiteY10" fmla="*/ 2254569 h 2642570"/>
              <a:gd name="connsiteX11" fmla="*/ 33452 w 168531"/>
              <a:gd name="connsiteY11" fmla="*/ 2147178 h 2642570"/>
              <a:gd name="connsiteX12" fmla="*/ 34086 w 168531"/>
              <a:gd name="connsiteY12" fmla="*/ 2137185 h 2642570"/>
              <a:gd name="connsiteX13" fmla="*/ 168532 w 168531"/>
              <a:gd name="connsiteY13" fmla="*/ 40450 h 2642570"/>
              <a:gd name="connsiteX14" fmla="*/ 162507 w 168531"/>
              <a:gd name="connsiteY14" fmla="*/ 0 h 2642570"/>
              <a:gd name="connsiteX15" fmla="*/ 25049 w 168531"/>
              <a:gd name="connsiteY15" fmla="*/ 2141944 h 2642570"/>
              <a:gd name="connsiteX16" fmla="*/ 24415 w 168531"/>
              <a:gd name="connsiteY16" fmla="*/ 2151937 h 26425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68531" h="2642570">
                <a:moveTo>
                  <a:pt x="24257" y="2151937"/>
                </a:moveTo>
                <a:lnTo>
                  <a:pt x="17598" y="2255996"/>
                </a:lnTo>
                <a:lnTo>
                  <a:pt x="16963" y="2264721"/>
                </a:lnTo>
                <a:lnTo>
                  <a:pt x="16963" y="2266783"/>
                </a:lnTo>
                <a:cubicBezTo>
                  <a:pt x="16963" y="2266783"/>
                  <a:pt x="0" y="2642254"/>
                  <a:pt x="0" y="2642254"/>
                </a:cubicBezTo>
                <a:cubicBezTo>
                  <a:pt x="475" y="2642254"/>
                  <a:pt x="951" y="2642571"/>
                  <a:pt x="1426" y="2642571"/>
                </a:cubicBezTo>
                <a:lnTo>
                  <a:pt x="1902" y="2634957"/>
                </a:lnTo>
                <a:lnTo>
                  <a:pt x="2695" y="2623694"/>
                </a:lnTo>
                <a:lnTo>
                  <a:pt x="3487" y="2611797"/>
                </a:lnTo>
                <a:lnTo>
                  <a:pt x="25843" y="2263293"/>
                </a:lnTo>
                <a:lnTo>
                  <a:pt x="26477" y="2254569"/>
                </a:lnTo>
                <a:lnTo>
                  <a:pt x="33452" y="2147178"/>
                </a:lnTo>
                <a:lnTo>
                  <a:pt x="34086" y="2137185"/>
                </a:lnTo>
                <a:lnTo>
                  <a:pt x="168532" y="40450"/>
                </a:lnTo>
                <a:lnTo>
                  <a:pt x="162507" y="0"/>
                </a:lnTo>
                <a:lnTo>
                  <a:pt x="25049" y="2141944"/>
                </a:lnTo>
                <a:lnTo>
                  <a:pt x="24415" y="2151937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15" name="Freeform 714">
            <a:extLst>
              <a:ext uri="{FF2B5EF4-FFF2-40B4-BE49-F238E27FC236}">
                <a16:creationId xmlns:a16="http://schemas.microsoft.com/office/drawing/2014/main" id="{EDE5D18D-968C-F140-1240-9C27B2ADAAC4}"/>
              </a:ext>
            </a:extLst>
          </p:cNvPr>
          <p:cNvSpPr/>
          <p:nvPr userDrawn="1"/>
        </p:nvSpPr>
        <p:spPr>
          <a:xfrm>
            <a:off x="11159644" y="227751"/>
            <a:ext cx="21879" cy="84010"/>
          </a:xfrm>
          <a:custGeom>
            <a:avLst/>
            <a:gdLst>
              <a:gd name="connsiteX0" fmla="*/ 0 w 21879"/>
              <a:gd name="connsiteY0" fmla="*/ 1586 h 97555"/>
              <a:gd name="connsiteX1" fmla="*/ 10306 w 21879"/>
              <a:gd name="connsiteY1" fmla="*/ 76934 h 97555"/>
              <a:gd name="connsiteX2" fmla="*/ 21879 w 21879"/>
              <a:gd name="connsiteY2" fmla="*/ 97556 h 97555"/>
              <a:gd name="connsiteX3" fmla="*/ 8403 w 21879"/>
              <a:gd name="connsiteY3" fmla="*/ 0 h 97555"/>
              <a:gd name="connsiteX4" fmla="*/ 0 w 21879"/>
              <a:gd name="connsiteY4" fmla="*/ 1745 h 975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879" h="97555">
                <a:moveTo>
                  <a:pt x="0" y="1586"/>
                </a:moveTo>
                <a:lnTo>
                  <a:pt x="10306" y="76934"/>
                </a:lnTo>
                <a:lnTo>
                  <a:pt x="21879" y="97556"/>
                </a:lnTo>
                <a:lnTo>
                  <a:pt x="8403" y="0"/>
                </a:lnTo>
                <a:cubicBezTo>
                  <a:pt x="5550" y="635"/>
                  <a:pt x="2854" y="1428"/>
                  <a:pt x="0" y="1745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16" name="Freeform 715">
            <a:extLst>
              <a:ext uri="{FF2B5EF4-FFF2-40B4-BE49-F238E27FC236}">
                <a16:creationId xmlns:a16="http://schemas.microsoft.com/office/drawing/2014/main" id="{44724558-2578-552E-ED6C-02B56C0BA98F}"/>
              </a:ext>
            </a:extLst>
          </p:cNvPr>
          <p:cNvSpPr/>
          <p:nvPr userDrawn="1"/>
        </p:nvSpPr>
        <p:spPr>
          <a:xfrm>
            <a:off x="11172962" y="327210"/>
            <a:ext cx="464056" cy="2853916"/>
          </a:xfrm>
          <a:custGeom>
            <a:avLst/>
            <a:gdLst>
              <a:gd name="connsiteX0" fmla="*/ 263499 w 464056"/>
              <a:gd name="connsiteY0" fmla="*/ 1915582 h 3314039"/>
              <a:gd name="connsiteX1" fmla="*/ 299013 w 464056"/>
              <a:gd name="connsiteY1" fmla="*/ 2174462 h 3314039"/>
              <a:gd name="connsiteX2" fmla="*/ 300123 w 464056"/>
              <a:gd name="connsiteY2" fmla="*/ 2182869 h 3314039"/>
              <a:gd name="connsiteX3" fmla="*/ 321051 w 464056"/>
              <a:gd name="connsiteY3" fmla="*/ 2334993 h 3314039"/>
              <a:gd name="connsiteX4" fmla="*/ 322318 w 464056"/>
              <a:gd name="connsiteY4" fmla="*/ 2344510 h 3314039"/>
              <a:gd name="connsiteX5" fmla="*/ 335160 w 464056"/>
              <a:gd name="connsiteY5" fmla="*/ 2437625 h 3314039"/>
              <a:gd name="connsiteX6" fmla="*/ 336429 w 464056"/>
              <a:gd name="connsiteY6" fmla="*/ 2446508 h 3314039"/>
              <a:gd name="connsiteX7" fmla="*/ 348002 w 464056"/>
              <a:gd name="connsiteY7" fmla="*/ 2530739 h 3314039"/>
              <a:gd name="connsiteX8" fmla="*/ 463581 w 464056"/>
              <a:gd name="connsiteY8" fmla="*/ 3314040 h 3314039"/>
              <a:gd name="connsiteX9" fmla="*/ 464056 w 464056"/>
              <a:gd name="connsiteY9" fmla="*/ 3313881 h 3314039"/>
              <a:gd name="connsiteX10" fmla="*/ 374321 w 464056"/>
              <a:gd name="connsiteY10" fmla="*/ 2658751 h 3314039"/>
              <a:gd name="connsiteX11" fmla="*/ 372894 w 464056"/>
              <a:gd name="connsiteY11" fmla="*/ 2649075 h 3314039"/>
              <a:gd name="connsiteX12" fmla="*/ 344515 w 464056"/>
              <a:gd name="connsiteY12" fmla="*/ 2442383 h 3314039"/>
              <a:gd name="connsiteX13" fmla="*/ 343246 w 464056"/>
              <a:gd name="connsiteY13" fmla="*/ 2433500 h 3314039"/>
              <a:gd name="connsiteX14" fmla="*/ 330246 w 464056"/>
              <a:gd name="connsiteY14" fmla="*/ 2338800 h 3314039"/>
              <a:gd name="connsiteX15" fmla="*/ 328978 w 464056"/>
              <a:gd name="connsiteY15" fmla="*/ 2329282 h 3314039"/>
              <a:gd name="connsiteX16" fmla="*/ 308684 w 464056"/>
              <a:gd name="connsiteY16" fmla="*/ 2181442 h 3314039"/>
              <a:gd name="connsiteX17" fmla="*/ 307415 w 464056"/>
              <a:gd name="connsiteY17" fmla="*/ 2173034 h 3314039"/>
              <a:gd name="connsiteX18" fmla="*/ 271427 w 464056"/>
              <a:gd name="connsiteY18" fmla="*/ 1911141 h 3314039"/>
              <a:gd name="connsiteX19" fmla="*/ 270158 w 464056"/>
              <a:gd name="connsiteY19" fmla="*/ 1902099 h 3314039"/>
              <a:gd name="connsiteX20" fmla="*/ 11573 w 464056"/>
              <a:gd name="connsiteY20" fmla="*/ 20622 h 3314039"/>
              <a:gd name="connsiteX21" fmla="*/ 0 w 464056"/>
              <a:gd name="connsiteY21" fmla="*/ 0 h 3314039"/>
              <a:gd name="connsiteX22" fmla="*/ 262072 w 464056"/>
              <a:gd name="connsiteY22" fmla="*/ 1906382 h 3314039"/>
              <a:gd name="connsiteX23" fmla="*/ 263341 w 464056"/>
              <a:gd name="connsiteY23" fmla="*/ 1915424 h 3314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464056" h="3314039">
                <a:moveTo>
                  <a:pt x="263499" y="1915582"/>
                </a:moveTo>
                <a:lnTo>
                  <a:pt x="299013" y="2174462"/>
                </a:lnTo>
                <a:lnTo>
                  <a:pt x="300123" y="2182869"/>
                </a:lnTo>
                <a:lnTo>
                  <a:pt x="321051" y="2334993"/>
                </a:lnTo>
                <a:lnTo>
                  <a:pt x="322318" y="2344510"/>
                </a:lnTo>
                <a:lnTo>
                  <a:pt x="335160" y="2437625"/>
                </a:lnTo>
                <a:lnTo>
                  <a:pt x="336429" y="2446508"/>
                </a:lnTo>
                <a:lnTo>
                  <a:pt x="348002" y="2530739"/>
                </a:lnTo>
                <a:lnTo>
                  <a:pt x="463581" y="3314040"/>
                </a:lnTo>
                <a:cubicBezTo>
                  <a:pt x="463581" y="3314040"/>
                  <a:pt x="464056" y="3313881"/>
                  <a:pt x="464056" y="3313881"/>
                </a:cubicBezTo>
                <a:lnTo>
                  <a:pt x="374321" y="2658751"/>
                </a:lnTo>
                <a:lnTo>
                  <a:pt x="372894" y="2649075"/>
                </a:lnTo>
                <a:lnTo>
                  <a:pt x="344515" y="2442383"/>
                </a:lnTo>
                <a:lnTo>
                  <a:pt x="343246" y="2433500"/>
                </a:lnTo>
                <a:lnTo>
                  <a:pt x="330246" y="2338800"/>
                </a:lnTo>
                <a:lnTo>
                  <a:pt x="328978" y="2329282"/>
                </a:lnTo>
                <a:lnTo>
                  <a:pt x="308684" y="2181442"/>
                </a:lnTo>
                <a:lnTo>
                  <a:pt x="307415" y="2173034"/>
                </a:lnTo>
                <a:lnTo>
                  <a:pt x="271427" y="1911141"/>
                </a:lnTo>
                <a:lnTo>
                  <a:pt x="270158" y="1902099"/>
                </a:lnTo>
                <a:lnTo>
                  <a:pt x="11573" y="20622"/>
                </a:lnTo>
                <a:lnTo>
                  <a:pt x="0" y="0"/>
                </a:lnTo>
                <a:lnTo>
                  <a:pt x="262072" y="1906382"/>
                </a:lnTo>
                <a:lnTo>
                  <a:pt x="263341" y="1915424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17" name="Freeform 716">
            <a:extLst>
              <a:ext uri="{FF2B5EF4-FFF2-40B4-BE49-F238E27FC236}">
                <a16:creationId xmlns:a16="http://schemas.microsoft.com/office/drawing/2014/main" id="{48AE5DC5-0F47-9239-1B41-1DD6B264B3A6}"/>
              </a:ext>
            </a:extLst>
          </p:cNvPr>
          <p:cNvSpPr/>
          <p:nvPr userDrawn="1"/>
        </p:nvSpPr>
        <p:spPr>
          <a:xfrm>
            <a:off x="11223695" y="166521"/>
            <a:ext cx="934298" cy="162695"/>
          </a:xfrm>
          <a:custGeom>
            <a:avLst/>
            <a:gdLst>
              <a:gd name="connsiteX0" fmla="*/ 159 w 934298"/>
              <a:gd name="connsiteY0" fmla="*/ 8249 h 188925"/>
              <a:gd name="connsiteX1" fmla="*/ 934298 w 934298"/>
              <a:gd name="connsiteY1" fmla="*/ 188925 h 188925"/>
              <a:gd name="connsiteX2" fmla="*/ 934298 w 934298"/>
              <a:gd name="connsiteY2" fmla="*/ 180359 h 188925"/>
              <a:gd name="connsiteX3" fmla="*/ 1745 w 934298"/>
              <a:gd name="connsiteY3" fmla="*/ 0 h 188925"/>
              <a:gd name="connsiteX4" fmla="*/ 0 w 934298"/>
              <a:gd name="connsiteY4" fmla="*/ 8249 h 188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34298" h="188925">
                <a:moveTo>
                  <a:pt x="159" y="8249"/>
                </a:moveTo>
                <a:lnTo>
                  <a:pt x="934298" y="188925"/>
                </a:lnTo>
                <a:lnTo>
                  <a:pt x="934298" y="180359"/>
                </a:lnTo>
                <a:lnTo>
                  <a:pt x="1745" y="0"/>
                </a:lnTo>
                <a:cubicBezTo>
                  <a:pt x="1269" y="2855"/>
                  <a:pt x="793" y="5552"/>
                  <a:pt x="0" y="8249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18" name="Freeform 717">
            <a:extLst>
              <a:ext uri="{FF2B5EF4-FFF2-40B4-BE49-F238E27FC236}">
                <a16:creationId xmlns:a16="http://schemas.microsoft.com/office/drawing/2014/main" id="{191A68C4-24F1-F372-4BE5-D41BC5861C25}"/>
              </a:ext>
            </a:extLst>
          </p:cNvPr>
          <p:cNvSpPr/>
          <p:nvPr userDrawn="1"/>
        </p:nvSpPr>
        <p:spPr>
          <a:xfrm>
            <a:off x="11184376" y="222357"/>
            <a:ext cx="973774" cy="1593477"/>
          </a:xfrm>
          <a:custGeom>
            <a:avLst/>
            <a:gdLst>
              <a:gd name="connsiteX0" fmla="*/ 1744 w 973774"/>
              <a:gd name="connsiteY0" fmla="*/ 0 h 1850386"/>
              <a:gd name="connsiteX1" fmla="*/ 0 w 973774"/>
              <a:gd name="connsiteY1" fmla="*/ 1269 h 1850386"/>
              <a:gd name="connsiteX2" fmla="*/ 879917 w 973774"/>
              <a:gd name="connsiteY2" fmla="*/ 1672565 h 1850386"/>
              <a:gd name="connsiteX3" fmla="*/ 883880 w 973774"/>
              <a:gd name="connsiteY3" fmla="*/ 1680021 h 1850386"/>
              <a:gd name="connsiteX4" fmla="*/ 970128 w 973774"/>
              <a:gd name="connsiteY4" fmla="*/ 1843883 h 1850386"/>
              <a:gd name="connsiteX5" fmla="*/ 973774 w 973774"/>
              <a:gd name="connsiteY5" fmla="*/ 1850387 h 1850386"/>
              <a:gd name="connsiteX6" fmla="*/ 973774 w 973774"/>
              <a:gd name="connsiteY6" fmla="*/ 1850069 h 1850386"/>
              <a:gd name="connsiteX7" fmla="*/ 1744 w 973774"/>
              <a:gd name="connsiteY7" fmla="*/ 0 h 18503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73774" h="1850386">
                <a:moveTo>
                  <a:pt x="1744" y="0"/>
                </a:moveTo>
                <a:cubicBezTo>
                  <a:pt x="1744" y="0"/>
                  <a:pt x="635" y="952"/>
                  <a:pt x="0" y="1269"/>
                </a:cubicBezTo>
                <a:lnTo>
                  <a:pt x="879917" y="1672565"/>
                </a:lnTo>
                <a:lnTo>
                  <a:pt x="883880" y="1680021"/>
                </a:lnTo>
                <a:lnTo>
                  <a:pt x="970128" y="1843883"/>
                </a:lnTo>
                <a:lnTo>
                  <a:pt x="973774" y="1850387"/>
                </a:lnTo>
                <a:lnTo>
                  <a:pt x="973774" y="1850069"/>
                </a:lnTo>
                <a:lnTo>
                  <a:pt x="1744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19" name="Freeform 718">
            <a:extLst>
              <a:ext uri="{FF2B5EF4-FFF2-40B4-BE49-F238E27FC236}">
                <a16:creationId xmlns:a16="http://schemas.microsoft.com/office/drawing/2014/main" id="{22636A87-5D72-450A-3FE6-59700FC2BF69}"/>
              </a:ext>
            </a:extLst>
          </p:cNvPr>
          <p:cNvSpPr/>
          <p:nvPr userDrawn="1"/>
        </p:nvSpPr>
        <p:spPr>
          <a:xfrm>
            <a:off x="11089409" y="252496"/>
            <a:ext cx="42330" cy="182501"/>
          </a:xfrm>
          <a:custGeom>
            <a:avLst/>
            <a:gdLst>
              <a:gd name="connsiteX0" fmla="*/ 22038 w 42330"/>
              <a:gd name="connsiteY0" fmla="*/ 114212 h 211925"/>
              <a:gd name="connsiteX1" fmla="*/ 42331 w 42330"/>
              <a:gd name="connsiteY1" fmla="*/ 23477 h 211925"/>
              <a:gd name="connsiteX2" fmla="*/ 38843 w 42330"/>
              <a:gd name="connsiteY2" fmla="*/ 0 h 211925"/>
              <a:gd name="connsiteX3" fmla="*/ 2220 w 42330"/>
              <a:gd name="connsiteY3" fmla="*/ 163386 h 211925"/>
              <a:gd name="connsiteX4" fmla="*/ 0 w 42330"/>
              <a:gd name="connsiteY4" fmla="*/ 211926 h 211925"/>
              <a:gd name="connsiteX5" fmla="*/ 22038 w 42330"/>
              <a:gd name="connsiteY5" fmla="*/ 114212 h 21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2330" h="211925">
                <a:moveTo>
                  <a:pt x="22038" y="114212"/>
                </a:moveTo>
                <a:lnTo>
                  <a:pt x="42331" y="23477"/>
                </a:lnTo>
                <a:lnTo>
                  <a:pt x="38843" y="0"/>
                </a:lnTo>
                <a:lnTo>
                  <a:pt x="2220" y="163386"/>
                </a:lnTo>
                <a:lnTo>
                  <a:pt x="0" y="211926"/>
                </a:lnTo>
                <a:lnTo>
                  <a:pt x="22038" y="11421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20" name="Freeform 719">
            <a:extLst>
              <a:ext uri="{FF2B5EF4-FFF2-40B4-BE49-F238E27FC236}">
                <a16:creationId xmlns:a16="http://schemas.microsoft.com/office/drawing/2014/main" id="{504164E2-DCBB-3E51-F6C6-2BC952173411}"/>
              </a:ext>
            </a:extLst>
          </p:cNvPr>
          <p:cNvSpPr/>
          <p:nvPr userDrawn="1"/>
        </p:nvSpPr>
        <p:spPr>
          <a:xfrm>
            <a:off x="11133326" y="226321"/>
            <a:ext cx="9194" cy="45719"/>
          </a:xfrm>
          <a:custGeom>
            <a:avLst/>
            <a:gdLst>
              <a:gd name="connsiteX0" fmla="*/ 793 w 9194"/>
              <a:gd name="connsiteY0" fmla="*/ 0 h 21256"/>
              <a:gd name="connsiteX1" fmla="*/ 0 w 9194"/>
              <a:gd name="connsiteY1" fmla="*/ 3490 h 21256"/>
              <a:gd name="connsiteX2" fmla="*/ 1902 w 9194"/>
              <a:gd name="connsiteY2" fmla="*/ 16021 h 21256"/>
              <a:gd name="connsiteX3" fmla="*/ 4756 w 9194"/>
              <a:gd name="connsiteY3" fmla="*/ 21256 h 21256"/>
              <a:gd name="connsiteX4" fmla="*/ 9195 w 9194"/>
              <a:gd name="connsiteY4" fmla="*/ 1745 h 21256"/>
              <a:gd name="connsiteX5" fmla="*/ 793 w 9194"/>
              <a:gd name="connsiteY5" fmla="*/ 0 h 212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194" h="21256">
                <a:moveTo>
                  <a:pt x="793" y="0"/>
                </a:moveTo>
                <a:lnTo>
                  <a:pt x="0" y="3490"/>
                </a:lnTo>
                <a:lnTo>
                  <a:pt x="1902" y="16021"/>
                </a:lnTo>
                <a:lnTo>
                  <a:pt x="4756" y="21256"/>
                </a:lnTo>
                <a:lnTo>
                  <a:pt x="9195" y="1745"/>
                </a:lnTo>
                <a:cubicBezTo>
                  <a:pt x="6341" y="1269"/>
                  <a:pt x="3646" y="793"/>
                  <a:pt x="793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21" name="Freeform 720">
            <a:extLst>
              <a:ext uri="{FF2B5EF4-FFF2-40B4-BE49-F238E27FC236}">
                <a16:creationId xmlns:a16="http://schemas.microsoft.com/office/drawing/2014/main" id="{1C9FDCEC-B27B-B5DD-3C98-E58902150C34}"/>
              </a:ext>
            </a:extLst>
          </p:cNvPr>
          <p:cNvSpPr/>
          <p:nvPr userDrawn="1"/>
        </p:nvSpPr>
        <p:spPr>
          <a:xfrm>
            <a:off x="11093690" y="125277"/>
            <a:ext cx="316" cy="45719"/>
          </a:xfrm>
          <a:custGeom>
            <a:avLst/>
            <a:gdLst>
              <a:gd name="connsiteX0" fmla="*/ 316 w 316"/>
              <a:gd name="connsiteY0" fmla="*/ 0 h 1110"/>
              <a:gd name="connsiteX1" fmla="*/ 0 w 316"/>
              <a:gd name="connsiteY1" fmla="*/ 0 h 1110"/>
              <a:gd name="connsiteX2" fmla="*/ 0 w 316"/>
              <a:gd name="connsiteY2" fmla="*/ 1110 h 1110"/>
              <a:gd name="connsiteX3" fmla="*/ 316 w 316"/>
              <a:gd name="connsiteY3" fmla="*/ 159 h 11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16" h="1110">
                <a:moveTo>
                  <a:pt x="316" y="0"/>
                </a:moveTo>
                <a:cubicBezTo>
                  <a:pt x="316" y="0"/>
                  <a:pt x="159" y="0"/>
                  <a:pt x="0" y="0"/>
                </a:cubicBezTo>
                <a:lnTo>
                  <a:pt x="0" y="1110"/>
                </a:lnTo>
                <a:cubicBezTo>
                  <a:pt x="0" y="1110"/>
                  <a:pt x="159" y="476"/>
                  <a:pt x="316" y="159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22" name="Freeform 721">
            <a:extLst>
              <a:ext uri="{FF2B5EF4-FFF2-40B4-BE49-F238E27FC236}">
                <a16:creationId xmlns:a16="http://schemas.microsoft.com/office/drawing/2014/main" id="{531C0FBF-75B6-3FF9-2D92-E87D1BA39B83}"/>
              </a:ext>
            </a:extLst>
          </p:cNvPr>
          <p:cNvSpPr/>
          <p:nvPr userDrawn="1"/>
        </p:nvSpPr>
        <p:spPr>
          <a:xfrm>
            <a:off x="10953448" y="195232"/>
            <a:ext cx="147693" cy="2771186"/>
          </a:xfrm>
          <a:custGeom>
            <a:avLst/>
            <a:gdLst>
              <a:gd name="connsiteX0" fmla="*/ 109554 w 131908"/>
              <a:gd name="connsiteY0" fmla="*/ 316779 h 2772486"/>
              <a:gd name="connsiteX1" fmla="*/ 107652 w 131908"/>
              <a:gd name="connsiteY1" fmla="*/ 360084 h 2772486"/>
              <a:gd name="connsiteX2" fmla="*/ 104798 w 131908"/>
              <a:gd name="connsiteY2" fmla="*/ 421948 h 2772486"/>
              <a:gd name="connsiteX3" fmla="*/ 21245 w 131908"/>
              <a:gd name="connsiteY3" fmla="*/ 2278363 h 2772486"/>
              <a:gd name="connsiteX4" fmla="*/ 20769 w 131908"/>
              <a:gd name="connsiteY4" fmla="*/ 2288198 h 2772486"/>
              <a:gd name="connsiteX5" fmla="*/ 16330 w 131908"/>
              <a:gd name="connsiteY5" fmla="*/ 2387816 h 2772486"/>
              <a:gd name="connsiteX6" fmla="*/ 16013 w 131908"/>
              <a:gd name="connsiteY6" fmla="*/ 2396540 h 2772486"/>
              <a:gd name="connsiteX7" fmla="*/ 951 w 131908"/>
              <a:gd name="connsiteY7" fmla="*/ 2731085 h 2772486"/>
              <a:gd name="connsiteX8" fmla="*/ 476 w 131908"/>
              <a:gd name="connsiteY8" fmla="*/ 2743140 h 2772486"/>
              <a:gd name="connsiteX9" fmla="*/ 0 w 131908"/>
              <a:gd name="connsiteY9" fmla="*/ 2754245 h 2772486"/>
              <a:gd name="connsiteX10" fmla="*/ 0 w 131908"/>
              <a:gd name="connsiteY10" fmla="*/ 2754245 h 2772486"/>
              <a:gd name="connsiteX11" fmla="*/ 793 w 131908"/>
              <a:gd name="connsiteY11" fmla="*/ 2771059 h 2772486"/>
              <a:gd name="connsiteX12" fmla="*/ 7611 w 131908"/>
              <a:gd name="connsiteY12" fmla="*/ 2772487 h 2772486"/>
              <a:gd name="connsiteX13" fmla="*/ 24574 w 131908"/>
              <a:gd name="connsiteY13" fmla="*/ 2397016 h 2772486"/>
              <a:gd name="connsiteX14" fmla="*/ 24574 w 131908"/>
              <a:gd name="connsiteY14" fmla="*/ 2394954 h 2772486"/>
              <a:gd name="connsiteX15" fmla="*/ 25050 w 131908"/>
              <a:gd name="connsiteY15" fmla="*/ 2386229 h 2772486"/>
              <a:gd name="connsiteX16" fmla="*/ 29648 w 131908"/>
              <a:gd name="connsiteY16" fmla="*/ 2283280 h 2772486"/>
              <a:gd name="connsiteX17" fmla="*/ 30124 w 131908"/>
              <a:gd name="connsiteY17" fmla="*/ 2273445 h 2772486"/>
              <a:gd name="connsiteX18" fmla="*/ 116213 w 131908"/>
              <a:gd name="connsiteY18" fmla="*/ 360084 h 2772486"/>
              <a:gd name="connsiteX19" fmla="*/ 119066 w 131908"/>
              <a:gd name="connsiteY19" fmla="*/ 298219 h 2772486"/>
              <a:gd name="connsiteX20" fmla="*/ 120335 w 131908"/>
              <a:gd name="connsiteY20" fmla="*/ 269190 h 2772486"/>
              <a:gd name="connsiteX21" fmla="*/ 122555 w 131908"/>
              <a:gd name="connsiteY21" fmla="*/ 220650 h 2772486"/>
              <a:gd name="connsiteX22" fmla="*/ 131908 w 131908"/>
              <a:gd name="connsiteY22" fmla="*/ 11897 h 2772486"/>
              <a:gd name="connsiteX23" fmla="*/ 123981 w 131908"/>
              <a:gd name="connsiteY23" fmla="*/ 0 h 2772486"/>
              <a:gd name="connsiteX24" fmla="*/ 111932 w 131908"/>
              <a:gd name="connsiteY24" fmla="*/ 268239 h 2772486"/>
              <a:gd name="connsiteX25" fmla="*/ 109713 w 131908"/>
              <a:gd name="connsiteY25" fmla="*/ 316779 h 27724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131908" h="2772486">
                <a:moveTo>
                  <a:pt x="109554" y="316779"/>
                </a:moveTo>
                <a:lnTo>
                  <a:pt x="107652" y="360084"/>
                </a:lnTo>
                <a:lnTo>
                  <a:pt x="104798" y="421948"/>
                </a:lnTo>
                <a:lnTo>
                  <a:pt x="21245" y="2278363"/>
                </a:lnTo>
                <a:lnTo>
                  <a:pt x="20769" y="2288198"/>
                </a:lnTo>
                <a:lnTo>
                  <a:pt x="16330" y="2387816"/>
                </a:lnTo>
                <a:lnTo>
                  <a:pt x="16013" y="2396540"/>
                </a:lnTo>
                <a:lnTo>
                  <a:pt x="951" y="2731085"/>
                </a:lnTo>
                <a:lnTo>
                  <a:pt x="476" y="2743140"/>
                </a:lnTo>
                <a:lnTo>
                  <a:pt x="0" y="2754245"/>
                </a:lnTo>
                <a:lnTo>
                  <a:pt x="0" y="2754245"/>
                </a:lnTo>
                <a:lnTo>
                  <a:pt x="793" y="2771059"/>
                </a:lnTo>
                <a:cubicBezTo>
                  <a:pt x="3171" y="2771059"/>
                  <a:pt x="5391" y="2772169"/>
                  <a:pt x="7611" y="2772487"/>
                </a:cubicBezTo>
                <a:lnTo>
                  <a:pt x="24574" y="2397016"/>
                </a:lnTo>
                <a:lnTo>
                  <a:pt x="24574" y="2394954"/>
                </a:lnTo>
                <a:cubicBezTo>
                  <a:pt x="24574" y="2394954"/>
                  <a:pt x="25050" y="2386229"/>
                  <a:pt x="25050" y="2386229"/>
                </a:cubicBezTo>
                <a:lnTo>
                  <a:pt x="29648" y="2283280"/>
                </a:lnTo>
                <a:lnTo>
                  <a:pt x="30124" y="2273445"/>
                </a:lnTo>
                <a:lnTo>
                  <a:pt x="116213" y="360084"/>
                </a:lnTo>
                <a:lnTo>
                  <a:pt x="119066" y="298219"/>
                </a:lnTo>
                <a:lnTo>
                  <a:pt x="120335" y="269190"/>
                </a:lnTo>
                <a:lnTo>
                  <a:pt x="122555" y="220650"/>
                </a:lnTo>
                <a:lnTo>
                  <a:pt x="131908" y="11897"/>
                </a:lnTo>
                <a:cubicBezTo>
                  <a:pt x="128580" y="8407"/>
                  <a:pt x="126518" y="4124"/>
                  <a:pt x="123981" y="0"/>
                </a:cubicBezTo>
                <a:lnTo>
                  <a:pt x="111932" y="268239"/>
                </a:lnTo>
                <a:lnTo>
                  <a:pt x="109713" y="31677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23" name="Freeform 722">
            <a:extLst>
              <a:ext uri="{FF2B5EF4-FFF2-40B4-BE49-F238E27FC236}">
                <a16:creationId xmlns:a16="http://schemas.microsoft.com/office/drawing/2014/main" id="{F65DC6B9-67E3-0CBE-1CFC-878835E07D8B}"/>
              </a:ext>
            </a:extLst>
          </p:cNvPr>
          <p:cNvSpPr/>
          <p:nvPr userDrawn="1"/>
        </p:nvSpPr>
        <p:spPr>
          <a:xfrm>
            <a:off x="11125240" y="224418"/>
            <a:ext cx="9988" cy="45719"/>
          </a:xfrm>
          <a:custGeom>
            <a:avLst/>
            <a:gdLst>
              <a:gd name="connsiteX0" fmla="*/ 8245 w 9988"/>
              <a:gd name="connsiteY0" fmla="*/ 5393 h 17766"/>
              <a:gd name="connsiteX1" fmla="*/ 7610 w 9988"/>
              <a:gd name="connsiteY1" fmla="*/ 1586 h 17766"/>
              <a:gd name="connsiteX2" fmla="*/ 0 w 9988"/>
              <a:gd name="connsiteY2" fmla="*/ 0 h 17766"/>
              <a:gd name="connsiteX3" fmla="*/ 9988 w 9988"/>
              <a:gd name="connsiteY3" fmla="*/ 17766 h 17766"/>
              <a:gd name="connsiteX4" fmla="*/ 8086 w 9988"/>
              <a:gd name="connsiteY4" fmla="*/ 5235 h 177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988" h="17766">
                <a:moveTo>
                  <a:pt x="8245" y="5393"/>
                </a:moveTo>
                <a:lnTo>
                  <a:pt x="7610" y="1586"/>
                </a:lnTo>
                <a:cubicBezTo>
                  <a:pt x="5074" y="793"/>
                  <a:pt x="2378" y="952"/>
                  <a:pt x="0" y="0"/>
                </a:cubicBezTo>
                <a:lnTo>
                  <a:pt x="9988" y="17766"/>
                </a:lnTo>
                <a:lnTo>
                  <a:pt x="8086" y="5235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24" name="Freeform 723">
            <a:extLst>
              <a:ext uri="{FF2B5EF4-FFF2-40B4-BE49-F238E27FC236}">
                <a16:creationId xmlns:a16="http://schemas.microsoft.com/office/drawing/2014/main" id="{D7541BC0-3C1D-37C1-E888-7F1A72E9608E}"/>
              </a:ext>
            </a:extLst>
          </p:cNvPr>
          <p:cNvSpPr/>
          <p:nvPr userDrawn="1"/>
        </p:nvSpPr>
        <p:spPr>
          <a:xfrm>
            <a:off x="11127301" y="244722"/>
            <a:ext cx="516831" cy="3366705"/>
          </a:xfrm>
          <a:custGeom>
            <a:avLst/>
            <a:gdLst>
              <a:gd name="connsiteX0" fmla="*/ 4439 w 509559"/>
              <a:gd name="connsiteY0" fmla="*/ 31250 h 3398112"/>
              <a:gd name="connsiteX1" fmla="*/ 6659 w 509559"/>
              <a:gd name="connsiteY1" fmla="*/ 45843 h 3398112"/>
              <a:gd name="connsiteX2" fmla="*/ 11891 w 509559"/>
              <a:gd name="connsiteY2" fmla="*/ 80583 h 3398112"/>
              <a:gd name="connsiteX3" fmla="*/ 17916 w 509559"/>
              <a:gd name="connsiteY3" fmla="*/ 121033 h 3398112"/>
              <a:gd name="connsiteX4" fmla="*/ 294416 w 509559"/>
              <a:gd name="connsiteY4" fmla="*/ 1996324 h 3398112"/>
              <a:gd name="connsiteX5" fmla="*/ 295683 w 509559"/>
              <a:gd name="connsiteY5" fmla="*/ 2005207 h 3398112"/>
              <a:gd name="connsiteX6" fmla="*/ 333100 w 509559"/>
              <a:gd name="connsiteY6" fmla="*/ 2258852 h 3398112"/>
              <a:gd name="connsiteX7" fmla="*/ 334368 w 509559"/>
              <a:gd name="connsiteY7" fmla="*/ 2267259 h 3398112"/>
              <a:gd name="connsiteX8" fmla="*/ 357516 w 509559"/>
              <a:gd name="connsiteY8" fmla="*/ 2424141 h 3398112"/>
              <a:gd name="connsiteX9" fmla="*/ 358943 w 509559"/>
              <a:gd name="connsiteY9" fmla="*/ 2433500 h 3398112"/>
              <a:gd name="connsiteX10" fmla="*/ 372419 w 509559"/>
              <a:gd name="connsiteY10" fmla="*/ 2524394 h 3398112"/>
              <a:gd name="connsiteX11" fmla="*/ 373687 w 509559"/>
              <a:gd name="connsiteY11" fmla="*/ 2533277 h 3398112"/>
              <a:gd name="connsiteX12" fmla="*/ 404603 w 509559"/>
              <a:gd name="connsiteY12" fmla="*/ 2742982 h 3398112"/>
              <a:gd name="connsiteX13" fmla="*/ 406030 w 509559"/>
              <a:gd name="connsiteY13" fmla="*/ 2752658 h 3398112"/>
              <a:gd name="connsiteX14" fmla="*/ 501315 w 509559"/>
              <a:gd name="connsiteY14" fmla="*/ 3398112 h 3398112"/>
              <a:gd name="connsiteX15" fmla="*/ 509559 w 509559"/>
              <a:gd name="connsiteY15" fmla="*/ 3396367 h 3398112"/>
              <a:gd name="connsiteX16" fmla="*/ 393980 w 509559"/>
              <a:gd name="connsiteY16" fmla="*/ 2613066 h 3398112"/>
              <a:gd name="connsiteX17" fmla="*/ 381614 w 509559"/>
              <a:gd name="connsiteY17" fmla="*/ 2529152 h 3398112"/>
              <a:gd name="connsiteX18" fmla="*/ 380346 w 509559"/>
              <a:gd name="connsiteY18" fmla="*/ 2520269 h 3398112"/>
              <a:gd name="connsiteX19" fmla="*/ 366711 w 509559"/>
              <a:gd name="connsiteY19" fmla="*/ 2427790 h 3398112"/>
              <a:gd name="connsiteX20" fmla="*/ 365284 w 509559"/>
              <a:gd name="connsiteY20" fmla="*/ 2418431 h 3398112"/>
              <a:gd name="connsiteX21" fmla="*/ 342771 w 509559"/>
              <a:gd name="connsiteY21" fmla="*/ 2265673 h 3398112"/>
              <a:gd name="connsiteX22" fmla="*/ 341503 w 509559"/>
              <a:gd name="connsiteY22" fmla="*/ 2257265 h 3398112"/>
              <a:gd name="connsiteX23" fmla="*/ 303610 w 509559"/>
              <a:gd name="connsiteY23" fmla="*/ 2000765 h 3398112"/>
              <a:gd name="connsiteX24" fmla="*/ 302343 w 509559"/>
              <a:gd name="connsiteY24" fmla="*/ 1991882 h 3398112"/>
              <a:gd name="connsiteX25" fmla="*/ 20452 w 509559"/>
              <a:gd name="connsiteY25" fmla="*/ 80741 h 3398112"/>
              <a:gd name="connsiteX26" fmla="*/ 14427 w 509559"/>
              <a:gd name="connsiteY26" fmla="*/ 40291 h 3398112"/>
              <a:gd name="connsiteX27" fmla="*/ 11573 w 509559"/>
              <a:gd name="connsiteY27" fmla="*/ 20622 h 3398112"/>
              <a:gd name="connsiteX28" fmla="*/ 0 w 509559"/>
              <a:gd name="connsiteY28" fmla="*/ 0 h 3398112"/>
              <a:gd name="connsiteX29" fmla="*/ 1110 w 509559"/>
              <a:gd name="connsiteY29" fmla="*/ 7455 h 3398112"/>
              <a:gd name="connsiteX30" fmla="*/ 4597 w 509559"/>
              <a:gd name="connsiteY30" fmla="*/ 30932 h 33981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509559" h="3398112">
                <a:moveTo>
                  <a:pt x="4439" y="31250"/>
                </a:moveTo>
                <a:lnTo>
                  <a:pt x="6659" y="45843"/>
                </a:lnTo>
                <a:lnTo>
                  <a:pt x="11891" y="80583"/>
                </a:lnTo>
                <a:lnTo>
                  <a:pt x="17916" y="121033"/>
                </a:lnTo>
                <a:lnTo>
                  <a:pt x="294416" y="1996324"/>
                </a:lnTo>
                <a:lnTo>
                  <a:pt x="295683" y="2005207"/>
                </a:lnTo>
                <a:lnTo>
                  <a:pt x="333100" y="2258852"/>
                </a:lnTo>
                <a:lnTo>
                  <a:pt x="334368" y="2267259"/>
                </a:lnTo>
                <a:lnTo>
                  <a:pt x="357516" y="2424141"/>
                </a:lnTo>
                <a:lnTo>
                  <a:pt x="358943" y="2433500"/>
                </a:lnTo>
                <a:lnTo>
                  <a:pt x="372419" y="2524394"/>
                </a:lnTo>
                <a:lnTo>
                  <a:pt x="373687" y="2533277"/>
                </a:lnTo>
                <a:lnTo>
                  <a:pt x="404603" y="2742982"/>
                </a:lnTo>
                <a:lnTo>
                  <a:pt x="406030" y="2752658"/>
                </a:lnTo>
                <a:lnTo>
                  <a:pt x="501315" y="3398112"/>
                </a:lnTo>
                <a:cubicBezTo>
                  <a:pt x="504010" y="3397478"/>
                  <a:pt x="506705" y="3396685"/>
                  <a:pt x="509559" y="3396367"/>
                </a:cubicBezTo>
                <a:lnTo>
                  <a:pt x="393980" y="2613066"/>
                </a:lnTo>
                <a:lnTo>
                  <a:pt x="381614" y="2529152"/>
                </a:lnTo>
                <a:lnTo>
                  <a:pt x="380346" y="2520269"/>
                </a:lnTo>
                <a:lnTo>
                  <a:pt x="366711" y="2427790"/>
                </a:lnTo>
                <a:lnTo>
                  <a:pt x="365284" y="2418431"/>
                </a:lnTo>
                <a:lnTo>
                  <a:pt x="342771" y="2265673"/>
                </a:lnTo>
                <a:lnTo>
                  <a:pt x="341503" y="2257265"/>
                </a:lnTo>
                <a:lnTo>
                  <a:pt x="303610" y="2000765"/>
                </a:lnTo>
                <a:lnTo>
                  <a:pt x="302343" y="1991882"/>
                </a:lnTo>
                <a:lnTo>
                  <a:pt x="20452" y="80741"/>
                </a:lnTo>
                <a:lnTo>
                  <a:pt x="14427" y="40291"/>
                </a:lnTo>
                <a:lnTo>
                  <a:pt x="11573" y="20622"/>
                </a:lnTo>
                <a:lnTo>
                  <a:pt x="0" y="0"/>
                </a:lnTo>
                <a:lnTo>
                  <a:pt x="1110" y="7455"/>
                </a:lnTo>
                <a:lnTo>
                  <a:pt x="4597" y="3093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25" name="Freeform 724">
            <a:extLst>
              <a:ext uri="{FF2B5EF4-FFF2-40B4-BE49-F238E27FC236}">
                <a16:creationId xmlns:a16="http://schemas.microsoft.com/office/drawing/2014/main" id="{6AD9B743-5F1D-53C9-5E12-051905A5189E}"/>
              </a:ext>
            </a:extLst>
          </p:cNvPr>
          <p:cNvSpPr/>
          <p:nvPr userDrawn="1"/>
        </p:nvSpPr>
        <p:spPr>
          <a:xfrm>
            <a:off x="11170742" y="67220"/>
            <a:ext cx="987251" cy="196435"/>
          </a:xfrm>
          <a:custGeom>
            <a:avLst/>
            <a:gdLst>
              <a:gd name="connsiteX0" fmla="*/ 0 w 987251"/>
              <a:gd name="connsiteY0" fmla="*/ 8090 h 228105"/>
              <a:gd name="connsiteX1" fmla="*/ 987251 w 987251"/>
              <a:gd name="connsiteY1" fmla="*/ 228106 h 228105"/>
              <a:gd name="connsiteX2" fmla="*/ 987251 w 987251"/>
              <a:gd name="connsiteY2" fmla="*/ 219381 h 228105"/>
              <a:gd name="connsiteX3" fmla="*/ 3012 w 987251"/>
              <a:gd name="connsiteY3" fmla="*/ 0 h 228105"/>
              <a:gd name="connsiteX4" fmla="*/ 0 w 987251"/>
              <a:gd name="connsiteY4" fmla="*/ 8090 h 2281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87251" h="228105">
                <a:moveTo>
                  <a:pt x="0" y="8090"/>
                </a:moveTo>
                <a:lnTo>
                  <a:pt x="987251" y="228106"/>
                </a:lnTo>
                <a:lnTo>
                  <a:pt x="987251" y="219381"/>
                </a:lnTo>
                <a:lnTo>
                  <a:pt x="3012" y="0"/>
                </a:lnTo>
                <a:cubicBezTo>
                  <a:pt x="1902" y="2697"/>
                  <a:pt x="1426" y="5552"/>
                  <a:pt x="0" y="809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26" name="Freeform 725">
            <a:extLst>
              <a:ext uri="{FF2B5EF4-FFF2-40B4-BE49-F238E27FC236}">
                <a16:creationId xmlns:a16="http://schemas.microsoft.com/office/drawing/2014/main" id="{923CBF0F-2B84-90C2-B3E8-8693849A5985}"/>
              </a:ext>
            </a:extLst>
          </p:cNvPr>
          <p:cNvSpPr/>
          <p:nvPr userDrawn="1"/>
        </p:nvSpPr>
        <p:spPr>
          <a:xfrm>
            <a:off x="11186120" y="217439"/>
            <a:ext cx="971872" cy="1597439"/>
          </a:xfrm>
          <a:custGeom>
            <a:avLst/>
            <a:gdLst>
              <a:gd name="connsiteX0" fmla="*/ 885942 w 971872"/>
              <a:gd name="connsiteY0" fmla="*/ 1673200 h 1854986"/>
              <a:gd name="connsiteX1" fmla="*/ 7135 w 971872"/>
              <a:gd name="connsiteY1" fmla="*/ 0 h 1854986"/>
              <a:gd name="connsiteX2" fmla="*/ 0 w 971872"/>
              <a:gd name="connsiteY2" fmla="*/ 4917 h 1854986"/>
              <a:gd name="connsiteX3" fmla="*/ 971873 w 971872"/>
              <a:gd name="connsiteY3" fmla="*/ 1854987 h 1854986"/>
              <a:gd name="connsiteX4" fmla="*/ 971873 w 971872"/>
              <a:gd name="connsiteY4" fmla="*/ 1836745 h 1854986"/>
              <a:gd name="connsiteX5" fmla="*/ 889905 w 971872"/>
              <a:gd name="connsiteY5" fmla="*/ 1680814 h 1854986"/>
              <a:gd name="connsiteX6" fmla="*/ 885942 w 971872"/>
              <a:gd name="connsiteY6" fmla="*/ 1673200 h 18549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971872" h="1854986">
                <a:moveTo>
                  <a:pt x="885942" y="1673200"/>
                </a:moveTo>
                <a:lnTo>
                  <a:pt x="7135" y="0"/>
                </a:lnTo>
                <a:cubicBezTo>
                  <a:pt x="4757" y="1586"/>
                  <a:pt x="2537" y="3490"/>
                  <a:pt x="0" y="4917"/>
                </a:cubicBezTo>
                <a:lnTo>
                  <a:pt x="971873" y="1854987"/>
                </a:lnTo>
                <a:lnTo>
                  <a:pt x="971873" y="1836745"/>
                </a:lnTo>
                <a:lnTo>
                  <a:pt x="889905" y="1680814"/>
                </a:lnTo>
                <a:lnTo>
                  <a:pt x="885942" y="167320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27" name="Freeform 726">
            <a:extLst>
              <a:ext uri="{FF2B5EF4-FFF2-40B4-BE49-F238E27FC236}">
                <a16:creationId xmlns:a16="http://schemas.microsoft.com/office/drawing/2014/main" id="{9219E7F9-C69A-50D6-8841-2383DDFCC78F}"/>
              </a:ext>
            </a:extLst>
          </p:cNvPr>
          <p:cNvSpPr/>
          <p:nvPr userDrawn="1"/>
        </p:nvSpPr>
        <p:spPr>
          <a:xfrm>
            <a:off x="11081006" y="122581"/>
            <a:ext cx="12525" cy="45719"/>
          </a:xfrm>
          <a:custGeom>
            <a:avLst/>
            <a:gdLst>
              <a:gd name="connsiteX0" fmla="*/ 2061 w 12525"/>
              <a:gd name="connsiteY0" fmla="*/ 26173 h 26173"/>
              <a:gd name="connsiteX1" fmla="*/ 12526 w 12525"/>
              <a:gd name="connsiteY1" fmla="*/ 3648 h 26173"/>
              <a:gd name="connsiteX2" fmla="*/ 12526 w 12525"/>
              <a:gd name="connsiteY2" fmla="*/ 2538 h 26173"/>
              <a:gd name="connsiteX3" fmla="*/ 4598 w 12525"/>
              <a:gd name="connsiteY3" fmla="*/ 0 h 26173"/>
              <a:gd name="connsiteX4" fmla="*/ 0 w 12525"/>
              <a:gd name="connsiteY4" fmla="*/ 22366 h 26173"/>
              <a:gd name="connsiteX5" fmla="*/ 2061 w 12525"/>
              <a:gd name="connsiteY5" fmla="*/ 26173 h 261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525" h="26173">
                <a:moveTo>
                  <a:pt x="2061" y="26173"/>
                </a:moveTo>
                <a:cubicBezTo>
                  <a:pt x="4440" y="18242"/>
                  <a:pt x="8403" y="10945"/>
                  <a:pt x="12526" y="3648"/>
                </a:cubicBezTo>
                <a:lnTo>
                  <a:pt x="12526" y="2538"/>
                </a:lnTo>
                <a:cubicBezTo>
                  <a:pt x="9831" y="2062"/>
                  <a:pt x="7452" y="635"/>
                  <a:pt x="4598" y="0"/>
                </a:cubicBezTo>
                <a:lnTo>
                  <a:pt x="0" y="22366"/>
                </a:lnTo>
                <a:lnTo>
                  <a:pt x="2061" y="26173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28" name="Freeform 727">
            <a:extLst>
              <a:ext uri="{FF2B5EF4-FFF2-40B4-BE49-F238E27FC236}">
                <a16:creationId xmlns:a16="http://schemas.microsoft.com/office/drawing/2014/main" id="{69F9E350-1801-E9C3-3CC6-0128CAD0D692}"/>
              </a:ext>
            </a:extLst>
          </p:cNvPr>
          <p:cNvSpPr/>
          <p:nvPr userDrawn="1"/>
        </p:nvSpPr>
        <p:spPr>
          <a:xfrm>
            <a:off x="10697029" y="-5423"/>
            <a:ext cx="103987" cy="2564775"/>
          </a:xfrm>
          <a:custGeom>
            <a:avLst/>
            <a:gdLst>
              <a:gd name="connsiteX0" fmla="*/ 20928 w 103370"/>
              <a:gd name="connsiteY0" fmla="*/ 2222685 h 2839585"/>
              <a:gd name="connsiteX1" fmla="*/ 15697 w 103370"/>
              <a:gd name="connsiteY1" fmla="*/ 2376394 h 2839585"/>
              <a:gd name="connsiteX2" fmla="*/ 14111 w 103370"/>
              <a:gd name="connsiteY2" fmla="*/ 2422079 h 2839585"/>
              <a:gd name="connsiteX3" fmla="*/ 0 w 103370"/>
              <a:gd name="connsiteY3" fmla="*/ 2838476 h 2839585"/>
              <a:gd name="connsiteX4" fmla="*/ 1745 w 103370"/>
              <a:gd name="connsiteY4" fmla="*/ 2838158 h 2839585"/>
              <a:gd name="connsiteX5" fmla="*/ 8562 w 103370"/>
              <a:gd name="connsiteY5" fmla="*/ 2839586 h 2839585"/>
              <a:gd name="connsiteX6" fmla="*/ 24099 w 103370"/>
              <a:gd name="connsiteY6" fmla="*/ 2377505 h 2839585"/>
              <a:gd name="connsiteX7" fmla="*/ 25684 w 103370"/>
              <a:gd name="connsiteY7" fmla="*/ 2331820 h 2839585"/>
              <a:gd name="connsiteX8" fmla="*/ 31075 w 103370"/>
              <a:gd name="connsiteY8" fmla="*/ 2173352 h 2839585"/>
              <a:gd name="connsiteX9" fmla="*/ 32819 w 103370"/>
              <a:gd name="connsiteY9" fmla="*/ 2123225 h 2839585"/>
              <a:gd name="connsiteX10" fmla="*/ 103371 w 103370"/>
              <a:gd name="connsiteY10" fmla="*/ 30298 h 2839585"/>
              <a:gd name="connsiteX11" fmla="*/ 101943 w 103370"/>
              <a:gd name="connsiteY11" fmla="*/ 1269 h 2839585"/>
              <a:gd name="connsiteX12" fmla="*/ 95920 w 103370"/>
              <a:gd name="connsiteY12" fmla="*/ 0 h 2839585"/>
              <a:gd name="connsiteX13" fmla="*/ 22672 w 103370"/>
              <a:gd name="connsiteY13" fmla="*/ 2172717 h 2839585"/>
              <a:gd name="connsiteX14" fmla="*/ 20928 w 103370"/>
              <a:gd name="connsiteY14" fmla="*/ 2222843 h 28395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03370" h="2839585">
                <a:moveTo>
                  <a:pt x="20928" y="2222685"/>
                </a:moveTo>
                <a:lnTo>
                  <a:pt x="15697" y="2376394"/>
                </a:lnTo>
                <a:lnTo>
                  <a:pt x="14111" y="2422079"/>
                </a:lnTo>
                <a:lnTo>
                  <a:pt x="0" y="2838476"/>
                </a:lnTo>
                <a:cubicBezTo>
                  <a:pt x="0" y="2838476"/>
                  <a:pt x="1110" y="2838158"/>
                  <a:pt x="1745" y="2838158"/>
                </a:cubicBezTo>
                <a:cubicBezTo>
                  <a:pt x="4122" y="2838158"/>
                  <a:pt x="6183" y="2839269"/>
                  <a:pt x="8562" y="2839586"/>
                </a:cubicBezTo>
                <a:lnTo>
                  <a:pt x="24099" y="2377505"/>
                </a:lnTo>
                <a:lnTo>
                  <a:pt x="25684" y="2331820"/>
                </a:lnTo>
                <a:lnTo>
                  <a:pt x="31075" y="2173352"/>
                </a:lnTo>
                <a:lnTo>
                  <a:pt x="32819" y="2123225"/>
                </a:lnTo>
                <a:lnTo>
                  <a:pt x="103371" y="30298"/>
                </a:lnTo>
                <a:lnTo>
                  <a:pt x="101943" y="1269"/>
                </a:lnTo>
                <a:cubicBezTo>
                  <a:pt x="99725" y="1269"/>
                  <a:pt x="97980" y="317"/>
                  <a:pt x="95920" y="0"/>
                </a:cubicBezTo>
                <a:lnTo>
                  <a:pt x="22672" y="2172717"/>
                </a:lnTo>
                <a:lnTo>
                  <a:pt x="20928" y="2222843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29" name="Freeform 728">
            <a:extLst>
              <a:ext uri="{FF2B5EF4-FFF2-40B4-BE49-F238E27FC236}">
                <a16:creationId xmlns:a16="http://schemas.microsoft.com/office/drawing/2014/main" id="{A9182AD4-2AE5-C361-90E5-93597718191C}"/>
              </a:ext>
            </a:extLst>
          </p:cNvPr>
          <p:cNvSpPr/>
          <p:nvPr userDrawn="1"/>
        </p:nvSpPr>
        <p:spPr>
          <a:xfrm>
            <a:off x="10799908" y="-5422"/>
            <a:ext cx="155530" cy="2971840"/>
          </a:xfrm>
          <a:custGeom>
            <a:avLst/>
            <a:gdLst>
              <a:gd name="connsiteX0" fmla="*/ 71503 w 170434"/>
              <a:gd name="connsiteY0" fmla="*/ 1439383 h 3244719"/>
              <a:gd name="connsiteX1" fmla="*/ 73247 w 170434"/>
              <a:gd name="connsiteY1" fmla="*/ 1473171 h 3244719"/>
              <a:gd name="connsiteX2" fmla="*/ 81174 w 170434"/>
              <a:gd name="connsiteY2" fmla="*/ 1631005 h 3244719"/>
              <a:gd name="connsiteX3" fmla="*/ 82760 w 170434"/>
              <a:gd name="connsiteY3" fmla="*/ 1662731 h 3244719"/>
              <a:gd name="connsiteX4" fmla="*/ 84821 w 170434"/>
              <a:gd name="connsiteY4" fmla="*/ 1703974 h 3244719"/>
              <a:gd name="connsiteX5" fmla="*/ 86882 w 170434"/>
              <a:gd name="connsiteY5" fmla="*/ 1745217 h 3244719"/>
              <a:gd name="connsiteX6" fmla="*/ 91797 w 170434"/>
              <a:gd name="connsiteY6" fmla="*/ 1842614 h 3244719"/>
              <a:gd name="connsiteX7" fmla="*/ 93700 w 170434"/>
              <a:gd name="connsiteY7" fmla="*/ 1879257 h 3244719"/>
              <a:gd name="connsiteX8" fmla="*/ 138567 w 170434"/>
              <a:gd name="connsiteY8" fmla="*/ 2778514 h 3244719"/>
              <a:gd name="connsiteX9" fmla="*/ 139043 w 170434"/>
              <a:gd name="connsiteY9" fmla="*/ 2787873 h 3244719"/>
              <a:gd name="connsiteX10" fmla="*/ 143007 w 170434"/>
              <a:gd name="connsiteY10" fmla="*/ 2867028 h 3244719"/>
              <a:gd name="connsiteX11" fmla="*/ 143482 w 170434"/>
              <a:gd name="connsiteY11" fmla="*/ 2875594 h 3244719"/>
              <a:gd name="connsiteX12" fmla="*/ 159178 w 170434"/>
              <a:gd name="connsiteY12" fmla="*/ 3190628 h 3244719"/>
              <a:gd name="connsiteX13" fmla="*/ 159812 w 170434"/>
              <a:gd name="connsiteY13" fmla="*/ 3204111 h 3244719"/>
              <a:gd name="connsiteX14" fmla="*/ 160446 w 170434"/>
              <a:gd name="connsiteY14" fmla="*/ 3216008 h 3244719"/>
              <a:gd name="connsiteX15" fmla="*/ 160922 w 170434"/>
              <a:gd name="connsiteY15" fmla="*/ 3226319 h 3244719"/>
              <a:gd name="connsiteX16" fmla="*/ 161556 w 170434"/>
              <a:gd name="connsiteY16" fmla="*/ 3239327 h 3244719"/>
              <a:gd name="connsiteX17" fmla="*/ 161873 w 170434"/>
              <a:gd name="connsiteY17" fmla="*/ 3244720 h 3244719"/>
              <a:gd name="connsiteX18" fmla="*/ 169801 w 170434"/>
              <a:gd name="connsiteY18" fmla="*/ 3243133 h 3244719"/>
              <a:gd name="connsiteX19" fmla="*/ 170434 w 170434"/>
              <a:gd name="connsiteY19" fmla="*/ 3243133 h 3244719"/>
              <a:gd name="connsiteX20" fmla="*/ 169642 w 170434"/>
              <a:gd name="connsiteY20" fmla="*/ 3226319 h 3244719"/>
              <a:gd name="connsiteX21" fmla="*/ 169642 w 170434"/>
              <a:gd name="connsiteY21" fmla="*/ 3226319 h 3244719"/>
              <a:gd name="connsiteX22" fmla="*/ 169008 w 170434"/>
              <a:gd name="connsiteY22" fmla="*/ 3213946 h 3244719"/>
              <a:gd name="connsiteX23" fmla="*/ 168373 w 170434"/>
              <a:gd name="connsiteY23" fmla="*/ 3200463 h 3244719"/>
              <a:gd name="connsiteX24" fmla="*/ 152044 w 170434"/>
              <a:gd name="connsiteY24" fmla="*/ 2874008 h 3244719"/>
              <a:gd name="connsiteX25" fmla="*/ 151568 w 170434"/>
              <a:gd name="connsiteY25" fmla="*/ 2865442 h 3244719"/>
              <a:gd name="connsiteX26" fmla="*/ 147445 w 170434"/>
              <a:gd name="connsiteY26" fmla="*/ 2783273 h 3244719"/>
              <a:gd name="connsiteX27" fmla="*/ 146970 w 170434"/>
              <a:gd name="connsiteY27" fmla="*/ 2773914 h 3244719"/>
              <a:gd name="connsiteX28" fmla="*/ 100517 w 170434"/>
              <a:gd name="connsiteY28" fmla="*/ 1842455 h 3244719"/>
              <a:gd name="connsiteX29" fmla="*/ 98615 w 170434"/>
              <a:gd name="connsiteY29" fmla="*/ 1805812 h 3244719"/>
              <a:gd name="connsiteX30" fmla="*/ 93541 w 170434"/>
              <a:gd name="connsiteY30" fmla="*/ 1703656 h 3244719"/>
              <a:gd name="connsiteX31" fmla="*/ 91480 w 170434"/>
              <a:gd name="connsiteY31" fmla="*/ 1662413 h 3244719"/>
              <a:gd name="connsiteX32" fmla="*/ 89894 w 170434"/>
              <a:gd name="connsiteY32" fmla="*/ 1631481 h 3244719"/>
              <a:gd name="connsiteX33" fmla="*/ 88309 w 170434"/>
              <a:gd name="connsiteY33" fmla="*/ 1599756 h 3244719"/>
              <a:gd name="connsiteX34" fmla="*/ 80382 w 170434"/>
              <a:gd name="connsiteY34" fmla="*/ 1439701 h 3244719"/>
              <a:gd name="connsiteX35" fmla="*/ 78638 w 170434"/>
              <a:gd name="connsiteY35" fmla="*/ 1405913 h 3244719"/>
              <a:gd name="connsiteX36" fmla="*/ 8562 w 170434"/>
              <a:gd name="connsiteY36" fmla="*/ 0 h 3244719"/>
              <a:gd name="connsiteX37" fmla="*/ 635 w 170434"/>
              <a:gd name="connsiteY37" fmla="*/ 1586 h 3244719"/>
              <a:gd name="connsiteX38" fmla="*/ 0 w 170434"/>
              <a:gd name="connsiteY38" fmla="*/ 1428 h 3244719"/>
              <a:gd name="connsiteX39" fmla="*/ 1427 w 170434"/>
              <a:gd name="connsiteY39" fmla="*/ 30456 h 3244719"/>
              <a:gd name="connsiteX40" fmla="*/ 71662 w 170434"/>
              <a:gd name="connsiteY40" fmla="*/ 1439383 h 3244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170434" h="3244719">
                <a:moveTo>
                  <a:pt x="71503" y="1439383"/>
                </a:moveTo>
                <a:lnTo>
                  <a:pt x="73247" y="1473171"/>
                </a:lnTo>
                <a:lnTo>
                  <a:pt x="81174" y="1631005"/>
                </a:lnTo>
                <a:lnTo>
                  <a:pt x="82760" y="1662731"/>
                </a:lnTo>
                <a:lnTo>
                  <a:pt x="84821" y="1703974"/>
                </a:lnTo>
                <a:lnTo>
                  <a:pt x="86882" y="1745217"/>
                </a:lnTo>
                <a:lnTo>
                  <a:pt x="91797" y="1842614"/>
                </a:lnTo>
                <a:lnTo>
                  <a:pt x="93700" y="1879257"/>
                </a:lnTo>
                <a:lnTo>
                  <a:pt x="138567" y="2778514"/>
                </a:lnTo>
                <a:lnTo>
                  <a:pt x="139043" y="2787873"/>
                </a:lnTo>
                <a:lnTo>
                  <a:pt x="143007" y="2867028"/>
                </a:lnTo>
                <a:lnTo>
                  <a:pt x="143482" y="2875594"/>
                </a:lnTo>
                <a:lnTo>
                  <a:pt x="159178" y="3190628"/>
                </a:lnTo>
                <a:lnTo>
                  <a:pt x="159812" y="3204111"/>
                </a:lnTo>
                <a:lnTo>
                  <a:pt x="160446" y="3216008"/>
                </a:lnTo>
                <a:lnTo>
                  <a:pt x="160922" y="3226319"/>
                </a:lnTo>
                <a:lnTo>
                  <a:pt x="161556" y="3239327"/>
                </a:lnTo>
                <a:lnTo>
                  <a:pt x="161873" y="3244720"/>
                </a:lnTo>
                <a:cubicBezTo>
                  <a:pt x="164568" y="3244403"/>
                  <a:pt x="166947" y="3243133"/>
                  <a:pt x="169801" y="3243133"/>
                </a:cubicBezTo>
                <a:cubicBezTo>
                  <a:pt x="169959" y="3243133"/>
                  <a:pt x="170276" y="3243133"/>
                  <a:pt x="170434" y="3243133"/>
                </a:cubicBezTo>
                <a:lnTo>
                  <a:pt x="169642" y="3226319"/>
                </a:lnTo>
                <a:lnTo>
                  <a:pt x="169642" y="3226319"/>
                </a:lnTo>
                <a:lnTo>
                  <a:pt x="169008" y="3213946"/>
                </a:lnTo>
                <a:lnTo>
                  <a:pt x="168373" y="3200463"/>
                </a:lnTo>
                <a:lnTo>
                  <a:pt x="152044" y="2874008"/>
                </a:lnTo>
                <a:lnTo>
                  <a:pt x="151568" y="2865442"/>
                </a:lnTo>
                <a:lnTo>
                  <a:pt x="147445" y="2783273"/>
                </a:lnTo>
                <a:lnTo>
                  <a:pt x="146970" y="2773914"/>
                </a:lnTo>
                <a:lnTo>
                  <a:pt x="100517" y="1842455"/>
                </a:lnTo>
                <a:lnTo>
                  <a:pt x="98615" y="1805812"/>
                </a:lnTo>
                <a:lnTo>
                  <a:pt x="93541" y="1703656"/>
                </a:lnTo>
                <a:lnTo>
                  <a:pt x="91480" y="1662413"/>
                </a:lnTo>
                <a:lnTo>
                  <a:pt x="89894" y="1631481"/>
                </a:lnTo>
                <a:lnTo>
                  <a:pt x="88309" y="1599756"/>
                </a:lnTo>
                <a:lnTo>
                  <a:pt x="80382" y="1439701"/>
                </a:lnTo>
                <a:lnTo>
                  <a:pt x="78638" y="1405913"/>
                </a:lnTo>
                <a:lnTo>
                  <a:pt x="8562" y="0"/>
                </a:lnTo>
                <a:cubicBezTo>
                  <a:pt x="5866" y="317"/>
                  <a:pt x="3488" y="1586"/>
                  <a:pt x="635" y="1586"/>
                </a:cubicBezTo>
                <a:cubicBezTo>
                  <a:pt x="476" y="1586"/>
                  <a:pt x="159" y="1428"/>
                  <a:pt x="0" y="1428"/>
                </a:cubicBezTo>
                <a:lnTo>
                  <a:pt x="1427" y="30456"/>
                </a:lnTo>
                <a:lnTo>
                  <a:pt x="71662" y="1439383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30" name="Freeform 729">
            <a:extLst>
              <a:ext uri="{FF2B5EF4-FFF2-40B4-BE49-F238E27FC236}">
                <a16:creationId xmlns:a16="http://schemas.microsoft.com/office/drawing/2014/main" id="{32E5126E-FCB8-738B-803D-CAC3B382B783}"/>
              </a:ext>
            </a:extLst>
          </p:cNvPr>
          <p:cNvSpPr/>
          <p:nvPr userDrawn="1"/>
        </p:nvSpPr>
        <p:spPr>
          <a:xfrm>
            <a:off x="10868240" y="-330618"/>
            <a:ext cx="8878" cy="45719"/>
          </a:xfrm>
          <a:custGeom>
            <a:avLst/>
            <a:gdLst>
              <a:gd name="connsiteX0" fmla="*/ 2695 w 8878"/>
              <a:gd name="connsiteY0" fmla="*/ 317 h 11262"/>
              <a:gd name="connsiteX1" fmla="*/ 1744 w 8878"/>
              <a:gd name="connsiteY1" fmla="*/ 0 h 11262"/>
              <a:gd name="connsiteX2" fmla="*/ 0 w 8878"/>
              <a:gd name="connsiteY2" fmla="*/ 8407 h 11262"/>
              <a:gd name="connsiteX3" fmla="*/ 8878 w 8878"/>
              <a:gd name="connsiteY3" fmla="*/ 11263 h 11262"/>
              <a:gd name="connsiteX4" fmla="*/ 2695 w 8878"/>
              <a:gd name="connsiteY4" fmla="*/ 317 h 112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878" h="11262">
                <a:moveTo>
                  <a:pt x="2695" y="317"/>
                </a:moveTo>
                <a:lnTo>
                  <a:pt x="1744" y="0"/>
                </a:lnTo>
                <a:cubicBezTo>
                  <a:pt x="951" y="2697"/>
                  <a:pt x="1110" y="5711"/>
                  <a:pt x="0" y="8407"/>
                </a:cubicBezTo>
                <a:lnTo>
                  <a:pt x="8878" y="11263"/>
                </a:lnTo>
                <a:lnTo>
                  <a:pt x="2695" y="317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31" name="Freeform 730">
            <a:extLst>
              <a:ext uri="{FF2B5EF4-FFF2-40B4-BE49-F238E27FC236}">
                <a16:creationId xmlns:a16="http://schemas.microsoft.com/office/drawing/2014/main" id="{F3C4018D-D69A-251C-94D3-741706E69C46}"/>
              </a:ext>
            </a:extLst>
          </p:cNvPr>
          <p:cNvSpPr/>
          <p:nvPr userDrawn="1"/>
        </p:nvSpPr>
        <p:spPr>
          <a:xfrm>
            <a:off x="10924603" y="4721"/>
            <a:ext cx="1267397" cy="358993"/>
          </a:xfrm>
          <a:custGeom>
            <a:avLst/>
            <a:gdLst>
              <a:gd name="connsiteX0" fmla="*/ 6182 w 1267397"/>
              <a:gd name="connsiteY0" fmla="*/ 10945 h 416872"/>
              <a:gd name="connsiteX1" fmla="*/ 1267397 w 1267397"/>
              <a:gd name="connsiteY1" fmla="*/ 416872 h 416872"/>
              <a:gd name="connsiteX2" fmla="*/ 1267397 w 1267397"/>
              <a:gd name="connsiteY2" fmla="*/ 407989 h 416872"/>
              <a:gd name="connsiteX3" fmla="*/ 0 w 1267397"/>
              <a:gd name="connsiteY3" fmla="*/ 0 h 416872"/>
              <a:gd name="connsiteX4" fmla="*/ 6182 w 1267397"/>
              <a:gd name="connsiteY4" fmla="*/ 10945 h 4168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67397" h="416872">
                <a:moveTo>
                  <a:pt x="6182" y="10945"/>
                </a:moveTo>
                <a:lnTo>
                  <a:pt x="1267397" y="416872"/>
                </a:lnTo>
                <a:lnTo>
                  <a:pt x="1267397" y="407989"/>
                </a:lnTo>
                <a:lnTo>
                  <a:pt x="0" y="0"/>
                </a:lnTo>
                <a:lnTo>
                  <a:pt x="6182" y="10945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32" name="Freeform 731">
            <a:extLst>
              <a:ext uri="{FF2B5EF4-FFF2-40B4-BE49-F238E27FC236}">
                <a16:creationId xmlns:a16="http://schemas.microsoft.com/office/drawing/2014/main" id="{00E6E8A3-6A42-08F5-9816-69C25499895F}"/>
              </a:ext>
            </a:extLst>
          </p:cNvPr>
          <p:cNvSpPr/>
          <p:nvPr userDrawn="1"/>
        </p:nvSpPr>
        <p:spPr>
          <a:xfrm>
            <a:off x="11110019" y="213792"/>
            <a:ext cx="1048131" cy="1615470"/>
          </a:xfrm>
          <a:custGeom>
            <a:avLst/>
            <a:gdLst>
              <a:gd name="connsiteX0" fmla="*/ 954115 w 1048131"/>
              <a:gd name="connsiteY0" fmla="*/ 1690807 h 1875925"/>
              <a:gd name="connsiteX1" fmla="*/ 949993 w 1048131"/>
              <a:gd name="connsiteY1" fmla="*/ 1683352 h 1875925"/>
              <a:gd name="connsiteX2" fmla="*/ 71662 w 1048131"/>
              <a:gd name="connsiteY2" fmla="*/ 111356 h 1875925"/>
              <a:gd name="connsiteX3" fmla="*/ 60089 w 1048131"/>
              <a:gd name="connsiteY3" fmla="*/ 90735 h 1875925"/>
              <a:gd name="connsiteX4" fmla="*/ 41063 w 1048131"/>
              <a:gd name="connsiteY4" fmla="*/ 56789 h 1875925"/>
              <a:gd name="connsiteX5" fmla="*/ 33452 w 1048131"/>
              <a:gd name="connsiteY5" fmla="*/ 42988 h 1875925"/>
              <a:gd name="connsiteX6" fmla="*/ 30916 w 1048131"/>
              <a:gd name="connsiteY6" fmla="*/ 38388 h 1875925"/>
              <a:gd name="connsiteX7" fmla="*/ 28221 w 1048131"/>
              <a:gd name="connsiteY7" fmla="*/ 33470 h 1875925"/>
              <a:gd name="connsiteX8" fmla="*/ 25368 w 1048131"/>
              <a:gd name="connsiteY8" fmla="*/ 28236 h 1875925"/>
              <a:gd name="connsiteX9" fmla="*/ 15379 w 1048131"/>
              <a:gd name="connsiteY9" fmla="*/ 10469 h 1875925"/>
              <a:gd name="connsiteX10" fmla="*/ 0 w 1048131"/>
              <a:gd name="connsiteY10" fmla="*/ 0 h 1875925"/>
              <a:gd name="connsiteX11" fmla="*/ 17282 w 1048131"/>
              <a:gd name="connsiteY11" fmla="*/ 31091 h 1875925"/>
              <a:gd name="connsiteX12" fmla="*/ 28855 w 1048131"/>
              <a:gd name="connsiteY12" fmla="*/ 51712 h 1875925"/>
              <a:gd name="connsiteX13" fmla="*/ 32660 w 1048131"/>
              <a:gd name="connsiteY13" fmla="*/ 58375 h 1875925"/>
              <a:gd name="connsiteX14" fmla="*/ 40271 w 1048131"/>
              <a:gd name="connsiteY14" fmla="*/ 72175 h 1875925"/>
              <a:gd name="connsiteX15" fmla="*/ 63417 w 1048131"/>
              <a:gd name="connsiteY15" fmla="*/ 113418 h 1875925"/>
              <a:gd name="connsiteX16" fmla="*/ 74992 w 1048131"/>
              <a:gd name="connsiteY16" fmla="*/ 134040 h 1875925"/>
              <a:gd name="connsiteX17" fmla="*/ 942700 w 1048131"/>
              <a:gd name="connsiteY17" fmla="*/ 1687159 h 1875925"/>
              <a:gd name="connsiteX18" fmla="*/ 946823 w 1048131"/>
              <a:gd name="connsiteY18" fmla="*/ 1694615 h 1875925"/>
              <a:gd name="connsiteX19" fmla="*/ 1048131 w 1048131"/>
              <a:gd name="connsiteY19" fmla="*/ 1875926 h 1875925"/>
              <a:gd name="connsiteX20" fmla="*/ 1048131 w 1048131"/>
              <a:gd name="connsiteY20" fmla="*/ 1858635 h 1875925"/>
              <a:gd name="connsiteX21" fmla="*/ 1044485 w 1048131"/>
              <a:gd name="connsiteY21" fmla="*/ 1852131 h 1875925"/>
              <a:gd name="connsiteX22" fmla="*/ 954115 w 1048131"/>
              <a:gd name="connsiteY22" fmla="*/ 1690490 h 1875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1048131" h="1875925">
                <a:moveTo>
                  <a:pt x="954115" y="1690807"/>
                </a:moveTo>
                <a:lnTo>
                  <a:pt x="949993" y="1683352"/>
                </a:lnTo>
                <a:lnTo>
                  <a:pt x="71662" y="111356"/>
                </a:lnTo>
                <a:lnTo>
                  <a:pt x="60089" y="90735"/>
                </a:lnTo>
                <a:lnTo>
                  <a:pt x="41063" y="56789"/>
                </a:lnTo>
                <a:lnTo>
                  <a:pt x="33452" y="42988"/>
                </a:lnTo>
                <a:lnTo>
                  <a:pt x="30916" y="38388"/>
                </a:lnTo>
                <a:lnTo>
                  <a:pt x="28221" y="33470"/>
                </a:lnTo>
                <a:lnTo>
                  <a:pt x="25368" y="28236"/>
                </a:lnTo>
                <a:lnTo>
                  <a:pt x="15379" y="10469"/>
                </a:lnTo>
                <a:cubicBezTo>
                  <a:pt x="9513" y="7931"/>
                  <a:pt x="4915" y="3807"/>
                  <a:pt x="0" y="0"/>
                </a:cubicBezTo>
                <a:lnTo>
                  <a:pt x="17282" y="31091"/>
                </a:lnTo>
                <a:lnTo>
                  <a:pt x="28855" y="51712"/>
                </a:lnTo>
                <a:lnTo>
                  <a:pt x="32660" y="58375"/>
                </a:lnTo>
                <a:lnTo>
                  <a:pt x="40271" y="72175"/>
                </a:lnTo>
                <a:lnTo>
                  <a:pt x="63417" y="113418"/>
                </a:lnTo>
                <a:lnTo>
                  <a:pt x="74992" y="134040"/>
                </a:lnTo>
                <a:lnTo>
                  <a:pt x="942700" y="1687159"/>
                </a:lnTo>
                <a:lnTo>
                  <a:pt x="946823" y="1694615"/>
                </a:lnTo>
                <a:lnTo>
                  <a:pt x="1048131" y="1875926"/>
                </a:lnTo>
                <a:lnTo>
                  <a:pt x="1048131" y="1858635"/>
                </a:lnTo>
                <a:lnTo>
                  <a:pt x="1044485" y="1852131"/>
                </a:lnTo>
                <a:lnTo>
                  <a:pt x="954115" y="169049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33" name="Freeform 732">
            <a:extLst>
              <a:ext uri="{FF2B5EF4-FFF2-40B4-BE49-F238E27FC236}">
                <a16:creationId xmlns:a16="http://schemas.microsoft.com/office/drawing/2014/main" id="{49CADC51-5936-8B6F-C45A-57CA1520272B}"/>
              </a:ext>
            </a:extLst>
          </p:cNvPr>
          <p:cNvSpPr/>
          <p:nvPr userDrawn="1"/>
        </p:nvSpPr>
        <p:spPr>
          <a:xfrm>
            <a:off x="11039310" y="87842"/>
            <a:ext cx="43599" cy="66252"/>
          </a:xfrm>
          <a:custGeom>
            <a:avLst/>
            <a:gdLst>
              <a:gd name="connsiteX0" fmla="*/ 42965 w 43599"/>
              <a:gd name="connsiteY0" fmla="*/ 76934 h 76934"/>
              <a:gd name="connsiteX1" fmla="*/ 41380 w 43599"/>
              <a:gd name="connsiteY1" fmla="*/ 69320 h 76934"/>
              <a:gd name="connsiteX2" fmla="*/ 43599 w 43599"/>
              <a:gd name="connsiteY2" fmla="*/ 61071 h 76934"/>
              <a:gd name="connsiteX3" fmla="*/ 41538 w 43599"/>
              <a:gd name="connsiteY3" fmla="*/ 57264 h 76934"/>
              <a:gd name="connsiteX4" fmla="*/ 23464 w 43599"/>
              <a:gd name="connsiteY4" fmla="*/ 24904 h 76934"/>
              <a:gd name="connsiteX5" fmla="*/ 0 w 43599"/>
              <a:gd name="connsiteY5" fmla="*/ 0 h 76934"/>
              <a:gd name="connsiteX6" fmla="*/ 39001 w 43599"/>
              <a:gd name="connsiteY6" fmla="*/ 69796 h 76934"/>
              <a:gd name="connsiteX7" fmla="*/ 42965 w 43599"/>
              <a:gd name="connsiteY7" fmla="*/ 76934 h 7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3599" h="76934">
                <a:moveTo>
                  <a:pt x="42965" y="76934"/>
                </a:moveTo>
                <a:cubicBezTo>
                  <a:pt x="42648" y="74238"/>
                  <a:pt x="41380" y="72017"/>
                  <a:pt x="41380" y="69320"/>
                </a:cubicBezTo>
                <a:cubicBezTo>
                  <a:pt x="41380" y="66148"/>
                  <a:pt x="42806" y="63768"/>
                  <a:pt x="43599" y="61071"/>
                </a:cubicBezTo>
                <a:lnTo>
                  <a:pt x="41538" y="57264"/>
                </a:lnTo>
                <a:lnTo>
                  <a:pt x="23464" y="24904"/>
                </a:lnTo>
                <a:cubicBezTo>
                  <a:pt x="13476" y="18559"/>
                  <a:pt x="5549" y="10152"/>
                  <a:pt x="0" y="0"/>
                </a:cubicBezTo>
                <a:lnTo>
                  <a:pt x="39001" y="69796"/>
                </a:lnTo>
                <a:lnTo>
                  <a:pt x="42965" y="76934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34" name="Freeform 733">
            <a:extLst>
              <a:ext uri="{FF2B5EF4-FFF2-40B4-BE49-F238E27FC236}">
                <a16:creationId xmlns:a16="http://schemas.microsoft.com/office/drawing/2014/main" id="{74629B94-951F-3B93-60F5-1A20EBF56352}"/>
              </a:ext>
            </a:extLst>
          </p:cNvPr>
          <p:cNvSpPr/>
          <p:nvPr userDrawn="1"/>
        </p:nvSpPr>
        <p:spPr>
          <a:xfrm>
            <a:off x="10149087" y="0"/>
            <a:ext cx="544914" cy="2208433"/>
          </a:xfrm>
          <a:custGeom>
            <a:avLst/>
            <a:gdLst>
              <a:gd name="connsiteX0" fmla="*/ 498461 w 544914"/>
              <a:gd name="connsiteY0" fmla="*/ 3580851 h 3854006"/>
              <a:gd name="connsiteX1" fmla="*/ 507181 w 544914"/>
              <a:gd name="connsiteY1" fmla="*/ 3643826 h 3854006"/>
              <a:gd name="connsiteX2" fmla="*/ 510510 w 544914"/>
              <a:gd name="connsiteY2" fmla="*/ 3667779 h 3854006"/>
              <a:gd name="connsiteX3" fmla="*/ 536512 w 544914"/>
              <a:gd name="connsiteY3" fmla="*/ 3854007 h 3854006"/>
              <a:gd name="connsiteX4" fmla="*/ 544914 w 544914"/>
              <a:gd name="connsiteY4" fmla="*/ 3852262 h 3854006"/>
              <a:gd name="connsiteX5" fmla="*/ 515900 w 544914"/>
              <a:gd name="connsiteY5" fmla="*/ 3644143 h 3854006"/>
              <a:gd name="connsiteX6" fmla="*/ 512572 w 544914"/>
              <a:gd name="connsiteY6" fmla="*/ 3620190 h 3854006"/>
              <a:gd name="connsiteX7" fmla="*/ 503693 w 544914"/>
              <a:gd name="connsiteY7" fmla="*/ 3555946 h 3854006"/>
              <a:gd name="connsiteX8" fmla="*/ 500205 w 544914"/>
              <a:gd name="connsiteY8" fmla="*/ 3530883 h 3854006"/>
              <a:gd name="connsiteX9" fmla="*/ 8245 w 544914"/>
              <a:gd name="connsiteY9" fmla="*/ 0 h 3854006"/>
              <a:gd name="connsiteX10" fmla="*/ 0 w 544914"/>
              <a:gd name="connsiteY10" fmla="*/ 1586 h 3854006"/>
              <a:gd name="connsiteX11" fmla="*/ 494973 w 544914"/>
              <a:gd name="connsiteY11" fmla="*/ 3555629 h 3854006"/>
              <a:gd name="connsiteX12" fmla="*/ 498461 w 544914"/>
              <a:gd name="connsiteY12" fmla="*/ 3580692 h 38540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544914" h="3854006">
                <a:moveTo>
                  <a:pt x="498461" y="3580851"/>
                </a:moveTo>
                <a:lnTo>
                  <a:pt x="507181" y="3643826"/>
                </a:lnTo>
                <a:lnTo>
                  <a:pt x="510510" y="3667779"/>
                </a:lnTo>
                <a:lnTo>
                  <a:pt x="536512" y="3854007"/>
                </a:lnTo>
                <a:cubicBezTo>
                  <a:pt x="539366" y="3853372"/>
                  <a:pt x="541902" y="3852579"/>
                  <a:pt x="544914" y="3852262"/>
                </a:cubicBezTo>
                <a:lnTo>
                  <a:pt x="515900" y="3644143"/>
                </a:lnTo>
                <a:lnTo>
                  <a:pt x="512572" y="3620190"/>
                </a:lnTo>
                <a:lnTo>
                  <a:pt x="503693" y="3555946"/>
                </a:lnTo>
                <a:lnTo>
                  <a:pt x="500205" y="3530883"/>
                </a:lnTo>
                <a:lnTo>
                  <a:pt x="8245" y="0"/>
                </a:lnTo>
                <a:cubicBezTo>
                  <a:pt x="5549" y="476"/>
                  <a:pt x="2854" y="1428"/>
                  <a:pt x="0" y="1586"/>
                </a:cubicBezTo>
                <a:lnTo>
                  <a:pt x="494973" y="3555629"/>
                </a:lnTo>
                <a:lnTo>
                  <a:pt x="498461" y="358069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35" name="Freeform 734">
            <a:extLst>
              <a:ext uri="{FF2B5EF4-FFF2-40B4-BE49-F238E27FC236}">
                <a16:creationId xmlns:a16="http://schemas.microsoft.com/office/drawing/2014/main" id="{B9060A22-33E4-4797-14FE-6E99874286CF}"/>
              </a:ext>
            </a:extLst>
          </p:cNvPr>
          <p:cNvSpPr/>
          <p:nvPr userDrawn="1"/>
        </p:nvSpPr>
        <p:spPr>
          <a:xfrm>
            <a:off x="1866930" y="5934681"/>
            <a:ext cx="142847" cy="123216"/>
          </a:xfrm>
          <a:custGeom>
            <a:avLst/>
            <a:gdLst>
              <a:gd name="connsiteX0" fmla="*/ 36465 w 142847"/>
              <a:gd name="connsiteY0" fmla="*/ 132295 h 143082"/>
              <a:gd name="connsiteX1" fmla="*/ 43599 w 142847"/>
              <a:gd name="connsiteY1" fmla="*/ 137054 h 143082"/>
              <a:gd name="connsiteX2" fmla="*/ 53746 w 142847"/>
              <a:gd name="connsiteY2" fmla="*/ 139275 h 143082"/>
              <a:gd name="connsiteX3" fmla="*/ 61990 w 142847"/>
              <a:gd name="connsiteY3" fmla="*/ 141020 h 143082"/>
              <a:gd name="connsiteX4" fmla="*/ 65637 w 142847"/>
              <a:gd name="connsiteY4" fmla="*/ 141813 h 143082"/>
              <a:gd name="connsiteX5" fmla="*/ 68649 w 142847"/>
              <a:gd name="connsiteY5" fmla="*/ 142447 h 143082"/>
              <a:gd name="connsiteX6" fmla="*/ 71662 w 142847"/>
              <a:gd name="connsiteY6" fmla="*/ 143082 h 143082"/>
              <a:gd name="connsiteX7" fmla="*/ 79906 w 142847"/>
              <a:gd name="connsiteY7" fmla="*/ 141337 h 143082"/>
              <a:gd name="connsiteX8" fmla="*/ 88309 w 142847"/>
              <a:gd name="connsiteY8" fmla="*/ 139592 h 143082"/>
              <a:gd name="connsiteX9" fmla="*/ 142055 w 142847"/>
              <a:gd name="connsiteY9" fmla="*/ 75824 h 143082"/>
              <a:gd name="connsiteX10" fmla="*/ 142848 w 142847"/>
              <a:gd name="connsiteY10" fmla="*/ 71541 h 143082"/>
              <a:gd name="connsiteX11" fmla="*/ 142055 w 142847"/>
              <a:gd name="connsiteY11" fmla="*/ 67258 h 143082"/>
              <a:gd name="connsiteX12" fmla="*/ 81333 w 142847"/>
              <a:gd name="connsiteY12" fmla="*/ 2062 h 143082"/>
              <a:gd name="connsiteX13" fmla="*/ 72930 w 142847"/>
              <a:gd name="connsiteY13" fmla="*/ 318 h 143082"/>
              <a:gd name="connsiteX14" fmla="*/ 71503 w 142847"/>
              <a:gd name="connsiteY14" fmla="*/ 0 h 143082"/>
              <a:gd name="connsiteX15" fmla="*/ 3012 w 142847"/>
              <a:gd name="connsiteY15" fmla="*/ 56947 h 143082"/>
              <a:gd name="connsiteX16" fmla="*/ 1268 w 142847"/>
              <a:gd name="connsiteY16" fmla="*/ 65354 h 143082"/>
              <a:gd name="connsiteX17" fmla="*/ 0 w 142847"/>
              <a:gd name="connsiteY17" fmla="*/ 71541 h 143082"/>
              <a:gd name="connsiteX18" fmla="*/ 476 w 142847"/>
              <a:gd name="connsiteY18" fmla="*/ 73762 h 143082"/>
              <a:gd name="connsiteX19" fmla="*/ 2220 w 142847"/>
              <a:gd name="connsiteY19" fmla="*/ 82169 h 143082"/>
              <a:gd name="connsiteX20" fmla="*/ 36465 w 142847"/>
              <a:gd name="connsiteY20" fmla="*/ 132454 h 1430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42847" h="143082">
                <a:moveTo>
                  <a:pt x="36465" y="132295"/>
                </a:moveTo>
                <a:cubicBezTo>
                  <a:pt x="39002" y="133723"/>
                  <a:pt x="40904" y="135944"/>
                  <a:pt x="43599" y="137054"/>
                </a:cubicBezTo>
                <a:cubicBezTo>
                  <a:pt x="46770" y="138482"/>
                  <a:pt x="50417" y="138323"/>
                  <a:pt x="53746" y="139275"/>
                </a:cubicBezTo>
                <a:cubicBezTo>
                  <a:pt x="56441" y="140068"/>
                  <a:pt x="59295" y="140544"/>
                  <a:pt x="61990" y="141020"/>
                </a:cubicBezTo>
                <a:cubicBezTo>
                  <a:pt x="63259" y="141178"/>
                  <a:pt x="64369" y="141654"/>
                  <a:pt x="65637" y="141813"/>
                </a:cubicBezTo>
                <a:cubicBezTo>
                  <a:pt x="66747" y="141813"/>
                  <a:pt x="67539" y="142447"/>
                  <a:pt x="68649" y="142447"/>
                </a:cubicBezTo>
                <a:cubicBezTo>
                  <a:pt x="69759" y="142447"/>
                  <a:pt x="70552" y="143082"/>
                  <a:pt x="71662" y="143082"/>
                </a:cubicBezTo>
                <a:cubicBezTo>
                  <a:pt x="74674" y="143082"/>
                  <a:pt x="77052" y="141654"/>
                  <a:pt x="79906" y="141337"/>
                </a:cubicBezTo>
                <a:cubicBezTo>
                  <a:pt x="82760" y="141020"/>
                  <a:pt x="85455" y="140226"/>
                  <a:pt x="88309" y="139592"/>
                </a:cubicBezTo>
                <a:cubicBezTo>
                  <a:pt x="117956" y="132295"/>
                  <a:pt x="140152" y="107391"/>
                  <a:pt x="142055" y="75824"/>
                </a:cubicBezTo>
                <a:cubicBezTo>
                  <a:pt x="142055" y="74237"/>
                  <a:pt x="142848" y="72969"/>
                  <a:pt x="142848" y="71541"/>
                </a:cubicBezTo>
                <a:cubicBezTo>
                  <a:pt x="142848" y="70113"/>
                  <a:pt x="142055" y="68844"/>
                  <a:pt x="142055" y="67258"/>
                </a:cubicBezTo>
                <a:cubicBezTo>
                  <a:pt x="139994" y="33312"/>
                  <a:pt x="114468" y="6821"/>
                  <a:pt x="81333" y="2062"/>
                </a:cubicBezTo>
                <a:cubicBezTo>
                  <a:pt x="78479" y="1586"/>
                  <a:pt x="75942" y="476"/>
                  <a:pt x="72930" y="318"/>
                </a:cubicBezTo>
                <a:cubicBezTo>
                  <a:pt x="72454" y="318"/>
                  <a:pt x="71979" y="0"/>
                  <a:pt x="71503" y="0"/>
                </a:cubicBezTo>
                <a:cubicBezTo>
                  <a:pt x="37258" y="0"/>
                  <a:pt x="9988" y="24588"/>
                  <a:pt x="3012" y="56947"/>
                </a:cubicBezTo>
                <a:cubicBezTo>
                  <a:pt x="2378" y="59803"/>
                  <a:pt x="1585" y="62340"/>
                  <a:pt x="1268" y="65354"/>
                </a:cubicBezTo>
                <a:cubicBezTo>
                  <a:pt x="1110" y="67575"/>
                  <a:pt x="0" y="69320"/>
                  <a:pt x="0" y="71541"/>
                </a:cubicBezTo>
                <a:cubicBezTo>
                  <a:pt x="0" y="72334"/>
                  <a:pt x="476" y="72969"/>
                  <a:pt x="476" y="73762"/>
                </a:cubicBezTo>
                <a:cubicBezTo>
                  <a:pt x="476" y="76776"/>
                  <a:pt x="1744" y="79314"/>
                  <a:pt x="2220" y="82169"/>
                </a:cubicBezTo>
                <a:cubicBezTo>
                  <a:pt x="5549" y="103901"/>
                  <a:pt x="18074" y="121826"/>
                  <a:pt x="36465" y="132454"/>
                </a:cubicBezTo>
                <a:close/>
              </a:path>
            </a:pathLst>
          </a:custGeom>
          <a:solidFill>
            <a:srgbClr val="FF7D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36" name="Freeform 735">
            <a:extLst>
              <a:ext uri="{FF2B5EF4-FFF2-40B4-BE49-F238E27FC236}">
                <a16:creationId xmlns:a16="http://schemas.microsoft.com/office/drawing/2014/main" id="{9FE00E77-559B-894E-E9F0-CEE9DEB1844C}"/>
              </a:ext>
            </a:extLst>
          </p:cNvPr>
          <p:cNvSpPr/>
          <p:nvPr userDrawn="1"/>
        </p:nvSpPr>
        <p:spPr>
          <a:xfrm>
            <a:off x="1732485" y="6204189"/>
            <a:ext cx="142847" cy="123079"/>
          </a:xfrm>
          <a:custGeom>
            <a:avLst/>
            <a:gdLst>
              <a:gd name="connsiteX0" fmla="*/ 70869 w 142847"/>
              <a:gd name="connsiteY0" fmla="*/ 142923 h 142922"/>
              <a:gd name="connsiteX1" fmla="*/ 71345 w 142847"/>
              <a:gd name="connsiteY1" fmla="*/ 142923 h 142922"/>
              <a:gd name="connsiteX2" fmla="*/ 83235 w 142847"/>
              <a:gd name="connsiteY2" fmla="*/ 140543 h 142922"/>
              <a:gd name="connsiteX3" fmla="*/ 91638 w 142847"/>
              <a:gd name="connsiteY3" fmla="*/ 138799 h 142922"/>
              <a:gd name="connsiteX4" fmla="*/ 142848 w 142847"/>
              <a:gd name="connsiteY4" fmla="*/ 71541 h 142922"/>
              <a:gd name="connsiteX5" fmla="*/ 142372 w 142847"/>
              <a:gd name="connsiteY5" fmla="*/ 69637 h 142922"/>
              <a:gd name="connsiteX6" fmla="*/ 140628 w 142847"/>
              <a:gd name="connsiteY6" fmla="*/ 61230 h 142922"/>
              <a:gd name="connsiteX7" fmla="*/ 106541 w 142847"/>
              <a:gd name="connsiteY7" fmla="*/ 10628 h 142922"/>
              <a:gd name="connsiteX8" fmla="*/ 99407 w 142847"/>
              <a:gd name="connsiteY8" fmla="*/ 5869 h 142922"/>
              <a:gd name="connsiteX9" fmla="*/ 83394 w 142847"/>
              <a:gd name="connsiteY9" fmla="*/ 2538 h 142922"/>
              <a:gd name="connsiteX10" fmla="*/ 74991 w 142847"/>
              <a:gd name="connsiteY10" fmla="*/ 793 h 142922"/>
              <a:gd name="connsiteX11" fmla="*/ 71345 w 142847"/>
              <a:gd name="connsiteY11" fmla="*/ 0 h 142922"/>
              <a:gd name="connsiteX12" fmla="*/ 4439 w 142847"/>
              <a:gd name="connsiteY12" fmla="*/ 49492 h 142922"/>
              <a:gd name="connsiteX13" fmla="*/ 2695 w 142847"/>
              <a:gd name="connsiteY13" fmla="*/ 57740 h 142922"/>
              <a:gd name="connsiteX14" fmla="*/ 2378 w 142847"/>
              <a:gd name="connsiteY14" fmla="*/ 59168 h 142922"/>
              <a:gd name="connsiteX15" fmla="*/ 793 w 142847"/>
              <a:gd name="connsiteY15" fmla="*/ 67099 h 142922"/>
              <a:gd name="connsiteX16" fmla="*/ 0 w 142847"/>
              <a:gd name="connsiteY16" fmla="*/ 71382 h 142922"/>
              <a:gd name="connsiteX17" fmla="*/ 793 w 142847"/>
              <a:gd name="connsiteY17" fmla="*/ 75665 h 142922"/>
              <a:gd name="connsiteX18" fmla="*/ 55649 w 142847"/>
              <a:gd name="connsiteY18" fmla="*/ 139592 h 142922"/>
              <a:gd name="connsiteX19" fmla="*/ 64052 w 142847"/>
              <a:gd name="connsiteY19" fmla="*/ 141336 h 142922"/>
              <a:gd name="connsiteX20" fmla="*/ 67381 w 142847"/>
              <a:gd name="connsiteY20" fmla="*/ 141971 h 142922"/>
              <a:gd name="connsiteX21" fmla="*/ 71028 w 142847"/>
              <a:gd name="connsiteY21" fmla="*/ 142765 h 1429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142847" h="142922">
                <a:moveTo>
                  <a:pt x="70869" y="142923"/>
                </a:moveTo>
                <a:cubicBezTo>
                  <a:pt x="70869" y="142923"/>
                  <a:pt x="71186" y="142923"/>
                  <a:pt x="71345" y="142923"/>
                </a:cubicBezTo>
                <a:cubicBezTo>
                  <a:pt x="75625" y="142923"/>
                  <a:pt x="79113" y="141178"/>
                  <a:pt x="83235" y="140543"/>
                </a:cubicBezTo>
                <a:cubicBezTo>
                  <a:pt x="86089" y="140068"/>
                  <a:pt x="88943" y="139592"/>
                  <a:pt x="91638" y="138799"/>
                </a:cubicBezTo>
                <a:cubicBezTo>
                  <a:pt x="120969" y="129915"/>
                  <a:pt x="142848" y="103742"/>
                  <a:pt x="142848" y="71541"/>
                </a:cubicBezTo>
                <a:cubicBezTo>
                  <a:pt x="142848" y="70748"/>
                  <a:pt x="142372" y="70272"/>
                  <a:pt x="142372" y="69637"/>
                </a:cubicBezTo>
                <a:cubicBezTo>
                  <a:pt x="142372" y="66623"/>
                  <a:pt x="141104" y="64085"/>
                  <a:pt x="140628" y="61230"/>
                </a:cubicBezTo>
                <a:cubicBezTo>
                  <a:pt x="137299" y="39339"/>
                  <a:pt x="124774" y="21256"/>
                  <a:pt x="106541" y="10628"/>
                </a:cubicBezTo>
                <a:cubicBezTo>
                  <a:pt x="104005" y="9200"/>
                  <a:pt x="102102" y="6979"/>
                  <a:pt x="99407" y="5869"/>
                </a:cubicBezTo>
                <a:cubicBezTo>
                  <a:pt x="94492" y="3807"/>
                  <a:pt x="88784" y="3489"/>
                  <a:pt x="83394" y="2538"/>
                </a:cubicBezTo>
                <a:cubicBezTo>
                  <a:pt x="80540" y="2062"/>
                  <a:pt x="78003" y="952"/>
                  <a:pt x="74991" y="793"/>
                </a:cubicBezTo>
                <a:cubicBezTo>
                  <a:pt x="73723" y="793"/>
                  <a:pt x="72613" y="0"/>
                  <a:pt x="71345" y="0"/>
                </a:cubicBezTo>
                <a:cubicBezTo>
                  <a:pt x="39636" y="0"/>
                  <a:pt x="13793" y="20938"/>
                  <a:pt x="4439" y="49492"/>
                </a:cubicBezTo>
                <a:cubicBezTo>
                  <a:pt x="3488" y="52188"/>
                  <a:pt x="3329" y="55043"/>
                  <a:pt x="2695" y="57740"/>
                </a:cubicBezTo>
                <a:cubicBezTo>
                  <a:pt x="2695" y="58216"/>
                  <a:pt x="2537" y="58692"/>
                  <a:pt x="2378" y="59168"/>
                </a:cubicBezTo>
                <a:cubicBezTo>
                  <a:pt x="1903" y="61865"/>
                  <a:pt x="951" y="64403"/>
                  <a:pt x="793" y="67099"/>
                </a:cubicBezTo>
                <a:cubicBezTo>
                  <a:pt x="793" y="68527"/>
                  <a:pt x="0" y="69796"/>
                  <a:pt x="0" y="71382"/>
                </a:cubicBezTo>
                <a:cubicBezTo>
                  <a:pt x="0" y="72968"/>
                  <a:pt x="793" y="74237"/>
                  <a:pt x="793" y="75665"/>
                </a:cubicBezTo>
                <a:cubicBezTo>
                  <a:pt x="2854" y="107549"/>
                  <a:pt x="25367" y="132612"/>
                  <a:pt x="55649" y="139592"/>
                </a:cubicBezTo>
                <a:cubicBezTo>
                  <a:pt x="58503" y="140226"/>
                  <a:pt x="61198" y="141019"/>
                  <a:pt x="64052" y="141336"/>
                </a:cubicBezTo>
                <a:cubicBezTo>
                  <a:pt x="65161" y="141336"/>
                  <a:pt x="66271" y="141971"/>
                  <a:pt x="67381" y="141971"/>
                </a:cubicBezTo>
                <a:cubicBezTo>
                  <a:pt x="68649" y="141971"/>
                  <a:pt x="69759" y="142765"/>
                  <a:pt x="71028" y="142765"/>
                </a:cubicBezTo>
                <a:close/>
              </a:path>
            </a:pathLst>
          </a:custGeom>
          <a:solidFill>
            <a:srgbClr val="7030A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37" name="Freeform 736">
            <a:extLst>
              <a:ext uri="{FF2B5EF4-FFF2-40B4-BE49-F238E27FC236}">
                <a16:creationId xmlns:a16="http://schemas.microsoft.com/office/drawing/2014/main" id="{F4999567-9ACE-E255-5FA5-9F1CA783A64B}"/>
              </a:ext>
            </a:extLst>
          </p:cNvPr>
          <p:cNvSpPr/>
          <p:nvPr userDrawn="1"/>
        </p:nvSpPr>
        <p:spPr>
          <a:xfrm>
            <a:off x="4830585" y="5932778"/>
            <a:ext cx="146652" cy="126221"/>
          </a:xfrm>
          <a:custGeom>
            <a:avLst/>
            <a:gdLst>
              <a:gd name="connsiteX0" fmla="*/ 127627 w 146652"/>
              <a:gd name="connsiteY0" fmla="*/ 25063 h 146571"/>
              <a:gd name="connsiteX1" fmla="*/ 121603 w 146652"/>
              <a:gd name="connsiteY1" fmla="*/ 19035 h 146571"/>
              <a:gd name="connsiteX2" fmla="*/ 73405 w 146652"/>
              <a:gd name="connsiteY2" fmla="*/ 0 h 146571"/>
              <a:gd name="connsiteX3" fmla="*/ 951 w 146652"/>
              <a:gd name="connsiteY3" fmla="*/ 69003 h 146571"/>
              <a:gd name="connsiteX4" fmla="*/ 0 w 146652"/>
              <a:gd name="connsiteY4" fmla="*/ 73286 h 146571"/>
              <a:gd name="connsiteX5" fmla="*/ 476 w 146652"/>
              <a:gd name="connsiteY5" fmla="*/ 75507 h 146571"/>
              <a:gd name="connsiteX6" fmla="*/ 2219 w 146652"/>
              <a:gd name="connsiteY6" fmla="*/ 83755 h 146571"/>
              <a:gd name="connsiteX7" fmla="*/ 73405 w 146652"/>
              <a:gd name="connsiteY7" fmla="*/ 146571 h 146571"/>
              <a:gd name="connsiteX8" fmla="*/ 146653 w 146652"/>
              <a:gd name="connsiteY8" fmla="*/ 73286 h 146571"/>
              <a:gd name="connsiteX9" fmla="*/ 144592 w 146652"/>
              <a:gd name="connsiteY9" fmla="*/ 63451 h 146571"/>
              <a:gd name="connsiteX10" fmla="*/ 142847 w 146652"/>
              <a:gd name="connsiteY10" fmla="*/ 55202 h 146571"/>
              <a:gd name="connsiteX11" fmla="*/ 127469 w 146652"/>
              <a:gd name="connsiteY11" fmla="*/ 25222 h 146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46652" h="146571">
                <a:moveTo>
                  <a:pt x="127627" y="25063"/>
                </a:moveTo>
                <a:cubicBezTo>
                  <a:pt x="125725" y="22842"/>
                  <a:pt x="123822" y="20939"/>
                  <a:pt x="121603" y="19035"/>
                </a:cubicBezTo>
                <a:cubicBezTo>
                  <a:pt x="108761" y="7455"/>
                  <a:pt x="92114" y="0"/>
                  <a:pt x="73405" y="0"/>
                </a:cubicBezTo>
                <a:cubicBezTo>
                  <a:pt x="34404" y="0"/>
                  <a:pt x="3329" y="30615"/>
                  <a:pt x="951" y="69003"/>
                </a:cubicBezTo>
                <a:cubicBezTo>
                  <a:pt x="951" y="70589"/>
                  <a:pt x="0" y="71699"/>
                  <a:pt x="0" y="73286"/>
                </a:cubicBezTo>
                <a:cubicBezTo>
                  <a:pt x="0" y="74079"/>
                  <a:pt x="476" y="74713"/>
                  <a:pt x="476" y="75507"/>
                </a:cubicBezTo>
                <a:cubicBezTo>
                  <a:pt x="476" y="78521"/>
                  <a:pt x="1744" y="81059"/>
                  <a:pt x="2219" y="83755"/>
                </a:cubicBezTo>
                <a:cubicBezTo>
                  <a:pt x="7452" y="119129"/>
                  <a:pt x="36624" y="146571"/>
                  <a:pt x="73405" y="146571"/>
                </a:cubicBezTo>
                <a:cubicBezTo>
                  <a:pt x="113834" y="146571"/>
                  <a:pt x="146653" y="113736"/>
                  <a:pt x="146653" y="73286"/>
                </a:cubicBezTo>
                <a:cubicBezTo>
                  <a:pt x="146653" y="69796"/>
                  <a:pt x="145067" y="66782"/>
                  <a:pt x="144592" y="63451"/>
                </a:cubicBezTo>
                <a:cubicBezTo>
                  <a:pt x="144116" y="60596"/>
                  <a:pt x="143640" y="57899"/>
                  <a:pt x="142847" y="55202"/>
                </a:cubicBezTo>
                <a:cubicBezTo>
                  <a:pt x="139835" y="43940"/>
                  <a:pt x="135079" y="33629"/>
                  <a:pt x="127469" y="25222"/>
                </a:cubicBezTo>
                <a:close/>
              </a:path>
            </a:pathLst>
          </a:custGeom>
          <a:solidFill>
            <a:srgbClr val="7030A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38" name="Freeform 737">
            <a:extLst>
              <a:ext uri="{FF2B5EF4-FFF2-40B4-BE49-F238E27FC236}">
                <a16:creationId xmlns:a16="http://schemas.microsoft.com/office/drawing/2014/main" id="{BDEB51A7-4852-7730-B344-F8B05216D302}"/>
              </a:ext>
            </a:extLst>
          </p:cNvPr>
          <p:cNvSpPr/>
          <p:nvPr userDrawn="1"/>
        </p:nvSpPr>
        <p:spPr>
          <a:xfrm>
            <a:off x="6178522" y="5663112"/>
            <a:ext cx="146652" cy="126221"/>
          </a:xfrm>
          <a:custGeom>
            <a:avLst/>
            <a:gdLst>
              <a:gd name="connsiteX0" fmla="*/ 146336 w 146652"/>
              <a:gd name="connsiteY0" fmla="*/ 73444 h 146571"/>
              <a:gd name="connsiteX1" fmla="*/ 141738 w 146652"/>
              <a:gd name="connsiteY1" fmla="*/ 50602 h 146571"/>
              <a:gd name="connsiteX2" fmla="*/ 139043 w 146652"/>
              <a:gd name="connsiteY2" fmla="*/ 42512 h 146571"/>
              <a:gd name="connsiteX3" fmla="*/ 112249 w 146652"/>
              <a:gd name="connsiteY3" fmla="*/ 13008 h 146571"/>
              <a:gd name="connsiteX4" fmla="*/ 105273 w 146652"/>
              <a:gd name="connsiteY4" fmla="*/ 8248 h 146571"/>
              <a:gd name="connsiteX5" fmla="*/ 73247 w 146652"/>
              <a:gd name="connsiteY5" fmla="*/ 0 h 146571"/>
              <a:gd name="connsiteX6" fmla="*/ 0 w 146652"/>
              <a:gd name="connsiteY6" fmla="*/ 73286 h 146571"/>
              <a:gd name="connsiteX7" fmla="*/ 2061 w 146652"/>
              <a:gd name="connsiteY7" fmla="*/ 83279 h 146571"/>
              <a:gd name="connsiteX8" fmla="*/ 3805 w 146652"/>
              <a:gd name="connsiteY8" fmla="*/ 91528 h 146571"/>
              <a:gd name="connsiteX9" fmla="*/ 73406 w 146652"/>
              <a:gd name="connsiteY9" fmla="*/ 146571 h 146571"/>
              <a:gd name="connsiteX10" fmla="*/ 127310 w 146652"/>
              <a:gd name="connsiteY10" fmla="*/ 121984 h 146571"/>
              <a:gd name="connsiteX11" fmla="*/ 132067 w 146652"/>
              <a:gd name="connsiteY11" fmla="*/ 115005 h 146571"/>
              <a:gd name="connsiteX12" fmla="*/ 146653 w 146652"/>
              <a:gd name="connsiteY12" fmla="*/ 73127 h 146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46652" h="146571">
                <a:moveTo>
                  <a:pt x="146336" y="73444"/>
                </a:moveTo>
                <a:cubicBezTo>
                  <a:pt x="146336" y="65354"/>
                  <a:pt x="144116" y="57899"/>
                  <a:pt x="141738" y="50602"/>
                </a:cubicBezTo>
                <a:cubicBezTo>
                  <a:pt x="140787" y="47905"/>
                  <a:pt x="140152" y="45209"/>
                  <a:pt x="139043" y="42512"/>
                </a:cubicBezTo>
                <a:cubicBezTo>
                  <a:pt x="133177" y="30139"/>
                  <a:pt x="123664" y="20463"/>
                  <a:pt x="112249" y="13008"/>
                </a:cubicBezTo>
                <a:cubicBezTo>
                  <a:pt x="109871" y="11421"/>
                  <a:pt x="107809" y="9518"/>
                  <a:pt x="105273" y="8248"/>
                </a:cubicBezTo>
                <a:cubicBezTo>
                  <a:pt x="95443" y="3331"/>
                  <a:pt x="84821" y="0"/>
                  <a:pt x="73247" y="0"/>
                </a:cubicBezTo>
                <a:cubicBezTo>
                  <a:pt x="32819" y="0"/>
                  <a:pt x="0" y="32836"/>
                  <a:pt x="0" y="73286"/>
                </a:cubicBezTo>
                <a:cubicBezTo>
                  <a:pt x="0" y="76776"/>
                  <a:pt x="1586" y="79789"/>
                  <a:pt x="2061" y="83279"/>
                </a:cubicBezTo>
                <a:cubicBezTo>
                  <a:pt x="2537" y="86134"/>
                  <a:pt x="3012" y="88831"/>
                  <a:pt x="3805" y="91528"/>
                </a:cubicBezTo>
                <a:cubicBezTo>
                  <a:pt x="12049" y="122936"/>
                  <a:pt x="39477" y="146571"/>
                  <a:pt x="73406" y="146571"/>
                </a:cubicBezTo>
                <a:cubicBezTo>
                  <a:pt x="94967" y="146571"/>
                  <a:pt x="113834" y="136895"/>
                  <a:pt x="127310" y="121984"/>
                </a:cubicBezTo>
                <a:cubicBezTo>
                  <a:pt x="129213" y="119922"/>
                  <a:pt x="130323" y="117226"/>
                  <a:pt x="132067" y="115005"/>
                </a:cubicBezTo>
                <a:cubicBezTo>
                  <a:pt x="140628" y="102949"/>
                  <a:pt x="146653" y="89148"/>
                  <a:pt x="146653" y="73127"/>
                </a:cubicBezTo>
                <a:close/>
              </a:path>
            </a:pathLst>
          </a:custGeom>
          <a:solidFill>
            <a:srgbClr val="FF7D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39" name="Freeform 738">
            <a:extLst>
              <a:ext uri="{FF2B5EF4-FFF2-40B4-BE49-F238E27FC236}">
                <a16:creationId xmlns:a16="http://schemas.microsoft.com/office/drawing/2014/main" id="{1532DD3E-8B40-50BF-DD7D-3CFBE37EB802}"/>
              </a:ext>
            </a:extLst>
          </p:cNvPr>
          <p:cNvSpPr/>
          <p:nvPr userDrawn="1"/>
        </p:nvSpPr>
        <p:spPr>
          <a:xfrm>
            <a:off x="8597422" y="6758134"/>
            <a:ext cx="126042" cy="129133"/>
          </a:xfrm>
          <a:custGeom>
            <a:avLst/>
            <a:gdLst>
              <a:gd name="connsiteX0" fmla="*/ 73406 w 146494"/>
              <a:gd name="connsiteY0" fmla="*/ 0 h 146730"/>
              <a:gd name="connsiteX1" fmla="*/ 19501 w 146494"/>
              <a:gd name="connsiteY1" fmla="*/ 24588 h 146730"/>
              <a:gd name="connsiteX2" fmla="*/ 14744 w 146494"/>
              <a:gd name="connsiteY2" fmla="*/ 31567 h 146730"/>
              <a:gd name="connsiteX3" fmla="*/ 0 w 146494"/>
              <a:gd name="connsiteY3" fmla="*/ 73444 h 146730"/>
              <a:gd name="connsiteX4" fmla="*/ 73247 w 146494"/>
              <a:gd name="connsiteY4" fmla="*/ 146730 h 146730"/>
              <a:gd name="connsiteX5" fmla="*/ 146494 w 146494"/>
              <a:gd name="connsiteY5" fmla="*/ 73444 h 146730"/>
              <a:gd name="connsiteX6" fmla="*/ 83870 w 146494"/>
              <a:gd name="connsiteY6" fmla="*/ 2221 h 146730"/>
              <a:gd name="connsiteX7" fmla="*/ 75467 w 146494"/>
              <a:gd name="connsiteY7" fmla="*/ 476 h 146730"/>
              <a:gd name="connsiteX8" fmla="*/ 73406 w 146494"/>
              <a:gd name="connsiteY8" fmla="*/ 0 h 1467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6494" h="146730">
                <a:moveTo>
                  <a:pt x="73406" y="0"/>
                </a:moveTo>
                <a:cubicBezTo>
                  <a:pt x="51844" y="0"/>
                  <a:pt x="32977" y="9677"/>
                  <a:pt x="19501" y="24588"/>
                </a:cubicBezTo>
                <a:cubicBezTo>
                  <a:pt x="17598" y="26650"/>
                  <a:pt x="16330" y="29346"/>
                  <a:pt x="14744" y="31567"/>
                </a:cubicBezTo>
                <a:cubicBezTo>
                  <a:pt x="6183" y="43622"/>
                  <a:pt x="0" y="57423"/>
                  <a:pt x="0" y="73444"/>
                </a:cubicBezTo>
                <a:cubicBezTo>
                  <a:pt x="0" y="113895"/>
                  <a:pt x="32819" y="146730"/>
                  <a:pt x="73247" y="146730"/>
                </a:cubicBezTo>
                <a:cubicBezTo>
                  <a:pt x="113675" y="146730"/>
                  <a:pt x="146494" y="113895"/>
                  <a:pt x="146494" y="73444"/>
                </a:cubicBezTo>
                <a:cubicBezTo>
                  <a:pt x="146494" y="36643"/>
                  <a:pt x="119066" y="7614"/>
                  <a:pt x="83870" y="2221"/>
                </a:cubicBezTo>
                <a:cubicBezTo>
                  <a:pt x="81016" y="1745"/>
                  <a:pt x="78321" y="635"/>
                  <a:pt x="75467" y="476"/>
                </a:cubicBezTo>
                <a:cubicBezTo>
                  <a:pt x="74674" y="476"/>
                  <a:pt x="74040" y="0"/>
                  <a:pt x="73406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40" name="Freeform 739">
            <a:extLst>
              <a:ext uri="{FF2B5EF4-FFF2-40B4-BE49-F238E27FC236}">
                <a16:creationId xmlns:a16="http://schemas.microsoft.com/office/drawing/2014/main" id="{18D29494-AD3C-F493-D9E6-D0C14D2A24AD}"/>
              </a:ext>
            </a:extLst>
          </p:cNvPr>
          <p:cNvSpPr/>
          <p:nvPr userDrawn="1"/>
        </p:nvSpPr>
        <p:spPr>
          <a:xfrm>
            <a:off x="2125514" y="2552273"/>
            <a:ext cx="165519" cy="168625"/>
          </a:xfrm>
          <a:custGeom>
            <a:avLst/>
            <a:gdLst>
              <a:gd name="connsiteX0" fmla="*/ 80381 w 165519"/>
              <a:gd name="connsiteY0" fmla="*/ 165131 h 165606"/>
              <a:gd name="connsiteX1" fmla="*/ 82760 w 165519"/>
              <a:gd name="connsiteY1" fmla="*/ 165607 h 165606"/>
              <a:gd name="connsiteX2" fmla="*/ 165520 w 165519"/>
              <a:gd name="connsiteY2" fmla="*/ 82803 h 165606"/>
              <a:gd name="connsiteX3" fmla="*/ 82760 w 165519"/>
              <a:gd name="connsiteY3" fmla="*/ 0 h 165606"/>
              <a:gd name="connsiteX4" fmla="*/ 9513 w 165519"/>
              <a:gd name="connsiteY4" fmla="*/ 46161 h 165606"/>
              <a:gd name="connsiteX5" fmla="*/ 5866 w 165519"/>
              <a:gd name="connsiteY5" fmla="*/ 53933 h 165606"/>
              <a:gd name="connsiteX6" fmla="*/ 0 w 165519"/>
              <a:gd name="connsiteY6" fmla="*/ 82962 h 165606"/>
              <a:gd name="connsiteX7" fmla="*/ 69601 w 165519"/>
              <a:gd name="connsiteY7" fmla="*/ 163228 h 165606"/>
              <a:gd name="connsiteX8" fmla="*/ 72137 w 165519"/>
              <a:gd name="connsiteY8" fmla="*/ 163703 h 165606"/>
              <a:gd name="connsiteX9" fmla="*/ 80381 w 165519"/>
              <a:gd name="connsiteY9" fmla="*/ 165448 h 1656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65519" h="165606">
                <a:moveTo>
                  <a:pt x="80381" y="165131"/>
                </a:moveTo>
                <a:cubicBezTo>
                  <a:pt x="81174" y="165131"/>
                  <a:pt x="81967" y="165607"/>
                  <a:pt x="82760" y="165607"/>
                </a:cubicBezTo>
                <a:cubicBezTo>
                  <a:pt x="128579" y="165607"/>
                  <a:pt x="165520" y="128488"/>
                  <a:pt x="165520" y="82803"/>
                </a:cubicBezTo>
                <a:cubicBezTo>
                  <a:pt x="165520" y="37119"/>
                  <a:pt x="128420" y="0"/>
                  <a:pt x="82760" y="0"/>
                </a:cubicBezTo>
                <a:cubicBezTo>
                  <a:pt x="50417" y="0"/>
                  <a:pt x="23147" y="19035"/>
                  <a:pt x="9513" y="46161"/>
                </a:cubicBezTo>
                <a:cubicBezTo>
                  <a:pt x="8244" y="48699"/>
                  <a:pt x="6817" y="51078"/>
                  <a:pt x="5866" y="53933"/>
                </a:cubicBezTo>
                <a:cubicBezTo>
                  <a:pt x="2378" y="62975"/>
                  <a:pt x="0" y="72651"/>
                  <a:pt x="0" y="82962"/>
                </a:cubicBezTo>
                <a:cubicBezTo>
                  <a:pt x="0" y="124047"/>
                  <a:pt x="30440" y="156565"/>
                  <a:pt x="69601" y="163228"/>
                </a:cubicBezTo>
                <a:cubicBezTo>
                  <a:pt x="70393" y="163228"/>
                  <a:pt x="71186" y="163545"/>
                  <a:pt x="72137" y="163703"/>
                </a:cubicBezTo>
                <a:cubicBezTo>
                  <a:pt x="74991" y="164179"/>
                  <a:pt x="77528" y="165290"/>
                  <a:pt x="80381" y="165448"/>
                </a:cubicBezTo>
                <a:close/>
              </a:path>
            </a:pathLst>
          </a:custGeom>
          <a:solidFill>
            <a:srgbClr val="FF7D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41" name="Freeform 740">
            <a:extLst>
              <a:ext uri="{FF2B5EF4-FFF2-40B4-BE49-F238E27FC236}">
                <a16:creationId xmlns:a16="http://schemas.microsoft.com/office/drawing/2014/main" id="{B0C7FEB3-C4D9-B42A-36E7-96DA7B427046}"/>
              </a:ext>
            </a:extLst>
          </p:cNvPr>
          <p:cNvSpPr/>
          <p:nvPr userDrawn="1"/>
        </p:nvSpPr>
        <p:spPr>
          <a:xfrm>
            <a:off x="2776" y="1631816"/>
            <a:ext cx="90211" cy="123079"/>
          </a:xfrm>
          <a:custGeom>
            <a:avLst/>
            <a:gdLst>
              <a:gd name="connsiteX0" fmla="*/ 8878 w 90211"/>
              <a:gd name="connsiteY0" fmla="*/ 140861 h 142923"/>
              <a:gd name="connsiteX1" fmla="*/ 18867 w 90211"/>
              <a:gd name="connsiteY1" fmla="*/ 142923 h 142923"/>
              <a:gd name="connsiteX2" fmla="*/ 81650 w 90211"/>
              <a:gd name="connsiteY2" fmla="*/ 103584 h 142923"/>
              <a:gd name="connsiteX3" fmla="*/ 85296 w 90211"/>
              <a:gd name="connsiteY3" fmla="*/ 95811 h 142923"/>
              <a:gd name="connsiteX4" fmla="*/ 90211 w 90211"/>
              <a:gd name="connsiteY4" fmla="*/ 71382 h 142923"/>
              <a:gd name="connsiteX5" fmla="*/ 18867 w 90211"/>
              <a:gd name="connsiteY5" fmla="*/ 0 h 142923"/>
              <a:gd name="connsiteX6" fmla="*/ 0 w 90211"/>
              <a:gd name="connsiteY6" fmla="*/ 3807 h 142923"/>
              <a:gd name="connsiteX7" fmla="*/ 0 w 90211"/>
              <a:gd name="connsiteY7" fmla="*/ 138957 h 142923"/>
              <a:gd name="connsiteX8" fmla="*/ 634 w 90211"/>
              <a:gd name="connsiteY8" fmla="*/ 138957 h 142923"/>
              <a:gd name="connsiteX9" fmla="*/ 8878 w 90211"/>
              <a:gd name="connsiteY9" fmla="*/ 140702 h 1429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211" h="142923">
                <a:moveTo>
                  <a:pt x="8878" y="140861"/>
                </a:moveTo>
                <a:cubicBezTo>
                  <a:pt x="12208" y="141337"/>
                  <a:pt x="15379" y="142923"/>
                  <a:pt x="18867" y="142923"/>
                </a:cubicBezTo>
                <a:cubicBezTo>
                  <a:pt x="46612" y="142923"/>
                  <a:pt x="69759" y="126743"/>
                  <a:pt x="81650" y="103584"/>
                </a:cubicBezTo>
                <a:cubicBezTo>
                  <a:pt x="82918" y="101046"/>
                  <a:pt x="84187" y="98666"/>
                  <a:pt x="85296" y="95811"/>
                </a:cubicBezTo>
                <a:cubicBezTo>
                  <a:pt x="88150" y="88038"/>
                  <a:pt x="90211" y="80107"/>
                  <a:pt x="90211" y="71382"/>
                </a:cubicBezTo>
                <a:cubicBezTo>
                  <a:pt x="90211" y="31884"/>
                  <a:pt x="58344" y="0"/>
                  <a:pt x="18867" y="0"/>
                </a:cubicBezTo>
                <a:cubicBezTo>
                  <a:pt x="12208" y="0"/>
                  <a:pt x="6183" y="2062"/>
                  <a:pt x="0" y="3807"/>
                </a:cubicBezTo>
                <a:lnTo>
                  <a:pt x="0" y="138957"/>
                </a:lnTo>
                <a:cubicBezTo>
                  <a:pt x="0" y="138957"/>
                  <a:pt x="317" y="138957"/>
                  <a:pt x="634" y="138957"/>
                </a:cubicBezTo>
                <a:cubicBezTo>
                  <a:pt x="3329" y="139751"/>
                  <a:pt x="6025" y="140227"/>
                  <a:pt x="8878" y="140702"/>
                </a:cubicBezTo>
                <a:close/>
              </a:path>
            </a:pathLst>
          </a:custGeom>
          <a:solidFill>
            <a:srgbClr val="7030A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42" name="Freeform 741">
            <a:extLst>
              <a:ext uri="{FF2B5EF4-FFF2-40B4-BE49-F238E27FC236}">
                <a16:creationId xmlns:a16="http://schemas.microsoft.com/office/drawing/2014/main" id="{A73CB3D3-6B01-A9B6-5187-AE97DB0AB994}"/>
              </a:ext>
            </a:extLst>
          </p:cNvPr>
          <p:cNvSpPr/>
          <p:nvPr userDrawn="1"/>
        </p:nvSpPr>
        <p:spPr>
          <a:xfrm>
            <a:off x="11973923" y="4044797"/>
            <a:ext cx="146652" cy="126358"/>
          </a:xfrm>
          <a:custGeom>
            <a:avLst/>
            <a:gdLst>
              <a:gd name="connsiteX0" fmla="*/ 21087 w 146652"/>
              <a:gd name="connsiteY0" fmla="*/ 22049 h 146730"/>
              <a:gd name="connsiteX1" fmla="*/ 19184 w 146652"/>
              <a:gd name="connsiteY1" fmla="*/ 24905 h 146730"/>
              <a:gd name="connsiteX2" fmla="*/ 19184 w 146652"/>
              <a:gd name="connsiteY2" fmla="*/ 24905 h 146730"/>
              <a:gd name="connsiteX3" fmla="*/ 2061 w 146652"/>
              <a:gd name="connsiteY3" fmla="*/ 63451 h 146730"/>
              <a:gd name="connsiteX4" fmla="*/ 317 w 146652"/>
              <a:gd name="connsiteY4" fmla="*/ 71858 h 146730"/>
              <a:gd name="connsiteX5" fmla="*/ 0 w 146652"/>
              <a:gd name="connsiteY5" fmla="*/ 72810 h 146730"/>
              <a:gd name="connsiteX6" fmla="*/ 1745 w 146652"/>
              <a:gd name="connsiteY6" fmla="*/ 81376 h 146730"/>
              <a:gd name="connsiteX7" fmla="*/ 3488 w 146652"/>
              <a:gd name="connsiteY7" fmla="*/ 89783 h 146730"/>
              <a:gd name="connsiteX8" fmla="*/ 18233 w 146652"/>
              <a:gd name="connsiteY8" fmla="*/ 120239 h 146730"/>
              <a:gd name="connsiteX9" fmla="*/ 22514 w 146652"/>
              <a:gd name="connsiteY9" fmla="*/ 125792 h 146730"/>
              <a:gd name="connsiteX10" fmla="*/ 73406 w 146652"/>
              <a:gd name="connsiteY10" fmla="*/ 146730 h 146730"/>
              <a:gd name="connsiteX11" fmla="*/ 106859 w 146652"/>
              <a:gd name="connsiteY11" fmla="*/ 137530 h 146730"/>
              <a:gd name="connsiteX12" fmla="*/ 109713 w 146652"/>
              <a:gd name="connsiteY12" fmla="*/ 135626 h 146730"/>
              <a:gd name="connsiteX13" fmla="*/ 110505 w 146652"/>
              <a:gd name="connsiteY13" fmla="*/ 134992 h 146730"/>
              <a:gd name="connsiteX14" fmla="*/ 111932 w 146652"/>
              <a:gd name="connsiteY14" fmla="*/ 134040 h 146730"/>
              <a:gd name="connsiteX15" fmla="*/ 112567 w 146652"/>
              <a:gd name="connsiteY15" fmla="*/ 133564 h 146730"/>
              <a:gd name="connsiteX16" fmla="*/ 119701 w 146652"/>
              <a:gd name="connsiteY16" fmla="*/ 128805 h 146730"/>
              <a:gd name="connsiteX17" fmla="*/ 146653 w 146652"/>
              <a:gd name="connsiteY17" fmla="*/ 73286 h 146730"/>
              <a:gd name="connsiteX18" fmla="*/ 115738 w 146652"/>
              <a:gd name="connsiteY18" fmla="*/ 15070 h 146730"/>
              <a:gd name="connsiteX19" fmla="*/ 108762 w 146652"/>
              <a:gd name="connsiteY19" fmla="*/ 10311 h 146730"/>
              <a:gd name="connsiteX20" fmla="*/ 88468 w 146652"/>
              <a:gd name="connsiteY20" fmla="*/ 3014 h 146730"/>
              <a:gd name="connsiteX21" fmla="*/ 80223 w 146652"/>
              <a:gd name="connsiteY21" fmla="*/ 1428 h 146730"/>
              <a:gd name="connsiteX22" fmla="*/ 73406 w 146652"/>
              <a:gd name="connsiteY22" fmla="*/ 0 h 146730"/>
              <a:gd name="connsiteX23" fmla="*/ 28063 w 146652"/>
              <a:gd name="connsiteY23" fmla="*/ 17132 h 146730"/>
              <a:gd name="connsiteX24" fmla="*/ 21087 w 146652"/>
              <a:gd name="connsiteY24" fmla="*/ 22208 h 1467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146652" h="146730">
                <a:moveTo>
                  <a:pt x="21087" y="22049"/>
                </a:moveTo>
                <a:cubicBezTo>
                  <a:pt x="20294" y="22842"/>
                  <a:pt x="19818" y="24111"/>
                  <a:pt x="19184" y="24905"/>
                </a:cubicBezTo>
                <a:lnTo>
                  <a:pt x="19184" y="24905"/>
                </a:lnTo>
                <a:cubicBezTo>
                  <a:pt x="9830" y="35533"/>
                  <a:pt x="4122" y="48857"/>
                  <a:pt x="2061" y="63451"/>
                </a:cubicBezTo>
                <a:cubicBezTo>
                  <a:pt x="1586" y="66306"/>
                  <a:pt x="476" y="68844"/>
                  <a:pt x="317" y="71858"/>
                </a:cubicBezTo>
                <a:cubicBezTo>
                  <a:pt x="317" y="72334"/>
                  <a:pt x="0" y="72810"/>
                  <a:pt x="0" y="72810"/>
                </a:cubicBezTo>
                <a:cubicBezTo>
                  <a:pt x="0" y="76141"/>
                  <a:pt x="1427" y="78679"/>
                  <a:pt x="1745" y="81376"/>
                </a:cubicBezTo>
                <a:cubicBezTo>
                  <a:pt x="2061" y="84231"/>
                  <a:pt x="2854" y="86928"/>
                  <a:pt x="3488" y="89783"/>
                </a:cubicBezTo>
                <a:cubicBezTo>
                  <a:pt x="6183" y="101204"/>
                  <a:pt x="10940" y="111515"/>
                  <a:pt x="18233" y="120239"/>
                </a:cubicBezTo>
                <a:cubicBezTo>
                  <a:pt x="19818" y="121984"/>
                  <a:pt x="20769" y="124205"/>
                  <a:pt x="22514" y="125792"/>
                </a:cubicBezTo>
                <a:cubicBezTo>
                  <a:pt x="35672" y="138640"/>
                  <a:pt x="53588" y="146730"/>
                  <a:pt x="73406" y="146730"/>
                </a:cubicBezTo>
                <a:cubicBezTo>
                  <a:pt x="85614" y="146730"/>
                  <a:pt x="96712" y="142923"/>
                  <a:pt x="106859" y="137530"/>
                </a:cubicBezTo>
                <a:cubicBezTo>
                  <a:pt x="107810" y="137054"/>
                  <a:pt x="108762" y="136102"/>
                  <a:pt x="109713" y="135626"/>
                </a:cubicBezTo>
                <a:cubicBezTo>
                  <a:pt x="110029" y="135468"/>
                  <a:pt x="110347" y="135150"/>
                  <a:pt x="110505" y="134992"/>
                </a:cubicBezTo>
                <a:cubicBezTo>
                  <a:pt x="110980" y="134675"/>
                  <a:pt x="111457" y="134357"/>
                  <a:pt x="111932" y="134040"/>
                </a:cubicBezTo>
                <a:cubicBezTo>
                  <a:pt x="111932" y="134040"/>
                  <a:pt x="112408" y="133723"/>
                  <a:pt x="112567" y="133564"/>
                </a:cubicBezTo>
                <a:cubicBezTo>
                  <a:pt x="114944" y="131978"/>
                  <a:pt x="117481" y="130550"/>
                  <a:pt x="119701" y="128805"/>
                </a:cubicBezTo>
                <a:cubicBezTo>
                  <a:pt x="135713" y="115322"/>
                  <a:pt x="146653" y="95970"/>
                  <a:pt x="146653" y="73286"/>
                </a:cubicBezTo>
                <a:cubicBezTo>
                  <a:pt x="146653" y="48857"/>
                  <a:pt x="133970" y="28394"/>
                  <a:pt x="115738" y="15070"/>
                </a:cubicBezTo>
                <a:cubicBezTo>
                  <a:pt x="113359" y="13325"/>
                  <a:pt x="111139" y="11739"/>
                  <a:pt x="108762" y="10311"/>
                </a:cubicBezTo>
                <a:cubicBezTo>
                  <a:pt x="102419" y="6821"/>
                  <a:pt x="95761" y="4600"/>
                  <a:pt x="88468" y="3014"/>
                </a:cubicBezTo>
                <a:cubicBezTo>
                  <a:pt x="85773" y="2380"/>
                  <a:pt x="83078" y="1586"/>
                  <a:pt x="80223" y="1428"/>
                </a:cubicBezTo>
                <a:cubicBezTo>
                  <a:pt x="77845" y="1111"/>
                  <a:pt x="75784" y="0"/>
                  <a:pt x="73406" y="0"/>
                </a:cubicBezTo>
                <a:cubicBezTo>
                  <a:pt x="55966" y="0"/>
                  <a:pt x="40746" y="6980"/>
                  <a:pt x="28063" y="17132"/>
                </a:cubicBezTo>
                <a:cubicBezTo>
                  <a:pt x="25843" y="19035"/>
                  <a:pt x="23148" y="20146"/>
                  <a:pt x="21087" y="22208"/>
                </a:cubicBezTo>
                <a:close/>
              </a:path>
            </a:pathLst>
          </a:custGeom>
          <a:solidFill>
            <a:srgbClr val="FF7D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43" name="Freeform 742">
            <a:extLst>
              <a:ext uri="{FF2B5EF4-FFF2-40B4-BE49-F238E27FC236}">
                <a16:creationId xmlns:a16="http://schemas.microsoft.com/office/drawing/2014/main" id="{57D59174-6AD8-430D-40BF-50C6B17C2790}"/>
              </a:ext>
            </a:extLst>
          </p:cNvPr>
          <p:cNvSpPr/>
          <p:nvPr userDrawn="1"/>
        </p:nvSpPr>
        <p:spPr>
          <a:xfrm>
            <a:off x="8873763" y="4584288"/>
            <a:ext cx="146652" cy="126358"/>
          </a:xfrm>
          <a:custGeom>
            <a:avLst/>
            <a:gdLst>
              <a:gd name="connsiteX0" fmla="*/ 146494 w 146652"/>
              <a:gd name="connsiteY0" fmla="*/ 71858 h 146730"/>
              <a:gd name="connsiteX1" fmla="*/ 145068 w 146652"/>
              <a:gd name="connsiteY1" fmla="*/ 65196 h 146730"/>
              <a:gd name="connsiteX2" fmla="*/ 143323 w 146652"/>
              <a:gd name="connsiteY2" fmla="*/ 56789 h 146730"/>
              <a:gd name="connsiteX3" fmla="*/ 142689 w 146652"/>
              <a:gd name="connsiteY3" fmla="*/ 53458 h 146730"/>
              <a:gd name="connsiteX4" fmla="*/ 140945 w 146652"/>
              <a:gd name="connsiteY4" fmla="*/ 45050 h 146730"/>
              <a:gd name="connsiteX5" fmla="*/ 140787 w 146652"/>
              <a:gd name="connsiteY5" fmla="*/ 44574 h 146730"/>
              <a:gd name="connsiteX6" fmla="*/ 135872 w 146652"/>
              <a:gd name="connsiteY6" fmla="*/ 37277 h 146730"/>
              <a:gd name="connsiteX7" fmla="*/ 132067 w 146652"/>
              <a:gd name="connsiteY7" fmla="*/ 31725 h 146730"/>
              <a:gd name="connsiteX8" fmla="*/ 127311 w 146652"/>
              <a:gd name="connsiteY8" fmla="*/ 24746 h 146730"/>
              <a:gd name="connsiteX9" fmla="*/ 124299 w 146652"/>
              <a:gd name="connsiteY9" fmla="*/ 20939 h 146730"/>
              <a:gd name="connsiteX10" fmla="*/ 117164 w 146652"/>
              <a:gd name="connsiteY10" fmla="*/ 16180 h 146730"/>
              <a:gd name="connsiteX11" fmla="*/ 73247 w 146652"/>
              <a:gd name="connsiteY11" fmla="*/ 0 h 146730"/>
              <a:gd name="connsiteX12" fmla="*/ 28063 w 146652"/>
              <a:gd name="connsiteY12" fmla="*/ 16973 h 146730"/>
              <a:gd name="connsiteX13" fmla="*/ 21087 w 146652"/>
              <a:gd name="connsiteY13" fmla="*/ 22049 h 146730"/>
              <a:gd name="connsiteX14" fmla="*/ 0 w 146652"/>
              <a:gd name="connsiteY14" fmla="*/ 73444 h 146730"/>
              <a:gd name="connsiteX15" fmla="*/ 4597 w 146652"/>
              <a:gd name="connsiteY15" fmla="*/ 96287 h 146730"/>
              <a:gd name="connsiteX16" fmla="*/ 7451 w 146652"/>
              <a:gd name="connsiteY16" fmla="*/ 104377 h 146730"/>
              <a:gd name="connsiteX17" fmla="*/ 62784 w 146652"/>
              <a:gd name="connsiteY17" fmla="*/ 144510 h 146730"/>
              <a:gd name="connsiteX18" fmla="*/ 71186 w 146652"/>
              <a:gd name="connsiteY18" fmla="*/ 146254 h 146730"/>
              <a:gd name="connsiteX19" fmla="*/ 73406 w 146652"/>
              <a:gd name="connsiteY19" fmla="*/ 146730 h 146730"/>
              <a:gd name="connsiteX20" fmla="*/ 145225 w 146652"/>
              <a:gd name="connsiteY20" fmla="*/ 80424 h 146730"/>
              <a:gd name="connsiteX21" fmla="*/ 146653 w 146652"/>
              <a:gd name="connsiteY21" fmla="*/ 73444 h 146730"/>
              <a:gd name="connsiteX22" fmla="*/ 146335 w 146652"/>
              <a:gd name="connsiteY22" fmla="*/ 72017 h 1467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146652" h="146730">
                <a:moveTo>
                  <a:pt x="146494" y="71858"/>
                </a:moveTo>
                <a:cubicBezTo>
                  <a:pt x="146494" y="69479"/>
                  <a:pt x="145384" y="67417"/>
                  <a:pt x="145068" y="65196"/>
                </a:cubicBezTo>
                <a:cubicBezTo>
                  <a:pt x="144750" y="62341"/>
                  <a:pt x="143958" y="59644"/>
                  <a:pt x="143323" y="56789"/>
                </a:cubicBezTo>
                <a:cubicBezTo>
                  <a:pt x="143007" y="55678"/>
                  <a:pt x="143007" y="54568"/>
                  <a:pt x="142689" y="53458"/>
                </a:cubicBezTo>
                <a:cubicBezTo>
                  <a:pt x="141897" y="50761"/>
                  <a:pt x="142055" y="47588"/>
                  <a:pt x="140945" y="45050"/>
                </a:cubicBezTo>
                <a:cubicBezTo>
                  <a:pt x="140945" y="44733"/>
                  <a:pt x="140787" y="44574"/>
                  <a:pt x="140787" y="44574"/>
                </a:cubicBezTo>
                <a:cubicBezTo>
                  <a:pt x="139518" y="41561"/>
                  <a:pt x="137298" y="39657"/>
                  <a:pt x="135872" y="37277"/>
                </a:cubicBezTo>
                <a:cubicBezTo>
                  <a:pt x="134762" y="35215"/>
                  <a:pt x="133335" y="33471"/>
                  <a:pt x="132067" y="31725"/>
                </a:cubicBezTo>
                <a:cubicBezTo>
                  <a:pt x="130481" y="29346"/>
                  <a:pt x="129213" y="26808"/>
                  <a:pt x="127311" y="24746"/>
                </a:cubicBezTo>
                <a:cubicBezTo>
                  <a:pt x="126201" y="23477"/>
                  <a:pt x="125408" y="22049"/>
                  <a:pt x="124299" y="20939"/>
                </a:cubicBezTo>
                <a:cubicBezTo>
                  <a:pt x="122237" y="18877"/>
                  <a:pt x="119384" y="17925"/>
                  <a:pt x="117164" y="16180"/>
                </a:cubicBezTo>
                <a:cubicBezTo>
                  <a:pt x="104797" y="6663"/>
                  <a:pt x="90053" y="0"/>
                  <a:pt x="73247" y="0"/>
                </a:cubicBezTo>
                <a:cubicBezTo>
                  <a:pt x="56441" y="0"/>
                  <a:pt x="40587" y="6980"/>
                  <a:pt x="28063" y="16973"/>
                </a:cubicBezTo>
                <a:cubicBezTo>
                  <a:pt x="25843" y="18877"/>
                  <a:pt x="22989" y="19987"/>
                  <a:pt x="21087" y="22049"/>
                </a:cubicBezTo>
                <a:cubicBezTo>
                  <a:pt x="8086" y="35215"/>
                  <a:pt x="0" y="53299"/>
                  <a:pt x="0" y="73444"/>
                </a:cubicBezTo>
                <a:cubicBezTo>
                  <a:pt x="0" y="81535"/>
                  <a:pt x="2220" y="88990"/>
                  <a:pt x="4597" y="96287"/>
                </a:cubicBezTo>
                <a:cubicBezTo>
                  <a:pt x="5549" y="98984"/>
                  <a:pt x="6183" y="101839"/>
                  <a:pt x="7451" y="104377"/>
                </a:cubicBezTo>
                <a:cubicBezTo>
                  <a:pt x="17598" y="126109"/>
                  <a:pt x="38209" y="140861"/>
                  <a:pt x="62784" y="144510"/>
                </a:cubicBezTo>
                <a:cubicBezTo>
                  <a:pt x="65637" y="144986"/>
                  <a:pt x="68332" y="146096"/>
                  <a:pt x="71186" y="146254"/>
                </a:cubicBezTo>
                <a:cubicBezTo>
                  <a:pt x="71978" y="146254"/>
                  <a:pt x="72613" y="146730"/>
                  <a:pt x="73406" y="146730"/>
                </a:cubicBezTo>
                <a:cubicBezTo>
                  <a:pt x="111457" y="146730"/>
                  <a:pt x="141579" y="117543"/>
                  <a:pt x="145225" y="80424"/>
                </a:cubicBezTo>
                <a:cubicBezTo>
                  <a:pt x="145543" y="78045"/>
                  <a:pt x="146653" y="75824"/>
                  <a:pt x="146653" y="73444"/>
                </a:cubicBezTo>
                <a:cubicBezTo>
                  <a:pt x="146653" y="72969"/>
                  <a:pt x="146335" y="72493"/>
                  <a:pt x="146335" y="72017"/>
                </a:cubicBezTo>
                <a:close/>
              </a:path>
            </a:pathLst>
          </a:custGeom>
          <a:solidFill>
            <a:srgbClr val="7030A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44" name="Freeform 743">
            <a:extLst>
              <a:ext uri="{FF2B5EF4-FFF2-40B4-BE49-F238E27FC236}">
                <a16:creationId xmlns:a16="http://schemas.microsoft.com/office/drawing/2014/main" id="{0D4C1A71-670B-728F-5BF2-E79B730A5EDE}"/>
              </a:ext>
            </a:extLst>
          </p:cNvPr>
          <p:cNvSpPr/>
          <p:nvPr userDrawn="1"/>
        </p:nvSpPr>
        <p:spPr>
          <a:xfrm>
            <a:off x="7593206" y="3168381"/>
            <a:ext cx="146811" cy="126358"/>
          </a:xfrm>
          <a:custGeom>
            <a:avLst/>
            <a:gdLst>
              <a:gd name="connsiteX0" fmla="*/ 25208 w 146811"/>
              <a:gd name="connsiteY0" fmla="*/ 127695 h 146730"/>
              <a:gd name="connsiteX1" fmla="*/ 34404 w 146811"/>
              <a:gd name="connsiteY1" fmla="*/ 133881 h 146730"/>
              <a:gd name="connsiteX2" fmla="*/ 41380 w 146811"/>
              <a:gd name="connsiteY2" fmla="*/ 138640 h 146730"/>
              <a:gd name="connsiteX3" fmla="*/ 73405 w 146811"/>
              <a:gd name="connsiteY3" fmla="*/ 146730 h 146730"/>
              <a:gd name="connsiteX4" fmla="*/ 118590 w 146811"/>
              <a:gd name="connsiteY4" fmla="*/ 129757 h 146730"/>
              <a:gd name="connsiteX5" fmla="*/ 125566 w 146811"/>
              <a:gd name="connsiteY5" fmla="*/ 124681 h 146730"/>
              <a:gd name="connsiteX6" fmla="*/ 141896 w 146811"/>
              <a:gd name="connsiteY6" fmla="*/ 97080 h 146730"/>
              <a:gd name="connsiteX7" fmla="*/ 143640 w 146811"/>
              <a:gd name="connsiteY7" fmla="*/ 88673 h 146730"/>
              <a:gd name="connsiteX8" fmla="*/ 144116 w 146811"/>
              <a:gd name="connsiteY8" fmla="*/ 85976 h 146730"/>
              <a:gd name="connsiteX9" fmla="*/ 145860 w 146811"/>
              <a:gd name="connsiteY9" fmla="*/ 77569 h 146730"/>
              <a:gd name="connsiteX10" fmla="*/ 146811 w 146811"/>
              <a:gd name="connsiteY10" fmla="*/ 73286 h 146730"/>
              <a:gd name="connsiteX11" fmla="*/ 146811 w 146811"/>
              <a:gd name="connsiteY11" fmla="*/ 72969 h 146730"/>
              <a:gd name="connsiteX12" fmla="*/ 145067 w 146811"/>
              <a:gd name="connsiteY12" fmla="*/ 64561 h 146730"/>
              <a:gd name="connsiteX13" fmla="*/ 144750 w 146811"/>
              <a:gd name="connsiteY13" fmla="*/ 63292 h 146730"/>
              <a:gd name="connsiteX14" fmla="*/ 143006 w 146811"/>
              <a:gd name="connsiteY14" fmla="*/ 55044 h 146730"/>
              <a:gd name="connsiteX15" fmla="*/ 73405 w 146811"/>
              <a:gd name="connsiteY15" fmla="*/ 0 h 146730"/>
              <a:gd name="connsiteX16" fmla="*/ 51209 w 146811"/>
              <a:gd name="connsiteY16" fmla="*/ 4442 h 146730"/>
              <a:gd name="connsiteX17" fmla="*/ 43124 w 146811"/>
              <a:gd name="connsiteY17" fmla="*/ 6821 h 146730"/>
              <a:gd name="connsiteX18" fmla="*/ 0 w 146811"/>
              <a:gd name="connsiteY18" fmla="*/ 73286 h 146730"/>
              <a:gd name="connsiteX19" fmla="*/ 19184 w 146811"/>
              <a:gd name="connsiteY19" fmla="*/ 121667 h 146730"/>
              <a:gd name="connsiteX20" fmla="*/ 25208 w 146811"/>
              <a:gd name="connsiteY20" fmla="*/ 127695 h 1467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46811" h="146730">
                <a:moveTo>
                  <a:pt x="25208" y="127695"/>
                </a:moveTo>
                <a:cubicBezTo>
                  <a:pt x="28062" y="130075"/>
                  <a:pt x="31233" y="131819"/>
                  <a:pt x="34404" y="133881"/>
                </a:cubicBezTo>
                <a:cubicBezTo>
                  <a:pt x="36782" y="135468"/>
                  <a:pt x="38843" y="137371"/>
                  <a:pt x="41380" y="138640"/>
                </a:cubicBezTo>
                <a:cubicBezTo>
                  <a:pt x="51209" y="143558"/>
                  <a:pt x="61832" y="146730"/>
                  <a:pt x="73405" y="146730"/>
                </a:cubicBezTo>
                <a:cubicBezTo>
                  <a:pt x="90687" y="146730"/>
                  <a:pt x="106066" y="139751"/>
                  <a:pt x="118590" y="129757"/>
                </a:cubicBezTo>
                <a:cubicBezTo>
                  <a:pt x="120810" y="127854"/>
                  <a:pt x="123505" y="126743"/>
                  <a:pt x="125566" y="124681"/>
                </a:cubicBezTo>
                <a:cubicBezTo>
                  <a:pt x="133018" y="117067"/>
                  <a:pt x="138250" y="107549"/>
                  <a:pt x="141896" y="97080"/>
                </a:cubicBezTo>
                <a:cubicBezTo>
                  <a:pt x="142847" y="94383"/>
                  <a:pt x="143006" y="91528"/>
                  <a:pt x="143640" y="88673"/>
                </a:cubicBezTo>
                <a:cubicBezTo>
                  <a:pt x="143799" y="87721"/>
                  <a:pt x="143957" y="86928"/>
                  <a:pt x="144116" y="85976"/>
                </a:cubicBezTo>
                <a:cubicBezTo>
                  <a:pt x="144592" y="83121"/>
                  <a:pt x="145702" y="80583"/>
                  <a:pt x="145860" y="77569"/>
                </a:cubicBezTo>
                <a:cubicBezTo>
                  <a:pt x="145860" y="76141"/>
                  <a:pt x="146811" y="74872"/>
                  <a:pt x="146811" y="73286"/>
                </a:cubicBezTo>
                <a:lnTo>
                  <a:pt x="146811" y="72969"/>
                </a:lnTo>
                <a:cubicBezTo>
                  <a:pt x="146811" y="69955"/>
                  <a:pt x="145384" y="67417"/>
                  <a:pt x="145067" y="64561"/>
                </a:cubicBezTo>
                <a:cubicBezTo>
                  <a:pt x="145067" y="64086"/>
                  <a:pt x="144909" y="63610"/>
                  <a:pt x="144750" y="63292"/>
                </a:cubicBezTo>
                <a:cubicBezTo>
                  <a:pt x="144274" y="60437"/>
                  <a:pt x="143799" y="57740"/>
                  <a:pt x="143006" y="55044"/>
                </a:cubicBezTo>
                <a:cubicBezTo>
                  <a:pt x="134762" y="23636"/>
                  <a:pt x="107493" y="0"/>
                  <a:pt x="73405" y="0"/>
                </a:cubicBezTo>
                <a:cubicBezTo>
                  <a:pt x="65478" y="0"/>
                  <a:pt x="58344" y="2221"/>
                  <a:pt x="51209" y="4442"/>
                </a:cubicBezTo>
                <a:cubicBezTo>
                  <a:pt x="48514" y="5394"/>
                  <a:pt x="45660" y="5711"/>
                  <a:pt x="43124" y="6821"/>
                </a:cubicBezTo>
                <a:cubicBezTo>
                  <a:pt x="17915" y="18401"/>
                  <a:pt x="0" y="43622"/>
                  <a:pt x="0" y="73286"/>
                </a:cubicBezTo>
                <a:cubicBezTo>
                  <a:pt x="0" y="92004"/>
                  <a:pt x="7610" y="108660"/>
                  <a:pt x="19184" y="121667"/>
                </a:cubicBezTo>
                <a:cubicBezTo>
                  <a:pt x="21086" y="123888"/>
                  <a:pt x="22989" y="125792"/>
                  <a:pt x="25208" y="127695"/>
                </a:cubicBezTo>
                <a:close/>
              </a:path>
            </a:pathLst>
          </a:custGeom>
          <a:solidFill>
            <a:srgbClr val="7030A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45" name="Freeform 744">
            <a:extLst>
              <a:ext uri="{FF2B5EF4-FFF2-40B4-BE49-F238E27FC236}">
                <a16:creationId xmlns:a16="http://schemas.microsoft.com/office/drawing/2014/main" id="{83A9B259-ECEF-1D16-AD1B-89486EA6D4DD}"/>
              </a:ext>
            </a:extLst>
          </p:cNvPr>
          <p:cNvSpPr/>
          <p:nvPr userDrawn="1"/>
        </p:nvSpPr>
        <p:spPr>
          <a:xfrm>
            <a:off x="11569637" y="3640456"/>
            <a:ext cx="146495" cy="126221"/>
          </a:xfrm>
          <a:custGeom>
            <a:avLst/>
            <a:gdLst>
              <a:gd name="connsiteX0" fmla="*/ 58661 w 146495"/>
              <a:gd name="connsiteY0" fmla="*/ 2697 h 146571"/>
              <a:gd name="connsiteX1" fmla="*/ 52954 w 146495"/>
              <a:gd name="connsiteY1" fmla="*/ 3807 h 146571"/>
              <a:gd name="connsiteX2" fmla="*/ 43599 w 146495"/>
              <a:gd name="connsiteY2" fmla="*/ 6186 h 146571"/>
              <a:gd name="connsiteX3" fmla="*/ 29014 w 146495"/>
              <a:gd name="connsiteY3" fmla="*/ 16021 h 146571"/>
              <a:gd name="connsiteX4" fmla="*/ 21879 w 146495"/>
              <a:gd name="connsiteY4" fmla="*/ 20780 h 146571"/>
              <a:gd name="connsiteX5" fmla="*/ 19025 w 146495"/>
              <a:gd name="connsiteY5" fmla="*/ 24746 h 146571"/>
              <a:gd name="connsiteX6" fmla="*/ 19025 w 146495"/>
              <a:gd name="connsiteY6" fmla="*/ 24746 h 146571"/>
              <a:gd name="connsiteX7" fmla="*/ 2537 w 146495"/>
              <a:gd name="connsiteY7" fmla="*/ 60437 h 146571"/>
              <a:gd name="connsiteX8" fmla="*/ 2220 w 146495"/>
              <a:gd name="connsiteY8" fmla="*/ 61865 h 146571"/>
              <a:gd name="connsiteX9" fmla="*/ 0 w 146495"/>
              <a:gd name="connsiteY9" fmla="*/ 72651 h 146571"/>
              <a:gd name="connsiteX10" fmla="*/ 0 w 146495"/>
              <a:gd name="connsiteY10" fmla="*/ 73127 h 146571"/>
              <a:gd name="connsiteX11" fmla="*/ 1902 w 146495"/>
              <a:gd name="connsiteY11" fmla="*/ 83121 h 146571"/>
              <a:gd name="connsiteX12" fmla="*/ 3647 w 146495"/>
              <a:gd name="connsiteY12" fmla="*/ 91369 h 146571"/>
              <a:gd name="connsiteX13" fmla="*/ 3964 w 146495"/>
              <a:gd name="connsiteY13" fmla="*/ 92956 h 146571"/>
              <a:gd name="connsiteX14" fmla="*/ 5708 w 146495"/>
              <a:gd name="connsiteY14" fmla="*/ 101363 h 146571"/>
              <a:gd name="connsiteX15" fmla="*/ 57235 w 146495"/>
              <a:gd name="connsiteY15" fmla="*/ 143240 h 146571"/>
              <a:gd name="connsiteX16" fmla="*/ 70393 w 146495"/>
              <a:gd name="connsiteY16" fmla="*/ 145937 h 146571"/>
              <a:gd name="connsiteX17" fmla="*/ 73247 w 146495"/>
              <a:gd name="connsiteY17" fmla="*/ 146571 h 146571"/>
              <a:gd name="connsiteX18" fmla="*/ 112249 w 146495"/>
              <a:gd name="connsiteY18" fmla="*/ 133723 h 146571"/>
              <a:gd name="connsiteX19" fmla="*/ 112249 w 146495"/>
              <a:gd name="connsiteY19" fmla="*/ 133723 h 146571"/>
              <a:gd name="connsiteX20" fmla="*/ 112883 w 146495"/>
              <a:gd name="connsiteY20" fmla="*/ 133247 h 146571"/>
              <a:gd name="connsiteX21" fmla="*/ 120335 w 146495"/>
              <a:gd name="connsiteY21" fmla="*/ 128171 h 146571"/>
              <a:gd name="connsiteX22" fmla="*/ 121445 w 146495"/>
              <a:gd name="connsiteY22" fmla="*/ 127536 h 146571"/>
              <a:gd name="connsiteX23" fmla="*/ 121445 w 146495"/>
              <a:gd name="connsiteY23" fmla="*/ 127536 h 146571"/>
              <a:gd name="connsiteX24" fmla="*/ 127470 w 146495"/>
              <a:gd name="connsiteY24" fmla="*/ 121508 h 146571"/>
              <a:gd name="connsiteX25" fmla="*/ 136189 w 146495"/>
              <a:gd name="connsiteY25" fmla="*/ 108501 h 146571"/>
              <a:gd name="connsiteX26" fmla="*/ 140945 w 146495"/>
              <a:gd name="connsiteY26" fmla="*/ 100887 h 146571"/>
              <a:gd name="connsiteX27" fmla="*/ 146495 w 146495"/>
              <a:gd name="connsiteY27" fmla="*/ 73286 h 146571"/>
              <a:gd name="connsiteX28" fmla="*/ 124140 w 146495"/>
              <a:gd name="connsiteY28" fmla="*/ 20780 h 146571"/>
              <a:gd name="connsiteX29" fmla="*/ 117005 w 146495"/>
              <a:gd name="connsiteY29" fmla="*/ 16021 h 146571"/>
              <a:gd name="connsiteX30" fmla="*/ 109237 w 146495"/>
              <a:gd name="connsiteY30" fmla="*/ 10787 h 146571"/>
              <a:gd name="connsiteX31" fmla="*/ 102102 w 146495"/>
              <a:gd name="connsiteY31" fmla="*/ 6028 h 146571"/>
              <a:gd name="connsiteX32" fmla="*/ 73247 w 146495"/>
              <a:gd name="connsiteY32" fmla="*/ 0 h 146571"/>
              <a:gd name="connsiteX33" fmla="*/ 67698 w 146495"/>
              <a:gd name="connsiteY33" fmla="*/ 1110 h 146571"/>
              <a:gd name="connsiteX34" fmla="*/ 66906 w 146495"/>
              <a:gd name="connsiteY34" fmla="*/ 1269 h 146571"/>
              <a:gd name="connsiteX35" fmla="*/ 58661 w 146495"/>
              <a:gd name="connsiteY35" fmla="*/ 3014 h 146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46495" h="146571">
                <a:moveTo>
                  <a:pt x="58661" y="2697"/>
                </a:moveTo>
                <a:cubicBezTo>
                  <a:pt x="56759" y="3172"/>
                  <a:pt x="54698" y="3331"/>
                  <a:pt x="52954" y="3807"/>
                </a:cubicBezTo>
                <a:cubicBezTo>
                  <a:pt x="49783" y="4759"/>
                  <a:pt x="46453" y="4917"/>
                  <a:pt x="43599" y="6186"/>
                </a:cubicBezTo>
                <a:cubicBezTo>
                  <a:pt x="38210" y="8566"/>
                  <a:pt x="33611" y="12373"/>
                  <a:pt x="29014" y="16021"/>
                </a:cubicBezTo>
                <a:cubicBezTo>
                  <a:pt x="26794" y="17766"/>
                  <a:pt x="23940" y="18877"/>
                  <a:pt x="21879" y="20780"/>
                </a:cubicBezTo>
                <a:cubicBezTo>
                  <a:pt x="20769" y="21890"/>
                  <a:pt x="19977" y="23477"/>
                  <a:pt x="19025" y="24746"/>
                </a:cubicBezTo>
                <a:lnTo>
                  <a:pt x="19025" y="24746"/>
                </a:lnTo>
                <a:cubicBezTo>
                  <a:pt x="10306" y="34581"/>
                  <a:pt x="4915" y="46954"/>
                  <a:pt x="2537" y="60437"/>
                </a:cubicBezTo>
                <a:cubicBezTo>
                  <a:pt x="2537" y="60913"/>
                  <a:pt x="2379" y="61389"/>
                  <a:pt x="2220" y="61865"/>
                </a:cubicBezTo>
                <a:cubicBezTo>
                  <a:pt x="1586" y="65513"/>
                  <a:pt x="0" y="68844"/>
                  <a:pt x="0" y="72651"/>
                </a:cubicBezTo>
                <a:lnTo>
                  <a:pt x="0" y="73127"/>
                </a:lnTo>
                <a:cubicBezTo>
                  <a:pt x="0" y="76617"/>
                  <a:pt x="1427" y="79631"/>
                  <a:pt x="1902" y="83121"/>
                </a:cubicBezTo>
                <a:cubicBezTo>
                  <a:pt x="2379" y="85976"/>
                  <a:pt x="2854" y="88673"/>
                  <a:pt x="3647" y="91369"/>
                </a:cubicBezTo>
                <a:cubicBezTo>
                  <a:pt x="3647" y="91845"/>
                  <a:pt x="3806" y="92321"/>
                  <a:pt x="3964" y="92956"/>
                </a:cubicBezTo>
                <a:cubicBezTo>
                  <a:pt x="4757" y="95652"/>
                  <a:pt x="4598" y="98825"/>
                  <a:pt x="5708" y="101363"/>
                </a:cubicBezTo>
                <a:cubicBezTo>
                  <a:pt x="14744" y="122936"/>
                  <a:pt x="34087" y="137847"/>
                  <a:pt x="57235" y="143240"/>
                </a:cubicBezTo>
                <a:cubicBezTo>
                  <a:pt x="61674" y="144192"/>
                  <a:pt x="65796" y="145778"/>
                  <a:pt x="70393" y="145937"/>
                </a:cubicBezTo>
                <a:cubicBezTo>
                  <a:pt x="71503" y="145937"/>
                  <a:pt x="72296" y="146571"/>
                  <a:pt x="73247" y="146571"/>
                </a:cubicBezTo>
                <a:cubicBezTo>
                  <a:pt x="87992" y="146571"/>
                  <a:pt x="100834" y="141178"/>
                  <a:pt x="112249" y="133723"/>
                </a:cubicBezTo>
                <a:lnTo>
                  <a:pt x="112249" y="133723"/>
                </a:lnTo>
                <a:cubicBezTo>
                  <a:pt x="112249" y="133723"/>
                  <a:pt x="112883" y="133247"/>
                  <a:pt x="112883" y="133247"/>
                </a:cubicBezTo>
                <a:cubicBezTo>
                  <a:pt x="115579" y="131343"/>
                  <a:pt x="118115" y="130074"/>
                  <a:pt x="120335" y="128171"/>
                </a:cubicBezTo>
                <a:cubicBezTo>
                  <a:pt x="120652" y="127854"/>
                  <a:pt x="121128" y="127695"/>
                  <a:pt x="121445" y="127536"/>
                </a:cubicBezTo>
                <a:lnTo>
                  <a:pt x="121445" y="127536"/>
                </a:lnTo>
                <a:cubicBezTo>
                  <a:pt x="123665" y="125633"/>
                  <a:pt x="125567" y="123729"/>
                  <a:pt x="127470" y="121508"/>
                </a:cubicBezTo>
                <a:cubicBezTo>
                  <a:pt x="130957" y="117543"/>
                  <a:pt x="133652" y="113101"/>
                  <a:pt x="136189" y="108501"/>
                </a:cubicBezTo>
                <a:cubicBezTo>
                  <a:pt x="137616" y="105804"/>
                  <a:pt x="139677" y="103742"/>
                  <a:pt x="140945" y="100887"/>
                </a:cubicBezTo>
                <a:cubicBezTo>
                  <a:pt x="144434" y="92321"/>
                  <a:pt x="146495" y="83121"/>
                  <a:pt x="146495" y="73286"/>
                </a:cubicBezTo>
                <a:cubicBezTo>
                  <a:pt x="146495" y="52664"/>
                  <a:pt x="137774" y="34105"/>
                  <a:pt x="124140" y="20780"/>
                </a:cubicBezTo>
                <a:cubicBezTo>
                  <a:pt x="122079" y="18718"/>
                  <a:pt x="119384" y="17766"/>
                  <a:pt x="117005" y="16021"/>
                </a:cubicBezTo>
                <a:cubicBezTo>
                  <a:pt x="114469" y="14118"/>
                  <a:pt x="111932" y="12373"/>
                  <a:pt x="109237" y="10787"/>
                </a:cubicBezTo>
                <a:cubicBezTo>
                  <a:pt x="106700" y="9359"/>
                  <a:pt x="104798" y="7138"/>
                  <a:pt x="102102" y="6028"/>
                </a:cubicBezTo>
                <a:cubicBezTo>
                  <a:pt x="93224" y="2221"/>
                  <a:pt x="83553" y="0"/>
                  <a:pt x="73247" y="0"/>
                </a:cubicBezTo>
                <a:cubicBezTo>
                  <a:pt x="71187" y="0"/>
                  <a:pt x="69601" y="952"/>
                  <a:pt x="67698" y="1110"/>
                </a:cubicBezTo>
                <a:cubicBezTo>
                  <a:pt x="67698" y="1110"/>
                  <a:pt x="67223" y="1110"/>
                  <a:pt x="66906" y="1269"/>
                </a:cubicBezTo>
                <a:cubicBezTo>
                  <a:pt x="64052" y="1586"/>
                  <a:pt x="61356" y="2379"/>
                  <a:pt x="58661" y="3014"/>
                </a:cubicBezTo>
                <a:close/>
              </a:path>
            </a:pathLst>
          </a:custGeom>
          <a:solidFill>
            <a:srgbClr val="7030A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46" name="Freeform 745">
            <a:extLst>
              <a:ext uri="{FF2B5EF4-FFF2-40B4-BE49-F238E27FC236}">
                <a16:creationId xmlns:a16="http://schemas.microsoft.com/office/drawing/2014/main" id="{49861530-F002-49DE-2097-490B3161874F}"/>
              </a:ext>
            </a:extLst>
          </p:cNvPr>
          <p:cNvSpPr/>
          <p:nvPr userDrawn="1"/>
        </p:nvSpPr>
        <p:spPr>
          <a:xfrm>
            <a:off x="10221383" y="3909964"/>
            <a:ext cx="146652" cy="126358"/>
          </a:xfrm>
          <a:custGeom>
            <a:avLst/>
            <a:gdLst>
              <a:gd name="connsiteX0" fmla="*/ 118749 w 146652"/>
              <a:gd name="connsiteY0" fmla="*/ 17132 h 146730"/>
              <a:gd name="connsiteX1" fmla="*/ 111773 w 146652"/>
              <a:gd name="connsiteY1" fmla="*/ 12373 h 146730"/>
              <a:gd name="connsiteX2" fmla="*/ 98297 w 146652"/>
              <a:gd name="connsiteY2" fmla="*/ 5076 h 146730"/>
              <a:gd name="connsiteX3" fmla="*/ 93224 w 146652"/>
              <a:gd name="connsiteY3" fmla="*/ 4124 h 146730"/>
              <a:gd name="connsiteX4" fmla="*/ 91955 w 146652"/>
              <a:gd name="connsiteY4" fmla="*/ 3807 h 146730"/>
              <a:gd name="connsiteX5" fmla="*/ 83711 w 146652"/>
              <a:gd name="connsiteY5" fmla="*/ 2062 h 146730"/>
              <a:gd name="connsiteX6" fmla="*/ 73406 w 146652"/>
              <a:gd name="connsiteY6" fmla="*/ 0 h 146730"/>
              <a:gd name="connsiteX7" fmla="*/ 4915 w 146652"/>
              <a:gd name="connsiteY7" fmla="*/ 49650 h 146730"/>
              <a:gd name="connsiteX8" fmla="*/ 3171 w 146652"/>
              <a:gd name="connsiteY8" fmla="*/ 58058 h 146730"/>
              <a:gd name="connsiteX9" fmla="*/ 0 w 146652"/>
              <a:gd name="connsiteY9" fmla="*/ 73444 h 146730"/>
              <a:gd name="connsiteX10" fmla="*/ 6025 w 146652"/>
              <a:gd name="connsiteY10" fmla="*/ 102315 h 146730"/>
              <a:gd name="connsiteX11" fmla="*/ 10781 w 146652"/>
              <a:gd name="connsiteY11" fmla="*/ 109453 h 146730"/>
              <a:gd name="connsiteX12" fmla="*/ 73247 w 146652"/>
              <a:gd name="connsiteY12" fmla="*/ 146730 h 146730"/>
              <a:gd name="connsiteX13" fmla="*/ 129530 w 146652"/>
              <a:gd name="connsiteY13" fmla="*/ 118495 h 146730"/>
              <a:gd name="connsiteX14" fmla="*/ 131591 w 146652"/>
              <a:gd name="connsiteY14" fmla="*/ 115481 h 146730"/>
              <a:gd name="connsiteX15" fmla="*/ 132067 w 146652"/>
              <a:gd name="connsiteY15" fmla="*/ 114688 h 146730"/>
              <a:gd name="connsiteX16" fmla="*/ 136823 w 146652"/>
              <a:gd name="connsiteY16" fmla="*/ 107708 h 146730"/>
              <a:gd name="connsiteX17" fmla="*/ 139994 w 146652"/>
              <a:gd name="connsiteY17" fmla="*/ 102949 h 146730"/>
              <a:gd name="connsiteX18" fmla="*/ 142213 w 146652"/>
              <a:gd name="connsiteY18" fmla="*/ 94700 h 146730"/>
              <a:gd name="connsiteX19" fmla="*/ 144592 w 146652"/>
              <a:gd name="connsiteY19" fmla="*/ 83121 h 146730"/>
              <a:gd name="connsiteX20" fmla="*/ 146335 w 146652"/>
              <a:gd name="connsiteY20" fmla="*/ 74714 h 146730"/>
              <a:gd name="connsiteX21" fmla="*/ 146653 w 146652"/>
              <a:gd name="connsiteY21" fmla="*/ 73286 h 146730"/>
              <a:gd name="connsiteX22" fmla="*/ 144592 w 146652"/>
              <a:gd name="connsiteY22" fmla="*/ 63292 h 146730"/>
              <a:gd name="connsiteX23" fmla="*/ 142848 w 146652"/>
              <a:gd name="connsiteY23" fmla="*/ 55044 h 146730"/>
              <a:gd name="connsiteX24" fmla="*/ 131908 w 146652"/>
              <a:gd name="connsiteY24" fmla="*/ 31725 h 146730"/>
              <a:gd name="connsiteX25" fmla="*/ 127152 w 146652"/>
              <a:gd name="connsiteY25" fmla="*/ 24746 h 146730"/>
              <a:gd name="connsiteX26" fmla="*/ 118432 w 146652"/>
              <a:gd name="connsiteY26" fmla="*/ 17132 h 1467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146652" h="146730">
                <a:moveTo>
                  <a:pt x="118749" y="17132"/>
                </a:moveTo>
                <a:cubicBezTo>
                  <a:pt x="116529" y="15387"/>
                  <a:pt x="114152" y="13801"/>
                  <a:pt x="111773" y="12373"/>
                </a:cubicBezTo>
                <a:cubicBezTo>
                  <a:pt x="107334" y="9676"/>
                  <a:pt x="103212" y="6821"/>
                  <a:pt x="98297" y="5076"/>
                </a:cubicBezTo>
                <a:cubicBezTo>
                  <a:pt x="96711" y="4442"/>
                  <a:pt x="94967" y="4600"/>
                  <a:pt x="93224" y="4124"/>
                </a:cubicBezTo>
                <a:cubicBezTo>
                  <a:pt x="92748" y="4124"/>
                  <a:pt x="92272" y="3966"/>
                  <a:pt x="91955" y="3807"/>
                </a:cubicBezTo>
                <a:cubicBezTo>
                  <a:pt x="89260" y="3014"/>
                  <a:pt x="86406" y="2538"/>
                  <a:pt x="83711" y="2062"/>
                </a:cubicBezTo>
                <a:cubicBezTo>
                  <a:pt x="80223" y="1586"/>
                  <a:pt x="77052" y="0"/>
                  <a:pt x="73406" y="0"/>
                </a:cubicBezTo>
                <a:cubicBezTo>
                  <a:pt x="41380" y="0"/>
                  <a:pt x="14744" y="20939"/>
                  <a:pt x="4915" y="49650"/>
                </a:cubicBezTo>
                <a:cubicBezTo>
                  <a:pt x="3964" y="52347"/>
                  <a:pt x="3805" y="55202"/>
                  <a:pt x="3171" y="58058"/>
                </a:cubicBezTo>
                <a:cubicBezTo>
                  <a:pt x="2061" y="63134"/>
                  <a:pt x="0" y="68051"/>
                  <a:pt x="0" y="73444"/>
                </a:cubicBezTo>
                <a:cubicBezTo>
                  <a:pt x="0" y="83755"/>
                  <a:pt x="2220" y="93431"/>
                  <a:pt x="6025" y="102315"/>
                </a:cubicBezTo>
                <a:cubicBezTo>
                  <a:pt x="7135" y="105011"/>
                  <a:pt x="9354" y="106915"/>
                  <a:pt x="10781" y="109453"/>
                </a:cubicBezTo>
                <a:cubicBezTo>
                  <a:pt x="23464" y="131343"/>
                  <a:pt x="46136" y="146730"/>
                  <a:pt x="73247" y="146730"/>
                </a:cubicBezTo>
                <a:cubicBezTo>
                  <a:pt x="96395" y="146730"/>
                  <a:pt x="116213" y="135309"/>
                  <a:pt x="129530" y="118495"/>
                </a:cubicBezTo>
                <a:cubicBezTo>
                  <a:pt x="130322" y="117543"/>
                  <a:pt x="130798" y="116433"/>
                  <a:pt x="131591" y="115481"/>
                </a:cubicBezTo>
                <a:cubicBezTo>
                  <a:pt x="131750" y="115164"/>
                  <a:pt x="131908" y="115005"/>
                  <a:pt x="132067" y="114688"/>
                </a:cubicBezTo>
                <a:cubicBezTo>
                  <a:pt x="133652" y="112308"/>
                  <a:pt x="135396" y="110087"/>
                  <a:pt x="136823" y="107708"/>
                </a:cubicBezTo>
                <a:cubicBezTo>
                  <a:pt x="137774" y="105963"/>
                  <a:pt x="139202" y="104694"/>
                  <a:pt x="139994" y="102949"/>
                </a:cubicBezTo>
                <a:cubicBezTo>
                  <a:pt x="141104" y="100253"/>
                  <a:pt x="141421" y="97397"/>
                  <a:pt x="142213" y="94700"/>
                </a:cubicBezTo>
                <a:cubicBezTo>
                  <a:pt x="143323" y="90894"/>
                  <a:pt x="143958" y="87086"/>
                  <a:pt x="144592" y="83121"/>
                </a:cubicBezTo>
                <a:cubicBezTo>
                  <a:pt x="145068" y="80266"/>
                  <a:pt x="146177" y="77727"/>
                  <a:pt x="146335" y="74714"/>
                </a:cubicBezTo>
                <a:cubicBezTo>
                  <a:pt x="146335" y="74238"/>
                  <a:pt x="146653" y="73762"/>
                  <a:pt x="146653" y="73286"/>
                </a:cubicBezTo>
                <a:cubicBezTo>
                  <a:pt x="146653" y="69796"/>
                  <a:pt x="145068" y="66782"/>
                  <a:pt x="144592" y="63292"/>
                </a:cubicBezTo>
                <a:cubicBezTo>
                  <a:pt x="144117" y="60437"/>
                  <a:pt x="143640" y="57740"/>
                  <a:pt x="142848" y="55044"/>
                </a:cubicBezTo>
                <a:cubicBezTo>
                  <a:pt x="140628" y="46478"/>
                  <a:pt x="136982" y="38705"/>
                  <a:pt x="131908" y="31725"/>
                </a:cubicBezTo>
                <a:cubicBezTo>
                  <a:pt x="130165" y="29346"/>
                  <a:pt x="129055" y="26808"/>
                  <a:pt x="127152" y="24746"/>
                </a:cubicBezTo>
                <a:cubicBezTo>
                  <a:pt x="124456" y="21891"/>
                  <a:pt x="121603" y="19670"/>
                  <a:pt x="118432" y="17132"/>
                </a:cubicBezTo>
                <a:close/>
              </a:path>
            </a:pathLst>
          </a:custGeom>
          <a:solidFill>
            <a:srgbClr val="7030A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47" name="Freeform 746">
            <a:extLst>
              <a:ext uri="{FF2B5EF4-FFF2-40B4-BE49-F238E27FC236}">
                <a16:creationId xmlns:a16="http://schemas.microsoft.com/office/drawing/2014/main" id="{BBE9F585-F10D-66CE-8C39-729F15C2374A}"/>
              </a:ext>
            </a:extLst>
          </p:cNvPr>
          <p:cNvSpPr/>
          <p:nvPr userDrawn="1"/>
        </p:nvSpPr>
        <p:spPr>
          <a:xfrm>
            <a:off x="10895827" y="2956029"/>
            <a:ext cx="141252" cy="136641"/>
          </a:xfrm>
          <a:custGeom>
            <a:avLst/>
            <a:gdLst>
              <a:gd name="connsiteX0" fmla="*/ 144909 w 146652"/>
              <a:gd name="connsiteY0" fmla="*/ 81852 h 146571"/>
              <a:gd name="connsiteX1" fmla="*/ 146653 w 146652"/>
              <a:gd name="connsiteY1" fmla="*/ 73127 h 146571"/>
              <a:gd name="connsiteX2" fmla="*/ 145068 w 146652"/>
              <a:gd name="connsiteY2" fmla="*/ 65354 h 146571"/>
              <a:gd name="connsiteX3" fmla="*/ 141738 w 146652"/>
              <a:gd name="connsiteY3" fmla="*/ 48699 h 146571"/>
              <a:gd name="connsiteX4" fmla="*/ 141263 w 146652"/>
              <a:gd name="connsiteY4" fmla="*/ 46478 h 146571"/>
              <a:gd name="connsiteX5" fmla="*/ 107810 w 146652"/>
              <a:gd name="connsiteY5" fmla="*/ 9676 h 146571"/>
              <a:gd name="connsiteX6" fmla="*/ 107493 w 146652"/>
              <a:gd name="connsiteY6" fmla="*/ 9359 h 146571"/>
              <a:gd name="connsiteX7" fmla="*/ 91005 w 146652"/>
              <a:gd name="connsiteY7" fmla="*/ 3490 h 146571"/>
              <a:gd name="connsiteX8" fmla="*/ 82284 w 146652"/>
              <a:gd name="connsiteY8" fmla="*/ 1745 h 146571"/>
              <a:gd name="connsiteX9" fmla="*/ 80858 w 146652"/>
              <a:gd name="connsiteY9" fmla="*/ 1428 h 146571"/>
              <a:gd name="connsiteX10" fmla="*/ 74041 w 146652"/>
              <a:gd name="connsiteY10" fmla="*/ 0 h 146571"/>
              <a:gd name="connsiteX11" fmla="*/ 73406 w 146652"/>
              <a:gd name="connsiteY11" fmla="*/ 0 h 146571"/>
              <a:gd name="connsiteX12" fmla="*/ 65479 w 146652"/>
              <a:gd name="connsiteY12" fmla="*/ 1586 h 146571"/>
              <a:gd name="connsiteX13" fmla="*/ 59613 w 146652"/>
              <a:gd name="connsiteY13" fmla="*/ 2855 h 146571"/>
              <a:gd name="connsiteX14" fmla="*/ 36941 w 146652"/>
              <a:gd name="connsiteY14" fmla="*/ 11104 h 146571"/>
              <a:gd name="connsiteX15" fmla="*/ 29806 w 146652"/>
              <a:gd name="connsiteY15" fmla="*/ 15863 h 146571"/>
              <a:gd name="connsiteX16" fmla="*/ 0 w 146652"/>
              <a:gd name="connsiteY16" fmla="*/ 73286 h 146571"/>
              <a:gd name="connsiteX17" fmla="*/ 0 w 146652"/>
              <a:gd name="connsiteY17" fmla="*/ 73603 h 146571"/>
              <a:gd name="connsiteX18" fmla="*/ 1745 w 146652"/>
              <a:gd name="connsiteY18" fmla="*/ 82010 h 146571"/>
              <a:gd name="connsiteX19" fmla="*/ 14587 w 146652"/>
              <a:gd name="connsiteY19" fmla="*/ 114846 h 146571"/>
              <a:gd name="connsiteX20" fmla="*/ 19343 w 146652"/>
              <a:gd name="connsiteY20" fmla="*/ 121826 h 146571"/>
              <a:gd name="connsiteX21" fmla="*/ 28063 w 146652"/>
              <a:gd name="connsiteY21" fmla="*/ 129440 h 146571"/>
              <a:gd name="connsiteX22" fmla="*/ 35038 w 146652"/>
              <a:gd name="connsiteY22" fmla="*/ 134199 h 146571"/>
              <a:gd name="connsiteX23" fmla="*/ 73406 w 146652"/>
              <a:gd name="connsiteY23" fmla="*/ 146572 h 146571"/>
              <a:gd name="connsiteX24" fmla="*/ 114944 w 146652"/>
              <a:gd name="connsiteY24" fmla="*/ 132137 h 146571"/>
              <a:gd name="connsiteX25" fmla="*/ 115103 w 146652"/>
              <a:gd name="connsiteY25" fmla="*/ 131978 h 146571"/>
              <a:gd name="connsiteX26" fmla="*/ 122237 w 146652"/>
              <a:gd name="connsiteY26" fmla="*/ 127060 h 146571"/>
              <a:gd name="connsiteX27" fmla="*/ 123506 w 146652"/>
              <a:gd name="connsiteY27" fmla="*/ 126109 h 146571"/>
              <a:gd name="connsiteX28" fmla="*/ 127470 w 146652"/>
              <a:gd name="connsiteY28" fmla="*/ 121509 h 146571"/>
              <a:gd name="connsiteX29" fmla="*/ 139043 w 146652"/>
              <a:gd name="connsiteY29" fmla="*/ 104377 h 146571"/>
              <a:gd name="connsiteX30" fmla="*/ 142214 w 146652"/>
              <a:gd name="connsiteY30" fmla="*/ 94700 h 146571"/>
              <a:gd name="connsiteX31" fmla="*/ 142531 w 146652"/>
              <a:gd name="connsiteY31" fmla="*/ 92797 h 146571"/>
              <a:gd name="connsiteX32" fmla="*/ 144750 w 146652"/>
              <a:gd name="connsiteY32" fmla="*/ 82010 h 146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146652" h="146571">
                <a:moveTo>
                  <a:pt x="144909" y="81852"/>
                </a:moveTo>
                <a:cubicBezTo>
                  <a:pt x="145385" y="78838"/>
                  <a:pt x="146653" y="76141"/>
                  <a:pt x="146653" y="73127"/>
                </a:cubicBezTo>
                <a:cubicBezTo>
                  <a:pt x="146653" y="70431"/>
                  <a:pt x="145385" y="68051"/>
                  <a:pt x="145068" y="65354"/>
                </a:cubicBezTo>
                <a:cubicBezTo>
                  <a:pt x="144434" y="59644"/>
                  <a:pt x="143640" y="53933"/>
                  <a:pt x="141738" y="48699"/>
                </a:cubicBezTo>
                <a:cubicBezTo>
                  <a:pt x="141422" y="48064"/>
                  <a:pt x="141579" y="47112"/>
                  <a:pt x="141263" y="46478"/>
                </a:cubicBezTo>
                <a:cubicBezTo>
                  <a:pt x="134921" y="30456"/>
                  <a:pt x="122871" y="17766"/>
                  <a:pt x="107810" y="9676"/>
                </a:cubicBezTo>
                <a:cubicBezTo>
                  <a:pt x="107652" y="9676"/>
                  <a:pt x="107493" y="9359"/>
                  <a:pt x="107493" y="9359"/>
                </a:cubicBezTo>
                <a:cubicBezTo>
                  <a:pt x="102102" y="6504"/>
                  <a:pt x="96712" y="4917"/>
                  <a:pt x="91005" y="3490"/>
                </a:cubicBezTo>
                <a:cubicBezTo>
                  <a:pt x="88150" y="2697"/>
                  <a:pt x="85297" y="2062"/>
                  <a:pt x="82284" y="1745"/>
                </a:cubicBezTo>
                <a:cubicBezTo>
                  <a:pt x="81809" y="1745"/>
                  <a:pt x="81333" y="1586"/>
                  <a:pt x="80858" y="1428"/>
                </a:cubicBezTo>
                <a:cubicBezTo>
                  <a:pt x="78479" y="1111"/>
                  <a:pt x="76418" y="0"/>
                  <a:pt x="74041" y="0"/>
                </a:cubicBezTo>
                <a:cubicBezTo>
                  <a:pt x="73882" y="0"/>
                  <a:pt x="73564" y="0"/>
                  <a:pt x="73406" y="0"/>
                </a:cubicBezTo>
                <a:cubicBezTo>
                  <a:pt x="70552" y="0"/>
                  <a:pt x="68175" y="1269"/>
                  <a:pt x="65479" y="1586"/>
                </a:cubicBezTo>
                <a:cubicBezTo>
                  <a:pt x="63417" y="1903"/>
                  <a:pt x="61515" y="2379"/>
                  <a:pt x="59613" y="2855"/>
                </a:cubicBezTo>
                <a:cubicBezTo>
                  <a:pt x="51369" y="4442"/>
                  <a:pt x="43917" y="6980"/>
                  <a:pt x="36941" y="11104"/>
                </a:cubicBezTo>
                <a:cubicBezTo>
                  <a:pt x="34405" y="12532"/>
                  <a:pt x="32185" y="14118"/>
                  <a:pt x="29806" y="15863"/>
                </a:cubicBezTo>
                <a:cubicBezTo>
                  <a:pt x="12208" y="29187"/>
                  <a:pt x="0" y="49492"/>
                  <a:pt x="0" y="73286"/>
                </a:cubicBezTo>
                <a:lnTo>
                  <a:pt x="0" y="73603"/>
                </a:lnTo>
                <a:cubicBezTo>
                  <a:pt x="0" y="76617"/>
                  <a:pt x="1427" y="79155"/>
                  <a:pt x="1745" y="82010"/>
                </a:cubicBezTo>
                <a:cubicBezTo>
                  <a:pt x="3330" y="94383"/>
                  <a:pt x="7769" y="105328"/>
                  <a:pt x="14587" y="114846"/>
                </a:cubicBezTo>
                <a:cubicBezTo>
                  <a:pt x="16172" y="117226"/>
                  <a:pt x="17440" y="119764"/>
                  <a:pt x="19343" y="121826"/>
                </a:cubicBezTo>
                <a:cubicBezTo>
                  <a:pt x="22038" y="124681"/>
                  <a:pt x="24891" y="126902"/>
                  <a:pt x="28063" y="129440"/>
                </a:cubicBezTo>
                <a:cubicBezTo>
                  <a:pt x="30282" y="131185"/>
                  <a:pt x="32660" y="132771"/>
                  <a:pt x="35038" y="134199"/>
                </a:cubicBezTo>
                <a:cubicBezTo>
                  <a:pt x="46295" y="141337"/>
                  <a:pt x="58979" y="146572"/>
                  <a:pt x="73406" y="146572"/>
                </a:cubicBezTo>
                <a:cubicBezTo>
                  <a:pt x="89101" y="146572"/>
                  <a:pt x="103053" y="140544"/>
                  <a:pt x="114944" y="132137"/>
                </a:cubicBezTo>
                <a:cubicBezTo>
                  <a:pt x="114944" y="132137"/>
                  <a:pt x="115103" y="131978"/>
                  <a:pt x="115103" y="131978"/>
                </a:cubicBezTo>
                <a:cubicBezTo>
                  <a:pt x="117640" y="130233"/>
                  <a:pt x="120176" y="128964"/>
                  <a:pt x="122237" y="127060"/>
                </a:cubicBezTo>
                <a:cubicBezTo>
                  <a:pt x="122714" y="126743"/>
                  <a:pt x="123189" y="126584"/>
                  <a:pt x="123506" y="126109"/>
                </a:cubicBezTo>
                <a:cubicBezTo>
                  <a:pt x="125091" y="124681"/>
                  <a:pt x="126201" y="123095"/>
                  <a:pt x="127470" y="121509"/>
                </a:cubicBezTo>
                <a:cubicBezTo>
                  <a:pt x="132067" y="116274"/>
                  <a:pt x="136031" y="110563"/>
                  <a:pt x="139043" y="104377"/>
                </a:cubicBezTo>
                <a:cubicBezTo>
                  <a:pt x="140470" y="101204"/>
                  <a:pt x="141104" y="98032"/>
                  <a:pt x="142214" y="94700"/>
                </a:cubicBezTo>
                <a:cubicBezTo>
                  <a:pt x="142373" y="94066"/>
                  <a:pt x="142373" y="93431"/>
                  <a:pt x="142531" y="92797"/>
                </a:cubicBezTo>
                <a:cubicBezTo>
                  <a:pt x="143483" y="89307"/>
                  <a:pt x="144275" y="85659"/>
                  <a:pt x="144750" y="82010"/>
                </a:cubicBezTo>
                <a:close/>
              </a:path>
            </a:pathLst>
          </a:custGeom>
          <a:solidFill>
            <a:srgbClr val="FF7D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48" name="Freeform 747">
            <a:extLst>
              <a:ext uri="{FF2B5EF4-FFF2-40B4-BE49-F238E27FC236}">
                <a16:creationId xmlns:a16="http://schemas.microsoft.com/office/drawing/2014/main" id="{6EE0ADA4-3239-4D12-1441-F5516BF0DB87}"/>
              </a:ext>
            </a:extLst>
          </p:cNvPr>
          <p:cNvSpPr/>
          <p:nvPr userDrawn="1"/>
        </p:nvSpPr>
        <p:spPr>
          <a:xfrm>
            <a:off x="10625986" y="2551043"/>
            <a:ext cx="141405" cy="136789"/>
          </a:xfrm>
          <a:custGeom>
            <a:avLst/>
            <a:gdLst>
              <a:gd name="connsiteX0" fmla="*/ 316 w 146811"/>
              <a:gd name="connsiteY0" fmla="*/ 73444 h 146730"/>
              <a:gd name="connsiteX1" fmla="*/ 2378 w 146811"/>
              <a:gd name="connsiteY1" fmla="*/ 83438 h 146730"/>
              <a:gd name="connsiteX2" fmla="*/ 4122 w 146811"/>
              <a:gd name="connsiteY2" fmla="*/ 91687 h 146730"/>
              <a:gd name="connsiteX3" fmla="*/ 22672 w 146811"/>
              <a:gd name="connsiteY3" fmla="*/ 125791 h 146730"/>
              <a:gd name="connsiteX4" fmla="*/ 29806 w 146811"/>
              <a:gd name="connsiteY4" fmla="*/ 130550 h 146730"/>
              <a:gd name="connsiteX5" fmla="*/ 48831 w 146811"/>
              <a:gd name="connsiteY5" fmla="*/ 141654 h 146730"/>
              <a:gd name="connsiteX6" fmla="*/ 57075 w 146811"/>
              <a:gd name="connsiteY6" fmla="*/ 143399 h 146730"/>
              <a:gd name="connsiteX7" fmla="*/ 73563 w 146811"/>
              <a:gd name="connsiteY7" fmla="*/ 146730 h 146730"/>
              <a:gd name="connsiteX8" fmla="*/ 110029 w 146811"/>
              <a:gd name="connsiteY8" fmla="*/ 135626 h 146730"/>
              <a:gd name="connsiteX9" fmla="*/ 114627 w 146811"/>
              <a:gd name="connsiteY9" fmla="*/ 132454 h 146730"/>
              <a:gd name="connsiteX10" fmla="*/ 121603 w 146811"/>
              <a:gd name="connsiteY10" fmla="*/ 127695 h 146730"/>
              <a:gd name="connsiteX11" fmla="*/ 122713 w 146811"/>
              <a:gd name="connsiteY11" fmla="*/ 126902 h 146730"/>
              <a:gd name="connsiteX12" fmla="*/ 125884 w 146811"/>
              <a:gd name="connsiteY12" fmla="*/ 124364 h 146730"/>
              <a:gd name="connsiteX13" fmla="*/ 146812 w 146811"/>
              <a:gd name="connsiteY13" fmla="*/ 73286 h 146730"/>
              <a:gd name="connsiteX14" fmla="*/ 145225 w 146811"/>
              <a:gd name="connsiteY14" fmla="*/ 65672 h 146730"/>
              <a:gd name="connsiteX15" fmla="*/ 143482 w 146811"/>
              <a:gd name="connsiteY15" fmla="*/ 57264 h 146730"/>
              <a:gd name="connsiteX16" fmla="*/ 139518 w 146811"/>
              <a:gd name="connsiteY16" fmla="*/ 42512 h 146730"/>
              <a:gd name="connsiteX17" fmla="*/ 134762 w 146811"/>
              <a:gd name="connsiteY17" fmla="*/ 35533 h 146730"/>
              <a:gd name="connsiteX18" fmla="*/ 90686 w 146811"/>
              <a:gd name="connsiteY18" fmla="*/ 3490 h 146730"/>
              <a:gd name="connsiteX19" fmla="*/ 88784 w 146811"/>
              <a:gd name="connsiteY19" fmla="*/ 3014 h 146730"/>
              <a:gd name="connsiteX20" fmla="*/ 80539 w 146811"/>
              <a:gd name="connsiteY20" fmla="*/ 1428 h 146730"/>
              <a:gd name="connsiteX21" fmla="*/ 80223 w 146811"/>
              <a:gd name="connsiteY21" fmla="*/ 1428 h 146730"/>
              <a:gd name="connsiteX22" fmla="*/ 73406 w 146811"/>
              <a:gd name="connsiteY22" fmla="*/ 0 h 146730"/>
              <a:gd name="connsiteX23" fmla="*/ 71661 w 146811"/>
              <a:gd name="connsiteY23" fmla="*/ 317 h 146730"/>
              <a:gd name="connsiteX24" fmla="*/ 67697 w 146811"/>
              <a:gd name="connsiteY24" fmla="*/ 1111 h 146730"/>
              <a:gd name="connsiteX25" fmla="*/ 59295 w 146811"/>
              <a:gd name="connsiteY25" fmla="*/ 2855 h 146730"/>
              <a:gd name="connsiteX26" fmla="*/ 0 w 146811"/>
              <a:gd name="connsiteY26" fmla="*/ 73286 h 1467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146811" h="146730">
                <a:moveTo>
                  <a:pt x="316" y="73444"/>
                </a:moveTo>
                <a:cubicBezTo>
                  <a:pt x="316" y="76934"/>
                  <a:pt x="1902" y="79948"/>
                  <a:pt x="2378" y="83438"/>
                </a:cubicBezTo>
                <a:cubicBezTo>
                  <a:pt x="2854" y="86293"/>
                  <a:pt x="3329" y="88990"/>
                  <a:pt x="4122" y="91687"/>
                </a:cubicBezTo>
                <a:cubicBezTo>
                  <a:pt x="7610" y="104694"/>
                  <a:pt x="13317" y="116750"/>
                  <a:pt x="22672" y="125791"/>
                </a:cubicBezTo>
                <a:cubicBezTo>
                  <a:pt x="24733" y="127854"/>
                  <a:pt x="27428" y="128805"/>
                  <a:pt x="29806" y="130550"/>
                </a:cubicBezTo>
                <a:cubicBezTo>
                  <a:pt x="35672" y="135150"/>
                  <a:pt x="41697" y="139116"/>
                  <a:pt x="48831" y="141654"/>
                </a:cubicBezTo>
                <a:cubicBezTo>
                  <a:pt x="51368" y="142606"/>
                  <a:pt x="54380" y="142765"/>
                  <a:pt x="57075" y="143399"/>
                </a:cubicBezTo>
                <a:cubicBezTo>
                  <a:pt x="62624" y="144668"/>
                  <a:pt x="67697" y="146730"/>
                  <a:pt x="73563" y="146730"/>
                </a:cubicBezTo>
                <a:cubicBezTo>
                  <a:pt x="87040" y="146730"/>
                  <a:pt x="99090" y="142130"/>
                  <a:pt x="110029" y="135626"/>
                </a:cubicBezTo>
                <a:cubicBezTo>
                  <a:pt x="111614" y="134675"/>
                  <a:pt x="113042" y="133564"/>
                  <a:pt x="114627" y="132454"/>
                </a:cubicBezTo>
                <a:cubicBezTo>
                  <a:pt x="117005" y="130867"/>
                  <a:pt x="119542" y="129598"/>
                  <a:pt x="121603" y="127695"/>
                </a:cubicBezTo>
                <a:cubicBezTo>
                  <a:pt x="121920" y="127378"/>
                  <a:pt x="122395" y="127219"/>
                  <a:pt x="122713" y="126902"/>
                </a:cubicBezTo>
                <a:cubicBezTo>
                  <a:pt x="123822" y="125950"/>
                  <a:pt x="124932" y="125315"/>
                  <a:pt x="125884" y="124364"/>
                </a:cubicBezTo>
                <a:cubicBezTo>
                  <a:pt x="138726" y="111198"/>
                  <a:pt x="146812" y="93273"/>
                  <a:pt x="146812" y="73286"/>
                </a:cubicBezTo>
                <a:cubicBezTo>
                  <a:pt x="146812" y="70589"/>
                  <a:pt x="145543" y="68210"/>
                  <a:pt x="145225" y="65672"/>
                </a:cubicBezTo>
                <a:cubicBezTo>
                  <a:pt x="144908" y="62816"/>
                  <a:pt x="144116" y="60120"/>
                  <a:pt x="143482" y="57264"/>
                </a:cubicBezTo>
                <a:cubicBezTo>
                  <a:pt x="142213" y="52188"/>
                  <a:pt x="141579" y="47112"/>
                  <a:pt x="139518" y="42512"/>
                </a:cubicBezTo>
                <a:cubicBezTo>
                  <a:pt x="138250" y="39974"/>
                  <a:pt x="136188" y="37912"/>
                  <a:pt x="134762" y="35533"/>
                </a:cubicBezTo>
                <a:cubicBezTo>
                  <a:pt x="124774" y="19511"/>
                  <a:pt x="109394" y="8090"/>
                  <a:pt x="90686" y="3490"/>
                </a:cubicBezTo>
                <a:cubicBezTo>
                  <a:pt x="90053" y="3331"/>
                  <a:pt x="89418" y="3172"/>
                  <a:pt x="88784" y="3014"/>
                </a:cubicBezTo>
                <a:cubicBezTo>
                  <a:pt x="86089" y="2379"/>
                  <a:pt x="83394" y="1586"/>
                  <a:pt x="80539" y="1428"/>
                </a:cubicBezTo>
                <a:lnTo>
                  <a:pt x="80223" y="1428"/>
                </a:lnTo>
                <a:cubicBezTo>
                  <a:pt x="77844" y="1111"/>
                  <a:pt x="75942" y="0"/>
                  <a:pt x="73406" y="0"/>
                </a:cubicBezTo>
                <a:cubicBezTo>
                  <a:pt x="72771" y="0"/>
                  <a:pt x="72296" y="317"/>
                  <a:pt x="71661" y="317"/>
                </a:cubicBezTo>
                <a:cubicBezTo>
                  <a:pt x="70235" y="317"/>
                  <a:pt x="69125" y="952"/>
                  <a:pt x="67697" y="1111"/>
                </a:cubicBezTo>
                <a:cubicBezTo>
                  <a:pt x="64844" y="1428"/>
                  <a:pt x="62149" y="2221"/>
                  <a:pt x="59295" y="2855"/>
                </a:cubicBezTo>
                <a:cubicBezTo>
                  <a:pt x="25843" y="9518"/>
                  <a:pt x="0" y="37753"/>
                  <a:pt x="0" y="73286"/>
                </a:cubicBezTo>
                <a:close/>
              </a:path>
            </a:pathLst>
          </a:custGeom>
          <a:solidFill>
            <a:srgbClr val="FF7D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49" name="Freeform 748">
            <a:extLst>
              <a:ext uri="{FF2B5EF4-FFF2-40B4-BE49-F238E27FC236}">
                <a16:creationId xmlns:a16="http://schemas.microsoft.com/office/drawing/2014/main" id="{A3448306-5A54-5153-770A-DFD40EB274B8}"/>
              </a:ext>
            </a:extLst>
          </p:cNvPr>
          <p:cNvSpPr/>
          <p:nvPr userDrawn="1"/>
        </p:nvSpPr>
        <p:spPr>
          <a:xfrm>
            <a:off x="11009784" y="23069"/>
            <a:ext cx="197069" cy="213511"/>
          </a:xfrm>
          <a:custGeom>
            <a:avLst/>
            <a:gdLst>
              <a:gd name="connsiteX0" fmla="*/ 36148 w 197069"/>
              <a:gd name="connsiteY0" fmla="*/ 11897 h 247934"/>
              <a:gd name="connsiteX1" fmla="*/ 29014 w 197069"/>
              <a:gd name="connsiteY1" fmla="*/ 16656 h 247934"/>
              <a:gd name="connsiteX2" fmla="*/ 26635 w 197069"/>
              <a:gd name="connsiteY2" fmla="*/ 18242 h 247934"/>
              <a:gd name="connsiteX3" fmla="*/ 25843 w 197069"/>
              <a:gd name="connsiteY3" fmla="*/ 18718 h 247934"/>
              <a:gd name="connsiteX4" fmla="*/ 19342 w 197069"/>
              <a:gd name="connsiteY4" fmla="*/ 25063 h 247934"/>
              <a:gd name="connsiteX5" fmla="*/ 16806 w 197069"/>
              <a:gd name="connsiteY5" fmla="*/ 28712 h 247934"/>
              <a:gd name="connsiteX6" fmla="*/ 317 w 197069"/>
              <a:gd name="connsiteY6" fmla="*/ 72334 h 247934"/>
              <a:gd name="connsiteX7" fmla="*/ 0 w 197069"/>
              <a:gd name="connsiteY7" fmla="*/ 73603 h 247934"/>
              <a:gd name="connsiteX8" fmla="*/ 4756 w 197069"/>
              <a:gd name="connsiteY8" fmla="*/ 97556 h 247934"/>
              <a:gd name="connsiteX9" fmla="*/ 9196 w 197069"/>
              <a:gd name="connsiteY9" fmla="*/ 105487 h 247934"/>
              <a:gd name="connsiteX10" fmla="*/ 32660 w 197069"/>
              <a:gd name="connsiteY10" fmla="*/ 130392 h 247934"/>
              <a:gd name="connsiteX11" fmla="*/ 55332 w 197069"/>
              <a:gd name="connsiteY11" fmla="*/ 140226 h 247934"/>
              <a:gd name="connsiteX12" fmla="*/ 63417 w 197069"/>
              <a:gd name="connsiteY12" fmla="*/ 142765 h 247934"/>
              <a:gd name="connsiteX13" fmla="*/ 63576 w 197069"/>
              <a:gd name="connsiteY13" fmla="*/ 142765 h 247934"/>
              <a:gd name="connsiteX14" fmla="*/ 63100 w 197069"/>
              <a:gd name="connsiteY14" fmla="*/ 143716 h 247934"/>
              <a:gd name="connsiteX15" fmla="*/ 52637 w 197069"/>
              <a:gd name="connsiteY15" fmla="*/ 166241 h 247934"/>
              <a:gd name="connsiteX16" fmla="*/ 50417 w 197069"/>
              <a:gd name="connsiteY16" fmla="*/ 174490 h 247934"/>
              <a:gd name="connsiteX17" fmla="*/ 52003 w 197069"/>
              <a:gd name="connsiteY17" fmla="*/ 182104 h 247934"/>
              <a:gd name="connsiteX18" fmla="*/ 53588 w 197069"/>
              <a:gd name="connsiteY18" fmla="*/ 189877 h 247934"/>
              <a:gd name="connsiteX19" fmla="*/ 57075 w 197069"/>
              <a:gd name="connsiteY19" fmla="*/ 204153 h 247934"/>
              <a:gd name="connsiteX20" fmla="*/ 62784 w 197069"/>
              <a:gd name="connsiteY20" fmla="*/ 212560 h 247934"/>
              <a:gd name="connsiteX21" fmla="*/ 70711 w 197069"/>
              <a:gd name="connsiteY21" fmla="*/ 224458 h 247934"/>
              <a:gd name="connsiteX22" fmla="*/ 79589 w 197069"/>
              <a:gd name="connsiteY22" fmla="*/ 231437 h 247934"/>
              <a:gd name="connsiteX23" fmla="*/ 94967 w 197069"/>
              <a:gd name="connsiteY23" fmla="*/ 241907 h 247934"/>
              <a:gd name="connsiteX24" fmla="*/ 102577 w 197069"/>
              <a:gd name="connsiteY24" fmla="*/ 243493 h 247934"/>
              <a:gd name="connsiteX25" fmla="*/ 103846 w 197069"/>
              <a:gd name="connsiteY25" fmla="*/ 243810 h 247934"/>
              <a:gd name="connsiteX26" fmla="*/ 112249 w 197069"/>
              <a:gd name="connsiteY26" fmla="*/ 245555 h 247934"/>
              <a:gd name="connsiteX27" fmla="*/ 114944 w 197069"/>
              <a:gd name="connsiteY27" fmla="*/ 246189 h 247934"/>
              <a:gd name="connsiteX28" fmla="*/ 123347 w 197069"/>
              <a:gd name="connsiteY28" fmla="*/ 247934 h 247934"/>
              <a:gd name="connsiteX29" fmla="*/ 123822 w 197069"/>
              <a:gd name="connsiteY29" fmla="*/ 247934 h 247934"/>
              <a:gd name="connsiteX30" fmla="*/ 129371 w 197069"/>
              <a:gd name="connsiteY30" fmla="*/ 246824 h 247934"/>
              <a:gd name="connsiteX31" fmla="*/ 137774 w 197069"/>
              <a:gd name="connsiteY31" fmla="*/ 245079 h 247934"/>
              <a:gd name="connsiteX32" fmla="*/ 153946 w 197069"/>
              <a:gd name="connsiteY32" fmla="*/ 240955 h 247934"/>
              <a:gd name="connsiteX33" fmla="*/ 155690 w 197069"/>
              <a:gd name="connsiteY33" fmla="*/ 239686 h 247934"/>
              <a:gd name="connsiteX34" fmla="*/ 162825 w 197069"/>
              <a:gd name="connsiteY34" fmla="*/ 234768 h 247934"/>
              <a:gd name="connsiteX35" fmla="*/ 193423 w 197069"/>
              <a:gd name="connsiteY35" fmla="*/ 192098 h 247934"/>
              <a:gd name="connsiteX36" fmla="*/ 195167 w 197069"/>
              <a:gd name="connsiteY36" fmla="*/ 183849 h 247934"/>
              <a:gd name="connsiteX37" fmla="*/ 197070 w 197069"/>
              <a:gd name="connsiteY37" fmla="*/ 174331 h 247934"/>
              <a:gd name="connsiteX38" fmla="*/ 133335 w 197069"/>
              <a:gd name="connsiteY38" fmla="*/ 105011 h 247934"/>
              <a:gd name="connsiteX39" fmla="*/ 140469 w 197069"/>
              <a:gd name="connsiteY39" fmla="*/ 92638 h 247934"/>
              <a:gd name="connsiteX40" fmla="*/ 143482 w 197069"/>
              <a:gd name="connsiteY40" fmla="*/ 84548 h 247934"/>
              <a:gd name="connsiteX41" fmla="*/ 146653 w 197069"/>
              <a:gd name="connsiteY41" fmla="*/ 73286 h 247934"/>
              <a:gd name="connsiteX42" fmla="*/ 73406 w 197069"/>
              <a:gd name="connsiteY42" fmla="*/ 0 h 247934"/>
              <a:gd name="connsiteX43" fmla="*/ 41063 w 197069"/>
              <a:gd name="connsiteY43" fmla="*/ 8407 h 247934"/>
              <a:gd name="connsiteX44" fmla="*/ 35990 w 197069"/>
              <a:gd name="connsiteY44" fmla="*/ 11897 h 247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</a:cxnLst>
            <a:rect l="l" t="t" r="r" b="b"/>
            <a:pathLst>
              <a:path w="197069" h="247934">
                <a:moveTo>
                  <a:pt x="36148" y="11897"/>
                </a:moveTo>
                <a:cubicBezTo>
                  <a:pt x="33770" y="13325"/>
                  <a:pt x="31391" y="14911"/>
                  <a:pt x="29014" y="16656"/>
                </a:cubicBezTo>
                <a:cubicBezTo>
                  <a:pt x="28221" y="17290"/>
                  <a:pt x="27428" y="17608"/>
                  <a:pt x="26635" y="18242"/>
                </a:cubicBezTo>
                <a:cubicBezTo>
                  <a:pt x="26318" y="18559"/>
                  <a:pt x="25843" y="18718"/>
                  <a:pt x="25843" y="18718"/>
                </a:cubicBezTo>
                <a:cubicBezTo>
                  <a:pt x="23305" y="20939"/>
                  <a:pt x="21245" y="23001"/>
                  <a:pt x="19342" y="25063"/>
                </a:cubicBezTo>
                <a:cubicBezTo>
                  <a:pt x="18391" y="26173"/>
                  <a:pt x="17757" y="27601"/>
                  <a:pt x="16806" y="28712"/>
                </a:cubicBezTo>
                <a:cubicBezTo>
                  <a:pt x="7135" y="40926"/>
                  <a:pt x="634" y="55520"/>
                  <a:pt x="317" y="72334"/>
                </a:cubicBezTo>
                <a:cubicBezTo>
                  <a:pt x="317" y="72334"/>
                  <a:pt x="0" y="73127"/>
                  <a:pt x="0" y="73603"/>
                </a:cubicBezTo>
                <a:cubicBezTo>
                  <a:pt x="0" y="82169"/>
                  <a:pt x="1902" y="90100"/>
                  <a:pt x="4756" y="97556"/>
                </a:cubicBezTo>
                <a:cubicBezTo>
                  <a:pt x="5866" y="100411"/>
                  <a:pt x="7768" y="102790"/>
                  <a:pt x="9196" y="105487"/>
                </a:cubicBezTo>
                <a:cubicBezTo>
                  <a:pt x="14744" y="115639"/>
                  <a:pt x="22830" y="124046"/>
                  <a:pt x="32660" y="130392"/>
                </a:cubicBezTo>
                <a:cubicBezTo>
                  <a:pt x="39477" y="134833"/>
                  <a:pt x="47087" y="138164"/>
                  <a:pt x="55332" y="140226"/>
                </a:cubicBezTo>
                <a:cubicBezTo>
                  <a:pt x="58185" y="141020"/>
                  <a:pt x="60564" y="142289"/>
                  <a:pt x="63417" y="142765"/>
                </a:cubicBezTo>
                <a:cubicBezTo>
                  <a:pt x="63417" y="142765"/>
                  <a:pt x="63576" y="142765"/>
                  <a:pt x="63576" y="142765"/>
                </a:cubicBezTo>
                <a:cubicBezTo>
                  <a:pt x="63576" y="143082"/>
                  <a:pt x="63259" y="143399"/>
                  <a:pt x="63100" y="143716"/>
                </a:cubicBezTo>
                <a:cubicBezTo>
                  <a:pt x="58978" y="151013"/>
                  <a:pt x="55014" y="158310"/>
                  <a:pt x="52637" y="166241"/>
                </a:cubicBezTo>
                <a:cubicBezTo>
                  <a:pt x="51844" y="168938"/>
                  <a:pt x="50417" y="171476"/>
                  <a:pt x="50417" y="174490"/>
                </a:cubicBezTo>
                <a:cubicBezTo>
                  <a:pt x="50417" y="177187"/>
                  <a:pt x="51685" y="179566"/>
                  <a:pt x="52003" y="182104"/>
                </a:cubicBezTo>
                <a:cubicBezTo>
                  <a:pt x="52319" y="184801"/>
                  <a:pt x="52954" y="187339"/>
                  <a:pt x="53588" y="189877"/>
                </a:cubicBezTo>
                <a:cubicBezTo>
                  <a:pt x="54698" y="194794"/>
                  <a:pt x="55014" y="199712"/>
                  <a:pt x="57075" y="204153"/>
                </a:cubicBezTo>
                <a:cubicBezTo>
                  <a:pt x="58503" y="207326"/>
                  <a:pt x="60881" y="209705"/>
                  <a:pt x="62784" y="212560"/>
                </a:cubicBezTo>
                <a:cubicBezTo>
                  <a:pt x="65320" y="216685"/>
                  <a:pt x="67540" y="220968"/>
                  <a:pt x="70711" y="224458"/>
                </a:cubicBezTo>
                <a:cubicBezTo>
                  <a:pt x="73406" y="227313"/>
                  <a:pt x="76577" y="229058"/>
                  <a:pt x="79589" y="231437"/>
                </a:cubicBezTo>
                <a:cubicBezTo>
                  <a:pt x="84504" y="235244"/>
                  <a:pt x="89260" y="239368"/>
                  <a:pt x="94967" y="241907"/>
                </a:cubicBezTo>
                <a:cubicBezTo>
                  <a:pt x="97346" y="242858"/>
                  <a:pt x="100041" y="242858"/>
                  <a:pt x="102577" y="243493"/>
                </a:cubicBezTo>
                <a:cubicBezTo>
                  <a:pt x="103053" y="243651"/>
                  <a:pt x="103529" y="243651"/>
                  <a:pt x="103846" y="243810"/>
                </a:cubicBezTo>
                <a:cubicBezTo>
                  <a:pt x="106541" y="244603"/>
                  <a:pt x="109395" y="245079"/>
                  <a:pt x="112249" y="245555"/>
                </a:cubicBezTo>
                <a:cubicBezTo>
                  <a:pt x="113200" y="245714"/>
                  <a:pt x="113993" y="246031"/>
                  <a:pt x="114944" y="246189"/>
                </a:cubicBezTo>
                <a:cubicBezTo>
                  <a:pt x="117798" y="246507"/>
                  <a:pt x="120335" y="247934"/>
                  <a:pt x="123347" y="247934"/>
                </a:cubicBezTo>
                <a:cubicBezTo>
                  <a:pt x="123347" y="247934"/>
                  <a:pt x="123664" y="247934"/>
                  <a:pt x="123822" y="247934"/>
                </a:cubicBezTo>
                <a:cubicBezTo>
                  <a:pt x="125884" y="247934"/>
                  <a:pt x="127469" y="246983"/>
                  <a:pt x="129371" y="246824"/>
                </a:cubicBezTo>
                <a:cubicBezTo>
                  <a:pt x="132383" y="246507"/>
                  <a:pt x="135079" y="245714"/>
                  <a:pt x="137774" y="245079"/>
                </a:cubicBezTo>
                <a:cubicBezTo>
                  <a:pt x="143323" y="243969"/>
                  <a:pt x="148873" y="243334"/>
                  <a:pt x="153946" y="240955"/>
                </a:cubicBezTo>
                <a:cubicBezTo>
                  <a:pt x="154580" y="240637"/>
                  <a:pt x="155056" y="240003"/>
                  <a:pt x="155690" y="239686"/>
                </a:cubicBezTo>
                <a:cubicBezTo>
                  <a:pt x="158385" y="238417"/>
                  <a:pt x="160446" y="236355"/>
                  <a:pt x="162825" y="234768"/>
                </a:cubicBezTo>
                <a:cubicBezTo>
                  <a:pt x="178044" y="224933"/>
                  <a:pt x="188825" y="210181"/>
                  <a:pt x="193423" y="192098"/>
                </a:cubicBezTo>
                <a:cubicBezTo>
                  <a:pt x="194057" y="189401"/>
                  <a:pt x="194692" y="186704"/>
                  <a:pt x="195167" y="183849"/>
                </a:cubicBezTo>
                <a:cubicBezTo>
                  <a:pt x="195643" y="180518"/>
                  <a:pt x="197070" y="177662"/>
                  <a:pt x="197070" y="174331"/>
                </a:cubicBezTo>
                <a:cubicBezTo>
                  <a:pt x="197070" y="137530"/>
                  <a:pt x="168691" y="110246"/>
                  <a:pt x="133335" y="105011"/>
                </a:cubicBezTo>
                <a:cubicBezTo>
                  <a:pt x="135555" y="100728"/>
                  <a:pt x="138092" y="96763"/>
                  <a:pt x="140469" y="92638"/>
                </a:cubicBezTo>
                <a:cubicBezTo>
                  <a:pt x="141897" y="90100"/>
                  <a:pt x="142372" y="87245"/>
                  <a:pt x="143482" y="84548"/>
                </a:cubicBezTo>
                <a:cubicBezTo>
                  <a:pt x="144909" y="80900"/>
                  <a:pt x="146653" y="77410"/>
                  <a:pt x="146653" y="73286"/>
                </a:cubicBezTo>
                <a:cubicBezTo>
                  <a:pt x="146653" y="32836"/>
                  <a:pt x="113834" y="0"/>
                  <a:pt x="73406" y="0"/>
                </a:cubicBezTo>
                <a:cubicBezTo>
                  <a:pt x="61674" y="0"/>
                  <a:pt x="50893" y="3490"/>
                  <a:pt x="41063" y="8407"/>
                </a:cubicBezTo>
                <a:cubicBezTo>
                  <a:pt x="39160" y="9359"/>
                  <a:pt x="37733" y="10787"/>
                  <a:pt x="35990" y="11897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50" name="Freeform 749">
            <a:extLst>
              <a:ext uri="{FF2B5EF4-FFF2-40B4-BE49-F238E27FC236}">
                <a16:creationId xmlns:a16="http://schemas.microsoft.com/office/drawing/2014/main" id="{583F1B18-B590-A8D4-F178-D2A0AB7075D1}"/>
              </a:ext>
            </a:extLst>
          </p:cNvPr>
          <p:cNvSpPr/>
          <p:nvPr userDrawn="1"/>
        </p:nvSpPr>
        <p:spPr>
          <a:xfrm>
            <a:off x="2799642" y="7139455"/>
            <a:ext cx="64051" cy="670585"/>
          </a:xfrm>
          <a:custGeom>
            <a:avLst/>
            <a:gdLst>
              <a:gd name="connsiteX0" fmla="*/ 0 w 64051"/>
              <a:gd name="connsiteY0" fmla="*/ 777749 h 778700"/>
              <a:gd name="connsiteX1" fmla="*/ 4281 w 64051"/>
              <a:gd name="connsiteY1" fmla="*/ 778701 h 778700"/>
              <a:gd name="connsiteX2" fmla="*/ 64051 w 64051"/>
              <a:gd name="connsiteY2" fmla="*/ 952 h 778700"/>
              <a:gd name="connsiteX3" fmla="*/ 59771 w 64051"/>
              <a:gd name="connsiteY3" fmla="*/ 0 h 778700"/>
              <a:gd name="connsiteX4" fmla="*/ 0 w 64051"/>
              <a:gd name="connsiteY4" fmla="*/ 777749 h 778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051" h="778700">
                <a:moveTo>
                  <a:pt x="0" y="777749"/>
                </a:moveTo>
                <a:cubicBezTo>
                  <a:pt x="1585" y="777749"/>
                  <a:pt x="2854" y="778384"/>
                  <a:pt x="4281" y="778701"/>
                </a:cubicBezTo>
                <a:lnTo>
                  <a:pt x="64051" y="952"/>
                </a:lnTo>
                <a:cubicBezTo>
                  <a:pt x="62466" y="952"/>
                  <a:pt x="61198" y="158"/>
                  <a:pt x="59771" y="0"/>
                </a:cubicBezTo>
                <a:lnTo>
                  <a:pt x="0" y="777749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51" name="Freeform 750">
            <a:extLst>
              <a:ext uri="{FF2B5EF4-FFF2-40B4-BE49-F238E27FC236}">
                <a16:creationId xmlns:a16="http://schemas.microsoft.com/office/drawing/2014/main" id="{CB8C5887-51A0-70D0-8ADE-BCFE300D3C58}"/>
              </a:ext>
            </a:extLst>
          </p:cNvPr>
          <p:cNvSpPr/>
          <p:nvPr userDrawn="1"/>
        </p:nvSpPr>
        <p:spPr>
          <a:xfrm>
            <a:off x="2689137" y="7509056"/>
            <a:ext cx="91162" cy="389729"/>
          </a:xfrm>
          <a:custGeom>
            <a:avLst/>
            <a:gdLst>
              <a:gd name="connsiteX0" fmla="*/ 90370 w 91162"/>
              <a:gd name="connsiteY0" fmla="*/ 0 h 452563"/>
              <a:gd name="connsiteX1" fmla="*/ 0 w 91162"/>
              <a:gd name="connsiteY1" fmla="*/ 452563 h 452563"/>
              <a:gd name="connsiteX2" fmla="*/ 4439 w 91162"/>
              <a:gd name="connsiteY2" fmla="*/ 452563 h 452563"/>
              <a:gd name="connsiteX3" fmla="*/ 91163 w 91162"/>
              <a:gd name="connsiteY3" fmla="*/ 19194 h 452563"/>
              <a:gd name="connsiteX4" fmla="*/ 90370 w 91162"/>
              <a:gd name="connsiteY4" fmla="*/ 0 h 4525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62" h="452563">
                <a:moveTo>
                  <a:pt x="90370" y="0"/>
                </a:moveTo>
                <a:lnTo>
                  <a:pt x="0" y="452563"/>
                </a:lnTo>
                <a:lnTo>
                  <a:pt x="4439" y="452563"/>
                </a:lnTo>
                <a:lnTo>
                  <a:pt x="91163" y="19194"/>
                </a:lnTo>
                <a:lnTo>
                  <a:pt x="90370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52" name="Freeform 751">
            <a:extLst>
              <a:ext uri="{FF2B5EF4-FFF2-40B4-BE49-F238E27FC236}">
                <a16:creationId xmlns:a16="http://schemas.microsoft.com/office/drawing/2014/main" id="{0B201A01-1F14-EA7C-C9E5-C0D1A7A9DEF9}"/>
              </a:ext>
            </a:extLst>
          </p:cNvPr>
          <p:cNvSpPr/>
          <p:nvPr userDrawn="1"/>
        </p:nvSpPr>
        <p:spPr>
          <a:xfrm>
            <a:off x="2580852" y="7811242"/>
            <a:ext cx="48672" cy="129499"/>
          </a:xfrm>
          <a:custGeom>
            <a:avLst/>
            <a:gdLst>
              <a:gd name="connsiteX0" fmla="*/ 48673 w 48672"/>
              <a:gd name="connsiteY0" fmla="*/ 0 h 150378"/>
              <a:gd name="connsiteX1" fmla="*/ 0 w 48672"/>
              <a:gd name="connsiteY1" fmla="*/ 150378 h 150378"/>
              <a:gd name="connsiteX2" fmla="*/ 4598 w 48672"/>
              <a:gd name="connsiteY2" fmla="*/ 150378 h 150378"/>
              <a:gd name="connsiteX3" fmla="*/ 47722 w 48672"/>
              <a:gd name="connsiteY3" fmla="*/ 17132 h 150378"/>
              <a:gd name="connsiteX4" fmla="*/ 48673 w 48672"/>
              <a:gd name="connsiteY4" fmla="*/ 0 h 1503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8672" h="150378">
                <a:moveTo>
                  <a:pt x="48673" y="0"/>
                </a:moveTo>
                <a:lnTo>
                  <a:pt x="0" y="150378"/>
                </a:lnTo>
                <a:lnTo>
                  <a:pt x="4598" y="150378"/>
                </a:lnTo>
                <a:lnTo>
                  <a:pt x="47722" y="17132"/>
                </a:lnTo>
                <a:lnTo>
                  <a:pt x="48673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53" name="Freeform 752">
            <a:extLst>
              <a:ext uri="{FF2B5EF4-FFF2-40B4-BE49-F238E27FC236}">
                <a16:creationId xmlns:a16="http://schemas.microsoft.com/office/drawing/2014/main" id="{11D23378-1DC0-3870-D1E4-840054515AC0}"/>
              </a:ext>
            </a:extLst>
          </p:cNvPr>
          <p:cNvSpPr/>
          <p:nvPr userDrawn="1"/>
        </p:nvSpPr>
        <p:spPr>
          <a:xfrm>
            <a:off x="2633963" y="7364547"/>
            <a:ext cx="140945" cy="385221"/>
          </a:xfrm>
          <a:custGeom>
            <a:avLst/>
            <a:gdLst>
              <a:gd name="connsiteX0" fmla="*/ 140470 w 140945"/>
              <a:gd name="connsiteY0" fmla="*/ 0 h 447328"/>
              <a:gd name="connsiteX1" fmla="*/ 951 w 140945"/>
              <a:gd name="connsiteY1" fmla="*/ 430197 h 447328"/>
              <a:gd name="connsiteX2" fmla="*/ 0 w 140945"/>
              <a:gd name="connsiteY2" fmla="*/ 447328 h 447328"/>
              <a:gd name="connsiteX3" fmla="*/ 140945 w 140945"/>
              <a:gd name="connsiteY3" fmla="*/ 12690 h 447328"/>
              <a:gd name="connsiteX4" fmla="*/ 140470 w 140945"/>
              <a:gd name="connsiteY4" fmla="*/ 0 h 4473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0945" h="447328">
                <a:moveTo>
                  <a:pt x="140470" y="0"/>
                </a:moveTo>
                <a:lnTo>
                  <a:pt x="951" y="430197"/>
                </a:lnTo>
                <a:lnTo>
                  <a:pt x="0" y="447328"/>
                </a:lnTo>
                <a:lnTo>
                  <a:pt x="140945" y="12690"/>
                </a:lnTo>
                <a:lnTo>
                  <a:pt x="140470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54" name="Freeform 753">
            <a:extLst>
              <a:ext uri="{FF2B5EF4-FFF2-40B4-BE49-F238E27FC236}">
                <a16:creationId xmlns:a16="http://schemas.microsoft.com/office/drawing/2014/main" id="{6CA2711C-4B18-77E7-4D4F-00FEF5081BC0}"/>
              </a:ext>
            </a:extLst>
          </p:cNvPr>
          <p:cNvSpPr/>
          <p:nvPr userDrawn="1"/>
        </p:nvSpPr>
        <p:spPr>
          <a:xfrm>
            <a:off x="2752713" y="6759385"/>
            <a:ext cx="45819" cy="997613"/>
          </a:xfrm>
          <a:custGeom>
            <a:avLst/>
            <a:gdLst>
              <a:gd name="connsiteX0" fmla="*/ 30599 w 45819"/>
              <a:gd name="connsiteY0" fmla="*/ 730954 h 1158454"/>
              <a:gd name="connsiteX1" fmla="*/ 27587 w 45819"/>
              <a:gd name="connsiteY1" fmla="*/ 648309 h 1158454"/>
              <a:gd name="connsiteX2" fmla="*/ 26952 w 45819"/>
              <a:gd name="connsiteY2" fmla="*/ 633557 h 1158454"/>
              <a:gd name="connsiteX3" fmla="*/ 26001 w 45819"/>
              <a:gd name="connsiteY3" fmla="*/ 605639 h 1158454"/>
              <a:gd name="connsiteX4" fmla="*/ 25526 w 45819"/>
              <a:gd name="connsiteY4" fmla="*/ 592948 h 1158454"/>
              <a:gd name="connsiteX5" fmla="*/ 4915 w 45819"/>
              <a:gd name="connsiteY5" fmla="*/ 14752 h 1158454"/>
              <a:gd name="connsiteX6" fmla="*/ 0 w 45819"/>
              <a:gd name="connsiteY6" fmla="*/ 0 h 1158454"/>
              <a:gd name="connsiteX7" fmla="*/ 21562 w 45819"/>
              <a:gd name="connsiteY7" fmla="*/ 605163 h 1158454"/>
              <a:gd name="connsiteX8" fmla="*/ 22038 w 45819"/>
              <a:gd name="connsiteY8" fmla="*/ 617853 h 1158454"/>
              <a:gd name="connsiteX9" fmla="*/ 23147 w 45819"/>
              <a:gd name="connsiteY9" fmla="*/ 647675 h 1158454"/>
              <a:gd name="connsiteX10" fmla="*/ 23623 w 45819"/>
              <a:gd name="connsiteY10" fmla="*/ 662427 h 1158454"/>
              <a:gd name="connsiteX11" fmla="*/ 26794 w 45819"/>
              <a:gd name="connsiteY11" fmla="*/ 749672 h 1158454"/>
              <a:gd name="connsiteX12" fmla="*/ 27587 w 45819"/>
              <a:gd name="connsiteY12" fmla="*/ 769024 h 1158454"/>
              <a:gd name="connsiteX13" fmla="*/ 41380 w 45819"/>
              <a:gd name="connsiteY13" fmla="*/ 1158455 h 1158454"/>
              <a:gd name="connsiteX14" fmla="*/ 45343 w 45819"/>
              <a:gd name="connsiteY14" fmla="*/ 1157661 h 1158454"/>
              <a:gd name="connsiteX15" fmla="*/ 45819 w 45819"/>
              <a:gd name="connsiteY15" fmla="*/ 1157661 h 1158454"/>
              <a:gd name="connsiteX16" fmla="*/ 31233 w 45819"/>
              <a:gd name="connsiteY16" fmla="*/ 750307 h 1158454"/>
              <a:gd name="connsiteX17" fmla="*/ 30599 w 45819"/>
              <a:gd name="connsiteY17" fmla="*/ 730954 h 11584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45819" h="1158454">
                <a:moveTo>
                  <a:pt x="30599" y="730954"/>
                </a:moveTo>
                <a:lnTo>
                  <a:pt x="27587" y="648309"/>
                </a:lnTo>
                <a:lnTo>
                  <a:pt x="26952" y="633557"/>
                </a:lnTo>
                <a:lnTo>
                  <a:pt x="26001" y="605639"/>
                </a:lnTo>
                <a:lnTo>
                  <a:pt x="25526" y="592948"/>
                </a:lnTo>
                <a:lnTo>
                  <a:pt x="4915" y="14752"/>
                </a:lnTo>
                <a:lnTo>
                  <a:pt x="0" y="0"/>
                </a:lnTo>
                <a:lnTo>
                  <a:pt x="21562" y="605163"/>
                </a:lnTo>
                <a:lnTo>
                  <a:pt x="22038" y="617853"/>
                </a:lnTo>
                <a:lnTo>
                  <a:pt x="23147" y="647675"/>
                </a:lnTo>
                <a:lnTo>
                  <a:pt x="23623" y="662427"/>
                </a:lnTo>
                <a:lnTo>
                  <a:pt x="26794" y="749672"/>
                </a:lnTo>
                <a:lnTo>
                  <a:pt x="27587" y="769024"/>
                </a:lnTo>
                <a:lnTo>
                  <a:pt x="41380" y="1158455"/>
                </a:lnTo>
                <a:cubicBezTo>
                  <a:pt x="42807" y="1158455"/>
                  <a:pt x="43917" y="1157661"/>
                  <a:pt x="45343" y="1157661"/>
                </a:cubicBezTo>
                <a:cubicBezTo>
                  <a:pt x="45343" y="1157661"/>
                  <a:pt x="45661" y="1157661"/>
                  <a:pt x="45819" y="1157661"/>
                </a:cubicBezTo>
                <a:lnTo>
                  <a:pt x="31233" y="750307"/>
                </a:lnTo>
                <a:lnTo>
                  <a:pt x="30599" y="730954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55" name="Freeform 754">
            <a:extLst>
              <a:ext uri="{FF2B5EF4-FFF2-40B4-BE49-F238E27FC236}">
                <a16:creationId xmlns:a16="http://schemas.microsoft.com/office/drawing/2014/main" id="{90E91CEF-2C6C-10BD-991D-03BBB3055B5E}"/>
              </a:ext>
            </a:extLst>
          </p:cNvPr>
          <p:cNvSpPr/>
          <p:nvPr userDrawn="1"/>
        </p:nvSpPr>
        <p:spPr>
          <a:xfrm>
            <a:off x="2620963" y="6597585"/>
            <a:ext cx="81649" cy="1174651"/>
          </a:xfrm>
          <a:custGeom>
            <a:avLst/>
            <a:gdLst>
              <a:gd name="connsiteX0" fmla="*/ 13000 w 81649"/>
              <a:gd name="connsiteY0" fmla="*/ 1214291 h 1364035"/>
              <a:gd name="connsiteX1" fmla="*/ 13952 w 81649"/>
              <a:gd name="connsiteY1" fmla="*/ 1197160 h 1364035"/>
              <a:gd name="connsiteX2" fmla="*/ 81650 w 81649"/>
              <a:gd name="connsiteY2" fmla="*/ 11262 h 1364035"/>
              <a:gd name="connsiteX3" fmla="*/ 78003 w 81649"/>
              <a:gd name="connsiteY3" fmla="*/ 0 h 1364035"/>
              <a:gd name="connsiteX4" fmla="*/ 8561 w 81649"/>
              <a:gd name="connsiteY4" fmla="*/ 1213657 h 1364035"/>
              <a:gd name="connsiteX5" fmla="*/ 7610 w 81649"/>
              <a:gd name="connsiteY5" fmla="*/ 1230789 h 1364035"/>
              <a:gd name="connsiteX6" fmla="*/ 0 w 81649"/>
              <a:gd name="connsiteY6" fmla="*/ 1364035 h 1364035"/>
              <a:gd name="connsiteX7" fmla="*/ 4439 w 81649"/>
              <a:gd name="connsiteY7" fmla="*/ 1364035 h 1364035"/>
              <a:gd name="connsiteX8" fmla="*/ 5073 w 81649"/>
              <a:gd name="connsiteY8" fmla="*/ 1353249 h 1364035"/>
              <a:gd name="connsiteX9" fmla="*/ 13000 w 81649"/>
              <a:gd name="connsiteY9" fmla="*/ 1214291 h 13640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1649" h="1364035">
                <a:moveTo>
                  <a:pt x="13000" y="1214291"/>
                </a:moveTo>
                <a:lnTo>
                  <a:pt x="13952" y="1197160"/>
                </a:lnTo>
                <a:lnTo>
                  <a:pt x="81650" y="11262"/>
                </a:lnTo>
                <a:lnTo>
                  <a:pt x="78003" y="0"/>
                </a:lnTo>
                <a:lnTo>
                  <a:pt x="8561" y="1213657"/>
                </a:lnTo>
                <a:lnTo>
                  <a:pt x="7610" y="1230789"/>
                </a:lnTo>
                <a:lnTo>
                  <a:pt x="0" y="1364035"/>
                </a:lnTo>
                <a:lnTo>
                  <a:pt x="4439" y="1364035"/>
                </a:lnTo>
                <a:lnTo>
                  <a:pt x="5073" y="1353249"/>
                </a:lnTo>
                <a:lnTo>
                  <a:pt x="13000" y="1214291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56" name="Freeform 755">
            <a:extLst>
              <a:ext uri="{FF2B5EF4-FFF2-40B4-BE49-F238E27FC236}">
                <a16:creationId xmlns:a16="http://schemas.microsoft.com/office/drawing/2014/main" id="{CC57C8A1-2F7F-FE8E-ACAC-722390D67F3D}"/>
              </a:ext>
            </a:extLst>
          </p:cNvPr>
          <p:cNvSpPr/>
          <p:nvPr userDrawn="1"/>
        </p:nvSpPr>
        <p:spPr>
          <a:xfrm>
            <a:off x="5868570" y="7808229"/>
            <a:ext cx="77210" cy="131958"/>
          </a:xfrm>
          <a:custGeom>
            <a:avLst/>
            <a:gdLst>
              <a:gd name="connsiteX0" fmla="*/ 73405 w 77210"/>
              <a:gd name="connsiteY0" fmla="*/ 158 h 153233"/>
              <a:gd name="connsiteX1" fmla="*/ 0 w 77210"/>
              <a:gd name="connsiteY1" fmla="*/ 153234 h 153233"/>
              <a:gd name="connsiteX2" fmla="*/ 4915 w 77210"/>
              <a:gd name="connsiteY2" fmla="*/ 153234 h 153233"/>
              <a:gd name="connsiteX3" fmla="*/ 77211 w 77210"/>
              <a:gd name="connsiteY3" fmla="*/ 2538 h 153233"/>
              <a:gd name="connsiteX4" fmla="*/ 73405 w 77210"/>
              <a:gd name="connsiteY4" fmla="*/ 0 h 1532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210" h="153233">
                <a:moveTo>
                  <a:pt x="73405" y="158"/>
                </a:moveTo>
                <a:lnTo>
                  <a:pt x="0" y="153234"/>
                </a:lnTo>
                <a:lnTo>
                  <a:pt x="4915" y="153234"/>
                </a:lnTo>
                <a:lnTo>
                  <a:pt x="77211" y="2538"/>
                </a:lnTo>
                <a:cubicBezTo>
                  <a:pt x="75784" y="1903"/>
                  <a:pt x="74833" y="793"/>
                  <a:pt x="73405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57" name="Freeform 756">
            <a:extLst>
              <a:ext uri="{FF2B5EF4-FFF2-40B4-BE49-F238E27FC236}">
                <a16:creationId xmlns:a16="http://schemas.microsoft.com/office/drawing/2014/main" id="{F6B740EC-7B35-9D76-3763-9D0ED625FE7E}"/>
              </a:ext>
            </a:extLst>
          </p:cNvPr>
          <p:cNvSpPr/>
          <p:nvPr userDrawn="1"/>
        </p:nvSpPr>
        <p:spPr>
          <a:xfrm>
            <a:off x="2749066" y="7916886"/>
            <a:ext cx="97979" cy="45719"/>
          </a:xfrm>
          <a:custGeom>
            <a:avLst/>
            <a:gdLst>
              <a:gd name="connsiteX0" fmla="*/ 55015 w 97979"/>
              <a:gd name="connsiteY0" fmla="*/ 1269 h 44574"/>
              <a:gd name="connsiteX1" fmla="*/ 50734 w 97979"/>
              <a:gd name="connsiteY1" fmla="*/ 318 h 44574"/>
              <a:gd name="connsiteX2" fmla="*/ 49466 w 97979"/>
              <a:gd name="connsiteY2" fmla="*/ 0 h 44574"/>
              <a:gd name="connsiteX3" fmla="*/ 49148 w 97979"/>
              <a:gd name="connsiteY3" fmla="*/ 0 h 44574"/>
              <a:gd name="connsiteX4" fmla="*/ 45026 w 97979"/>
              <a:gd name="connsiteY4" fmla="*/ 793 h 44574"/>
              <a:gd name="connsiteX5" fmla="*/ 0 w 97979"/>
              <a:gd name="connsiteY5" fmla="*/ 44575 h 44574"/>
              <a:gd name="connsiteX6" fmla="*/ 97980 w 97979"/>
              <a:gd name="connsiteY6" fmla="*/ 44575 h 44574"/>
              <a:gd name="connsiteX7" fmla="*/ 55015 w 97979"/>
              <a:gd name="connsiteY7" fmla="*/ 1111 h 445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7979" h="44574">
                <a:moveTo>
                  <a:pt x="55015" y="1269"/>
                </a:moveTo>
                <a:cubicBezTo>
                  <a:pt x="53588" y="1111"/>
                  <a:pt x="52161" y="476"/>
                  <a:pt x="50734" y="318"/>
                </a:cubicBezTo>
                <a:cubicBezTo>
                  <a:pt x="50258" y="318"/>
                  <a:pt x="49941" y="0"/>
                  <a:pt x="49466" y="0"/>
                </a:cubicBezTo>
                <a:cubicBezTo>
                  <a:pt x="49307" y="0"/>
                  <a:pt x="49148" y="0"/>
                  <a:pt x="49148" y="0"/>
                </a:cubicBezTo>
                <a:cubicBezTo>
                  <a:pt x="47563" y="0"/>
                  <a:pt x="46453" y="635"/>
                  <a:pt x="45026" y="793"/>
                </a:cubicBezTo>
                <a:cubicBezTo>
                  <a:pt x="21245" y="2697"/>
                  <a:pt x="2695" y="20939"/>
                  <a:pt x="0" y="44575"/>
                </a:cubicBezTo>
                <a:lnTo>
                  <a:pt x="97980" y="44575"/>
                </a:lnTo>
                <a:cubicBezTo>
                  <a:pt x="95285" y="21732"/>
                  <a:pt x="77686" y="3966"/>
                  <a:pt x="55015" y="1111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58" name="Freeform 757">
            <a:extLst>
              <a:ext uri="{FF2B5EF4-FFF2-40B4-BE49-F238E27FC236}">
                <a16:creationId xmlns:a16="http://schemas.microsoft.com/office/drawing/2014/main" id="{A4A7240F-6CFB-6FF0-1CAC-3565D35DB721}"/>
              </a:ext>
            </a:extLst>
          </p:cNvPr>
          <p:cNvSpPr/>
          <p:nvPr userDrawn="1"/>
        </p:nvSpPr>
        <p:spPr>
          <a:xfrm>
            <a:off x="5915023" y="7714796"/>
            <a:ext cx="100357" cy="86333"/>
          </a:xfrm>
          <a:custGeom>
            <a:avLst/>
            <a:gdLst>
              <a:gd name="connsiteX0" fmla="*/ 77528 w 100357"/>
              <a:gd name="connsiteY0" fmla="*/ 9042 h 100252"/>
              <a:gd name="connsiteX1" fmla="*/ 73881 w 100357"/>
              <a:gd name="connsiteY1" fmla="*/ 6504 h 100252"/>
              <a:gd name="connsiteX2" fmla="*/ 67381 w 100357"/>
              <a:gd name="connsiteY2" fmla="*/ 3331 h 100252"/>
              <a:gd name="connsiteX3" fmla="*/ 62942 w 100357"/>
              <a:gd name="connsiteY3" fmla="*/ 2379 h 100252"/>
              <a:gd name="connsiteX4" fmla="*/ 50892 w 100357"/>
              <a:gd name="connsiteY4" fmla="*/ 0 h 100252"/>
              <a:gd name="connsiteX5" fmla="*/ 50100 w 100357"/>
              <a:gd name="connsiteY5" fmla="*/ 0 h 100252"/>
              <a:gd name="connsiteX6" fmla="*/ 46453 w 100357"/>
              <a:gd name="connsiteY6" fmla="*/ 635 h 100252"/>
              <a:gd name="connsiteX7" fmla="*/ 0 w 100357"/>
              <a:gd name="connsiteY7" fmla="*/ 49967 h 100252"/>
              <a:gd name="connsiteX8" fmla="*/ 26794 w 100357"/>
              <a:gd name="connsiteY8" fmla="*/ 93590 h 100252"/>
              <a:gd name="connsiteX9" fmla="*/ 30599 w 100357"/>
              <a:gd name="connsiteY9" fmla="*/ 96128 h 100252"/>
              <a:gd name="connsiteX10" fmla="*/ 50258 w 100357"/>
              <a:gd name="connsiteY10" fmla="*/ 100253 h 100252"/>
              <a:gd name="connsiteX11" fmla="*/ 100358 w 100357"/>
              <a:gd name="connsiteY11" fmla="*/ 50126 h 100252"/>
              <a:gd name="connsiteX12" fmla="*/ 82284 w 100357"/>
              <a:gd name="connsiteY12" fmla="*/ 12373 h 100252"/>
              <a:gd name="connsiteX13" fmla="*/ 78637 w 100357"/>
              <a:gd name="connsiteY13" fmla="*/ 9835 h 100252"/>
              <a:gd name="connsiteX14" fmla="*/ 77369 w 100357"/>
              <a:gd name="connsiteY14" fmla="*/ 8883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00357" h="100252">
                <a:moveTo>
                  <a:pt x="77528" y="9042"/>
                </a:moveTo>
                <a:cubicBezTo>
                  <a:pt x="76259" y="8249"/>
                  <a:pt x="75149" y="7297"/>
                  <a:pt x="73881" y="6504"/>
                </a:cubicBezTo>
                <a:cubicBezTo>
                  <a:pt x="71662" y="5393"/>
                  <a:pt x="69759" y="4124"/>
                  <a:pt x="67381" y="3331"/>
                </a:cubicBezTo>
                <a:cubicBezTo>
                  <a:pt x="65954" y="2855"/>
                  <a:pt x="64369" y="2855"/>
                  <a:pt x="62942" y="2379"/>
                </a:cubicBezTo>
                <a:cubicBezTo>
                  <a:pt x="58978" y="1269"/>
                  <a:pt x="55173" y="0"/>
                  <a:pt x="50892" y="0"/>
                </a:cubicBezTo>
                <a:lnTo>
                  <a:pt x="50100" y="0"/>
                </a:lnTo>
                <a:cubicBezTo>
                  <a:pt x="48831" y="0"/>
                  <a:pt x="47722" y="476"/>
                  <a:pt x="46453" y="635"/>
                </a:cubicBezTo>
                <a:cubicBezTo>
                  <a:pt x="20610" y="2538"/>
                  <a:pt x="0" y="23635"/>
                  <a:pt x="0" y="49967"/>
                </a:cubicBezTo>
                <a:cubicBezTo>
                  <a:pt x="0" y="69162"/>
                  <a:pt x="11098" y="85024"/>
                  <a:pt x="26794" y="93590"/>
                </a:cubicBezTo>
                <a:cubicBezTo>
                  <a:pt x="28062" y="94383"/>
                  <a:pt x="29172" y="95494"/>
                  <a:pt x="30599" y="96128"/>
                </a:cubicBezTo>
                <a:cubicBezTo>
                  <a:pt x="36624" y="98666"/>
                  <a:pt x="43282" y="100253"/>
                  <a:pt x="50258" y="100253"/>
                </a:cubicBezTo>
                <a:cubicBezTo>
                  <a:pt x="78003" y="100253"/>
                  <a:pt x="100358" y="77727"/>
                  <a:pt x="100358" y="50126"/>
                </a:cubicBezTo>
                <a:cubicBezTo>
                  <a:pt x="100358" y="34898"/>
                  <a:pt x="93065" y="21574"/>
                  <a:pt x="82284" y="12373"/>
                </a:cubicBezTo>
                <a:cubicBezTo>
                  <a:pt x="81174" y="11421"/>
                  <a:pt x="79906" y="10787"/>
                  <a:pt x="78637" y="9835"/>
                </a:cubicBezTo>
                <a:cubicBezTo>
                  <a:pt x="78162" y="9518"/>
                  <a:pt x="77845" y="9201"/>
                  <a:pt x="77369" y="8883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59" name="Freeform 758">
            <a:extLst>
              <a:ext uri="{FF2B5EF4-FFF2-40B4-BE49-F238E27FC236}">
                <a16:creationId xmlns:a16="http://schemas.microsoft.com/office/drawing/2014/main" id="{595ED79B-D4B1-9AA0-3873-6DC46B294A4E}"/>
              </a:ext>
            </a:extLst>
          </p:cNvPr>
          <p:cNvSpPr/>
          <p:nvPr userDrawn="1"/>
        </p:nvSpPr>
        <p:spPr>
          <a:xfrm>
            <a:off x="1948977" y="5934026"/>
            <a:ext cx="2966900" cy="45719"/>
          </a:xfrm>
          <a:custGeom>
            <a:avLst/>
            <a:gdLst>
              <a:gd name="connsiteX0" fmla="*/ 2957947 w 2959532"/>
              <a:gd name="connsiteY0" fmla="*/ 0 h 266176"/>
              <a:gd name="connsiteX1" fmla="*/ 2933215 w 2959532"/>
              <a:gd name="connsiteY1" fmla="*/ 2221 h 266176"/>
              <a:gd name="connsiteX2" fmla="*/ 115103 w 2959532"/>
              <a:gd name="connsiteY2" fmla="*/ 247459 h 266176"/>
              <a:gd name="connsiteX3" fmla="*/ 106541 w 2959532"/>
              <a:gd name="connsiteY3" fmla="*/ 248252 h 266176"/>
              <a:gd name="connsiteX4" fmla="*/ 43599 w 2959532"/>
              <a:gd name="connsiteY4" fmla="*/ 253804 h 266176"/>
              <a:gd name="connsiteX5" fmla="*/ 35038 w 2959532"/>
              <a:gd name="connsiteY5" fmla="*/ 254596 h 266176"/>
              <a:gd name="connsiteX6" fmla="*/ 32343 w 2959532"/>
              <a:gd name="connsiteY6" fmla="*/ 254914 h 266176"/>
              <a:gd name="connsiteX7" fmla="*/ 23623 w 2959532"/>
              <a:gd name="connsiteY7" fmla="*/ 255707 h 266176"/>
              <a:gd name="connsiteX8" fmla="*/ 18074 w 2959532"/>
              <a:gd name="connsiteY8" fmla="*/ 256183 h 266176"/>
              <a:gd name="connsiteX9" fmla="*/ 9354 w 2959532"/>
              <a:gd name="connsiteY9" fmla="*/ 256976 h 266176"/>
              <a:gd name="connsiteX10" fmla="*/ 0 w 2959532"/>
              <a:gd name="connsiteY10" fmla="*/ 257769 h 266176"/>
              <a:gd name="connsiteX11" fmla="*/ 1744 w 2959532"/>
              <a:gd name="connsiteY11" fmla="*/ 266176 h 266176"/>
              <a:gd name="connsiteX12" fmla="*/ 7610 w 2959532"/>
              <a:gd name="connsiteY12" fmla="*/ 265701 h 266176"/>
              <a:gd name="connsiteX13" fmla="*/ 16330 w 2959532"/>
              <a:gd name="connsiteY13" fmla="*/ 264908 h 266176"/>
              <a:gd name="connsiteX14" fmla="*/ 22355 w 2959532"/>
              <a:gd name="connsiteY14" fmla="*/ 264432 h 266176"/>
              <a:gd name="connsiteX15" fmla="*/ 31075 w 2959532"/>
              <a:gd name="connsiteY15" fmla="*/ 263638 h 266176"/>
              <a:gd name="connsiteX16" fmla="*/ 34087 w 2959532"/>
              <a:gd name="connsiteY16" fmla="*/ 263321 h 266176"/>
              <a:gd name="connsiteX17" fmla="*/ 42648 w 2959532"/>
              <a:gd name="connsiteY17" fmla="*/ 262528 h 266176"/>
              <a:gd name="connsiteX18" fmla="*/ 107968 w 2959532"/>
              <a:gd name="connsiteY18" fmla="*/ 256818 h 266176"/>
              <a:gd name="connsiteX19" fmla="*/ 116529 w 2959532"/>
              <a:gd name="connsiteY19" fmla="*/ 256025 h 266176"/>
              <a:gd name="connsiteX20" fmla="*/ 2959533 w 2959532"/>
              <a:gd name="connsiteY20" fmla="*/ 8566 h 266176"/>
              <a:gd name="connsiteX21" fmla="*/ 2957789 w 2959532"/>
              <a:gd name="connsiteY21" fmla="*/ 317 h 2661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2959532" h="266176">
                <a:moveTo>
                  <a:pt x="2957947" y="0"/>
                </a:moveTo>
                <a:lnTo>
                  <a:pt x="2933215" y="2221"/>
                </a:lnTo>
                <a:lnTo>
                  <a:pt x="115103" y="247459"/>
                </a:lnTo>
                <a:lnTo>
                  <a:pt x="106541" y="248252"/>
                </a:lnTo>
                <a:lnTo>
                  <a:pt x="43599" y="253804"/>
                </a:lnTo>
                <a:lnTo>
                  <a:pt x="35038" y="254596"/>
                </a:lnTo>
                <a:lnTo>
                  <a:pt x="32343" y="254914"/>
                </a:lnTo>
                <a:lnTo>
                  <a:pt x="23623" y="255707"/>
                </a:lnTo>
                <a:lnTo>
                  <a:pt x="18074" y="256183"/>
                </a:lnTo>
                <a:lnTo>
                  <a:pt x="9354" y="256976"/>
                </a:lnTo>
                <a:lnTo>
                  <a:pt x="0" y="257769"/>
                </a:lnTo>
                <a:cubicBezTo>
                  <a:pt x="476" y="260624"/>
                  <a:pt x="1585" y="263163"/>
                  <a:pt x="1744" y="266176"/>
                </a:cubicBezTo>
                <a:lnTo>
                  <a:pt x="7610" y="265701"/>
                </a:lnTo>
                <a:lnTo>
                  <a:pt x="16330" y="264908"/>
                </a:lnTo>
                <a:lnTo>
                  <a:pt x="22355" y="264432"/>
                </a:lnTo>
                <a:lnTo>
                  <a:pt x="31075" y="263638"/>
                </a:lnTo>
                <a:lnTo>
                  <a:pt x="34087" y="263321"/>
                </a:lnTo>
                <a:lnTo>
                  <a:pt x="42648" y="262528"/>
                </a:lnTo>
                <a:lnTo>
                  <a:pt x="107968" y="256818"/>
                </a:lnTo>
                <a:lnTo>
                  <a:pt x="116529" y="256025"/>
                </a:lnTo>
                <a:lnTo>
                  <a:pt x="2959533" y="8566"/>
                </a:lnTo>
                <a:cubicBezTo>
                  <a:pt x="2959057" y="5711"/>
                  <a:pt x="2957947" y="3173"/>
                  <a:pt x="2957789" y="317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60" name="Freeform 759">
            <a:extLst>
              <a:ext uri="{FF2B5EF4-FFF2-40B4-BE49-F238E27FC236}">
                <a16:creationId xmlns:a16="http://schemas.microsoft.com/office/drawing/2014/main" id="{9897C2E6-D3D6-8CB4-D232-33B27D490934}"/>
              </a:ext>
            </a:extLst>
          </p:cNvPr>
          <p:cNvSpPr/>
          <p:nvPr userDrawn="1"/>
        </p:nvSpPr>
        <p:spPr>
          <a:xfrm>
            <a:off x="-9830" y="6262386"/>
            <a:ext cx="1836093" cy="150946"/>
          </a:xfrm>
          <a:custGeom>
            <a:avLst/>
            <a:gdLst>
              <a:gd name="connsiteX0" fmla="*/ 1021972 w 1836093"/>
              <a:gd name="connsiteY0" fmla="*/ 82486 h 175282"/>
              <a:gd name="connsiteX1" fmla="*/ 1043534 w 1836093"/>
              <a:gd name="connsiteY1" fmla="*/ 80582 h 175282"/>
              <a:gd name="connsiteX2" fmla="*/ 1068267 w 1836093"/>
              <a:gd name="connsiteY2" fmla="*/ 78362 h 175282"/>
              <a:gd name="connsiteX3" fmla="*/ 1794872 w 1836093"/>
              <a:gd name="connsiteY3" fmla="*/ 12214 h 175282"/>
              <a:gd name="connsiteX4" fmla="*/ 1803433 w 1836093"/>
              <a:gd name="connsiteY4" fmla="*/ 11421 h 175282"/>
              <a:gd name="connsiteX5" fmla="*/ 1836093 w 1836093"/>
              <a:gd name="connsiteY5" fmla="*/ 8407 h 175282"/>
              <a:gd name="connsiteX6" fmla="*/ 1834349 w 1836093"/>
              <a:gd name="connsiteY6" fmla="*/ 0 h 175282"/>
              <a:gd name="connsiteX7" fmla="*/ 1804384 w 1836093"/>
              <a:gd name="connsiteY7" fmla="*/ 2697 h 175282"/>
              <a:gd name="connsiteX8" fmla="*/ 1795823 w 1836093"/>
              <a:gd name="connsiteY8" fmla="*/ 3490 h 175282"/>
              <a:gd name="connsiteX9" fmla="*/ 1044326 w 1836093"/>
              <a:gd name="connsiteY9" fmla="*/ 71858 h 175282"/>
              <a:gd name="connsiteX10" fmla="*/ 1019752 w 1836093"/>
              <a:gd name="connsiteY10" fmla="*/ 74079 h 175282"/>
              <a:gd name="connsiteX11" fmla="*/ 996605 w 1836093"/>
              <a:gd name="connsiteY11" fmla="*/ 76141 h 175282"/>
              <a:gd name="connsiteX12" fmla="*/ 970128 w 1836093"/>
              <a:gd name="connsiteY12" fmla="*/ 78521 h 175282"/>
              <a:gd name="connsiteX13" fmla="*/ 0 w 1836093"/>
              <a:gd name="connsiteY13" fmla="*/ 166717 h 175282"/>
              <a:gd name="connsiteX14" fmla="*/ 0 w 1836093"/>
              <a:gd name="connsiteY14" fmla="*/ 175283 h 175282"/>
              <a:gd name="connsiteX15" fmla="*/ 995654 w 1836093"/>
              <a:gd name="connsiteY15" fmla="*/ 84707 h 175282"/>
              <a:gd name="connsiteX16" fmla="*/ 1022130 w 1836093"/>
              <a:gd name="connsiteY16" fmla="*/ 82328 h 1752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836093" h="175282">
                <a:moveTo>
                  <a:pt x="1021972" y="82486"/>
                </a:moveTo>
                <a:lnTo>
                  <a:pt x="1043534" y="80582"/>
                </a:lnTo>
                <a:lnTo>
                  <a:pt x="1068267" y="78362"/>
                </a:lnTo>
                <a:lnTo>
                  <a:pt x="1794872" y="12214"/>
                </a:lnTo>
                <a:lnTo>
                  <a:pt x="1803433" y="11421"/>
                </a:lnTo>
                <a:lnTo>
                  <a:pt x="1836093" y="8407"/>
                </a:lnTo>
                <a:cubicBezTo>
                  <a:pt x="1835617" y="5552"/>
                  <a:pt x="1834508" y="3014"/>
                  <a:pt x="1834349" y="0"/>
                </a:cubicBezTo>
                <a:lnTo>
                  <a:pt x="1804384" y="2697"/>
                </a:lnTo>
                <a:lnTo>
                  <a:pt x="1795823" y="3490"/>
                </a:lnTo>
                <a:lnTo>
                  <a:pt x="1044326" y="71858"/>
                </a:lnTo>
                <a:lnTo>
                  <a:pt x="1019752" y="74079"/>
                </a:lnTo>
                <a:lnTo>
                  <a:pt x="996605" y="76141"/>
                </a:lnTo>
                <a:lnTo>
                  <a:pt x="970128" y="78521"/>
                </a:lnTo>
                <a:lnTo>
                  <a:pt x="0" y="166717"/>
                </a:lnTo>
                <a:lnTo>
                  <a:pt x="0" y="175283"/>
                </a:lnTo>
                <a:lnTo>
                  <a:pt x="995654" y="84707"/>
                </a:lnTo>
                <a:lnTo>
                  <a:pt x="1022130" y="82328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cxnSp>
        <p:nvCxnSpPr>
          <p:cNvPr id="761" name="Straight Connector 760">
            <a:extLst>
              <a:ext uri="{FF2B5EF4-FFF2-40B4-BE49-F238E27FC236}">
                <a16:creationId xmlns:a16="http://schemas.microsoft.com/office/drawing/2014/main" id="{F87B2541-8FA1-872F-6D60-8549C6F6D3CF}"/>
              </a:ext>
            </a:extLst>
          </p:cNvPr>
          <p:cNvCxnSpPr>
            <a:stCxn id="189" idx="10"/>
            <a:endCxn id="748" idx="26"/>
          </p:cNvCxnSpPr>
          <p:nvPr userDrawn="1"/>
        </p:nvCxnSpPr>
        <p:spPr>
          <a:xfrm>
            <a:off x="7082221" y="314939"/>
            <a:ext cx="3543765" cy="2304425"/>
          </a:xfrm>
          <a:prstGeom prst="line">
            <a:avLst/>
          </a:prstGeom>
          <a:ln>
            <a:solidFill>
              <a:srgbClr val="B8B8B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2" name="Straight Connector 761">
            <a:extLst>
              <a:ext uri="{FF2B5EF4-FFF2-40B4-BE49-F238E27FC236}">
                <a16:creationId xmlns:a16="http://schemas.microsoft.com/office/drawing/2014/main" id="{78C74499-8E90-B352-F07A-3E938780788F}"/>
              </a:ext>
            </a:extLst>
          </p:cNvPr>
          <p:cNvCxnSpPr>
            <a:stCxn id="189" idx="11"/>
            <a:endCxn id="744" idx="15"/>
          </p:cNvCxnSpPr>
          <p:nvPr userDrawn="1"/>
        </p:nvCxnSpPr>
        <p:spPr>
          <a:xfrm>
            <a:off x="7079684" y="311798"/>
            <a:ext cx="586927" cy="2856583"/>
          </a:xfrm>
          <a:prstGeom prst="line">
            <a:avLst/>
          </a:prstGeom>
          <a:ln>
            <a:solidFill>
              <a:srgbClr val="B8B8B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3" name="Straight Connector 762">
            <a:extLst>
              <a:ext uri="{FF2B5EF4-FFF2-40B4-BE49-F238E27FC236}">
                <a16:creationId xmlns:a16="http://schemas.microsoft.com/office/drawing/2014/main" id="{09674C0A-7291-B856-C40F-A7DEF6FA88AA}"/>
              </a:ext>
            </a:extLst>
          </p:cNvPr>
          <p:cNvCxnSpPr>
            <a:stCxn id="749" idx="9"/>
            <a:endCxn id="189" idx="11"/>
          </p:cNvCxnSpPr>
          <p:nvPr userDrawn="1"/>
        </p:nvCxnSpPr>
        <p:spPr>
          <a:xfrm flipH="1">
            <a:off x="7079684" y="113910"/>
            <a:ext cx="3939296" cy="197888"/>
          </a:xfrm>
          <a:prstGeom prst="line">
            <a:avLst/>
          </a:prstGeom>
          <a:ln>
            <a:solidFill>
              <a:srgbClr val="B8B8B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4" name="Straight Connector 763">
            <a:extLst>
              <a:ext uri="{FF2B5EF4-FFF2-40B4-BE49-F238E27FC236}">
                <a16:creationId xmlns:a16="http://schemas.microsoft.com/office/drawing/2014/main" id="{90F05533-52A4-0190-CAFC-16ECB9107B94}"/>
              </a:ext>
            </a:extLst>
          </p:cNvPr>
          <p:cNvCxnSpPr>
            <a:stCxn id="585" idx="14"/>
            <a:endCxn id="748" idx="2"/>
          </p:cNvCxnSpPr>
          <p:nvPr userDrawn="1"/>
        </p:nvCxnSpPr>
        <p:spPr>
          <a:xfrm>
            <a:off x="7072073" y="982613"/>
            <a:ext cx="3557883" cy="1653905"/>
          </a:xfrm>
          <a:prstGeom prst="line">
            <a:avLst/>
          </a:prstGeom>
          <a:ln>
            <a:solidFill>
              <a:srgbClr val="B8B8B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5" name="Straight Connector 764">
            <a:extLst>
              <a:ext uri="{FF2B5EF4-FFF2-40B4-BE49-F238E27FC236}">
                <a16:creationId xmlns:a16="http://schemas.microsoft.com/office/drawing/2014/main" id="{F6EB6D9A-D1C9-085C-E399-D3BCD0FD00F4}"/>
              </a:ext>
            </a:extLst>
          </p:cNvPr>
          <p:cNvCxnSpPr>
            <a:stCxn id="749" idx="20"/>
            <a:endCxn id="748" idx="25"/>
          </p:cNvCxnSpPr>
          <p:nvPr userDrawn="1"/>
        </p:nvCxnSpPr>
        <p:spPr>
          <a:xfrm flipH="1">
            <a:off x="10683098" y="206117"/>
            <a:ext cx="389470" cy="2347588"/>
          </a:xfrm>
          <a:prstGeom prst="line">
            <a:avLst/>
          </a:prstGeom>
          <a:ln>
            <a:solidFill>
              <a:srgbClr val="B8B8B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6" name="Straight Connector 765">
            <a:extLst>
              <a:ext uri="{FF2B5EF4-FFF2-40B4-BE49-F238E27FC236}">
                <a16:creationId xmlns:a16="http://schemas.microsoft.com/office/drawing/2014/main" id="{A8B80874-02F4-E93A-E88E-6118EA5899A7}"/>
              </a:ext>
            </a:extLst>
          </p:cNvPr>
          <p:cNvCxnSpPr>
            <a:stCxn id="749" idx="8"/>
            <a:endCxn id="748" idx="24"/>
          </p:cNvCxnSpPr>
          <p:nvPr userDrawn="1"/>
        </p:nvCxnSpPr>
        <p:spPr>
          <a:xfrm flipH="1">
            <a:off x="10691190" y="107080"/>
            <a:ext cx="323350" cy="2444999"/>
          </a:xfrm>
          <a:prstGeom prst="line">
            <a:avLst/>
          </a:prstGeom>
          <a:ln>
            <a:solidFill>
              <a:srgbClr val="B8B8B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7" name="Straight Connector 766">
            <a:extLst>
              <a:ext uri="{FF2B5EF4-FFF2-40B4-BE49-F238E27FC236}">
                <a16:creationId xmlns:a16="http://schemas.microsoft.com/office/drawing/2014/main" id="{BA413257-1AEB-3A31-0778-58371E344526}"/>
              </a:ext>
            </a:extLst>
          </p:cNvPr>
          <p:cNvCxnSpPr>
            <a:stCxn id="594" idx="13"/>
            <a:endCxn id="744" idx="15"/>
          </p:cNvCxnSpPr>
          <p:nvPr userDrawn="1"/>
        </p:nvCxnSpPr>
        <p:spPr>
          <a:xfrm>
            <a:off x="7055586" y="1461109"/>
            <a:ext cx="611025" cy="1707272"/>
          </a:xfrm>
          <a:prstGeom prst="line">
            <a:avLst/>
          </a:prstGeom>
          <a:ln>
            <a:solidFill>
              <a:srgbClr val="B8B8B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CB17998D-C499-E967-15C1-FD597E5D0E1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98023" y="998"/>
            <a:ext cx="2220685" cy="559241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0954FC2F-C631-3007-FC44-27136952F23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95620" y="2250299"/>
            <a:ext cx="5587502" cy="2801185"/>
          </a:xfrm>
        </p:spPr>
        <p:txBody>
          <a:bodyPr anchor="ctr">
            <a:noAutofit/>
          </a:bodyPr>
          <a:lstStyle>
            <a:lvl1pPr algn="l">
              <a:defRPr sz="4800" b="1">
                <a:solidFill>
                  <a:srgbClr val="7030A0"/>
                </a:solidFill>
                <a:latin typeface="Century Gothic" panose="020B0502020202020204" pitchFamily="34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620683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Section Slide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Low angle view of trees in snow&#10;&#10;Description automatically generated">
            <a:extLst>
              <a:ext uri="{FF2B5EF4-FFF2-40B4-BE49-F238E27FC236}">
                <a16:creationId xmlns:a16="http://schemas.microsoft.com/office/drawing/2014/main" id="{0D8D4CB1-2CB9-3B6B-F03C-2E78F3CC25D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73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flipH="1">
            <a:off x="1944427" y="0"/>
            <a:ext cx="10247573" cy="6831715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4065DC0C-DD12-66F9-C76D-2E889AA70E8B}"/>
              </a:ext>
            </a:extLst>
          </p:cNvPr>
          <p:cNvSpPr/>
          <p:nvPr userDrawn="1"/>
        </p:nvSpPr>
        <p:spPr>
          <a:xfrm>
            <a:off x="0" y="0"/>
            <a:ext cx="9171709" cy="6858000"/>
          </a:xfrm>
          <a:prstGeom prst="rect">
            <a:avLst/>
          </a:prstGeom>
          <a:gradFill flip="none" rotWithShape="1">
            <a:gsLst>
              <a:gs pos="25000">
                <a:schemeClr val="bg1"/>
              </a:gs>
              <a:gs pos="100000">
                <a:schemeClr val="bg1">
                  <a:shade val="100000"/>
                  <a:satMod val="115000"/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3" name="Freeform 172">
            <a:extLst>
              <a:ext uri="{FF2B5EF4-FFF2-40B4-BE49-F238E27FC236}">
                <a16:creationId xmlns:a16="http://schemas.microsoft.com/office/drawing/2014/main" id="{5078BE13-D155-D5B8-C825-8151B89E34CC}"/>
              </a:ext>
            </a:extLst>
          </p:cNvPr>
          <p:cNvSpPr/>
          <p:nvPr/>
        </p:nvSpPr>
        <p:spPr>
          <a:xfrm>
            <a:off x="6861845" y="0"/>
            <a:ext cx="168848" cy="259650"/>
          </a:xfrm>
          <a:custGeom>
            <a:avLst/>
            <a:gdLst>
              <a:gd name="connsiteX0" fmla="*/ 0 w 168848"/>
              <a:gd name="connsiteY0" fmla="*/ 159 h 524738"/>
              <a:gd name="connsiteX1" fmla="*/ 4439 w 168848"/>
              <a:gd name="connsiteY1" fmla="*/ 28553 h 524738"/>
              <a:gd name="connsiteX2" fmla="*/ 164410 w 168848"/>
              <a:gd name="connsiteY2" fmla="*/ 524739 h 524738"/>
              <a:gd name="connsiteX3" fmla="*/ 168849 w 168848"/>
              <a:gd name="connsiteY3" fmla="*/ 523787 h 524738"/>
              <a:gd name="connsiteX4" fmla="*/ 0 w 168848"/>
              <a:gd name="connsiteY4" fmla="*/ 0 h 5247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8848" h="524738">
                <a:moveTo>
                  <a:pt x="0" y="159"/>
                </a:moveTo>
                <a:lnTo>
                  <a:pt x="4439" y="28553"/>
                </a:lnTo>
                <a:lnTo>
                  <a:pt x="164410" y="524739"/>
                </a:lnTo>
                <a:cubicBezTo>
                  <a:pt x="165836" y="524263"/>
                  <a:pt x="167422" y="524263"/>
                  <a:pt x="168849" y="523787"/>
                </a:cubicBezTo>
                <a:lnTo>
                  <a:pt x="0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76" name="Freeform 175">
            <a:extLst>
              <a:ext uri="{FF2B5EF4-FFF2-40B4-BE49-F238E27FC236}">
                <a16:creationId xmlns:a16="http://schemas.microsoft.com/office/drawing/2014/main" id="{02EC2766-4331-B39F-0361-125A48D64BA0}"/>
              </a:ext>
            </a:extLst>
          </p:cNvPr>
          <p:cNvSpPr/>
          <p:nvPr/>
        </p:nvSpPr>
        <p:spPr>
          <a:xfrm>
            <a:off x="7041475" y="397798"/>
            <a:ext cx="4439" cy="436994"/>
          </a:xfrm>
          <a:custGeom>
            <a:avLst/>
            <a:gdLst>
              <a:gd name="connsiteX0" fmla="*/ 2220 w 4439"/>
              <a:gd name="connsiteY0" fmla="*/ 476 h 507448"/>
              <a:gd name="connsiteX1" fmla="*/ 2220 w 4439"/>
              <a:gd name="connsiteY1" fmla="*/ 476 h 507448"/>
              <a:gd name="connsiteX2" fmla="*/ 0 w 4439"/>
              <a:gd name="connsiteY2" fmla="*/ 0 h 507448"/>
              <a:gd name="connsiteX3" fmla="*/ 0 w 4439"/>
              <a:gd name="connsiteY3" fmla="*/ 507448 h 507448"/>
              <a:gd name="connsiteX4" fmla="*/ 2220 w 4439"/>
              <a:gd name="connsiteY4" fmla="*/ 506973 h 507448"/>
              <a:gd name="connsiteX5" fmla="*/ 4439 w 4439"/>
              <a:gd name="connsiteY5" fmla="*/ 507448 h 507448"/>
              <a:gd name="connsiteX6" fmla="*/ 4439 w 4439"/>
              <a:gd name="connsiteY6" fmla="*/ 45050 h 507448"/>
              <a:gd name="connsiteX7" fmla="*/ 2220 w 4439"/>
              <a:gd name="connsiteY7" fmla="*/ 476 h 5074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439" h="507448">
                <a:moveTo>
                  <a:pt x="2220" y="476"/>
                </a:moveTo>
                <a:lnTo>
                  <a:pt x="2220" y="476"/>
                </a:lnTo>
                <a:cubicBezTo>
                  <a:pt x="1427" y="476"/>
                  <a:pt x="793" y="159"/>
                  <a:pt x="0" y="0"/>
                </a:cubicBezTo>
                <a:lnTo>
                  <a:pt x="0" y="507448"/>
                </a:lnTo>
                <a:cubicBezTo>
                  <a:pt x="0" y="507448"/>
                  <a:pt x="1427" y="506973"/>
                  <a:pt x="2220" y="506973"/>
                </a:cubicBezTo>
                <a:cubicBezTo>
                  <a:pt x="3012" y="506973"/>
                  <a:pt x="3647" y="507448"/>
                  <a:pt x="4439" y="507448"/>
                </a:cubicBezTo>
                <a:lnTo>
                  <a:pt x="4439" y="45050"/>
                </a:lnTo>
                <a:lnTo>
                  <a:pt x="2220" y="476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77" name="Freeform 176">
            <a:extLst>
              <a:ext uri="{FF2B5EF4-FFF2-40B4-BE49-F238E27FC236}">
                <a16:creationId xmlns:a16="http://schemas.microsoft.com/office/drawing/2014/main" id="{9A79AE1A-200D-CD85-E30B-40A52AEAADC8}"/>
              </a:ext>
            </a:extLst>
          </p:cNvPr>
          <p:cNvSpPr/>
          <p:nvPr/>
        </p:nvSpPr>
        <p:spPr>
          <a:xfrm>
            <a:off x="7041158" y="1004706"/>
            <a:ext cx="4597" cy="320881"/>
          </a:xfrm>
          <a:custGeom>
            <a:avLst/>
            <a:gdLst>
              <a:gd name="connsiteX0" fmla="*/ 2378 w 4597"/>
              <a:gd name="connsiteY0" fmla="*/ 372139 h 372615"/>
              <a:gd name="connsiteX1" fmla="*/ 4598 w 4597"/>
              <a:gd name="connsiteY1" fmla="*/ 372615 h 372615"/>
              <a:gd name="connsiteX2" fmla="*/ 4598 w 4597"/>
              <a:gd name="connsiteY2" fmla="*/ 4600 h 372615"/>
              <a:gd name="connsiteX3" fmla="*/ 4122 w 4597"/>
              <a:gd name="connsiteY3" fmla="*/ 159 h 372615"/>
              <a:gd name="connsiteX4" fmla="*/ 2219 w 4597"/>
              <a:gd name="connsiteY4" fmla="*/ 476 h 372615"/>
              <a:gd name="connsiteX5" fmla="*/ 0 w 4597"/>
              <a:gd name="connsiteY5" fmla="*/ 0 h 372615"/>
              <a:gd name="connsiteX6" fmla="*/ 0 w 4597"/>
              <a:gd name="connsiteY6" fmla="*/ 372615 h 372615"/>
              <a:gd name="connsiteX7" fmla="*/ 2219 w 4597"/>
              <a:gd name="connsiteY7" fmla="*/ 372139 h 3726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597" h="372615">
                <a:moveTo>
                  <a:pt x="2378" y="372139"/>
                </a:moveTo>
                <a:cubicBezTo>
                  <a:pt x="3171" y="372139"/>
                  <a:pt x="3805" y="372615"/>
                  <a:pt x="4598" y="372615"/>
                </a:cubicBezTo>
                <a:lnTo>
                  <a:pt x="4598" y="4600"/>
                </a:lnTo>
                <a:lnTo>
                  <a:pt x="4122" y="159"/>
                </a:lnTo>
                <a:cubicBezTo>
                  <a:pt x="4122" y="159"/>
                  <a:pt x="2854" y="476"/>
                  <a:pt x="2219" y="476"/>
                </a:cubicBezTo>
                <a:cubicBezTo>
                  <a:pt x="1427" y="476"/>
                  <a:pt x="793" y="0"/>
                  <a:pt x="0" y="0"/>
                </a:cubicBezTo>
                <a:lnTo>
                  <a:pt x="0" y="372615"/>
                </a:lnTo>
                <a:cubicBezTo>
                  <a:pt x="0" y="372615"/>
                  <a:pt x="1427" y="372139"/>
                  <a:pt x="2219" y="372139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78" name="Freeform 177">
            <a:extLst>
              <a:ext uri="{FF2B5EF4-FFF2-40B4-BE49-F238E27FC236}">
                <a16:creationId xmlns:a16="http://schemas.microsoft.com/office/drawing/2014/main" id="{052FD2E3-B342-38A0-C381-0B8C3F745E63}"/>
              </a:ext>
            </a:extLst>
          </p:cNvPr>
          <p:cNvSpPr/>
          <p:nvPr/>
        </p:nvSpPr>
        <p:spPr>
          <a:xfrm>
            <a:off x="7000253" y="1094807"/>
            <a:ext cx="39318" cy="244246"/>
          </a:xfrm>
          <a:custGeom>
            <a:avLst/>
            <a:gdLst>
              <a:gd name="connsiteX0" fmla="*/ 39160 w 39318"/>
              <a:gd name="connsiteY0" fmla="*/ 282832 h 283625"/>
              <a:gd name="connsiteX1" fmla="*/ 3012 w 39318"/>
              <a:gd name="connsiteY1" fmla="*/ 0 h 283625"/>
              <a:gd name="connsiteX2" fmla="*/ 0 w 39318"/>
              <a:gd name="connsiteY2" fmla="*/ 9993 h 283625"/>
              <a:gd name="connsiteX3" fmla="*/ 35038 w 39318"/>
              <a:gd name="connsiteY3" fmla="*/ 283625 h 283625"/>
              <a:gd name="connsiteX4" fmla="*/ 39319 w 39318"/>
              <a:gd name="connsiteY4" fmla="*/ 282832 h 283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318" h="283625">
                <a:moveTo>
                  <a:pt x="39160" y="282832"/>
                </a:moveTo>
                <a:lnTo>
                  <a:pt x="3012" y="0"/>
                </a:lnTo>
                <a:lnTo>
                  <a:pt x="0" y="9993"/>
                </a:lnTo>
                <a:lnTo>
                  <a:pt x="35038" y="283625"/>
                </a:lnTo>
                <a:cubicBezTo>
                  <a:pt x="36465" y="283308"/>
                  <a:pt x="37892" y="282832"/>
                  <a:pt x="39319" y="28283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0" name="Freeform 179">
            <a:extLst>
              <a:ext uri="{FF2B5EF4-FFF2-40B4-BE49-F238E27FC236}">
                <a16:creationId xmlns:a16="http://schemas.microsoft.com/office/drawing/2014/main" id="{4FDD4BE5-870E-E4C9-A4A1-19BC062B62B4}"/>
              </a:ext>
            </a:extLst>
          </p:cNvPr>
          <p:cNvSpPr/>
          <p:nvPr/>
        </p:nvSpPr>
        <p:spPr>
          <a:xfrm>
            <a:off x="7050987" y="1474719"/>
            <a:ext cx="52477" cy="207910"/>
          </a:xfrm>
          <a:custGeom>
            <a:avLst/>
            <a:gdLst>
              <a:gd name="connsiteX0" fmla="*/ 159 w 52477"/>
              <a:gd name="connsiteY0" fmla="*/ 793 h 241430"/>
              <a:gd name="connsiteX1" fmla="*/ 48197 w 52477"/>
              <a:gd name="connsiteY1" fmla="*/ 241431 h 241430"/>
              <a:gd name="connsiteX2" fmla="*/ 52478 w 52477"/>
              <a:gd name="connsiteY2" fmla="*/ 240638 h 241430"/>
              <a:gd name="connsiteX3" fmla="*/ 4281 w 52477"/>
              <a:gd name="connsiteY3" fmla="*/ 0 h 241430"/>
              <a:gd name="connsiteX4" fmla="*/ 0 w 52477"/>
              <a:gd name="connsiteY4" fmla="*/ 793 h 2414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477" h="241430">
                <a:moveTo>
                  <a:pt x="159" y="793"/>
                </a:moveTo>
                <a:lnTo>
                  <a:pt x="48197" y="241431"/>
                </a:lnTo>
                <a:cubicBezTo>
                  <a:pt x="49624" y="241113"/>
                  <a:pt x="51051" y="240796"/>
                  <a:pt x="52478" y="240638"/>
                </a:cubicBezTo>
                <a:lnTo>
                  <a:pt x="4281" y="0"/>
                </a:lnTo>
                <a:cubicBezTo>
                  <a:pt x="2854" y="317"/>
                  <a:pt x="1427" y="635"/>
                  <a:pt x="0" y="793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1" name="Freeform 180">
            <a:extLst>
              <a:ext uri="{FF2B5EF4-FFF2-40B4-BE49-F238E27FC236}">
                <a16:creationId xmlns:a16="http://schemas.microsoft.com/office/drawing/2014/main" id="{B93A0906-C228-1A66-5516-11581ECF33B4}"/>
              </a:ext>
            </a:extLst>
          </p:cNvPr>
          <p:cNvSpPr/>
          <p:nvPr/>
        </p:nvSpPr>
        <p:spPr>
          <a:xfrm>
            <a:off x="7045597" y="1003754"/>
            <a:ext cx="37099" cy="338503"/>
          </a:xfrm>
          <a:custGeom>
            <a:avLst/>
            <a:gdLst>
              <a:gd name="connsiteX0" fmla="*/ 32026 w 37099"/>
              <a:gd name="connsiteY0" fmla="*/ 386733 h 393078"/>
              <a:gd name="connsiteX1" fmla="*/ 37099 w 37099"/>
              <a:gd name="connsiteY1" fmla="*/ 393078 h 393078"/>
              <a:gd name="connsiteX2" fmla="*/ 4439 w 37099"/>
              <a:gd name="connsiteY2" fmla="*/ 0 h 393078"/>
              <a:gd name="connsiteX3" fmla="*/ 0 w 37099"/>
              <a:gd name="connsiteY3" fmla="*/ 952 h 393078"/>
              <a:gd name="connsiteX4" fmla="*/ 476 w 37099"/>
              <a:gd name="connsiteY4" fmla="*/ 5393 h 393078"/>
              <a:gd name="connsiteX5" fmla="*/ 32184 w 37099"/>
              <a:gd name="connsiteY5" fmla="*/ 386733 h 3930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99" h="393078">
                <a:moveTo>
                  <a:pt x="32026" y="386733"/>
                </a:moveTo>
                <a:cubicBezTo>
                  <a:pt x="34087" y="388637"/>
                  <a:pt x="35514" y="391016"/>
                  <a:pt x="37099" y="393078"/>
                </a:cubicBezTo>
                <a:lnTo>
                  <a:pt x="4439" y="0"/>
                </a:lnTo>
                <a:cubicBezTo>
                  <a:pt x="2854" y="159"/>
                  <a:pt x="1586" y="793"/>
                  <a:pt x="0" y="952"/>
                </a:cubicBezTo>
                <a:lnTo>
                  <a:pt x="476" y="5393"/>
                </a:lnTo>
                <a:lnTo>
                  <a:pt x="32184" y="386733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2" name="Freeform 181">
            <a:extLst>
              <a:ext uri="{FF2B5EF4-FFF2-40B4-BE49-F238E27FC236}">
                <a16:creationId xmlns:a16="http://schemas.microsoft.com/office/drawing/2014/main" id="{D5B19E52-F51D-6259-3316-A4B22CF0D6CC}"/>
              </a:ext>
            </a:extLst>
          </p:cNvPr>
          <p:cNvSpPr/>
          <p:nvPr/>
        </p:nvSpPr>
        <p:spPr>
          <a:xfrm>
            <a:off x="7083013" y="1450449"/>
            <a:ext cx="23305" cy="227990"/>
          </a:xfrm>
          <a:custGeom>
            <a:avLst/>
            <a:gdLst>
              <a:gd name="connsiteX0" fmla="*/ 0 w 23305"/>
              <a:gd name="connsiteY0" fmla="*/ 5869 h 264748"/>
              <a:gd name="connsiteX1" fmla="*/ 21562 w 23305"/>
              <a:gd name="connsiteY1" fmla="*/ 264749 h 264748"/>
              <a:gd name="connsiteX2" fmla="*/ 23306 w 23305"/>
              <a:gd name="connsiteY2" fmla="*/ 264432 h 264748"/>
              <a:gd name="connsiteX3" fmla="*/ 19660 w 23305"/>
              <a:gd name="connsiteY3" fmla="*/ 186863 h 264748"/>
              <a:gd name="connsiteX4" fmla="*/ 4122 w 23305"/>
              <a:gd name="connsiteY4" fmla="*/ 0 h 264748"/>
              <a:gd name="connsiteX5" fmla="*/ 0 w 23305"/>
              <a:gd name="connsiteY5" fmla="*/ 6028 h 2647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05" h="264748">
                <a:moveTo>
                  <a:pt x="0" y="5869"/>
                </a:moveTo>
                <a:lnTo>
                  <a:pt x="21562" y="264749"/>
                </a:lnTo>
                <a:cubicBezTo>
                  <a:pt x="21562" y="264749"/>
                  <a:pt x="22672" y="264432"/>
                  <a:pt x="23306" y="264432"/>
                </a:cubicBezTo>
                <a:lnTo>
                  <a:pt x="19660" y="186863"/>
                </a:lnTo>
                <a:lnTo>
                  <a:pt x="4122" y="0"/>
                </a:lnTo>
                <a:cubicBezTo>
                  <a:pt x="3012" y="2221"/>
                  <a:pt x="1586" y="4124"/>
                  <a:pt x="0" y="6028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3" name="Freeform 182">
            <a:extLst>
              <a:ext uri="{FF2B5EF4-FFF2-40B4-BE49-F238E27FC236}">
                <a16:creationId xmlns:a16="http://schemas.microsoft.com/office/drawing/2014/main" id="{8FE49E91-A12C-9D10-B0DF-0119EB0D9389}"/>
              </a:ext>
            </a:extLst>
          </p:cNvPr>
          <p:cNvSpPr/>
          <p:nvPr/>
        </p:nvSpPr>
        <p:spPr>
          <a:xfrm>
            <a:off x="7071915" y="992017"/>
            <a:ext cx="38842" cy="622364"/>
          </a:xfrm>
          <a:custGeom>
            <a:avLst/>
            <a:gdLst>
              <a:gd name="connsiteX0" fmla="*/ 20452 w 38842"/>
              <a:gd name="connsiteY0" fmla="*/ 428452 h 722705"/>
              <a:gd name="connsiteX1" fmla="*/ 21720 w 38842"/>
              <a:gd name="connsiteY1" fmla="*/ 434956 h 722705"/>
              <a:gd name="connsiteX2" fmla="*/ 20928 w 38842"/>
              <a:gd name="connsiteY2" fmla="*/ 438922 h 722705"/>
              <a:gd name="connsiteX3" fmla="*/ 30757 w 38842"/>
              <a:gd name="connsiteY3" fmla="*/ 645137 h 722705"/>
              <a:gd name="connsiteX4" fmla="*/ 34404 w 38842"/>
              <a:gd name="connsiteY4" fmla="*/ 722706 h 722705"/>
              <a:gd name="connsiteX5" fmla="*/ 38843 w 38842"/>
              <a:gd name="connsiteY5" fmla="*/ 721754 h 722705"/>
              <a:gd name="connsiteX6" fmla="*/ 4439 w 38842"/>
              <a:gd name="connsiteY6" fmla="*/ 0 h 722705"/>
              <a:gd name="connsiteX7" fmla="*/ 0 w 38842"/>
              <a:gd name="connsiteY7" fmla="*/ 3014 h 722705"/>
              <a:gd name="connsiteX8" fmla="*/ 20294 w 38842"/>
              <a:gd name="connsiteY8" fmla="*/ 428452 h 7227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8842" h="722705">
                <a:moveTo>
                  <a:pt x="20452" y="428452"/>
                </a:moveTo>
                <a:cubicBezTo>
                  <a:pt x="20769" y="430673"/>
                  <a:pt x="21720" y="432735"/>
                  <a:pt x="21720" y="434956"/>
                </a:cubicBezTo>
                <a:cubicBezTo>
                  <a:pt x="21720" y="436383"/>
                  <a:pt x="21086" y="437653"/>
                  <a:pt x="20928" y="438922"/>
                </a:cubicBezTo>
                <a:lnTo>
                  <a:pt x="30757" y="645137"/>
                </a:lnTo>
                <a:lnTo>
                  <a:pt x="34404" y="722706"/>
                </a:lnTo>
                <a:cubicBezTo>
                  <a:pt x="35989" y="722547"/>
                  <a:pt x="37258" y="721754"/>
                  <a:pt x="38843" y="721754"/>
                </a:cubicBezTo>
                <a:lnTo>
                  <a:pt x="4439" y="0"/>
                </a:lnTo>
                <a:cubicBezTo>
                  <a:pt x="3171" y="1269"/>
                  <a:pt x="1586" y="1904"/>
                  <a:pt x="0" y="3014"/>
                </a:cubicBezTo>
                <a:lnTo>
                  <a:pt x="20294" y="428452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4" name="Freeform 183">
            <a:extLst>
              <a:ext uri="{FF2B5EF4-FFF2-40B4-BE49-F238E27FC236}">
                <a16:creationId xmlns:a16="http://schemas.microsoft.com/office/drawing/2014/main" id="{2CC998D2-6880-6A67-4EAD-52991647AD98}"/>
              </a:ext>
            </a:extLst>
          </p:cNvPr>
          <p:cNvSpPr/>
          <p:nvPr/>
        </p:nvSpPr>
        <p:spPr>
          <a:xfrm>
            <a:off x="7043694" y="397481"/>
            <a:ext cx="29171" cy="446009"/>
          </a:xfrm>
          <a:custGeom>
            <a:avLst/>
            <a:gdLst>
              <a:gd name="connsiteX0" fmla="*/ 0 w 29171"/>
              <a:gd name="connsiteY0" fmla="*/ 793 h 517917"/>
              <a:gd name="connsiteX1" fmla="*/ 2219 w 29171"/>
              <a:gd name="connsiteY1" fmla="*/ 45367 h 517917"/>
              <a:gd name="connsiteX2" fmla="*/ 24574 w 29171"/>
              <a:gd name="connsiteY2" fmla="*/ 514745 h 517917"/>
              <a:gd name="connsiteX3" fmla="*/ 29172 w 29171"/>
              <a:gd name="connsiteY3" fmla="*/ 517918 h 517917"/>
              <a:gd name="connsiteX4" fmla="*/ 4597 w 29171"/>
              <a:gd name="connsiteY4" fmla="*/ 0 h 517917"/>
              <a:gd name="connsiteX5" fmla="*/ 158 w 29171"/>
              <a:gd name="connsiteY5" fmla="*/ 952 h 5179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9171" h="517917">
                <a:moveTo>
                  <a:pt x="0" y="793"/>
                </a:moveTo>
                <a:lnTo>
                  <a:pt x="2219" y="45367"/>
                </a:lnTo>
                <a:lnTo>
                  <a:pt x="24574" y="514745"/>
                </a:lnTo>
                <a:cubicBezTo>
                  <a:pt x="26160" y="515697"/>
                  <a:pt x="27745" y="516807"/>
                  <a:pt x="29172" y="517918"/>
                </a:cubicBezTo>
                <a:lnTo>
                  <a:pt x="4597" y="0"/>
                </a:lnTo>
                <a:cubicBezTo>
                  <a:pt x="3012" y="0"/>
                  <a:pt x="1744" y="952"/>
                  <a:pt x="158" y="95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5" name="Freeform 184">
            <a:extLst>
              <a:ext uri="{FF2B5EF4-FFF2-40B4-BE49-F238E27FC236}">
                <a16:creationId xmlns:a16="http://schemas.microsoft.com/office/drawing/2014/main" id="{58E99C42-BE67-DB1F-9CC3-838AC4065A45}"/>
              </a:ext>
            </a:extLst>
          </p:cNvPr>
          <p:cNvSpPr/>
          <p:nvPr/>
        </p:nvSpPr>
        <p:spPr>
          <a:xfrm>
            <a:off x="7086343" y="186350"/>
            <a:ext cx="2272246" cy="644084"/>
          </a:xfrm>
          <a:custGeom>
            <a:avLst/>
            <a:gdLst>
              <a:gd name="connsiteX0" fmla="*/ 0 w 2272246"/>
              <a:gd name="connsiteY0" fmla="*/ 1167972 h 1171779"/>
              <a:gd name="connsiteX1" fmla="*/ 2537 w 2272246"/>
              <a:gd name="connsiteY1" fmla="*/ 1171779 h 1171779"/>
              <a:gd name="connsiteX2" fmla="*/ 2272247 w 2272246"/>
              <a:gd name="connsiteY2" fmla="*/ 3807 h 1171779"/>
              <a:gd name="connsiteX3" fmla="*/ 2269709 w 2272246"/>
              <a:gd name="connsiteY3" fmla="*/ 0 h 1171779"/>
              <a:gd name="connsiteX4" fmla="*/ 0 w 2272246"/>
              <a:gd name="connsiteY4" fmla="*/ 1167972 h 11717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72246" h="1171779">
                <a:moveTo>
                  <a:pt x="0" y="1167972"/>
                </a:moveTo>
                <a:cubicBezTo>
                  <a:pt x="793" y="1169400"/>
                  <a:pt x="1902" y="1170352"/>
                  <a:pt x="2537" y="1171779"/>
                </a:cubicBezTo>
                <a:lnTo>
                  <a:pt x="2272247" y="3807"/>
                </a:lnTo>
                <a:cubicBezTo>
                  <a:pt x="2271454" y="2379"/>
                  <a:pt x="2270344" y="1428"/>
                  <a:pt x="2269709" y="0"/>
                </a:cubicBezTo>
                <a:lnTo>
                  <a:pt x="0" y="1167972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6" name="Freeform 185">
            <a:extLst>
              <a:ext uri="{FF2B5EF4-FFF2-40B4-BE49-F238E27FC236}">
                <a16:creationId xmlns:a16="http://schemas.microsoft.com/office/drawing/2014/main" id="{4F919D3A-09FA-6B9E-F125-38AA3D672EC8}"/>
              </a:ext>
            </a:extLst>
          </p:cNvPr>
          <p:cNvSpPr/>
          <p:nvPr/>
        </p:nvSpPr>
        <p:spPr>
          <a:xfrm rot="819193">
            <a:off x="7100391" y="-247138"/>
            <a:ext cx="2263367" cy="505022"/>
          </a:xfrm>
          <a:custGeom>
            <a:avLst/>
            <a:gdLst>
              <a:gd name="connsiteX0" fmla="*/ 793 w 2263367"/>
              <a:gd name="connsiteY0" fmla="*/ 586445 h 586444"/>
              <a:gd name="connsiteX1" fmla="*/ 2263368 w 2263367"/>
              <a:gd name="connsiteY1" fmla="*/ 4283 h 586444"/>
              <a:gd name="connsiteX2" fmla="*/ 2262416 w 2263367"/>
              <a:gd name="connsiteY2" fmla="*/ 0 h 586444"/>
              <a:gd name="connsiteX3" fmla="*/ 0 w 2263367"/>
              <a:gd name="connsiteY3" fmla="*/ 582003 h 586444"/>
              <a:gd name="connsiteX4" fmla="*/ 951 w 2263367"/>
              <a:gd name="connsiteY4" fmla="*/ 586445 h 5864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63367" h="586444">
                <a:moveTo>
                  <a:pt x="793" y="586445"/>
                </a:moveTo>
                <a:lnTo>
                  <a:pt x="2263368" y="4283"/>
                </a:lnTo>
                <a:cubicBezTo>
                  <a:pt x="2262893" y="2855"/>
                  <a:pt x="2262734" y="1428"/>
                  <a:pt x="2262416" y="0"/>
                </a:cubicBezTo>
                <a:lnTo>
                  <a:pt x="0" y="582003"/>
                </a:lnTo>
                <a:cubicBezTo>
                  <a:pt x="476" y="583431"/>
                  <a:pt x="634" y="584859"/>
                  <a:pt x="951" y="586445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12" name="Freeform 211">
            <a:extLst>
              <a:ext uri="{FF2B5EF4-FFF2-40B4-BE49-F238E27FC236}">
                <a16:creationId xmlns:a16="http://schemas.microsoft.com/office/drawing/2014/main" id="{0868BB7F-CBC0-7280-7273-978205BBAF03}"/>
              </a:ext>
            </a:extLst>
          </p:cNvPr>
          <p:cNvSpPr/>
          <p:nvPr/>
        </p:nvSpPr>
        <p:spPr>
          <a:xfrm>
            <a:off x="1358639" y="166045"/>
            <a:ext cx="183276" cy="81142"/>
          </a:xfrm>
          <a:custGeom>
            <a:avLst/>
            <a:gdLst>
              <a:gd name="connsiteX0" fmla="*/ 0 w 183276"/>
              <a:gd name="connsiteY0" fmla="*/ 3807 h 94224"/>
              <a:gd name="connsiteX1" fmla="*/ 180740 w 183276"/>
              <a:gd name="connsiteY1" fmla="*/ 94225 h 94224"/>
              <a:gd name="connsiteX2" fmla="*/ 183276 w 183276"/>
              <a:gd name="connsiteY2" fmla="*/ 90418 h 94224"/>
              <a:gd name="connsiteX3" fmla="*/ 2537 w 183276"/>
              <a:gd name="connsiteY3" fmla="*/ 0 h 94224"/>
              <a:gd name="connsiteX4" fmla="*/ 0 w 183276"/>
              <a:gd name="connsiteY4" fmla="*/ 3807 h 942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3276" h="94224">
                <a:moveTo>
                  <a:pt x="0" y="3807"/>
                </a:moveTo>
                <a:lnTo>
                  <a:pt x="180740" y="94225"/>
                </a:lnTo>
                <a:cubicBezTo>
                  <a:pt x="181374" y="92797"/>
                  <a:pt x="182484" y="91845"/>
                  <a:pt x="183276" y="90418"/>
                </a:cubicBezTo>
                <a:lnTo>
                  <a:pt x="2537" y="0"/>
                </a:lnTo>
                <a:cubicBezTo>
                  <a:pt x="1903" y="1428"/>
                  <a:pt x="793" y="2538"/>
                  <a:pt x="0" y="3807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13" name="Freeform 212">
            <a:extLst>
              <a:ext uri="{FF2B5EF4-FFF2-40B4-BE49-F238E27FC236}">
                <a16:creationId xmlns:a16="http://schemas.microsoft.com/office/drawing/2014/main" id="{4AF67E48-E10A-9398-7E93-0C4DA3BBF181}"/>
              </a:ext>
            </a:extLst>
          </p:cNvPr>
          <p:cNvSpPr/>
          <p:nvPr/>
        </p:nvSpPr>
        <p:spPr>
          <a:xfrm>
            <a:off x="194929" y="185715"/>
            <a:ext cx="1095377" cy="1440891"/>
          </a:xfrm>
          <a:custGeom>
            <a:avLst/>
            <a:gdLst>
              <a:gd name="connsiteX0" fmla="*/ 1095378 w 1095377"/>
              <a:gd name="connsiteY0" fmla="*/ 2538 h 1673199"/>
              <a:gd name="connsiteX1" fmla="*/ 1091731 w 1095377"/>
              <a:gd name="connsiteY1" fmla="*/ 0 h 1673199"/>
              <a:gd name="connsiteX2" fmla="*/ 0 w 1095377"/>
              <a:gd name="connsiteY2" fmla="*/ 1670662 h 1673199"/>
              <a:gd name="connsiteX3" fmla="*/ 3646 w 1095377"/>
              <a:gd name="connsiteY3" fmla="*/ 1673200 h 1673199"/>
              <a:gd name="connsiteX4" fmla="*/ 1095378 w 1095377"/>
              <a:gd name="connsiteY4" fmla="*/ 2538 h 16731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95377" h="1673199">
                <a:moveTo>
                  <a:pt x="1095378" y="2538"/>
                </a:moveTo>
                <a:cubicBezTo>
                  <a:pt x="1094109" y="1745"/>
                  <a:pt x="1092841" y="952"/>
                  <a:pt x="1091731" y="0"/>
                </a:cubicBezTo>
                <a:lnTo>
                  <a:pt x="0" y="1670662"/>
                </a:lnTo>
                <a:cubicBezTo>
                  <a:pt x="1268" y="1671455"/>
                  <a:pt x="2378" y="1672248"/>
                  <a:pt x="3646" y="1673200"/>
                </a:cubicBezTo>
                <a:lnTo>
                  <a:pt x="1095378" y="2538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14" name="Freeform 213">
            <a:extLst>
              <a:ext uri="{FF2B5EF4-FFF2-40B4-BE49-F238E27FC236}">
                <a16:creationId xmlns:a16="http://schemas.microsoft.com/office/drawing/2014/main" id="{B92B8CEB-0E53-C986-03AA-B46F10C41604}"/>
              </a:ext>
            </a:extLst>
          </p:cNvPr>
          <p:cNvSpPr/>
          <p:nvPr/>
        </p:nvSpPr>
        <p:spPr>
          <a:xfrm>
            <a:off x="200637" y="316741"/>
            <a:ext cx="1353644" cy="1331472"/>
          </a:xfrm>
          <a:custGeom>
            <a:avLst/>
            <a:gdLst>
              <a:gd name="connsiteX0" fmla="*/ 0 w 1353644"/>
              <a:gd name="connsiteY0" fmla="*/ 1543602 h 1546139"/>
              <a:gd name="connsiteX1" fmla="*/ 3647 w 1353644"/>
              <a:gd name="connsiteY1" fmla="*/ 1546140 h 1546139"/>
              <a:gd name="connsiteX2" fmla="*/ 1353645 w 1353644"/>
              <a:gd name="connsiteY2" fmla="*/ 2538 h 1546139"/>
              <a:gd name="connsiteX3" fmla="*/ 1349998 w 1353644"/>
              <a:gd name="connsiteY3" fmla="*/ 0 h 1546139"/>
              <a:gd name="connsiteX4" fmla="*/ 0 w 1353644"/>
              <a:gd name="connsiteY4" fmla="*/ 1543602 h 15461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53644" h="1546139">
                <a:moveTo>
                  <a:pt x="0" y="1543602"/>
                </a:moveTo>
                <a:cubicBezTo>
                  <a:pt x="1110" y="1544553"/>
                  <a:pt x="2695" y="1545029"/>
                  <a:pt x="3647" y="1546140"/>
                </a:cubicBezTo>
                <a:lnTo>
                  <a:pt x="1353645" y="2538"/>
                </a:lnTo>
                <a:cubicBezTo>
                  <a:pt x="1352535" y="1586"/>
                  <a:pt x="1351108" y="1110"/>
                  <a:pt x="1349998" y="0"/>
                </a:cubicBezTo>
                <a:lnTo>
                  <a:pt x="0" y="1543602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15" name="Freeform 214">
            <a:extLst>
              <a:ext uri="{FF2B5EF4-FFF2-40B4-BE49-F238E27FC236}">
                <a16:creationId xmlns:a16="http://schemas.microsoft.com/office/drawing/2014/main" id="{88C86A35-24B9-84B6-5673-C1810CE363D1}"/>
              </a:ext>
            </a:extLst>
          </p:cNvPr>
          <p:cNvSpPr/>
          <p:nvPr/>
        </p:nvSpPr>
        <p:spPr>
          <a:xfrm>
            <a:off x="33056" y="1945208"/>
            <a:ext cx="122712" cy="302712"/>
          </a:xfrm>
          <a:custGeom>
            <a:avLst/>
            <a:gdLst>
              <a:gd name="connsiteX0" fmla="*/ 118274 w 122712"/>
              <a:gd name="connsiteY0" fmla="*/ 0 h 351517"/>
              <a:gd name="connsiteX1" fmla="*/ 0 w 122712"/>
              <a:gd name="connsiteY1" fmla="*/ 338193 h 351517"/>
              <a:gd name="connsiteX2" fmla="*/ 0 w 122712"/>
              <a:gd name="connsiteY2" fmla="*/ 351518 h 351517"/>
              <a:gd name="connsiteX3" fmla="*/ 122713 w 122712"/>
              <a:gd name="connsiteY3" fmla="*/ 952 h 351517"/>
              <a:gd name="connsiteX4" fmla="*/ 118274 w 122712"/>
              <a:gd name="connsiteY4" fmla="*/ 0 h 3515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712" h="351517">
                <a:moveTo>
                  <a:pt x="118274" y="0"/>
                </a:moveTo>
                <a:lnTo>
                  <a:pt x="0" y="338193"/>
                </a:lnTo>
                <a:lnTo>
                  <a:pt x="0" y="351518"/>
                </a:lnTo>
                <a:lnTo>
                  <a:pt x="122713" y="952"/>
                </a:lnTo>
                <a:cubicBezTo>
                  <a:pt x="121286" y="476"/>
                  <a:pt x="119700" y="635"/>
                  <a:pt x="118274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16" name="Freeform 215">
            <a:extLst>
              <a:ext uri="{FF2B5EF4-FFF2-40B4-BE49-F238E27FC236}">
                <a16:creationId xmlns:a16="http://schemas.microsoft.com/office/drawing/2014/main" id="{0D2DD72B-996D-4299-95BC-C3B8F78F3E23}"/>
              </a:ext>
            </a:extLst>
          </p:cNvPr>
          <p:cNvSpPr/>
          <p:nvPr/>
        </p:nvSpPr>
        <p:spPr>
          <a:xfrm>
            <a:off x="33056" y="1933787"/>
            <a:ext cx="101943" cy="83600"/>
          </a:xfrm>
          <a:custGeom>
            <a:avLst/>
            <a:gdLst>
              <a:gd name="connsiteX0" fmla="*/ 100992 w 101943"/>
              <a:gd name="connsiteY0" fmla="*/ 0 h 97079"/>
              <a:gd name="connsiteX1" fmla="*/ 21720 w 101943"/>
              <a:gd name="connsiteY1" fmla="*/ 70431 h 97079"/>
              <a:gd name="connsiteX2" fmla="*/ 0 w 101943"/>
              <a:gd name="connsiteY2" fmla="*/ 90893 h 97079"/>
              <a:gd name="connsiteX3" fmla="*/ 0 w 101943"/>
              <a:gd name="connsiteY3" fmla="*/ 97080 h 97079"/>
              <a:gd name="connsiteX4" fmla="*/ 101944 w 101943"/>
              <a:gd name="connsiteY4" fmla="*/ 952 h 97079"/>
              <a:gd name="connsiteX5" fmla="*/ 100992 w 101943"/>
              <a:gd name="connsiteY5" fmla="*/ 0 h 970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1943" h="97079">
                <a:moveTo>
                  <a:pt x="100992" y="0"/>
                </a:moveTo>
                <a:lnTo>
                  <a:pt x="21720" y="70431"/>
                </a:lnTo>
                <a:lnTo>
                  <a:pt x="0" y="90893"/>
                </a:lnTo>
                <a:lnTo>
                  <a:pt x="0" y="97080"/>
                </a:lnTo>
                <a:lnTo>
                  <a:pt x="101944" y="952"/>
                </a:lnTo>
                <a:cubicBezTo>
                  <a:pt x="101944" y="952"/>
                  <a:pt x="101309" y="317"/>
                  <a:pt x="100992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17" name="Freeform 216">
            <a:extLst>
              <a:ext uri="{FF2B5EF4-FFF2-40B4-BE49-F238E27FC236}">
                <a16:creationId xmlns:a16="http://schemas.microsoft.com/office/drawing/2014/main" id="{8FAF7C91-B4A3-75CF-92C1-660D4DC073F8}"/>
              </a:ext>
            </a:extLst>
          </p:cNvPr>
          <p:cNvSpPr/>
          <p:nvPr/>
        </p:nvSpPr>
        <p:spPr>
          <a:xfrm>
            <a:off x="33056" y="1929979"/>
            <a:ext cx="100992" cy="80595"/>
          </a:xfrm>
          <a:custGeom>
            <a:avLst/>
            <a:gdLst>
              <a:gd name="connsiteX0" fmla="*/ 100992 w 100992"/>
              <a:gd name="connsiteY0" fmla="*/ 3807 h 93589"/>
              <a:gd name="connsiteX1" fmla="*/ 98456 w 100992"/>
              <a:gd name="connsiteY1" fmla="*/ 0 h 93589"/>
              <a:gd name="connsiteX2" fmla="*/ 0 w 100992"/>
              <a:gd name="connsiteY2" fmla="*/ 87562 h 93589"/>
              <a:gd name="connsiteX3" fmla="*/ 0 w 100992"/>
              <a:gd name="connsiteY3" fmla="*/ 93590 h 93589"/>
              <a:gd name="connsiteX4" fmla="*/ 21720 w 100992"/>
              <a:gd name="connsiteY4" fmla="*/ 74238 h 93589"/>
              <a:gd name="connsiteX5" fmla="*/ 100992 w 100992"/>
              <a:gd name="connsiteY5" fmla="*/ 3807 h 935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0992" h="93589">
                <a:moveTo>
                  <a:pt x="100992" y="3807"/>
                </a:moveTo>
                <a:cubicBezTo>
                  <a:pt x="99882" y="2697"/>
                  <a:pt x="99407" y="1269"/>
                  <a:pt x="98456" y="0"/>
                </a:cubicBezTo>
                <a:lnTo>
                  <a:pt x="0" y="87562"/>
                </a:lnTo>
                <a:lnTo>
                  <a:pt x="0" y="93590"/>
                </a:lnTo>
                <a:lnTo>
                  <a:pt x="21720" y="74238"/>
                </a:lnTo>
                <a:lnTo>
                  <a:pt x="100992" y="3807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18" name="Freeform 217">
            <a:extLst>
              <a:ext uri="{FF2B5EF4-FFF2-40B4-BE49-F238E27FC236}">
                <a16:creationId xmlns:a16="http://schemas.microsoft.com/office/drawing/2014/main" id="{6ACDC3F1-F69B-1318-0D5A-E65F9511ECF1}"/>
              </a:ext>
            </a:extLst>
          </p:cNvPr>
          <p:cNvSpPr/>
          <p:nvPr/>
        </p:nvSpPr>
        <p:spPr>
          <a:xfrm>
            <a:off x="33056" y="4640125"/>
            <a:ext cx="589940" cy="1120147"/>
          </a:xfrm>
          <a:custGeom>
            <a:avLst/>
            <a:gdLst>
              <a:gd name="connsiteX0" fmla="*/ 586136 w 589940"/>
              <a:gd name="connsiteY0" fmla="*/ 0 h 1300743"/>
              <a:gd name="connsiteX1" fmla="*/ 0 w 589940"/>
              <a:gd name="connsiteY1" fmla="*/ 1290115 h 1300743"/>
              <a:gd name="connsiteX2" fmla="*/ 0 w 589940"/>
              <a:gd name="connsiteY2" fmla="*/ 1300743 h 1300743"/>
              <a:gd name="connsiteX3" fmla="*/ 589941 w 589940"/>
              <a:gd name="connsiteY3" fmla="*/ 2221 h 1300743"/>
              <a:gd name="connsiteX4" fmla="*/ 586136 w 589940"/>
              <a:gd name="connsiteY4" fmla="*/ 0 h 13007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89940" h="1300743">
                <a:moveTo>
                  <a:pt x="586136" y="0"/>
                </a:moveTo>
                <a:lnTo>
                  <a:pt x="0" y="1290115"/>
                </a:lnTo>
                <a:lnTo>
                  <a:pt x="0" y="1300743"/>
                </a:lnTo>
                <a:lnTo>
                  <a:pt x="589941" y="2221"/>
                </a:lnTo>
                <a:cubicBezTo>
                  <a:pt x="588514" y="1586"/>
                  <a:pt x="587404" y="634"/>
                  <a:pt x="586136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19" name="Freeform 218">
            <a:extLst>
              <a:ext uri="{FF2B5EF4-FFF2-40B4-BE49-F238E27FC236}">
                <a16:creationId xmlns:a16="http://schemas.microsoft.com/office/drawing/2014/main" id="{83B50EEB-C93F-89C9-E405-E3E6FCA56CC1}"/>
              </a:ext>
            </a:extLst>
          </p:cNvPr>
          <p:cNvSpPr/>
          <p:nvPr/>
        </p:nvSpPr>
        <p:spPr>
          <a:xfrm>
            <a:off x="32898" y="4306690"/>
            <a:ext cx="564890" cy="232225"/>
          </a:xfrm>
          <a:custGeom>
            <a:avLst/>
            <a:gdLst>
              <a:gd name="connsiteX0" fmla="*/ 564891 w 564890"/>
              <a:gd name="connsiteY0" fmla="*/ 266018 h 269666"/>
              <a:gd name="connsiteX1" fmla="*/ 0 w 564890"/>
              <a:gd name="connsiteY1" fmla="*/ 0 h 269666"/>
              <a:gd name="connsiteX2" fmla="*/ 0 w 564890"/>
              <a:gd name="connsiteY2" fmla="*/ 4917 h 269666"/>
              <a:gd name="connsiteX3" fmla="*/ 562354 w 564890"/>
              <a:gd name="connsiteY3" fmla="*/ 269666 h 269666"/>
              <a:gd name="connsiteX4" fmla="*/ 564891 w 564890"/>
              <a:gd name="connsiteY4" fmla="*/ 265859 h 269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64890" h="269666">
                <a:moveTo>
                  <a:pt x="564891" y="266018"/>
                </a:moveTo>
                <a:lnTo>
                  <a:pt x="0" y="0"/>
                </a:lnTo>
                <a:lnTo>
                  <a:pt x="0" y="4917"/>
                </a:lnTo>
                <a:lnTo>
                  <a:pt x="562354" y="269666"/>
                </a:lnTo>
                <a:cubicBezTo>
                  <a:pt x="562988" y="268239"/>
                  <a:pt x="564098" y="267287"/>
                  <a:pt x="564891" y="265859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0" name="Freeform 219">
            <a:extLst>
              <a:ext uri="{FF2B5EF4-FFF2-40B4-BE49-F238E27FC236}">
                <a16:creationId xmlns:a16="http://schemas.microsoft.com/office/drawing/2014/main" id="{7A9D9DAE-8B03-BA22-749F-3939668090DB}"/>
              </a:ext>
            </a:extLst>
          </p:cNvPr>
          <p:cNvSpPr/>
          <p:nvPr/>
        </p:nvSpPr>
        <p:spPr>
          <a:xfrm>
            <a:off x="33056" y="3983884"/>
            <a:ext cx="574878" cy="498055"/>
          </a:xfrm>
          <a:custGeom>
            <a:avLst/>
            <a:gdLst>
              <a:gd name="connsiteX0" fmla="*/ 574879 w 574878"/>
              <a:gd name="connsiteY0" fmla="*/ 575182 h 578354"/>
              <a:gd name="connsiteX1" fmla="*/ 0 w 574878"/>
              <a:gd name="connsiteY1" fmla="*/ 0 h 578354"/>
              <a:gd name="connsiteX2" fmla="*/ 0 w 574878"/>
              <a:gd name="connsiteY2" fmla="*/ 6186 h 578354"/>
              <a:gd name="connsiteX3" fmla="*/ 571867 w 574878"/>
              <a:gd name="connsiteY3" fmla="*/ 578355 h 578354"/>
              <a:gd name="connsiteX4" fmla="*/ 574879 w 574878"/>
              <a:gd name="connsiteY4" fmla="*/ 575182 h 5783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74878" h="578354">
                <a:moveTo>
                  <a:pt x="574879" y="575182"/>
                </a:moveTo>
                <a:lnTo>
                  <a:pt x="0" y="0"/>
                </a:lnTo>
                <a:lnTo>
                  <a:pt x="0" y="6186"/>
                </a:lnTo>
                <a:lnTo>
                  <a:pt x="571867" y="578355"/>
                </a:lnTo>
                <a:cubicBezTo>
                  <a:pt x="572818" y="577244"/>
                  <a:pt x="573928" y="576293"/>
                  <a:pt x="574879" y="57518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1" name="Freeform 220">
            <a:extLst>
              <a:ext uri="{FF2B5EF4-FFF2-40B4-BE49-F238E27FC236}">
                <a16:creationId xmlns:a16="http://schemas.microsoft.com/office/drawing/2014/main" id="{8932BCBE-0C4C-097E-0607-838B95907D39}"/>
              </a:ext>
            </a:extLst>
          </p:cNvPr>
          <p:cNvSpPr/>
          <p:nvPr/>
        </p:nvSpPr>
        <p:spPr>
          <a:xfrm>
            <a:off x="159574" y="3910598"/>
            <a:ext cx="455654" cy="556385"/>
          </a:xfrm>
          <a:custGeom>
            <a:avLst/>
            <a:gdLst>
              <a:gd name="connsiteX0" fmla="*/ 6342 w 455654"/>
              <a:gd name="connsiteY0" fmla="*/ 1428 h 646088"/>
              <a:gd name="connsiteX1" fmla="*/ 0 w 455654"/>
              <a:gd name="connsiteY1" fmla="*/ 0 h 646088"/>
              <a:gd name="connsiteX2" fmla="*/ 452008 w 455654"/>
              <a:gd name="connsiteY2" fmla="*/ 646089 h 646088"/>
              <a:gd name="connsiteX3" fmla="*/ 455654 w 455654"/>
              <a:gd name="connsiteY3" fmla="*/ 643551 h 646088"/>
              <a:gd name="connsiteX4" fmla="*/ 6342 w 455654"/>
              <a:gd name="connsiteY4" fmla="*/ 1269 h 6460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55654" h="646088">
                <a:moveTo>
                  <a:pt x="6342" y="1428"/>
                </a:moveTo>
                <a:lnTo>
                  <a:pt x="0" y="0"/>
                </a:lnTo>
                <a:lnTo>
                  <a:pt x="452008" y="646089"/>
                </a:lnTo>
                <a:cubicBezTo>
                  <a:pt x="453118" y="645137"/>
                  <a:pt x="454386" y="644344"/>
                  <a:pt x="455654" y="643551"/>
                </a:cubicBezTo>
                <a:lnTo>
                  <a:pt x="6342" y="1269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2" name="Freeform 221">
            <a:extLst>
              <a:ext uri="{FF2B5EF4-FFF2-40B4-BE49-F238E27FC236}">
                <a16:creationId xmlns:a16="http://schemas.microsoft.com/office/drawing/2014/main" id="{54FC8176-E3EC-5A5A-9F9D-8E26E542FE46}"/>
              </a:ext>
            </a:extLst>
          </p:cNvPr>
          <p:cNvSpPr/>
          <p:nvPr/>
        </p:nvSpPr>
        <p:spPr>
          <a:xfrm>
            <a:off x="33056" y="3722149"/>
            <a:ext cx="129212" cy="159006"/>
          </a:xfrm>
          <a:custGeom>
            <a:avLst/>
            <a:gdLst>
              <a:gd name="connsiteX0" fmla="*/ 129213 w 129212"/>
              <a:gd name="connsiteY0" fmla="*/ 184642 h 184642"/>
              <a:gd name="connsiteX1" fmla="*/ 0 w 129212"/>
              <a:gd name="connsiteY1" fmla="*/ 0 h 184642"/>
              <a:gd name="connsiteX2" fmla="*/ 0 w 129212"/>
              <a:gd name="connsiteY2" fmla="*/ 7614 h 184642"/>
              <a:gd name="connsiteX3" fmla="*/ 122713 w 129212"/>
              <a:gd name="connsiteY3" fmla="*/ 183214 h 184642"/>
              <a:gd name="connsiteX4" fmla="*/ 129213 w 129212"/>
              <a:gd name="connsiteY4" fmla="*/ 184642 h 184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9212" h="184642">
                <a:moveTo>
                  <a:pt x="129213" y="184642"/>
                </a:moveTo>
                <a:lnTo>
                  <a:pt x="0" y="0"/>
                </a:lnTo>
                <a:lnTo>
                  <a:pt x="0" y="7614"/>
                </a:lnTo>
                <a:lnTo>
                  <a:pt x="122713" y="183214"/>
                </a:lnTo>
                <a:lnTo>
                  <a:pt x="129213" y="184642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3" name="Freeform 222">
            <a:extLst>
              <a:ext uri="{FF2B5EF4-FFF2-40B4-BE49-F238E27FC236}">
                <a16:creationId xmlns:a16="http://schemas.microsoft.com/office/drawing/2014/main" id="{FA29AF04-548E-72B3-F0F6-1B8359F8D55D}"/>
              </a:ext>
            </a:extLst>
          </p:cNvPr>
          <p:cNvSpPr/>
          <p:nvPr/>
        </p:nvSpPr>
        <p:spPr>
          <a:xfrm>
            <a:off x="33056" y="4604910"/>
            <a:ext cx="561244" cy="117615"/>
          </a:xfrm>
          <a:custGeom>
            <a:avLst/>
            <a:gdLst>
              <a:gd name="connsiteX0" fmla="*/ 560293 w 561244"/>
              <a:gd name="connsiteY0" fmla="*/ 0 h 136577"/>
              <a:gd name="connsiteX1" fmla="*/ 0 w 561244"/>
              <a:gd name="connsiteY1" fmla="*/ 131978 h 136577"/>
              <a:gd name="connsiteX2" fmla="*/ 0 w 561244"/>
              <a:gd name="connsiteY2" fmla="*/ 136578 h 136577"/>
              <a:gd name="connsiteX3" fmla="*/ 561244 w 561244"/>
              <a:gd name="connsiteY3" fmla="*/ 4442 h 136577"/>
              <a:gd name="connsiteX4" fmla="*/ 560293 w 561244"/>
              <a:gd name="connsiteY4" fmla="*/ 158 h 136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61244" h="136577">
                <a:moveTo>
                  <a:pt x="560293" y="0"/>
                </a:moveTo>
                <a:lnTo>
                  <a:pt x="0" y="131978"/>
                </a:lnTo>
                <a:lnTo>
                  <a:pt x="0" y="136578"/>
                </a:lnTo>
                <a:lnTo>
                  <a:pt x="561244" y="4442"/>
                </a:lnTo>
                <a:cubicBezTo>
                  <a:pt x="560769" y="3014"/>
                  <a:pt x="560610" y="1586"/>
                  <a:pt x="560293" y="158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4" name="Freeform 223">
            <a:extLst>
              <a:ext uri="{FF2B5EF4-FFF2-40B4-BE49-F238E27FC236}">
                <a16:creationId xmlns:a16="http://schemas.microsoft.com/office/drawing/2014/main" id="{EE149CE7-7751-3DBA-4C26-49A1D13175C3}"/>
              </a:ext>
            </a:extLst>
          </p:cNvPr>
          <p:cNvSpPr/>
          <p:nvPr/>
        </p:nvSpPr>
        <p:spPr>
          <a:xfrm>
            <a:off x="656925" y="4102537"/>
            <a:ext cx="171702" cy="385085"/>
          </a:xfrm>
          <a:custGeom>
            <a:avLst/>
            <a:gdLst>
              <a:gd name="connsiteX0" fmla="*/ 167263 w 171702"/>
              <a:gd name="connsiteY0" fmla="*/ 0 h 447170"/>
              <a:gd name="connsiteX1" fmla="*/ 0 w 171702"/>
              <a:gd name="connsiteY1" fmla="*/ 446218 h 447170"/>
              <a:gd name="connsiteX2" fmla="*/ 4439 w 171702"/>
              <a:gd name="connsiteY2" fmla="*/ 447170 h 447170"/>
              <a:gd name="connsiteX3" fmla="*/ 171703 w 171702"/>
              <a:gd name="connsiteY3" fmla="*/ 952 h 447170"/>
              <a:gd name="connsiteX4" fmla="*/ 167263 w 171702"/>
              <a:gd name="connsiteY4" fmla="*/ 0 h 4471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1702" h="447170">
                <a:moveTo>
                  <a:pt x="167263" y="0"/>
                </a:moveTo>
                <a:lnTo>
                  <a:pt x="0" y="446218"/>
                </a:lnTo>
                <a:cubicBezTo>
                  <a:pt x="1427" y="446694"/>
                  <a:pt x="3012" y="446536"/>
                  <a:pt x="4439" y="447170"/>
                </a:cubicBezTo>
                <a:lnTo>
                  <a:pt x="171703" y="952"/>
                </a:lnTo>
                <a:cubicBezTo>
                  <a:pt x="170276" y="476"/>
                  <a:pt x="168690" y="635"/>
                  <a:pt x="167263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5" name="Freeform 224">
            <a:extLst>
              <a:ext uri="{FF2B5EF4-FFF2-40B4-BE49-F238E27FC236}">
                <a16:creationId xmlns:a16="http://schemas.microsoft.com/office/drawing/2014/main" id="{18137A0F-D5ED-36FD-BF21-DA3403EEF9D5}"/>
              </a:ext>
            </a:extLst>
          </p:cNvPr>
          <p:cNvSpPr/>
          <p:nvPr/>
        </p:nvSpPr>
        <p:spPr>
          <a:xfrm>
            <a:off x="401195" y="3958504"/>
            <a:ext cx="394931" cy="77317"/>
          </a:xfrm>
          <a:custGeom>
            <a:avLst/>
            <a:gdLst>
              <a:gd name="connsiteX0" fmla="*/ 394932 w 394931"/>
              <a:gd name="connsiteY0" fmla="*/ 85500 h 89782"/>
              <a:gd name="connsiteX1" fmla="*/ 0 w 394931"/>
              <a:gd name="connsiteY1" fmla="*/ 0 h 89782"/>
              <a:gd name="connsiteX2" fmla="*/ 1903 w 394931"/>
              <a:gd name="connsiteY2" fmla="*/ 4917 h 89782"/>
              <a:gd name="connsiteX3" fmla="*/ 394139 w 394931"/>
              <a:gd name="connsiteY3" fmla="*/ 89783 h 89782"/>
              <a:gd name="connsiteX4" fmla="*/ 394932 w 394931"/>
              <a:gd name="connsiteY4" fmla="*/ 85500 h 897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4931" h="89782">
                <a:moveTo>
                  <a:pt x="394932" y="85500"/>
                </a:moveTo>
                <a:lnTo>
                  <a:pt x="0" y="0"/>
                </a:lnTo>
                <a:lnTo>
                  <a:pt x="1903" y="4917"/>
                </a:lnTo>
                <a:lnTo>
                  <a:pt x="394139" y="89783"/>
                </a:lnTo>
                <a:cubicBezTo>
                  <a:pt x="394456" y="88355"/>
                  <a:pt x="394615" y="86928"/>
                  <a:pt x="394932" y="8550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6" name="Freeform 225">
            <a:extLst>
              <a:ext uri="{FF2B5EF4-FFF2-40B4-BE49-F238E27FC236}">
                <a16:creationId xmlns:a16="http://schemas.microsoft.com/office/drawing/2014/main" id="{CB6539C0-E3EA-F4D3-DECB-A93122E7C5F3}"/>
              </a:ext>
            </a:extLst>
          </p:cNvPr>
          <p:cNvSpPr/>
          <p:nvPr/>
        </p:nvSpPr>
        <p:spPr>
          <a:xfrm>
            <a:off x="33056" y="3878873"/>
            <a:ext cx="364967" cy="71853"/>
          </a:xfrm>
          <a:custGeom>
            <a:avLst/>
            <a:gdLst>
              <a:gd name="connsiteX0" fmla="*/ 132860 w 364967"/>
              <a:gd name="connsiteY0" fmla="*/ 33153 h 83437"/>
              <a:gd name="connsiteX1" fmla="*/ 364967 w 364967"/>
              <a:gd name="connsiteY1" fmla="*/ 83438 h 83437"/>
              <a:gd name="connsiteX2" fmla="*/ 363065 w 364967"/>
              <a:gd name="connsiteY2" fmla="*/ 78520 h 83437"/>
              <a:gd name="connsiteX3" fmla="*/ 129213 w 364967"/>
              <a:gd name="connsiteY3" fmla="*/ 27918 h 83437"/>
              <a:gd name="connsiteX4" fmla="*/ 122713 w 364967"/>
              <a:gd name="connsiteY4" fmla="*/ 26491 h 83437"/>
              <a:gd name="connsiteX5" fmla="*/ 0 w 364967"/>
              <a:gd name="connsiteY5" fmla="*/ 0 h 83437"/>
              <a:gd name="connsiteX6" fmla="*/ 0 w 364967"/>
              <a:gd name="connsiteY6" fmla="*/ 4442 h 83437"/>
              <a:gd name="connsiteX7" fmla="*/ 126518 w 364967"/>
              <a:gd name="connsiteY7" fmla="*/ 31725 h 83437"/>
              <a:gd name="connsiteX8" fmla="*/ 132860 w 364967"/>
              <a:gd name="connsiteY8" fmla="*/ 33153 h 834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64967" h="83437">
                <a:moveTo>
                  <a:pt x="132860" y="33153"/>
                </a:moveTo>
                <a:lnTo>
                  <a:pt x="364967" y="83438"/>
                </a:lnTo>
                <a:lnTo>
                  <a:pt x="363065" y="78520"/>
                </a:lnTo>
                <a:lnTo>
                  <a:pt x="129213" y="27918"/>
                </a:lnTo>
                <a:lnTo>
                  <a:pt x="122713" y="26491"/>
                </a:lnTo>
                <a:lnTo>
                  <a:pt x="0" y="0"/>
                </a:lnTo>
                <a:lnTo>
                  <a:pt x="0" y="4442"/>
                </a:lnTo>
                <a:lnTo>
                  <a:pt x="126518" y="31725"/>
                </a:lnTo>
                <a:lnTo>
                  <a:pt x="132860" y="33153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7" name="Freeform 226">
            <a:extLst>
              <a:ext uri="{FF2B5EF4-FFF2-40B4-BE49-F238E27FC236}">
                <a16:creationId xmlns:a16="http://schemas.microsoft.com/office/drawing/2014/main" id="{1FD04D93-BDFA-9626-ED7D-7439E48EEC63}"/>
              </a:ext>
            </a:extLst>
          </p:cNvPr>
          <p:cNvSpPr/>
          <p:nvPr/>
        </p:nvSpPr>
        <p:spPr>
          <a:xfrm>
            <a:off x="319228" y="3742771"/>
            <a:ext cx="483082" cy="249983"/>
          </a:xfrm>
          <a:custGeom>
            <a:avLst/>
            <a:gdLst>
              <a:gd name="connsiteX0" fmla="*/ 483082 w 483082"/>
              <a:gd name="connsiteY0" fmla="*/ 287115 h 290287"/>
              <a:gd name="connsiteX1" fmla="*/ 478484 w 483082"/>
              <a:gd name="connsiteY1" fmla="*/ 283784 h 290287"/>
              <a:gd name="connsiteX2" fmla="*/ 0 w 483082"/>
              <a:gd name="connsiteY2" fmla="*/ 0 h 290287"/>
              <a:gd name="connsiteX3" fmla="*/ 2537 w 483082"/>
              <a:gd name="connsiteY3" fmla="*/ 6662 h 290287"/>
              <a:gd name="connsiteX4" fmla="*/ 480863 w 483082"/>
              <a:gd name="connsiteY4" fmla="*/ 290288 h 290287"/>
              <a:gd name="connsiteX5" fmla="*/ 483082 w 483082"/>
              <a:gd name="connsiteY5" fmla="*/ 286957 h 2902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83082" h="290287">
                <a:moveTo>
                  <a:pt x="483082" y="287115"/>
                </a:moveTo>
                <a:lnTo>
                  <a:pt x="478484" y="283784"/>
                </a:lnTo>
                <a:lnTo>
                  <a:pt x="0" y="0"/>
                </a:lnTo>
                <a:lnTo>
                  <a:pt x="2537" y="6662"/>
                </a:lnTo>
                <a:lnTo>
                  <a:pt x="480863" y="290288"/>
                </a:lnTo>
                <a:cubicBezTo>
                  <a:pt x="481497" y="289177"/>
                  <a:pt x="482448" y="288067"/>
                  <a:pt x="483082" y="286957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8" name="Freeform 227">
            <a:extLst>
              <a:ext uri="{FF2B5EF4-FFF2-40B4-BE49-F238E27FC236}">
                <a16:creationId xmlns:a16="http://schemas.microsoft.com/office/drawing/2014/main" id="{0A3EE26D-79B1-57A9-7956-5893AF5A3F65}"/>
              </a:ext>
            </a:extLst>
          </p:cNvPr>
          <p:cNvSpPr/>
          <p:nvPr/>
        </p:nvSpPr>
        <p:spPr>
          <a:xfrm>
            <a:off x="33056" y="3573198"/>
            <a:ext cx="282524" cy="148761"/>
          </a:xfrm>
          <a:custGeom>
            <a:avLst/>
            <a:gdLst>
              <a:gd name="connsiteX0" fmla="*/ 279988 w 282524"/>
              <a:gd name="connsiteY0" fmla="*/ 166083 h 172745"/>
              <a:gd name="connsiteX1" fmla="*/ 0 w 282524"/>
              <a:gd name="connsiteY1" fmla="*/ 0 h 172745"/>
              <a:gd name="connsiteX2" fmla="*/ 0 w 282524"/>
              <a:gd name="connsiteY2" fmla="*/ 5076 h 172745"/>
              <a:gd name="connsiteX3" fmla="*/ 282525 w 282524"/>
              <a:gd name="connsiteY3" fmla="*/ 172745 h 172745"/>
              <a:gd name="connsiteX4" fmla="*/ 279988 w 282524"/>
              <a:gd name="connsiteY4" fmla="*/ 166083 h 1727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524" h="172745">
                <a:moveTo>
                  <a:pt x="279988" y="166083"/>
                </a:moveTo>
                <a:lnTo>
                  <a:pt x="0" y="0"/>
                </a:lnTo>
                <a:lnTo>
                  <a:pt x="0" y="5076"/>
                </a:lnTo>
                <a:lnTo>
                  <a:pt x="282525" y="172745"/>
                </a:lnTo>
                <a:lnTo>
                  <a:pt x="279988" y="166083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9" name="Freeform 228">
            <a:extLst>
              <a:ext uri="{FF2B5EF4-FFF2-40B4-BE49-F238E27FC236}">
                <a16:creationId xmlns:a16="http://schemas.microsoft.com/office/drawing/2014/main" id="{290F4F48-BF98-BE87-FED2-2D7753886D80}"/>
              </a:ext>
            </a:extLst>
          </p:cNvPr>
          <p:cNvSpPr/>
          <p:nvPr/>
        </p:nvSpPr>
        <p:spPr>
          <a:xfrm>
            <a:off x="182404" y="1945524"/>
            <a:ext cx="523986" cy="1432285"/>
          </a:xfrm>
          <a:custGeom>
            <a:avLst/>
            <a:gdLst>
              <a:gd name="connsiteX0" fmla="*/ 523986 w 523986"/>
              <a:gd name="connsiteY0" fmla="*/ 1663207 h 1663206"/>
              <a:gd name="connsiteX1" fmla="*/ 4439 w 523986"/>
              <a:gd name="connsiteY1" fmla="*/ 0 h 1663206"/>
              <a:gd name="connsiteX2" fmla="*/ 0 w 523986"/>
              <a:gd name="connsiteY2" fmla="*/ 952 h 1663206"/>
              <a:gd name="connsiteX3" fmla="*/ 517803 w 523986"/>
              <a:gd name="connsiteY3" fmla="*/ 1658924 h 1663206"/>
              <a:gd name="connsiteX4" fmla="*/ 523828 w 523986"/>
              <a:gd name="connsiteY4" fmla="*/ 1663207 h 16632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3986" h="1663206">
                <a:moveTo>
                  <a:pt x="523986" y="1663207"/>
                </a:moveTo>
                <a:lnTo>
                  <a:pt x="4439" y="0"/>
                </a:lnTo>
                <a:cubicBezTo>
                  <a:pt x="3012" y="476"/>
                  <a:pt x="1427" y="476"/>
                  <a:pt x="0" y="952"/>
                </a:cubicBezTo>
                <a:lnTo>
                  <a:pt x="517803" y="1658924"/>
                </a:lnTo>
                <a:lnTo>
                  <a:pt x="523828" y="1663207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30" name="Freeform 229">
            <a:extLst>
              <a:ext uri="{FF2B5EF4-FFF2-40B4-BE49-F238E27FC236}">
                <a16:creationId xmlns:a16="http://schemas.microsoft.com/office/drawing/2014/main" id="{2999A0BA-82AA-21B7-0302-3477CC86DE21}"/>
              </a:ext>
            </a:extLst>
          </p:cNvPr>
          <p:cNvSpPr/>
          <p:nvPr/>
        </p:nvSpPr>
        <p:spPr>
          <a:xfrm>
            <a:off x="702427" y="3611428"/>
            <a:ext cx="36623" cy="87972"/>
          </a:xfrm>
          <a:custGeom>
            <a:avLst/>
            <a:gdLst>
              <a:gd name="connsiteX0" fmla="*/ 36624 w 36623"/>
              <a:gd name="connsiteY0" fmla="*/ 102156 h 102155"/>
              <a:gd name="connsiteX1" fmla="*/ 6025 w 36623"/>
              <a:gd name="connsiteY1" fmla="*/ 4283 h 102155"/>
              <a:gd name="connsiteX2" fmla="*/ 0 w 36623"/>
              <a:gd name="connsiteY2" fmla="*/ 0 h 102155"/>
              <a:gd name="connsiteX3" fmla="*/ 31233 w 36623"/>
              <a:gd name="connsiteY3" fmla="*/ 99776 h 102155"/>
              <a:gd name="connsiteX4" fmla="*/ 36624 w 36623"/>
              <a:gd name="connsiteY4" fmla="*/ 102156 h 1021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623" h="102155">
                <a:moveTo>
                  <a:pt x="36624" y="102156"/>
                </a:moveTo>
                <a:lnTo>
                  <a:pt x="6025" y="4283"/>
                </a:lnTo>
                <a:lnTo>
                  <a:pt x="0" y="0"/>
                </a:lnTo>
                <a:lnTo>
                  <a:pt x="31233" y="99776"/>
                </a:lnTo>
                <a:lnTo>
                  <a:pt x="36624" y="102156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31" name="Freeform 230">
            <a:extLst>
              <a:ext uri="{FF2B5EF4-FFF2-40B4-BE49-F238E27FC236}">
                <a16:creationId xmlns:a16="http://schemas.microsoft.com/office/drawing/2014/main" id="{09D73B7B-7136-FA85-96C8-ACFA7DB1D3F0}"/>
              </a:ext>
            </a:extLst>
          </p:cNvPr>
          <p:cNvSpPr/>
          <p:nvPr/>
        </p:nvSpPr>
        <p:spPr>
          <a:xfrm>
            <a:off x="735404" y="3716756"/>
            <a:ext cx="5549" cy="45719"/>
          </a:xfrm>
          <a:custGeom>
            <a:avLst/>
            <a:gdLst>
              <a:gd name="connsiteX0" fmla="*/ 5549 w 5549"/>
              <a:gd name="connsiteY0" fmla="*/ 2855 h 2855"/>
              <a:gd name="connsiteX1" fmla="*/ 5390 w 5549"/>
              <a:gd name="connsiteY1" fmla="*/ 2538 h 2855"/>
              <a:gd name="connsiteX2" fmla="*/ 0 w 5549"/>
              <a:gd name="connsiteY2" fmla="*/ 0 h 2855"/>
              <a:gd name="connsiteX3" fmla="*/ 159 w 5549"/>
              <a:gd name="connsiteY3" fmla="*/ 476 h 2855"/>
              <a:gd name="connsiteX4" fmla="*/ 5549 w 5549"/>
              <a:gd name="connsiteY4" fmla="*/ 2855 h 28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49" h="2855">
                <a:moveTo>
                  <a:pt x="5549" y="2855"/>
                </a:moveTo>
                <a:lnTo>
                  <a:pt x="5390" y="2538"/>
                </a:lnTo>
                <a:lnTo>
                  <a:pt x="0" y="0"/>
                </a:lnTo>
                <a:lnTo>
                  <a:pt x="159" y="476"/>
                </a:lnTo>
                <a:lnTo>
                  <a:pt x="5549" y="285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32" name="Freeform 231">
            <a:extLst>
              <a:ext uri="{FF2B5EF4-FFF2-40B4-BE49-F238E27FC236}">
                <a16:creationId xmlns:a16="http://schemas.microsoft.com/office/drawing/2014/main" id="{4D13084E-242C-9CB8-FAB6-8F93A19019F0}"/>
              </a:ext>
            </a:extLst>
          </p:cNvPr>
          <p:cNvSpPr/>
          <p:nvPr/>
        </p:nvSpPr>
        <p:spPr>
          <a:xfrm>
            <a:off x="737307" y="3722625"/>
            <a:ext cx="94016" cy="247115"/>
          </a:xfrm>
          <a:custGeom>
            <a:avLst/>
            <a:gdLst>
              <a:gd name="connsiteX0" fmla="*/ 94016 w 94016"/>
              <a:gd name="connsiteY0" fmla="*/ 286164 h 286956"/>
              <a:gd name="connsiteX1" fmla="*/ 5390 w 94016"/>
              <a:gd name="connsiteY1" fmla="*/ 2380 h 286956"/>
              <a:gd name="connsiteX2" fmla="*/ 0 w 94016"/>
              <a:gd name="connsiteY2" fmla="*/ 0 h 286956"/>
              <a:gd name="connsiteX3" fmla="*/ 89577 w 94016"/>
              <a:gd name="connsiteY3" fmla="*/ 286957 h 286956"/>
              <a:gd name="connsiteX4" fmla="*/ 94016 w 94016"/>
              <a:gd name="connsiteY4" fmla="*/ 286005 h 2869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4016" h="286956">
                <a:moveTo>
                  <a:pt x="94016" y="286164"/>
                </a:moveTo>
                <a:lnTo>
                  <a:pt x="5390" y="2380"/>
                </a:lnTo>
                <a:lnTo>
                  <a:pt x="0" y="0"/>
                </a:lnTo>
                <a:lnTo>
                  <a:pt x="89577" y="286957"/>
                </a:lnTo>
                <a:cubicBezTo>
                  <a:pt x="91004" y="286481"/>
                  <a:pt x="92589" y="286481"/>
                  <a:pt x="94016" y="286005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33" name="Freeform 232">
            <a:extLst>
              <a:ext uri="{FF2B5EF4-FFF2-40B4-BE49-F238E27FC236}">
                <a16:creationId xmlns:a16="http://schemas.microsoft.com/office/drawing/2014/main" id="{7779FAF3-EB73-FA1C-5F0C-71C0CCA3D25C}"/>
              </a:ext>
            </a:extLst>
          </p:cNvPr>
          <p:cNvSpPr/>
          <p:nvPr/>
        </p:nvSpPr>
        <p:spPr>
          <a:xfrm>
            <a:off x="33056" y="3481194"/>
            <a:ext cx="251450" cy="157503"/>
          </a:xfrm>
          <a:custGeom>
            <a:avLst/>
            <a:gdLst>
              <a:gd name="connsiteX0" fmla="*/ 248596 w 251450"/>
              <a:gd name="connsiteY0" fmla="*/ 175600 h 182897"/>
              <a:gd name="connsiteX1" fmla="*/ 0 w 251450"/>
              <a:gd name="connsiteY1" fmla="*/ 0 h 182897"/>
              <a:gd name="connsiteX2" fmla="*/ 0 w 251450"/>
              <a:gd name="connsiteY2" fmla="*/ 5394 h 182897"/>
              <a:gd name="connsiteX3" fmla="*/ 251450 w 251450"/>
              <a:gd name="connsiteY3" fmla="*/ 182897 h 182897"/>
              <a:gd name="connsiteX4" fmla="*/ 248596 w 251450"/>
              <a:gd name="connsiteY4" fmla="*/ 175600 h 1828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1450" h="182897">
                <a:moveTo>
                  <a:pt x="248596" y="175600"/>
                </a:moveTo>
                <a:lnTo>
                  <a:pt x="0" y="0"/>
                </a:lnTo>
                <a:lnTo>
                  <a:pt x="0" y="5394"/>
                </a:lnTo>
                <a:lnTo>
                  <a:pt x="251450" y="182897"/>
                </a:lnTo>
                <a:lnTo>
                  <a:pt x="248596" y="17560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34" name="Freeform 233">
            <a:extLst>
              <a:ext uri="{FF2B5EF4-FFF2-40B4-BE49-F238E27FC236}">
                <a16:creationId xmlns:a16="http://schemas.microsoft.com/office/drawing/2014/main" id="{FCF4B7F0-020F-C41B-660D-20A90DBD9504}"/>
              </a:ext>
            </a:extLst>
          </p:cNvPr>
          <p:cNvSpPr/>
          <p:nvPr/>
        </p:nvSpPr>
        <p:spPr>
          <a:xfrm>
            <a:off x="288153" y="3661395"/>
            <a:ext cx="516534" cy="317329"/>
          </a:xfrm>
          <a:custGeom>
            <a:avLst/>
            <a:gdLst>
              <a:gd name="connsiteX0" fmla="*/ 514157 w 516534"/>
              <a:gd name="connsiteY0" fmla="*/ 368491 h 368491"/>
              <a:gd name="connsiteX1" fmla="*/ 516535 w 516534"/>
              <a:gd name="connsiteY1" fmla="*/ 364843 h 368491"/>
              <a:gd name="connsiteX2" fmla="*/ 0 w 516534"/>
              <a:gd name="connsiteY2" fmla="*/ 0 h 368491"/>
              <a:gd name="connsiteX3" fmla="*/ 2854 w 516534"/>
              <a:gd name="connsiteY3" fmla="*/ 7297 h 368491"/>
              <a:gd name="connsiteX4" fmla="*/ 509718 w 516534"/>
              <a:gd name="connsiteY4" fmla="*/ 365160 h 368491"/>
              <a:gd name="connsiteX5" fmla="*/ 514315 w 516534"/>
              <a:gd name="connsiteY5" fmla="*/ 368491 h 3684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16534" h="368491">
                <a:moveTo>
                  <a:pt x="514157" y="368491"/>
                </a:moveTo>
                <a:cubicBezTo>
                  <a:pt x="514950" y="367222"/>
                  <a:pt x="515742" y="365953"/>
                  <a:pt x="516535" y="364843"/>
                </a:cubicBezTo>
                <a:lnTo>
                  <a:pt x="0" y="0"/>
                </a:lnTo>
                <a:lnTo>
                  <a:pt x="2854" y="7297"/>
                </a:lnTo>
                <a:lnTo>
                  <a:pt x="509718" y="365160"/>
                </a:lnTo>
                <a:lnTo>
                  <a:pt x="514315" y="368491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36" name="Freeform 235">
            <a:extLst>
              <a:ext uri="{FF2B5EF4-FFF2-40B4-BE49-F238E27FC236}">
                <a16:creationId xmlns:a16="http://schemas.microsoft.com/office/drawing/2014/main" id="{44BAE946-4486-36FE-411B-7B9547A61A19}"/>
              </a:ext>
            </a:extLst>
          </p:cNvPr>
          <p:cNvSpPr/>
          <p:nvPr/>
        </p:nvSpPr>
        <p:spPr>
          <a:xfrm>
            <a:off x="2783312" y="7138504"/>
            <a:ext cx="74673" cy="319651"/>
          </a:xfrm>
          <a:custGeom>
            <a:avLst/>
            <a:gdLst>
              <a:gd name="connsiteX0" fmla="*/ 0 w 74673"/>
              <a:gd name="connsiteY0" fmla="*/ 351835 h 371187"/>
              <a:gd name="connsiteX1" fmla="*/ 634 w 74673"/>
              <a:gd name="connsiteY1" fmla="*/ 371188 h 371187"/>
              <a:gd name="connsiteX2" fmla="*/ 74674 w 74673"/>
              <a:gd name="connsiteY2" fmla="*/ 793 h 371187"/>
              <a:gd name="connsiteX3" fmla="*/ 71186 w 74673"/>
              <a:gd name="connsiteY3" fmla="*/ 0 h 371187"/>
              <a:gd name="connsiteX4" fmla="*/ 67857 w 74673"/>
              <a:gd name="connsiteY4" fmla="*/ 12373 h 371187"/>
              <a:gd name="connsiteX5" fmla="*/ 0 w 74673"/>
              <a:gd name="connsiteY5" fmla="*/ 351994 h 371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4673" h="371187">
                <a:moveTo>
                  <a:pt x="0" y="351835"/>
                </a:moveTo>
                <a:lnTo>
                  <a:pt x="634" y="371188"/>
                </a:lnTo>
                <a:lnTo>
                  <a:pt x="74674" y="793"/>
                </a:lnTo>
                <a:cubicBezTo>
                  <a:pt x="73406" y="634"/>
                  <a:pt x="72296" y="317"/>
                  <a:pt x="71186" y="0"/>
                </a:cubicBezTo>
                <a:lnTo>
                  <a:pt x="67857" y="12373"/>
                </a:lnTo>
                <a:lnTo>
                  <a:pt x="0" y="351994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38" name="Freeform 237">
            <a:extLst>
              <a:ext uri="{FF2B5EF4-FFF2-40B4-BE49-F238E27FC236}">
                <a16:creationId xmlns:a16="http://schemas.microsoft.com/office/drawing/2014/main" id="{C29B7A06-06CE-0A87-98EA-9281614E1980}"/>
              </a:ext>
            </a:extLst>
          </p:cNvPr>
          <p:cNvSpPr/>
          <p:nvPr/>
        </p:nvSpPr>
        <p:spPr>
          <a:xfrm>
            <a:off x="2779824" y="7138028"/>
            <a:ext cx="74832" cy="232225"/>
          </a:xfrm>
          <a:custGeom>
            <a:avLst/>
            <a:gdLst>
              <a:gd name="connsiteX0" fmla="*/ 0 w 74832"/>
              <a:gd name="connsiteY0" fmla="*/ 254914 h 269666"/>
              <a:gd name="connsiteX1" fmla="*/ 634 w 74832"/>
              <a:gd name="connsiteY1" fmla="*/ 269666 h 269666"/>
              <a:gd name="connsiteX2" fmla="*/ 71503 w 74832"/>
              <a:gd name="connsiteY2" fmla="*/ 12849 h 269666"/>
              <a:gd name="connsiteX3" fmla="*/ 74833 w 74832"/>
              <a:gd name="connsiteY3" fmla="*/ 476 h 269666"/>
              <a:gd name="connsiteX4" fmla="*/ 72613 w 74832"/>
              <a:gd name="connsiteY4" fmla="*/ 0 h 269666"/>
              <a:gd name="connsiteX5" fmla="*/ 57393 w 74832"/>
              <a:gd name="connsiteY5" fmla="*/ 47112 h 269666"/>
              <a:gd name="connsiteX6" fmla="*/ 0 w 74832"/>
              <a:gd name="connsiteY6" fmla="*/ 255072 h 269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4832" h="269666">
                <a:moveTo>
                  <a:pt x="0" y="254914"/>
                </a:moveTo>
                <a:lnTo>
                  <a:pt x="634" y="269666"/>
                </a:lnTo>
                <a:lnTo>
                  <a:pt x="71503" y="12849"/>
                </a:lnTo>
                <a:lnTo>
                  <a:pt x="74833" y="476"/>
                </a:lnTo>
                <a:cubicBezTo>
                  <a:pt x="74833" y="476"/>
                  <a:pt x="73406" y="158"/>
                  <a:pt x="72613" y="0"/>
                </a:cubicBezTo>
                <a:lnTo>
                  <a:pt x="57393" y="47112"/>
                </a:lnTo>
                <a:lnTo>
                  <a:pt x="0" y="255072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40" name="Freeform 239">
            <a:extLst>
              <a:ext uri="{FF2B5EF4-FFF2-40B4-BE49-F238E27FC236}">
                <a16:creationId xmlns:a16="http://schemas.microsoft.com/office/drawing/2014/main" id="{FF8F2C12-9E38-F156-4E40-247D9504B29F}"/>
              </a:ext>
            </a:extLst>
          </p:cNvPr>
          <p:cNvSpPr/>
          <p:nvPr/>
        </p:nvSpPr>
        <p:spPr>
          <a:xfrm>
            <a:off x="2778238" y="7137076"/>
            <a:ext cx="74039" cy="196299"/>
          </a:xfrm>
          <a:custGeom>
            <a:avLst/>
            <a:gdLst>
              <a:gd name="connsiteX0" fmla="*/ 476 w 74039"/>
              <a:gd name="connsiteY0" fmla="*/ 227947 h 227947"/>
              <a:gd name="connsiteX1" fmla="*/ 58820 w 74039"/>
              <a:gd name="connsiteY1" fmla="*/ 48064 h 227947"/>
              <a:gd name="connsiteX2" fmla="*/ 74040 w 74039"/>
              <a:gd name="connsiteY2" fmla="*/ 952 h 227947"/>
              <a:gd name="connsiteX3" fmla="*/ 69759 w 74039"/>
              <a:gd name="connsiteY3" fmla="*/ 0 h 227947"/>
              <a:gd name="connsiteX4" fmla="*/ 0 w 74039"/>
              <a:gd name="connsiteY4" fmla="*/ 215098 h 227947"/>
              <a:gd name="connsiteX5" fmla="*/ 476 w 74039"/>
              <a:gd name="connsiteY5" fmla="*/ 227788 h 2279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4039" h="227947">
                <a:moveTo>
                  <a:pt x="476" y="227947"/>
                </a:moveTo>
                <a:lnTo>
                  <a:pt x="58820" y="48064"/>
                </a:lnTo>
                <a:lnTo>
                  <a:pt x="74040" y="952"/>
                </a:lnTo>
                <a:cubicBezTo>
                  <a:pt x="72613" y="634"/>
                  <a:pt x="71027" y="634"/>
                  <a:pt x="69759" y="0"/>
                </a:cubicBezTo>
                <a:lnTo>
                  <a:pt x="0" y="215098"/>
                </a:lnTo>
                <a:lnTo>
                  <a:pt x="476" y="227788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43" name="Freeform 242">
            <a:extLst>
              <a:ext uri="{FF2B5EF4-FFF2-40B4-BE49-F238E27FC236}">
                <a16:creationId xmlns:a16="http://schemas.microsoft.com/office/drawing/2014/main" id="{5BB0CB28-B941-905F-D8C4-E8D0765CCAF8}"/>
              </a:ext>
            </a:extLst>
          </p:cNvPr>
          <p:cNvSpPr/>
          <p:nvPr/>
        </p:nvSpPr>
        <p:spPr>
          <a:xfrm>
            <a:off x="2734956" y="6127572"/>
            <a:ext cx="126042" cy="787654"/>
          </a:xfrm>
          <a:custGeom>
            <a:avLst/>
            <a:gdLst>
              <a:gd name="connsiteX0" fmla="*/ 121761 w 126042"/>
              <a:gd name="connsiteY0" fmla="*/ 914645 h 914644"/>
              <a:gd name="connsiteX1" fmla="*/ 126042 w 126042"/>
              <a:gd name="connsiteY1" fmla="*/ 913693 h 914644"/>
              <a:gd name="connsiteX2" fmla="*/ 4281 w 126042"/>
              <a:gd name="connsiteY2" fmla="*/ 0 h 914644"/>
              <a:gd name="connsiteX3" fmla="*/ 0 w 126042"/>
              <a:gd name="connsiteY3" fmla="*/ 952 h 914644"/>
              <a:gd name="connsiteX4" fmla="*/ 121761 w 126042"/>
              <a:gd name="connsiteY4" fmla="*/ 914645 h 914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6042" h="914644">
                <a:moveTo>
                  <a:pt x="121761" y="914645"/>
                </a:moveTo>
                <a:cubicBezTo>
                  <a:pt x="123188" y="914328"/>
                  <a:pt x="124615" y="913852"/>
                  <a:pt x="126042" y="913693"/>
                </a:cubicBezTo>
                <a:lnTo>
                  <a:pt x="4281" y="0"/>
                </a:lnTo>
                <a:cubicBezTo>
                  <a:pt x="2854" y="317"/>
                  <a:pt x="1427" y="793"/>
                  <a:pt x="0" y="952"/>
                </a:cubicBezTo>
                <a:lnTo>
                  <a:pt x="121761" y="91464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44" name="Freeform 243">
            <a:extLst>
              <a:ext uri="{FF2B5EF4-FFF2-40B4-BE49-F238E27FC236}">
                <a16:creationId xmlns:a16="http://schemas.microsoft.com/office/drawing/2014/main" id="{292FFA10-C25D-499D-6D72-23F7715527C0}"/>
              </a:ext>
            </a:extLst>
          </p:cNvPr>
          <p:cNvSpPr/>
          <p:nvPr/>
        </p:nvSpPr>
        <p:spPr>
          <a:xfrm>
            <a:off x="2730358" y="6128683"/>
            <a:ext cx="26793" cy="542451"/>
          </a:xfrm>
          <a:custGeom>
            <a:avLst/>
            <a:gdLst>
              <a:gd name="connsiteX0" fmla="*/ 26794 w 26793"/>
              <a:gd name="connsiteY0" fmla="*/ 629909 h 629908"/>
              <a:gd name="connsiteX1" fmla="*/ 4281 w 26793"/>
              <a:gd name="connsiteY1" fmla="*/ 0 h 629908"/>
              <a:gd name="connsiteX2" fmla="*/ 317 w 26793"/>
              <a:gd name="connsiteY2" fmla="*/ 793 h 629908"/>
              <a:gd name="connsiteX3" fmla="*/ 0 w 26793"/>
              <a:gd name="connsiteY3" fmla="*/ 793 h 629908"/>
              <a:gd name="connsiteX4" fmla="*/ 21879 w 26793"/>
              <a:gd name="connsiteY4" fmla="*/ 615156 h 629908"/>
              <a:gd name="connsiteX5" fmla="*/ 26794 w 26793"/>
              <a:gd name="connsiteY5" fmla="*/ 629909 h 6299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6793" h="629908">
                <a:moveTo>
                  <a:pt x="26794" y="629909"/>
                </a:moveTo>
                <a:lnTo>
                  <a:pt x="4281" y="0"/>
                </a:lnTo>
                <a:cubicBezTo>
                  <a:pt x="2854" y="0"/>
                  <a:pt x="1744" y="793"/>
                  <a:pt x="317" y="793"/>
                </a:cubicBezTo>
                <a:lnTo>
                  <a:pt x="0" y="793"/>
                </a:lnTo>
                <a:cubicBezTo>
                  <a:pt x="0" y="793"/>
                  <a:pt x="21879" y="615156"/>
                  <a:pt x="21879" y="615156"/>
                </a:cubicBezTo>
                <a:lnTo>
                  <a:pt x="26794" y="629909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47" name="Freeform 246">
            <a:extLst>
              <a:ext uri="{FF2B5EF4-FFF2-40B4-BE49-F238E27FC236}">
                <a16:creationId xmlns:a16="http://schemas.microsoft.com/office/drawing/2014/main" id="{9A5CBF76-CFE5-4AA2-C66D-1E9935AA93EB}"/>
              </a:ext>
            </a:extLst>
          </p:cNvPr>
          <p:cNvSpPr/>
          <p:nvPr/>
        </p:nvSpPr>
        <p:spPr>
          <a:xfrm>
            <a:off x="2699601" y="6128208"/>
            <a:ext cx="30440" cy="403662"/>
          </a:xfrm>
          <a:custGeom>
            <a:avLst/>
            <a:gdLst>
              <a:gd name="connsiteX0" fmla="*/ 3646 w 30440"/>
              <a:gd name="connsiteY0" fmla="*/ 468743 h 468743"/>
              <a:gd name="connsiteX1" fmla="*/ 30440 w 30440"/>
              <a:gd name="connsiteY1" fmla="*/ 952 h 468743"/>
              <a:gd name="connsiteX2" fmla="*/ 26160 w 30440"/>
              <a:gd name="connsiteY2" fmla="*/ 0 h 468743"/>
              <a:gd name="connsiteX3" fmla="*/ 0 w 30440"/>
              <a:gd name="connsiteY3" fmla="*/ 457322 h 468743"/>
              <a:gd name="connsiteX4" fmla="*/ 3805 w 30440"/>
              <a:gd name="connsiteY4" fmla="*/ 468585 h 4687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0440" h="468743">
                <a:moveTo>
                  <a:pt x="3646" y="468743"/>
                </a:moveTo>
                <a:lnTo>
                  <a:pt x="30440" y="952"/>
                </a:lnTo>
                <a:cubicBezTo>
                  <a:pt x="28855" y="952"/>
                  <a:pt x="27586" y="158"/>
                  <a:pt x="26160" y="0"/>
                </a:cubicBezTo>
                <a:lnTo>
                  <a:pt x="0" y="457322"/>
                </a:lnTo>
                <a:lnTo>
                  <a:pt x="3805" y="46858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48" name="Freeform 247">
            <a:extLst>
              <a:ext uri="{FF2B5EF4-FFF2-40B4-BE49-F238E27FC236}">
                <a16:creationId xmlns:a16="http://schemas.microsoft.com/office/drawing/2014/main" id="{8615B5D1-84D5-DAFB-A588-8260B06ECA90}"/>
              </a:ext>
            </a:extLst>
          </p:cNvPr>
          <p:cNvSpPr/>
          <p:nvPr/>
        </p:nvSpPr>
        <p:spPr>
          <a:xfrm>
            <a:off x="2467810" y="5889790"/>
            <a:ext cx="224022" cy="140155"/>
          </a:xfrm>
          <a:custGeom>
            <a:avLst/>
            <a:gdLst>
              <a:gd name="connsiteX0" fmla="*/ 2220 w 224022"/>
              <a:gd name="connsiteY0" fmla="*/ 7138 h 162751"/>
              <a:gd name="connsiteX1" fmla="*/ 221485 w 224022"/>
              <a:gd name="connsiteY1" fmla="*/ 162751 h 162751"/>
              <a:gd name="connsiteX2" fmla="*/ 224022 w 224022"/>
              <a:gd name="connsiteY2" fmla="*/ 159103 h 162751"/>
              <a:gd name="connsiteX3" fmla="*/ 0 w 224022"/>
              <a:gd name="connsiteY3" fmla="*/ 0 h 162751"/>
              <a:gd name="connsiteX4" fmla="*/ 2378 w 224022"/>
              <a:gd name="connsiteY4" fmla="*/ 7138 h 1627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4022" h="162751">
                <a:moveTo>
                  <a:pt x="2220" y="7138"/>
                </a:moveTo>
                <a:lnTo>
                  <a:pt x="221485" y="162751"/>
                </a:lnTo>
                <a:cubicBezTo>
                  <a:pt x="222278" y="161482"/>
                  <a:pt x="223071" y="160214"/>
                  <a:pt x="224022" y="159103"/>
                </a:cubicBezTo>
                <a:lnTo>
                  <a:pt x="0" y="0"/>
                </a:lnTo>
                <a:lnTo>
                  <a:pt x="2378" y="7138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49" name="Freeform 248">
            <a:extLst>
              <a:ext uri="{FF2B5EF4-FFF2-40B4-BE49-F238E27FC236}">
                <a16:creationId xmlns:a16="http://schemas.microsoft.com/office/drawing/2014/main" id="{25FCE1F9-8D30-699D-5570-19BC3FD2EEC1}"/>
              </a:ext>
            </a:extLst>
          </p:cNvPr>
          <p:cNvSpPr/>
          <p:nvPr/>
        </p:nvSpPr>
        <p:spPr>
          <a:xfrm>
            <a:off x="680390" y="4622360"/>
            <a:ext cx="1783456" cy="1093782"/>
          </a:xfrm>
          <a:custGeom>
            <a:avLst/>
            <a:gdLst>
              <a:gd name="connsiteX0" fmla="*/ 2537 w 1783456"/>
              <a:gd name="connsiteY0" fmla="*/ 158 h 1270127"/>
              <a:gd name="connsiteX1" fmla="*/ 0 w 1783456"/>
              <a:gd name="connsiteY1" fmla="*/ 3807 h 1270127"/>
              <a:gd name="connsiteX2" fmla="*/ 1783457 w 1783456"/>
              <a:gd name="connsiteY2" fmla="*/ 1270128 h 1270127"/>
              <a:gd name="connsiteX3" fmla="*/ 1781079 w 1783456"/>
              <a:gd name="connsiteY3" fmla="*/ 1262990 h 1270127"/>
              <a:gd name="connsiteX4" fmla="*/ 2378 w 1783456"/>
              <a:gd name="connsiteY4" fmla="*/ 0 h 12701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83456" h="1270127">
                <a:moveTo>
                  <a:pt x="2537" y="158"/>
                </a:moveTo>
                <a:cubicBezTo>
                  <a:pt x="1744" y="1428"/>
                  <a:pt x="951" y="2696"/>
                  <a:pt x="0" y="3807"/>
                </a:cubicBezTo>
                <a:lnTo>
                  <a:pt x="1783457" y="1270128"/>
                </a:lnTo>
                <a:lnTo>
                  <a:pt x="1781079" y="1262990"/>
                </a:lnTo>
                <a:lnTo>
                  <a:pt x="2378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50" name="Freeform 249">
            <a:extLst>
              <a:ext uri="{FF2B5EF4-FFF2-40B4-BE49-F238E27FC236}">
                <a16:creationId xmlns:a16="http://schemas.microsoft.com/office/drawing/2014/main" id="{6D0C17B9-716C-833F-E8CD-6DF93110B34E}"/>
              </a:ext>
            </a:extLst>
          </p:cNvPr>
          <p:cNvSpPr/>
          <p:nvPr/>
        </p:nvSpPr>
        <p:spPr>
          <a:xfrm>
            <a:off x="2212872" y="5110296"/>
            <a:ext cx="496399" cy="797899"/>
          </a:xfrm>
          <a:custGeom>
            <a:avLst/>
            <a:gdLst>
              <a:gd name="connsiteX0" fmla="*/ 492753 w 496399"/>
              <a:gd name="connsiteY0" fmla="*/ 926542 h 926541"/>
              <a:gd name="connsiteX1" fmla="*/ 496400 w 496399"/>
              <a:gd name="connsiteY1" fmla="*/ 924004 h 926541"/>
              <a:gd name="connsiteX2" fmla="*/ 3805 w 496399"/>
              <a:gd name="connsiteY2" fmla="*/ 0 h 926541"/>
              <a:gd name="connsiteX3" fmla="*/ 0 w 496399"/>
              <a:gd name="connsiteY3" fmla="*/ 2538 h 926541"/>
              <a:gd name="connsiteX4" fmla="*/ 492595 w 496399"/>
              <a:gd name="connsiteY4" fmla="*/ 926542 h 9265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6399" h="926541">
                <a:moveTo>
                  <a:pt x="492753" y="926542"/>
                </a:moveTo>
                <a:cubicBezTo>
                  <a:pt x="494022" y="925749"/>
                  <a:pt x="495132" y="924638"/>
                  <a:pt x="496400" y="924004"/>
                </a:cubicBezTo>
                <a:lnTo>
                  <a:pt x="3805" y="0"/>
                </a:lnTo>
                <a:cubicBezTo>
                  <a:pt x="2537" y="793"/>
                  <a:pt x="1427" y="1903"/>
                  <a:pt x="0" y="2538"/>
                </a:cubicBezTo>
                <a:lnTo>
                  <a:pt x="492595" y="926542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51" name="Freeform 250">
            <a:extLst>
              <a:ext uri="{FF2B5EF4-FFF2-40B4-BE49-F238E27FC236}">
                <a16:creationId xmlns:a16="http://schemas.microsoft.com/office/drawing/2014/main" id="{4A655536-BE3B-EC8D-8E1C-E094F3E769DD}"/>
              </a:ext>
            </a:extLst>
          </p:cNvPr>
          <p:cNvSpPr/>
          <p:nvPr/>
        </p:nvSpPr>
        <p:spPr>
          <a:xfrm>
            <a:off x="2204786" y="5114421"/>
            <a:ext cx="647016" cy="1661778"/>
          </a:xfrm>
          <a:custGeom>
            <a:avLst/>
            <a:gdLst>
              <a:gd name="connsiteX0" fmla="*/ 552841 w 647016"/>
              <a:gd name="connsiteY0" fmla="*/ 1659717 h 1929699"/>
              <a:gd name="connsiteX1" fmla="*/ 642736 w 647016"/>
              <a:gd name="connsiteY1" fmla="*/ 1929700 h 1929699"/>
              <a:gd name="connsiteX2" fmla="*/ 647016 w 647016"/>
              <a:gd name="connsiteY2" fmla="*/ 1928748 h 1929699"/>
              <a:gd name="connsiteX3" fmla="*/ 552207 w 647016"/>
              <a:gd name="connsiteY3" fmla="*/ 1644171 h 1929699"/>
              <a:gd name="connsiteX4" fmla="*/ 547292 w 647016"/>
              <a:gd name="connsiteY4" fmla="*/ 1629419 h 1929699"/>
              <a:gd name="connsiteX5" fmla="*/ 498302 w 647016"/>
              <a:gd name="connsiteY5" fmla="*/ 1482689 h 1929699"/>
              <a:gd name="connsiteX6" fmla="*/ 494497 w 647016"/>
              <a:gd name="connsiteY6" fmla="*/ 1471426 h 1929699"/>
              <a:gd name="connsiteX7" fmla="*/ 264926 w 647016"/>
              <a:gd name="connsiteY7" fmla="*/ 782508 h 1929699"/>
              <a:gd name="connsiteX8" fmla="*/ 262548 w 647016"/>
              <a:gd name="connsiteY8" fmla="*/ 775370 h 1929699"/>
              <a:gd name="connsiteX9" fmla="*/ 4281 w 647016"/>
              <a:gd name="connsiteY9" fmla="*/ 0 h 1929699"/>
              <a:gd name="connsiteX10" fmla="*/ 0 w 647016"/>
              <a:gd name="connsiteY10" fmla="*/ 952 h 1929699"/>
              <a:gd name="connsiteX11" fmla="*/ 256523 w 647016"/>
              <a:gd name="connsiteY11" fmla="*/ 771245 h 1929699"/>
              <a:gd name="connsiteX12" fmla="*/ 258902 w 647016"/>
              <a:gd name="connsiteY12" fmla="*/ 778384 h 1929699"/>
              <a:gd name="connsiteX13" fmla="*/ 493705 w 647016"/>
              <a:gd name="connsiteY13" fmla="*/ 1483323 h 1929699"/>
              <a:gd name="connsiteX14" fmla="*/ 497510 w 647016"/>
              <a:gd name="connsiteY14" fmla="*/ 1494586 h 1929699"/>
              <a:gd name="connsiteX15" fmla="*/ 547609 w 647016"/>
              <a:gd name="connsiteY15" fmla="*/ 1645123 h 1929699"/>
              <a:gd name="connsiteX16" fmla="*/ 552524 w 647016"/>
              <a:gd name="connsiteY16" fmla="*/ 1659875 h 19296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647016" h="1929699">
                <a:moveTo>
                  <a:pt x="552841" y="1659717"/>
                </a:moveTo>
                <a:lnTo>
                  <a:pt x="642736" y="1929700"/>
                </a:lnTo>
                <a:cubicBezTo>
                  <a:pt x="644163" y="1929224"/>
                  <a:pt x="645748" y="1929224"/>
                  <a:pt x="647016" y="1928748"/>
                </a:cubicBezTo>
                <a:lnTo>
                  <a:pt x="552207" y="1644171"/>
                </a:lnTo>
                <a:lnTo>
                  <a:pt x="547292" y="1629419"/>
                </a:lnTo>
                <a:lnTo>
                  <a:pt x="498302" y="1482689"/>
                </a:lnTo>
                <a:lnTo>
                  <a:pt x="494497" y="1471426"/>
                </a:lnTo>
                <a:lnTo>
                  <a:pt x="264926" y="782508"/>
                </a:lnTo>
                <a:lnTo>
                  <a:pt x="262548" y="775370"/>
                </a:lnTo>
                <a:lnTo>
                  <a:pt x="4281" y="0"/>
                </a:lnTo>
                <a:cubicBezTo>
                  <a:pt x="2854" y="476"/>
                  <a:pt x="1427" y="476"/>
                  <a:pt x="0" y="952"/>
                </a:cubicBezTo>
                <a:lnTo>
                  <a:pt x="256523" y="771245"/>
                </a:lnTo>
                <a:lnTo>
                  <a:pt x="258902" y="778384"/>
                </a:lnTo>
                <a:lnTo>
                  <a:pt x="493705" y="1483323"/>
                </a:lnTo>
                <a:lnTo>
                  <a:pt x="497510" y="1494586"/>
                </a:lnTo>
                <a:lnTo>
                  <a:pt x="547609" y="1645123"/>
                </a:lnTo>
                <a:lnTo>
                  <a:pt x="552524" y="165987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52" name="Freeform 251">
            <a:extLst>
              <a:ext uri="{FF2B5EF4-FFF2-40B4-BE49-F238E27FC236}">
                <a16:creationId xmlns:a16="http://schemas.microsoft.com/office/drawing/2014/main" id="{21D1A356-07ED-49BC-20B7-DF8415CFDBF9}"/>
              </a:ext>
            </a:extLst>
          </p:cNvPr>
          <p:cNvSpPr/>
          <p:nvPr/>
        </p:nvSpPr>
        <p:spPr>
          <a:xfrm>
            <a:off x="909802" y="4104917"/>
            <a:ext cx="1243774" cy="805413"/>
          </a:xfrm>
          <a:custGeom>
            <a:avLst/>
            <a:gdLst>
              <a:gd name="connsiteX0" fmla="*/ 0 w 1243774"/>
              <a:gd name="connsiteY0" fmla="*/ 3807 h 935266"/>
              <a:gd name="connsiteX1" fmla="*/ 1241238 w 1243774"/>
              <a:gd name="connsiteY1" fmla="*/ 935266 h 935266"/>
              <a:gd name="connsiteX2" fmla="*/ 1243774 w 1243774"/>
              <a:gd name="connsiteY2" fmla="*/ 931618 h 935266"/>
              <a:gd name="connsiteX3" fmla="*/ 2220 w 1243774"/>
              <a:gd name="connsiteY3" fmla="*/ 0 h 935266"/>
              <a:gd name="connsiteX4" fmla="*/ 0 w 1243774"/>
              <a:gd name="connsiteY4" fmla="*/ 3966 h 9352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3774" h="935266">
                <a:moveTo>
                  <a:pt x="0" y="3807"/>
                </a:moveTo>
                <a:lnTo>
                  <a:pt x="1241238" y="935266"/>
                </a:lnTo>
                <a:cubicBezTo>
                  <a:pt x="1242030" y="933997"/>
                  <a:pt x="1242823" y="932728"/>
                  <a:pt x="1243774" y="931618"/>
                </a:cubicBezTo>
                <a:lnTo>
                  <a:pt x="2220" y="0"/>
                </a:lnTo>
                <a:lnTo>
                  <a:pt x="0" y="3966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53" name="Freeform 252">
            <a:extLst>
              <a:ext uri="{FF2B5EF4-FFF2-40B4-BE49-F238E27FC236}">
                <a16:creationId xmlns:a16="http://schemas.microsoft.com/office/drawing/2014/main" id="{A81C4C44-ADDB-3DC9-A5FB-ECBBFA2366DA}"/>
              </a:ext>
            </a:extLst>
          </p:cNvPr>
          <p:cNvSpPr/>
          <p:nvPr/>
        </p:nvSpPr>
        <p:spPr>
          <a:xfrm>
            <a:off x="881899" y="4084135"/>
            <a:ext cx="26318" cy="45719"/>
          </a:xfrm>
          <a:custGeom>
            <a:avLst/>
            <a:gdLst>
              <a:gd name="connsiteX0" fmla="*/ 24257 w 26318"/>
              <a:gd name="connsiteY0" fmla="*/ 21890 h 21890"/>
              <a:gd name="connsiteX1" fmla="*/ 26318 w 26318"/>
              <a:gd name="connsiteY1" fmla="*/ 17925 h 21890"/>
              <a:gd name="connsiteX2" fmla="*/ 2537 w 26318"/>
              <a:gd name="connsiteY2" fmla="*/ 0 h 21890"/>
              <a:gd name="connsiteX3" fmla="*/ 0 w 26318"/>
              <a:gd name="connsiteY3" fmla="*/ 3648 h 21890"/>
              <a:gd name="connsiteX4" fmla="*/ 24257 w 26318"/>
              <a:gd name="connsiteY4" fmla="*/ 21732 h 218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6318" h="21890">
                <a:moveTo>
                  <a:pt x="24257" y="21890"/>
                </a:moveTo>
                <a:lnTo>
                  <a:pt x="26318" y="17925"/>
                </a:lnTo>
                <a:lnTo>
                  <a:pt x="2537" y="0"/>
                </a:lnTo>
                <a:cubicBezTo>
                  <a:pt x="1744" y="1269"/>
                  <a:pt x="951" y="2538"/>
                  <a:pt x="0" y="3648"/>
                </a:cubicBezTo>
                <a:lnTo>
                  <a:pt x="24257" y="21732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54" name="Freeform 253">
            <a:extLst>
              <a:ext uri="{FF2B5EF4-FFF2-40B4-BE49-F238E27FC236}">
                <a16:creationId xmlns:a16="http://schemas.microsoft.com/office/drawing/2014/main" id="{69500398-272B-6CBF-0152-C3614DCDF38F}"/>
              </a:ext>
            </a:extLst>
          </p:cNvPr>
          <p:cNvSpPr/>
          <p:nvPr/>
        </p:nvSpPr>
        <p:spPr>
          <a:xfrm>
            <a:off x="688317" y="4607924"/>
            <a:ext cx="1456539" cy="385495"/>
          </a:xfrm>
          <a:custGeom>
            <a:avLst/>
            <a:gdLst>
              <a:gd name="connsiteX0" fmla="*/ 0 w 1456539"/>
              <a:gd name="connsiteY0" fmla="*/ 4442 h 447646"/>
              <a:gd name="connsiteX1" fmla="*/ 1455589 w 1456539"/>
              <a:gd name="connsiteY1" fmla="*/ 447646 h 447646"/>
              <a:gd name="connsiteX2" fmla="*/ 1456540 w 1456539"/>
              <a:gd name="connsiteY2" fmla="*/ 443204 h 447646"/>
              <a:gd name="connsiteX3" fmla="*/ 951 w 1456539"/>
              <a:gd name="connsiteY3" fmla="*/ 0 h 447646"/>
              <a:gd name="connsiteX4" fmla="*/ 0 w 1456539"/>
              <a:gd name="connsiteY4" fmla="*/ 4442 h 4476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56539" h="447646">
                <a:moveTo>
                  <a:pt x="0" y="4442"/>
                </a:moveTo>
                <a:lnTo>
                  <a:pt x="1455589" y="447646"/>
                </a:lnTo>
                <a:cubicBezTo>
                  <a:pt x="1456064" y="446218"/>
                  <a:pt x="1456064" y="444632"/>
                  <a:pt x="1456540" y="443204"/>
                </a:cubicBezTo>
                <a:lnTo>
                  <a:pt x="951" y="0"/>
                </a:lnTo>
                <a:cubicBezTo>
                  <a:pt x="634" y="1428"/>
                  <a:pt x="476" y="3014"/>
                  <a:pt x="0" y="444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55" name="Freeform 254">
            <a:extLst>
              <a:ext uri="{FF2B5EF4-FFF2-40B4-BE49-F238E27FC236}">
                <a16:creationId xmlns:a16="http://schemas.microsoft.com/office/drawing/2014/main" id="{BD6575D8-A954-4512-D750-71E0F95376A4}"/>
              </a:ext>
            </a:extLst>
          </p:cNvPr>
          <p:cNvSpPr/>
          <p:nvPr/>
        </p:nvSpPr>
        <p:spPr>
          <a:xfrm>
            <a:off x="1078176" y="3889025"/>
            <a:ext cx="1080949" cy="985183"/>
          </a:xfrm>
          <a:custGeom>
            <a:avLst/>
            <a:gdLst>
              <a:gd name="connsiteX0" fmla="*/ 158 w 1080949"/>
              <a:gd name="connsiteY0" fmla="*/ 2697 h 1144019"/>
              <a:gd name="connsiteX1" fmla="*/ 1077462 w 1080949"/>
              <a:gd name="connsiteY1" fmla="*/ 1144019 h 1144019"/>
              <a:gd name="connsiteX2" fmla="*/ 1080950 w 1080949"/>
              <a:gd name="connsiteY2" fmla="*/ 1141323 h 1144019"/>
              <a:gd name="connsiteX3" fmla="*/ 3488 w 1080949"/>
              <a:gd name="connsiteY3" fmla="*/ 0 h 1144019"/>
              <a:gd name="connsiteX4" fmla="*/ 0 w 1080949"/>
              <a:gd name="connsiteY4" fmla="*/ 2697 h 11440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80949" h="1144019">
                <a:moveTo>
                  <a:pt x="158" y="2697"/>
                </a:moveTo>
                <a:lnTo>
                  <a:pt x="1077462" y="1144019"/>
                </a:lnTo>
                <a:cubicBezTo>
                  <a:pt x="1078572" y="1142909"/>
                  <a:pt x="1079840" y="1142275"/>
                  <a:pt x="1080950" y="1141323"/>
                </a:cubicBezTo>
                <a:lnTo>
                  <a:pt x="3488" y="0"/>
                </a:lnTo>
                <a:cubicBezTo>
                  <a:pt x="2378" y="1110"/>
                  <a:pt x="1110" y="1745"/>
                  <a:pt x="0" y="2697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56" name="Freeform 255">
            <a:extLst>
              <a:ext uri="{FF2B5EF4-FFF2-40B4-BE49-F238E27FC236}">
                <a16:creationId xmlns:a16="http://schemas.microsoft.com/office/drawing/2014/main" id="{8086614B-7F4D-61EA-25D5-43EBDA85F5B3}"/>
              </a:ext>
            </a:extLst>
          </p:cNvPr>
          <p:cNvSpPr/>
          <p:nvPr/>
        </p:nvSpPr>
        <p:spPr>
          <a:xfrm>
            <a:off x="877301" y="3887914"/>
            <a:ext cx="135079" cy="116386"/>
          </a:xfrm>
          <a:custGeom>
            <a:avLst/>
            <a:gdLst>
              <a:gd name="connsiteX0" fmla="*/ 3171 w 135079"/>
              <a:gd name="connsiteY0" fmla="*/ 134992 h 135150"/>
              <a:gd name="connsiteX1" fmla="*/ 135079 w 135079"/>
              <a:gd name="connsiteY1" fmla="*/ 3014 h 135150"/>
              <a:gd name="connsiteX2" fmla="*/ 131908 w 135079"/>
              <a:gd name="connsiteY2" fmla="*/ 0 h 135150"/>
              <a:gd name="connsiteX3" fmla="*/ 0 w 135079"/>
              <a:gd name="connsiteY3" fmla="*/ 131978 h 135150"/>
              <a:gd name="connsiteX4" fmla="*/ 3012 w 135079"/>
              <a:gd name="connsiteY4" fmla="*/ 135150 h 135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5079" h="135150">
                <a:moveTo>
                  <a:pt x="3171" y="134992"/>
                </a:moveTo>
                <a:lnTo>
                  <a:pt x="135079" y="3014"/>
                </a:lnTo>
                <a:cubicBezTo>
                  <a:pt x="133969" y="2062"/>
                  <a:pt x="133018" y="952"/>
                  <a:pt x="131908" y="0"/>
                </a:cubicBezTo>
                <a:lnTo>
                  <a:pt x="0" y="131978"/>
                </a:lnTo>
                <a:cubicBezTo>
                  <a:pt x="1110" y="132930"/>
                  <a:pt x="2061" y="134040"/>
                  <a:pt x="3012" y="13515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57" name="Freeform 256">
            <a:extLst>
              <a:ext uri="{FF2B5EF4-FFF2-40B4-BE49-F238E27FC236}">
                <a16:creationId xmlns:a16="http://schemas.microsoft.com/office/drawing/2014/main" id="{7D6E7CD7-E6F0-B9C1-394E-446689207992}"/>
              </a:ext>
            </a:extLst>
          </p:cNvPr>
          <p:cNvSpPr/>
          <p:nvPr/>
        </p:nvSpPr>
        <p:spPr>
          <a:xfrm>
            <a:off x="663426" y="3896322"/>
            <a:ext cx="360686" cy="566221"/>
          </a:xfrm>
          <a:custGeom>
            <a:avLst/>
            <a:gdLst>
              <a:gd name="connsiteX0" fmla="*/ 242730 w 360686"/>
              <a:gd name="connsiteY0" fmla="*/ 209705 h 657510"/>
              <a:gd name="connsiteX1" fmla="*/ 0 w 360686"/>
              <a:gd name="connsiteY1" fmla="*/ 654972 h 657510"/>
              <a:gd name="connsiteX2" fmla="*/ 3646 w 360686"/>
              <a:gd name="connsiteY2" fmla="*/ 657510 h 657510"/>
              <a:gd name="connsiteX3" fmla="*/ 246218 w 360686"/>
              <a:gd name="connsiteY3" fmla="*/ 212402 h 657510"/>
              <a:gd name="connsiteX4" fmla="*/ 248438 w 360686"/>
              <a:gd name="connsiteY4" fmla="*/ 208436 h 657510"/>
              <a:gd name="connsiteX5" fmla="*/ 360687 w 360686"/>
              <a:gd name="connsiteY5" fmla="*/ 2538 h 657510"/>
              <a:gd name="connsiteX6" fmla="*/ 357040 w 360686"/>
              <a:gd name="connsiteY6" fmla="*/ 0 h 657510"/>
              <a:gd name="connsiteX7" fmla="*/ 244791 w 360686"/>
              <a:gd name="connsiteY7" fmla="*/ 205740 h 657510"/>
              <a:gd name="connsiteX8" fmla="*/ 242730 w 360686"/>
              <a:gd name="connsiteY8" fmla="*/ 209705 h 6575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60686" h="657510">
                <a:moveTo>
                  <a:pt x="242730" y="209705"/>
                </a:moveTo>
                <a:lnTo>
                  <a:pt x="0" y="654972"/>
                </a:lnTo>
                <a:cubicBezTo>
                  <a:pt x="1427" y="655607"/>
                  <a:pt x="2378" y="656717"/>
                  <a:pt x="3646" y="657510"/>
                </a:cubicBezTo>
                <a:lnTo>
                  <a:pt x="246218" y="212402"/>
                </a:lnTo>
                <a:lnTo>
                  <a:pt x="248438" y="208436"/>
                </a:lnTo>
                <a:lnTo>
                  <a:pt x="360687" y="2538"/>
                </a:lnTo>
                <a:cubicBezTo>
                  <a:pt x="359260" y="1904"/>
                  <a:pt x="358308" y="793"/>
                  <a:pt x="357040" y="0"/>
                </a:cubicBezTo>
                <a:lnTo>
                  <a:pt x="244791" y="205740"/>
                </a:lnTo>
                <a:lnTo>
                  <a:pt x="242730" y="20970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58" name="Freeform 257">
            <a:extLst>
              <a:ext uri="{FF2B5EF4-FFF2-40B4-BE49-F238E27FC236}">
                <a16:creationId xmlns:a16="http://schemas.microsoft.com/office/drawing/2014/main" id="{7D13EEF2-3E92-BF24-7E37-C30242C368FD}"/>
              </a:ext>
            </a:extLst>
          </p:cNvPr>
          <p:cNvSpPr/>
          <p:nvPr/>
        </p:nvSpPr>
        <p:spPr>
          <a:xfrm>
            <a:off x="225211" y="3495947"/>
            <a:ext cx="230205" cy="90157"/>
          </a:xfrm>
          <a:custGeom>
            <a:avLst/>
            <a:gdLst>
              <a:gd name="connsiteX0" fmla="*/ 223705 w 230205"/>
              <a:gd name="connsiteY0" fmla="*/ 97080 h 104693"/>
              <a:gd name="connsiteX1" fmla="*/ 0 w 230205"/>
              <a:gd name="connsiteY1" fmla="*/ 0 h 104693"/>
              <a:gd name="connsiteX2" fmla="*/ 2220 w 230205"/>
              <a:gd name="connsiteY2" fmla="*/ 5711 h 104693"/>
              <a:gd name="connsiteX3" fmla="*/ 230205 w 230205"/>
              <a:gd name="connsiteY3" fmla="*/ 104694 h 104693"/>
              <a:gd name="connsiteX4" fmla="*/ 223705 w 230205"/>
              <a:gd name="connsiteY4" fmla="*/ 97080 h 1046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0205" h="104693">
                <a:moveTo>
                  <a:pt x="223705" y="97080"/>
                </a:moveTo>
                <a:lnTo>
                  <a:pt x="0" y="0"/>
                </a:lnTo>
                <a:lnTo>
                  <a:pt x="2220" y="5711"/>
                </a:lnTo>
                <a:lnTo>
                  <a:pt x="230205" y="104694"/>
                </a:lnTo>
                <a:lnTo>
                  <a:pt x="223705" y="9708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59" name="Freeform 258">
            <a:extLst>
              <a:ext uri="{FF2B5EF4-FFF2-40B4-BE49-F238E27FC236}">
                <a16:creationId xmlns:a16="http://schemas.microsoft.com/office/drawing/2014/main" id="{937A2629-9B4E-2B78-3919-95217449DE5F}"/>
              </a:ext>
            </a:extLst>
          </p:cNvPr>
          <p:cNvSpPr/>
          <p:nvPr/>
        </p:nvSpPr>
        <p:spPr>
          <a:xfrm>
            <a:off x="458112" y="3596992"/>
            <a:ext cx="541426" cy="206407"/>
          </a:xfrm>
          <a:custGeom>
            <a:avLst/>
            <a:gdLst>
              <a:gd name="connsiteX0" fmla="*/ 282842 w 541426"/>
              <a:gd name="connsiteY0" fmla="*/ 122619 h 239685"/>
              <a:gd name="connsiteX1" fmla="*/ 277451 w 541426"/>
              <a:gd name="connsiteY1" fmla="*/ 120239 h 239685"/>
              <a:gd name="connsiteX2" fmla="*/ 0 w 541426"/>
              <a:gd name="connsiteY2" fmla="*/ 0 h 239685"/>
              <a:gd name="connsiteX3" fmla="*/ 6342 w 541426"/>
              <a:gd name="connsiteY3" fmla="*/ 7614 h 239685"/>
              <a:gd name="connsiteX4" fmla="*/ 279195 w 541426"/>
              <a:gd name="connsiteY4" fmla="*/ 125950 h 239685"/>
              <a:gd name="connsiteX5" fmla="*/ 284586 w 541426"/>
              <a:gd name="connsiteY5" fmla="*/ 128329 h 239685"/>
              <a:gd name="connsiteX6" fmla="*/ 541268 w 541426"/>
              <a:gd name="connsiteY6" fmla="*/ 239686 h 239685"/>
              <a:gd name="connsiteX7" fmla="*/ 541426 w 541426"/>
              <a:gd name="connsiteY7" fmla="*/ 239051 h 239685"/>
              <a:gd name="connsiteX8" fmla="*/ 299330 w 541426"/>
              <a:gd name="connsiteY8" fmla="*/ 130074 h 239685"/>
              <a:gd name="connsiteX9" fmla="*/ 282842 w 541426"/>
              <a:gd name="connsiteY9" fmla="*/ 122936 h 2396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41426" h="239685">
                <a:moveTo>
                  <a:pt x="282842" y="122619"/>
                </a:moveTo>
                <a:lnTo>
                  <a:pt x="277451" y="120239"/>
                </a:lnTo>
                <a:lnTo>
                  <a:pt x="0" y="0"/>
                </a:lnTo>
                <a:lnTo>
                  <a:pt x="6342" y="7614"/>
                </a:lnTo>
                <a:lnTo>
                  <a:pt x="279195" y="125950"/>
                </a:lnTo>
                <a:lnTo>
                  <a:pt x="284586" y="128329"/>
                </a:lnTo>
                <a:lnTo>
                  <a:pt x="541268" y="239686"/>
                </a:lnTo>
                <a:cubicBezTo>
                  <a:pt x="541268" y="239686"/>
                  <a:pt x="541268" y="239210"/>
                  <a:pt x="541426" y="239051"/>
                </a:cubicBezTo>
                <a:lnTo>
                  <a:pt x="299330" y="130074"/>
                </a:lnTo>
                <a:lnTo>
                  <a:pt x="282842" y="122936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60" name="Freeform 259">
            <a:extLst>
              <a:ext uri="{FF2B5EF4-FFF2-40B4-BE49-F238E27FC236}">
                <a16:creationId xmlns:a16="http://schemas.microsoft.com/office/drawing/2014/main" id="{0BBB15DD-8F2D-EB66-184F-BED81A1EFD54}"/>
              </a:ext>
            </a:extLst>
          </p:cNvPr>
          <p:cNvSpPr/>
          <p:nvPr/>
        </p:nvSpPr>
        <p:spPr>
          <a:xfrm>
            <a:off x="33056" y="3412667"/>
            <a:ext cx="188666" cy="74585"/>
          </a:xfrm>
          <a:custGeom>
            <a:avLst/>
            <a:gdLst>
              <a:gd name="connsiteX0" fmla="*/ 186447 w 188666"/>
              <a:gd name="connsiteY0" fmla="*/ 80900 h 86610"/>
              <a:gd name="connsiteX1" fmla="*/ 0 w 188666"/>
              <a:gd name="connsiteY1" fmla="*/ 0 h 86610"/>
              <a:gd name="connsiteX2" fmla="*/ 0 w 188666"/>
              <a:gd name="connsiteY2" fmla="*/ 4759 h 86610"/>
              <a:gd name="connsiteX3" fmla="*/ 188667 w 188666"/>
              <a:gd name="connsiteY3" fmla="*/ 86610 h 86610"/>
              <a:gd name="connsiteX4" fmla="*/ 186447 w 188666"/>
              <a:gd name="connsiteY4" fmla="*/ 80900 h 86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8666" h="86610">
                <a:moveTo>
                  <a:pt x="186447" y="80900"/>
                </a:moveTo>
                <a:lnTo>
                  <a:pt x="0" y="0"/>
                </a:lnTo>
                <a:lnTo>
                  <a:pt x="0" y="4759"/>
                </a:lnTo>
                <a:lnTo>
                  <a:pt x="188667" y="86610"/>
                </a:lnTo>
                <a:lnTo>
                  <a:pt x="186447" y="8090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61" name="Freeform 260">
            <a:extLst>
              <a:ext uri="{FF2B5EF4-FFF2-40B4-BE49-F238E27FC236}">
                <a16:creationId xmlns:a16="http://schemas.microsoft.com/office/drawing/2014/main" id="{1AD7CBC8-17BE-8C76-6F0F-C5125710E4A2}"/>
              </a:ext>
            </a:extLst>
          </p:cNvPr>
          <p:cNvSpPr/>
          <p:nvPr/>
        </p:nvSpPr>
        <p:spPr>
          <a:xfrm>
            <a:off x="188271" y="1943146"/>
            <a:ext cx="839329" cy="1607548"/>
          </a:xfrm>
          <a:custGeom>
            <a:avLst/>
            <a:gdLst>
              <a:gd name="connsiteX0" fmla="*/ 835366 w 839329"/>
              <a:gd name="connsiteY0" fmla="*/ 1866725 h 1866725"/>
              <a:gd name="connsiteX1" fmla="*/ 839330 w 839329"/>
              <a:gd name="connsiteY1" fmla="*/ 1864663 h 1866725"/>
              <a:gd name="connsiteX2" fmla="*/ 3964 w 839329"/>
              <a:gd name="connsiteY2" fmla="*/ 0 h 1866725"/>
              <a:gd name="connsiteX3" fmla="*/ 0 w 839329"/>
              <a:gd name="connsiteY3" fmla="*/ 2062 h 1866725"/>
              <a:gd name="connsiteX4" fmla="*/ 835366 w 839329"/>
              <a:gd name="connsiteY4" fmla="*/ 1866567 h 1866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39329" h="1866725">
                <a:moveTo>
                  <a:pt x="835366" y="1866725"/>
                </a:moveTo>
                <a:cubicBezTo>
                  <a:pt x="836793" y="1866091"/>
                  <a:pt x="837903" y="1865139"/>
                  <a:pt x="839330" y="1864663"/>
                </a:cubicBezTo>
                <a:lnTo>
                  <a:pt x="3964" y="0"/>
                </a:lnTo>
                <a:cubicBezTo>
                  <a:pt x="2537" y="635"/>
                  <a:pt x="1427" y="1586"/>
                  <a:pt x="0" y="2062"/>
                </a:cubicBezTo>
                <a:lnTo>
                  <a:pt x="835366" y="1866567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62" name="Freeform 261">
            <a:extLst>
              <a:ext uri="{FF2B5EF4-FFF2-40B4-BE49-F238E27FC236}">
                <a16:creationId xmlns:a16="http://schemas.microsoft.com/office/drawing/2014/main" id="{59224D5B-E750-15F0-BD47-EE537CB63529}"/>
              </a:ext>
            </a:extLst>
          </p:cNvPr>
          <p:cNvSpPr/>
          <p:nvPr/>
        </p:nvSpPr>
        <p:spPr>
          <a:xfrm>
            <a:off x="218870" y="3479449"/>
            <a:ext cx="223070" cy="90567"/>
          </a:xfrm>
          <a:custGeom>
            <a:avLst/>
            <a:gdLst>
              <a:gd name="connsiteX0" fmla="*/ 216412 w 223070"/>
              <a:gd name="connsiteY0" fmla="*/ 97397 h 105169"/>
              <a:gd name="connsiteX1" fmla="*/ 0 w 223070"/>
              <a:gd name="connsiteY1" fmla="*/ 0 h 105169"/>
              <a:gd name="connsiteX2" fmla="*/ 2220 w 223070"/>
              <a:gd name="connsiteY2" fmla="*/ 5869 h 105169"/>
              <a:gd name="connsiteX3" fmla="*/ 223071 w 223070"/>
              <a:gd name="connsiteY3" fmla="*/ 105170 h 105169"/>
              <a:gd name="connsiteX4" fmla="*/ 216412 w 223070"/>
              <a:gd name="connsiteY4" fmla="*/ 97397 h 1051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3070" h="105169">
                <a:moveTo>
                  <a:pt x="216412" y="97397"/>
                </a:moveTo>
                <a:lnTo>
                  <a:pt x="0" y="0"/>
                </a:lnTo>
                <a:lnTo>
                  <a:pt x="2220" y="5869"/>
                </a:lnTo>
                <a:lnTo>
                  <a:pt x="223071" y="105170"/>
                </a:lnTo>
                <a:lnTo>
                  <a:pt x="216412" y="97397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63" name="Freeform 262">
            <a:extLst>
              <a:ext uri="{FF2B5EF4-FFF2-40B4-BE49-F238E27FC236}">
                <a16:creationId xmlns:a16="http://schemas.microsoft.com/office/drawing/2014/main" id="{B127E74D-63AF-AE9B-5439-95B0EDAE42DA}"/>
              </a:ext>
            </a:extLst>
          </p:cNvPr>
          <p:cNvSpPr/>
          <p:nvPr/>
        </p:nvSpPr>
        <p:spPr>
          <a:xfrm>
            <a:off x="33056" y="3395695"/>
            <a:ext cx="182325" cy="74858"/>
          </a:xfrm>
          <a:custGeom>
            <a:avLst/>
            <a:gdLst>
              <a:gd name="connsiteX0" fmla="*/ 180105 w 182325"/>
              <a:gd name="connsiteY0" fmla="*/ 81217 h 86927"/>
              <a:gd name="connsiteX1" fmla="*/ 0 w 182325"/>
              <a:gd name="connsiteY1" fmla="*/ 0 h 86927"/>
              <a:gd name="connsiteX2" fmla="*/ 0 w 182325"/>
              <a:gd name="connsiteY2" fmla="*/ 4917 h 86927"/>
              <a:gd name="connsiteX3" fmla="*/ 182325 w 182325"/>
              <a:gd name="connsiteY3" fmla="*/ 86928 h 86927"/>
              <a:gd name="connsiteX4" fmla="*/ 180105 w 182325"/>
              <a:gd name="connsiteY4" fmla="*/ 81217 h 869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325" h="86927">
                <a:moveTo>
                  <a:pt x="180105" y="81217"/>
                </a:moveTo>
                <a:lnTo>
                  <a:pt x="0" y="0"/>
                </a:lnTo>
                <a:lnTo>
                  <a:pt x="0" y="4917"/>
                </a:lnTo>
                <a:lnTo>
                  <a:pt x="182325" y="86928"/>
                </a:lnTo>
                <a:lnTo>
                  <a:pt x="180105" y="81217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64" name="Freeform 263">
            <a:extLst>
              <a:ext uri="{FF2B5EF4-FFF2-40B4-BE49-F238E27FC236}">
                <a16:creationId xmlns:a16="http://schemas.microsoft.com/office/drawing/2014/main" id="{755A0891-38B3-0D27-A5E8-8B8F3D70BAAE}"/>
              </a:ext>
            </a:extLst>
          </p:cNvPr>
          <p:cNvSpPr/>
          <p:nvPr/>
        </p:nvSpPr>
        <p:spPr>
          <a:xfrm>
            <a:off x="444636" y="3581129"/>
            <a:ext cx="556963" cy="219248"/>
          </a:xfrm>
          <a:custGeom>
            <a:avLst/>
            <a:gdLst>
              <a:gd name="connsiteX0" fmla="*/ 289025 w 556963"/>
              <a:gd name="connsiteY0" fmla="*/ 130074 h 254596"/>
              <a:gd name="connsiteX1" fmla="*/ 0 w 556963"/>
              <a:gd name="connsiteY1" fmla="*/ 0 h 254596"/>
              <a:gd name="connsiteX2" fmla="*/ 6659 w 556963"/>
              <a:gd name="connsiteY2" fmla="*/ 7773 h 254596"/>
              <a:gd name="connsiteX3" fmla="*/ 290927 w 556963"/>
              <a:gd name="connsiteY3" fmla="*/ 135785 h 254596"/>
              <a:gd name="connsiteX4" fmla="*/ 296318 w 556963"/>
              <a:gd name="connsiteY4" fmla="*/ 138164 h 254596"/>
              <a:gd name="connsiteX5" fmla="*/ 312806 w 556963"/>
              <a:gd name="connsiteY5" fmla="*/ 145620 h 254596"/>
              <a:gd name="connsiteX6" fmla="*/ 554903 w 556963"/>
              <a:gd name="connsiteY6" fmla="*/ 254597 h 254596"/>
              <a:gd name="connsiteX7" fmla="*/ 556964 w 556963"/>
              <a:gd name="connsiteY7" fmla="*/ 250631 h 254596"/>
              <a:gd name="connsiteX8" fmla="*/ 294415 w 556963"/>
              <a:gd name="connsiteY8" fmla="*/ 132454 h 254596"/>
              <a:gd name="connsiteX9" fmla="*/ 289025 w 556963"/>
              <a:gd name="connsiteY9" fmla="*/ 129916 h 254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56963" h="254596">
                <a:moveTo>
                  <a:pt x="289025" y="130074"/>
                </a:moveTo>
                <a:lnTo>
                  <a:pt x="0" y="0"/>
                </a:lnTo>
                <a:lnTo>
                  <a:pt x="6659" y="7773"/>
                </a:lnTo>
                <a:lnTo>
                  <a:pt x="290927" y="135785"/>
                </a:lnTo>
                <a:lnTo>
                  <a:pt x="296318" y="138164"/>
                </a:lnTo>
                <a:lnTo>
                  <a:pt x="312806" y="145620"/>
                </a:lnTo>
                <a:lnTo>
                  <a:pt x="554903" y="254597"/>
                </a:lnTo>
                <a:cubicBezTo>
                  <a:pt x="555537" y="253169"/>
                  <a:pt x="556329" y="252059"/>
                  <a:pt x="556964" y="250631"/>
                </a:cubicBezTo>
                <a:lnTo>
                  <a:pt x="294415" y="132454"/>
                </a:lnTo>
                <a:lnTo>
                  <a:pt x="289025" y="129916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65" name="Freeform 264">
            <a:extLst>
              <a:ext uri="{FF2B5EF4-FFF2-40B4-BE49-F238E27FC236}">
                <a16:creationId xmlns:a16="http://schemas.microsoft.com/office/drawing/2014/main" id="{231FB972-446B-2BA0-8C24-4B0BCEF61265}"/>
              </a:ext>
            </a:extLst>
          </p:cNvPr>
          <p:cNvSpPr/>
          <p:nvPr/>
        </p:nvSpPr>
        <p:spPr>
          <a:xfrm>
            <a:off x="141342" y="3206770"/>
            <a:ext cx="865964" cy="534392"/>
          </a:xfrm>
          <a:custGeom>
            <a:avLst/>
            <a:gdLst>
              <a:gd name="connsiteX0" fmla="*/ 559025 w 865964"/>
              <a:gd name="connsiteY0" fmla="*/ 397679 h 620549"/>
              <a:gd name="connsiteX1" fmla="*/ 2537 w 865964"/>
              <a:gd name="connsiteY1" fmla="*/ 0 h 620549"/>
              <a:gd name="connsiteX2" fmla="*/ 0 w 865964"/>
              <a:gd name="connsiteY2" fmla="*/ 3649 h 620549"/>
              <a:gd name="connsiteX3" fmla="*/ 561244 w 865964"/>
              <a:gd name="connsiteY3" fmla="*/ 404658 h 620549"/>
              <a:gd name="connsiteX4" fmla="*/ 567269 w 865964"/>
              <a:gd name="connsiteY4" fmla="*/ 408941 h 620549"/>
              <a:gd name="connsiteX5" fmla="*/ 863428 w 865964"/>
              <a:gd name="connsiteY5" fmla="*/ 620550 h 620549"/>
              <a:gd name="connsiteX6" fmla="*/ 865965 w 865964"/>
              <a:gd name="connsiteY6" fmla="*/ 616902 h 620549"/>
              <a:gd name="connsiteX7" fmla="*/ 565208 w 865964"/>
              <a:gd name="connsiteY7" fmla="*/ 401962 h 620549"/>
              <a:gd name="connsiteX8" fmla="*/ 559183 w 865964"/>
              <a:gd name="connsiteY8" fmla="*/ 397679 h 6205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865964" h="620549">
                <a:moveTo>
                  <a:pt x="559025" y="397679"/>
                </a:moveTo>
                <a:lnTo>
                  <a:pt x="2537" y="0"/>
                </a:lnTo>
                <a:cubicBezTo>
                  <a:pt x="1744" y="1269"/>
                  <a:pt x="951" y="2538"/>
                  <a:pt x="0" y="3649"/>
                </a:cubicBezTo>
                <a:lnTo>
                  <a:pt x="561244" y="404658"/>
                </a:lnTo>
                <a:lnTo>
                  <a:pt x="567269" y="408941"/>
                </a:lnTo>
                <a:lnTo>
                  <a:pt x="863428" y="620550"/>
                </a:lnTo>
                <a:cubicBezTo>
                  <a:pt x="864221" y="619281"/>
                  <a:pt x="865014" y="618012"/>
                  <a:pt x="865965" y="616902"/>
                </a:cubicBezTo>
                <a:lnTo>
                  <a:pt x="565208" y="401962"/>
                </a:lnTo>
                <a:lnTo>
                  <a:pt x="559183" y="397679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66" name="Freeform 265">
            <a:extLst>
              <a:ext uri="{FF2B5EF4-FFF2-40B4-BE49-F238E27FC236}">
                <a16:creationId xmlns:a16="http://schemas.microsoft.com/office/drawing/2014/main" id="{A8BF1AAE-B30A-1C13-8420-A2F7950C0EBE}"/>
              </a:ext>
            </a:extLst>
          </p:cNvPr>
          <p:cNvSpPr/>
          <p:nvPr/>
        </p:nvSpPr>
        <p:spPr>
          <a:xfrm>
            <a:off x="132622" y="3216287"/>
            <a:ext cx="681103" cy="691895"/>
          </a:xfrm>
          <a:custGeom>
            <a:avLst/>
            <a:gdLst>
              <a:gd name="connsiteX0" fmla="*/ 309319 w 681103"/>
              <a:gd name="connsiteY0" fmla="*/ 368332 h 803446"/>
              <a:gd name="connsiteX1" fmla="*/ 316294 w 681103"/>
              <a:gd name="connsiteY1" fmla="*/ 376581 h 803446"/>
              <a:gd name="connsiteX2" fmla="*/ 322795 w 681103"/>
              <a:gd name="connsiteY2" fmla="*/ 384195 h 803446"/>
              <a:gd name="connsiteX3" fmla="*/ 677457 w 681103"/>
              <a:gd name="connsiteY3" fmla="*/ 803447 h 803446"/>
              <a:gd name="connsiteX4" fmla="*/ 681103 w 681103"/>
              <a:gd name="connsiteY4" fmla="*/ 800909 h 803446"/>
              <a:gd name="connsiteX5" fmla="*/ 331832 w 681103"/>
              <a:gd name="connsiteY5" fmla="*/ 388002 h 803446"/>
              <a:gd name="connsiteX6" fmla="*/ 325490 w 681103"/>
              <a:gd name="connsiteY6" fmla="*/ 380388 h 803446"/>
              <a:gd name="connsiteX7" fmla="*/ 318673 w 681103"/>
              <a:gd name="connsiteY7" fmla="*/ 372298 h 803446"/>
              <a:gd name="connsiteX8" fmla="*/ 312014 w 681103"/>
              <a:gd name="connsiteY8" fmla="*/ 364525 h 803446"/>
              <a:gd name="connsiteX9" fmla="*/ 3647 w 681103"/>
              <a:gd name="connsiteY9" fmla="*/ 0 h 803446"/>
              <a:gd name="connsiteX10" fmla="*/ 0 w 681103"/>
              <a:gd name="connsiteY10" fmla="*/ 2538 h 803446"/>
              <a:gd name="connsiteX11" fmla="*/ 302660 w 681103"/>
              <a:gd name="connsiteY11" fmla="*/ 360401 h 803446"/>
              <a:gd name="connsiteX12" fmla="*/ 309319 w 681103"/>
              <a:gd name="connsiteY12" fmla="*/ 368174 h 8034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81103" h="803446">
                <a:moveTo>
                  <a:pt x="309319" y="368332"/>
                </a:moveTo>
                <a:lnTo>
                  <a:pt x="316294" y="376581"/>
                </a:lnTo>
                <a:lnTo>
                  <a:pt x="322795" y="384195"/>
                </a:lnTo>
                <a:lnTo>
                  <a:pt x="677457" y="803447"/>
                </a:lnTo>
                <a:cubicBezTo>
                  <a:pt x="678566" y="802495"/>
                  <a:pt x="679993" y="801861"/>
                  <a:pt x="681103" y="800909"/>
                </a:cubicBezTo>
                <a:lnTo>
                  <a:pt x="331832" y="388002"/>
                </a:lnTo>
                <a:lnTo>
                  <a:pt x="325490" y="380388"/>
                </a:lnTo>
                <a:lnTo>
                  <a:pt x="318673" y="372298"/>
                </a:lnTo>
                <a:lnTo>
                  <a:pt x="312014" y="364525"/>
                </a:lnTo>
                <a:lnTo>
                  <a:pt x="3647" y="0"/>
                </a:lnTo>
                <a:cubicBezTo>
                  <a:pt x="2537" y="952"/>
                  <a:pt x="1110" y="1586"/>
                  <a:pt x="0" y="2538"/>
                </a:cubicBezTo>
                <a:lnTo>
                  <a:pt x="302660" y="360401"/>
                </a:lnTo>
                <a:lnTo>
                  <a:pt x="309319" y="368174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67" name="Freeform 266">
            <a:extLst>
              <a:ext uri="{FF2B5EF4-FFF2-40B4-BE49-F238E27FC236}">
                <a16:creationId xmlns:a16="http://schemas.microsoft.com/office/drawing/2014/main" id="{63FA0600-642C-DD29-2F91-C7E003119DE7}"/>
              </a:ext>
            </a:extLst>
          </p:cNvPr>
          <p:cNvSpPr/>
          <p:nvPr/>
        </p:nvSpPr>
        <p:spPr>
          <a:xfrm>
            <a:off x="117719" y="3225805"/>
            <a:ext cx="508290" cy="1140091"/>
          </a:xfrm>
          <a:custGeom>
            <a:avLst/>
            <a:gdLst>
              <a:gd name="connsiteX0" fmla="*/ 508291 w 508290"/>
              <a:gd name="connsiteY0" fmla="*/ 1323110 h 1323902"/>
              <a:gd name="connsiteX1" fmla="*/ 285378 w 508290"/>
              <a:gd name="connsiteY1" fmla="*/ 737617 h 1323902"/>
              <a:gd name="connsiteX2" fmla="*/ 283476 w 508290"/>
              <a:gd name="connsiteY2" fmla="*/ 732699 h 1323902"/>
              <a:gd name="connsiteX3" fmla="*/ 203887 w 508290"/>
              <a:gd name="connsiteY3" fmla="*/ 523628 h 1323902"/>
              <a:gd name="connsiteX4" fmla="*/ 201350 w 508290"/>
              <a:gd name="connsiteY4" fmla="*/ 516966 h 1323902"/>
              <a:gd name="connsiteX5" fmla="*/ 173130 w 508290"/>
              <a:gd name="connsiteY5" fmla="*/ 442887 h 1323902"/>
              <a:gd name="connsiteX6" fmla="*/ 170276 w 508290"/>
              <a:gd name="connsiteY6" fmla="*/ 435590 h 1323902"/>
              <a:gd name="connsiteX7" fmla="*/ 109395 w 508290"/>
              <a:gd name="connsiteY7" fmla="*/ 275853 h 1323902"/>
              <a:gd name="connsiteX8" fmla="*/ 107175 w 508290"/>
              <a:gd name="connsiteY8" fmla="*/ 270142 h 1323902"/>
              <a:gd name="connsiteX9" fmla="*/ 103053 w 508290"/>
              <a:gd name="connsiteY9" fmla="*/ 259355 h 1323902"/>
              <a:gd name="connsiteX10" fmla="*/ 100834 w 508290"/>
              <a:gd name="connsiteY10" fmla="*/ 253486 h 1323902"/>
              <a:gd name="connsiteX11" fmla="*/ 4281 w 508290"/>
              <a:gd name="connsiteY11" fmla="*/ 0 h 1323902"/>
              <a:gd name="connsiteX12" fmla="*/ 0 w 508290"/>
              <a:gd name="connsiteY12" fmla="*/ 1110 h 1323902"/>
              <a:gd name="connsiteX13" fmla="*/ 95126 w 508290"/>
              <a:gd name="connsiteY13" fmla="*/ 250948 h 1323902"/>
              <a:gd name="connsiteX14" fmla="*/ 97346 w 508290"/>
              <a:gd name="connsiteY14" fmla="*/ 256818 h 1323902"/>
              <a:gd name="connsiteX15" fmla="*/ 101468 w 508290"/>
              <a:gd name="connsiteY15" fmla="*/ 267604 h 1323902"/>
              <a:gd name="connsiteX16" fmla="*/ 103688 w 508290"/>
              <a:gd name="connsiteY16" fmla="*/ 273315 h 1323902"/>
              <a:gd name="connsiteX17" fmla="*/ 163617 w 508290"/>
              <a:gd name="connsiteY17" fmla="*/ 430831 h 1323902"/>
              <a:gd name="connsiteX18" fmla="*/ 166471 w 508290"/>
              <a:gd name="connsiteY18" fmla="*/ 438128 h 1323902"/>
              <a:gd name="connsiteX19" fmla="*/ 195009 w 508290"/>
              <a:gd name="connsiteY19" fmla="*/ 513318 h 1323902"/>
              <a:gd name="connsiteX20" fmla="*/ 197545 w 508290"/>
              <a:gd name="connsiteY20" fmla="*/ 519980 h 1323902"/>
              <a:gd name="connsiteX21" fmla="*/ 278085 w 508290"/>
              <a:gd name="connsiteY21" fmla="*/ 731430 h 1323902"/>
              <a:gd name="connsiteX22" fmla="*/ 279988 w 508290"/>
              <a:gd name="connsiteY22" fmla="*/ 736348 h 1323902"/>
              <a:gd name="connsiteX23" fmla="*/ 503693 w 508290"/>
              <a:gd name="connsiteY23" fmla="*/ 1323903 h 1323902"/>
              <a:gd name="connsiteX24" fmla="*/ 507974 w 508290"/>
              <a:gd name="connsiteY24" fmla="*/ 1322792 h 13239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508290" h="1323902">
                <a:moveTo>
                  <a:pt x="508291" y="1323110"/>
                </a:moveTo>
                <a:lnTo>
                  <a:pt x="285378" y="737617"/>
                </a:lnTo>
                <a:lnTo>
                  <a:pt x="283476" y="732699"/>
                </a:lnTo>
                <a:lnTo>
                  <a:pt x="203887" y="523628"/>
                </a:lnTo>
                <a:lnTo>
                  <a:pt x="201350" y="516966"/>
                </a:lnTo>
                <a:lnTo>
                  <a:pt x="173130" y="442887"/>
                </a:lnTo>
                <a:lnTo>
                  <a:pt x="170276" y="435590"/>
                </a:lnTo>
                <a:lnTo>
                  <a:pt x="109395" y="275853"/>
                </a:lnTo>
                <a:lnTo>
                  <a:pt x="107175" y="270142"/>
                </a:lnTo>
                <a:lnTo>
                  <a:pt x="103053" y="259355"/>
                </a:lnTo>
                <a:lnTo>
                  <a:pt x="100834" y="253486"/>
                </a:lnTo>
                <a:lnTo>
                  <a:pt x="4281" y="0"/>
                </a:lnTo>
                <a:cubicBezTo>
                  <a:pt x="2854" y="634"/>
                  <a:pt x="1268" y="634"/>
                  <a:pt x="0" y="1110"/>
                </a:cubicBezTo>
                <a:lnTo>
                  <a:pt x="95126" y="250948"/>
                </a:lnTo>
                <a:lnTo>
                  <a:pt x="97346" y="256818"/>
                </a:lnTo>
                <a:lnTo>
                  <a:pt x="101468" y="267604"/>
                </a:lnTo>
                <a:lnTo>
                  <a:pt x="103688" y="273315"/>
                </a:lnTo>
                <a:lnTo>
                  <a:pt x="163617" y="430831"/>
                </a:lnTo>
                <a:lnTo>
                  <a:pt x="166471" y="438128"/>
                </a:lnTo>
                <a:lnTo>
                  <a:pt x="195009" y="513318"/>
                </a:lnTo>
                <a:lnTo>
                  <a:pt x="197545" y="519980"/>
                </a:lnTo>
                <a:lnTo>
                  <a:pt x="278085" y="731430"/>
                </a:lnTo>
                <a:lnTo>
                  <a:pt x="279988" y="736348"/>
                </a:lnTo>
                <a:lnTo>
                  <a:pt x="503693" y="1323903"/>
                </a:lnTo>
                <a:cubicBezTo>
                  <a:pt x="505120" y="1323268"/>
                  <a:pt x="506705" y="1323268"/>
                  <a:pt x="507974" y="132279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68" name="Freeform 267">
            <a:extLst>
              <a:ext uri="{FF2B5EF4-FFF2-40B4-BE49-F238E27FC236}">
                <a16:creationId xmlns:a16="http://schemas.microsoft.com/office/drawing/2014/main" id="{8D906082-26C7-2F02-FCCB-27B1BBFE2BAD}"/>
              </a:ext>
            </a:extLst>
          </p:cNvPr>
          <p:cNvSpPr/>
          <p:nvPr/>
        </p:nvSpPr>
        <p:spPr>
          <a:xfrm>
            <a:off x="33056" y="3190271"/>
            <a:ext cx="21720" cy="45719"/>
          </a:xfrm>
          <a:custGeom>
            <a:avLst/>
            <a:gdLst>
              <a:gd name="connsiteX0" fmla="*/ 21403 w 21720"/>
              <a:gd name="connsiteY0" fmla="*/ 0 h 5552"/>
              <a:gd name="connsiteX1" fmla="*/ 0 w 21720"/>
              <a:gd name="connsiteY1" fmla="*/ 3648 h 5552"/>
              <a:gd name="connsiteX2" fmla="*/ 0 w 21720"/>
              <a:gd name="connsiteY2" fmla="*/ 5552 h 5552"/>
              <a:gd name="connsiteX3" fmla="*/ 21720 w 21720"/>
              <a:gd name="connsiteY3" fmla="*/ 1428 h 5552"/>
              <a:gd name="connsiteX4" fmla="*/ 21403 w 21720"/>
              <a:gd name="connsiteY4" fmla="*/ 159 h 55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720" h="5552">
                <a:moveTo>
                  <a:pt x="21403" y="0"/>
                </a:moveTo>
                <a:lnTo>
                  <a:pt x="0" y="3648"/>
                </a:lnTo>
                <a:lnTo>
                  <a:pt x="0" y="5552"/>
                </a:lnTo>
                <a:lnTo>
                  <a:pt x="21720" y="1428"/>
                </a:lnTo>
                <a:cubicBezTo>
                  <a:pt x="21720" y="1428"/>
                  <a:pt x="21562" y="634"/>
                  <a:pt x="21403" y="159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69" name="Freeform 268">
            <a:extLst>
              <a:ext uri="{FF2B5EF4-FFF2-40B4-BE49-F238E27FC236}">
                <a16:creationId xmlns:a16="http://schemas.microsoft.com/office/drawing/2014/main" id="{505DED97-0342-7794-7927-6A2814C38272}"/>
              </a:ext>
            </a:extLst>
          </p:cNvPr>
          <p:cNvSpPr/>
          <p:nvPr/>
        </p:nvSpPr>
        <p:spPr>
          <a:xfrm>
            <a:off x="33056" y="3164574"/>
            <a:ext cx="21720" cy="45719"/>
          </a:xfrm>
          <a:custGeom>
            <a:avLst/>
            <a:gdLst>
              <a:gd name="connsiteX0" fmla="*/ 21562 w 21720"/>
              <a:gd name="connsiteY0" fmla="*/ 4124 h 8565"/>
              <a:gd name="connsiteX1" fmla="*/ 0 w 21720"/>
              <a:gd name="connsiteY1" fmla="*/ 0 h 8565"/>
              <a:gd name="connsiteX2" fmla="*/ 0 w 21720"/>
              <a:gd name="connsiteY2" fmla="*/ 4600 h 8565"/>
              <a:gd name="connsiteX3" fmla="*/ 20769 w 21720"/>
              <a:gd name="connsiteY3" fmla="*/ 8566 h 8565"/>
              <a:gd name="connsiteX4" fmla="*/ 21720 w 21720"/>
              <a:gd name="connsiteY4" fmla="*/ 4124 h 85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720" h="8565">
                <a:moveTo>
                  <a:pt x="21562" y="4124"/>
                </a:moveTo>
                <a:lnTo>
                  <a:pt x="0" y="0"/>
                </a:lnTo>
                <a:lnTo>
                  <a:pt x="0" y="4600"/>
                </a:lnTo>
                <a:lnTo>
                  <a:pt x="20769" y="8566"/>
                </a:lnTo>
                <a:cubicBezTo>
                  <a:pt x="20928" y="6980"/>
                  <a:pt x="21403" y="5552"/>
                  <a:pt x="21720" y="4124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70" name="Freeform 269">
            <a:extLst>
              <a:ext uri="{FF2B5EF4-FFF2-40B4-BE49-F238E27FC236}">
                <a16:creationId xmlns:a16="http://schemas.microsoft.com/office/drawing/2014/main" id="{429F870A-FEEB-5927-8EE8-EA77330D580F}"/>
              </a:ext>
            </a:extLst>
          </p:cNvPr>
          <p:cNvSpPr/>
          <p:nvPr/>
        </p:nvSpPr>
        <p:spPr>
          <a:xfrm>
            <a:off x="102816" y="1947904"/>
            <a:ext cx="66588" cy="1018514"/>
          </a:xfrm>
          <a:custGeom>
            <a:avLst/>
            <a:gdLst>
              <a:gd name="connsiteX0" fmla="*/ 66588 w 66588"/>
              <a:gd name="connsiteY0" fmla="*/ 952 h 1182724"/>
              <a:gd name="connsiteX1" fmla="*/ 62149 w 66588"/>
              <a:gd name="connsiteY1" fmla="*/ 0 h 1182724"/>
              <a:gd name="connsiteX2" fmla="*/ 0 w 66588"/>
              <a:gd name="connsiteY2" fmla="*/ 1181773 h 1182724"/>
              <a:gd name="connsiteX3" fmla="*/ 4281 w 66588"/>
              <a:gd name="connsiteY3" fmla="*/ 1182725 h 1182724"/>
              <a:gd name="connsiteX4" fmla="*/ 66430 w 66588"/>
              <a:gd name="connsiteY4" fmla="*/ 952 h 11827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6588" h="1182724">
                <a:moveTo>
                  <a:pt x="66588" y="952"/>
                </a:moveTo>
                <a:cubicBezTo>
                  <a:pt x="65003" y="952"/>
                  <a:pt x="63735" y="159"/>
                  <a:pt x="62149" y="0"/>
                </a:cubicBezTo>
                <a:lnTo>
                  <a:pt x="0" y="1181773"/>
                </a:lnTo>
                <a:cubicBezTo>
                  <a:pt x="1585" y="1181773"/>
                  <a:pt x="2854" y="1182566"/>
                  <a:pt x="4281" y="1182725"/>
                </a:cubicBezTo>
                <a:lnTo>
                  <a:pt x="66430" y="952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71" name="Freeform 270">
            <a:extLst>
              <a:ext uri="{FF2B5EF4-FFF2-40B4-BE49-F238E27FC236}">
                <a16:creationId xmlns:a16="http://schemas.microsoft.com/office/drawing/2014/main" id="{ECF9FF85-57A4-9F52-9E14-F13EC9C9D2BD}"/>
              </a:ext>
            </a:extLst>
          </p:cNvPr>
          <p:cNvSpPr/>
          <p:nvPr/>
        </p:nvSpPr>
        <p:spPr>
          <a:xfrm>
            <a:off x="32898" y="3185830"/>
            <a:ext cx="21403" cy="45719"/>
          </a:xfrm>
          <a:custGeom>
            <a:avLst/>
            <a:gdLst>
              <a:gd name="connsiteX0" fmla="*/ 20611 w 21403"/>
              <a:gd name="connsiteY0" fmla="*/ 0 h 7931"/>
              <a:gd name="connsiteX1" fmla="*/ 0 w 21403"/>
              <a:gd name="connsiteY1" fmla="*/ 3490 h 7931"/>
              <a:gd name="connsiteX2" fmla="*/ 0 w 21403"/>
              <a:gd name="connsiteY2" fmla="*/ 7931 h 7931"/>
              <a:gd name="connsiteX3" fmla="*/ 21403 w 21403"/>
              <a:gd name="connsiteY3" fmla="*/ 4283 h 7931"/>
              <a:gd name="connsiteX4" fmla="*/ 20452 w 21403"/>
              <a:gd name="connsiteY4" fmla="*/ 0 h 79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403" h="7931">
                <a:moveTo>
                  <a:pt x="20611" y="0"/>
                </a:moveTo>
                <a:lnTo>
                  <a:pt x="0" y="3490"/>
                </a:lnTo>
                <a:lnTo>
                  <a:pt x="0" y="7931"/>
                </a:lnTo>
                <a:lnTo>
                  <a:pt x="21403" y="4283"/>
                </a:lnTo>
                <a:cubicBezTo>
                  <a:pt x="21086" y="2855"/>
                  <a:pt x="20769" y="1428"/>
                  <a:pt x="20452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72" name="Freeform 271">
            <a:extLst>
              <a:ext uri="{FF2B5EF4-FFF2-40B4-BE49-F238E27FC236}">
                <a16:creationId xmlns:a16="http://schemas.microsoft.com/office/drawing/2014/main" id="{497DC83C-830F-C33F-57A0-F2E3423D0F1A}"/>
              </a:ext>
            </a:extLst>
          </p:cNvPr>
          <p:cNvSpPr/>
          <p:nvPr/>
        </p:nvSpPr>
        <p:spPr>
          <a:xfrm>
            <a:off x="33056" y="3215651"/>
            <a:ext cx="38208" cy="45719"/>
          </a:xfrm>
          <a:custGeom>
            <a:avLst/>
            <a:gdLst>
              <a:gd name="connsiteX0" fmla="*/ 34404 w 38208"/>
              <a:gd name="connsiteY0" fmla="*/ 0 h 45208"/>
              <a:gd name="connsiteX1" fmla="*/ 0 w 38208"/>
              <a:gd name="connsiteY1" fmla="*/ 38546 h 45208"/>
              <a:gd name="connsiteX2" fmla="*/ 0 w 38208"/>
              <a:gd name="connsiteY2" fmla="*/ 45209 h 45208"/>
              <a:gd name="connsiteX3" fmla="*/ 38209 w 38208"/>
              <a:gd name="connsiteY3" fmla="*/ 2538 h 45208"/>
              <a:gd name="connsiteX4" fmla="*/ 34562 w 38208"/>
              <a:gd name="connsiteY4" fmla="*/ 0 h 45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8208" h="45208">
                <a:moveTo>
                  <a:pt x="34404" y="0"/>
                </a:moveTo>
                <a:lnTo>
                  <a:pt x="0" y="38546"/>
                </a:lnTo>
                <a:lnTo>
                  <a:pt x="0" y="45209"/>
                </a:lnTo>
                <a:lnTo>
                  <a:pt x="38209" y="2538"/>
                </a:lnTo>
                <a:cubicBezTo>
                  <a:pt x="37099" y="1586"/>
                  <a:pt x="35514" y="1110"/>
                  <a:pt x="34562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73" name="Freeform 272">
            <a:extLst>
              <a:ext uri="{FF2B5EF4-FFF2-40B4-BE49-F238E27FC236}">
                <a16:creationId xmlns:a16="http://schemas.microsoft.com/office/drawing/2014/main" id="{C37F81AF-E040-78D3-A447-CCDA5510B6DB}"/>
              </a:ext>
            </a:extLst>
          </p:cNvPr>
          <p:cNvSpPr/>
          <p:nvPr/>
        </p:nvSpPr>
        <p:spPr>
          <a:xfrm>
            <a:off x="33056" y="3117937"/>
            <a:ext cx="32977" cy="45719"/>
          </a:xfrm>
          <a:custGeom>
            <a:avLst/>
            <a:gdLst>
              <a:gd name="connsiteX0" fmla="*/ 32977 w 32977"/>
              <a:gd name="connsiteY0" fmla="*/ 28077 h 28394"/>
              <a:gd name="connsiteX1" fmla="*/ 0 w 32977"/>
              <a:gd name="connsiteY1" fmla="*/ 0 h 28394"/>
              <a:gd name="connsiteX2" fmla="*/ 0 w 32977"/>
              <a:gd name="connsiteY2" fmla="*/ 1110 h 28394"/>
              <a:gd name="connsiteX3" fmla="*/ 32660 w 32977"/>
              <a:gd name="connsiteY3" fmla="*/ 28394 h 28394"/>
              <a:gd name="connsiteX4" fmla="*/ 32977 w 32977"/>
              <a:gd name="connsiteY4" fmla="*/ 27918 h 283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2977" h="28394">
                <a:moveTo>
                  <a:pt x="32977" y="28077"/>
                </a:moveTo>
                <a:lnTo>
                  <a:pt x="0" y="0"/>
                </a:lnTo>
                <a:lnTo>
                  <a:pt x="0" y="1110"/>
                </a:lnTo>
                <a:lnTo>
                  <a:pt x="32660" y="28394"/>
                </a:lnTo>
                <a:cubicBezTo>
                  <a:pt x="32660" y="28394"/>
                  <a:pt x="32819" y="28077"/>
                  <a:pt x="32977" y="27918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74" name="Freeform 273">
            <a:extLst>
              <a:ext uri="{FF2B5EF4-FFF2-40B4-BE49-F238E27FC236}">
                <a16:creationId xmlns:a16="http://schemas.microsoft.com/office/drawing/2014/main" id="{EF571F66-B1C4-820B-F63A-55126873A78E}"/>
              </a:ext>
            </a:extLst>
          </p:cNvPr>
          <p:cNvSpPr/>
          <p:nvPr/>
        </p:nvSpPr>
        <p:spPr>
          <a:xfrm>
            <a:off x="33056" y="1901425"/>
            <a:ext cx="88150" cy="45719"/>
          </a:xfrm>
          <a:custGeom>
            <a:avLst/>
            <a:gdLst>
              <a:gd name="connsiteX0" fmla="*/ 87199 w 88150"/>
              <a:gd name="connsiteY0" fmla="*/ 0 h 12690"/>
              <a:gd name="connsiteX1" fmla="*/ 0 w 88150"/>
              <a:gd name="connsiteY1" fmla="*/ 8249 h 12690"/>
              <a:gd name="connsiteX2" fmla="*/ 0 w 88150"/>
              <a:gd name="connsiteY2" fmla="*/ 12690 h 12690"/>
              <a:gd name="connsiteX3" fmla="*/ 88150 w 88150"/>
              <a:gd name="connsiteY3" fmla="*/ 4283 h 12690"/>
              <a:gd name="connsiteX4" fmla="*/ 87199 w 88150"/>
              <a:gd name="connsiteY4" fmla="*/ 0 h 126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8150" h="12690">
                <a:moveTo>
                  <a:pt x="87199" y="0"/>
                </a:moveTo>
                <a:lnTo>
                  <a:pt x="0" y="8249"/>
                </a:lnTo>
                <a:lnTo>
                  <a:pt x="0" y="12690"/>
                </a:lnTo>
                <a:lnTo>
                  <a:pt x="88150" y="4283"/>
                </a:lnTo>
                <a:cubicBezTo>
                  <a:pt x="87833" y="2855"/>
                  <a:pt x="87358" y="1428"/>
                  <a:pt x="87199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75" name="Freeform 274">
            <a:extLst>
              <a:ext uri="{FF2B5EF4-FFF2-40B4-BE49-F238E27FC236}">
                <a16:creationId xmlns:a16="http://schemas.microsoft.com/office/drawing/2014/main" id="{929B3F32-5EE2-2E45-1730-A1A965E09E92}"/>
              </a:ext>
            </a:extLst>
          </p:cNvPr>
          <p:cNvSpPr/>
          <p:nvPr/>
        </p:nvSpPr>
        <p:spPr>
          <a:xfrm>
            <a:off x="33056" y="3119206"/>
            <a:ext cx="32818" cy="45719"/>
          </a:xfrm>
          <a:custGeom>
            <a:avLst/>
            <a:gdLst>
              <a:gd name="connsiteX0" fmla="*/ 32660 w 32818"/>
              <a:gd name="connsiteY0" fmla="*/ 27284 h 31090"/>
              <a:gd name="connsiteX1" fmla="*/ 0 w 32818"/>
              <a:gd name="connsiteY1" fmla="*/ 0 h 31090"/>
              <a:gd name="connsiteX2" fmla="*/ 0 w 32818"/>
              <a:gd name="connsiteY2" fmla="*/ 5869 h 31090"/>
              <a:gd name="connsiteX3" fmla="*/ 30282 w 32818"/>
              <a:gd name="connsiteY3" fmla="*/ 31091 h 31090"/>
              <a:gd name="connsiteX4" fmla="*/ 32819 w 32818"/>
              <a:gd name="connsiteY4" fmla="*/ 27442 h 310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2818" h="31090">
                <a:moveTo>
                  <a:pt x="32660" y="27284"/>
                </a:moveTo>
                <a:lnTo>
                  <a:pt x="0" y="0"/>
                </a:lnTo>
                <a:lnTo>
                  <a:pt x="0" y="5869"/>
                </a:lnTo>
                <a:lnTo>
                  <a:pt x="30282" y="31091"/>
                </a:lnTo>
                <a:cubicBezTo>
                  <a:pt x="31233" y="29822"/>
                  <a:pt x="31867" y="28553"/>
                  <a:pt x="32819" y="2744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76" name="Freeform 275">
            <a:extLst>
              <a:ext uri="{FF2B5EF4-FFF2-40B4-BE49-F238E27FC236}">
                <a16:creationId xmlns:a16="http://schemas.microsoft.com/office/drawing/2014/main" id="{B41C068F-2459-F5C8-531E-D55A30B38F13}"/>
              </a:ext>
            </a:extLst>
          </p:cNvPr>
          <p:cNvSpPr/>
          <p:nvPr/>
        </p:nvSpPr>
        <p:spPr>
          <a:xfrm>
            <a:off x="33056" y="1870018"/>
            <a:ext cx="88625" cy="45719"/>
          </a:xfrm>
          <a:custGeom>
            <a:avLst/>
            <a:gdLst>
              <a:gd name="connsiteX0" fmla="*/ 88626 w 88625"/>
              <a:gd name="connsiteY0" fmla="*/ 19352 h 21573"/>
              <a:gd name="connsiteX1" fmla="*/ 44234 w 88625"/>
              <a:gd name="connsiteY1" fmla="*/ 8566 h 21573"/>
              <a:gd name="connsiteX2" fmla="*/ 0 w 88625"/>
              <a:gd name="connsiteY2" fmla="*/ 0 h 21573"/>
              <a:gd name="connsiteX3" fmla="*/ 0 w 88625"/>
              <a:gd name="connsiteY3" fmla="*/ 4600 h 21573"/>
              <a:gd name="connsiteX4" fmla="*/ 88150 w 88625"/>
              <a:gd name="connsiteY4" fmla="*/ 21573 h 21573"/>
              <a:gd name="connsiteX5" fmla="*/ 88626 w 88625"/>
              <a:gd name="connsiteY5" fmla="*/ 19352 h 215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8625" h="21573">
                <a:moveTo>
                  <a:pt x="88626" y="19352"/>
                </a:moveTo>
                <a:lnTo>
                  <a:pt x="44234" y="8566"/>
                </a:lnTo>
                <a:lnTo>
                  <a:pt x="0" y="0"/>
                </a:lnTo>
                <a:lnTo>
                  <a:pt x="0" y="4600"/>
                </a:lnTo>
                <a:lnTo>
                  <a:pt x="88150" y="21573"/>
                </a:lnTo>
                <a:cubicBezTo>
                  <a:pt x="88150" y="21573"/>
                  <a:pt x="88467" y="19987"/>
                  <a:pt x="88626" y="1935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77" name="Freeform 276">
            <a:extLst>
              <a:ext uri="{FF2B5EF4-FFF2-40B4-BE49-F238E27FC236}">
                <a16:creationId xmlns:a16="http://schemas.microsoft.com/office/drawing/2014/main" id="{BC561FB2-0C9F-C924-AAA2-C52762C33AE1}"/>
              </a:ext>
            </a:extLst>
          </p:cNvPr>
          <p:cNvSpPr/>
          <p:nvPr/>
        </p:nvSpPr>
        <p:spPr>
          <a:xfrm>
            <a:off x="33056" y="1863355"/>
            <a:ext cx="89577" cy="45719"/>
          </a:xfrm>
          <a:custGeom>
            <a:avLst/>
            <a:gdLst>
              <a:gd name="connsiteX0" fmla="*/ 88626 w 89577"/>
              <a:gd name="connsiteY0" fmla="*/ 26015 h 26173"/>
              <a:gd name="connsiteX1" fmla="*/ 89577 w 89577"/>
              <a:gd name="connsiteY1" fmla="*/ 21732 h 26173"/>
              <a:gd name="connsiteX2" fmla="*/ 0 w 89577"/>
              <a:gd name="connsiteY2" fmla="*/ 0 h 26173"/>
              <a:gd name="connsiteX3" fmla="*/ 0 w 89577"/>
              <a:gd name="connsiteY3" fmla="*/ 4600 h 26173"/>
              <a:gd name="connsiteX4" fmla="*/ 44234 w 89577"/>
              <a:gd name="connsiteY4" fmla="*/ 15387 h 26173"/>
              <a:gd name="connsiteX5" fmla="*/ 88626 w 89577"/>
              <a:gd name="connsiteY5" fmla="*/ 26174 h 261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9577" h="26173">
                <a:moveTo>
                  <a:pt x="88626" y="26015"/>
                </a:moveTo>
                <a:cubicBezTo>
                  <a:pt x="88943" y="24587"/>
                  <a:pt x="89101" y="23160"/>
                  <a:pt x="89577" y="21732"/>
                </a:cubicBezTo>
                <a:lnTo>
                  <a:pt x="0" y="0"/>
                </a:lnTo>
                <a:lnTo>
                  <a:pt x="0" y="4600"/>
                </a:lnTo>
                <a:lnTo>
                  <a:pt x="44234" y="15387"/>
                </a:lnTo>
                <a:lnTo>
                  <a:pt x="88626" y="26174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79" name="Freeform 278">
            <a:extLst>
              <a:ext uri="{FF2B5EF4-FFF2-40B4-BE49-F238E27FC236}">
                <a16:creationId xmlns:a16="http://schemas.microsoft.com/office/drawing/2014/main" id="{68BD9743-08D7-0128-FB4F-C055E05DE556}"/>
              </a:ext>
            </a:extLst>
          </p:cNvPr>
          <p:cNvSpPr/>
          <p:nvPr/>
        </p:nvSpPr>
        <p:spPr>
          <a:xfrm>
            <a:off x="5977965" y="6530327"/>
            <a:ext cx="379077" cy="1022885"/>
          </a:xfrm>
          <a:custGeom>
            <a:avLst/>
            <a:gdLst>
              <a:gd name="connsiteX0" fmla="*/ 374639 w 379077"/>
              <a:gd name="connsiteY0" fmla="*/ 158 h 1187800"/>
              <a:gd name="connsiteX1" fmla="*/ 0 w 379077"/>
              <a:gd name="connsiteY1" fmla="*/ 1186849 h 1187800"/>
              <a:gd name="connsiteX2" fmla="*/ 4439 w 379077"/>
              <a:gd name="connsiteY2" fmla="*/ 1187800 h 1187800"/>
              <a:gd name="connsiteX3" fmla="*/ 379078 w 379077"/>
              <a:gd name="connsiteY3" fmla="*/ 952 h 1187800"/>
              <a:gd name="connsiteX4" fmla="*/ 374639 w 379077"/>
              <a:gd name="connsiteY4" fmla="*/ 0 h 1187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9077" h="1187800">
                <a:moveTo>
                  <a:pt x="374639" y="158"/>
                </a:moveTo>
                <a:lnTo>
                  <a:pt x="0" y="1186849"/>
                </a:lnTo>
                <a:cubicBezTo>
                  <a:pt x="1427" y="1187324"/>
                  <a:pt x="3012" y="1187324"/>
                  <a:pt x="4439" y="1187800"/>
                </a:cubicBezTo>
                <a:lnTo>
                  <a:pt x="379078" y="952"/>
                </a:lnTo>
                <a:cubicBezTo>
                  <a:pt x="377651" y="476"/>
                  <a:pt x="376065" y="476"/>
                  <a:pt x="374639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80" name="Freeform 279">
            <a:extLst>
              <a:ext uri="{FF2B5EF4-FFF2-40B4-BE49-F238E27FC236}">
                <a16:creationId xmlns:a16="http://schemas.microsoft.com/office/drawing/2014/main" id="{DBBAE6D7-FC41-B255-A6C6-916A25499F75}"/>
              </a:ext>
            </a:extLst>
          </p:cNvPr>
          <p:cNvSpPr/>
          <p:nvPr/>
        </p:nvSpPr>
        <p:spPr>
          <a:xfrm>
            <a:off x="6322638" y="1807202"/>
            <a:ext cx="768143" cy="1319178"/>
          </a:xfrm>
          <a:custGeom>
            <a:avLst/>
            <a:gdLst>
              <a:gd name="connsiteX0" fmla="*/ 0 w 768143"/>
              <a:gd name="connsiteY0" fmla="*/ 1529325 h 1531863"/>
              <a:gd name="connsiteX1" fmla="*/ 3805 w 768143"/>
              <a:gd name="connsiteY1" fmla="*/ 1531863 h 1531863"/>
              <a:gd name="connsiteX2" fmla="*/ 768144 w 768143"/>
              <a:gd name="connsiteY2" fmla="*/ 2538 h 1531863"/>
              <a:gd name="connsiteX3" fmla="*/ 764338 w 768143"/>
              <a:gd name="connsiteY3" fmla="*/ 0 h 1531863"/>
              <a:gd name="connsiteX4" fmla="*/ 0 w 768143"/>
              <a:gd name="connsiteY4" fmla="*/ 1529325 h 15318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68143" h="1531863">
                <a:moveTo>
                  <a:pt x="0" y="1529325"/>
                </a:moveTo>
                <a:cubicBezTo>
                  <a:pt x="1427" y="1529960"/>
                  <a:pt x="2378" y="1531070"/>
                  <a:pt x="3805" y="1531863"/>
                </a:cubicBezTo>
                <a:lnTo>
                  <a:pt x="768144" y="2538"/>
                </a:lnTo>
                <a:cubicBezTo>
                  <a:pt x="766717" y="1904"/>
                  <a:pt x="765766" y="793"/>
                  <a:pt x="764338" y="0"/>
                </a:cubicBezTo>
                <a:lnTo>
                  <a:pt x="0" y="152932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81" name="Freeform 280">
            <a:extLst>
              <a:ext uri="{FF2B5EF4-FFF2-40B4-BE49-F238E27FC236}">
                <a16:creationId xmlns:a16="http://schemas.microsoft.com/office/drawing/2014/main" id="{ED23CC5C-9D5B-A510-600B-4690B6A0A05E}"/>
              </a:ext>
            </a:extLst>
          </p:cNvPr>
          <p:cNvSpPr/>
          <p:nvPr/>
        </p:nvSpPr>
        <p:spPr>
          <a:xfrm>
            <a:off x="6873577" y="1472974"/>
            <a:ext cx="154579" cy="341508"/>
          </a:xfrm>
          <a:custGeom>
            <a:avLst/>
            <a:gdLst>
              <a:gd name="connsiteX0" fmla="*/ 5549 w 154579"/>
              <a:gd name="connsiteY0" fmla="*/ 394030 h 396568"/>
              <a:gd name="connsiteX1" fmla="*/ 154580 w 154579"/>
              <a:gd name="connsiteY1" fmla="*/ 952 h 396568"/>
              <a:gd name="connsiteX2" fmla="*/ 150299 w 154579"/>
              <a:gd name="connsiteY2" fmla="*/ 0 h 396568"/>
              <a:gd name="connsiteX3" fmla="*/ 0 w 154579"/>
              <a:gd name="connsiteY3" fmla="*/ 396568 h 396568"/>
              <a:gd name="connsiteX4" fmla="*/ 5549 w 154579"/>
              <a:gd name="connsiteY4" fmla="*/ 394030 h 3965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4579" h="396568">
                <a:moveTo>
                  <a:pt x="5549" y="394030"/>
                </a:moveTo>
                <a:lnTo>
                  <a:pt x="154580" y="952"/>
                </a:lnTo>
                <a:cubicBezTo>
                  <a:pt x="153153" y="476"/>
                  <a:pt x="151568" y="476"/>
                  <a:pt x="150299" y="0"/>
                </a:cubicBezTo>
                <a:lnTo>
                  <a:pt x="0" y="396568"/>
                </a:lnTo>
                <a:lnTo>
                  <a:pt x="5549" y="39403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82" name="Freeform 281">
            <a:extLst>
              <a:ext uri="{FF2B5EF4-FFF2-40B4-BE49-F238E27FC236}">
                <a16:creationId xmlns:a16="http://schemas.microsoft.com/office/drawing/2014/main" id="{4C7D8128-897F-02E7-D679-064021ED6BD3}"/>
              </a:ext>
            </a:extLst>
          </p:cNvPr>
          <p:cNvSpPr/>
          <p:nvPr/>
        </p:nvSpPr>
        <p:spPr>
          <a:xfrm>
            <a:off x="6318833" y="1872873"/>
            <a:ext cx="557914" cy="1260029"/>
          </a:xfrm>
          <a:custGeom>
            <a:avLst/>
            <a:gdLst>
              <a:gd name="connsiteX0" fmla="*/ 552366 w 557914"/>
              <a:gd name="connsiteY0" fmla="*/ 2538 h 1463177"/>
              <a:gd name="connsiteX1" fmla="*/ 4915 w 557914"/>
              <a:gd name="connsiteY1" fmla="*/ 1446363 h 1463177"/>
              <a:gd name="connsiteX2" fmla="*/ 0 w 557914"/>
              <a:gd name="connsiteY2" fmla="*/ 1462384 h 1463177"/>
              <a:gd name="connsiteX3" fmla="*/ 3171 w 557914"/>
              <a:gd name="connsiteY3" fmla="*/ 1463178 h 1463177"/>
              <a:gd name="connsiteX4" fmla="*/ 557915 w 557914"/>
              <a:gd name="connsiteY4" fmla="*/ 0 h 1463177"/>
              <a:gd name="connsiteX5" fmla="*/ 552207 w 557914"/>
              <a:gd name="connsiteY5" fmla="*/ 2538 h 14631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57914" h="1463177">
                <a:moveTo>
                  <a:pt x="552366" y="2538"/>
                </a:moveTo>
                <a:lnTo>
                  <a:pt x="4915" y="1446363"/>
                </a:lnTo>
                <a:lnTo>
                  <a:pt x="0" y="1462384"/>
                </a:lnTo>
                <a:cubicBezTo>
                  <a:pt x="951" y="1462702"/>
                  <a:pt x="2219" y="1462702"/>
                  <a:pt x="3171" y="1463178"/>
                </a:cubicBezTo>
                <a:lnTo>
                  <a:pt x="557915" y="0"/>
                </a:lnTo>
                <a:lnTo>
                  <a:pt x="552207" y="2538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83" name="Freeform 282">
            <a:extLst>
              <a:ext uri="{FF2B5EF4-FFF2-40B4-BE49-F238E27FC236}">
                <a16:creationId xmlns:a16="http://schemas.microsoft.com/office/drawing/2014/main" id="{00B2930D-0E43-CD60-5806-60BC9A45282E}"/>
              </a:ext>
            </a:extLst>
          </p:cNvPr>
          <p:cNvSpPr/>
          <p:nvPr/>
        </p:nvSpPr>
        <p:spPr>
          <a:xfrm>
            <a:off x="6863430" y="1001692"/>
            <a:ext cx="167897" cy="460899"/>
          </a:xfrm>
          <a:custGeom>
            <a:avLst/>
            <a:gdLst>
              <a:gd name="connsiteX0" fmla="*/ 136664 w 167897"/>
              <a:gd name="connsiteY0" fmla="*/ 103108 h 535208"/>
              <a:gd name="connsiteX1" fmla="*/ 139677 w 167897"/>
              <a:gd name="connsiteY1" fmla="*/ 93114 h 535208"/>
              <a:gd name="connsiteX2" fmla="*/ 167898 w 167897"/>
              <a:gd name="connsiteY2" fmla="*/ 952 h 535208"/>
              <a:gd name="connsiteX3" fmla="*/ 163458 w 167897"/>
              <a:gd name="connsiteY3" fmla="*/ 0 h 535208"/>
              <a:gd name="connsiteX4" fmla="*/ 138250 w 167897"/>
              <a:gd name="connsiteY4" fmla="*/ 82486 h 535208"/>
              <a:gd name="connsiteX5" fmla="*/ 135238 w 167897"/>
              <a:gd name="connsiteY5" fmla="*/ 92480 h 535208"/>
              <a:gd name="connsiteX6" fmla="*/ 0 w 167897"/>
              <a:gd name="connsiteY6" fmla="*/ 535208 h 535208"/>
              <a:gd name="connsiteX7" fmla="*/ 5707 w 167897"/>
              <a:gd name="connsiteY7" fmla="*/ 531560 h 535208"/>
              <a:gd name="connsiteX8" fmla="*/ 136664 w 167897"/>
              <a:gd name="connsiteY8" fmla="*/ 103108 h 535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67897" h="535208">
                <a:moveTo>
                  <a:pt x="136664" y="103108"/>
                </a:moveTo>
                <a:lnTo>
                  <a:pt x="139677" y="93114"/>
                </a:lnTo>
                <a:lnTo>
                  <a:pt x="167898" y="952"/>
                </a:lnTo>
                <a:cubicBezTo>
                  <a:pt x="166471" y="635"/>
                  <a:pt x="164885" y="476"/>
                  <a:pt x="163458" y="0"/>
                </a:cubicBezTo>
                <a:lnTo>
                  <a:pt x="138250" y="82486"/>
                </a:lnTo>
                <a:lnTo>
                  <a:pt x="135238" y="92480"/>
                </a:lnTo>
                <a:lnTo>
                  <a:pt x="0" y="535208"/>
                </a:lnTo>
                <a:lnTo>
                  <a:pt x="5707" y="531560"/>
                </a:lnTo>
                <a:lnTo>
                  <a:pt x="136664" y="103108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84" name="Freeform 283">
            <a:extLst>
              <a:ext uri="{FF2B5EF4-FFF2-40B4-BE49-F238E27FC236}">
                <a16:creationId xmlns:a16="http://schemas.microsoft.com/office/drawing/2014/main" id="{2DD44E1A-6725-F993-326C-9E3A565F9611}"/>
              </a:ext>
            </a:extLst>
          </p:cNvPr>
          <p:cNvSpPr/>
          <p:nvPr/>
        </p:nvSpPr>
        <p:spPr>
          <a:xfrm>
            <a:off x="6314394" y="1931724"/>
            <a:ext cx="433141" cy="1208939"/>
          </a:xfrm>
          <a:custGeom>
            <a:avLst/>
            <a:gdLst>
              <a:gd name="connsiteX0" fmla="*/ 433141 w 433141"/>
              <a:gd name="connsiteY0" fmla="*/ 0 h 1403850"/>
              <a:gd name="connsiteX1" fmla="*/ 427750 w 433141"/>
              <a:gd name="connsiteY1" fmla="*/ 2538 h 1403850"/>
              <a:gd name="connsiteX2" fmla="*/ 0 w 433141"/>
              <a:gd name="connsiteY2" fmla="*/ 1402899 h 1403850"/>
              <a:gd name="connsiteX3" fmla="*/ 4439 w 433141"/>
              <a:gd name="connsiteY3" fmla="*/ 1403851 h 1403850"/>
              <a:gd name="connsiteX4" fmla="*/ 9354 w 433141"/>
              <a:gd name="connsiteY4" fmla="*/ 1387829 h 1403850"/>
              <a:gd name="connsiteX5" fmla="*/ 433141 w 433141"/>
              <a:gd name="connsiteY5" fmla="*/ 159 h 14038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33141" h="1403850">
                <a:moveTo>
                  <a:pt x="433141" y="0"/>
                </a:moveTo>
                <a:lnTo>
                  <a:pt x="427750" y="2538"/>
                </a:lnTo>
                <a:lnTo>
                  <a:pt x="0" y="1402899"/>
                </a:lnTo>
                <a:cubicBezTo>
                  <a:pt x="1427" y="1403216"/>
                  <a:pt x="3012" y="1403216"/>
                  <a:pt x="4439" y="1403851"/>
                </a:cubicBezTo>
                <a:lnTo>
                  <a:pt x="9354" y="1387829"/>
                </a:lnTo>
                <a:lnTo>
                  <a:pt x="433141" y="159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85" name="Freeform 284">
            <a:extLst>
              <a:ext uri="{FF2B5EF4-FFF2-40B4-BE49-F238E27FC236}">
                <a16:creationId xmlns:a16="http://schemas.microsoft.com/office/drawing/2014/main" id="{C72A3623-1A58-F13A-0FC7-7D6258B1F60E}"/>
              </a:ext>
            </a:extLst>
          </p:cNvPr>
          <p:cNvSpPr/>
          <p:nvPr/>
        </p:nvSpPr>
        <p:spPr>
          <a:xfrm>
            <a:off x="6743888" y="1539757"/>
            <a:ext cx="123346" cy="334814"/>
          </a:xfrm>
          <a:custGeom>
            <a:avLst/>
            <a:gdLst>
              <a:gd name="connsiteX0" fmla="*/ 5390 w 123346"/>
              <a:gd name="connsiteY0" fmla="*/ 386257 h 388795"/>
              <a:gd name="connsiteX1" fmla="*/ 123347 w 123346"/>
              <a:gd name="connsiteY1" fmla="*/ 0 h 388795"/>
              <a:gd name="connsiteX2" fmla="*/ 117639 w 123346"/>
              <a:gd name="connsiteY2" fmla="*/ 3648 h 388795"/>
              <a:gd name="connsiteX3" fmla="*/ 0 w 123346"/>
              <a:gd name="connsiteY3" fmla="*/ 388795 h 388795"/>
              <a:gd name="connsiteX4" fmla="*/ 5390 w 123346"/>
              <a:gd name="connsiteY4" fmla="*/ 386257 h 3887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346" h="388795">
                <a:moveTo>
                  <a:pt x="5390" y="386257"/>
                </a:moveTo>
                <a:lnTo>
                  <a:pt x="123347" y="0"/>
                </a:lnTo>
                <a:lnTo>
                  <a:pt x="117639" y="3648"/>
                </a:lnTo>
                <a:lnTo>
                  <a:pt x="0" y="388795"/>
                </a:lnTo>
                <a:lnTo>
                  <a:pt x="5390" y="386257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86" name="Freeform 285">
            <a:extLst>
              <a:ext uri="{FF2B5EF4-FFF2-40B4-BE49-F238E27FC236}">
                <a16:creationId xmlns:a16="http://schemas.microsoft.com/office/drawing/2014/main" id="{5DBC1CB7-9CCB-09FE-8F83-30918958196D}"/>
              </a:ext>
            </a:extLst>
          </p:cNvPr>
          <p:cNvSpPr/>
          <p:nvPr/>
        </p:nvSpPr>
        <p:spPr>
          <a:xfrm>
            <a:off x="6709326" y="6524456"/>
            <a:ext cx="151091" cy="45719"/>
          </a:xfrm>
          <a:custGeom>
            <a:avLst/>
            <a:gdLst>
              <a:gd name="connsiteX0" fmla="*/ 0 w 151091"/>
              <a:gd name="connsiteY0" fmla="*/ 3966 h 22842"/>
              <a:gd name="connsiteX1" fmla="*/ 150141 w 151091"/>
              <a:gd name="connsiteY1" fmla="*/ 22842 h 22842"/>
              <a:gd name="connsiteX2" fmla="*/ 151092 w 151091"/>
              <a:gd name="connsiteY2" fmla="*/ 18560 h 22842"/>
              <a:gd name="connsiteX3" fmla="*/ 2537 w 151091"/>
              <a:gd name="connsiteY3" fmla="*/ 0 h 22842"/>
              <a:gd name="connsiteX4" fmla="*/ 0 w 151091"/>
              <a:gd name="connsiteY4" fmla="*/ 4124 h 228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1091" h="22842">
                <a:moveTo>
                  <a:pt x="0" y="3966"/>
                </a:moveTo>
                <a:lnTo>
                  <a:pt x="150141" y="22842"/>
                </a:lnTo>
                <a:cubicBezTo>
                  <a:pt x="150299" y="21256"/>
                  <a:pt x="150775" y="19987"/>
                  <a:pt x="151092" y="18560"/>
                </a:cubicBezTo>
                <a:lnTo>
                  <a:pt x="2537" y="0"/>
                </a:lnTo>
                <a:lnTo>
                  <a:pt x="0" y="4124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87" name="Freeform 286">
            <a:extLst>
              <a:ext uri="{FF2B5EF4-FFF2-40B4-BE49-F238E27FC236}">
                <a16:creationId xmlns:a16="http://schemas.microsoft.com/office/drawing/2014/main" id="{1D3AB15D-7F97-1F40-C29A-A59EB1180059}"/>
              </a:ext>
            </a:extLst>
          </p:cNvPr>
          <p:cNvSpPr/>
          <p:nvPr/>
        </p:nvSpPr>
        <p:spPr>
          <a:xfrm>
            <a:off x="6418081" y="6487655"/>
            <a:ext cx="289025" cy="45719"/>
          </a:xfrm>
          <a:custGeom>
            <a:avLst/>
            <a:gdLst>
              <a:gd name="connsiteX0" fmla="*/ 286488 w 289025"/>
              <a:gd name="connsiteY0" fmla="*/ 40133 h 40132"/>
              <a:gd name="connsiteX1" fmla="*/ 289025 w 289025"/>
              <a:gd name="connsiteY1" fmla="*/ 36008 h 40132"/>
              <a:gd name="connsiteX2" fmla="*/ 952 w 289025"/>
              <a:gd name="connsiteY2" fmla="*/ 0 h 40132"/>
              <a:gd name="connsiteX3" fmla="*/ 0 w 289025"/>
              <a:gd name="connsiteY3" fmla="*/ 4283 h 40132"/>
              <a:gd name="connsiteX4" fmla="*/ 286488 w 289025"/>
              <a:gd name="connsiteY4" fmla="*/ 40133 h 40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9025" h="40132">
                <a:moveTo>
                  <a:pt x="286488" y="40133"/>
                </a:moveTo>
                <a:lnTo>
                  <a:pt x="289025" y="36008"/>
                </a:lnTo>
                <a:lnTo>
                  <a:pt x="952" y="0"/>
                </a:lnTo>
                <a:cubicBezTo>
                  <a:pt x="952" y="1586"/>
                  <a:pt x="317" y="2855"/>
                  <a:pt x="0" y="4283"/>
                </a:cubicBezTo>
                <a:lnTo>
                  <a:pt x="286488" y="40133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88" name="Freeform 287">
            <a:extLst>
              <a:ext uri="{FF2B5EF4-FFF2-40B4-BE49-F238E27FC236}">
                <a16:creationId xmlns:a16="http://schemas.microsoft.com/office/drawing/2014/main" id="{CDC8AC85-70B8-DDAB-D8E0-07CFC390E8F9}"/>
              </a:ext>
            </a:extLst>
          </p:cNvPr>
          <p:cNvSpPr/>
          <p:nvPr/>
        </p:nvSpPr>
        <p:spPr>
          <a:xfrm>
            <a:off x="5993819" y="6589019"/>
            <a:ext cx="886575" cy="980129"/>
          </a:xfrm>
          <a:custGeom>
            <a:avLst/>
            <a:gdLst>
              <a:gd name="connsiteX0" fmla="*/ 0 w 886575"/>
              <a:gd name="connsiteY0" fmla="*/ 1135612 h 1138150"/>
              <a:gd name="connsiteX1" fmla="*/ 3646 w 886575"/>
              <a:gd name="connsiteY1" fmla="*/ 1138150 h 1138150"/>
              <a:gd name="connsiteX2" fmla="*/ 886575 w 886575"/>
              <a:gd name="connsiteY2" fmla="*/ 2538 h 1138150"/>
              <a:gd name="connsiteX3" fmla="*/ 882929 w 886575"/>
              <a:gd name="connsiteY3" fmla="*/ 0 h 1138150"/>
              <a:gd name="connsiteX4" fmla="*/ 0 w 886575"/>
              <a:gd name="connsiteY4" fmla="*/ 1135771 h 1138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86575" h="1138150">
                <a:moveTo>
                  <a:pt x="0" y="1135612"/>
                </a:moveTo>
                <a:cubicBezTo>
                  <a:pt x="1268" y="1136564"/>
                  <a:pt x="2537" y="1137199"/>
                  <a:pt x="3646" y="1138150"/>
                </a:cubicBezTo>
                <a:lnTo>
                  <a:pt x="886575" y="2538"/>
                </a:lnTo>
                <a:cubicBezTo>
                  <a:pt x="885307" y="1586"/>
                  <a:pt x="884039" y="952"/>
                  <a:pt x="882929" y="0"/>
                </a:cubicBezTo>
                <a:lnTo>
                  <a:pt x="0" y="1135771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89" name="Freeform 288">
            <a:extLst>
              <a:ext uri="{FF2B5EF4-FFF2-40B4-BE49-F238E27FC236}">
                <a16:creationId xmlns:a16="http://schemas.microsoft.com/office/drawing/2014/main" id="{EF47DD51-5293-D7BB-2C35-5CB0F323F109}"/>
              </a:ext>
            </a:extLst>
          </p:cNvPr>
          <p:cNvSpPr/>
          <p:nvPr/>
        </p:nvSpPr>
        <p:spPr>
          <a:xfrm>
            <a:off x="6417606" y="6422302"/>
            <a:ext cx="308367" cy="47947"/>
          </a:xfrm>
          <a:custGeom>
            <a:avLst/>
            <a:gdLst>
              <a:gd name="connsiteX0" fmla="*/ 952 w 308367"/>
              <a:gd name="connsiteY0" fmla="*/ 55520 h 55677"/>
              <a:gd name="connsiteX1" fmla="*/ 308367 w 308367"/>
              <a:gd name="connsiteY1" fmla="*/ 4283 h 55677"/>
              <a:gd name="connsiteX2" fmla="*/ 307416 w 308367"/>
              <a:gd name="connsiteY2" fmla="*/ 0 h 55677"/>
              <a:gd name="connsiteX3" fmla="*/ 0 w 308367"/>
              <a:gd name="connsiteY3" fmla="*/ 51236 h 55677"/>
              <a:gd name="connsiteX4" fmla="*/ 952 w 308367"/>
              <a:gd name="connsiteY4" fmla="*/ 55678 h 55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08367" h="55677">
                <a:moveTo>
                  <a:pt x="952" y="55520"/>
                </a:moveTo>
                <a:lnTo>
                  <a:pt x="308367" y="4283"/>
                </a:lnTo>
                <a:cubicBezTo>
                  <a:pt x="308051" y="2855"/>
                  <a:pt x="307733" y="1428"/>
                  <a:pt x="307416" y="0"/>
                </a:cubicBezTo>
                <a:lnTo>
                  <a:pt x="0" y="51236"/>
                </a:lnTo>
                <a:cubicBezTo>
                  <a:pt x="317" y="52664"/>
                  <a:pt x="634" y="54091"/>
                  <a:pt x="952" y="55678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90" name="Freeform 289">
            <a:extLst>
              <a:ext uri="{FF2B5EF4-FFF2-40B4-BE49-F238E27FC236}">
                <a16:creationId xmlns:a16="http://schemas.microsoft.com/office/drawing/2014/main" id="{F702FE43-C670-1E0A-09B1-952B594380C6}"/>
              </a:ext>
            </a:extLst>
          </p:cNvPr>
          <p:cNvSpPr/>
          <p:nvPr/>
        </p:nvSpPr>
        <p:spPr>
          <a:xfrm>
            <a:off x="5988904" y="6457199"/>
            <a:ext cx="761642" cy="1090777"/>
          </a:xfrm>
          <a:custGeom>
            <a:avLst/>
            <a:gdLst>
              <a:gd name="connsiteX0" fmla="*/ 715665 w 761642"/>
              <a:gd name="connsiteY0" fmla="*/ 70589 h 1266638"/>
              <a:gd name="connsiteX1" fmla="*/ 0 w 761642"/>
              <a:gd name="connsiteY1" fmla="*/ 1264100 h 1266638"/>
              <a:gd name="connsiteX2" fmla="*/ 3646 w 761642"/>
              <a:gd name="connsiteY2" fmla="*/ 1266638 h 1266638"/>
              <a:gd name="connsiteX3" fmla="*/ 720422 w 761642"/>
              <a:gd name="connsiteY3" fmla="*/ 71223 h 1266638"/>
              <a:gd name="connsiteX4" fmla="*/ 722959 w 761642"/>
              <a:gd name="connsiteY4" fmla="*/ 67099 h 1266638"/>
              <a:gd name="connsiteX5" fmla="*/ 761643 w 761642"/>
              <a:gd name="connsiteY5" fmla="*/ 2538 h 1266638"/>
              <a:gd name="connsiteX6" fmla="*/ 757997 w 761642"/>
              <a:gd name="connsiteY6" fmla="*/ 0 h 1266638"/>
              <a:gd name="connsiteX7" fmla="*/ 718202 w 761642"/>
              <a:gd name="connsiteY7" fmla="*/ 66306 h 1266638"/>
              <a:gd name="connsiteX8" fmla="*/ 715665 w 761642"/>
              <a:gd name="connsiteY8" fmla="*/ 70431 h 1266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61642" h="1266638">
                <a:moveTo>
                  <a:pt x="715665" y="70589"/>
                </a:moveTo>
                <a:lnTo>
                  <a:pt x="0" y="1264100"/>
                </a:lnTo>
                <a:cubicBezTo>
                  <a:pt x="1268" y="1264893"/>
                  <a:pt x="2378" y="1265846"/>
                  <a:pt x="3646" y="1266638"/>
                </a:cubicBezTo>
                <a:lnTo>
                  <a:pt x="720422" y="71223"/>
                </a:lnTo>
                <a:lnTo>
                  <a:pt x="722959" y="67099"/>
                </a:lnTo>
                <a:lnTo>
                  <a:pt x="761643" y="2538"/>
                </a:lnTo>
                <a:cubicBezTo>
                  <a:pt x="760375" y="1745"/>
                  <a:pt x="759265" y="952"/>
                  <a:pt x="757997" y="0"/>
                </a:cubicBezTo>
                <a:lnTo>
                  <a:pt x="718202" y="66306"/>
                </a:lnTo>
                <a:lnTo>
                  <a:pt x="715665" y="70431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91" name="Freeform 290">
            <a:extLst>
              <a:ext uri="{FF2B5EF4-FFF2-40B4-BE49-F238E27FC236}">
                <a16:creationId xmlns:a16="http://schemas.microsoft.com/office/drawing/2014/main" id="{D681BA8A-255A-C79A-952D-AF9C3453520E}"/>
              </a:ext>
            </a:extLst>
          </p:cNvPr>
          <p:cNvSpPr/>
          <p:nvPr/>
        </p:nvSpPr>
        <p:spPr>
          <a:xfrm>
            <a:off x="5931353" y="5573487"/>
            <a:ext cx="808413" cy="696813"/>
          </a:xfrm>
          <a:custGeom>
            <a:avLst/>
            <a:gdLst>
              <a:gd name="connsiteX0" fmla="*/ 803657 w 808413"/>
              <a:gd name="connsiteY0" fmla="*/ 800750 h 809157"/>
              <a:gd name="connsiteX1" fmla="*/ 3171 w 808413"/>
              <a:gd name="connsiteY1" fmla="*/ 0 h 809157"/>
              <a:gd name="connsiteX2" fmla="*/ 0 w 808413"/>
              <a:gd name="connsiteY2" fmla="*/ 3014 h 809157"/>
              <a:gd name="connsiteX3" fmla="*/ 805877 w 808413"/>
              <a:gd name="connsiteY3" fmla="*/ 809158 h 809157"/>
              <a:gd name="connsiteX4" fmla="*/ 808414 w 808413"/>
              <a:gd name="connsiteY4" fmla="*/ 806461 h 809157"/>
              <a:gd name="connsiteX5" fmla="*/ 803499 w 808413"/>
              <a:gd name="connsiteY5" fmla="*/ 800750 h 8091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08413" h="809157">
                <a:moveTo>
                  <a:pt x="803657" y="800750"/>
                </a:moveTo>
                <a:lnTo>
                  <a:pt x="3171" y="0"/>
                </a:lnTo>
                <a:cubicBezTo>
                  <a:pt x="2061" y="1111"/>
                  <a:pt x="1110" y="2062"/>
                  <a:pt x="0" y="3014"/>
                </a:cubicBezTo>
                <a:lnTo>
                  <a:pt x="805877" y="809158"/>
                </a:lnTo>
                <a:cubicBezTo>
                  <a:pt x="806828" y="808205"/>
                  <a:pt x="807621" y="807254"/>
                  <a:pt x="808414" y="806461"/>
                </a:cubicBezTo>
                <a:lnTo>
                  <a:pt x="803499" y="80075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92" name="Freeform 291">
            <a:extLst>
              <a:ext uri="{FF2B5EF4-FFF2-40B4-BE49-F238E27FC236}">
                <a16:creationId xmlns:a16="http://schemas.microsoft.com/office/drawing/2014/main" id="{8DFA25B6-2058-B760-30F0-C06575244396}"/>
              </a:ext>
            </a:extLst>
          </p:cNvPr>
          <p:cNvSpPr/>
          <p:nvPr/>
        </p:nvSpPr>
        <p:spPr>
          <a:xfrm>
            <a:off x="6807623" y="6450061"/>
            <a:ext cx="66905" cy="58192"/>
          </a:xfrm>
          <a:custGeom>
            <a:avLst/>
            <a:gdLst>
              <a:gd name="connsiteX0" fmla="*/ 66747 w 66905"/>
              <a:gd name="connsiteY0" fmla="*/ 64878 h 67574"/>
              <a:gd name="connsiteX1" fmla="*/ 58503 w 66905"/>
              <a:gd name="connsiteY1" fmla="*/ 55361 h 67574"/>
              <a:gd name="connsiteX2" fmla="*/ 3012 w 66905"/>
              <a:gd name="connsiteY2" fmla="*/ 0 h 67574"/>
              <a:gd name="connsiteX3" fmla="*/ 0 w 66905"/>
              <a:gd name="connsiteY3" fmla="*/ 3013 h 67574"/>
              <a:gd name="connsiteX4" fmla="*/ 64527 w 66905"/>
              <a:gd name="connsiteY4" fmla="*/ 67575 h 67574"/>
              <a:gd name="connsiteX5" fmla="*/ 66905 w 66905"/>
              <a:gd name="connsiteY5" fmla="*/ 65037 h 675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6905" h="67574">
                <a:moveTo>
                  <a:pt x="66747" y="64878"/>
                </a:moveTo>
                <a:lnTo>
                  <a:pt x="58503" y="55361"/>
                </a:lnTo>
                <a:lnTo>
                  <a:pt x="3012" y="0"/>
                </a:lnTo>
                <a:cubicBezTo>
                  <a:pt x="2061" y="1110"/>
                  <a:pt x="951" y="2062"/>
                  <a:pt x="0" y="3013"/>
                </a:cubicBezTo>
                <a:lnTo>
                  <a:pt x="64527" y="67575"/>
                </a:lnTo>
                <a:cubicBezTo>
                  <a:pt x="65320" y="66623"/>
                  <a:pt x="65954" y="65830"/>
                  <a:pt x="66905" y="65037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93" name="Freeform 292">
            <a:extLst>
              <a:ext uri="{FF2B5EF4-FFF2-40B4-BE49-F238E27FC236}">
                <a16:creationId xmlns:a16="http://schemas.microsoft.com/office/drawing/2014/main" id="{4EDF9E92-449A-34BC-E33E-321AD7CA9DCF}"/>
              </a:ext>
            </a:extLst>
          </p:cNvPr>
          <p:cNvSpPr/>
          <p:nvPr/>
        </p:nvSpPr>
        <p:spPr>
          <a:xfrm>
            <a:off x="5919938" y="3429958"/>
            <a:ext cx="375431" cy="1708907"/>
          </a:xfrm>
          <a:custGeom>
            <a:avLst/>
            <a:gdLst>
              <a:gd name="connsiteX0" fmla="*/ 0 w 375431"/>
              <a:gd name="connsiteY0" fmla="*/ 1980143 h 1984426"/>
              <a:gd name="connsiteX1" fmla="*/ 3805 w 375431"/>
              <a:gd name="connsiteY1" fmla="*/ 1984427 h 1984426"/>
              <a:gd name="connsiteX2" fmla="*/ 375431 w 375431"/>
              <a:gd name="connsiteY2" fmla="*/ 952 h 1984426"/>
              <a:gd name="connsiteX3" fmla="*/ 371151 w 375431"/>
              <a:gd name="connsiteY3" fmla="*/ 0 h 1984426"/>
              <a:gd name="connsiteX4" fmla="*/ 159 w 375431"/>
              <a:gd name="connsiteY4" fmla="*/ 1979985 h 1984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5431" h="1984426">
                <a:moveTo>
                  <a:pt x="0" y="1980143"/>
                </a:moveTo>
                <a:lnTo>
                  <a:pt x="3805" y="1984427"/>
                </a:lnTo>
                <a:lnTo>
                  <a:pt x="375431" y="952"/>
                </a:lnTo>
                <a:cubicBezTo>
                  <a:pt x="374004" y="793"/>
                  <a:pt x="372577" y="476"/>
                  <a:pt x="371151" y="0"/>
                </a:cubicBezTo>
                <a:lnTo>
                  <a:pt x="159" y="197998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94" name="Freeform 293">
            <a:extLst>
              <a:ext uri="{FF2B5EF4-FFF2-40B4-BE49-F238E27FC236}">
                <a16:creationId xmlns:a16="http://schemas.microsoft.com/office/drawing/2014/main" id="{150DFBB0-6BD7-DC89-EF8F-5EC834CFACAB}"/>
              </a:ext>
            </a:extLst>
          </p:cNvPr>
          <p:cNvSpPr/>
          <p:nvPr/>
        </p:nvSpPr>
        <p:spPr>
          <a:xfrm>
            <a:off x="5904876" y="5420570"/>
            <a:ext cx="16964" cy="61471"/>
          </a:xfrm>
          <a:custGeom>
            <a:avLst/>
            <a:gdLst>
              <a:gd name="connsiteX0" fmla="*/ 13159 w 16964"/>
              <a:gd name="connsiteY0" fmla="*/ 0 h 71382"/>
              <a:gd name="connsiteX1" fmla="*/ 0 w 16964"/>
              <a:gd name="connsiteY1" fmla="*/ 70431 h 71382"/>
              <a:gd name="connsiteX2" fmla="*/ 4439 w 16964"/>
              <a:gd name="connsiteY2" fmla="*/ 71382 h 71382"/>
              <a:gd name="connsiteX3" fmla="*/ 16964 w 16964"/>
              <a:gd name="connsiteY3" fmla="*/ 4283 h 71382"/>
              <a:gd name="connsiteX4" fmla="*/ 13318 w 16964"/>
              <a:gd name="connsiteY4" fmla="*/ 0 h 713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964" h="71382">
                <a:moveTo>
                  <a:pt x="13159" y="0"/>
                </a:moveTo>
                <a:lnTo>
                  <a:pt x="0" y="70431"/>
                </a:lnTo>
                <a:cubicBezTo>
                  <a:pt x="1586" y="70748"/>
                  <a:pt x="3012" y="71065"/>
                  <a:pt x="4439" y="71382"/>
                </a:cubicBezTo>
                <a:lnTo>
                  <a:pt x="16964" y="4283"/>
                </a:lnTo>
                <a:lnTo>
                  <a:pt x="13318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95" name="Freeform 294">
            <a:extLst>
              <a:ext uri="{FF2B5EF4-FFF2-40B4-BE49-F238E27FC236}">
                <a16:creationId xmlns:a16="http://schemas.microsoft.com/office/drawing/2014/main" id="{4901E38C-9B9F-FCC7-F8C9-ABE7BA63ED39}"/>
              </a:ext>
            </a:extLst>
          </p:cNvPr>
          <p:cNvSpPr/>
          <p:nvPr/>
        </p:nvSpPr>
        <p:spPr>
          <a:xfrm>
            <a:off x="5918352" y="5583006"/>
            <a:ext cx="431238" cy="737384"/>
          </a:xfrm>
          <a:custGeom>
            <a:avLst/>
            <a:gdLst>
              <a:gd name="connsiteX0" fmla="*/ 3647 w 431238"/>
              <a:gd name="connsiteY0" fmla="*/ 0 h 856269"/>
              <a:gd name="connsiteX1" fmla="*/ 0 w 431238"/>
              <a:gd name="connsiteY1" fmla="*/ 2538 h 856269"/>
              <a:gd name="connsiteX2" fmla="*/ 393981 w 431238"/>
              <a:gd name="connsiteY2" fmla="*/ 790915 h 856269"/>
              <a:gd name="connsiteX3" fmla="*/ 429653 w 431238"/>
              <a:gd name="connsiteY3" fmla="*/ 856269 h 856269"/>
              <a:gd name="connsiteX4" fmla="*/ 431239 w 431238"/>
              <a:gd name="connsiteY4" fmla="*/ 855159 h 856269"/>
              <a:gd name="connsiteX5" fmla="*/ 3805 w 431238"/>
              <a:gd name="connsiteY5" fmla="*/ 158 h 8562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31238" h="856269">
                <a:moveTo>
                  <a:pt x="3647" y="0"/>
                </a:moveTo>
                <a:cubicBezTo>
                  <a:pt x="2378" y="793"/>
                  <a:pt x="1269" y="1903"/>
                  <a:pt x="0" y="2538"/>
                </a:cubicBezTo>
                <a:lnTo>
                  <a:pt x="393981" y="790915"/>
                </a:lnTo>
                <a:lnTo>
                  <a:pt x="429653" y="856269"/>
                </a:lnTo>
                <a:cubicBezTo>
                  <a:pt x="429653" y="856269"/>
                  <a:pt x="430604" y="855476"/>
                  <a:pt x="431239" y="855159"/>
                </a:cubicBezTo>
                <a:lnTo>
                  <a:pt x="3805" y="158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96" name="Freeform 295">
            <a:extLst>
              <a:ext uri="{FF2B5EF4-FFF2-40B4-BE49-F238E27FC236}">
                <a16:creationId xmlns:a16="http://schemas.microsoft.com/office/drawing/2014/main" id="{F27002C0-6A34-1072-F7E2-693AD1F0747D}"/>
              </a:ext>
            </a:extLst>
          </p:cNvPr>
          <p:cNvSpPr/>
          <p:nvPr/>
        </p:nvSpPr>
        <p:spPr>
          <a:xfrm>
            <a:off x="5897107" y="5589509"/>
            <a:ext cx="5390" cy="45719"/>
          </a:xfrm>
          <a:custGeom>
            <a:avLst/>
            <a:gdLst>
              <a:gd name="connsiteX0" fmla="*/ 793 w 5390"/>
              <a:gd name="connsiteY0" fmla="*/ 476 h 33153"/>
              <a:gd name="connsiteX1" fmla="*/ 0 w 5390"/>
              <a:gd name="connsiteY1" fmla="*/ 476 h 33153"/>
              <a:gd name="connsiteX2" fmla="*/ 793 w 5390"/>
              <a:gd name="connsiteY2" fmla="*/ 24587 h 33153"/>
              <a:gd name="connsiteX3" fmla="*/ 5390 w 5390"/>
              <a:gd name="connsiteY3" fmla="*/ 33153 h 33153"/>
              <a:gd name="connsiteX4" fmla="*/ 4439 w 5390"/>
              <a:gd name="connsiteY4" fmla="*/ 0 h 33153"/>
              <a:gd name="connsiteX5" fmla="*/ 793 w 5390"/>
              <a:gd name="connsiteY5" fmla="*/ 793 h 331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390" h="33153">
                <a:moveTo>
                  <a:pt x="793" y="476"/>
                </a:moveTo>
                <a:cubicBezTo>
                  <a:pt x="793" y="476"/>
                  <a:pt x="317" y="476"/>
                  <a:pt x="0" y="476"/>
                </a:cubicBezTo>
                <a:lnTo>
                  <a:pt x="793" y="24587"/>
                </a:lnTo>
                <a:lnTo>
                  <a:pt x="5390" y="33153"/>
                </a:lnTo>
                <a:lnTo>
                  <a:pt x="4439" y="0"/>
                </a:lnTo>
                <a:cubicBezTo>
                  <a:pt x="3171" y="0"/>
                  <a:pt x="2061" y="793"/>
                  <a:pt x="793" y="793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97" name="Freeform 296">
            <a:extLst>
              <a:ext uri="{FF2B5EF4-FFF2-40B4-BE49-F238E27FC236}">
                <a16:creationId xmlns:a16="http://schemas.microsoft.com/office/drawing/2014/main" id="{D2ABCCF6-9D4C-0974-DBA1-639C5EC76A0C}"/>
              </a:ext>
            </a:extLst>
          </p:cNvPr>
          <p:cNvSpPr/>
          <p:nvPr/>
        </p:nvSpPr>
        <p:spPr>
          <a:xfrm>
            <a:off x="5898375" y="5623615"/>
            <a:ext cx="67856" cy="1801388"/>
          </a:xfrm>
          <a:custGeom>
            <a:avLst/>
            <a:gdLst>
              <a:gd name="connsiteX0" fmla="*/ 67698 w 67856"/>
              <a:gd name="connsiteY0" fmla="*/ 2091182 h 2091817"/>
              <a:gd name="connsiteX1" fmla="*/ 4598 w 67856"/>
              <a:gd name="connsiteY1" fmla="*/ 8566 h 2091817"/>
              <a:gd name="connsiteX2" fmla="*/ 0 w 67856"/>
              <a:gd name="connsiteY2" fmla="*/ 0 h 2091817"/>
              <a:gd name="connsiteX3" fmla="*/ 63417 w 67856"/>
              <a:gd name="connsiteY3" fmla="*/ 2091817 h 2091817"/>
              <a:gd name="connsiteX4" fmla="*/ 67064 w 67856"/>
              <a:gd name="connsiteY4" fmla="*/ 2091024 h 2091817"/>
              <a:gd name="connsiteX5" fmla="*/ 67857 w 67856"/>
              <a:gd name="connsiteY5" fmla="*/ 2091024 h 2091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7856" h="2091817">
                <a:moveTo>
                  <a:pt x="67698" y="2091182"/>
                </a:moveTo>
                <a:lnTo>
                  <a:pt x="4598" y="8566"/>
                </a:lnTo>
                <a:lnTo>
                  <a:pt x="0" y="0"/>
                </a:lnTo>
                <a:lnTo>
                  <a:pt x="63417" y="2091817"/>
                </a:lnTo>
                <a:cubicBezTo>
                  <a:pt x="64686" y="2091817"/>
                  <a:pt x="65796" y="2091024"/>
                  <a:pt x="67064" y="2091024"/>
                </a:cubicBezTo>
                <a:lnTo>
                  <a:pt x="67857" y="2091024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98" name="Freeform 297">
            <a:extLst>
              <a:ext uri="{FF2B5EF4-FFF2-40B4-BE49-F238E27FC236}">
                <a16:creationId xmlns:a16="http://schemas.microsoft.com/office/drawing/2014/main" id="{B08EADBC-2879-D5E4-F633-3D4940A8E1FB}"/>
              </a:ext>
            </a:extLst>
          </p:cNvPr>
          <p:cNvSpPr/>
          <p:nvPr/>
        </p:nvSpPr>
        <p:spPr>
          <a:xfrm>
            <a:off x="5586520" y="5040818"/>
            <a:ext cx="287280" cy="394784"/>
          </a:xfrm>
          <a:custGeom>
            <a:avLst/>
            <a:gdLst>
              <a:gd name="connsiteX0" fmla="*/ 0 w 287280"/>
              <a:gd name="connsiteY0" fmla="*/ 1745 h 458433"/>
              <a:gd name="connsiteX1" fmla="*/ 12525 w 287280"/>
              <a:gd name="connsiteY1" fmla="*/ 24588 h 458433"/>
              <a:gd name="connsiteX2" fmla="*/ 283476 w 287280"/>
              <a:gd name="connsiteY2" fmla="*/ 458433 h 458433"/>
              <a:gd name="connsiteX3" fmla="*/ 287281 w 287280"/>
              <a:gd name="connsiteY3" fmla="*/ 455895 h 458433"/>
              <a:gd name="connsiteX4" fmla="*/ 2537 w 287280"/>
              <a:gd name="connsiteY4" fmla="*/ 0 h 458433"/>
              <a:gd name="connsiteX5" fmla="*/ 159 w 287280"/>
              <a:gd name="connsiteY5" fmla="*/ 1745 h 458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87280" h="458433">
                <a:moveTo>
                  <a:pt x="0" y="1745"/>
                </a:moveTo>
                <a:lnTo>
                  <a:pt x="12525" y="24588"/>
                </a:lnTo>
                <a:lnTo>
                  <a:pt x="283476" y="458433"/>
                </a:lnTo>
                <a:cubicBezTo>
                  <a:pt x="284744" y="457640"/>
                  <a:pt x="285854" y="456688"/>
                  <a:pt x="287281" y="455895"/>
                </a:cubicBezTo>
                <a:lnTo>
                  <a:pt x="2537" y="0"/>
                </a:lnTo>
                <a:cubicBezTo>
                  <a:pt x="1744" y="635"/>
                  <a:pt x="951" y="1111"/>
                  <a:pt x="159" y="1745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99" name="Freeform 298">
            <a:extLst>
              <a:ext uri="{FF2B5EF4-FFF2-40B4-BE49-F238E27FC236}">
                <a16:creationId xmlns:a16="http://schemas.microsoft.com/office/drawing/2014/main" id="{51E3C464-7E2F-C53D-8231-B207C2C92DA0}"/>
              </a:ext>
            </a:extLst>
          </p:cNvPr>
          <p:cNvSpPr/>
          <p:nvPr/>
        </p:nvSpPr>
        <p:spPr>
          <a:xfrm>
            <a:off x="5591435" y="5039073"/>
            <a:ext cx="156641" cy="157640"/>
          </a:xfrm>
          <a:custGeom>
            <a:avLst/>
            <a:gdLst>
              <a:gd name="connsiteX0" fmla="*/ 153470 w 156641"/>
              <a:gd name="connsiteY0" fmla="*/ 176235 h 183055"/>
              <a:gd name="connsiteX1" fmla="*/ 317 w 156641"/>
              <a:gd name="connsiteY1" fmla="*/ 0 h 183055"/>
              <a:gd name="connsiteX2" fmla="*/ 0 w 156641"/>
              <a:gd name="connsiteY2" fmla="*/ 159 h 183055"/>
              <a:gd name="connsiteX3" fmla="*/ 156641 w 156641"/>
              <a:gd name="connsiteY3" fmla="*/ 183056 h 183055"/>
              <a:gd name="connsiteX4" fmla="*/ 153470 w 156641"/>
              <a:gd name="connsiteY4" fmla="*/ 176235 h 1830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6641" h="183055">
                <a:moveTo>
                  <a:pt x="153470" y="176235"/>
                </a:moveTo>
                <a:lnTo>
                  <a:pt x="317" y="0"/>
                </a:lnTo>
                <a:lnTo>
                  <a:pt x="0" y="159"/>
                </a:lnTo>
                <a:lnTo>
                  <a:pt x="156641" y="183056"/>
                </a:lnTo>
                <a:lnTo>
                  <a:pt x="153470" y="17623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00" name="Freeform 299">
            <a:extLst>
              <a:ext uri="{FF2B5EF4-FFF2-40B4-BE49-F238E27FC236}">
                <a16:creationId xmlns:a16="http://schemas.microsoft.com/office/drawing/2014/main" id="{4967A1BE-CFCB-1827-AACE-9BB4DAB5200B}"/>
              </a:ext>
            </a:extLst>
          </p:cNvPr>
          <p:cNvSpPr/>
          <p:nvPr/>
        </p:nvSpPr>
        <p:spPr>
          <a:xfrm>
            <a:off x="5755528" y="5227363"/>
            <a:ext cx="988043" cy="992559"/>
          </a:xfrm>
          <a:custGeom>
            <a:avLst/>
            <a:gdLst>
              <a:gd name="connsiteX0" fmla="*/ 162507 w 988043"/>
              <a:gd name="connsiteY0" fmla="*/ 193208 h 1152585"/>
              <a:gd name="connsiteX1" fmla="*/ 166153 w 988043"/>
              <a:gd name="connsiteY1" fmla="*/ 197491 h 1152585"/>
              <a:gd name="connsiteX2" fmla="*/ 979482 w 988043"/>
              <a:gd name="connsiteY2" fmla="*/ 1146875 h 1152585"/>
              <a:gd name="connsiteX3" fmla="*/ 984397 w 988043"/>
              <a:gd name="connsiteY3" fmla="*/ 1152585 h 1152585"/>
              <a:gd name="connsiteX4" fmla="*/ 988044 w 988043"/>
              <a:gd name="connsiteY4" fmla="*/ 1150047 h 1152585"/>
              <a:gd name="connsiteX5" fmla="*/ 205155 w 988043"/>
              <a:gd name="connsiteY5" fmla="*/ 236037 h 1152585"/>
              <a:gd name="connsiteX6" fmla="*/ 0 w 988043"/>
              <a:gd name="connsiteY6" fmla="*/ 0 h 1152585"/>
              <a:gd name="connsiteX7" fmla="*/ 3329 w 988043"/>
              <a:gd name="connsiteY7" fmla="*/ 7138 h 1152585"/>
              <a:gd name="connsiteX8" fmla="*/ 162665 w 988043"/>
              <a:gd name="connsiteY8" fmla="*/ 193050 h 11525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88043" h="1152585">
                <a:moveTo>
                  <a:pt x="162507" y="193208"/>
                </a:moveTo>
                <a:lnTo>
                  <a:pt x="166153" y="197491"/>
                </a:lnTo>
                <a:lnTo>
                  <a:pt x="979482" y="1146875"/>
                </a:lnTo>
                <a:lnTo>
                  <a:pt x="984397" y="1152585"/>
                </a:lnTo>
                <a:cubicBezTo>
                  <a:pt x="985507" y="1151475"/>
                  <a:pt x="986934" y="1150999"/>
                  <a:pt x="988044" y="1150047"/>
                </a:cubicBezTo>
                <a:lnTo>
                  <a:pt x="205155" y="236037"/>
                </a:lnTo>
                <a:lnTo>
                  <a:pt x="0" y="0"/>
                </a:lnTo>
                <a:lnTo>
                  <a:pt x="3329" y="7138"/>
                </a:lnTo>
                <a:lnTo>
                  <a:pt x="162665" y="19305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01" name="Freeform 300">
            <a:extLst>
              <a:ext uri="{FF2B5EF4-FFF2-40B4-BE49-F238E27FC236}">
                <a16:creationId xmlns:a16="http://schemas.microsoft.com/office/drawing/2014/main" id="{BDBC7E15-E3B8-4A83-7031-806644B10287}"/>
              </a:ext>
            </a:extLst>
          </p:cNvPr>
          <p:cNvSpPr/>
          <p:nvPr/>
        </p:nvSpPr>
        <p:spPr>
          <a:xfrm>
            <a:off x="5748711" y="5213245"/>
            <a:ext cx="1005799" cy="998433"/>
          </a:xfrm>
          <a:custGeom>
            <a:avLst/>
            <a:gdLst>
              <a:gd name="connsiteX0" fmla="*/ 158 w 1005799"/>
              <a:gd name="connsiteY0" fmla="*/ 0 h 1159406"/>
              <a:gd name="connsiteX1" fmla="*/ 6817 w 1005799"/>
              <a:gd name="connsiteY1" fmla="*/ 14276 h 1159406"/>
              <a:gd name="connsiteX2" fmla="*/ 211973 w 1005799"/>
              <a:gd name="connsiteY2" fmla="*/ 250314 h 1159406"/>
              <a:gd name="connsiteX3" fmla="*/ 1002154 w 1005799"/>
              <a:gd name="connsiteY3" fmla="*/ 1159406 h 1159406"/>
              <a:gd name="connsiteX4" fmla="*/ 1005800 w 1005799"/>
              <a:gd name="connsiteY4" fmla="*/ 1156868 h 1159406"/>
              <a:gd name="connsiteX5" fmla="*/ 175032 w 1005799"/>
              <a:gd name="connsiteY5" fmla="*/ 201139 h 1159406"/>
              <a:gd name="connsiteX6" fmla="*/ 171227 w 1005799"/>
              <a:gd name="connsiteY6" fmla="*/ 196856 h 1159406"/>
              <a:gd name="connsiteX7" fmla="*/ 0 w 1005799"/>
              <a:gd name="connsiteY7" fmla="*/ 0 h 11594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05799" h="1159406">
                <a:moveTo>
                  <a:pt x="158" y="0"/>
                </a:moveTo>
                <a:lnTo>
                  <a:pt x="6817" y="14276"/>
                </a:lnTo>
                <a:lnTo>
                  <a:pt x="211973" y="250314"/>
                </a:lnTo>
                <a:lnTo>
                  <a:pt x="1002154" y="1159406"/>
                </a:lnTo>
                <a:cubicBezTo>
                  <a:pt x="1003422" y="1158613"/>
                  <a:pt x="1004373" y="1157503"/>
                  <a:pt x="1005800" y="1156868"/>
                </a:cubicBezTo>
                <a:lnTo>
                  <a:pt x="175032" y="201139"/>
                </a:lnTo>
                <a:lnTo>
                  <a:pt x="171227" y="196856"/>
                </a:lnTo>
                <a:lnTo>
                  <a:pt x="0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02" name="Freeform 301">
            <a:extLst>
              <a:ext uri="{FF2B5EF4-FFF2-40B4-BE49-F238E27FC236}">
                <a16:creationId xmlns:a16="http://schemas.microsoft.com/office/drawing/2014/main" id="{B946BB98-B3DE-CD83-7AF5-FE36280F61A5}"/>
              </a:ext>
            </a:extLst>
          </p:cNvPr>
          <p:cNvSpPr/>
          <p:nvPr/>
        </p:nvSpPr>
        <p:spPr>
          <a:xfrm>
            <a:off x="6813806" y="6441338"/>
            <a:ext cx="64209" cy="63384"/>
          </a:xfrm>
          <a:custGeom>
            <a:avLst/>
            <a:gdLst>
              <a:gd name="connsiteX0" fmla="*/ 52319 w 64209"/>
              <a:gd name="connsiteY0" fmla="*/ 64086 h 73603"/>
              <a:gd name="connsiteX1" fmla="*/ 60564 w 64209"/>
              <a:gd name="connsiteY1" fmla="*/ 73603 h 73603"/>
              <a:gd name="connsiteX2" fmla="*/ 64210 w 64209"/>
              <a:gd name="connsiteY2" fmla="*/ 71065 h 73603"/>
              <a:gd name="connsiteX3" fmla="*/ 2537 w 64209"/>
              <a:gd name="connsiteY3" fmla="*/ 0 h 73603"/>
              <a:gd name="connsiteX4" fmla="*/ 0 w 64209"/>
              <a:gd name="connsiteY4" fmla="*/ 3807 h 73603"/>
              <a:gd name="connsiteX5" fmla="*/ 52319 w 64209"/>
              <a:gd name="connsiteY5" fmla="*/ 63927 h 736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4209" h="73603">
                <a:moveTo>
                  <a:pt x="52319" y="64086"/>
                </a:moveTo>
                <a:lnTo>
                  <a:pt x="60564" y="73603"/>
                </a:lnTo>
                <a:cubicBezTo>
                  <a:pt x="61673" y="72652"/>
                  <a:pt x="63100" y="72017"/>
                  <a:pt x="64210" y="71065"/>
                </a:cubicBezTo>
                <a:lnTo>
                  <a:pt x="2537" y="0"/>
                </a:lnTo>
                <a:cubicBezTo>
                  <a:pt x="1744" y="1269"/>
                  <a:pt x="951" y="2538"/>
                  <a:pt x="0" y="3807"/>
                </a:cubicBezTo>
                <a:lnTo>
                  <a:pt x="52319" y="63927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03" name="Freeform 302">
            <a:extLst>
              <a:ext uri="{FF2B5EF4-FFF2-40B4-BE49-F238E27FC236}">
                <a16:creationId xmlns:a16="http://schemas.microsoft.com/office/drawing/2014/main" id="{C7775281-39DE-CCA3-214E-194916117130}"/>
              </a:ext>
            </a:extLst>
          </p:cNvPr>
          <p:cNvSpPr/>
          <p:nvPr/>
        </p:nvSpPr>
        <p:spPr>
          <a:xfrm>
            <a:off x="5591594" y="5036534"/>
            <a:ext cx="153311" cy="153951"/>
          </a:xfrm>
          <a:custGeom>
            <a:avLst/>
            <a:gdLst>
              <a:gd name="connsiteX0" fmla="*/ 146653 w 153311"/>
              <a:gd name="connsiteY0" fmla="*/ 164496 h 178772"/>
              <a:gd name="connsiteX1" fmla="*/ 3646 w 153311"/>
              <a:gd name="connsiteY1" fmla="*/ 0 h 178772"/>
              <a:gd name="connsiteX2" fmla="*/ 0 w 153311"/>
              <a:gd name="connsiteY2" fmla="*/ 2379 h 178772"/>
              <a:gd name="connsiteX3" fmla="*/ 153311 w 153311"/>
              <a:gd name="connsiteY3" fmla="*/ 178773 h 178772"/>
              <a:gd name="connsiteX4" fmla="*/ 146653 w 153311"/>
              <a:gd name="connsiteY4" fmla="*/ 164496 h 1787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3311" h="178772">
                <a:moveTo>
                  <a:pt x="146653" y="164496"/>
                </a:moveTo>
                <a:lnTo>
                  <a:pt x="3646" y="0"/>
                </a:lnTo>
                <a:cubicBezTo>
                  <a:pt x="2537" y="952"/>
                  <a:pt x="1109" y="1586"/>
                  <a:pt x="0" y="2379"/>
                </a:cubicBezTo>
                <a:lnTo>
                  <a:pt x="153311" y="178773"/>
                </a:lnTo>
                <a:lnTo>
                  <a:pt x="146653" y="164496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04" name="Freeform 303">
            <a:extLst>
              <a:ext uri="{FF2B5EF4-FFF2-40B4-BE49-F238E27FC236}">
                <a16:creationId xmlns:a16="http://schemas.microsoft.com/office/drawing/2014/main" id="{9CB031FB-6989-6A71-BA2E-0AB4D694494E}"/>
              </a:ext>
            </a:extLst>
          </p:cNvPr>
          <p:cNvSpPr/>
          <p:nvPr/>
        </p:nvSpPr>
        <p:spPr>
          <a:xfrm>
            <a:off x="5579861" y="4906301"/>
            <a:ext cx="24257" cy="45719"/>
          </a:xfrm>
          <a:custGeom>
            <a:avLst/>
            <a:gdLst>
              <a:gd name="connsiteX0" fmla="*/ 21720 w 24257"/>
              <a:gd name="connsiteY0" fmla="*/ 158 h 49967"/>
              <a:gd name="connsiteX1" fmla="*/ 0 w 24257"/>
              <a:gd name="connsiteY1" fmla="*/ 47746 h 49967"/>
              <a:gd name="connsiteX2" fmla="*/ 3805 w 24257"/>
              <a:gd name="connsiteY2" fmla="*/ 49967 h 49967"/>
              <a:gd name="connsiteX3" fmla="*/ 24257 w 24257"/>
              <a:gd name="connsiteY3" fmla="*/ 5393 h 49967"/>
              <a:gd name="connsiteX4" fmla="*/ 21720 w 24257"/>
              <a:gd name="connsiteY4" fmla="*/ 0 h 49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257" h="49967">
                <a:moveTo>
                  <a:pt x="21720" y="158"/>
                </a:moveTo>
                <a:lnTo>
                  <a:pt x="0" y="47746"/>
                </a:lnTo>
                <a:cubicBezTo>
                  <a:pt x="1427" y="48381"/>
                  <a:pt x="2537" y="49333"/>
                  <a:pt x="3805" y="49967"/>
                </a:cubicBezTo>
                <a:lnTo>
                  <a:pt x="24257" y="5393"/>
                </a:lnTo>
                <a:lnTo>
                  <a:pt x="21720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05" name="Freeform 304">
            <a:extLst>
              <a:ext uri="{FF2B5EF4-FFF2-40B4-BE49-F238E27FC236}">
                <a16:creationId xmlns:a16="http://schemas.microsoft.com/office/drawing/2014/main" id="{E037A907-CBB8-CF0B-15D5-0F268E23D832}"/>
              </a:ext>
            </a:extLst>
          </p:cNvPr>
          <p:cNvSpPr/>
          <p:nvPr/>
        </p:nvSpPr>
        <p:spPr>
          <a:xfrm>
            <a:off x="5604119" y="3426152"/>
            <a:ext cx="679359" cy="1274782"/>
          </a:xfrm>
          <a:custGeom>
            <a:avLst/>
            <a:gdLst>
              <a:gd name="connsiteX0" fmla="*/ 2379 w 679359"/>
              <a:gd name="connsiteY0" fmla="*/ 1480309 h 1480309"/>
              <a:gd name="connsiteX1" fmla="*/ 679359 w 679359"/>
              <a:gd name="connsiteY1" fmla="*/ 2380 h 1480309"/>
              <a:gd name="connsiteX2" fmla="*/ 675554 w 679359"/>
              <a:gd name="connsiteY2" fmla="*/ 0 h 1480309"/>
              <a:gd name="connsiteX3" fmla="*/ 0 w 679359"/>
              <a:gd name="connsiteY3" fmla="*/ 1474916 h 1480309"/>
              <a:gd name="connsiteX4" fmla="*/ 2537 w 679359"/>
              <a:gd name="connsiteY4" fmla="*/ 1480309 h 14803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9359" h="1480309">
                <a:moveTo>
                  <a:pt x="2379" y="1480309"/>
                </a:moveTo>
                <a:lnTo>
                  <a:pt x="679359" y="2380"/>
                </a:lnTo>
                <a:cubicBezTo>
                  <a:pt x="677932" y="1745"/>
                  <a:pt x="676823" y="793"/>
                  <a:pt x="675554" y="0"/>
                </a:cubicBezTo>
                <a:lnTo>
                  <a:pt x="0" y="1474916"/>
                </a:lnTo>
                <a:lnTo>
                  <a:pt x="2537" y="1480309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06" name="Freeform 305">
            <a:extLst>
              <a:ext uri="{FF2B5EF4-FFF2-40B4-BE49-F238E27FC236}">
                <a16:creationId xmlns:a16="http://schemas.microsoft.com/office/drawing/2014/main" id="{C7FA3EA1-EED5-295E-3A86-6F0A3C41ABC8}"/>
              </a:ext>
            </a:extLst>
          </p:cNvPr>
          <p:cNvSpPr/>
          <p:nvPr/>
        </p:nvSpPr>
        <p:spPr>
          <a:xfrm>
            <a:off x="5877289" y="5585067"/>
            <a:ext cx="470557" cy="737521"/>
          </a:xfrm>
          <a:custGeom>
            <a:avLst/>
            <a:gdLst>
              <a:gd name="connsiteX0" fmla="*/ 466911 w 470557"/>
              <a:gd name="connsiteY0" fmla="*/ 856429 h 856428"/>
              <a:gd name="connsiteX1" fmla="*/ 470557 w 470557"/>
              <a:gd name="connsiteY1" fmla="*/ 853891 h 856428"/>
              <a:gd name="connsiteX2" fmla="*/ 434885 w 470557"/>
              <a:gd name="connsiteY2" fmla="*/ 788536 h 856428"/>
              <a:gd name="connsiteX3" fmla="*/ 25208 w 470557"/>
              <a:gd name="connsiteY3" fmla="*/ 37119 h 856428"/>
              <a:gd name="connsiteX4" fmla="*/ 20610 w 470557"/>
              <a:gd name="connsiteY4" fmla="*/ 28553 h 856428"/>
              <a:gd name="connsiteX5" fmla="*/ 6025 w 470557"/>
              <a:gd name="connsiteY5" fmla="*/ 1745 h 856428"/>
              <a:gd name="connsiteX6" fmla="*/ 0 w 470557"/>
              <a:gd name="connsiteY6" fmla="*/ 0 h 856428"/>
              <a:gd name="connsiteX7" fmla="*/ 20928 w 470557"/>
              <a:gd name="connsiteY7" fmla="*/ 38388 h 856428"/>
              <a:gd name="connsiteX8" fmla="*/ 25525 w 470557"/>
              <a:gd name="connsiteY8" fmla="*/ 46954 h 856428"/>
              <a:gd name="connsiteX9" fmla="*/ 466911 w 470557"/>
              <a:gd name="connsiteY9" fmla="*/ 856429 h 856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70557" h="856428">
                <a:moveTo>
                  <a:pt x="466911" y="856429"/>
                </a:moveTo>
                <a:cubicBezTo>
                  <a:pt x="468179" y="855635"/>
                  <a:pt x="469289" y="854525"/>
                  <a:pt x="470557" y="853891"/>
                </a:cubicBezTo>
                <a:lnTo>
                  <a:pt x="434885" y="788536"/>
                </a:lnTo>
                <a:lnTo>
                  <a:pt x="25208" y="37119"/>
                </a:lnTo>
                <a:lnTo>
                  <a:pt x="20610" y="28553"/>
                </a:lnTo>
                <a:lnTo>
                  <a:pt x="6025" y="1745"/>
                </a:lnTo>
                <a:cubicBezTo>
                  <a:pt x="3964" y="1111"/>
                  <a:pt x="1902" y="793"/>
                  <a:pt x="0" y="0"/>
                </a:cubicBezTo>
                <a:lnTo>
                  <a:pt x="20928" y="38388"/>
                </a:lnTo>
                <a:lnTo>
                  <a:pt x="25525" y="46954"/>
                </a:lnTo>
                <a:lnTo>
                  <a:pt x="466911" y="856429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07" name="Freeform 306">
            <a:extLst>
              <a:ext uri="{FF2B5EF4-FFF2-40B4-BE49-F238E27FC236}">
                <a16:creationId xmlns:a16="http://schemas.microsoft.com/office/drawing/2014/main" id="{95F78890-D731-5B99-B9AB-048E2A8A779D}"/>
              </a:ext>
            </a:extLst>
          </p:cNvPr>
          <p:cNvSpPr/>
          <p:nvPr/>
        </p:nvSpPr>
        <p:spPr>
          <a:xfrm>
            <a:off x="5582874" y="5042562"/>
            <a:ext cx="267780" cy="422786"/>
          </a:xfrm>
          <a:custGeom>
            <a:avLst/>
            <a:gdLst>
              <a:gd name="connsiteX0" fmla="*/ 16172 w 267780"/>
              <a:gd name="connsiteY0" fmla="*/ 22842 h 490950"/>
              <a:gd name="connsiteX1" fmla="*/ 3647 w 267780"/>
              <a:gd name="connsiteY1" fmla="*/ 0 h 490950"/>
              <a:gd name="connsiteX2" fmla="*/ 0 w 267780"/>
              <a:gd name="connsiteY2" fmla="*/ 2538 h 490950"/>
              <a:gd name="connsiteX3" fmla="*/ 266353 w 267780"/>
              <a:gd name="connsiteY3" fmla="*/ 490951 h 490950"/>
              <a:gd name="connsiteX4" fmla="*/ 267780 w 267780"/>
              <a:gd name="connsiteY4" fmla="*/ 484289 h 490950"/>
              <a:gd name="connsiteX5" fmla="*/ 16330 w 267780"/>
              <a:gd name="connsiteY5" fmla="*/ 23001 h 490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67780" h="490950">
                <a:moveTo>
                  <a:pt x="16172" y="22842"/>
                </a:moveTo>
                <a:lnTo>
                  <a:pt x="3647" y="0"/>
                </a:lnTo>
                <a:cubicBezTo>
                  <a:pt x="2378" y="793"/>
                  <a:pt x="1269" y="1903"/>
                  <a:pt x="0" y="2538"/>
                </a:cubicBezTo>
                <a:lnTo>
                  <a:pt x="266353" y="490951"/>
                </a:lnTo>
                <a:cubicBezTo>
                  <a:pt x="266670" y="488572"/>
                  <a:pt x="267146" y="486351"/>
                  <a:pt x="267780" y="484289"/>
                </a:cubicBezTo>
                <a:lnTo>
                  <a:pt x="16330" y="23001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08" name="Freeform 307">
            <a:extLst>
              <a:ext uri="{FF2B5EF4-FFF2-40B4-BE49-F238E27FC236}">
                <a16:creationId xmlns:a16="http://schemas.microsoft.com/office/drawing/2014/main" id="{E3CD4B66-8DA6-CBF6-B042-969F097354B9}"/>
              </a:ext>
            </a:extLst>
          </p:cNvPr>
          <p:cNvSpPr/>
          <p:nvPr/>
        </p:nvSpPr>
        <p:spPr>
          <a:xfrm>
            <a:off x="5038118" y="3698039"/>
            <a:ext cx="506229" cy="1082308"/>
          </a:xfrm>
          <a:custGeom>
            <a:avLst/>
            <a:gdLst>
              <a:gd name="connsiteX0" fmla="*/ 505754 w 506229"/>
              <a:gd name="connsiteY0" fmla="*/ 1253473 h 1256803"/>
              <a:gd name="connsiteX1" fmla="*/ 16330 w 506229"/>
              <a:gd name="connsiteY1" fmla="*/ 29346 h 1256803"/>
              <a:gd name="connsiteX2" fmla="*/ 2695 w 506229"/>
              <a:gd name="connsiteY2" fmla="*/ 0 h 1256803"/>
              <a:gd name="connsiteX3" fmla="*/ 0 w 506229"/>
              <a:gd name="connsiteY3" fmla="*/ 635 h 1256803"/>
              <a:gd name="connsiteX4" fmla="*/ 502107 w 506229"/>
              <a:gd name="connsiteY4" fmla="*/ 1256804 h 1256803"/>
              <a:gd name="connsiteX5" fmla="*/ 506229 w 506229"/>
              <a:gd name="connsiteY5" fmla="*/ 1255534 h 1256803"/>
              <a:gd name="connsiteX6" fmla="*/ 505595 w 506229"/>
              <a:gd name="connsiteY6" fmla="*/ 1253473 h 12568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06229" h="1256803">
                <a:moveTo>
                  <a:pt x="505754" y="1253473"/>
                </a:moveTo>
                <a:lnTo>
                  <a:pt x="16330" y="29346"/>
                </a:lnTo>
                <a:lnTo>
                  <a:pt x="2695" y="0"/>
                </a:lnTo>
                <a:cubicBezTo>
                  <a:pt x="1902" y="317"/>
                  <a:pt x="793" y="317"/>
                  <a:pt x="0" y="635"/>
                </a:cubicBezTo>
                <a:lnTo>
                  <a:pt x="502107" y="1256804"/>
                </a:lnTo>
                <a:cubicBezTo>
                  <a:pt x="503376" y="1256169"/>
                  <a:pt x="504803" y="1256010"/>
                  <a:pt x="506229" y="1255534"/>
                </a:cubicBezTo>
                <a:lnTo>
                  <a:pt x="505595" y="1253473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09" name="Freeform 308">
            <a:extLst>
              <a:ext uri="{FF2B5EF4-FFF2-40B4-BE49-F238E27FC236}">
                <a16:creationId xmlns:a16="http://schemas.microsoft.com/office/drawing/2014/main" id="{4DE922B1-25EB-C482-BB61-67C3C80D2A0C}"/>
              </a:ext>
            </a:extLst>
          </p:cNvPr>
          <p:cNvSpPr/>
          <p:nvPr/>
        </p:nvSpPr>
        <p:spPr>
          <a:xfrm>
            <a:off x="5040972" y="3695976"/>
            <a:ext cx="355296" cy="661296"/>
          </a:xfrm>
          <a:custGeom>
            <a:avLst/>
            <a:gdLst>
              <a:gd name="connsiteX0" fmla="*/ 345942 w 355296"/>
              <a:gd name="connsiteY0" fmla="*/ 737299 h 767914"/>
              <a:gd name="connsiteX1" fmla="*/ 3805 w 355296"/>
              <a:gd name="connsiteY1" fmla="*/ 0 h 767914"/>
              <a:gd name="connsiteX2" fmla="*/ 0 w 355296"/>
              <a:gd name="connsiteY2" fmla="*/ 2379 h 767914"/>
              <a:gd name="connsiteX3" fmla="*/ 13635 w 355296"/>
              <a:gd name="connsiteY3" fmla="*/ 31725 h 767914"/>
              <a:gd name="connsiteX4" fmla="*/ 355296 w 355296"/>
              <a:gd name="connsiteY4" fmla="*/ 767914 h 767914"/>
              <a:gd name="connsiteX5" fmla="*/ 346100 w 355296"/>
              <a:gd name="connsiteY5" fmla="*/ 737458 h 7679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55296" h="767914">
                <a:moveTo>
                  <a:pt x="345942" y="737299"/>
                </a:moveTo>
                <a:lnTo>
                  <a:pt x="3805" y="0"/>
                </a:lnTo>
                <a:cubicBezTo>
                  <a:pt x="2378" y="793"/>
                  <a:pt x="1427" y="1745"/>
                  <a:pt x="0" y="2379"/>
                </a:cubicBezTo>
                <a:lnTo>
                  <a:pt x="13635" y="31725"/>
                </a:lnTo>
                <a:lnTo>
                  <a:pt x="355296" y="767914"/>
                </a:lnTo>
                <a:lnTo>
                  <a:pt x="346100" y="737458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10" name="Freeform 309">
            <a:extLst>
              <a:ext uri="{FF2B5EF4-FFF2-40B4-BE49-F238E27FC236}">
                <a16:creationId xmlns:a16="http://schemas.microsoft.com/office/drawing/2014/main" id="{5C51815E-8140-DA19-584F-9231D27BD37C}"/>
              </a:ext>
            </a:extLst>
          </p:cNvPr>
          <p:cNvSpPr/>
          <p:nvPr/>
        </p:nvSpPr>
        <p:spPr>
          <a:xfrm>
            <a:off x="5400232" y="4462303"/>
            <a:ext cx="478643" cy="890380"/>
          </a:xfrm>
          <a:custGeom>
            <a:avLst/>
            <a:gdLst>
              <a:gd name="connsiteX0" fmla="*/ 203729 w 478643"/>
              <a:gd name="connsiteY0" fmla="*/ 438922 h 1033932"/>
              <a:gd name="connsiteX1" fmla="*/ 0 w 478643"/>
              <a:gd name="connsiteY1" fmla="*/ 0 h 1033932"/>
              <a:gd name="connsiteX2" fmla="*/ 9195 w 478643"/>
              <a:gd name="connsiteY2" fmla="*/ 30457 h 1033932"/>
              <a:gd name="connsiteX3" fmla="*/ 201192 w 478643"/>
              <a:gd name="connsiteY3" fmla="*/ 444315 h 1033932"/>
              <a:gd name="connsiteX4" fmla="*/ 203729 w 478643"/>
              <a:gd name="connsiteY4" fmla="*/ 449708 h 1033932"/>
              <a:gd name="connsiteX5" fmla="*/ 338015 w 478643"/>
              <a:gd name="connsiteY5" fmla="*/ 739045 h 1033932"/>
              <a:gd name="connsiteX6" fmla="*/ 344674 w 478643"/>
              <a:gd name="connsiteY6" fmla="*/ 753321 h 1033932"/>
              <a:gd name="connsiteX7" fmla="*/ 347845 w 478643"/>
              <a:gd name="connsiteY7" fmla="*/ 760142 h 1033932"/>
              <a:gd name="connsiteX8" fmla="*/ 474838 w 478643"/>
              <a:gd name="connsiteY8" fmla="*/ 1033933 h 1033932"/>
              <a:gd name="connsiteX9" fmla="*/ 478643 w 478643"/>
              <a:gd name="connsiteY9" fmla="*/ 1031553 h 1033932"/>
              <a:gd name="connsiteX10" fmla="*/ 358467 w 478643"/>
              <a:gd name="connsiteY10" fmla="*/ 772674 h 1033932"/>
              <a:gd name="connsiteX11" fmla="*/ 355138 w 478643"/>
              <a:gd name="connsiteY11" fmla="*/ 765535 h 1033932"/>
              <a:gd name="connsiteX12" fmla="*/ 348479 w 478643"/>
              <a:gd name="connsiteY12" fmla="*/ 751259 h 1033932"/>
              <a:gd name="connsiteX13" fmla="*/ 206107 w 478643"/>
              <a:gd name="connsiteY13" fmla="*/ 444474 h 1033932"/>
              <a:gd name="connsiteX14" fmla="*/ 203570 w 478643"/>
              <a:gd name="connsiteY14" fmla="*/ 439081 h 1033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478643" h="1033932">
                <a:moveTo>
                  <a:pt x="203729" y="438922"/>
                </a:moveTo>
                <a:lnTo>
                  <a:pt x="0" y="0"/>
                </a:lnTo>
                <a:lnTo>
                  <a:pt x="9195" y="30457"/>
                </a:lnTo>
                <a:lnTo>
                  <a:pt x="201192" y="444315"/>
                </a:lnTo>
                <a:lnTo>
                  <a:pt x="203729" y="449708"/>
                </a:lnTo>
                <a:lnTo>
                  <a:pt x="338015" y="739045"/>
                </a:lnTo>
                <a:lnTo>
                  <a:pt x="344674" y="753321"/>
                </a:lnTo>
                <a:lnTo>
                  <a:pt x="347845" y="760142"/>
                </a:lnTo>
                <a:lnTo>
                  <a:pt x="474838" y="1033933"/>
                </a:lnTo>
                <a:cubicBezTo>
                  <a:pt x="476265" y="1033139"/>
                  <a:pt x="477216" y="1032187"/>
                  <a:pt x="478643" y="1031553"/>
                </a:cubicBezTo>
                <a:lnTo>
                  <a:pt x="358467" y="772674"/>
                </a:lnTo>
                <a:lnTo>
                  <a:pt x="355138" y="765535"/>
                </a:lnTo>
                <a:lnTo>
                  <a:pt x="348479" y="751259"/>
                </a:lnTo>
                <a:lnTo>
                  <a:pt x="206107" y="444474"/>
                </a:lnTo>
                <a:lnTo>
                  <a:pt x="203570" y="439081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11" name="Freeform 310">
            <a:extLst>
              <a:ext uri="{FF2B5EF4-FFF2-40B4-BE49-F238E27FC236}">
                <a16:creationId xmlns:a16="http://schemas.microsoft.com/office/drawing/2014/main" id="{F07D94EA-9344-73F2-2F73-B501D2BD5CB9}"/>
              </a:ext>
            </a:extLst>
          </p:cNvPr>
          <p:cNvSpPr/>
          <p:nvPr/>
        </p:nvSpPr>
        <p:spPr>
          <a:xfrm>
            <a:off x="5146245" y="3390142"/>
            <a:ext cx="1108377" cy="204494"/>
          </a:xfrm>
          <a:custGeom>
            <a:avLst/>
            <a:gdLst>
              <a:gd name="connsiteX0" fmla="*/ 1268 w 1108377"/>
              <a:gd name="connsiteY0" fmla="*/ 237465 h 237464"/>
              <a:gd name="connsiteX1" fmla="*/ 1108378 w 1108377"/>
              <a:gd name="connsiteY1" fmla="*/ 4283 h 237464"/>
              <a:gd name="connsiteX2" fmla="*/ 1107426 w 1108377"/>
              <a:gd name="connsiteY2" fmla="*/ 0 h 237464"/>
              <a:gd name="connsiteX3" fmla="*/ 0 w 1108377"/>
              <a:gd name="connsiteY3" fmla="*/ 233341 h 237464"/>
              <a:gd name="connsiteX4" fmla="*/ 1268 w 1108377"/>
              <a:gd name="connsiteY4" fmla="*/ 237465 h 2374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08377" h="237464">
                <a:moveTo>
                  <a:pt x="1268" y="237465"/>
                </a:moveTo>
                <a:lnTo>
                  <a:pt x="1108378" y="4283"/>
                </a:lnTo>
                <a:cubicBezTo>
                  <a:pt x="1107902" y="2855"/>
                  <a:pt x="1107744" y="1428"/>
                  <a:pt x="1107426" y="0"/>
                </a:cubicBezTo>
                <a:lnTo>
                  <a:pt x="0" y="233341"/>
                </a:lnTo>
                <a:lnTo>
                  <a:pt x="1268" y="23746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12" name="Freeform 311">
            <a:extLst>
              <a:ext uri="{FF2B5EF4-FFF2-40B4-BE49-F238E27FC236}">
                <a16:creationId xmlns:a16="http://schemas.microsoft.com/office/drawing/2014/main" id="{A559FDA8-B44A-69CF-582A-3DB52CFF0545}"/>
              </a:ext>
            </a:extLst>
          </p:cNvPr>
          <p:cNvSpPr/>
          <p:nvPr/>
        </p:nvSpPr>
        <p:spPr>
          <a:xfrm>
            <a:off x="5069510" y="3624435"/>
            <a:ext cx="73723" cy="45719"/>
          </a:xfrm>
          <a:custGeom>
            <a:avLst/>
            <a:gdLst>
              <a:gd name="connsiteX0" fmla="*/ 72455 w 73723"/>
              <a:gd name="connsiteY0" fmla="*/ 0 h 19511"/>
              <a:gd name="connsiteX1" fmla="*/ 0 w 73723"/>
              <a:gd name="connsiteY1" fmla="*/ 15228 h 19511"/>
              <a:gd name="connsiteX2" fmla="*/ 951 w 73723"/>
              <a:gd name="connsiteY2" fmla="*/ 19511 h 19511"/>
              <a:gd name="connsiteX3" fmla="*/ 73723 w 73723"/>
              <a:gd name="connsiteY3" fmla="*/ 4124 h 19511"/>
              <a:gd name="connsiteX4" fmla="*/ 72455 w 73723"/>
              <a:gd name="connsiteY4" fmla="*/ 0 h 195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3723" h="19511">
                <a:moveTo>
                  <a:pt x="72455" y="0"/>
                </a:moveTo>
                <a:lnTo>
                  <a:pt x="0" y="15228"/>
                </a:lnTo>
                <a:cubicBezTo>
                  <a:pt x="317" y="16656"/>
                  <a:pt x="634" y="18083"/>
                  <a:pt x="951" y="19511"/>
                </a:cubicBezTo>
                <a:lnTo>
                  <a:pt x="73723" y="4124"/>
                </a:lnTo>
                <a:lnTo>
                  <a:pt x="72455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13" name="Freeform 312">
            <a:extLst>
              <a:ext uri="{FF2B5EF4-FFF2-40B4-BE49-F238E27FC236}">
                <a16:creationId xmlns:a16="http://schemas.microsoft.com/office/drawing/2014/main" id="{4238D15E-D84E-A1F6-500A-FD774708692B}"/>
              </a:ext>
            </a:extLst>
          </p:cNvPr>
          <p:cNvSpPr/>
          <p:nvPr/>
        </p:nvSpPr>
        <p:spPr>
          <a:xfrm>
            <a:off x="4892417" y="2823526"/>
            <a:ext cx="124139" cy="671815"/>
          </a:xfrm>
          <a:custGeom>
            <a:avLst/>
            <a:gdLst>
              <a:gd name="connsiteX0" fmla="*/ 4281 w 124139"/>
              <a:gd name="connsiteY0" fmla="*/ 0 h 780128"/>
              <a:gd name="connsiteX1" fmla="*/ 0 w 124139"/>
              <a:gd name="connsiteY1" fmla="*/ 952 h 780128"/>
              <a:gd name="connsiteX2" fmla="*/ 119859 w 124139"/>
              <a:gd name="connsiteY2" fmla="*/ 780129 h 780128"/>
              <a:gd name="connsiteX3" fmla="*/ 124139 w 124139"/>
              <a:gd name="connsiteY3" fmla="*/ 779177 h 780128"/>
              <a:gd name="connsiteX4" fmla="*/ 4281 w 124139"/>
              <a:gd name="connsiteY4" fmla="*/ 0 h 7801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139" h="780128">
                <a:moveTo>
                  <a:pt x="4281" y="0"/>
                </a:moveTo>
                <a:cubicBezTo>
                  <a:pt x="2854" y="317"/>
                  <a:pt x="1427" y="793"/>
                  <a:pt x="0" y="952"/>
                </a:cubicBezTo>
                <a:lnTo>
                  <a:pt x="119859" y="780129"/>
                </a:lnTo>
                <a:cubicBezTo>
                  <a:pt x="121286" y="779811"/>
                  <a:pt x="122713" y="779335"/>
                  <a:pt x="124139" y="779177"/>
                </a:cubicBezTo>
                <a:lnTo>
                  <a:pt x="4281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14" name="Freeform 313">
            <a:extLst>
              <a:ext uri="{FF2B5EF4-FFF2-40B4-BE49-F238E27FC236}">
                <a16:creationId xmlns:a16="http://schemas.microsoft.com/office/drawing/2014/main" id="{577DD486-C010-7094-3C07-5DA275A3D83C}"/>
              </a:ext>
            </a:extLst>
          </p:cNvPr>
          <p:cNvSpPr/>
          <p:nvPr/>
        </p:nvSpPr>
        <p:spPr>
          <a:xfrm>
            <a:off x="4899075" y="2822257"/>
            <a:ext cx="649711" cy="1835675"/>
          </a:xfrm>
          <a:custGeom>
            <a:avLst/>
            <a:gdLst>
              <a:gd name="connsiteX0" fmla="*/ 501156 w 649711"/>
              <a:gd name="connsiteY0" fmla="*/ 1639888 h 2131632"/>
              <a:gd name="connsiteX1" fmla="*/ 248438 w 649711"/>
              <a:gd name="connsiteY1" fmla="*/ 805350 h 2131632"/>
              <a:gd name="connsiteX2" fmla="*/ 247170 w 649711"/>
              <a:gd name="connsiteY2" fmla="*/ 801226 h 2131632"/>
              <a:gd name="connsiteX3" fmla="*/ 4439 w 649711"/>
              <a:gd name="connsiteY3" fmla="*/ 0 h 2131632"/>
              <a:gd name="connsiteX4" fmla="*/ 0 w 649711"/>
              <a:gd name="connsiteY4" fmla="*/ 952 h 2131632"/>
              <a:gd name="connsiteX5" fmla="*/ 242730 w 649711"/>
              <a:gd name="connsiteY5" fmla="*/ 802337 h 2131632"/>
              <a:gd name="connsiteX6" fmla="*/ 243999 w 649711"/>
              <a:gd name="connsiteY6" fmla="*/ 806461 h 2131632"/>
              <a:gd name="connsiteX7" fmla="*/ 487680 w 649711"/>
              <a:gd name="connsiteY7" fmla="*/ 1611177 h 2131632"/>
              <a:gd name="connsiteX8" fmla="*/ 496876 w 649711"/>
              <a:gd name="connsiteY8" fmla="*/ 1641633 h 2131632"/>
              <a:gd name="connsiteX9" fmla="*/ 644638 w 649711"/>
              <a:gd name="connsiteY9" fmla="*/ 2129570 h 2131632"/>
              <a:gd name="connsiteX10" fmla="*/ 645273 w 649711"/>
              <a:gd name="connsiteY10" fmla="*/ 2131633 h 2131632"/>
              <a:gd name="connsiteX11" fmla="*/ 649712 w 649711"/>
              <a:gd name="connsiteY11" fmla="*/ 2130681 h 2131632"/>
              <a:gd name="connsiteX12" fmla="*/ 510352 w 649711"/>
              <a:gd name="connsiteY12" fmla="*/ 1670503 h 2131632"/>
              <a:gd name="connsiteX13" fmla="*/ 501156 w 649711"/>
              <a:gd name="connsiteY13" fmla="*/ 1640047 h 21316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649711" h="2131632">
                <a:moveTo>
                  <a:pt x="501156" y="1639888"/>
                </a:moveTo>
                <a:lnTo>
                  <a:pt x="248438" y="805350"/>
                </a:lnTo>
                <a:lnTo>
                  <a:pt x="247170" y="801226"/>
                </a:lnTo>
                <a:lnTo>
                  <a:pt x="4439" y="0"/>
                </a:lnTo>
                <a:cubicBezTo>
                  <a:pt x="3012" y="476"/>
                  <a:pt x="1427" y="476"/>
                  <a:pt x="0" y="952"/>
                </a:cubicBezTo>
                <a:lnTo>
                  <a:pt x="242730" y="802337"/>
                </a:lnTo>
                <a:lnTo>
                  <a:pt x="243999" y="806461"/>
                </a:lnTo>
                <a:lnTo>
                  <a:pt x="487680" y="1611177"/>
                </a:lnTo>
                <a:lnTo>
                  <a:pt x="496876" y="1641633"/>
                </a:lnTo>
                <a:lnTo>
                  <a:pt x="644638" y="2129570"/>
                </a:lnTo>
                <a:lnTo>
                  <a:pt x="645273" y="2131633"/>
                </a:lnTo>
                <a:cubicBezTo>
                  <a:pt x="646699" y="2131157"/>
                  <a:pt x="648285" y="2131157"/>
                  <a:pt x="649712" y="2130681"/>
                </a:cubicBezTo>
                <a:lnTo>
                  <a:pt x="510352" y="1670503"/>
                </a:lnTo>
                <a:lnTo>
                  <a:pt x="501156" y="1640047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15" name="Freeform 314">
            <a:extLst>
              <a:ext uri="{FF2B5EF4-FFF2-40B4-BE49-F238E27FC236}">
                <a16:creationId xmlns:a16="http://schemas.microsoft.com/office/drawing/2014/main" id="{3BD2D007-9679-4BA7-85EB-F1A114DE8FAE}"/>
              </a:ext>
            </a:extLst>
          </p:cNvPr>
          <p:cNvSpPr/>
          <p:nvPr/>
        </p:nvSpPr>
        <p:spPr>
          <a:xfrm>
            <a:off x="4931894" y="2793070"/>
            <a:ext cx="1325582" cy="492318"/>
          </a:xfrm>
          <a:custGeom>
            <a:avLst/>
            <a:gdLst>
              <a:gd name="connsiteX0" fmla="*/ 0 w 1325582"/>
              <a:gd name="connsiteY0" fmla="*/ 3966 h 571692"/>
              <a:gd name="connsiteX1" fmla="*/ 1323839 w 1325582"/>
              <a:gd name="connsiteY1" fmla="*/ 571692 h 571692"/>
              <a:gd name="connsiteX2" fmla="*/ 1325583 w 1325582"/>
              <a:gd name="connsiteY2" fmla="*/ 567727 h 571692"/>
              <a:gd name="connsiteX3" fmla="*/ 1744 w 1325582"/>
              <a:gd name="connsiteY3" fmla="*/ 0 h 571692"/>
              <a:gd name="connsiteX4" fmla="*/ 0 w 1325582"/>
              <a:gd name="connsiteY4" fmla="*/ 3966 h 5716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25582" h="571692">
                <a:moveTo>
                  <a:pt x="0" y="3966"/>
                </a:moveTo>
                <a:lnTo>
                  <a:pt x="1323839" y="571692"/>
                </a:lnTo>
                <a:cubicBezTo>
                  <a:pt x="1324314" y="570265"/>
                  <a:pt x="1324949" y="568996"/>
                  <a:pt x="1325583" y="567727"/>
                </a:cubicBezTo>
                <a:lnTo>
                  <a:pt x="1744" y="0"/>
                </a:lnTo>
                <a:cubicBezTo>
                  <a:pt x="1269" y="1428"/>
                  <a:pt x="634" y="2697"/>
                  <a:pt x="0" y="3966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16" name="Freeform 315">
            <a:extLst>
              <a:ext uri="{FF2B5EF4-FFF2-40B4-BE49-F238E27FC236}">
                <a16:creationId xmlns:a16="http://schemas.microsoft.com/office/drawing/2014/main" id="{F26FCAEF-DB95-2A08-945B-6050489B9EBB}"/>
              </a:ext>
            </a:extLst>
          </p:cNvPr>
          <p:cNvSpPr/>
          <p:nvPr/>
        </p:nvSpPr>
        <p:spPr>
          <a:xfrm>
            <a:off x="4931260" y="1782455"/>
            <a:ext cx="2135581" cy="839017"/>
          </a:xfrm>
          <a:custGeom>
            <a:avLst/>
            <a:gdLst>
              <a:gd name="connsiteX0" fmla="*/ 1942159 w 2135581"/>
              <a:gd name="connsiteY0" fmla="*/ 87086 h 974288"/>
              <a:gd name="connsiteX1" fmla="*/ 1818019 w 2135581"/>
              <a:gd name="connsiteY1" fmla="*/ 143558 h 974288"/>
              <a:gd name="connsiteX2" fmla="*/ 1812629 w 2135581"/>
              <a:gd name="connsiteY2" fmla="*/ 146096 h 974288"/>
              <a:gd name="connsiteX3" fmla="*/ 0 w 2135581"/>
              <a:gd name="connsiteY3" fmla="*/ 970481 h 974288"/>
              <a:gd name="connsiteX4" fmla="*/ 2220 w 2135581"/>
              <a:gd name="connsiteY4" fmla="*/ 974288 h 974288"/>
              <a:gd name="connsiteX5" fmla="*/ 1810885 w 2135581"/>
              <a:gd name="connsiteY5" fmla="*/ 151648 h 974288"/>
              <a:gd name="connsiteX6" fmla="*/ 1816276 w 2135581"/>
              <a:gd name="connsiteY6" fmla="*/ 149110 h 974288"/>
              <a:gd name="connsiteX7" fmla="*/ 1939939 w 2135581"/>
              <a:gd name="connsiteY7" fmla="*/ 92956 h 974288"/>
              <a:gd name="connsiteX8" fmla="*/ 1945647 w 2135581"/>
              <a:gd name="connsiteY8" fmla="*/ 90417 h 974288"/>
              <a:gd name="connsiteX9" fmla="*/ 2135582 w 2135581"/>
              <a:gd name="connsiteY9" fmla="*/ 3966 h 974288"/>
              <a:gd name="connsiteX10" fmla="*/ 2133363 w 2135581"/>
              <a:gd name="connsiteY10" fmla="*/ 0 h 974288"/>
              <a:gd name="connsiteX11" fmla="*/ 1947867 w 2135581"/>
              <a:gd name="connsiteY11" fmla="*/ 84390 h 974288"/>
              <a:gd name="connsiteX12" fmla="*/ 1942317 w 2135581"/>
              <a:gd name="connsiteY12" fmla="*/ 86928 h 974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2135581" h="974288">
                <a:moveTo>
                  <a:pt x="1942159" y="87086"/>
                </a:moveTo>
                <a:lnTo>
                  <a:pt x="1818019" y="143558"/>
                </a:lnTo>
                <a:lnTo>
                  <a:pt x="1812629" y="146096"/>
                </a:lnTo>
                <a:lnTo>
                  <a:pt x="0" y="970481"/>
                </a:lnTo>
                <a:cubicBezTo>
                  <a:pt x="634" y="971909"/>
                  <a:pt x="1586" y="973019"/>
                  <a:pt x="2220" y="974288"/>
                </a:cubicBezTo>
                <a:lnTo>
                  <a:pt x="1810885" y="151648"/>
                </a:lnTo>
                <a:lnTo>
                  <a:pt x="1816276" y="149110"/>
                </a:lnTo>
                <a:lnTo>
                  <a:pt x="1939939" y="92956"/>
                </a:lnTo>
                <a:lnTo>
                  <a:pt x="1945647" y="90417"/>
                </a:lnTo>
                <a:lnTo>
                  <a:pt x="2135582" y="3966"/>
                </a:lnTo>
                <a:cubicBezTo>
                  <a:pt x="2134948" y="2538"/>
                  <a:pt x="2133997" y="1428"/>
                  <a:pt x="2133363" y="0"/>
                </a:cubicBezTo>
                <a:lnTo>
                  <a:pt x="1947867" y="84390"/>
                </a:lnTo>
                <a:lnTo>
                  <a:pt x="1942317" y="86928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17" name="Freeform 316">
            <a:extLst>
              <a:ext uri="{FF2B5EF4-FFF2-40B4-BE49-F238E27FC236}">
                <a16:creationId xmlns:a16="http://schemas.microsoft.com/office/drawing/2014/main" id="{EF7C9064-7A40-A79E-6649-D95FD82D7FC1}"/>
              </a:ext>
            </a:extLst>
          </p:cNvPr>
          <p:cNvSpPr/>
          <p:nvPr/>
        </p:nvSpPr>
        <p:spPr>
          <a:xfrm>
            <a:off x="4927613" y="1451242"/>
            <a:ext cx="2075493" cy="1119600"/>
          </a:xfrm>
          <a:custGeom>
            <a:avLst/>
            <a:gdLst>
              <a:gd name="connsiteX0" fmla="*/ 1933914 w 2075493"/>
              <a:gd name="connsiteY0" fmla="*/ 92162 h 1300108"/>
              <a:gd name="connsiteX1" fmla="*/ 1939622 w 2075493"/>
              <a:gd name="connsiteY1" fmla="*/ 88514 h 1300108"/>
              <a:gd name="connsiteX2" fmla="*/ 2075494 w 2075493"/>
              <a:gd name="connsiteY2" fmla="*/ 3648 h 1300108"/>
              <a:gd name="connsiteX3" fmla="*/ 2072957 w 2075493"/>
              <a:gd name="connsiteY3" fmla="*/ 0 h 1300108"/>
              <a:gd name="connsiteX4" fmla="*/ 1941524 w 2075493"/>
              <a:gd name="connsiteY4" fmla="*/ 82169 h 1300108"/>
              <a:gd name="connsiteX5" fmla="*/ 1935817 w 2075493"/>
              <a:gd name="connsiteY5" fmla="*/ 85817 h 1300108"/>
              <a:gd name="connsiteX6" fmla="*/ 0 w 2075493"/>
              <a:gd name="connsiteY6" fmla="*/ 1296460 h 1300108"/>
              <a:gd name="connsiteX7" fmla="*/ 2537 w 2075493"/>
              <a:gd name="connsiteY7" fmla="*/ 1300109 h 1300108"/>
              <a:gd name="connsiteX8" fmla="*/ 1933914 w 2075493"/>
              <a:gd name="connsiteY8" fmla="*/ 92321 h 13001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075493" h="1300108">
                <a:moveTo>
                  <a:pt x="1933914" y="92162"/>
                </a:moveTo>
                <a:lnTo>
                  <a:pt x="1939622" y="88514"/>
                </a:lnTo>
                <a:lnTo>
                  <a:pt x="2075494" y="3648"/>
                </a:lnTo>
                <a:cubicBezTo>
                  <a:pt x="2074543" y="2379"/>
                  <a:pt x="2073750" y="1269"/>
                  <a:pt x="2072957" y="0"/>
                </a:cubicBezTo>
                <a:lnTo>
                  <a:pt x="1941524" y="82169"/>
                </a:lnTo>
                <a:lnTo>
                  <a:pt x="1935817" y="85817"/>
                </a:lnTo>
                <a:lnTo>
                  <a:pt x="0" y="1296460"/>
                </a:lnTo>
                <a:cubicBezTo>
                  <a:pt x="793" y="1297729"/>
                  <a:pt x="1744" y="1298840"/>
                  <a:pt x="2537" y="1300109"/>
                </a:cubicBezTo>
                <a:lnTo>
                  <a:pt x="1933914" y="92321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19" name="Freeform 318">
            <a:extLst>
              <a:ext uri="{FF2B5EF4-FFF2-40B4-BE49-F238E27FC236}">
                <a16:creationId xmlns:a16="http://schemas.microsoft.com/office/drawing/2014/main" id="{E5A64F77-4762-1D4D-D6AF-8F840F7162E6}"/>
              </a:ext>
            </a:extLst>
          </p:cNvPr>
          <p:cNvSpPr/>
          <p:nvPr/>
        </p:nvSpPr>
        <p:spPr>
          <a:xfrm>
            <a:off x="6993595" y="297864"/>
            <a:ext cx="100040" cy="86470"/>
          </a:xfrm>
          <a:custGeom>
            <a:avLst/>
            <a:gdLst>
              <a:gd name="connsiteX0" fmla="*/ 37099 w 100040"/>
              <a:gd name="connsiteY0" fmla="*/ 2697 h 100411"/>
              <a:gd name="connsiteX1" fmla="*/ 32660 w 100040"/>
              <a:gd name="connsiteY1" fmla="*/ 3648 h 100411"/>
              <a:gd name="connsiteX2" fmla="*/ 0 w 100040"/>
              <a:gd name="connsiteY2" fmla="*/ 50285 h 100411"/>
              <a:gd name="connsiteX3" fmla="*/ 47880 w 100040"/>
              <a:gd name="connsiteY3" fmla="*/ 99935 h 100411"/>
              <a:gd name="connsiteX4" fmla="*/ 50100 w 100040"/>
              <a:gd name="connsiteY4" fmla="*/ 100411 h 100411"/>
              <a:gd name="connsiteX5" fmla="*/ 50100 w 100040"/>
              <a:gd name="connsiteY5" fmla="*/ 100411 h 100411"/>
              <a:gd name="connsiteX6" fmla="*/ 54539 w 100040"/>
              <a:gd name="connsiteY6" fmla="*/ 99459 h 100411"/>
              <a:gd name="connsiteX7" fmla="*/ 100041 w 100040"/>
              <a:gd name="connsiteY7" fmla="*/ 50285 h 100411"/>
              <a:gd name="connsiteX8" fmla="*/ 97980 w 100040"/>
              <a:gd name="connsiteY8" fmla="*/ 40291 h 100411"/>
              <a:gd name="connsiteX9" fmla="*/ 97029 w 100040"/>
              <a:gd name="connsiteY9" fmla="*/ 35850 h 100411"/>
              <a:gd name="connsiteX10" fmla="*/ 88626 w 100040"/>
              <a:gd name="connsiteY10" fmla="*/ 19828 h 100411"/>
              <a:gd name="connsiteX11" fmla="*/ 86089 w 100040"/>
              <a:gd name="connsiteY11" fmla="*/ 16180 h 100411"/>
              <a:gd name="connsiteX12" fmla="*/ 49782 w 100040"/>
              <a:gd name="connsiteY12" fmla="*/ 0 h 100411"/>
              <a:gd name="connsiteX13" fmla="*/ 41538 w 100040"/>
              <a:gd name="connsiteY13" fmla="*/ 1745 h 100411"/>
              <a:gd name="connsiteX14" fmla="*/ 37258 w 100040"/>
              <a:gd name="connsiteY14" fmla="*/ 2697 h 100411"/>
              <a:gd name="connsiteX15" fmla="*/ 36940 w 100040"/>
              <a:gd name="connsiteY15" fmla="*/ 2697 h 1004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00040" h="100411">
                <a:moveTo>
                  <a:pt x="37099" y="2697"/>
                </a:moveTo>
                <a:cubicBezTo>
                  <a:pt x="35672" y="3173"/>
                  <a:pt x="34087" y="3173"/>
                  <a:pt x="32660" y="3648"/>
                </a:cubicBezTo>
                <a:cubicBezTo>
                  <a:pt x="13635" y="10787"/>
                  <a:pt x="0" y="28712"/>
                  <a:pt x="0" y="50285"/>
                </a:cubicBezTo>
                <a:cubicBezTo>
                  <a:pt x="0" y="77251"/>
                  <a:pt x="21245" y="98666"/>
                  <a:pt x="47880" y="99935"/>
                </a:cubicBezTo>
                <a:cubicBezTo>
                  <a:pt x="48673" y="99935"/>
                  <a:pt x="49307" y="100411"/>
                  <a:pt x="50100" y="100411"/>
                </a:cubicBezTo>
                <a:lnTo>
                  <a:pt x="50100" y="100411"/>
                </a:lnTo>
                <a:cubicBezTo>
                  <a:pt x="51685" y="100411"/>
                  <a:pt x="53112" y="99618"/>
                  <a:pt x="54539" y="99459"/>
                </a:cubicBezTo>
                <a:cubicBezTo>
                  <a:pt x="79906" y="96921"/>
                  <a:pt x="100041" y="76300"/>
                  <a:pt x="100041" y="50285"/>
                </a:cubicBezTo>
                <a:cubicBezTo>
                  <a:pt x="100041" y="46636"/>
                  <a:pt x="98773" y="43622"/>
                  <a:pt x="97980" y="40291"/>
                </a:cubicBezTo>
                <a:cubicBezTo>
                  <a:pt x="97663" y="38864"/>
                  <a:pt x="97504" y="37277"/>
                  <a:pt x="97029" y="35850"/>
                </a:cubicBezTo>
                <a:cubicBezTo>
                  <a:pt x="95126" y="29981"/>
                  <a:pt x="92431" y="24587"/>
                  <a:pt x="88626" y="19828"/>
                </a:cubicBezTo>
                <a:cubicBezTo>
                  <a:pt x="87675" y="18718"/>
                  <a:pt x="87199" y="17290"/>
                  <a:pt x="86089" y="16180"/>
                </a:cubicBezTo>
                <a:cubicBezTo>
                  <a:pt x="76894" y="6345"/>
                  <a:pt x="64210" y="0"/>
                  <a:pt x="49782" y="0"/>
                </a:cubicBezTo>
                <a:cubicBezTo>
                  <a:pt x="46770" y="0"/>
                  <a:pt x="44234" y="1269"/>
                  <a:pt x="41538" y="1745"/>
                </a:cubicBezTo>
                <a:cubicBezTo>
                  <a:pt x="40112" y="2062"/>
                  <a:pt x="38685" y="2221"/>
                  <a:pt x="37258" y="2697"/>
                </a:cubicBezTo>
                <a:cubicBezTo>
                  <a:pt x="37258" y="2697"/>
                  <a:pt x="36940" y="2697"/>
                  <a:pt x="36940" y="2697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33" name="Freeform 332">
            <a:extLst>
              <a:ext uri="{FF2B5EF4-FFF2-40B4-BE49-F238E27FC236}">
                <a16:creationId xmlns:a16="http://schemas.microsoft.com/office/drawing/2014/main" id="{0EA82FDA-77A5-C798-81A6-E855508D7B84}"/>
              </a:ext>
            </a:extLst>
          </p:cNvPr>
          <p:cNvSpPr/>
          <p:nvPr/>
        </p:nvSpPr>
        <p:spPr>
          <a:xfrm>
            <a:off x="1265416" y="95616"/>
            <a:ext cx="100199" cy="86470"/>
          </a:xfrm>
          <a:custGeom>
            <a:avLst/>
            <a:gdLst>
              <a:gd name="connsiteX0" fmla="*/ 50100 w 100199"/>
              <a:gd name="connsiteY0" fmla="*/ 100411 h 100411"/>
              <a:gd name="connsiteX1" fmla="*/ 93224 w 100199"/>
              <a:gd name="connsiteY1" fmla="*/ 74396 h 100411"/>
              <a:gd name="connsiteX2" fmla="*/ 95760 w 100199"/>
              <a:gd name="connsiteY2" fmla="*/ 70589 h 100411"/>
              <a:gd name="connsiteX3" fmla="*/ 100200 w 100199"/>
              <a:gd name="connsiteY3" fmla="*/ 50285 h 100411"/>
              <a:gd name="connsiteX4" fmla="*/ 80540 w 100199"/>
              <a:gd name="connsiteY4" fmla="*/ 11421 h 100411"/>
              <a:gd name="connsiteX5" fmla="*/ 76894 w 100199"/>
              <a:gd name="connsiteY5" fmla="*/ 8883 h 100411"/>
              <a:gd name="connsiteX6" fmla="*/ 50100 w 100199"/>
              <a:gd name="connsiteY6" fmla="*/ 0 h 100411"/>
              <a:gd name="connsiteX7" fmla="*/ 0 w 100199"/>
              <a:gd name="connsiteY7" fmla="*/ 50126 h 100411"/>
              <a:gd name="connsiteX8" fmla="*/ 21403 w 100199"/>
              <a:gd name="connsiteY8" fmla="*/ 90100 h 100411"/>
              <a:gd name="connsiteX9" fmla="*/ 25050 w 100199"/>
              <a:gd name="connsiteY9" fmla="*/ 92638 h 100411"/>
              <a:gd name="connsiteX10" fmla="*/ 50258 w 100199"/>
              <a:gd name="connsiteY10" fmla="*/ 100411 h 1004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00199" h="100411">
                <a:moveTo>
                  <a:pt x="50100" y="100411"/>
                </a:moveTo>
                <a:cubicBezTo>
                  <a:pt x="68966" y="100411"/>
                  <a:pt x="84662" y="89624"/>
                  <a:pt x="93224" y="74396"/>
                </a:cubicBezTo>
                <a:cubicBezTo>
                  <a:pt x="94016" y="73127"/>
                  <a:pt x="95126" y="72017"/>
                  <a:pt x="95760" y="70589"/>
                </a:cubicBezTo>
                <a:cubicBezTo>
                  <a:pt x="98614" y="64403"/>
                  <a:pt x="100200" y="57582"/>
                  <a:pt x="100200" y="50285"/>
                </a:cubicBezTo>
                <a:cubicBezTo>
                  <a:pt x="100200" y="34263"/>
                  <a:pt x="92272" y="20622"/>
                  <a:pt x="80540" y="11421"/>
                </a:cubicBezTo>
                <a:cubicBezTo>
                  <a:pt x="79430" y="10469"/>
                  <a:pt x="78162" y="9676"/>
                  <a:pt x="76894" y="8883"/>
                </a:cubicBezTo>
                <a:cubicBezTo>
                  <a:pt x="69125" y="3807"/>
                  <a:pt x="60247" y="0"/>
                  <a:pt x="50100" y="0"/>
                </a:cubicBezTo>
                <a:cubicBezTo>
                  <a:pt x="22355" y="0"/>
                  <a:pt x="0" y="22525"/>
                  <a:pt x="0" y="50126"/>
                </a:cubicBezTo>
                <a:cubicBezTo>
                  <a:pt x="0" y="66782"/>
                  <a:pt x="8720" y="80900"/>
                  <a:pt x="21403" y="90100"/>
                </a:cubicBezTo>
                <a:cubicBezTo>
                  <a:pt x="22513" y="91052"/>
                  <a:pt x="23782" y="91845"/>
                  <a:pt x="25050" y="92638"/>
                </a:cubicBezTo>
                <a:cubicBezTo>
                  <a:pt x="32501" y="97080"/>
                  <a:pt x="40746" y="100411"/>
                  <a:pt x="50258" y="100411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34" name="Freeform 333">
            <a:extLst>
              <a:ext uri="{FF2B5EF4-FFF2-40B4-BE49-F238E27FC236}">
                <a16:creationId xmlns:a16="http://schemas.microsoft.com/office/drawing/2014/main" id="{0553AF0E-CB67-F3AE-41F5-400B3E119DD1}"/>
              </a:ext>
            </a:extLst>
          </p:cNvPr>
          <p:cNvSpPr/>
          <p:nvPr/>
        </p:nvSpPr>
        <p:spPr>
          <a:xfrm>
            <a:off x="1534940" y="230606"/>
            <a:ext cx="100199" cy="86470"/>
          </a:xfrm>
          <a:custGeom>
            <a:avLst/>
            <a:gdLst>
              <a:gd name="connsiteX0" fmla="*/ 50100 w 100199"/>
              <a:gd name="connsiteY0" fmla="*/ 0 h 100411"/>
              <a:gd name="connsiteX1" fmla="*/ 6976 w 100199"/>
              <a:gd name="connsiteY1" fmla="*/ 26015 h 100411"/>
              <a:gd name="connsiteX2" fmla="*/ 4439 w 100199"/>
              <a:gd name="connsiteY2" fmla="*/ 29822 h 100411"/>
              <a:gd name="connsiteX3" fmla="*/ 0 w 100199"/>
              <a:gd name="connsiteY3" fmla="*/ 50126 h 100411"/>
              <a:gd name="connsiteX4" fmla="*/ 15696 w 100199"/>
              <a:gd name="connsiteY4" fmla="*/ 86293 h 100411"/>
              <a:gd name="connsiteX5" fmla="*/ 19342 w 100199"/>
              <a:gd name="connsiteY5" fmla="*/ 88831 h 100411"/>
              <a:gd name="connsiteX6" fmla="*/ 50100 w 100199"/>
              <a:gd name="connsiteY6" fmla="*/ 100411 h 100411"/>
              <a:gd name="connsiteX7" fmla="*/ 100200 w 100199"/>
              <a:gd name="connsiteY7" fmla="*/ 50285 h 100411"/>
              <a:gd name="connsiteX8" fmla="*/ 69759 w 100199"/>
              <a:gd name="connsiteY8" fmla="*/ 4124 h 100411"/>
              <a:gd name="connsiteX9" fmla="*/ 65320 w 100199"/>
              <a:gd name="connsiteY9" fmla="*/ 3173 h 100411"/>
              <a:gd name="connsiteX10" fmla="*/ 50100 w 100199"/>
              <a:gd name="connsiteY10" fmla="*/ 159 h 1004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00199" h="100411">
                <a:moveTo>
                  <a:pt x="50100" y="0"/>
                </a:moveTo>
                <a:cubicBezTo>
                  <a:pt x="31233" y="0"/>
                  <a:pt x="15537" y="10787"/>
                  <a:pt x="6976" y="26015"/>
                </a:cubicBezTo>
                <a:cubicBezTo>
                  <a:pt x="6183" y="27443"/>
                  <a:pt x="5073" y="28394"/>
                  <a:pt x="4439" y="29822"/>
                </a:cubicBezTo>
                <a:cubicBezTo>
                  <a:pt x="1585" y="36008"/>
                  <a:pt x="0" y="42829"/>
                  <a:pt x="0" y="50126"/>
                </a:cubicBezTo>
                <a:cubicBezTo>
                  <a:pt x="0" y="64403"/>
                  <a:pt x="6025" y="77093"/>
                  <a:pt x="15696" y="86293"/>
                </a:cubicBezTo>
                <a:cubicBezTo>
                  <a:pt x="16806" y="87245"/>
                  <a:pt x="18233" y="87879"/>
                  <a:pt x="19342" y="88831"/>
                </a:cubicBezTo>
                <a:cubicBezTo>
                  <a:pt x="27904" y="95652"/>
                  <a:pt x="38368" y="100411"/>
                  <a:pt x="50100" y="100411"/>
                </a:cubicBezTo>
                <a:cubicBezTo>
                  <a:pt x="77845" y="100411"/>
                  <a:pt x="100200" y="78045"/>
                  <a:pt x="100200" y="50285"/>
                </a:cubicBezTo>
                <a:cubicBezTo>
                  <a:pt x="100200" y="29505"/>
                  <a:pt x="87675" y="11897"/>
                  <a:pt x="69759" y="4124"/>
                </a:cubicBezTo>
                <a:cubicBezTo>
                  <a:pt x="68332" y="3490"/>
                  <a:pt x="66747" y="3648"/>
                  <a:pt x="65320" y="3173"/>
                </a:cubicBezTo>
                <a:cubicBezTo>
                  <a:pt x="60405" y="1586"/>
                  <a:pt x="55490" y="159"/>
                  <a:pt x="50100" y="159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36" name="Freeform 335">
            <a:extLst>
              <a:ext uri="{FF2B5EF4-FFF2-40B4-BE49-F238E27FC236}">
                <a16:creationId xmlns:a16="http://schemas.microsoft.com/office/drawing/2014/main" id="{090B7A77-980C-4D24-063B-B0C5AB059233}"/>
              </a:ext>
            </a:extLst>
          </p:cNvPr>
          <p:cNvSpPr/>
          <p:nvPr/>
        </p:nvSpPr>
        <p:spPr>
          <a:xfrm>
            <a:off x="2680575" y="6029065"/>
            <a:ext cx="100199" cy="86333"/>
          </a:xfrm>
          <a:custGeom>
            <a:avLst/>
            <a:gdLst>
              <a:gd name="connsiteX0" fmla="*/ 11257 w 100199"/>
              <a:gd name="connsiteY0" fmla="*/ 19828 h 100252"/>
              <a:gd name="connsiteX1" fmla="*/ 8720 w 100199"/>
              <a:gd name="connsiteY1" fmla="*/ 23477 h 100252"/>
              <a:gd name="connsiteX2" fmla="*/ 0 w 100199"/>
              <a:gd name="connsiteY2" fmla="*/ 50126 h 100252"/>
              <a:gd name="connsiteX3" fmla="*/ 45185 w 100199"/>
              <a:gd name="connsiteY3" fmla="*/ 99300 h 100252"/>
              <a:gd name="connsiteX4" fmla="*/ 49466 w 100199"/>
              <a:gd name="connsiteY4" fmla="*/ 100253 h 100252"/>
              <a:gd name="connsiteX5" fmla="*/ 49624 w 100199"/>
              <a:gd name="connsiteY5" fmla="*/ 100253 h 100252"/>
              <a:gd name="connsiteX6" fmla="*/ 50100 w 100199"/>
              <a:gd name="connsiteY6" fmla="*/ 100253 h 100252"/>
              <a:gd name="connsiteX7" fmla="*/ 54063 w 100199"/>
              <a:gd name="connsiteY7" fmla="*/ 99459 h 100252"/>
              <a:gd name="connsiteX8" fmla="*/ 54539 w 100199"/>
              <a:gd name="connsiteY8" fmla="*/ 99459 h 100252"/>
              <a:gd name="connsiteX9" fmla="*/ 58820 w 100199"/>
              <a:gd name="connsiteY9" fmla="*/ 98507 h 100252"/>
              <a:gd name="connsiteX10" fmla="*/ 100200 w 100199"/>
              <a:gd name="connsiteY10" fmla="*/ 50126 h 100252"/>
              <a:gd name="connsiteX11" fmla="*/ 50100 w 100199"/>
              <a:gd name="connsiteY11" fmla="*/ 0 h 100252"/>
              <a:gd name="connsiteX12" fmla="*/ 28696 w 100199"/>
              <a:gd name="connsiteY12" fmla="*/ 5234 h 100252"/>
              <a:gd name="connsiteX13" fmla="*/ 25050 w 100199"/>
              <a:gd name="connsiteY13" fmla="*/ 7773 h 100252"/>
              <a:gd name="connsiteX14" fmla="*/ 11257 w 100199"/>
              <a:gd name="connsiteY14" fmla="*/ 19828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00199" h="100252">
                <a:moveTo>
                  <a:pt x="11257" y="19828"/>
                </a:moveTo>
                <a:cubicBezTo>
                  <a:pt x="10305" y="20939"/>
                  <a:pt x="9513" y="22208"/>
                  <a:pt x="8720" y="23477"/>
                </a:cubicBezTo>
                <a:cubicBezTo>
                  <a:pt x="3647" y="31250"/>
                  <a:pt x="0" y="40133"/>
                  <a:pt x="0" y="50126"/>
                </a:cubicBezTo>
                <a:cubicBezTo>
                  <a:pt x="0" y="76141"/>
                  <a:pt x="19977" y="96604"/>
                  <a:pt x="45185" y="99300"/>
                </a:cubicBezTo>
                <a:cubicBezTo>
                  <a:pt x="46612" y="99300"/>
                  <a:pt x="48039" y="100094"/>
                  <a:pt x="49466" y="100253"/>
                </a:cubicBezTo>
                <a:lnTo>
                  <a:pt x="49624" y="100253"/>
                </a:lnTo>
                <a:cubicBezTo>
                  <a:pt x="49624" y="100253"/>
                  <a:pt x="50100" y="100253"/>
                  <a:pt x="50100" y="100253"/>
                </a:cubicBezTo>
                <a:cubicBezTo>
                  <a:pt x="51527" y="100253"/>
                  <a:pt x="52637" y="99618"/>
                  <a:pt x="54063" y="99459"/>
                </a:cubicBezTo>
                <a:lnTo>
                  <a:pt x="54539" y="99459"/>
                </a:lnTo>
                <a:cubicBezTo>
                  <a:pt x="56125" y="99142"/>
                  <a:pt x="57393" y="98666"/>
                  <a:pt x="58820" y="98507"/>
                </a:cubicBezTo>
                <a:cubicBezTo>
                  <a:pt x="82126" y="94225"/>
                  <a:pt x="100200" y="74713"/>
                  <a:pt x="100200" y="50126"/>
                </a:cubicBezTo>
                <a:cubicBezTo>
                  <a:pt x="100200" y="22525"/>
                  <a:pt x="77845" y="0"/>
                  <a:pt x="50100" y="0"/>
                </a:cubicBezTo>
                <a:cubicBezTo>
                  <a:pt x="42331" y="0"/>
                  <a:pt x="35197" y="2062"/>
                  <a:pt x="28696" y="5234"/>
                </a:cubicBezTo>
                <a:cubicBezTo>
                  <a:pt x="27270" y="5869"/>
                  <a:pt x="26318" y="6980"/>
                  <a:pt x="25050" y="7773"/>
                </a:cubicBezTo>
                <a:cubicBezTo>
                  <a:pt x="19659" y="10945"/>
                  <a:pt x="15062" y="14911"/>
                  <a:pt x="11257" y="19828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37" name="Freeform 336">
            <a:extLst>
              <a:ext uri="{FF2B5EF4-FFF2-40B4-BE49-F238E27FC236}">
                <a16:creationId xmlns:a16="http://schemas.microsoft.com/office/drawing/2014/main" id="{8592BFEE-67FD-C6EC-7CFF-9DF4AEB548E6}"/>
              </a:ext>
            </a:extLst>
          </p:cNvPr>
          <p:cNvSpPr/>
          <p:nvPr/>
        </p:nvSpPr>
        <p:spPr>
          <a:xfrm>
            <a:off x="2815337" y="7040789"/>
            <a:ext cx="100040" cy="86333"/>
          </a:xfrm>
          <a:custGeom>
            <a:avLst/>
            <a:gdLst>
              <a:gd name="connsiteX0" fmla="*/ 36624 w 100040"/>
              <a:gd name="connsiteY0" fmla="*/ 2379 h 100252"/>
              <a:gd name="connsiteX1" fmla="*/ 32343 w 100040"/>
              <a:gd name="connsiteY1" fmla="*/ 3331 h 100252"/>
              <a:gd name="connsiteX2" fmla="*/ 0 w 100040"/>
              <a:gd name="connsiteY2" fmla="*/ 49809 h 100252"/>
              <a:gd name="connsiteX3" fmla="*/ 32660 w 100040"/>
              <a:gd name="connsiteY3" fmla="*/ 96445 h 100252"/>
              <a:gd name="connsiteX4" fmla="*/ 36941 w 100040"/>
              <a:gd name="connsiteY4" fmla="*/ 97397 h 100252"/>
              <a:gd name="connsiteX5" fmla="*/ 39160 w 100040"/>
              <a:gd name="connsiteY5" fmla="*/ 97873 h 100252"/>
              <a:gd name="connsiteX6" fmla="*/ 42648 w 100040"/>
              <a:gd name="connsiteY6" fmla="*/ 98666 h 100252"/>
              <a:gd name="connsiteX7" fmla="*/ 44075 w 100040"/>
              <a:gd name="connsiteY7" fmla="*/ 98983 h 100252"/>
              <a:gd name="connsiteX8" fmla="*/ 48356 w 100040"/>
              <a:gd name="connsiteY8" fmla="*/ 99935 h 100252"/>
              <a:gd name="connsiteX9" fmla="*/ 49941 w 100040"/>
              <a:gd name="connsiteY9" fmla="*/ 100253 h 100252"/>
              <a:gd name="connsiteX10" fmla="*/ 100041 w 100040"/>
              <a:gd name="connsiteY10" fmla="*/ 50126 h 100252"/>
              <a:gd name="connsiteX11" fmla="*/ 49941 w 100040"/>
              <a:gd name="connsiteY11" fmla="*/ 0 h 100252"/>
              <a:gd name="connsiteX12" fmla="*/ 45661 w 100040"/>
              <a:gd name="connsiteY12" fmla="*/ 952 h 100252"/>
              <a:gd name="connsiteX13" fmla="*/ 41380 w 100040"/>
              <a:gd name="connsiteY13" fmla="*/ 1903 h 100252"/>
              <a:gd name="connsiteX14" fmla="*/ 36465 w 100040"/>
              <a:gd name="connsiteY14" fmla="*/ 2855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00040" h="100252">
                <a:moveTo>
                  <a:pt x="36624" y="2379"/>
                </a:moveTo>
                <a:cubicBezTo>
                  <a:pt x="35197" y="2855"/>
                  <a:pt x="33611" y="2696"/>
                  <a:pt x="32343" y="3331"/>
                </a:cubicBezTo>
                <a:cubicBezTo>
                  <a:pt x="13476" y="10469"/>
                  <a:pt x="0" y="28553"/>
                  <a:pt x="0" y="49809"/>
                </a:cubicBezTo>
                <a:cubicBezTo>
                  <a:pt x="0" y="71065"/>
                  <a:pt x="13635" y="89307"/>
                  <a:pt x="32660" y="96445"/>
                </a:cubicBezTo>
                <a:cubicBezTo>
                  <a:pt x="34087" y="96921"/>
                  <a:pt x="35514" y="96921"/>
                  <a:pt x="36941" y="97397"/>
                </a:cubicBezTo>
                <a:cubicBezTo>
                  <a:pt x="37733" y="97556"/>
                  <a:pt x="38368" y="97714"/>
                  <a:pt x="39160" y="97873"/>
                </a:cubicBezTo>
                <a:cubicBezTo>
                  <a:pt x="40270" y="98190"/>
                  <a:pt x="41539" y="98349"/>
                  <a:pt x="42648" y="98666"/>
                </a:cubicBezTo>
                <a:cubicBezTo>
                  <a:pt x="43124" y="98666"/>
                  <a:pt x="43599" y="98983"/>
                  <a:pt x="44075" y="98983"/>
                </a:cubicBezTo>
                <a:cubicBezTo>
                  <a:pt x="45502" y="99142"/>
                  <a:pt x="46929" y="99777"/>
                  <a:pt x="48356" y="99935"/>
                </a:cubicBezTo>
                <a:cubicBezTo>
                  <a:pt x="48990" y="99935"/>
                  <a:pt x="49466" y="100253"/>
                  <a:pt x="49941" y="100253"/>
                </a:cubicBezTo>
                <a:cubicBezTo>
                  <a:pt x="77686" y="100253"/>
                  <a:pt x="100041" y="77727"/>
                  <a:pt x="100041" y="50126"/>
                </a:cubicBezTo>
                <a:cubicBezTo>
                  <a:pt x="100041" y="22525"/>
                  <a:pt x="77686" y="0"/>
                  <a:pt x="49941" y="0"/>
                </a:cubicBezTo>
                <a:cubicBezTo>
                  <a:pt x="48356" y="0"/>
                  <a:pt x="47087" y="793"/>
                  <a:pt x="45661" y="952"/>
                </a:cubicBezTo>
                <a:cubicBezTo>
                  <a:pt x="44075" y="1111"/>
                  <a:pt x="42807" y="1586"/>
                  <a:pt x="41380" y="1903"/>
                </a:cubicBezTo>
                <a:cubicBezTo>
                  <a:pt x="39795" y="2221"/>
                  <a:pt x="38051" y="2379"/>
                  <a:pt x="36465" y="2855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38" name="Freeform 337">
            <a:extLst>
              <a:ext uri="{FF2B5EF4-FFF2-40B4-BE49-F238E27FC236}">
                <a16:creationId xmlns:a16="http://schemas.microsoft.com/office/drawing/2014/main" id="{3198F166-F4AA-A68D-EBAE-1BC5039FE243}"/>
              </a:ext>
            </a:extLst>
          </p:cNvPr>
          <p:cNvSpPr/>
          <p:nvPr/>
        </p:nvSpPr>
        <p:spPr>
          <a:xfrm>
            <a:off x="2141052" y="5017816"/>
            <a:ext cx="100199" cy="86333"/>
          </a:xfrm>
          <a:custGeom>
            <a:avLst/>
            <a:gdLst>
              <a:gd name="connsiteX0" fmla="*/ 14586 w 100199"/>
              <a:gd name="connsiteY0" fmla="*/ 15228 h 100252"/>
              <a:gd name="connsiteX1" fmla="*/ 12208 w 100199"/>
              <a:gd name="connsiteY1" fmla="*/ 18718 h 100252"/>
              <a:gd name="connsiteX2" fmla="*/ 9671 w 100199"/>
              <a:gd name="connsiteY2" fmla="*/ 22366 h 100252"/>
              <a:gd name="connsiteX3" fmla="*/ 3488 w 100199"/>
              <a:gd name="connsiteY3" fmla="*/ 33470 h 100252"/>
              <a:gd name="connsiteX4" fmla="*/ 2537 w 100199"/>
              <a:gd name="connsiteY4" fmla="*/ 37912 h 100252"/>
              <a:gd name="connsiteX5" fmla="*/ 0 w 100199"/>
              <a:gd name="connsiteY5" fmla="*/ 50126 h 100252"/>
              <a:gd name="connsiteX6" fmla="*/ 50100 w 100199"/>
              <a:gd name="connsiteY6" fmla="*/ 100253 h 100252"/>
              <a:gd name="connsiteX7" fmla="*/ 63576 w 100199"/>
              <a:gd name="connsiteY7" fmla="*/ 97556 h 100252"/>
              <a:gd name="connsiteX8" fmla="*/ 67857 w 100199"/>
              <a:gd name="connsiteY8" fmla="*/ 96604 h 100252"/>
              <a:gd name="connsiteX9" fmla="*/ 71503 w 100199"/>
              <a:gd name="connsiteY9" fmla="*/ 95018 h 100252"/>
              <a:gd name="connsiteX10" fmla="*/ 75308 w 100199"/>
              <a:gd name="connsiteY10" fmla="*/ 92479 h 100252"/>
              <a:gd name="connsiteX11" fmla="*/ 100200 w 100199"/>
              <a:gd name="connsiteY11" fmla="*/ 50126 h 100252"/>
              <a:gd name="connsiteX12" fmla="*/ 50100 w 100199"/>
              <a:gd name="connsiteY12" fmla="*/ 0 h 100252"/>
              <a:gd name="connsiteX13" fmla="*/ 17757 w 100199"/>
              <a:gd name="connsiteY13" fmla="*/ 12690 h 100252"/>
              <a:gd name="connsiteX14" fmla="*/ 14269 w 100199"/>
              <a:gd name="connsiteY14" fmla="*/ 15387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00199" h="100252">
                <a:moveTo>
                  <a:pt x="14586" y="15228"/>
                </a:moveTo>
                <a:cubicBezTo>
                  <a:pt x="13635" y="16180"/>
                  <a:pt x="13159" y="17607"/>
                  <a:pt x="12208" y="18718"/>
                </a:cubicBezTo>
                <a:cubicBezTo>
                  <a:pt x="11257" y="19828"/>
                  <a:pt x="10622" y="21097"/>
                  <a:pt x="9671" y="22366"/>
                </a:cubicBezTo>
                <a:cubicBezTo>
                  <a:pt x="7293" y="25856"/>
                  <a:pt x="4915" y="29346"/>
                  <a:pt x="3488" y="33470"/>
                </a:cubicBezTo>
                <a:cubicBezTo>
                  <a:pt x="3012" y="34898"/>
                  <a:pt x="3012" y="36484"/>
                  <a:pt x="2537" y="37912"/>
                </a:cubicBezTo>
                <a:cubicBezTo>
                  <a:pt x="1427" y="41877"/>
                  <a:pt x="0" y="45843"/>
                  <a:pt x="0" y="50126"/>
                </a:cubicBezTo>
                <a:cubicBezTo>
                  <a:pt x="0" y="77886"/>
                  <a:pt x="22513" y="100253"/>
                  <a:pt x="50100" y="100253"/>
                </a:cubicBezTo>
                <a:cubicBezTo>
                  <a:pt x="54856" y="100253"/>
                  <a:pt x="59295" y="98824"/>
                  <a:pt x="63576" y="97556"/>
                </a:cubicBezTo>
                <a:cubicBezTo>
                  <a:pt x="65003" y="97080"/>
                  <a:pt x="66588" y="97239"/>
                  <a:pt x="67857" y="96604"/>
                </a:cubicBezTo>
                <a:cubicBezTo>
                  <a:pt x="69125" y="96128"/>
                  <a:pt x="70235" y="95493"/>
                  <a:pt x="71503" y="95018"/>
                </a:cubicBezTo>
                <a:cubicBezTo>
                  <a:pt x="72930" y="94383"/>
                  <a:pt x="73881" y="93273"/>
                  <a:pt x="75308" y="92479"/>
                </a:cubicBezTo>
                <a:cubicBezTo>
                  <a:pt x="89894" y="83755"/>
                  <a:pt x="100200" y="68368"/>
                  <a:pt x="100200" y="50126"/>
                </a:cubicBezTo>
                <a:cubicBezTo>
                  <a:pt x="100200" y="22525"/>
                  <a:pt x="77686" y="0"/>
                  <a:pt x="50100" y="0"/>
                </a:cubicBezTo>
                <a:cubicBezTo>
                  <a:pt x="37575" y="0"/>
                  <a:pt x="26477" y="5076"/>
                  <a:pt x="17757" y="12690"/>
                </a:cubicBezTo>
                <a:cubicBezTo>
                  <a:pt x="16647" y="13642"/>
                  <a:pt x="15220" y="14276"/>
                  <a:pt x="14269" y="15387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39" name="Freeform 338">
            <a:extLst>
              <a:ext uri="{FF2B5EF4-FFF2-40B4-BE49-F238E27FC236}">
                <a16:creationId xmlns:a16="http://schemas.microsoft.com/office/drawing/2014/main" id="{0837A50D-F0A6-8F58-301C-3273E412EDDC}"/>
              </a:ext>
            </a:extLst>
          </p:cNvPr>
          <p:cNvSpPr/>
          <p:nvPr/>
        </p:nvSpPr>
        <p:spPr>
          <a:xfrm>
            <a:off x="995892" y="3804478"/>
            <a:ext cx="100358" cy="86196"/>
          </a:xfrm>
          <a:custGeom>
            <a:avLst/>
            <a:gdLst>
              <a:gd name="connsiteX0" fmla="*/ 11257 w 100358"/>
              <a:gd name="connsiteY0" fmla="*/ 19353 h 100093"/>
              <a:gd name="connsiteX1" fmla="*/ 8720 w 100358"/>
              <a:gd name="connsiteY1" fmla="*/ 23001 h 100093"/>
              <a:gd name="connsiteX2" fmla="*/ 5708 w 100358"/>
              <a:gd name="connsiteY2" fmla="*/ 27442 h 100093"/>
              <a:gd name="connsiteX3" fmla="*/ 3646 w 100358"/>
              <a:gd name="connsiteY3" fmla="*/ 31408 h 100093"/>
              <a:gd name="connsiteX4" fmla="*/ 3646 w 100358"/>
              <a:gd name="connsiteY4" fmla="*/ 31884 h 100093"/>
              <a:gd name="connsiteX5" fmla="*/ 0 w 100358"/>
              <a:gd name="connsiteY5" fmla="*/ 49809 h 100093"/>
              <a:gd name="connsiteX6" fmla="*/ 13476 w 100358"/>
              <a:gd name="connsiteY6" fmla="*/ 83438 h 100093"/>
              <a:gd name="connsiteX7" fmla="*/ 16647 w 100358"/>
              <a:gd name="connsiteY7" fmla="*/ 86452 h 100093"/>
              <a:gd name="connsiteX8" fmla="*/ 24733 w 100358"/>
              <a:gd name="connsiteY8" fmla="*/ 92004 h 100093"/>
              <a:gd name="connsiteX9" fmla="*/ 28379 w 100358"/>
              <a:gd name="connsiteY9" fmla="*/ 94542 h 100093"/>
              <a:gd name="connsiteX10" fmla="*/ 50258 w 100358"/>
              <a:gd name="connsiteY10" fmla="*/ 100094 h 100093"/>
              <a:gd name="connsiteX11" fmla="*/ 82601 w 100358"/>
              <a:gd name="connsiteY11" fmla="*/ 87562 h 100093"/>
              <a:gd name="connsiteX12" fmla="*/ 86089 w 100358"/>
              <a:gd name="connsiteY12" fmla="*/ 84866 h 100093"/>
              <a:gd name="connsiteX13" fmla="*/ 100358 w 100358"/>
              <a:gd name="connsiteY13" fmla="*/ 50126 h 100093"/>
              <a:gd name="connsiteX14" fmla="*/ 50258 w 100358"/>
              <a:gd name="connsiteY14" fmla="*/ 0 h 100093"/>
              <a:gd name="connsiteX15" fmla="*/ 31867 w 100358"/>
              <a:gd name="connsiteY15" fmla="*/ 3648 h 100093"/>
              <a:gd name="connsiteX16" fmla="*/ 27904 w 100358"/>
              <a:gd name="connsiteY16" fmla="*/ 5711 h 100093"/>
              <a:gd name="connsiteX17" fmla="*/ 11415 w 100358"/>
              <a:gd name="connsiteY17" fmla="*/ 19670 h 1000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00358" h="100093">
                <a:moveTo>
                  <a:pt x="11257" y="19353"/>
                </a:moveTo>
                <a:cubicBezTo>
                  <a:pt x="10305" y="20463"/>
                  <a:pt x="9513" y="21732"/>
                  <a:pt x="8720" y="23001"/>
                </a:cubicBezTo>
                <a:cubicBezTo>
                  <a:pt x="7769" y="24587"/>
                  <a:pt x="6500" y="25856"/>
                  <a:pt x="5708" y="27442"/>
                </a:cubicBezTo>
                <a:cubicBezTo>
                  <a:pt x="5073" y="28870"/>
                  <a:pt x="4122" y="29981"/>
                  <a:pt x="3646" y="31408"/>
                </a:cubicBezTo>
                <a:cubicBezTo>
                  <a:pt x="3646" y="31567"/>
                  <a:pt x="3646" y="31884"/>
                  <a:pt x="3646" y="31884"/>
                </a:cubicBezTo>
                <a:cubicBezTo>
                  <a:pt x="1427" y="37595"/>
                  <a:pt x="0" y="43464"/>
                  <a:pt x="0" y="49809"/>
                </a:cubicBezTo>
                <a:cubicBezTo>
                  <a:pt x="0" y="62816"/>
                  <a:pt x="5232" y="74555"/>
                  <a:pt x="13476" y="83438"/>
                </a:cubicBezTo>
                <a:cubicBezTo>
                  <a:pt x="14427" y="84548"/>
                  <a:pt x="15537" y="85500"/>
                  <a:pt x="16647" y="86452"/>
                </a:cubicBezTo>
                <a:cubicBezTo>
                  <a:pt x="19025" y="88673"/>
                  <a:pt x="21879" y="90259"/>
                  <a:pt x="24733" y="92004"/>
                </a:cubicBezTo>
                <a:cubicBezTo>
                  <a:pt x="26001" y="92797"/>
                  <a:pt x="27111" y="93907"/>
                  <a:pt x="28379" y="94542"/>
                </a:cubicBezTo>
                <a:cubicBezTo>
                  <a:pt x="35038" y="97873"/>
                  <a:pt x="42331" y="100094"/>
                  <a:pt x="50258" y="100094"/>
                </a:cubicBezTo>
                <a:cubicBezTo>
                  <a:pt x="62783" y="100094"/>
                  <a:pt x="73881" y="95018"/>
                  <a:pt x="82601" y="87562"/>
                </a:cubicBezTo>
                <a:cubicBezTo>
                  <a:pt x="83711" y="86611"/>
                  <a:pt x="85138" y="85976"/>
                  <a:pt x="86089" y="84866"/>
                </a:cubicBezTo>
                <a:cubicBezTo>
                  <a:pt x="94809" y="75824"/>
                  <a:pt x="100358" y="63609"/>
                  <a:pt x="100358" y="50126"/>
                </a:cubicBezTo>
                <a:cubicBezTo>
                  <a:pt x="100358" y="22366"/>
                  <a:pt x="77845" y="0"/>
                  <a:pt x="50258" y="0"/>
                </a:cubicBezTo>
                <a:cubicBezTo>
                  <a:pt x="43758" y="0"/>
                  <a:pt x="37575" y="1428"/>
                  <a:pt x="31867" y="3648"/>
                </a:cubicBezTo>
                <a:cubicBezTo>
                  <a:pt x="30440" y="4283"/>
                  <a:pt x="29331" y="5076"/>
                  <a:pt x="27904" y="5711"/>
                </a:cubicBezTo>
                <a:cubicBezTo>
                  <a:pt x="21245" y="9042"/>
                  <a:pt x="15854" y="13800"/>
                  <a:pt x="11415" y="1967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40" name="Freeform 339">
            <a:extLst>
              <a:ext uri="{FF2B5EF4-FFF2-40B4-BE49-F238E27FC236}">
                <a16:creationId xmlns:a16="http://schemas.microsoft.com/office/drawing/2014/main" id="{2BBE1F71-99B8-A7EC-5133-8E92C9C71C36}"/>
              </a:ext>
            </a:extLst>
          </p:cNvPr>
          <p:cNvSpPr/>
          <p:nvPr/>
        </p:nvSpPr>
        <p:spPr>
          <a:xfrm>
            <a:off x="793590" y="4006251"/>
            <a:ext cx="100358" cy="86470"/>
          </a:xfrm>
          <a:custGeom>
            <a:avLst/>
            <a:gdLst>
              <a:gd name="connsiteX0" fmla="*/ 19977 w 100358"/>
              <a:gd name="connsiteY0" fmla="*/ 11104 h 100411"/>
              <a:gd name="connsiteX1" fmla="*/ 16330 w 100358"/>
              <a:gd name="connsiteY1" fmla="*/ 13642 h 100411"/>
              <a:gd name="connsiteX2" fmla="*/ 11098 w 100358"/>
              <a:gd name="connsiteY2" fmla="*/ 19987 h 100411"/>
              <a:gd name="connsiteX3" fmla="*/ 8720 w 100358"/>
              <a:gd name="connsiteY3" fmla="*/ 23636 h 100411"/>
              <a:gd name="connsiteX4" fmla="*/ 6500 w 100358"/>
              <a:gd name="connsiteY4" fmla="*/ 26967 h 100411"/>
              <a:gd name="connsiteX5" fmla="*/ 2537 w 100358"/>
              <a:gd name="connsiteY5" fmla="*/ 37753 h 100411"/>
              <a:gd name="connsiteX6" fmla="*/ 1744 w 100358"/>
              <a:gd name="connsiteY6" fmla="*/ 42036 h 100411"/>
              <a:gd name="connsiteX7" fmla="*/ 0 w 100358"/>
              <a:gd name="connsiteY7" fmla="*/ 50285 h 100411"/>
              <a:gd name="connsiteX8" fmla="*/ 30440 w 100358"/>
              <a:gd name="connsiteY8" fmla="*/ 96445 h 100411"/>
              <a:gd name="connsiteX9" fmla="*/ 34880 w 100358"/>
              <a:gd name="connsiteY9" fmla="*/ 97397 h 100411"/>
              <a:gd name="connsiteX10" fmla="*/ 50100 w 100358"/>
              <a:gd name="connsiteY10" fmla="*/ 100411 h 100411"/>
              <a:gd name="connsiteX11" fmla="*/ 88309 w 100358"/>
              <a:gd name="connsiteY11" fmla="*/ 81693 h 100411"/>
              <a:gd name="connsiteX12" fmla="*/ 90846 w 100358"/>
              <a:gd name="connsiteY12" fmla="*/ 78045 h 100411"/>
              <a:gd name="connsiteX13" fmla="*/ 100358 w 100358"/>
              <a:gd name="connsiteY13" fmla="*/ 50285 h 100411"/>
              <a:gd name="connsiteX14" fmla="*/ 86882 w 100358"/>
              <a:gd name="connsiteY14" fmla="*/ 16656 h 100411"/>
              <a:gd name="connsiteX15" fmla="*/ 83870 w 100358"/>
              <a:gd name="connsiteY15" fmla="*/ 13483 h 100411"/>
              <a:gd name="connsiteX16" fmla="*/ 50258 w 100358"/>
              <a:gd name="connsiteY16" fmla="*/ 0 h 100411"/>
              <a:gd name="connsiteX17" fmla="*/ 37733 w 100358"/>
              <a:gd name="connsiteY17" fmla="*/ 2538 h 100411"/>
              <a:gd name="connsiteX18" fmla="*/ 33294 w 100358"/>
              <a:gd name="connsiteY18" fmla="*/ 3490 h 100411"/>
              <a:gd name="connsiteX19" fmla="*/ 20135 w 100358"/>
              <a:gd name="connsiteY19" fmla="*/ 11262 h 1004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00358" h="100411">
                <a:moveTo>
                  <a:pt x="19977" y="11104"/>
                </a:moveTo>
                <a:cubicBezTo>
                  <a:pt x="18867" y="12056"/>
                  <a:pt x="17440" y="12531"/>
                  <a:pt x="16330" y="13642"/>
                </a:cubicBezTo>
                <a:cubicBezTo>
                  <a:pt x="14269" y="15545"/>
                  <a:pt x="12842" y="17766"/>
                  <a:pt x="11098" y="19987"/>
                </a:cubicBezTo>
                <a:cubicBezTo>
                  <a:pt x="10147" y="21097"/>
                  <a:pt x="9513" y="22366"/>
                  <a:pt x="8720" y="23636"/>
                </a:cubicBezTo>
                <a:cubicBezTo>
                  <a:pt x="7927" y="24746"/>
                  <a:pt x="7134" y="25698"/>
                  <a:pt x="6500" y="26967"/>
                </a:cubicBezTo>
                <a:cubicBezTo>
                  <a:pt x="4598" y="30456"/>
                  <a:pt x="3488" y="33946"/>
                  <a:pt x="2537" y="37753"/>
                </a:cubicBezTo>
                <a:cubicBezTo>
                  <a:pt x="2220" y="39181"/>
                  <a:pt x="1903" y="40609"/>
                  <a:pt x="1744" y="42036"/>
                </a:cubicBezTo>
                <a:cubicBezTo>
                  <a:pt x="1268" y="44892"/>
                  <a:pt x="0" y="47430"/>
                  <a:pt x="0" y="50285"/>
                </a:cubicBezTo>
                <a:cubicBezTo>
                  <a:pt x="0" y="71065"/>
                  <a:pt x="12525" y="88831"/>
                  <a:pt x="30440" y="96445"/>
                </a:cubicBezTo>
                <a:cubicBezTo>
                  <a:pt x="31709" y="97080"/>
                  <a:pt x="33453" y="96921"/>
                  <a:pt x="34880" y="97397"/>
                </a:cubicBezTo>
                <a:cubicBezTo>
                  <a:pt x="39794" y="98983"/>
                  <a:pt x="44709" y="100411"/>
                  <a:pt x="50100" y="100411"/>
                </a:cubicBezTo>
                <a:cubicBezTo>
                  <a:pt x="65637" y="100411"/>
                  <a:pt x="79113" y="92797"/>
                  <a:pt x="88309" y="81693"/>
                </a:cubicBezTo>
                <a:cubicBezTo>
                  <a:pt x="89260" y="80583"/>
                  <a:pt x="89894" y="79314"/>
                  <a:pt x="90846" y="78045"/>
                </a:cubicBezTo>
                <a:cubicBezTo>
                  <a:pt x="96395" y="69955"/>
                  <a:pt x="100358" y="60913"/>
                  <a:pt x="100358" y="50285"/>
                </a:cubicBezTo>
                <a:cubicBezTo>
                  <a:pt x="100358" y="37277"/>
                  <a:pt x="95126" y="25539"/>
                  <a:pt x="86882" y="16656"/>
                </a:cubicBezTo>
                <a:cubicBezTo>
                  <a:pt x="85931" y="15545"/>
                  <a:pt x="84821" y="14594"/>
                  <a:pt x="83870" y="13483"/>
                </a:cubicBezTo>
                <a:cubicBezTo>
                  <a:pt x="74991" y="5235"/>
                  <a:pt x="63259" y="0"/>
                  <a:pt x="50258" y="0"/>
                </a:cubicBezTo>
                <a:cubicBezTo>
                  <a:pt x="45819" y="0"/>
                  <a:pt x="41856" y="1428"/>
                  <a:pt x="37733" y="2538"/>
                </a:cubicBezTo>
                <a:cubicBezTo>
                  <a:pt x="36306" y="3014"/>
                  <a:pt x="34721" y="3014"/>
                  <a:pt x="33294" y="3490"/>
                </a:cubicBezTo>
                <a:cubicBezTo>
                  <a:pt x="28379" y="5235"/>
                  <a:pt x="24099" y="8090"/>
                  <a:pt x="20135" y="1126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41" name="Freeform 340">
            <a:extLst>
              <a:ext uri="{FF2B5EF4-FFF2-40B4-BE49-F238E27FC236}">
                <a16:creationId xmlns:a16="http://schemas.microsoft.com/office/drawing/2014/main" id="{439139B8-F9FF-D645-3A4C-D65B1C472F44}"/>
              </a:ext>
            </a:extLst>
          </p:cNvPr>
          <p:cNvSpPr/>
          <p:nvPr/>
        </p:nvSpPr>
        <p:spPr>
          <a:xfrm>
            <a:off x="591447" y="4545425"/>
            <a:ext cx="100358" cy="86606"/>
          </a:xfrm>
          <a:custGeom>
            <a:avLst/>
            <a:gdLst>
              <a:gd name="connsiteX0" fmla="*/ 96870 w 100358"/>
              <a:gd name="connsiteY0" fmla="*/ 66941 h 100569"/>
              <a:gd name="connsiteX1" fmla="*/ 97821 w 100358"/>
              <a:gd name="connsiteY1" fmla="*/ 62499 h 100569"/>
              <a:gd name="connsiteX2" fmla="*/ 100358 w 100358"/>
              <a:gd name="connsiteY2" fmla="*/ 50285 h 100569"/>
              <a:gd name="connsiteX3" fmla="*/ 75784 w 100358"/>
              <a:gd name="connsiteY3" fmla="*/ 8090 h 100569"/>
              <a:gd name="connsiteX4" fmla="*/ 72137 w 100358"/>
              <a:gd name="connsiteY4" fmla="*/ 5552 h 100569"/>
              <a:gd name="connsiteX5" fmla="*/ 69918 w 100358"/>
              <a:gd name="connsiteY5" fmla="*/ 4124 h 100569"/>
              <a:gd name="connsiteX6" fmla="*/ 65479 w 100358"/>
              <a:gd name="connsiteY6" fmla="*/ 3172 h 100569"/>
              <a:gd name="connsiteX7" fmla="*/ 50258 w 100358"/>
              <a:gd name="connsiteY7" fmla="*/ 0 h 100569"/>
              <a:gd name="connsiteX8" fmla="*/ 34721 w 100358"/>
              <a:gd name="connsiteY8" fmla="*/ 3172 h 100569"/>
              <a:gd name="connsiteX9" fmla="*/ 30440 w 100358"/>
              <a:gd name="connsiteY9" fmla="*/ 4283 h 100569"/>
              <a:gd name="connsiteX10" fmla="*/ 23940 w 100358"/>
              <a:gd name="connsiteY10" fmla="*/ 8724 h 100569"/>
              <a:gd name="connsiteX11" fmla="*/ 20294 w 100358"/>
              <a:gd name="connsiteY11" fmla="*/ 11262 h 100569"/>
              <a:gd name="connsiteX12" fmla="*/ 16647 w 100358"/>
              <a:gd name="connsiteY12" fmla="*/ 13642 h 100569"/>
              <a:gd name="connsiteX13" fmla="*/ 13635 w 100358"/>
              <a:gd name="connsiteY13" fmla="*/ 16814 h 100569"/>
              <a:gd name="connsiteX14" fmla="*/ 6500 w 100358"/>
              <a:gd name="connsiteY14" fmla="*/ 27284 h 100569"/>
              <a:gd name="connsiteX15" fmla="*/ 3964 w 100358"/>
              <a:gd name="connsiteY15" fmla="*/ 31091 h 100569"/>
              <a:gd name="connsiteX16" fmla="*/ 0 w 100358"/>
              <a:gd name="connsiteY16" fmla="*/ 50443 h 100569"/>
              <a:gd name="connsiteX17" fmla="*/ 1903 w 100358"/>
              <a:gd name="connsiteY17" fmla="*/ 59485 h 100569"/>
              <a:gd name="connsiteX18" fmla="*/ 2854 w 100358"/>
              <a:gd name="connsiteY18" fmla="*/ 63768 h 100569"/>
              <a:gd name="connsiteX19" fmla="*/ 27745 w 100358"/>
              <a:gd name="connsiteY19" fmla="*/ 94542 h 100569"/>
              <a:gd name="connsiteX20" fmla="*/ 31550 w 100358"/>
              <a:gd name="connsiteY20" fmla="*/ 96763 h 100569"/>
              <a:gd name="connsiteX21" fmla="*/ 50100 w 100358"/>
              <a:gd name="connsiteY21" fmla="*/ 100570 h 100569"/>
              <a:gd name="connsiteX22" fmla="*/ 88943 w 100358"/>
              <a:gd name="connsiteY22" fmla="*/ 80741 h 100569"/>
              <a:gd name="connsiteX23" fmla="*/ 91480 w 100358"/>
              <a:gd name="connsiteY23" fmla="*/ 77093 h 100569"/>
              <a:gd name="connsiteX24" fmla="*/ 96870 w 100358"/>
              <a:gd name="connsiteY24" fmla="*/ 66941 h 1005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100358" h="100569">
                <a:moveTo>
                  <a:pt x="96870" y="66941"/>
                </a:moveTo>
                <a:cubicBezTo>
                  <a:pt x="97346" y="65513"/>
                  <a:pt x="97346" y="63927"/>
                  <a:pt x="97821" y="62499"/>
                </a:cubicBezTo>
                <a:cubicBezTo>
                  <a:pt x="98931" y="58533"/>
                  <a:pt x="100358" y="54726"/>
                  <a:pt x="100358" y="50285"/>
                </a:cubicBezTo>
                <a:cubicBezTo>
                  <a:pt x="100358" y="32201"/>
                  <a:pt x="90211" y="16973"/>
                  <a:pt x="75784" y="8090"/>
                </a:cubicBezTo>
                <a:cubicBezTo>
                  <a:pt x="74515" y="7297"/>
                  <a:pt x="73406" y="6186"/>
                  <a:pt x="72137" y="5552"/>
                </a:cubicBezTo>
                <a:cubicBezTo>
                  <a:pt x="71345" y="5076"/>
                  <a:pt x="70710" y="4442"/>
                  <a:pt x="69918" y="4124"/>
                </a:cubicBezTo>
                <a:cubicBezTo>
                  <a:pt x="68491" y="3490"/>
                  <a:pt x="66905" y="3648"/>
                  <a:pt x="65479" y="3172"/>
                </a:cubicBezTo>
                <a:cubicBezTo>
                  <a:pt x="60564" y="1586"/>
                  <a:pt x="55649" y="0"/>
                  <a:pt x="50258" y="0"/>
                </a:cubicBezTo>
                <a:cubicBezTo>
                  <a:pt x="44868" y="0"/>
                  <a:pt x="39636" y="1586"/>
                  <a:pt x="34721" y="3172"/>
                </a:cubicBezTo>
                <a:cubicBezTo>
                  <a:pt x="33294" y="3648"/>
                  <a:pt x="31709" y="3648"/>
                  <a:pt x="30440" y="4283"/>
                </a:cubicBezTo>
                <a:cubicBezTo>
                  <a:pt x="27904" y="5393"/>
                  <a:pt x="26160" y="7297"/>
                  <a:pt x="23940" y="8724"/>
                </a:cubicBezTo>
                <a:cubicBezTo>
                  <a:pt x="22672" y="9518"/>
                  <a:pt x="21403" y="10311"/>
                  <a:pt x="20294" y="11262"/>
                </a:cubicBezTo>
                <a:cubicBezTo>
                  <a:pt x="19184" y="12214"/>
                  <a:pt x="17757" y="12690"/>
                  <a:pt x="16647" y="13642"/>
                </a:cubicBezTo>
                <a:cubicBezTo>
                  <a:pt x="15537" y="14593"/>
                  <a:pt x="14586" y="15704"/>
                  <a:pt x="13635" y="16814"/>
                </a:cubicBezTo>
                <a:cubicBezTo>
                  <a:pt x="10781" y="19987"/>
                  <a:pt x="8561" y="23635"/>
                  <a:pt x="6500" y="27284"/>
                </a:cubicBezTo>
                <a:cubicBezTo>
                  <a:pt x="5708" y="28711"/>
                  <a:pt x="4598" y="29663"/>
                  <a:pt x="3964" y="31091"/>
                </a:cubicBezTo>
                <a:cubicBezTo>
                  <a:pt x="1427" y="37119"/>
                  <a:pt x="0" y="43622"/>
                  <a:pt x="0" y="50443"/>
                </a:cubicBezTo>
                <a:cubicBezTo>
                  <a:pt x="0" y="53774"/>
                  <a:pt x="1268" y="56471"/>
                  <a:pt x="1903" y="59485"/>
                </a:cubicBezTo>
                <a:cubicBezTo>
                  <a:pt x="2220" y="60913"/>
                  <a:pt x="2378" y="62340"/>
                  <a:pt x="2854" y="63768"/>
                </a:cubicBezTo>
                <a:cubicBezTo>
                  <a:pt x="6659" y="77251"/>
                  <a:pt x="15537" y="88355"/>
                  <a:pt x="27745" y="94542"/>
                </a:cubicBezTo>
                <a:cubicBezTo>
                  <a:pt x="29014" y="95176"/>
                  <a:pt x="30123" y="96128"/>
                  <a:pt x="31550" y="96763"/>
                </a:cubicBezTo>
                <a:cubicBezTo>
                  <a:pt x="37258" y="99142"/>
                  <a:pt x="43599" y="100570"/>
                  <a:pt x="50100" y="100570"/>
                </a:cubicBezTo>
                <a:cubicBezTo>
                  <a:pt x="66113" y="100570"/>
                  <a:pt x="79747" y="92479"/>
                  <a:pt x="88943" y="80741"/>
                </a:cubicBezTo>
                <a:cubicBezTo>
                  <a:pt x="89894" y="79472"/>
                  <a:pt x="90687" y="78362"/>
                  <a:pt x="91480" y="77093"/>
                </a:cubicBezTo>
                <a:cubicBezTo>
                  <a:pt x="93541" y="73762"/>
                  <a:pt x="95602" y="70589"/>
                  <a:pt x="96870" y="66941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42" name="Freeform 341">
            <a:extLst>
              <a:ext uri="{FF2B5EF4-FFF2-40B4-BE49-F238E27FC236}">
                <a16:creationId xmlns:a16="http://schemas.microsoft.com/office/drawing/2014/main" id="{48EEBAF3-EE29-6F2C-343D-300383825173}"/>
              </a:ext>
            </a:extLst>
          </p:cNvPr>
          <p:cNvSpPr/>
          <p:nvPr/>
        </p:nvSpPr>
        <p:spPr>
          <a:xfrm>
            <a:off x="52399" y="3129676"/>
            <a:ext cx="100358" cy="86333"/>
          </a:xfrm>
          <a:custGeom>
            <a:avLst/>
            <a:gdLst>
              <a:gd name="connsiteX0" fmla="*/ 80223 w 100358"/>
              <a:gd name="connsiteY0" fmla="*/ 89307 h 100252"/>
              <a:gd name="connsiteX1" fmla="*/ 83870 w 100358"/>
              <a:gd name="connsiteY1" fmla="*/ 86769 h 100252"/>
              <a:gd name="connsiteX2" fmla="*/ 88943 w 100358"/>
              <a:gd name="connsiteY2" fmla="*/ 80582 h 100252"/>
              <a:gd name="connsiteX3" fmla="*/ 91480 w 100358"/>
              <a:gd name="connsiteY3" fmla="*/ 76934 h 100252"/>
              <a:gd name="connsiteX4" fmla="*/ 100358 w 100358"/>
              <a:gd name="connsiteY4" fmla="*/ 50126 h 100252"/>
              <a:gd name="connsiteX5" fmla="*/ 55015 w 100358"/>
              <a:gd name="connsiteY5" fmla="*/ 952 h 100252"/>
              <a:gd name="connsiteX6" fmla="*/ 50734 w 100358"/>
              <a:gd name="connsiteY6" fmla="*/ 0 h 100252"/>
              <a:gd name="connsiteX7" fmla="*/ 50258 w 100358"/>
              <a:gd name="connsiteY7" fmla="*/ 0 h 100252"/>
              <a:gd name="connsiteX8" fmla="*/ 13793 w 100358"/>
              <a:gd name="connsiteY8" fmla="*/ 16180 h 100252"/>
              <a:gd name="connsiteX9" fmla="*/ 13476 w 100358"/>
              <a:gd name="connsiteY9" fmla="*/ 16656 h 100252"/>
              <a:gd name="connsiteX10" fmla="*/ 10940 w 100358"/>
              <a:gd name="connsiteY10" fmla="*/ 20304 h 100252"/>
              <a:gd name="connsiteX11" fmla="*/ 2378 w 100358"/>
              <a:gd name="connsiteY11" fmla="*/ 38864 h 100252"/>
              <a:gd name="connsiteX12" fmla="*/ 1427 w 100358"/>
              <a:gd name="connsiteY12" fmla="*/ 43305 h 100252"/>
              <a:gd name="connsiteX13" fmla="*/ 0 w 100358"/>
              <a:gd name="connsiteY13" fmla="*/ 50126 h 100252"/>
              <a:gd name="connsiteX14" fmla="*/ 1268 w 100358"/>
              <a:gd name="connsiteY14" fmla="*/ 55995 h 100252"/>
              <a:gd name="connsiteX15" fmla="*/ 2220 w 100358"/>
              <a:gd name="connsiteY15" fmla="*/ 60278 h 100252"/>
              <a:gd name="connsiteX16" fmla="*/ 2537 w 100358"/>
              <a:gd name="connsiteY16" fmla="*/ 61547 h 100252"/>
              <a:gd name="connsiteX17" fmla="*/ 15379 w 100358"/>
              <a:gd name="connsiteY17" fmla="*/ 85817 h 100252"/>
              <a:gd name="connsiteX18" fmla="*/ 19025 w 100358"/>
              <a:gd name="connsiteY18" fmla="*/ 88355 h 100252"/>
              <a:gd name="connsiteX19" fmla="*/ 50258 w 100358"/>
              <a:gd name="connsiteY19" fmla="*/ 100252 h 100252"/>
              <a:gd name="connsiteX20" fmla="*/ 65796 w 100358"/>
              <a:gd name="connsiteY20" fmla="*/ 97080 h 100252"/>
              <a:gd name="connsiteX21" fmla="*/ 70076 w 100358"/>
              <a:gd name="connsiteY21" fmla="*/ 95969 h 100252"/>
              <a:gd name="connsiteX22" fmla="*/ 80382 w 100358"/>
              <a:gd name="connsiteY22" fmla="*/ 88990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100358" h="100252">
                <a:moveTo>
                  <a:pt x="80223" y="89307"/>
                </a:moveTo>
                <a:cubicBezTo>
                  <a:pt x="81333" y="88355"/>
                  <a:pt x="82760" y="87879"/>
                  <a:pt x="83870" y="86769"/>
                </a:cubicBezTo>
                <a:cubicBezTo>
                  <a:pt x="85931" y="84865"/>
                  <a:pt x="87199" y="82803"/>
                  <a:pt x="88943" y="80582"/>
                </a:cubicBezTo>
                <a:cubicBezTo>
                  <a:pt x="89894" y="79472"/>
                  <a:pt x="90687" y="78203"/>
                  <a:pt x="91480" y="76934"/>
                </a:cubicBezTo>
                <a:cubicBezTo>
                  <a:pt x="96553" y="69003"/>
                  <a:pt x="100358" y="60278"/>
                  <a:pt x="100358" y="50126"/>
                </a:cubicBezTo>
                <a:cubicBezTo>
                  <a:pt x="100358" y="24111"/>
                  <a:pt x="80382" y="3490"/>
                  <a:pt x="55015" y="952"/>
                </a:cubicBezTo>
                <a:cubicBezTo>
                  <a:pt x="53429" y="793"/>
                  <a:pt x="52161" y="0"/>
                  <a:pt x="50734" y="0"/>
                </a:cubicBezTo>
                <a:cubicBezTo>
                  <a:pt x="50734" y="0"/>
                  <a:pt x="50417" y="0"/>
                  <a:pt x="50258" y="0"/>
                </a:cubicBezTo>
                <a:cubicBezTo>
                  <a:pt x="35831" y="0"/>
                  <a:pt x="22989" y="6345"/>
                  <a:pt x="13793" y="16180"/>
                </a:cubicBezTo>
                <a:cubicBezTo>
                  <a:pt x="13793" y="16180"/>
                  <a:pt x="13793" y="16497"/>
                  <a:pt x="13476" y="16656"/>
                </a:cubicBezTo>
                <a:cubicBezTo>
                  <a:pt x="12525" y="17766"/>
                  <a:pt x="11891" y="19194"/>
                  <a:pt x="10940" y="20304"/>
                </a:cubicBezTo>
                <a:cubicBezTo>
                  <a:pt x="6817" y="25856"/>
                  <a:pt x="3964" y="32043"/>
                  <a:pt x="2378" y="38864"/>
                </a:cubicBezTo>
                <a:cubicBezTo>
                  <a:pt x="2061" y="40291"/>
                  <a:pt x="1744" y="41719"/>
                  <a:pt x="1427" y="43305"/>
                </a:cubicBezTo>
                <a:cubicBezTo>
                  <a:pt x="1110" y="45684"/>
                  <a:pt x="0" y="47747"/>
                  <a:pt x="0" y="50126"/>
                </a:cubicBezTo>
                <a:cubicBezTo>
                  <a:pt x="0" y="52188"/>
                  <a:pt x="951" y="54092"/>
                  <a:pt x="1268" y="55995"/>
                </a:cubicBezTo>
                <a:cubicBezTo>
                  <a:pt x="1427" y="57423"/>
                  <a:pt x="1903" y="58851"/>
                  <a:pt x="2220" y="60278"/>
                </a:cubicBezTo>
                <a:cubicBezTo>
                  <a:pt x="2220" y="60754"/>
                  <a:pt x="2378" y="61071"/>
                  <a:pt x="2537" y="61547"/>
                </a:cubicBezTo>
                <a:cubicBezTo>
                  <a:pt x="4756" y="70748"/>
                  <a:pt x="8720" y="79314"/>
                  <a:pt x="15379" y="85817"/>
                </a:cubicBezTo>
                <a:cubicBezTo>
                  <a:pt x="16489" y="86928"/>
                  <a:pt x="17915" y="87404"/>
                  <a:pt x="19025" y="88355"/>
                </a:cubicBezTo>
                <a:cubicBezTo>
                  <a:pt x="27745" y="95493"/>
                  <a:pt x="38368" y="100252"/>
                  <a:pt x="50258" y="100252"/>
                </a:cubicBezTo>
                <a:cubicBezTo>
                  <a:pt x="55807" y="100252"/>
                  <a:pt x="60881" y="98666"/>
                  <a:pt x="65796" y="97080"/>
                </a:cubicBezTo>
                <a:cubicBezTo>
                  <a:pt x="67222" y="96604"/>
                  <a:pt x="68808" y="96604"/>
                  <a:pt x="70076" y="95969"/>
                </a:cubicBezTo>
                <a:cubicBezTo>
                  <a:pt x="73881" y="94224"/>
                  <a:pt x="77052" y="91528"/>
                  <a:pt x="80382" y="8899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43" name="Freeform 342">
            <a:extLst>
              <a:ext uri="{FF2B5EF4-FFF2-40B4-BE49-F238E27FC236}">
                <a16:creationId xmlns:a16="http://schemas.microsoft.com/office/drawing/2014/main" id="{2F1C2313-C481-1385-937B-AFD482106E30}"/>
              </a:ext>
            </a:extLst>
          </p:cNvPr>
          <p:cNvSpPr/>
          <p:nvPr/>
        </p:nvSpPr>
        <p:spPr>
          <a:xfrm>
            <a:off x="119621" y="1848604"/>
            <a:ext cx="100358" cy="86196"/>
          </a:xfrm>
          <a:custGeom>
            <a:avLst/>
            <a:gdLst>
              <a:gd name="connsiteX0" fmla="*/ 78955 w 100358"/>
              <a:gd name="connsiteY0" fmla="*/ 10311 h 100093"/>
              <a:gd name="connsiteX1" fmla="*/ 75308 w 100358"/>
              <a:gd name="connsiteY1" fmla="*/ 7773 h 100093"/>
              <a:gd name="connsiteX2" fmla="*/ 50258 w 100358"/>
              <a:gd name="connsiteY2" fmla="*/ 0 h 100093"/>
              <a:gd name="connsiteX3" fmla="*/ 2854 w 100358"/>
              <a:gd name="connsiteY3" fmla="*/ 36326 h 100093"/>
              <a:gd name="connsiteX4" fmla="*/ 1903 w 100358"/>
              <a:gd name="connsiteY4" fmla="*/ 40609 h 100093"/>
              <a:gd name="connsiteX5" fmla="*/ 1427 w 100358"/>
              <a:gd name="connsiteY5" fmla="*/ 42829 h 100093"/>
              <a:gd name="connsiteX6" fmla="*/ 0 w 100358"/>
              <a:gd name="connsiteY6" fmla="*/ 49968 h 100093"/>
              <a:gd name="connsiteX7" fmla="*/ 476 w 100358"/>
              <a:gd name="connsiteY7" fmla="*/ 52506 h 100093"/>
              <a:gd name="connsiteX8" fmla="*/ 1427 w 100358"/>
              <a:gd name="connsiteY8" fmla="*/ 56789 h 100093"/>
              <a:gd name="connsiteX9" fmla="*/ 11732 w 100358"/>
              <a:gd name="connsiteY9" fmla="*/ 81059 h 100093"/>
              <a:gd name="connsiteX10" fmla="*/ 14269 w 100358"/>
              <a:gd name="connsiteY10" fmla="*/ 84866 h 100093"/>
              <a:gd name="connsiteX11" fmla="*/ 15220 w 100358"/>
              <a:gd name="connsiteY11" fmla="*/ 85817 h 100093"/>
              <a:gd name="connsiteX12" fmla="*/ 31550 w 100358"/>
              <a:gd name="connsiteY12" fmla="*/ 96287 h 100093"/>
              <a:gd name="connsiteX13" fmla="*/ 35989 w 100358"/>
              <a:gd name="connsiteY13" fmla="*/ 97239 h 100093"/>
              <a:gd name="connsiteX14" fmla="*/ 45343 w 100358"/>
              <a:gd name="connsiteY14" fmla="*/ 99142 h 100093"/>
              <a:gd name="connsiteX15" fmla="*/ 49783 w 100358"/>
              <a:gd name="connsiteY15" fmla="*/ 100094 h 100093"/>
              <a:gd name="connsiteX16" fmla="*/ 50258 w 100358"/>
              <a:gd name="connsiteY16" fmla="*/ 100094 h 100093"/>
              <a:gd name="connsiteX17" fmla="*/ 62783 w 100358"/>
              <a:gd name="connsiteY17" fmla="*/ 97556 h 100093"/>
              <a:gd name="connsiteX18" fmla="*/ 67222 w 100358"/>
              <a:gd name="connsiteY18" fmla="*/ 96604 h 100093"/>
              <a:gd name="connsiteX19" fmla="*/ 68649 w 100358"/>
              <a:gd name="connsiteY19" fmla="*/ 96287 h 100093"/>
              <a:gd name="connsiteX20" fmla="*/ 72613 w 100358"/>
              <a:gd name="connsiteY20" fmla="*/ 94225 h 100093"/>
              <a:gd name="connsiteX21" fmla="*/ 100358 w 100358"/>
              <a:gd name="connsiteY21" fmla="*/ 49968 h 100093"/>
              <a:gd name="connsiteX22" fmla="*/ 84821 w 100358"/>
              <a:gd name="connsiteY22" fmla="*/ 13959 h 100093"/>
              <a:gd name="connsiteX23" fmla="*/ 81174 w 100358"/>
              <a:gd name="connsiteY23" fmla="*/ 11421 h 100093"/>
              <a:gd name="connsiteX24" fmla="*/ 79113 w 100358"/>
              <a:gd name="connsiteY24" fmla="*/ 9994 h 1000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100358" h="100093">
                <a:moveTo>
                  <a:pt x="78955" y="10311"/>
                </a:moveTo>
                <a:cubicBezTo>
                  <a:pt x="77686" y="9359"/>
                  <a:pt x="76577" y="8566"/>
                  <a:pt x="75308" y="7773"/>
                </a:cubicBezTo>
                <a:cubicBezTo>
                  <a:pt x="67857" y="3331"/>
                  <a:pt x="59612" y="0"/>
                  <a:pt x="50258" y="0"/>
                </a:cubicBezTo>
                <a:cubicBezTo>
                  <a:pt x="27428" y="0"/>
                  <a:pt x="8878" y="15546"/>
                  <a:pt x="2854" y="36326"/>
                </a:cubicBezTo>
                <a:cubicBezTo>
                  <a:pt x="2378" y="37753"/>
                  <a:pt x="2220" y="39181"/>
                  <a:pt x="1903" y="40609"/>
                </a:cubicBezTo>
                <a:cubicBezTo>
                  <a:pt x="1744" y="41402"/>
                  <a:pt x="1585" y="42195"/>
                  <a:pt x="1427" y="42829"/>
                </a:cubicBezTo>
                <a:cubicBezTo>
                  <a:pt x="1110" y="45367"/>
                  <a:pt x="0" y="47430"/>
                  <a:pt x="0" y="49968"/>
                </a:cubicBezTo>
                <a:cubicBezTo>
                  <a:pt x="0" y="50919"/>
                  <a:pt x="476" y="51554"/>
                  <a:pt x="476" y="52506"/>
                </a:cubicBezTo>
                <a:cubicBezTo>
                  <a:pt x="476" y="54092"/>
                  <a:pt x="1110" y="55361"/>
                  <a:pt x="1427" y="56789"/>
                </a:cubicBezTo>
                <a:cubicBezTo>
                  <a:pt x="2695" y="65989"/>
                  <a:pt x="6183" y="74238"/>
                  <a:pt x="11732" y="81059"/>
                </a:cubicBezTo>
                <a:cubicBezTo>
                  <a:pt x="12683" y="82169"/>
                  <a:pt x="13159" y="83755"/>
                  <a:pt x="14269" y="84866"/>
                </a:cubicBezTo>
                <a:cubicBezTo>
                  <a:pt x="14586" y="85183"/>
                  <a:pt x="14903" y="85500"/>
                  <a:pt x="15220" y="85817"/>
                </a:cubicBezTo>
                <a:cubicBezTo>
                  <a:pt x="19818" y="90418"/>
                  <a:pt x="25367" y="93907"/>
                  <a:pt x="31550" y="96287"/>
                </a:cubicBezTo>
                <a:cubicBezTo>
                  <a:pt x="32977" y="96921"/>
                  <a:pt x="34563" y="96763"/>
                  <a:pt x="35989" y="97239"/>
                </a:cubicBezTo>
                <a:cubicBezTo>
                  <a:pt x="39002" y="98190"/>
                  <a:pt x="42173" y="98825"/>
                  <a:pt x="45343" y="99142"/>
                </a:cubicBezTo>
                <a:cubicBezTo>
                  <a:pt x="46929" y="99301"/>
                  <a:pt x="48197" y="100094"/>
                  <a:pt x="49783" y="100094"/>
                </a:cubicBezTo>
                <a:cubicBezTo>
                  <a:pt x="49783" y="100094"/>
                  <a:pt x="50100" y="100094"/>
                  <a:pt x="50258" y="100094"/>
                </a:cubicBezTo>
                <a:cubicBezTo>
                  <a:pt x="54698" y="100094"/>
                  <a:pt x="58661" y="98666"/>
                  <a:pt x="62783" y="97556"/>
                </a:cubicBezTo>
                <a:cubicBezTo>
                  <a:pt x="64210" y="97080"/>
                  <a:pt x="65796" y="97080"/>
                  <a:pt x="67222" y="96604"/>
                </a:cubicBezTo>
                <a:cubicBezTo>
                  <a:pt x="67698" y="96445"/>
                  <a:pt x="68174" y="96604"/>
                  <a:pt x="68649" y="96287"/>
                </a:cubicBezTo>
                <a:cubicBezTo>
                  <a:pt x="70076" y="95652"/>
                  <a:pt x="71186" y="94859"/>
                  <a:pt x="72613" y="94225"/>
                </a:cubicBezTo>
                <a:cubicBezTo>
                  <a:pt x="88943" y="85976"/>
                  <a:pt x="100358" y="69479"/>
                  <a:pt x="100358" y="49968"/>
                </a:cubicBezTo>
                <a:cubicBezTo>
                  <a:pt x="100358" y="35691"/>
                  <a:pt x="94333" y="23001"/>
                  <a:pt x="84821" y="13959"/>
                </a:cubicBezTo>
                <a:cubicBezTo>
                  <a:pt x="83711" y="12849"/>
                  <a:pt x="82284" y="12373"/>
                  <a:pt x="81174" y="11421"/>
                </a:cubicBezTo>
                <a:cubicBezTo>
                  <a:pt x="80540" y="10945"/>
                  <a:pt x="79747" y="10469"/>
                  <a:pt x="79113" y="9994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44" name="Freeform 343">
            <a:extLst>
              <a:ext uri="{FF2B5EF4-FFF2-40B4-BE49-F238E27FC236}">
                <a16:creationId xmlns:a16="http://schemas.microsoft.com/office/drawing/2014/main" id="{64A52B2D-53A1-4405-028D-8DEEA13A8205}"/>
              </a:ext>
            </a:extLst>
          </p:cNvPr>
          <p:cNvSpPr/>
          <p:nvPr/>
        </p:nvSpPr>
        <p:spPr>
          <a:xfrm>
            <a:off x="6993436" y="904613"/>
            <a:ext cx="100199" cy="86606"/>
          </a:xfrm>
          <a:custGeom>
            <a:avLst/>
            <a:gdLst>
              <a:gd name="connsiteX0" fmla="*/ 79430 w 100199"/>
              <a:gd name="connsiteY0" fmla="*/ 10628 h 100569"/>
              <a:gd name="connsiteX1" fmla="*/ 74833 w 100199"/>
              <a:gd name="connsiteY1" fmla="*/ 7455 h 100569"/>
              <a:gd name="connsiteX2" fmla="*/ 52478 w 100199"/>
              <a:gd name="connsiteY2" fmla="*/ 476 h 100569"/>
              <a:gd name="connsiteX3" fmla="*/ 50259 w 100199"/>
              <a:gd name="connsiteY3" fmla="*/ 0 h 100569"/>
              <a:gd name="connsiteX4" fmla="*/ 48039 w 100199"/>
              <a:gd name="connsiteY4" fmla="*/ 476 h 100569"/>
              <a:gd name="connsiteX5" fmla="*/ 44709 w 100199"/>
              <a:gd name="connsiteY5" fmla="*/ 1110 h 100569"/>
              <a:gd name="connsiteX6" fmla="*/ 40429 w 100199"/>
              <a:gd name="connsiteY6" fmla="*/ 2062 h 100569"/>
              <a:gd name="connsiteX7" fmla="*/ 0 w 100199"/>
              <a:gd name="connsiteY7" fmla="*/ 50285 h 100569"/>
              <a:gd name="connsiteX8" fmla="*/ 33453 w 100199"/>
              <a:gd name="connsiteY8" fmla="*/ 97080 h 100569"/>
              <a:gd name="connsiteX9" fmla="*/ 37892 w 100199"/>
              <a:gd name="connsiteY9" fmla="*/ 98032 h 100569"/>
              <a:gd name="connsiteX10" fmla="*/ 47880 w 100199"/>
              <a:gd name="connsiteY10" fmla="*/ 100094 h 100569"/>
              <a:gd name="connsiteX11" fmla="*/ 50100 w 100199"/>
              <a:gd name="connsiteY11" fmla="*/ 100570 h 100569"/>
              <a:gd name="connsiteX12" fmla="*/ 52002 w 100199"/>
              <a:gd name="connsiteY12" fmla="*/ 100252 h 100569"/>
              <a:gd name="connsiteX13" fmla="*/ 56441 w 100199"/>
              <a:gd name="connsiteY13" fmla="*/ 99301 h 100569"/>
              <a:gd name="connsiteX14" fmla="*/ 78637 w 100199"/>
              <a:gd name="connsiteY14" fmla="*/ 90576 h 100569"/>
              <a:gd name="connsiteX15" fmla="*/ 83077 w 100199"/>
              <a:gd name="connsiteY15" fmla="*/ 87562 h 100569"/>
              <a:gd name="connsiteX16" fmla="*/ 100200 w 100199"/>
              <a:gd name="connsiteY16" fmla="*/ 50443 h 100569"/>
              <a:gd name="connsiteX17" fmla="*/ 95444 w 100199"/>
              <a:gd name="connsiteY17" fmla="*/ 29663 h 100569"/>
              <a:gd name="connsiteX18" fmla="*/ 92907 w 100199"/>
              <a:gd name="connsiteY18" fmla="*/ 25856 h 100569"/>
              <a:gd name="connsiteX19" fmla="*/ 79430 w 100199"/>
              <a:gd name="connsiteY19" fmla="*/ 10787 h 1005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00199" h="100569">
                <a:moveTo>
                  <a:pt x="79430" y="10628"/>
                </a:moveTo>
                <a:cubicBezTo>
                  <a:pt x="77845" y="9518"/>
                  <a:pt x="76418" y="8407"/>
                  <a:pt x="74833" y="7455"/>
                </a:cubicBezTo>
                <a:cubicBezTo>
                  <a:pt x="68174" y="3490"/>
                  <a:pt x="60722" y="952"/>
                  <a:pt x="52478" y="476"/>
                </a:cubicBezTo>
                <a:cubicBezTo>
                  <a:pt x="51685" y="476"/>
                  <a:pt x="51051" y="0"/>
                  <a:pt x="50259" y="0"/>
                </a:cubicBezTo>
                <a:cubicBezTo>
                  <a:pt x="49466" y="0"/>
                  <a:pt x="48832" y="476"/>
                  <a:pt x="48039" y="476"/>
                </a:cubicBezTo>
                <a:cubicBezTo>
                  <a:pt x="46929" y="476"/>
                  <a:pt x="45819" y="952"/>
                  <a:pt x="44709" y="1110"/>
                </a:cubicBezTo>
                <a:cubicBezTo>
                  <a:pt x="43283" y="1269"/>
                  <a:pt x="41856" y="1745"/>
                  <a:pt x="40429" y="2062"/>
                </a:cubicBezTo>
                <a:cubicBezTo>
                  <a:pt x="17599" y="6662"/>
                  <a:pt x="0" y="26015"/>
                  <a:pt x="0" y="50285"/>
                </a:cubicBezTo>
                <a:cubicBezTo>
                  <a:pt x="0" y="72017"/>
                  <a:pt x="14111" y="90100"/>
                  <a:pt x="33453" y="97080"/>
                </a:cubicBezTo>
                <a:cubicBezTo>
                  <a:pt x="34880" y="97556"/>
                  <a:pt x="36465" y="97556"/>
                  <a:pt x="37892" y="98032"/>
                </a:cubicBezTo>
                <a:cubicBezTo>
                  <a:pt x="41221" y="98825"/>
                  <a:pt x="44392" y="99935"/>
                  <a:pt x="47880" y="100094"/>
                </a:cubicBezTo>
                <a:cubicBezTo>
                  <a:pt x="48673" y="100094"/>
                  <a:pt x="49307" y="100570"/>
                  <a:pt x="50100" y="100570"/>
                </a:cubicBezTo>
                <a:cubicBezTo>
                  <a:pt x="50734" y="100570"/>
                  <a:pt x="51368" y="100252"/>
                  <a:pt x="52002" y="100252"/>
                </a:cubicBezTo>
                <a:cubicBezTo>
                  <a:pt x="53588" y="100252"/>
                  <a:pt x="55015" y="99459"/>
                  <a:pt x="56441" y="99301"/>
                </a:cubicBezTo>
                <a:cubicBezTo>
                  <a:pt x="64686" y="98190"/>
                  <a:pt x="72138" y="95176"/>
                  <a:pt x="78637" y="90576"/>
                </a:cubicBezTo>
                <a:cubicBezTo>
                  <a:pt x="80065" y="89624"/>
                  <a:pt x="81650" y="88831"/>
                  <a:pt x="83077" y="87562"/>
                </a:cubicBezTo>
                <a:cubicBezTo>
                  <a:pt x="93382" y="78362"/>
                  <a:pt x="100200" y="65354"/>
                  <a:pt x="100200" y="50443"/>
                </a:cubicBezTo>
                <a:cubicBezTo>
                  <a:pt x="100200" y="42988"/>
                  <a:pt x="98297" y="36008"/>
                  <a:pt x="95444" y="29663"/>
                </a:cubicBezTo>
                <a:cubicBezTo>
                  <a:pt x="94809" y="28236"/>
                  <a:pt x="93699" y="27125"/>
                  <a:pt x="92907" y="25856"/>
                </a:cubicBezTo>
                <a:cubicBezTo>
                  <a:pt x="89419" y="19828"/>
                  <a:pt x="84980" y="14911"/>
                  <a:pt x="79430" y="10787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46" name="Freeform 345">
            <a:extLst>
              <a:ext uri="{FF2B5EF4-FFF2-40B4-BE49-F238E27FC236}">
                <a16:creationId xmlns:a16="http://schemas.microsoft.com/office/drawing/2014/main" id="{13BAC8BC-EFC6-2CA8-3CD2-765E064880DA}"/>
              </a:ext>
            </a:extLst>
          </p:cNvPr>
          <p:cNvSpPr/>
          <p:nvPr/>
        </p:nvSpPr>
        <p:spPr>
          <a:xfrm>
            <a:off x="6723912" y="6365990"/>
            <a:ext cx="100516" cy="86606"/>
          </a:xfrm>
          <a:custGeom>
            <a:avLst/>
            <a:gdLst>
              <a:gd name="connsiteX0" fmla="*/ 19660 w 100516"/>
              <a:gd name="connsiteY0" fmla="*/ 11580 h 100569"/>
              <a:gd name="connsiteX1" fmla="*/ 16013 w 100516"/>
              <a:gd name="connsiteY1" fmla="*/ 14118 h 100569"/>
              <a:gd name="connsiteX2" fmla="*/ 13476 w 100516"/>
              <a:gd name="connsiteY2" fmla="*/ 16814 h 100569"/>
              <a:gd name="connsiteX3" fmla="*/ 13476 w 100516"/>
              <a:gd name="connsiteY3" fmla="*/ 16814 h 100569"/>
              <a:gd name="connsiteX4" fmla="*/ 0 w 100516"/>
              <a:gd name="connsiteY4" fmla="*/ 50443 h 100569"/>
              <a:gd name="connsiteX5" fmla="*/ 1269 w 100516"/>
              <a:gd name="connsiteY5" fmla="*/ 56313 h 100569"/>
              <a:gd name="connsiteX6" fmla="*/ 2220 w 100516"/>
              <a:gd name="connsiteY6" fmla="*/ 60596 h 100569"/>
              <a:gd name="connsiteX7" fmla="*/ 23147 w 100516"/>
              <a:gd name="connsiteY7" fmla="*/ 91369 h 100569"/>
              <a:gd name="connsiteX8" fmla="*/ 26794 w 100516"/>
              <a:gd name="connsiteY8" fmla="*/ 93908 h 100569"/>
              <a:gd name="connsiteX9" fmla="*/ 50417 w 100516"/>
              <a:gd name="connsiteY9" fmla="*/ 100570 h 100569"/>
              <a:gd name="connsiteX10" fmla="*/ 84028 w 100516"/>
              <a:gd name="connsiteY10" fmla="*/ 87086 h 100569"/>
              <a:gd name="connsiteX11" fmla="*/ 84028 w 100516"/>
              <a:gd name="connsiteY11" fmla="*/ 87086 h 100569"/>
              <a:gd name="connsiteX12" fmla="*/ 87041 w 100516"/>
              <a:gd name="connsiteY12" fmla="*/ 83914 h 100569"/>
              <a:gd name="connsiteX13" fmla="*/ 90211 w 100516"/>
              <a:gd name="connsiteY13" fmla="*/ 79155 h 100569"/>
              <a:gd name="connsiteX14" fmla="*/ 92748 w 100516"/>
              <a:gd name="connsiteY14" fmla="*/ 75348 h 100569"/>
              <a:gd name="connsiteX15" fmla="*/ 100517 w 100516"/>
              <a:gd name="connsiteY15" fmla="*/ 50126 h 100569"/>
              <a:gd name="connsiteX16" fmla="*/ 50417 w 100516"/>
              <a:gd name="connsiteY16" fmla="*/ 0 h 100569"/>
              <a:gd name="connsiteX17" fmla="*/ 30757 w 100516"/>
              <a:gd name="connsiteY17" fmla="*/ 3966 h 100569"/>
              <a:gd name="connsiteX18" fmla="*/ 27111 w 100516"/>
              <a:gd name="connsiteY18" fmla="*/ 6504 h 100569"/>
              <a:gd name="connsiteX19" fmla="*/ 19977 w 100516"/>
              <a:gd name="connsiteY19" fmla="*/ 11421 h 1005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00516" h="100569">
                <a:moveTo>
                  <a:pt x="19660" y="11580"/>
                </a:moveTo>
                <a:cubicBezTo>
                  <a:pt x="18550" y="12532"/>
                  <a:pt x="17123" y="13008"/>
                  <a:pt x="16013" y="14118"/>
                </a:cubicBezTo>
                <a:cubicBezTo>
                  <a:pt x="15062" y="15070"/>
                  <a:pt x="14269" y="15863"/>
                  <a:pt x="13476" y="16814"/>
                </a:cubicBezTo>
                <a:lnTo>
                  <a:pt x="13476" y="16814"/>
                </a:lnTo>
                <a:cubicBezTo>
                  <a:pt x="5232" y="25698"/>
                  <a:pt x="0" y="37436"/>
                  <a:pt x="0" y="50443"/>
                </a:cubicBezTo>
                <a:cubicBezTo>
                  <a:pt x="0" y="52506"/>
                  <a:pt x="951" y="54409"/>
                  <a:pt x="1269" y="56313"/>
                </a:cubicBezTo>
                <a:cubicBezTo>
                  <a:pt x="1427" y="57741"/>
                  <a:pt x="1902" y="59168"/>
                  <a:pt x="2220" y="60596"/>
                </a:cubicBezTo>
                <a:cubicBezTo>
                  <a:pt x="5074" y="73603"/>
                  <a:pt x="12366" y="84231"/>
                  <a:pt x="23147" y="91369"/>
                </a:cubicBezTo>
                <a:cubicBezTo>
                  <a:pt x="24416" y="92162"/>
                  <a:pt x="25526" y="93114"/>
                  <a:pt x="26794" y="93908"/>
                </a:cubicBezTo>
                <a:cubicBezTo>
                  <a:pt x="33929" y="97873"/>
                  <a:pt x="41697" y="100570"/>
                  <a:pt x="50417" y="100570"/>
                </a:cubicBezTo>
                <a:cubicBezTo>
                  <a:pt x="63417" y="100570"/>
                  <a:pt x="75150" y="95335"/>
                  <a:pt x="84028" y="87086"/>
                </a:cubicBezTo>
                <a:lnTo>
                  <a:pt x="84028" y="87086"/>
                </a:lnTo>
                <a:cubicBezTo>
                  <a:pt x="85138" y="85976"/>
                  <a:pt x="86089" y="85024"/>
                  <a:pt x="87041" y="83914"/>
                </a:cubicBezTo>
                <a:cubicBezTo>
                  <a:pt x="88309" y="82486"/>
                  <a:pt x="89101" y="80741"/>
                  <a:pt x="90211" y="79155"/>
                </a:cubicBezTo>
                <a:cubicBezTo>
                  <a:pt x="91163" y="77886"/>
                  <a:pt x="91956" y="76617"/>
                  <a:pt x="92748" y="75348"/>
                </a:cubicBezTo>
                <a:cubicBezTo>
                  <a:pt x="97187" y="67892"/>
                  <a:pt x="100517" y="59644"/>
                  <a:pt x="100517" y="50126"/>
                </a:cubicBezTo>
                <a:cubicBezTo>
                  <a:pt x="100517" y="22525"/>
                  <a:pt x="78004" y="0"/>
                  <a:pt x="50417" y="0"/>
                </a:cubicBezTo>
                <a:cubicBezTo>
                  <a:pt x="43441" y="0"/>
                  <a:pt x="36941" y="1428"/>
                  <a:pt x="30757" y="3966"/>
                </a:cubicBezTo>
                <a:cubicBezTo>
                  <a:pt x="29331" y="4600"/>
                  <a:pt x="28379" y="5711"/>
                  <a:pt x="27111" y="6504"/>
                </a:cubicBezTo>
                <a:cubicBezTo>
                  <a:pt x="24575" y="7931"/>
                  <a:pt x="22196" y="9518"/>
                  <a:pt x="19977" y="11421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47" name="Freeform 346">
            <a:extLst>
              <a:ext uri="{FF2B5EF4-FFF2-40B4-BE49-F238E27FC236}">
                <a16:creationId xmlns:a16="http://schemas.microsoft.com/office/drawing/2014/main" id="{92762185-B50B-7731-5164-CD9000A730EF}"/>
              </a:ext>
            </a:extLst>
          </p:cNvPr>
          <p:cNvSpPr/>
          <p:nvPr/>
        </p:nvSpPr>
        <p:spPr>
          <a:xfrm>
            <a:off x="6858516" y="6500981"/>
            <a:ext cx="100199" cy="86333"/>
          </a:xfrm>
          <a:custGeom>
            <a:avLst/>
            <a:gdLst>
              <a:gd name="connsiteX0" fmla="*/ 15854 w 100199"/>
              <a:gd name="connsiteY0" fmla="*/ 13959 h 100252"/>
              <a:gd name="connsiteX1" fmla="*/ 13476 w 100199"/>
              <a:gd name="connsiteY1" fmla="*/ 16497 h 100252"/>
              <a:gd name="connsiteX2" fmla="*/ 13476 w 100199"/>
              <a:gd name="connsiteY2" fmla="*/ 16497 h 100252"/>
              <a:gd name="connsiteX3" fmla="*/ 1744 w 100199"/>
              <a:gd name="connsiteY3" fmla="*/ 41877 h 100252"/>
              <a:gd name="connsiteX4" fmla="*/ 793 w 100199"/>
              <a:gd name="connsiteY4" fmla="*/ 46161 h 100252"/>
              <a:gd name="connsiteX5" fmla="*/ 0 w 100199"/>
              <a:gd name="connsiteY5" fmla="*/ 50126 h 100252"/>
              <a:gd name="connsiteX6" fmla="*/ 18074 w 100199"/>
              <a:gd name="connsiteY6" fmla="*/ 87880 h 100252"/>
              <a:gd name="connsiteX7" fmla="*/ 21720 w 100199"/>
              <a:gd name="connsiteY7" fmla="*/ 90417 h 100252"/>
              <a:gd name="connsiteX8" fmla="*/ 50099 w 100199"/>
              <a:gd name="connsiteY8" fmla="*/ 100253 h 100252"/>
              <a:gd name="connsiteX9" fmla="*/ 100199 w 100199"/>
              <a:gd name="connsiteY9" fmla="*/ 50126 h 100252"/>
              <a:gd name="connsiteX10" fmla="*/ 50099 w 100199"/>
              <a:gd name="connsiteY10" fmla="*/ 0 h 100252"/>
              <a:gd name="connsiteX11" fmla="*/ 19342 w 100199"/>
              <a:gd name="connsiteY11" fmla="*/ 11421 h 100252"/>
              <a:gd name="connsiteX12" fmla="*/ 15696 w 100199"/>
              <a:gd name="connsiteY12" fmla="*/ 13959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00199" h="100252">
                <a:moveTo>
                  <a:pt x="15854" y="13959"/>
                </a:moveTo>
                <a:cubicBezTo>
                  <a:pt x="14903" y="14752"/>
                  <a:pt x="14269" y="15704"/>
                  <a:pt x="13476" y="16497"/>
                </a:cubicBezTo>
                <a:lnTo>
                  <a:pt x="13476" y="16497"/>
                </a:lnTo>
                <a:cubicBezTo>
                  <a:pt x="7134" y="23477"/>
                  <a:pt x="3329" y="32201"/>
                  <a:pt x="1744" y="41877"/>
                </a:cubicBezTo>
                <a:cubicBezTo>
                  <a:pt x="1427" y="43305"/>
                  <a:pt x="951" y="44733"/>
                  <a:pt x="793" y="46161"/>
                </a:cubicBezTo>
                <a:cubicBezTo>
                  <a:pt x="793" y="47588"/>
                  <a:pt x="0" y="48699"/>
                  <a:pt x="0" y="50126"/>
                </a:cubicBezTo>
                <a:cubicBezTo>
                  <a:pt x="0" y="65513"/>
                  <a:pt x="7293" y="78679"/>
                  <a:pt x="18074" y="87880"/>
                </a:cubicBezTo>
                <a:cubicBezTo>
                  <a:pt x="19184" y="88831"/>
                  <a:pt x="20610" y="89624"/>
                  <a:pt x="21720" y="90417"/>
                </a:cubicBezTo>
                <a:cubicBezTo>
                  <a:pt x="29964" y="96128"/>
                  <a:pt x="39318" y="100253"/>
                  <a:pt x="50099" y="100253"/>
                </a:cubicBezTo>
                <a:cubicBezTo>
                  <a:pt x="77686" y="100253"/>
                  <a:pt x="100199" y="77727"/>
                  <a:pt x="100199" y="50126"/>
                </a:cubicBezTo>
                <a:cubicBezTo>
                  <a:pt x="100199" y="22525"/>
                  <a:pt x="77686" y="0"/>
                  <a:pt x="50099" y="0"/>
                </a:cubicBezTo>
                <a:cubicBezTo>
                  <a:pt x="38367" y="0"/>
                  <a:pt x="27903" y="4759"/>
                  <a:pt x="19342" y="11421"/>
                </a:cubicBezTo>
                <a:cubicBezTo>
                  <a:pt x="18232" y="12373"/>
                  <a:pt x="16806" y="12849"/>
                  <a:pt x="15696" y="13959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48" name="Freeform 347">
            <a:extLst>
              <a:ext uri="{FF2B5EF4-FFF2-40B4-BE49-F238E27FC236}">
                <a16:creationId xmlns:a16="http://schemas.microsoft.com/office/drawing/2014/main" id="{47FDD0A5-B158-7E69-A5FB-D108538E9946}"/>
              </a:ext>
            </a:extLst>
          </p:cNvPr>
          <p:cNvSpPr/>
          <p:nvPr/>
        </p:nvSpPr>
        <p:spPr>
          <a:xfrm>
            <a:off x="6319468" y="6433564"/>
            <a:ext cx="100516" cy="86333"/>
          </a:xfrm>
          <a:custGeom>
            <a:avLst/>
            <a:gdLst>
              <a:gd name="connsiteX0" fmla="*/ 158 w 100516"/>
              <a:gd name="connsiteY0" fmla="*/ 50126 h 100252"/>
              <a:gd name="connsiteX1" fmla="*/ 33294 w 100516"/>
              <a:gd name="connsiteY1" fmla="*/ 96763 h 100252"/>
              <a:gd name="connsiteX2" fmla="*/ 37733 w 100516"/>
              <a:gd name="connsiteY2" fmla="*/ 97714 h 100252"/>
              <a:gd name="connsiteX3" fmla="*/ 50417 w 100516"/>
              <a:gd name="connsiteY3" fmla="*/ 100253 h 100252"/>
              <a:gd name="connsiteX4" fmla="*/ 98772 w 100516"/>
              <a:gd name="connsiteY4" fmla="*/ 58375 h 100252"/>
              <a:gd name="connsiteX5" fmla="*/ 99724 w 100516"/>
              <a:gd name="connsiteY5" fmla="*/ 54092 h 100252"/>
              <a:gd name="connsiteX6" fmla="*/ 100517 w 100516"/>
              <a:gd name="connsiteY6" fmla="*/ 50126 h 100252"/>
              <a:gd name="connsiteX7" fmla="*/ 99248 w 100516"/>
              <a:gd name="connsiteY7" fmla="*/ 44257 h 100252"/>
              <a:gd name="connsiteX8" fmla="*/ 98297 w 100516"/>
              <a:gd name="connsiteY8" fmla="*/ 39815 h 100252"/>
              <a:gd name="connsiteX9" fmla="*/ 50258 w 100516"/>
              <a:gd name="connsiteY9" fmla="*/ 0 h 100252"/>
              <a:gd name="connsiteX10" fmla="*/ 29964 w 100516"/>
              <a:gd name="connsiteY10" fmla="*/ 4442 h 100252"/>
              <a:gd name="connsiteX11" fmla="*/ 28379 w 100516"/>
              <a:gd name="connsiteY11" fmla="*/ 5552 h 100252"/>
              <a:gd name="connsiteX12" fmla="*/ 24733 w 100516"/>
              <a:gd name="connsiteY12" fmla="*/ 8090 h 100252"/>
              <a:gd name="connsiteX13" fmla="*/ 0 w 100516"/>
              <a:gd name="connsiteY13" fmla="*/ 50285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00516" h="100252">
                <a:moveTo>
                  <a:pt x="158" y="50126"/>
                </a:moveTo>
                <a:cubicBezTo>
                  <a:pt x="158" y="71858"/>
                  <a:pt x="13951" y="89783"/>
                  <a:pt x="33294" y="96763"/>
                </a:cubicBezTo>
                <a:cubicBezTo>
                  <a:pt x="34721" y="97239"/>
                  <a:pt x="36306" y="97239"/>
                  <a:pt x="37733" y="97714"/>
                </a:cubicBezTo>
                <a:cubicBezTo>
                  <a:pt x="41855" y="98824"/>
                  <a:pt x="45978" y="100253"/>
                  <a:pt x="50417" y="100253"/>
                </a:cubicBezTo>
                <a:cubicBezTo>
                  <a:pt x="75149" y="100253"/>
                  <a:pt x="94809" y="82010"/>
                  <a:pt x="98772" y="58375"/>
                </a:cubicBezTo>
                <a:cubicBezTo>
                  <a:pt x="99090" y="56947"/>
                  <a:pt x="99565" y="55520"/>
                  <a:pt x="99724" y="54092"/>
                </a:cubicBezTo>
                <a:cubicBezTo>
                  <a:pt x="99724" y="52664"/>
                  <a:pt x="100517" y="51554"/>
                  <a:pt x="100517" y="50126"/>
                </a:cubicBezTo>
                <a:cubicBezTo>
                  <a:pt x="100517" y="48064"/>
                  <a:pt x="99565" y="46161"/>
                  <a:pt x="99248" y="44257"/>
                </a:cubicBezTo>
                <a:cubicBezTo>
                  <a:pt x="99090" y="42671"/>
                  <a:pt x="98614" y="41401"/>
                  <a:pt x="98297" y="39815"/>
                </a:cubicBezTo>
                <a:cubicBezTo>
                  <a:pt x="93382" y="17290"/>
                  <a:pt x="74356" y="0"/>
                  <a:pt x="50258" y="0"/>
                </a:cubicBezTo>
                <a:cubicBezTo>
                  <a:pt x="42965" y="0"/>
                  <a:pt x="36148" y="1745"/>
                  <a:pt x="29964" y="4442"/>
                </a:cubicBezTo>
                <a:cubicBezTo>
                  <a:pt x="29330" y="4759"/>
                  <a:pt x="29013" y="5234"/>
                  <a:pt x="28379" y="5552"/>
                </a:cubicBezTo>
                <a:cubicBezTo>
                  <a:pt x="27111" y="6186"/>
                  <a:pt x="26001" y="7297"/>
                  <a:pt x="24733" y="8090"/>
                </a:cubicBezTo>
                <a:cubicBezTo>
                  <a:pt x="10305" y="16814"/>
                  <a:pt x="0" y="32043"/>
                  <a:pt x="0" y="50285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49" name="Freeform 348">
            <a:extLst>
              <a:ext uri="{FF2B5EF4-FFF2-40B4-BE49-F238E27FC236}">
                <a16:creationId xmlns:a16="http://schemas.microsoft.com/office/drawing/2014/main" id="{FB098153-FD67-C4F5-4F21-CF83F9AB8244}"/>
              </a:ext>
            </a:extLst>
          </p:cNvPr>
          <p:cNvSpPr/>
          <p:nvPr/>
        </p:nvSpPr>
        <p:spPr>
          <a:xfrm>
            <a:off x="5847800" y="5489257"/>
            <a:ext cx="100357" cy="86606"/>
          </a:xfrm>
          <a:custGeom>
            <a:avLst/>
            <a:gdLst>
              <a:gd name="connsiteX0" fmla="*/ 49466 w 100357"/>
              <a:gd name="connsiteY0" fmla="*/ 100570 h 100569"/>
              <a:gd name="connsiteX1" fmla="*/ 50258 w 100357"/>
              <a:gd name="connsiteY1" fmla="*/ 100570 h 100569"/>
              <a:gd name="connsiteX2" fmla="*/ 53905 w 100357"/>
              <a:gd name="connsiteY2" fmla="*/ 99776 h 100569"/>
              <a:gd name="connsiteX3" fmla="*/ 70552 w 100357"/>
              <a:gd name="connsiteY3" fmla="*/ 95969 h 100569"/>
              <a:gd name="connsiteX4" fmla="*/ 74198 w 100357"/>
              <a:gd name="connsiteY4" fmla="*/ 93431 h 100569"/>
              <a:gd name="connsiteX5" fmla="*/ 83711 w 100357"/>
              <a:gd name="connsiteY5" fmla="*/ 86927 h 100569"/>
              <a:gd name="connsiteX6" fmla="*/ 83711 w 100357"/>
              <a:gd name="connsiteY6" fmla="*/ 86927 h 100569"/>
              <a:gd name="connsiteX7" fmla="*/ 86882 w 100357"/>
              <a:gd name="connsiteY7" fmla="*/ 83913 h 100569"/>
              <a:gd name="connsiteX8" fmla="*/ 100358 w 100357"/>
              <a:gd name="connsiteY8" fmla="*/ 50285 h 100569"/>
              <a:gd name="connsiteX9" fmla="*/ 61514 w 100357"/>
              <a:gd name="connsiteY9" fmla="*/ 2379 h 100569"/>
              <a:gd name="connsiteX10" fmla="*/ 57075 w 100357"/>
              <a:gd name="connsiteY10" fmla="*/ 1428 h 100569"/>
              <a:gd name="connsiteX11" fmla="*/ 50258 w 100357"/>
              <a:gd name="connsiteY11" fmla="*/ 0 h 100569"/>
              <a:gd name="connsiteX12" fmla="*/ 31233 w 100357"/>
              <a:gd name="connsiteY12" fmla="*/ 3807 h 100569"/>
              <a:gd name="connsiteX13" fmla="*/ 27428 w 100357"/>
              <a:gd name="connsiteY13" fmla="*/ 6186 h 100569"/>
              <a:gd name="connsiteX14" fmla="*/ 26001 w 100357"/>
              <a:gd name="connsiteY14" fmla="*/ 7138 h 100569"/>
              <a:gd name="connsiteX15" fmla="*/ 22196 w 100357"/>
              <a:gd name="connsiteY15" fmla="*/ 9676 h 100569"/>
              <a:gd name="connsiteX16" fmla="*/ 2695 w 100357"/>
              <a:gd name="connsiteY16" fmla="*/ 37119 h 100569"/>
              <a:gd name="connsiteX17" fmla="*/ 1268 w 100357"/>
              <a:gd name="connsiteY17" fmla="*/ 43781 h 100569"/>
              <a:gd name="connsiteX18" fmla="*/ 0 w 100357"/>
              <a:gd name="connsiteY18" fmla="*/ 50126 h 100569"/>
              <a:gd name="connsiteX19" fmla="*/ 29489 w 100357"/>
              <a:gd name="connsiteY19" fmla="*/ 95652 h 100569"/>
              <a:gd name="connsiteX20" fmla="*/ 35514 w 100357"/>
              <a:gd name="connsiteY20" fmla="*/ 97397 h 100569"/>
              <a:gd name="connsiteX21" fmla="*/ 49466 w 100357"/>
              <a:gd name="connsiteY21" fmla="*/ 100253 h 1005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100357" h="100569">
                <a:moveTo>
                  <a:pt x="49466" y="100570"/>
                </a:moveTo>
                <a:cubicBezTo>
                  <a:pt x="49466" y="100570"/>
                  <a:pt x="49941" y="100570"/>
                  <a:pt x="50258" y="100570"/>
                </a:cubicBezTo>
                <a:cubicBezTo>
                  <a:pt x="51527" y="100570"/>
                  <a:pt x="52636" y="99935"/>
                  <a:pt x="53905" y="99776"/>
                </a:cubicBezTo>
                <a:cubicBezTo>
                  <a:pt x="59771" y="99300"/>
                  <a:pt x="65478" y="98349"/>
                  <a:pt x="70552" y="95969"/>
                </a:cubicBezTo>
                <a:cubicBezTo>
                  <a:pt x="71978" y="95335"/>
                  <a:pt x="72930" y="94225"/>
                  <a:pt x="74198" y="93431"/>
                </a:cubicBezTo>
                <a:cubicBezTo>
                  <a:pt x="77528" y="91528"/>
                  <a:pt x="80857" y="89624"/>
                  <a:pt x="83711" y="86927"/>
                </a:cubicBezTo>
                <a:lnTo>
                  <a:pt x="83711" y="86927"/>
                </a:lnTo>
                <a:cubicBezTo>
                  <a:pt x="84820" y="85976"/>
                  <a:pt x="85772" y="84866"/>
                  <a:pt x="86882" y="83913"/>
                </a:cubicBezTo>
                <a:cubicBezTo>
                  <a:pt x="94967" y="75030"/>
                  <a:pt x="100358" y="63292"/>
                  <a:pt x="100358" y="50285"/>
                </a:cubicBezTo>
                <a:cubicBezTo>
                  <a:pt x="100358" y="26649"/>
                  <a:pt x="83552" y="7614"/>
                  <a:pt x="61514" y="2379"/>
                </a:cubicBezTo>
                <a:cubicBezTo>
                  <a:pt x="60088" y="2062"/>
                  <a:pt x="58661" y="1745"/>
                  <a:pt x="57075" y="1428"/>
                </a:cubicBezTo>
                <a:cubicBezTo>
                  <a:pt x="54697" y="1111"/>
                  <a:pt x="52636" y="0"/>
                  <a:pt x="50258" y="0"/>
                </a:cubicBezTo>
                <a:cubicBezTo>
                  <a:pt x="43441" y="0"/>
                  <a:pt x="37099" y="1428"/>
                  <a:pt x="31233" y="3807"/>
                </a:cubicBezTo>
                <a:cubicBezTo>
                  <a:pt x="29806" y="4442"/>
                  <a:pt x="28696" y="5552"/>
                  <a:pt x="27428" y="6186"/>
                </a:cubicBezTo>
                <a:cubicBezTo>
                  <a:pt x="26952" y="6504"/>
                  <a:pt x="26477" y="6821"/>
                  <a:pt x="26001" y="7138"/>
                </a:cubicBezTo>
                <a:cubicBezTo>
                  <a:pt x="24733" y="7931"/>
                  <a:pt x="23464" y="8883"/>
                  <a:pt x="22196" y="9676"/>
                </a:cubicBezTo>
                <a:cubicBezTo>
                  <a:pt x="12683" y="16339"/>
                  <a:pt x="5866" y="25698"/>
                  <a:pt x="2695" y="37119"/>
                </a:cubicBezTo>
                <a:cubicBezTo>
                  <a:pt x="2061" y="39339"/>
                  <a:pt x="1585" y="41560"/>
                  <a:pt x="1268" y="43781"/>
                </a:cubicBezTo>
                <a:cubicBezTo>
                  <a:pt x="951" y="46002"/>
                  <a:pt x="0" y="47905"/>
                  <a:pt x="0" y="50126"/>
                </a:cubicBezTo>
                <a:cubicBezTo>
                  <a:pt x="0" y="70431"/>
                  <a:pt x="12208" y="87721"/>
                  <a:pt x="29489" y="95652"/>
                </a:cubicBezTo>
                <a:cubicBezTo>
                  <a:pt x="31391" y="96445"/>
                  <a:pt x="33452" y="96763"/>
                  <a:pt x="35514" y="97397"/>
                </a:cubicBezTo>
                <a:cubicBezTo>
                  <a:pt x="39953" y="98824"/>
                  <a:pt x="44551" y="100094"/>
                  <a:pt x="49466" y="100253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0" name="Freeform 349">
            <a:extLst>
              <a:ext uri="{FF2B5EF4-FFF2-40B4-BE49-F238E27FC236}">
                <a16:creationId xmlns:a16="http://schemas.microsoft.com/office/drawing/2014/main" id="{8331A531-CE32-6B8E-44CF-773B539D9B88}"/>
              </a:ext>
            </a:extLst>
          </p:cNvPr>
          <p:cNvSpPr/>
          <p:nvPr/>
        </p:nvSpPr>
        <p:spPr>
          <a:xfrm>
            <a:off x="4971847" y="3601752"/>
            <a:ext cx="100199" cy="86470"/>
          </a:xfrm>
          <a:custGeom>
            <a:avLst/>
            <a:gdLst>
              <a:gd name="connsiteX0" fmla="*/ 72930 w 100199"/>
              <a:gd name="connsiteY0" fmla="*/ 94066 h 100411"/>
              <a:gd name="connsiteX1" fmla="*/ 100199 w 100199"/>
              <a:gd name="connsiteY1" fmla="*/ 50126 h 100411"/>
              <a:gd name="connsiteX2" fmla="*/ 98614 w 100199"/>
              <a:gd name="connsiteY2" fmla="*/ 42195 h 100411"/>
              <a:gd name="connsiteX3" fmla="*/ 97662 w 100199"/>
              <a:gd name="connsiteY3" fmla="*/ 37912 h 100411"/>
              <a:gd name="connsiteX4" fmla="*/ 50099 w 100199"/>
              <a:gd name="connsiteY4" fmla="*/ 0 h 100411"/>
              <a:gd name="connsiteX5" fmla="*/ 44709 w 100199"/>
              <a:gd name="connsiteY5" fmla="*/ 1110 h 100411"/>
              <a:gd name="connsiteX6" fmla="*/ 40428 w 100199"/>
              <a:gd name="connsiteY6" fmla="*/ 2062 h 100411"/>
              <a:gd name="connsiteX7" fmla="*/ 0 w 100199"/>
              <a:gd name="connsiteY7" fmla="*/ 50285 h 100411"/>
              <a:gd name="connsiteX8" fmla="*/ 50099 w 100199"/>
              <a:gd name="connsiteY8" fmla="*/ 100411 h 100411"/>
              <a:gd name="connsiteX9" fmla="*/ 66429 w 100199"/>
              <a:gd name="connsiteY9" fmla="*/ 97080 h 100411"/>
              <a:gd name="connsiteX10" fmla="*/ 69125 w 100199"/>
              <a:gd name="connsiteY10" fmla="*/ 96445 h 100411"/>
              <a:gd name="connsiteX11" fmla="*/ 72930 w 100199"/>
              <a:gd name="connsiteY11" fmla="*/ 94066 h 1004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00199" h="100411">
                <a:moveTo>
                  <a:pt x="72930" y="94066"/>
                </a:moveTo>
                <a:cubicBezTo>
                  <a:pt x="88943" y="85659"/>
                  <a:pt x="100199" y="69479"/>
                  <a:pt x="100199" y="50126"/>
                </a:cubicBezTo>
                <a:cubicBezTo>
                  <a:pt x="100199" y="47271"/>
                  <a:pt x="99090" y="44892"/>
                  <a:pt x="98614" y="42195"/>
                </a:cubicBezTo>
                <a:cubicBezTo>
                  <a:pt x="98297" y="40767"/>
                  <a:pt x="98138" y="39339"/>
                  <a:pt x="97662" y="37912"/>
                </a:cubicBezTo>
                <a:cubicBezTo>
                  <a:pt x="92114" y="16339"/>
                  <a:pt x="73405" y="0"/>
                  <a:pt x="50099" y="0"/>
                </a:cubicBezTo>
                <a:cubicBezTo>
                  <a:pt x="48197" y="0"/>
                  <a:pt x="46611" y="952"/>
                  <a:pt x="44709" y="1110"/>
                </a:cubicBezTo>
                <a:cubicBezTo>
                  <a:pt x="43123" y="1269"/>
                  <a:pt x="41855" y="1745"/>
                  <a:pt x="40428" y="2062"/>
                </a:cubicBezTo>
                <a:cubicBezTo>
                  <a:pt x="17439" y="6662"/>
                  <a:pt x="0" y="26015"/>
                  <a:pt x="0" y="50285"/>
                </a:cubicBezTo>
                <a:cubicBezTo>
                  <a:pt x="0" y="78045"/>
                  <a:pt x="22513" y="100411"/>
                  <a:pt x="50099" y="100411"/>
                </a:cubicBezTo>
                <a:cubicBezTo>
                  <a:pt x="55966" y="100411"/>
                  <a:pt x="61198" y="98825"/>
                  <a:pt x="66429" y="97080"/>
                </a:cubicBezTo>
                <a:cubicBezTo>
                  <a:pt x="67222" y="96762"/>
                  <a:pt x="68332" y="96921"/>
                  <a:pt x="69125" y="96445"/>
                </a:cubicBezTo>
                <a:cubicBezTo>
                  <a:pt x="70552" y="95811"/>
                  <a:pt x="71662" y="94859"/>
                  <a:pt x="72930" y="94066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1" name="Freeform 350">
            <a:extLst>
              <a:ext uri="{FF2B5EF4-FFF2-40B4-BE49-F238E27FC236}">
                <a16:creationId xmlns:a16="http://schemas.microsoft.com/office/drawing/2014/main" id="{784873CC-C31C-BF10-FC71-69497DFE866F}"/>
              </a:ext>
            </a:extLst>
          </p:cNvPr>
          <p:cNvSpPr/>
          <p:nvPr/>
        </p:nvSpPr>
        <p:spPr>
          <a:xfrm>
            <a:off x="5510737" y="4950082"/>
            <a:ext cx="100357" cy="86333"/>
          </a:xfrm>
          <a:custGeom>
            <a:avLst/>
            <a:gdLst>
              <a:gd name="connsiteX0" fmla="*/ 75784 w 100357"/>
              <a:gd name="connsiteY0" fmla="*/ 92480 h 100252"/>
              <a:gd name="connsiteX1" fmla="*/ 78162 w 100357"/>
              <a:gd name="connsiteY1" fmla="*/ 90735 h 100252"/>
              <a:gd name="connsiteX2" fmla="*/ 80699 w 100357"/>
              <a:gd name="connsiteY2" fmla="*/ 88990 h 100252"/>
              <a:gd name="connsiteX3" fmla="*/ 80857 w 100357"/>
              <a:gd name="connsiteY3" fmla="*/ 88990 h 100252"/>
              <a:gd name="connsiteX4" fmla="*/ 84662 w 100357"/>
              <a:gd name="connsiteY4" fmla="*/ 86293 h 100252"/>
              <a:gd name="connsiteX5" fmla="*/ 100358 w 100357"/>
              <a:gd name="connsiteY5" fmla="*/ 50126 h 100252"/>
              <a:gd name="connsiteX6" fmla="*/ 72930 w 100357"/>
              <a:gd name="connsiteY6" fmla="*/ 6028 h 100252"/>
              <a:gd name="connsiteX7" fmla="*/ 69125 w 100357"/>
              <a:gd name="connsiteY7" fmla="*/ 3807 h 100252"/>
              <a:gd name="connsiteX8" fmla="*/ 50258 w 100357"/>
              <a:gd name="connsiteY8" fmla="*/ 0 h 100252"/>
              <a:gd name="connsiteX9" fmla="*/ 38050 w 100357"/>
              <a:gd name="connsiteY9" fmla="*/ 2380 h 100252"/>
              <a:gd name="connsiteX10" fmla="*/ 33611 w 100357"/>
              <a:gd name="connsiteY10" fmla="*/ 3332 h 100252"/>
              <a:gd name="connsiteX11" fmla="*/ 29489 w 100357"/>
              <a:gd name="connsiteY11" fmla="*/ 4600 h 100252"/>
              <a:gd name="connsiteX12" fmla="*/ 0 w 100357"/>
              <a:gd name="connsiteY12" fmla="*/ 50126 h 100252"/>
              <a:gd name="connsiteX13" fmla="*/ 50100 w 100357"/>
              <a:gd name="connsiteY13" fmla="*/ 100253 h 100252"/>
              <a:gd name="connsiteX14" fmla="*/ 71979 w 100357"/>
              <a:gd name="connsiteY14" fmla="*/ 94700 h 100252"/>
              <a:gd name="connsiteX15" fmla="*/ 75625 w 100357"/>
              <a:gd name="connsiteY15" fmla="*/ 92163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00357" h="100252">
                <a:moveTo>
                  <a:pt x="75784" y="92480"/>
                </a:moveTo>
                <a:cubicBezTo>
                  <a:pt x="76576" y="92004"/>
                  <a:pt x="77369" y="91369"/>
                  <a:pt x="78162" y="90735"/>
                </a:cubicBezTo>
                <a:cubicBezTo>
                  <a:pt x="78954" y="90101"/>
                  <a:pt x="79906" y="89625"/>
                  <a:pt x="80699" y="88990"/>
                </a:cubicBezTo>
                <a:lnTo>
                  <a:pt x="80857" y="88990"/>
                </a:lnTo>
                <a:cubicBezTo>
                  <a:pt x="82125" y="87880"/>
                  <a:pt x="83552" y="87404"/>
                  <a:pt x="84662" y="86293"/>
                </a:cubicBezTo>
                <a:cubicBezTo>
                  <a:pt x="94333" y="77093"/>
                  <a:pt x="100358" y="64403"/>
                  <a:pt x="100358" y="50126"/>
                </a:cubicBezTo>
                <a:cubicBezTo>
                  <a:pt x="100358" y="30774"/>
                  <a:pt x="88943" y="14435"/>
                  <a:pt x="72930" y="6028"/>
                </a:cubicBezTo>
                <a:cubicBezTo>
                  <a:pt x="71503" y="5394"/>
                  <a:pt x="70393" y="4283"/>
                  <a:pt x="69125" y="3807"/>
                </a:cubicBezTo>
                <a:cubicBezTo>
                  <a:pt x="63259" y="1428"/>
                  <a:pt x="56917" y="0"/>
                  <a:pt x="50258" y="0"/>
                </a:cubicBezTo>
                <a:cubicBezTo>
                  <a:pt x="45978" y="0"/>
                  <a:pt x="42173" y="1428"/>
                  <a:pt x="38050" y="2380"/>
                </a:cubicBezTo>
                <a:cubicBezTo>
                  <a:pt x="36624" y="2856"/>
                  <a:pt x="35038" y="2856"/>
                  <a:pt x="33611" y="3332"/>
                </a:cubicBezTo>
                <a:cubicBezTo>
                  <a:pt x="32184" y="3807"/>
                  <a:pt x="30757" y="4124"/>
                  <a:pt x="29489" y="4600"/>
                </a:cubicBezTo>
                <a:cubicBezTo>
                  <a:pt x="12208" y="12532"/>
                  <a:pt x="0" y="29822"/>
                  <a:pt x="0" y="50126"/>
                </a:cubicBezTo>
                <a:cubicBezTo>
                  <a:pt x="0" y="77886"/>
                  <a:pt x="22513" y="100253"/>
                  <a:pt x="50100" y="100253"/>
                </a:cubicBezTo>
                <a:cubicBezTo>
                  <a:pt x="58027" y="100253"/>
                  <a:pt x="65161" y="98032"/>
                  <a:pt x="71979" y="94700"/>
                </a:cubicBezTo>
                <a:cubicBezTo>
                  <a:pt x="73406" y="94066"/>
                  <a:pt x="74357" y="92956"/>
                  <a:pt x="75625" y="92163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2" name="Freeform 351">
            <a:extLst>
              <a:ext uri="{FF2B5EF4-FFF2-40B4-BE49-F238E27FC236}">
                <a16:creationId xmlns:a16="http://schemas.microsoft.com/office/drawing/2014/main" id="{17AD6EC5-E731-C094-C8A3-034AED27E29B}"/>
              </a:ext>
            </a:extLst>
          </p:cNvPr>
          <p:cNvSpPr/>
          <p:nvPr/>
        </p:nvSpPr>
        <p:spPr>
          <a:xfrm>
            <a:off x="6251928" y="3331926"/>
            <a:ext cx="100199" cy="86469"/>
          </a:xfrm>
          <a:custGeom>
            <a:avLst/>
            <a:gdLst>
              <a:gd name="connsiteX0" fmla="*/ 70076 w 100199"/>
              <a:gd name="connsiteY0" fmla="*/ 4283 h 100410"/>
              <a:gd name="connsiteX1" fmla="*/ 66905 w 100199"/>
              <a:gd name="connsiteY1" fmla="*/ 3490 h 100410"/>
              <a:gd name="connsiteX2" fmla="*/ 62466 w 100199"/>
              <a:gd name="connsiteY2" fmla="*/ 2538 h 100410"/>
              <a:gd name="connsiteX3" fmla="*/ 50258 w 100199"/>
              <a:gd name="connsiteY3" fmla="*/ 0 h 100410"/>
              <a:gd name="connsiteX4" fmla="*/ 5390 w 100199"/>
              <a:gd name="connsiteY4" fmla="*/ 28553 h 100410"/>
              <a:gd name="connsiteX5" fmla="*/ 3646 w 100199"/>
              <a:gd name="connsiteY5" fmla="*/ 32518 h 100410"/>
              <a:gd name="connsiteX6" fmla="*/ 0 w 100199"/>
              <a:gd name="connsiteY6" fmla="*/ 50126 h 100410"/>
              <a:gd name="connsiteX7" fmla="*/ 1586 w 100199"/>
              <a:gd name="connsiteY7" fmla="*/ 58057 h 100410"/>
              <a:gd name="connsiteX8" fmla="*/ 2537 w 100199"/>
              <a:gd name="connsiteY8" fmla="*/ 62340 h 100410"/>
              <a:gd name="connsiteX9" fmla="*/ 27428 w 100199"/>
              <a:gd name="connsiteY9" fmla="*/ 94066 h 100410"/>
              <a:gd name="connsiteX10" fmla="*/ 31233 w 100199"/>
              <a:gd name="connsiteY10" fmla="*/ 96445 h 100410"/>
              <a:gd name="connsiteX11" fmla="*/ 38843 w 100199"/>
              <a:gd name="connsiteY11" fmla="*/ 98032 h 100410"/>
              <a:gd name="connsiteX12" fmla="*/ 43124 w 100199"/>
              <a:gd name="connsiteY12" fmla="*/ 98983 h 100410"/>
              <a:gd name="connsiteX13" fmla="*/ 50100 w 100199"/>
              <a:gd name="connsiteY13" fmla="*/ 100411 h 100410"/>
              <a:gd name="connsiteX14" fmla="*/ 100200 w 100199"/>
              <a:gd name="connsiteY14" fmla="*/ 50285 h 100410"/>
              <a:gd name="connsiteX15" fmla="*/ 74040 w 100199"/>
              <a:gd name="connsiteY15" fmla="*/ 7138 h 100410"/>
              <a:gd name="connsiteX16" fmla="*/ 70235 w 100199"/>
              <a:gd name="connsiteY16" fmla="*/ 4600 h 100410"/>
              <a:gd name="connsiteX17" fmla="*/ 69600 w 100199"/>
              <a:gd name="connsiteY17" fmla="*/ 4283 h 1004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00199" h="100410">
                <a:moveTo>
                  <a:pt x="70076" y="4283"/>
                </a:moveTo>
                <a:cubicBezTo>
                  <a:pt x="69125" y="3807"/>
                  <a:pt x="67857" y="3807"/>
                  <a:pt x="66905" y="3490"/>
                </a:cubicBezTo>
                <a:cubicBezTo>
                  <a:pt x="65479" y="3014"/>
                  <a:pt x="63893" y="3014"/>
                  <a:pt x="62466" y="2538"/>
                </a:cubicBezTo>
                <a:cubicBezTo>
                  <a:pt x="58503" y="1428"/>
                  <a:pt x="54539" y="0"/>
                  <a:pt x="50258" y="0"/>
                </a:cubicBezTo>
                <a:cubicBezTo>
                  <a:pt x="30440" y="0"/>
                  <a:pt x="13635" y="11738"/>
                  <a:pt x="5390" y="28553"/>
                </a:cubicBezTo>
                <a:cubicBezTo>
                  <a:pt x="4756" y="29981"/>
                  <a:pt x="4122" y="31249"/>
                  <a:pt x="3646" y="32518"/>
                </a:cubicBezTo>
                <a:cubicBezTo>
                  <a:pt x="1586" y="38070"/>
                  <a:pt x="0" y="43781"/>
                  <a:pt x="0" y="50126"/>
                </a:cubicBezTo>
                <a:cubicBezTo>
                  <a:pt x="0" y="52981"/>
                  <a:pt x="1110" y="55361"/>
                  <a:pt x="1586" y="58057"/>
                </a:cubicBezTo>
                <a:cubicBezTo>
                  <a:pt x="1902" y="59485"/>
                  <a:pt x="2061" y="60913"/>
                  <a:pt x="2537" y="62340"/>
                </a:cubicBezTo>
                <a:cubicBezTo>
                  <a:pt x="6183" y="76300"/>
                  <a:pt x="15061" y="87721"/>
                  <a:pt x="27428" y="94066"/>
                </a:cubicBezTo>
                <a:cubicBezTo>
                  <a:pt x="28855" y="94859"/>
                  <a:pt x="29964" y="95811"/>
                  <a:pt x="31233" y="96445"/>
                </a:cubicBezTo>
                <a:cubicBezTo>
                  <a:pt x="33611" y="97397"/>
                  <a:pt x="36307" y="97397"/>
                  <a:pt x="38843" y="98032"/>
                </a:cubicBezTo>
                <a:cubicBezTo>
                  <a:pt x="40270" y="98349"/>
                  <a:pt x="41697" y="98666"/>
                  <a:pt x="43124" y="98983"/>
                </a:cubicBezTo>
                <a:cubicBezTo>
                  <a:pt x="45502" y="99301"/>
                  <a:pt x="47563" y="100411"/>
                  <a:pt x="50100" y="100411"/>
                </a:cubicBezTo>
                <a:cubicBezTo>
                  <a:pt x="77845" y="100411"/>
                  <a:pt x="100200" y="78045"/>
                  <a:pt x="100200" y="50285"/>
                </a:cubicBezTo>
                <a:cubicBezTo>
                  <a:pt x="100200" y="31408"/>
                  <a:pt x="89418" y="15704"/>
                  <a:pt x="74040" y="7138"/>
                </a:cubicBezTo>
                <a:cubicBezTo>
                  <a:pt x="72771" y="6345"/>
                  <a:pt x="71662" y="5234"/>
                  <a:pt x="70235" y="4600"/>
                </a:cubicBezTo>
                <a:cubicBezTo>
                  <a:pt x="69918" y="4600"/>
                  <a:pt x="69918" y="4283"/>
                  <a:pt x="69600" y="4283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3" name="Freeform 352">
            <a:extLst>
              <a:ext uri="{FF2B5EF4-FFF2-40B4-BE49-F238E27FC236}">
                <a16:creationId xmlns:a16="http://schemas.microsoft.com/office/drawing/2014/main" id="{C3A71938-8074-0129-9087-B7924E116356}"/>
              </a:ext>
            </a:extLst>
          </p:cNvPr>
          <p:cNvSpPr/>
          <p:nvPr/>
        </p:nvSpPr>
        <p:spPr>
          <a:xfrm>
            <a:off x="7060817" y="1713928"/>
            <a:ext cx="100358" cy="86333"/>
          </a:xfrm>
          <a:custGeom>
            <a:avLst/>
            <a:gdLst>
              <a:gd name="connsiteX0" fmla="*/ 45502 w 100358"/>
              <a:gd name="connsiteY0" fmla="*/ 952 h 100252"/>
              <a:gd name="connsiteX1" fmla="*/ 43758 w 100358"/>
              <a:gd name="connsiteY1" fmla="*/ 1269 h 100252"/>
              <a:gd name="connsiteX2" fmla="*/ 42648 w 100358"/>
              <a:gd name="connsiteY2" fmla="*/ 1586 h 100252"/>
              <a:gd name="connsiteX3" fmla="*/ 38368 w 100358"/>
              <a:gd name="connsiteY3" fmla="*/ 2379 h 100252"/>
              <a:gd name="connsiteX4" fmla="*/ 0 w 100358"/>
              <a:gd name="connsiteY4" fmla="*/ 50126 h 100252"/>
              <a:gd name="connsiteX5" fmla="*/ 3805 w 100358"/>
              <a:gd name="connsiteY5" fmla="*/ 68686 h 100252"/>
              <a:gd name="connsiteX6" fmla="*/ 6025 w 100358"/>
              <a:gd name="connsiteY6" fmla="*/ 72651 h 100252"/>
              <a:gd name="connsiteX7" fmla="*/ 26160 w 100358"/>
              <a:gd name="connsiteY7" fmla="*/ 93273 h 100252"/>
              <a:gd name="connsiteX8" fmla="*/ 29965 w 100358"/>
              <a:gd name="connsiteY8" fmla="*/ 95811 h 100252"/>
              <a:gd name="connsiteX9" fmla="*/ 50259 w 100358"/>
              <a:gd name="connsiteY9" fmla="*/ 100252 h 100252"/>
              <a:gd name="connsiteX10" fmla="*/ 100358 w 100358"/>
              <a:gd name="connsiteY10" fmla="*/ 50126 h 100252"/>
              <a:gd name="connsiteX11" fmla="*/ 50259 w 100358"/>
              <a:gd name="connsiteY11" fmla="*/ 0 h 100252"/>
              <a:gd name="connsiteX12" fmla="*/ 50259 w 100358"/>
              <a:gd name="connsiteY12" fmla="*/ 0 h 100252"/>
              <a:gd name="connsiteX13" fmla="*/ 45819 w 100358"/>
              <a:gd name="connsiteY13" fmla="*/ 952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00358" h="100252">
                <a:moveTo>
                  <a:pt x="45502" y="952"/>
                </a:moveTo>
                <a:cubicBezTo>
                  <a:pt x="45502" y="952"/>
                  <a:pt x="44392" y="1269"/>
                  <a:pt x="43758" y="1269"/>
                </a:cubicBezTo>
                <a:cubicBezTo>
                  <a:pt x="43283" y="1269"/>
                  <a:pt x="42965" y="1428"/>
                  <a:pt x="42648" y="1586"/>
                </a:cubicBezTo>
                <a:cubicBezTo>
                  <a:pt x="41221" y="1745"/>
                  <a:pt x="39795" y="2062"/>
                  <a:pt x="38368" y="2379"/>
                </a:cubicBezTo>
                <a:cubicBezTo>
                  <a:pt x="16489" y="7773"/>
                  <a:pt x="0" y="26649"/>
                  <a:pt x="0" y="50126"/>
                </a:cubicBezTo>
                <a:cubicBezTo>
                  <a:pt x="0" y="56789"/>
                  <a:pt x="1427" y="62975"/>
                  <a:pt x="3805" y="68686"/>
                </a:cubicBezTo>
                <a:cubicBezTo>
                  <a:pt x="4439" y="70113"/>
                  <a:pt x="5390" y="71224"/>
                  <a:pt x="6025" y="72651"/>
                </a:cubicBezTo>
                <a:cubicBezTo>
                  <a:pt x="10464" y="81376"/>
                  <a:pt x="17599" y="88514"/>
                  <a:pt x="26160" y="93273"/>
                </a:cubicBezTo>
                <a:cubicBezTo>
                  <a:pt x="27587" y="94066"/>
                  <a:pt x="28538" y="95176"/>
                  <a:pt x="29965" y="95811"/>
                </a:cubicBezTo>
                <a:cubicBezTo>
                  <a:pt x="36148" y="98666"/>
                  <a:pt x="42965" y="100252"/>
                  <a:pt x="50259" y="100252"/>
                </a:cubicBezTo>
                <a:cubicBezTo>
                  <a:pt x="78004" y="100252"/>
                  <a:pt x="100358" y="77886"/>
                  <a:pt x="100358" y="50126"/>
                </a:cubicBezTo>
                <a:cubicBezTo>
                  <a:pt x="100358" y="22366"/>
                  <a:pt x="77845" y="0"/>
                  <a:pt x="50259" y="0"/>
                </a:cubicBezTo>
                <a:lnTo>
                  <a:pt x="50259" y="0"/>
                </a:lnTo>
                <a:cubicBezTo>
                  <a:pt x="48673" y="0"/>
                  <a:pt x="47405" y="793"/>
                  <a:pt x="45819" y="95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4" name="Freeform 353">
            <a:extLst>
              <a:ext uri="{FF2B5EF4-FFF2-40B4-BE49-F238E27FC236}">
                <a16:creationId xmlns:a16="http://schemas.microsoft.com/office/drawing/2014/main" id="{4F540F0A-E94D-C018-C078-8DA0D7E8A256}"/>
              </a:ext>
            </a:extLst>
          </p:cNvPr>
          <p:cNvSpPr/>
          <p:nvPr/>
        </p:nvSpPr>
        <p:spPr>
          <a:xfrm>
            <a:off x="6993595" y="1376688"/>
            <a:ext cx="100357" cy="86470"/>
          </a:xfrm>
          <a:custGeom>
            <a:avLst/>
            <a:gdLst>
              <a:gd name="connsiteX0" fmla="*/ 84028 w 100357"/>
              <a:gd name="connsiteY0" fmla="*/ 13801 h 100411"/>
              <a:gd name="connsiteX1" fmla="*/ 52319 w 100357"/>
              <a:gd name="connsiteY1" fmla="*/ 476 h 100411"/>
              <a:gd name="connsiteX2" fmla="*/ 50100 w 100357"/>
              <a:gd name="connsiteY2" fmla="*/ 0 h 100411"/>
              <a:gd name="connsiteX3" fmla="*/ 47880 w 100357"/>
              <a:gd name="connsiteY3" fmla="*/ 476 h 100411"/>
              <a:gd name="connsiteX4" fmla="*/ 45978 w 100357"/>
              <a:gd name="connsiteY4" fmla="*/ 952 h 100411"/>
              <a:gd name="connsiteX5" fmla="*/ 41697 w 100357"/>
              <a:gd name="connsiteY5" fmla="*/ 1745 h 100411"/>
              <a:gd name="connsiteX6" fmla="*/ 0 w 100357"/>
              <a:gd name="connsiteY6" fmla="*/ 50285 h 100411"/>
              <a:gd name="connsiteX7" fmla="*/ 7134 w 100357"/>
              <a:gd name="connsiteY7" fmla="*/ 74555 h 100411"/>
              <a:gd name="connsiteX8" fmla="*/ 9671 w 100357"/>
              <a:gd name="connsiteY8" fmla="*/ 78203 h 100411"/>
              <a:gd name="connsiteX9" fmla="*/ 30440 w 100357"/>
              <a:gd name="connsiteY9" fmla="*/ 96287 h 100411"/>
              <a:gd name="connsiteX10" fmla="*/ 34721 w 100357"/>
              <a:gd name="connsiteY10" fmla="*/ 97239 h 100411"/>
              <a:gd name="connsiteX11" fmla="*/ 50258 w 100357"/>
              <a:gd name="connsiteY11" fmla="*/ 100411 h 100411"/>
              <a:gd name="connsiteX12" fmla="*/ 57710 w 100357"/>
              <a:gd name="connsiteY12" fmla="*/ 98825 h 100411"/>
              <a:gd name="connsiteX13" fmla="*/ 61991 w 100357"/>
              <a:gd name="connsiteY13" fmla="*/ 98032 h 100411"/>
              <a:gd name="connsiteX14" fmla="*/ 89736 w 100357"/>
              <a:gd name="connsiteY14" fmla="*/ 79631 h 100411"/>
              <a:gd name="connsiteX15" fmla="*/ 93858 w 100357"/>
              <a:gd name="connsiteY15" fmla="*/ 73603 h 100411"/>
              <a:gd name="connsiteX16" fmla="*/ 99565 w 100357"/>
              <a:gd name="connsiteY16" fmla="*/ 54251 h 100411"/>
              <a:gd name="connsiteX17" fmla="*/ 100358 w 100357"/>
              <a:gd name="connsiteY17" fmla="*/ 50285 h 100411"/>
              <a:gd name="connsiteX18" fmla="*/ 99090 w 100357"/>
              <a:gd name="connsiteY18" fmla="*/ 43781 h 100411"/>
              <a:gd name="connsiteX19" fmla="*/ 89418 w 100357"/>
              <a:gd name="connsiteY19" fmla="*/ 20304 h 100411"/>
              <a:gd name="connsiteX20" fmla="*/ 84345 w 100357"/>
              <a:gd name="connsiteY20" fmla="*/ 13959 h 1004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00357" h="100411">
                <a:moveTo>
                  <a:pt x="84028" y="13801"/>
                </a:moveTo>
                <a:cubicBezTo>
                  <a:pt x="75625" y="5869"/>
                  <a:pt x="64527" y="1110"/>
                  <a:pt x="52319" y="476"/>
                </a:cubicBezTo>
                <a:cubicBezTo>
                  <a:pt x="51527" y="476"/>
                  <a:pt x="50892" y="0"/>
                  <a:pt x="50100" y="0"/>
                </a:cubicBezTo>
                <a:cubicBezTo>
                  <a:pt x="49307" y="0"/>
                  <a:pt x="48673" y="476"/>
                  <a:pt x="47880" y="476"/>
                </a:cubicBezTo>
                <a:cubicBezTo>
                  <a:pt x="47246" y="476"/>
                  <a:pt x="46612" y="793"/>
                  <a:pt x="45978" y="952"/>
                </a:cubicBezTo>
                <a:cubicBezTo>
                  <a:pt x="44551" y="952"/>
                  <a:pt x="43124" y="1586"/>
                  <a:pt x="41697" y="1745"/>
                </a:cubicBezTo>
                <a:cubicBezTo>
                  <a:pt x="18232" y="5869"/>
                  <a:pt x="0" y="25539"/>
                  <a:pt x="0" y="50285"/>
                </a:cubicBezTo>
                <a:cubicBezTo>
                  <a:pt x="0" y="59327"/>
                  <a:pt x="3012" y="67258"/>
                  <a:pt x="7134" y="74555"/>
                </a:cubicBezTo>
                <a:cubicBezTo>
                  <a:pt x="7927" y="75824"/>
                  <a:pt x="8720" y="77093"/>
                  <a:pt x="9671" y="78203"/>
                </a:cubicBezTo>
                <a:cubicBezTo>
                  <a:pt x="15061" y="85817"/>
                  <a:pt x="21720" y="92480"/>
                  <a:pt x="30440" y="96287"/>
                </a:cubicBezTo>
                <a:cubicBezTo>
                  <a:pt x="31867" y="96921"/>
                  <a:pt x="33294" y="96763"/>
                  <a:pt x="34721" y="97239"/>
                </a:cubicBezTo>
                <a:cubicBezTo>
                  <a:pt x="39636" y="98825"/>
                  <a:pt x="44709" y="100411"/>
                  <a:pt x="50258" y="100411"/>
                </a:cubicBezTo>
                <a:cubicBezTo>
                  <a:pt x="52953" y="100411"/>
                  <a:pt x="55173" y="99301"/>
                  <a:pt x="57710" y="98825"/>
                </a:cubicBezTo>
                <a:cubicBezTo>
                  <a:pt x="59137" y="98507"/>
                  <a:pt x="60564" y="98349"/>
                  <a:pt x="61991" y="98032"/>
                </a:cubicBezTo>
                <a:cubicBezTo>
                  <a:pt x="73406" y="95176"/>
                  <a:pt x="82918" y="88831"/>
                  <a:pt x="89736" y="79631"/>
                </a:cubicBezTo>
                <a:cubicBezTo>
                  <a:pt x="91163" y="77727"/>
                  <a:pt x="92589" y="75824"/>
                  <a:pt x="93858" y="73603"/>
                </a:cubicBezTo>
                <a:cubicBezTo>
                  <a:pt x="97029" y="67734"/>
                  <a:pt x="99090" y="61230"/>
                  <a:pt x="99565" y="54251"/>
                </a:cubicBezTo>
                <a:cubicBezTo>
                  <a:pt x="99565" y="52823"/>
                  <a:pt x="100358" y="51554"/>
                  <a:pt x="100358" y="50285"/>
                </a:cubicBezTo>
                <a:cubicBezTo>
                  <a:pt x="100358" y="47905"/>
                  <a:pt x="99407" y="46002"/>
                  <a:pt x="99090" y="43781"/>
                </a:cubicBezTo>
                <a:cubicBezTo>
                  <a:pt x="97821" y="34898"/>
                  <a:pt x="94651" y="26967"/>
                  <a:pt x="89418" y="20304"/>
                </a:cubicBezTo>
                <a:cubicBezTo>
                  <a:pt x="87675" y="18083"/>
                  <a:pt x="86406" y="15863"/>
                  <a:pt x="84345" y="13959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5" name="Freeform 354">
            <a:extLst>
              <a:ext uri="{FF2B5EF4-FFF2-40B4-BE49-F238E27FC236}">
                <a16:creationId xmlns:a16="http://schemas.microsoft.com/office/drawing/2014/main" id="{E5767FFB-B196-143A-D4FA-7B3BC68AF651}"/>
              </a:ext>
            </a:extLst>
          </p:cNvPr>
          <p:cNvSpPr/>
          <p:nvPr/>
        </p:nvSpPr>
        <p:spPr>
          <a:xfrm>
            <a:off x="4836768" y="2725336"/>
            <a:ext cx="100358" cy="86333"/>
          </a:xfrm>
          <a:custGeom>
            <a:avLst/>
            <a:gdLst>
              <a:gd name="connsiteX0" fmla="*/ 62466 w 100358"/>
              <a:gd name="connsiteY0" fmla="*/ 97714 h 100252"/>
              <a:gd name="connsiteX1" fmla="*/ 66905 w 100358"/>
              <a:gd name="connsiteY1" fmla="*/ 96762 h 100252"/>
              <a:gd name="connsiteX2" fmla="*/ 95126 w 100358"/>
              <a:gd name="connsiteY2" fmla="*/ 71541 h 100252"/>
              <a:gd name="connsiteX3" fmla="*/ 96870 w 100358"/>
              <a:gd name="connsiteY3" fmla="*/ 67575 h 100252"/>
              <a:gd name="connsiteX4" fmla="*/ 100358 w 100358"/>
              <a:gd name="connsiteY4" fmla="*/ 49967 h 100252"/>
              <a:gd name="connsiteX5" fmla="*/ 96553 w 100358"/>
              <a:gd name="connsiteY5" fmla="*/ 31408 h 100252"/>
              <a:gd name="connsiteX6" fmla="*/ 94334 w 100358"/>
              <a:gd name="connsiteY6" fmla="*/ 27601 h 100252"/>
              <a:gd name="connsiteX7" fmla="*/ 93224 w 100358"/>
              <a:gd name="connsiteY7" fmla="*/ 25856 h 100252"/>
              <a:gd name="connsiteX8" fmla="*/ 90687 w 100358"/>
              <a:gd name="connsiteY8" fmla="*/ 22208 h 100252"/>
              <a:gd name="connsiteX9" fmla="*/ 50100 w 100358"/>
              <a:gd name="connsiteY9" fmla="*/ 0 h 100252"/>
              <a:gd name="connsiteX10" fmla="*/ 0 w 100358"/>
              <a:gd name="connsiteY10" fmla="*/ 50126 h 100252"/>
              <a:gd name="connsiteX11" fmla="*/ 50100 w 100358"/>
              <a:gd name="connsiteY11" fmla="*/ 100252 h 100252"/>
              <a:gd name="connsiteX12" fmla="*/ 55490 w 100358"/>
              <a:gd name="connsiteY12" fmla="*/ 99142 h 100252"/>
              <a:gd name="connsiteX13" fmla="*/ 59771 w 100358"/>
              <a:gd name="connsiteY13" fmla="*/ 98190 h 100252"/>
              <a:gd name="connsiteX14" fmla="*/ 62308 w 100358"/>
              <a:gd name="connsiteY14" fmla="*/ 97714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00358" h="100252">
                <a:moveTo>
                  <a:pt x="62466" y="97714"/>
                </a:moveTo>
                <a:cubicBezTo>
                  <a:pt x="63893" y="97397"/>
                  <a:pt x="65479" y="97239"/>
                  <a:pt x="66905" y="96762"/>
                </a:cubicBezTo>
                <a:cubicBezTo>
                  <a:pt x="79430" y="92321"/>
                  <a:pt x="89419" y="83438"/>
                  <a:pt x="95126" y="71541"/>
                </a:cubicBezTo>
                <a:cubicBezTo>
                  <a:pt x="95760" y="70113"/>
                  <a:pt x="96395" y="69003"/>
                  <a:pt x="96870" y="67575"/>
                </a:cubicBezTo>
                <a:cubicBezTo>
                  <a:pt x="98931" y="62023"/>
                  <a:pt x="100358" y="56154"/>
                  <a:pt x="100358" y="49967"/>
                </a:cubicBezTo>
                <a:cubicBezTo>
                  <a:pt x="100358" y="43305"/>
                  <a:pt x="98931" y="37119"/>
                  <a:pt x="96553" y="31408"/>
                </a:cubicBezTo>
                <a:cubicBezTo>
                  <a:pt x="95919" y="29981"/>
                  <a:pt x="94967" y="28870"/>
                  <a:pt x="94334" y="27601"/>
                </a:cubicBezTo>
                <a:cubicBezTo>
                  <a:pt x="94016" y="26967"/>
                  <a:pt x="93541" y="26491"/>
                  <a:pt x="93224" y="25856"/>
                </a:cubicBezTo>
                <a:cubicBezTo>
                  <a:pt x="92431" y="24587"/>
                  <a:pt x="91480" y="23318"/>
                  <a:pt x="90687" y="22208"/>
                </a:cubicBezTo>
                <a:cubicBezTo>
                  <a:pt x="81650" y="9042"/>
                  <a:pt x="67222" y="0"/>
                  <a:pt x="50100" y="0"/>
                </a:cubicBezTo>
                <a:cubicBezTo>
                  <a:pt x="22355" y="0"/>
                  <a:pt x="0" y="22525"/>
                  <a:pt x="0" y="50126"/>
                </a:cubicBezTo>
                <a:cubicBezTo>
                  <a:pt x="0" y="77727"/>
                  <a:pt x="22513" y="100252"/>
                  <a:pt x="50100" y="100252"/>
                </a:cubicBezTo>
                <a:cubicBezTo>
                  <a:pt x="52002" y="100252"/>
                  <a:pt x="53588" y="99301"/>
                  <a:pt x="55490" y="99142"/>
                </a:cubicBezTo>
                <a:cubicBezTo>
                  <a:pt x="56917" y="98983"/>
                  <a:pt x="58344" y="98507"/>
                  <a:pt x="59771" y="98190"/>
                </a:cubicBezTo>
                <a:cubicBezTo>
                  <a:pt x="60564" y="98032"/>
                  <a:pt x="61515" y="97873"/>
                  <a:pt x="62308" y="97714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6" name="Freeform 355">
            <a:extLst>
              <a:ext uri="{FF2B5EF4-FFF2-40B4-BE49-F238E27FC236}">
                <a16:creationId xmlns:a16="http://schemas.microsoft.com/office/drawing/2014/main" id="{E5200BE9-E2DD-5E16-C064-FE7ED0A7AB03}"/>
              </a:ext>
            </a:extLst>
          </p:cNvPr>
          <p:cNvSpPr/>
          <p:nvPr/>
        </p:nvSpPr>
        <p:spPr>
          <a:xfrm>
            <a:off x="6273807" y="0"/>
            <a:ext cx="1370767" cy="3163656"/>
          </a:xfrm>
          <a:custGeom>
            <a:avLst/>
            <a:gdLst>
              <a:gd name="connsiteX0" fmla="*/ 8085 w 1370767"/>
              <a:gd name="connsiteY0" fmla="*/ 0 h 3508199"/>
              <a:gd name="connsiteX1" fmla="*/ 0 w 1370767"/>
              <a:gd name="connsiteY1" fmla="*/ 2538 h 3508199"/>
              <a:gd name="connsiteX2" fmla="*/ 1362682 w 1370767"/>
              <a:gd name="connsiteY2" fmla="*/ 3508200 h 3508199"/>
              <a:gd name="connsiteX3" fmla="*/ 1370768 w 1370767"/>
              <a:gd name="connsiteY3" fmla="*/ 3505820 h 3508199"/>
              <a:gd name="connsiteX4" fmla="*/ 8085 w 1370767"/>
              <a:gd name="connsiteY4" fmla="*/ 159 h 35081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0767" h="3508199">
                <a:moveTo>
                  <a:pt x="8085" y="0"/>
                </a:moveTo>
                <a:cubicBezTo>
                  <a:pt x="5549" y="1269"/>
                  <a:pt x="2695" y="1586"/>
                  <a:pt x="0" y="2538"/>
                </a:cubicBezTo>
                <a:lnTo>
                  <a:pt x="1362682" y="3508200"/>
                </a:lnTo>
                <a:cubicBezTo>
                  <a:pt x="1365218" y="3507089"/>
                  <a:pt x="1368072" y="3506613"/>
                  <a:pt x="1370768" y="3505820"/>
                </a:cubicBezTo>
                <a:lnTo>
                  <a:pt x="8085" y="159"/>
                </a:lnTo>
                <a:close/>
              </a:path>
            </a:pathLst>
          </a:custGeom>
          <a:solidFill>
            <a:srgbClr val="FF7D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9" name="Freeform 358">
            <a:extLst>
              <a:ext uri="{FF2B5EF4-FFF2-40B4-BE49-F238E27FC236}">
                <a16:creationId xmlns:a16="http://schemas.microsoft.com/office/drawing/2014/main" id="{005A392D-4836-808D-4752-A137136D9C07}"/>
              </a:ext>
            </a:extLst>
          </p:cNvPr>
          <p:cNvSpPr/>
          <p:nvPr/>
        </p:nvSpPr>
        <p:spPr>
          <a:xfrm>
            <a:off x="1863759" y="6526519"/>
            <a:ext cx="13159" cy="58056"/>
          </a:xfrm>
          <a:custGeom>
            <a:avLst/>
            <a:gdLst>
              <a:gd name="connsiteX0" fmla="*/ 0 w 13159"/>
              <a:gd name="connsiteY0" fmla="*/ 22842 h 67416"/>
              <a:gd name="connsiteX1" fmla="*/ 10464 w 13159"/>
              <a:gd name="connsiteY1" fmla="*/ 67417 h 67416"/>
              <a:gd name="connsiteX2" fmla="*/ 13159 w 13159"/>
              <a:gd name="connsiteY2" fmla="*/ 41560 h 67416"/>
              <a:gd name="connsiteX3" fmla="*/ 3329 w 13159"/>
              <a:gd name="connsiteY3" fmla="*/ 0 h 67416"/>
              <a:gd name="connsiteX4" fmla="*/ 0 w 13159"/>
              <a:gd name="connsiteY4" fmla="*/ 22842 h 674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159" h="67416">
                <a:moveTo>
                  <a:pt x="0" y="22842"/>
                </a:moveTo>
                <a:lnTo>
                  <a:pt x="10464" y="67417"/>
                </a:lnTo>
                <a:lnTo>
                  <a:pt x="13159" y="41560"/>
                </a:lnTo>
                <a:lnTo>
                  <a:pt x="3329" y="0"/>
                </a:lnTo>
                <a:lnTo>
                  <a:pt x="0" y="2284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60" name="Freeform 359">
            <a:extLst>
              <a:ext uri="{FF2B5EF4-FFF2-40B4-BE49-F238E27FC236}">
                <a16:creationId xmlns:a16="http://schemas.microsoft.com/office/drawing/2014/main" id="{95612E3F-8E9E-80AD-8CB9-1C3C2CA01EB2}"/>
              </a:ext>
            </a:extLst>
          </p:cNvPr>
          <p:cNvSpPr/>
          <p:nvPr/>
        </p:nvSpPr>
        <p:spPr>
          <a:xfrm>
            <a:off x="1815562" y="6343146"/>
            <a:ext cx="31550" cy="102042"/>
          </a:xfrm>
          <a:custGeom>
            <a:avLst/>
            <a:gdLst>
              <a:gd name="connsiteX0" fmla="*/ 159 w 31550"/>
              <a:gd name="connsiteY0" fmla="*/ 1745 h 118494"/>
              <a:gd name="connsiteX1" fmla="*/ 27587 w 31550"/>
              <a:gd name="connsiteY1" fmla="*/ 118495 h 118494"/>
              <a:gd name="connsiteX2" fmla="*/ 31550 w 31550"/>
              <a:gd name="connsiteY2" fmla="*/ 98349 h 118494"/>
              <a:gd name="connsiteX3" fmla="*/ 8403 w 31550"/>
              <a:gd name="connsiteY3" fmla="*/ 0 h 118494"/>
              <a:gd name="connsiteX4" fmla="*/ 0 w 31550"/>
              <a:gd name="connsiteY4" fmla="*/ 1745 h 1184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550" h="118494">
                <a:moveTo>
                  <a:pt x="159" y="1745"/>
                </a:moveTo>
                <a:lnTo>
                  <a:pt x="27587" y="118495"/>
                </a:lnTo>
                <a:lnTo>
                  <a:pt x="31550" y="98349"/>
                </a:lnTo>
                <a:lnTo>
                  <a:pt x="8403" y="0"/>
                </a:lnTo>
                <a:cubicBezTo>
                  <a:pt x="5708" y="793"/>
                  <a:pt x="2854" y="1269"/>
                  <a:pt x="0" y="1745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62" name="Freeform 361">
            <a:extLst>
              <a:ext uri="{FF2B5EF4-FFF2-40B4-BE49-F238E27FC236}">
                <a16:creationId xmlns:a16="http://schemas.microsoft.com/office/drawing/2014/main" id="{73B38D18-77E7-97B0-26A7-5E8BD8EAB725}"/>
              </a:ext>
            </a:extLst>
          </p:cNvPr>
          <p:cNvSpPr/>
          <p:nvPr/>
        </p:nvSpPr>
        <p:spPr>
          <a:xfrm>
            <a:off x="1847746" y="6461324"/>
            <a:ext cx="14110" cy="56417"/>
          </a:xfrm>
          <a:custGeom>
            <a:avLst/>
            <a:gdLst>
              <a:gd name="connsiteX0" fmla="*/ 0 w 14110"/>
              <a:gd name="connsiteY0" fmla="*/ 19987 h 65513"/>
              <a:gd name="connsiteX1" fmla="*/ 10781 w 14110"/>
              <a:gd name="connsiteY1" fmla="*/ 65513 h 65513"/>
              <a:gd name="connsiteX2" fmla="*/ 14110 w 14110"/>
              <a:gd name="connsiteY2" fmla="*/ 42512 h 65513"/>
              <a:gd name="connsiteX3" fmla="*/ 4122 w 14110"/>
              <a:gd name="connsiteY3" fmla="*/ 0 h 65513"/>
              <a:gd name="connsiteX4" fmla="*/ 0 w 14110"/>
              <a:gd name="connsiteY4" fmla="*/ 19987 h 655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110" h="65513">
                <a:moveTo>
                  <a:pt x="0" y="19987"/>
                </a:moveTo>
                <a:lnTo>
                  <a:pt x="10781" y="65513"/>
                </a:lnTo>
                <a:lnTo>
                  <a:pt x="14110" y="42512"/>
                </a:lnTo>
                <a:lnTo>
                  <a:pt x="4122" y="0"/>
                </a:lnTo>
                <a:lnTo>
                  <a:pt x="0" y="19987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64" name="Freeform 363">
            <a:extLst>
              <a:ext uri="{FF2B5EF4-FFF2-40B4-BE49-F238E27FC236}">
                <a16:creationId xmlns:a16="http://schemas.microsoft.com/office/drawing/2014/main" id="{386D9351-2937-B1C9-6673-A52A4AFE2D40}"/>
              </a:ext>
            </a:extLst>
          </p:cNvPr>
          <p:cNvSpPr/>
          <p:nvPr/>
        </p:nvSpPr>
        <p:spPr>
          <a:xfrm>
            <a:off x="1759279" y="6346477"/>
            <a:ext cx="44233" cy="460899"/>
          </a:xfrm>
          <a:custGeom>
            <a:avLst/>
            <a:gdLst>
              <a:gd name="connsiteX0" fmla="*/ 40587 w 44233"/>
              <a:gd name="connsiteY0" fmla="*/ 0 h 535208"/>
              <a:gd name="connsiteX1" fmla="*/ 29172 w 44233"/>
              <a:gd name="connsiteY1" fmla="*/ 97080 h 535208"/>
              <a:gd name="connsiteX2" fmla="*/ 0 w 44233"/>
              <a:gd name="connsiteY2" fmla="*/ 535209 h 535208"/>
              <a:gd name="connsiteX3" fmla="*/ 12842 w 44233"/>
              <a:gd name="connsiteY3" fmla="*/ 470964 h 535208"/>
              <a:gd name="connsiteX4" fmla="*/ 44234 w 44233"/>
              <a:gd name="connsiteY4" fmla="*/ 793 h 535208"/>
              <a:gd name="connsiteX5" fmla="*/ 40587 w 44233"/>
              <a:gd name="connsiteY5" fmla="*/ 0 h 535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4233" h="535208">
                <a:moveTo>
                  <a:pt x="40587" y="0"/>
                </a:moveTo>
                <a:lnTo>
                  <a:pt x="29172" y="97080"/>
                </a:lnTo>
                <a:lnTo>
                  <a:pt x="0" y="535209"/>
                </a:lnTo>
                <a:lnTo>
                  <a:pt x="12842" y="470964"/>
                </a:lnTo>
                <a:lnTo>
                  <a:pt x="44234" y="793"/>
                </a:lnTo>
                <a:cubicBezTo>
                  <a:pt x="42965" y="793"/>
                  <a:pt x="41855" y="159"/>
                  <a:pt x="40587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67" name="Freeform 366">
            <a:extLst>
              <a:ext uri="{FF2B5EF4-FFF2-40B4-BE49-F238E27FC236}">
                <a16:creationId xmlns:a16="http://schemas.microsoft.com/office/drawing/2014/main" id="{A26D7671-7E32-E1D7-4B2D-7A7E250D1DD3}"/>
              </a:ext>
            </a:extLst>
          </p:cNvPr>
          <p:cNvSpPr/>
          <p:nvPr/>
        </p:nvSpPr>
        <p:spPr>
          <a:xfrm>
            <a:off x="1684288" y="6345844"/>
            <a:ext cx="81649" cy="569382"/>
          </a:xfrm>
          <a:custGeom>
            <a:avLst/>
            <a:gdLst>
              <a:gd name="connsiteX0" fmla="*/ 115578 w 115578"/>
              <a:gd name="connsiteY0" fmla="*/ 634 h 910837"/>
              <a:gd name="connsiteX1" fmla="*/ 112249 w 115578"/>
              <a:gd name="connsiteY1" fmla="*/ 0 h 910837"/>
              <a:gd name="connsiteX2" fmla="*/ 94809 w 115578"/>
              <a:gd name="connsiteY2" fmla="*/ 105170 h 910837"/>
              <a:gd name="connsiteX3" fmla="*/ 0 w 115578"/>
              <a:gd name="connsiteY3" fmla="*/ 910837 h 910837"/>
              <a:gd name="connsiteX4" fmla="*/ 20769 w 115578"/>
              <a:gd name="connsiteY4" fmla="*/ 807254 h 910837"/>
              <a:gd name="connsiteX5" fmla="*/ 104163 w 115578"/>
              <a:gd name="connsiteY5" fmla="*/ 97714 h 910837"/>
              <a:gd name="connsiteX6" fmla="*/ 115578 w 115578"/>
              <a:gd name="connsiteY6" fmla="*/ 634 h 91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5578" h="910837">
                <a:moveTo>
                  <a:pt x="115578" y="634"/>
                </a:moveTo>
                <a:cubicBezTo>
                  <a:pt x="114468" y="634"/>
                  <a:pt x="113359" y="0"/>
                  <a:pt x="112249" y="0"/>
                </a:cubicBezTo>
                <a:lnTo>
                  <a:pt x="94809" y="105170"/>
                </a:lnTo>
                <a:lnTo>
                  <a:pt x="0" y="910837"/>
                </a:lnTo>
                <a:lnTo>
                  <a:pt x="20769" y="807254"/>
                </a:lnTo>
                <a:lnTo>
                  <a:pt x="104163" y="97714"/>
                </a:lnTo>
                <a:lnTo>
                  <a:pt x="115578" y="634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70" name="Freeform 369">
            <a:extLst>
              <a:ext uri="{FF2B5EF4-FFF2-40B4-BE49-F238E27FC236}">
                <a16:creationId xmlns:a16="http://schemas.microsoft.com/office/drawing/2014/main" id="{7F6765FE-B8A6-F7C1-D637-C7D831C33FD2}"/>
              </a:ext>
            </a:extLst>
          </p:cNvPr>
          <p:cNvSpPr/>
          <p:nvPr/>
        </p:nvSpPr>
        <p:spPr>
          <a:xfrm>
            <a:off x="1807317" y="6019547"/>
            <a:ext cx="29171" cy="161328"/>
          </a:xfrm>
          <a:custGeom>
            <a:avLst/>
            <a:gdLst>
              <a:gd name="connsiteX0" fmla="*/ 8403 w 29171"/>
              <a:gd name="connsiteY0" fmla="*/ 187339 h 187338"/>
              <a:gd name="connsiteX1" fmla="*/ 29172 w 29171"/>
              <a:gd name="connsiteY1" fmla="*/ 0 h 187338"/>
              <a:gd name="connsiteX2" fmla="*/ 20611 w 29171"/>
              <a:gd name="connsiteY2" fmla="*/ 793 h 187338"/>
              <a:gd name="connsiteX3" fmla="*/ 0 w 29171"/>
              <a:gd name="connsiteY3" fmla="*/ 185594 h 187338"/>
              <a:gd name="connsiteX4" fmla="*/ 8403 w 29171"/>
              <a:gd name="connsiteY4" fmla="*/ 187339 h 1873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9171" h="187338">
                <a:moveTo>
                  <a:pt x="8403" y="187339"/>
                </a:moveTo>
                <a:lnTo>
                  <a:pt x="29172" y="0"/>
                </a:lnTo>
                <a:lnTo>
                  <a:pt x="20611" y="793"/>
                </a:lnTo>
                <a:lnTo>
                  <a:pt x="0" y="185594"/>
                </a:lnTo>
                <a:cubicBezTo>
                  <a:pt x="3012" y="185752"/>
                  <a:pt x="5549" y="186863"/>
                  <a:pt x="8403" y="187339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71" name="Freeform 370">
            <a:extLst>
              <a:ext uri="{FF2B5EF4-FFF2-40B4-BE49-F238E27FC236}">
                <a16:creationId xmlns:a16="http://schemas.microsoft.com/office/drawing/2014/main" id="{0157AA20-3CD6-D1DF-9FA0-7A86D624AC90}"/>
              </a:ext>
            </a:extLst>
          </p:cNvPr>
          <p:cNvSpPr/>
          <p:nvPr/>
        </p:nvSpPr>
        <p:spPr>
          <a:xfrm>
            <a:off x="1831733" y="2715184"/>
            <a:ext cx="365759" cy="3516745"/>
          </a:xfrm>
          <a:custGeom>
            <a:avLst/>
            <a:gdLst>
              <a:gd name="connsiteX0" fmla="*/ 365760 w 365759"/>
              <a:gd name="connsiteY0" fmla="*/ 476 h 3271845"/>
              <a:gd name="connsiteX1" fmla="*/ 363223 w 365759"/>
              <a:gd name="connsiteY1" fmla="*/ 0 h 3271845"/>
              <a:gd name="connsiteX2" fmla="*/ 0 w 365759"/>
              <a:gd name="connsiteY2" fmla="*/ 3270576 h 3271845"/>
              <a:gd name="connsiteX3" fmla="*/ 8403 w 365759"/>
              <a:gd name="connsiteY3" fmla="*/ 3271845 h 3271845"/>
              <a:gd name="connsiteX4" fmla="*/ 350381 w 365759"/>
              <a:gd name="connsiteY4" fmla="*/ 193208 h 3271845"/>
              <a:gd name="connsiteX5" fmla="*/ 365760 w 365759"/>
              <a:gd name="connsiteY5" fmla="*/ 476 h 32718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65759" h="3271845">
                <a:moveTo>
                  <a:pt x="365760" y="476"/>
                </a:moveTo>
                <a:cubicBezTo>
                  <a:pt x="364809" y="476"/>
                  <a:pt x="364016" y="159"/>
                  <a:pt x="363223" y="0"/>
                </a:cubicBezTo>
                <a:lnTo>
                  <a:pt x="0" y="3270576"/>
                </a:lnTo>
                <a:lnTo>
                  <a:pt x="8403" y="3271845"/>
                </a:lnTo>
                <a:lnTo>
                  <a:pt x="350381" y="193208"/>
                </a:lnTo>
                <a:lnTo>
                  <a:pt x="365760" y="476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72" name="Freeform 371">
            <a:extLst>
              <a:ext uri="{FF2B5EF4-FFF2-40B4-BE49-F238E27FC236}">
                <a16:creationId xmlns:a16="http://schemas.microsoft.com/office/drawing/2014/main" id="{C146DC0E-3CDB-145E-D7E4-F43FD2891FEA}"/>
              </a:ext>
            </a:extLst>
          </p:cNvPr>
          <p:cNvSpPr/>
          <p:nvPr/>
        </p:nvSpPr>
        <p:spPr>
          <a:xfrm>
            <a:off x="1828879" y="5994167"/>
            <a:ext cx="10305" cy="45719"/>
          </a:xfrm>
          <a:custGeom>
            <a:avLst/>
            <a:gdLst>
              <a:gd name="connsiteX0" fmla="*/ 2061 w 10305"/>
              <a:gd name="connsiteY0" fmla="*/ 0 h 17607"/>
              <a:gd name="connsiteX1" fmla="*/ 0 w 10305"/>
              <a:gd name="connsiteY1" fmla="*/ 17608 h 17607"/>
              <a:gd name="connsiteX2" fmla="*/ 8561 w 10305"/>
              <a:gd name="connsiteY2" fmla="*/ 16814 h 17607"/>
              <a:gd name="connsiteX3" fmla="*/ 10305 w 10305"/>
              <a:gd name="connsiteY3" fmla="*/ 1269 h 17607"/>
              <a:gd name="connsiteX4" fmla="*/ 2061 w 10305"/>
              <a:gd name="connsiteY4" fmla="*/ 0 h 176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305" h="17607">
                <a:moveTo>
                  <a:pt x="2061" y="0"/>
                </a:moveTo>
                <a:lnTo>
                  <a:pt x="0" y="17608"/>
                </a:lnTo>
                <a:lnTo>
                  <a:pt x="8561" y="16814"/>
                </a:lnTo>
                <a:lnTo>
                  <a:pt x="10305" y="1269"/>
                </a:lnTo>
                <a:lnTo>
                  <a:pt x="2061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76" name="Freeform 375">
            <a:extLst>
              <a:ext uri="{FF2B5EF4-FFF2-40B4-BE49-F238E27FC236}">
                <a16:creationId xmlns:a16="http://schemas.microsoft.com/office/drawing/2014/main" id="{CFD64F39-8CA5-C09D-6E33-8329F19EA33D}"/>
              </a:ext>
            </a:extLst>
          </p:cNvPr>
          <p:cNvSpPr/>
          <p:nvPr/>
        </p:nvSpPr>
        <p:spPr>
          <a:xfrm>
            <a:off x="33056" y="5843948"/>
            <a:ext cx="996604" cy="209276"/>
          </a:xfrm>
          <a:custGeom>
            <a:avLst/>
            <a:gdLst>
              <a:gd name="connsiteX0" fmla="*/ 996605 w 996604"/>
              <a:gd name="connsiteY0" fmla="*/ 240638 h 243017"/>
              <a:gd name="connsiteX1" fmla="*/ 0 w 996604"/>
              <a:gd name="connsiteY1" fmla="*/ 0 h 243017"/>
              <a:gd name="connsiteX2" fmla="*/ 0 w 996604"/>
              <a:gd name="connsiteY2" fmla="*/ 8725 h 243017"/>
              <a:gd name="connsiteX3" fmla="*/ 970128 w 996604"/>
              <a:gd name="connsiteY3" fmla="*/ 243017 h 243017"/>
              <a:gd name="connsiteX4" fmla="*/ 996605 w 996604"/>
              <a:gd name="connsiteY4" fmla="*/ 240638 h 2430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96604" h="243017">
                <a:moveTo>
                  <a:pt x="996605" y="240638"/>
                </a:moveTo>
                <a:lnTo>
                  <a:pt x="0" y="0"/>
                </a:lnTo>
                <a:lnTo>
                  <a:pt x="0" y="8725"/>
                </a:lnTo>
                <a:lnTo>
                  <a:pt x="970128" y="243017"/>
                </a:lnTo>
                <a:lnTo>
                  <a:pt x="996605" y="240638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77" name="Freeform 376">
            <a:extLst>
              <a:ext uri="{FF2B5EF4-FFF2-40B4-BE49-F238E27FC236}">
                <a16:creationId xmlns:a16="http://schemas.microsoft.com/office/drawing/2014/main" id="{CC16F9D5-22C2-880F-4C33-BA2DEF9394B1}"/>
              </a:ext>
            </a:extLst>
          </p:cNvPr>
          <p:cNvSpPr/>
          <p:nvPr/>
        </p:nvSpPr>
        <p:spPr>
          <a:xfrm>
            <a:off x="1028551" y="6090770"/>
            <a:ext cx="706470" cy="148898"/>
          </a:xfrm>
          <a:custGeom>
            <a:avLst/>
            <a:gdLst>
              <a:gd name="connsiteX0" fmla="*/ 375590 w 706470"/>
              <a:gd name="connsiteY0" fmla="*/ 84231 h 172904"/>
              <a:gd name="connsiteX1" fmla="*/ 26477 w 706470"/>
              <a:gd name="connsiteY1" fmla="*/ 0 h 172904"/>
              <a:gd name="connsiteX2" fmla="*/ 0 w 706470"/>
              <a:gd name="connsiteY2" fmla="*/ 2380 h 172904"/>
              <a:gd name="connsiteX3" fmla="*/ 706153 w 706470"/>
              <a:gd name="connsiteY3" fmla="*/ 172904 h 172904"/>
              <a:gd name="connsiteX4" fmla="*/ 706470 w 706470"/>
              <a:gd name="connsiteY4" fmla="*/ 171476 h 172904"/>
              <a:gd name="connsiteX5" fmla="*/ 375431 w 706470"/>
              <a:gd name="connsiteY5" fmla="*/ 84231 h 1729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06470" h="172904">
                <a:moveTo>
                  <a:pt x="375590" y="84231"/>
                </a:moveTo>
                <a:lnTo>
                  <a:pt x="26477" y="0"/>
                </a:lnTo>
                <a:lnTo>
                  <a:pt x="0" y="2380"/>
                </a:lnTo>
                <a:lnTo>
                  <a:pt x="706153" y="172904"/>
                </a:lnTo>
                <a:cubicBezTo>
                  <a:pt x="706153" y="172904"/>
                  <a:pt x="706312" y="171952"/>
                  <a:pt x="706470" y="171476"/>
                </a:cubicBezTo>
                <a:lnTo>
                  <a:pt x="375431" y="84231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78" name="Freeform 377">
            <a:extLst>
              <a:ext uri="{FF2B5EF4-FFF2-40B4-BE49-F238E27FC236}">
                <a16:creationId xmlns:a16="http://schemas.microsoft.com/office/drawing/2014/main" id="{B79EB455-43A1-79F6-0C09-70D3B762F9DF}"/>
              </a:ext>
            </a:extLst>
          </p:cNvPr>
          <p:cNvSpPr/>
          <p:nvPr/>
        </p:nvSpPr>
        <p:spPr>
          <a:xfrm>
            <a:off x="33056" y="5805083"/>
            <a:ext cx="1044326" cy="238782"/>
          </a:xfrm>
          <a:custGeom>
            <a:avLst/>
            <a:gdLst>
              <a:gd name="connsiteX0" fmla="*/ 1044326 w 1044326"/>
              <a:gd name="connsiteY0" fmla="*/ 275060 h 277280"/>
              <a:gd name="connsiteX1" fmla="*/ 0 w 1044326"/>
              <a:gd name="connsiteY1" fmla="*/ 0 h 277280"/>
              <a:gd name="connsiteX2" fmla="*/ 0 w 1044326"/>
              <a:gd name="connsiteY2" fmla="*/ 8724 h 277280"/>
              <a:gd name="connsiteX3" fmla="*/ 1019752 w 1044326"/>
              <a:gd name="connsiteY3" fmla="*/ 277280 h 277280"/>
              <a:gd name="connsiteX4" fmla="*/ 1044326 w 1044326"/>
              <a:gd name="connsiteY4" fmla="*/ 275060 h 2772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44326" h="277280">
                <a:moveTo>
                  <a:pt x="1044326" y="275060"/>
                </a:moveTo>
                <a:lnTo>
                  <a:pt x="0" y="0"/>
                </a:lnTo>
                <a:lnTo>
                  <a:pt x="0" y="8724"/>
                </a:lnTo>
                <a:lnTo>
                  <a:pt x="1019752" y="277280"/>
                </a:lnTo>
                <a:lnTo>
                  <a:pt x="1044326" y="27506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79" name="Freeform 378">
            <a:extLst>
              <a:ext uri="{FF2B5EF4-FFF2-40B4-BE49-F238E27FC236}">
                <a16:creationId xmlns:a16="http://schemas.microsoft.com/office/drawing/2014/main" id="{F7009F54-6D59-790E-57D2-8DDFC5299A05}"/>
              </a:ext>
            </a:extLst>
          </p:cNvPr>
          <p:cNvSpPr/>
          <p:nvPr/>
        </p:nvSpPr>
        <p:spPr>
          <a:xfrm>
            <a:off x="1076590" y="6086488"/>
            <a:ext cx="660333" cy="151356"/>
          </a:xfrm>
          <a:custGeom>
            <a:avLst/>
            <a:gdLst>
              <a:gd name="connsiteX0" fmla="*/ 658590 w 660333"/>
              <a:gd name="connsiteY0" fmla="*/ 175600 h 175758"/>
              <a:gd name="connsiteX1" fmla="*/ 660334 w 660333"/>
              <a:gd name="connsiteY1" fmla="*/ 167352 h 175758"/>
              <a:gd name="connsiteX2" fmla="*/ 24733 w 660333"/>
              <a:gd name="connsiteY2" fmla="*/ 0 h 175758"/>
              <a:gd name="connsiteX3" fmla="*/ 0 w 660333"/>
              <a:gd name="connsiteY3" fmla="*/ 2221 h 175758"/>
              <a:gd name="connsiteX4" fmla="*/ 327551 w 660333"/>
              <a:gd name="connsiteY4" fmla="*/ 88514 h 175758"/>
              <a:gd name="connsiteX5" fmla="*/ 658590 w 660333"/>
              <a:gd name="connsiteY5" fmla="*/ 175759 h 1757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60333" h="175758">
                <a:moveTo>
                  <a:pt x="658590" y="175600"/>
                </a:moveTo>
                <a:cubicBezTo>
                  <a:pt x="659224" y="172745"/>
                  <a:pt x="659383" y="169890"/>
                  <a:pt x="660334" y="167352"/>
                </a:cubicBezTo>
                <a:lnTo>
                  <a:pt x="24733" y="0"/>
                </a:lnTo>
                <a:lnTo>
                  <a:pt x="0" y="2221"/>
                </a:lnTo>
                <a:lnTo>
                  <a:pt x="327551" y="88514"/>
                </a:lnTo>
                <a:lnTo>
                  <a:pt x="658590" y="17575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81" name="Freeform 380">
            <a:extLst>
              <a:ext uri="{FF2B5EF4-FFF2-40B4-BE49-F238E27FC236}">
                <a16:creationId xmlns:a16="http://schemas.microsoft.com/office/drawing/2014/main" id="{F1F10D45-6512-E5E1-CC4F-EC5A0D292ABA}"/>
              </a:ext>
            </a:extLst>
          </p:cNvPr>
          <p:cNvSpPr/>
          <p:nvPr/>
        </p:nvSpPr>
        <p:spPr>
          <a:xfrm>
            <a:off x="-4780" y="5715777"/>
            <a:ext cx="1874721" cy="244656"/>
          </a:xfrm>
          <a:custGeom>
            <a:avLst/>
            <a:gdLst>
              <a:gd name="connsiteX0" fmla="*/ 1806128 w 1836885"/>
              <a:gd name="connsiteY0" fmla="*/ 279660 h 284101"/>
              <a:gd name="connsiteX1" fmla="*/ 1835142 w 1836885"/>
              <a:gd name="connsiteY1" fmla="*/ 284101 h 284101"/>
              <a:gd name="connsiteX2" fmla="*/ 1836886 w 1836885"/>
              <a:gd name="connsiteY2" fmla="*/ 275694 h 284101"/>
              <a:gd name="connsiteX3" fmla="*/ 1807080 w 1836885"/>
              <a:gd name="connsiteY3" fmla="*/ 271253 h 284101"/>
              <a:gd name="connsiteX4" fmla="*/ 1798677 w 1836885"/>
              <a:gd name="connsiteY4" fmla="*/ 269983 h 284101"/>
              <a:gd name="connsiteX5" fmla="*/ 0 w 1836885"/>
              <a:gd name="connsiteY5" fmla="*/ 0 h 284101"/>
              <a:gd name="connsiteX6" fmla="*/ 0 w 1836885"/>
              <a:gd name="connsiteY6" fmla="*/ 8566 h 284101"/>
              <a:gd name="connsiteX7" fmla="*/ 1797884 w 1836885"/>
              <a:gd name="connsiteY7" fmla="*/ 278391 h 284101"/>
              <a:gd name="connsiteX8" fmla="*/ 1806287 w 1836885"/>
              <a:gd name="connsiteY8" fmla="*/ 279660 h 284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836885" h="284101">
                <a:moveTo>
                  <a:pt x="1806128" y="279660"/>
                </a:moveTo>
                <a:lnTo>
                  <a:pt x="1835142" y="284101"/>
                </a:lnTo>
                <a:cubicBezTo>
                  <a:pt x="1835459" y="281246"/>
                  <a:pt x="1836252" y="278549"/>
                  <a:pt x="1836886" y="275694"/>
                </a:cubicBezTo>
                <a:lnTo>
                  <a:pt x="1807080" y="271253"/>
                </a:lnTo>
                <a:lnTo>
                  <a:pt x="1798677" y="269983"/>
                </a:lnTo>
                <a:lnTo>
                  <a:pt x="0" y="0"/>
                </a:lnTo>
                <a:lnTo>
                  <a:pt x="0" y="8566"/>
                </a:lnTo>
                <a:lnTo>
                  <a:pt x="1797884" y="278391"/>
                </a:lnTo>
                <a:lnTo>
                  <a:pt x="1806287" y="27966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82" name="Freeform 381">
            <a:extLst>
              <a:ext uri="{FF2B5EF4-FFF2-40B4-BE49-F238E27FC236}">
                <a16:creationId xmlns:a16="http://schemas.microsoft.com/office/drawing/2014/main" id="{F8C85A2E-6A6B-DD52-3222-5BE1319678E7}"/>
              </a:ext>
            </a:extLst>
          </p:cNvPr>
          <p:cNvSpPr/>
          <p:nvPr/>
        </p:nvSpPr>
        <p:spPr>
          <a:xfrm>
            <a:off x="1940018" y="2715659"/>
            <a:ext cx="265877" cy="3314286"/>
          </a:xfrm>
          <a:custGeom>
            <a:avLst/>
            <a:gdLst>
              <a:gd name="connsiteX0" fmla="*/ 257475 w 265877"/>
              <a:gd name="connsiteY0" fmla="*/ 0 h 3221084"/>
              <a:gd name="connsiteX1" fmla="*/ 242096 w 265877"/>
              <a:gd name="connsiteY1" fmla="*/ 192732 h 3221084"/>
              <a:gd name="connsiteX2" fmla="*/ 0 w 265877"/>
              <a:gd name="connsiteY2" fmla="*/ 3219340 h 3221084"/>
              <a:gd name="connsiteX3" fmla="*/ 8403 w 265877"/>
              <a:gd name="connsiteY3" fmla="*/ 3221084 h 3221084"/>
              <a:gd name="connsiteX4" fmla="*/ 265877 w 265877"/>
              <a:gd name="connsiteY4" fmla="*/ 1903 h 3221084"/>
              <a:gd name="connsiteX5" fmla="*/ 257633 w 265877"/>
              <a:gd name="connsiteY5" fmla="*/ 159 h 32210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65877" h="3221084">
                <a:moveTo>
                  <a:pt x="257475" y="0"/>
                </a:moveTo>
                <a:lnTo>
                  <a:pt x="242096" y="192732"/>
                </a:lnTo>
                <a:lnTo>
                  <a:pt x="0" y="3219340"/>
                </a:lnTo>
                <a:cubicBezTo>
                  <a:pt x="3012" y="3219340"/>
                  <a:pt x="5549" y="3220608"/>
                  <a:pt x="8403" y="3221084"/>
                </a:cubicBezTo>
                <a:lnTo>
                  <a:pt x="265877" y="1903"/>
                </a:lnTo>
                <a:cubicBezTo>
                  <a:pt x="262865" y="1903"/>
                  <a:pt x="260487" y="634"/>
                  <a:pt x="257633" y="159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83" name="Freeform 382">
            <a:extLst>
              <a:ext uri="{FF2B5EF4-FFF2-40B4-BE49-F238E27FC236}">
                <a16:creationId xmlns:a16="http://schemas.microsoft.com/office/drawing/2014/main" id="{302D912E-0F4B-6A8F-D196-C02C2C8D79F4}"/>
              </a:ext>
            </a:extLst>
          </p:cNvPr>
          <p:cNvSpPr/>
          <p:nvPr/>
        </p:nvSpPr>
        <p:spPr>
          <a:xfrm>
            <a:off x="1831892" y="6066976"/>
            <a:ext cx="78637" cy="127451"/>
          </a:xfrm>
          <a:custGeom>
            <a:avLst/>
            <a:gdLst>
              <a:gd name="connsiteX0" fmla="*/ 71503 w 78637"/>
              <a:gd name="connsiteY0" fmla="*/ 0 h 147999"/>
              <a:gd name="connsiteX1" fmla="*/ 0 w 78637"/>
              <a:gd name="connsiteY1" fmla="*/ 143240 h 147999"/>
              <a:gd name="connsiteX2" fmla="*/ 7135 w 78637"/>
              <a:gd name="connsiteY2" fmla="*/ 147999 h 147999"/>
              <a:gd name="connsiteX3" fmla="*/ 78638 w 78637"/>
              <a:gd name="connsiteY3" fmla="*/ 4759 h 147999"/>
              <a:gd name="connsiteX4" fmla="*/ 71503 w 78637"/>
              <a:gd name="connsiteY4" fmla="*/ 0 h 14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8637" h="147999">
                <a:moveTo>
                  <a:pt x="71503" y="0"/>
                </a:moveTo>
                <a:lnTo>
                  <a:pt x="0" y="143240"/>
                </a:lnTo>
                <a:cubicBezTo>
                  <a:pt x="2695" y="144351"/>
                  <a:pt x="4598" y="146572"/>
                  <a:pt x="7135" y="147999"/>
                </a:cubicBezTo>
                <a:lnTo>
                  <a:pt x="78638" y="4759"/>
                </a:lnTo>
                <a:cubicBezTo>
                  <a:pt x="75942" y="3649"/>
                  <a:pt x="74040" y="1428"/>
                  <a:pt x="71503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84" name="Freeform 383">
            <a:extLst>
              <a:ext uri="{FF2B5EF4-FFF2-40B4-BE49-F238E27FC236}">
                <a16:creationId xmlns:a16="http://schemas.microsoft.com/office/drawing/2014/main" id="{2934B602-1CB6-9345-4548-68B41875D738}"/>
              </a:ext>
            </a:extLst>
          </p:cNvPr>
          <p:cNvSpPr/>
          <p:nvPr/>
        </p:nvSpPr>
        <p:spPr>
          <a:xfrm>
            <a:off x="1946836" y="6074115"/>
            <a:ext cx="41379" cy="156957"/>
          </a:xfrm>
          <a:custGeom>
            <a:avLst/>
            <a:gdLst>
              <a:gd name="connsiteX0" fmla="*/ 0 w 41379"/>
              <a:gd name="connsiteY0" fmla="*/ 1745 h 182262"/>
              <a:gd name="connsiteX1" fmla="*/ 32819 w 41379"/>
              <a:gd name="connsiteY1" fmla="*/ 182263 h 182262"/>
              <a:gd name="connsiteX2" fmla="*/ 41380 w 41379"/>
              <a:gd name="connsiteY2" fmla="*/ 181470 h 182262"/>
              <a:gd name="connsiteX3" fmla="*/ 8403 w 41379"/>
              <a:gd name="connsiteY3" fmla="*/ 0 h 182262"/>
              <a:gd name="connsiteX4" fmla="*/ 0 w 41379"/>
              <a:gd name="connsiteY4" fmla="*/ 1745 h 1822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1379" h="182262">
                <a:moveTo>
                  <a:pt x="0" y="1745"/>
                </a:moveTo>
                <a:lnTo>
                  <a:pt x="32819" y="182263"/>
                </a:lnTo>
                <a:lnTo>
                  <a:pt x="41380" y="181470"/>
                </a:lnTo>
                <a:lnTo>
                  <a:pt x="8403" y="0"/>
                </a:lnTo>
                <a:cubicBezTo>
                  <a:pt x="5549" y="635"/>
                  <a:pt x="2854" y="1428"/>
                  <a:pt x="0" y="1745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85" name="Freeform 384">
            <a:extLst>
              <a:ext uri="{FF2B5EF4-FFF2-40B4-BE49-F238E27FC236}">
                <a16:creationId xmlns:a16="http://schemas.microsoft.com/office/drawing/2014/main" id="{9F047E1E-4FDC-64FE-3BC2-A463FDDE4107}"/>
              </a:ext>
            </a:extLst>
          </p:cNvPr>
          <p:cNvSpPr/>
          <p:nvPr/>
        </p:nvSpPr>
        <p:spPr>
          <a:xfrm>
            <a:off x="1981081" y="6263992"/>
            <a:ext cx="317087" cy="594008"/>
          </a:xfrm>
          <a:custGeom>
            <a:avLst/>
            <a:gdLst>
              <a:gd name="connsiteX0" fmla="*/ 0 w 317087"/>
              <a:gd name="connsiteY0" fmla="*/ 635 h 1697628"/>
              <a:gd name="connsiteX1" fmla="*/ 308526 w 317087"/>
              <a:gd name="connsiteY1" fmla="*/ 1697628 h 1697628"/>
              <a:gd name="connsiteX2" fmla="*/ 317087 w 317087"/>
              <a:gd name="connsiteY2" fmla="*/ 1697628 h 1697628"/>
              <a:gd name="connsiteX3" fmla="*/ 8561 w 317087"/>
              <a:gd name="connsiteY3" fmla="*/ 0 h 1697628"/>
              <a:gd name="connsiteX4" fmla="*/ 0 w 317087"/>
              <a:gd name="connsiteY4" fmla="*/ 635 h 16976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7087" h="1697628">
                <a:moveTo>
                  <a:pt x="0" y="635"/>
                </a:moveTo>
                <a:lnTo>
                  <a:pt x="308526" y="1697628"/>
                </a:lnTo>
                <a:lnTo>
                  <a:pt x="317087" y="1697628"/>
                </a:lnTo>
                <a:lnTo>
                  <a:pt x="8561" y="0"/>
                </a:lnTo>
                <a:lnTo>
                  <a:pt x="0" y="635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86" name="Freeform 385">
            <a:extLst>
              <a:ext uri="{FF2B5EF4-FFF2-40B4-BE49-F238E27FC236}">
                <a16:creationId xmlns:a16="http://schemas.microsoft.com/office/drawing/2014/main" id="{F8368F9F-34BE-7812-06E9-E8D1F8B57747}"/>
              </a:ext>
            </a:extLst>
          </p:cNvPr>
          <p:cNvSpPr/>
          <p:nvPr/>
        </p:nvSpPr>
        <p:spPr>
          <a:xfrm>
            <a:off x="1908151" y="6076335"/>
            <a:ext cx="27427" cy="160508"/>
          </a:xfrm>
          <a:custGeom>
            <a:avLst/>
            <a:gdLst>
              <a:gd name="connsiteX0" fmla="*/ 24416 w 27427"/>
              <a:gd name="connsiteY0" fmla="*/ 0 h 186386"/>
              <a:gd name="connsiteX1" fmla="*/ 6025 w 27427"/>
              <a:gd name="connsiteY1" fmla="*/ 126585 h 186386"/>
              <a:gd name="connsiteX2" fmla="*/ 0 w 27427"/>
              <a:gd name="connsiteY2" fmla="*/ 186387 h 186386"/>
              <a:gd name="connsiteX3" fmla="*/ 8561 w 27427"/>
              <a:gd name="connsiteY3" fmla="*/ 185594 h 186386"/>
              <a:gd name="connsiteX4" fmla="*/ 27428 w 27427"/>
              <a:gd name="connsiteY4" fmla="*/ 635 h 186386"/>
              <a:gd name="connsiteX5" fmla="*/ 24416 w 27427"/>
              <a:gd name="connsiteY5" fmla="*/ 0 h 1863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7427" h="186386">
                <a:moveTo>
                  <a:pt x="24416" y="0"/>
                </a:moveTo>
                <a:lnTo>
                  <a:pt x="6025" y="126585"/>
                </a:lnTo>
                <a:lnTo>
                  <a:pt x="0" y="186387"/>
                </a:lnTo>
                <a:lnTo>
                  <a:pt x="8561" y="185594"/>
                </a:lnTo>
                <a:lnTo>
                  <a:pt x="27428" y="635"/>
                </a:lnTo>
                <a:cubicBezTo>
                  <a:pt x="26318" y="635"/>
                  <a:pt x="25526" y="159"/>
                  <a:pt x="24416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89" name="Freeform 388">
            <a:extLst>
              <a:ext uri="{FF2B5EF4-FFF2-40B4-BE49-F238E27FC236}">
                <a16:creationId xmlns:a16="http://schemas.microsoft.com/office/drawing/2014/main" id="{8168EB4A-0036-31E0-38A0-560B8B083DE5}"/>
              </a:ext>
            </a:extLst>
          </p:cNvPr>
          <p:cNvSpPr/>
          <p:nvPr/>
        </p:nvSpPr>
        <p:spPr>
          <a:xfrm>
            <a:off x="1896895" y="6075542"/>
            <a:ext cx="35830" cy="162012"/>
          </a:xfrm>
          <a:custGeom>
            <a:avLst/>
            <a:gdLst>
              <a:gd name="connsiteX0" fmla="*/ 35672 w 35830"/>
              <a:gd name="connsiteY0" fmla="*/ 793 h 188132"/>
              <a:gd name="connsiteX1" fmla="*/ 32026 w 35830"/>
              <a:gd name="connsiteY1" fmla="*/ 0 h 188132"/>
              <a:gd name="connsiteX2" fmla="*/ 14427 w 35830"/>
              <a:gd name="connsiteY2" fmla="*/ 88355 h 188132"/>
              <a:gd name="connsiteX3" fmla="*/ 0 w 35830"/>
              <a:gd name="connsiteY3" fmla="*/ 188132 h 188132"/>
              <a:gd name="connsiteX4" fmla="*/ 8720 w 35830"/>
              <a:gd name="connsiteY4" fmla="*/ 187339 h 188132"/>
              <a:gd name="connsiteX5" fmla="*/ 17440 w 35830"/>
              <a:gd name="connsiteY5" fmla="*/ 127378 h 188132"/>
              <a:gd name="connsiteX6" fmla="*/ 35831 w 35830"/>
              <a:gd name="connsiteY6" fmla="*/ 793 h 188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5830" h="188132">
                <a:moveTo>
                  <a:pt x="35672" y="793"/>
                </a:moveTo>
                <a:cubicBezTo>
                  <a:pt x="34404" y="793"/>
                  <a:pt x="33294" y="159"/>
                  <a:pt x="32026" y="0"/>
                </a:cubicBezTo>
                <a:lnTo>
                  <a:pt x="14427" y="88355"/>
                </a:lnTo>
                <a:lnTo>
                  <a:pt x="0" y="188132"/>
                </a:lnTo>
                <a:lnTo>
                  <a:pt x="8720" y="187339"/>
                </a:lnTo>
                <a:lnTo>
                  <a:pt x="17440" y="127378"/>
                </a:lnTo>
                <a:lnTo>
                  <a:pt x="35831" y="793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91" name="Freeform 390">
            <a:extLst>
              <a:ext uri="{FF2B5EF4-FFF2-40B4-BE49-F238E27FC236}">
                <a16:creationId xmlns:a16="http://schemas.microsoft.com/office/drawing/2014/main" id="{834FAA99-D9AE-66C8-9B78-916A2FB772ED}"/>
              </a:ext>
            </a:extLst>
          </p:cNvPr>
          <p:cNvSpPr/>
          <p:nvPr/>
        </p:nvSpPr>
        <p:spPr>
          <a:xfrm>
            <a:off x="1882467" y="6073798"/>
            <a:ext cx="46453" cy="164469"/>
          </a:xfrm>
          <a:custGeom>
            <a:avLst/>
            <a:gdLst>
              <a:gd name="connsiteX0" fmla="*/ 46453 w 46453"/>
              <a:gd name="connsiteY0" fmla="*/ 1745 h 190986"/>
              <a:gd name="connsiteX1" fmla="*/ 38209 w 46453"/>
              <a:gd name="connsiteY1" fmla="*/ 0 h 190986"/>
              <a:gd name="connsiteX2" fmla="*/ 0 w 46453"/>
              <a:gd name="connsiteY2" fmla="*/ 190987 h 190986"/>
              <a:gd name="connsiteX3" fmla="*/ 8720 w 46453"/>
              <a:gd name="connsiteY3" fmla="*/ 190194 h 190986"/>
              <a:gd name="connsiteX4" fmla="*/ 28696 w 46453"/>
              <a:gd name="connsiteY4" fmla="*/ 89941 h 190986"/>
              <a:gd name="connsiteX5" fmla="*/ 46295 w 46453"/>
              <a:gd name="connsiteY5" fmla="*/ 1586 h 1909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6453" h="190986">
                <a:moveTo>
                  <a:pt x="46453" y="1745"/>
                </a:moveTo>
                <a:cubicBezTo>
                  <a:pt x="43599" y="1269"/>
                  <a:pt x="40904" y="793"/>
                  <a:pt x="38209" y="0"/>
                </a:cubicBezTo>
                <a:lnTo>
                  <a:pt x="0" y="190987"/>
                </a:lnTo>
                <a:lnTo>
                  <a:pt x="8720" y="190194"/>
                </a:lnTo>
                <a:lnTo>
                  <a:pt x="28696" y="89941"/>
                </a:lnTo>
                <a:lnTo>
                  <a:pt x="46295" y="1586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92" name="Freeform 391">
            <a:extLst>
              <a:ext uri="{FF2B5EF4-FFF2-40B4-BE49-F238E27FC236}">
                <a16:creationId xmlns:a16="http://schemas.microsoft.com/office/drawing/2014/main" id="{0BFFE404-8CE2-932D-B68A-FE428D0BCF2F}"/>
              </a:ext>
            </a:extLst>
          </p:cNvPr>
          <p:cNvSpPr/>
          <p:nvPr/>
        </p:nvSpPr>
        <p:spPr>
          <a:xfrm>
            <a:off x="-4780" y="6008126"/>
            <a:ext cx="1873929" cy="140868"/>
          </a:xfrm>
          <a:custGeom>
            <a:avLst/>
            <a:gdLst>
              <a:gd name="connsiteX0" fmla="*/ 1021972 w 1836093"/>
              <a:gd name="connsiteY0" fmla="*/ 82486 h 175282"/>
              <a:gd name="connsiteX1" fmla="*/ 1043534 w 1836093"/>
              <a:gd name="connsiteY1" fmla="*/ 80582 h 175282"/>
              <a:gd name="connsiteX2" fmla="*/ 1068267 w 1836093"/>
              <a:gd name="connsiteY2" fmla="*/ 78362 h 175282"/>
              <a:gd name="connsiteX3" fmla="*/ 1794872 w 1836093"/>
              <a:gd name="connsiteY3" fmla="*/ 12214 h 175282"/>
              <a:gd name="connsiteX4" fmla="*/ 1803433 w 1836093"/>
              <a:gd name="connsiteY4" fmla="*/ 11421 h 175282"/>
              <a:gd name="connsiteX5" fmla="*/ 1836093 w 1836093"/>
              <a:gd name="connsiteY5" fmla="*/ 8407 h 175282"/>
              <a:gd name="connsiteX6" fmla="*/ 1834349 w 1836093"/>
              <a:gd name="connsiteY6" fmla="*/ 0 h 175282"/>
              <a:gd name="connsiteX7" fmla="*/ 1804384 w 1836093"/>
              <a:gd name="connsiteY7" fmla="*/ 2697 h 175282"/>
              <a:gd name="connsiteX8" fmla="*/ 1795823 w 1836093"/>
              <a:gd name="connsiteY8" fmla="*/ 3490 h 175282"/>
              <a:gd name="connsiteX9" fmla="*/ 1044326 w 1836093"/>
              <a:gd name="connsiteY9" fmla="*/ 71858 h 175282"/>
              <a:gd name="connsiteX10" fmla="*/ 1019752 w 1836093"/>
              <a:gd name="connsiteY10" fmla="*/ 74079 h 175282"/>
              <a:gd name="connsiteX11" fmla="*/ 996605 w 1836093"/>
              <a:gd name="connsiteY11" fmla="*/ 76141 h 175282"/>
              <a:gd name="connsiteX12" fmla="*/ 970128 w 1836093"/>
              <a:gd name="connsiteY12" fmla="*/ 78521 h 175282"/>
              <a:gd name="connsiteX13" fmla="*/ 0 w 1836093"/>
              <a:gd name="connsiteY13" fmla="*/ 166717 h 175282"/>
              <a:gd name="connsiteX14" fmla="*/ 0 w 1836093"/>
              <a:gd name="connsiteY14" fmla="*/ 175283 h 175282"/>
              <a:gd name="connsiteX15" fmla="*/ 995654 w 1836093"/>
              <a:gd name="connsiteY15" fmla="*/ 84707 h 175282"/>
              <a:gd name="connsiteX16" fmla="*/ 1022130 w 1836093"/>
              <a:gd name="connsiteY16" fmla="*/ 82328 h 1752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836093" h="175282">
                <a:moveTo>
                  <a:pt x="1021972" y="82486"/>
                </a:moveTo>
                <a:lnTo>
                  <a:pt x="1043534" y="80582"/>
                </a:lnTo>
                <a:lnTo>
                  <a:pt x="1068267" y="78362"/>
                </a:lnTo>
                <a:lnTo>
                  <a:pt x="1794872" y="12214"/>
                </a:lnTo>
                <a:lnTo>
                  <a:pt x="1803433" y="11421"/>
                </a:lnTo>
                <a:lnTo>
                  <a:pt x="1836093" y="8407"/>
                </a:lnTo>
                <a:cubicBezTo>
                  <a:pt x="1835617" y="5552"/>
                  <a:pt x="1834508" y="3014"/>
                  <a:pt x="1834349" y="0"/>
                </a:cubicBezTo>
                <a:lnTo>
                  <a:pt x="1804384" y="2697"/>
                </a:lnTo>
                <a:lnTo>
                  <a:pt x="1795823" y="3490"/>
                </a:lnTo>
                <a:lnTo>
                  <a:pt x="1044326" y="71858"/>
                </a:lnTo>
                <a:lnTo>
                  <a:pt x="1019752" y="74079"/>
                </a:lnTo>
                <a:lnTo>
                  <a:pt x="996605" y="76141"/>
                </a:lnTo>
                <a:lnTo>
                  <a:pt x="970128" y="78521"/>
                </a:lnTo>
                <a:lnTo>
                  <a:pt x="0" y="166717"/>
                </a:lnTo>
                <a:lnTo>
                  <a:pt x="0" y="175283"/>
                </a:lnTo>
                <a:lnTo>
                  <a:pt x="995654" y="84707"/>
                </a:lnTo>
                <a:lnTo>
                  <a:pt x="1022130" y="82328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94" name="Freeform 393">
            <a:extLst>
              <a:ext uri="{FF2B5EF4-FFF2-40B4-BE49-F238E27FC236}">
                <a16:creationId xmlns:a16="http://schemas.microsoft.com/office/drawing/2014/main" id="{2ABCAB08-F308-C9B2-4C5E-DFDB532C3D31}"/>
              </a:ext>
            </a:extLst>
          </p:cNvPr>
          <p:cNvSpPr/>
          <p:nvPr/>
        </p:nvSpPr>
        <p:spPr>
          <a:xfrm>
            <a:off x="1873113" y="6008126"/>
            <a:ext cx="2959532" cy="229220"/>
          </a:xfrm>
          <a:custGeom>
            <a:avLst/>
            <a:gdLst>
              <a:gd name="connsiteX0" fmla="*/ 2957947 w 2959532"/>
              <a:gd name="connsiteY0" fmla="*/ 0 h 266176"/>
              <a:gd name="connsiteX1" fmla="*/ 2933215 w 2959532"/>
              <a:gd name="connsiteY1" fmla="*/ 2221 h 266176"/>
              <a:gd name="connsiteX2" fmla="*/ 115103 w 2959532"/>
              <a:gd name="connsiteY2" fmla="*/ 247459 h 266176"/>
              <a:gd name="connsiteX3" fmla="*/ 106541 w 2959532"/>
              <a:gd name="connsiteY3" fmla="*/ 248252 h 266176"/>
              <a:gd name="connsiteX4" fmla="*/ 43599 w 2959532"/>
              <a:gd name="connsiteY4" fmla="*/ 253804 h 266176"/>
              <a:gd name="connsiteX5" fmla="*/ 35038 w 2959532"/>
              <a:gd name="connsiteY5" fmla="*/ 254596 h 266176"/>
              <a:gd name="connsiteX6" fmla="*/ 32343 w 2959532"/>
              <a:gd name="connsiteY6" fmla="*/ 254914 h 266176"/>
              <a:gd name="connsiteX7" fmla="*/ 23623 w 2959532"/>
              <a:gd name="connsiteY7" fmla="*/ 255707 h 266176"/>
              <a:gd name="connsiteX8" fmla="*/ 18074 w 2959532"/>
              <a:gd name="connsiteY8" fmla="*/ 256183 h 266176"/>
              <a:gd name="connsiteX9" fmla="*/ 9354 w 2959532"/>
              <a:gd name="connsiteY9" fmla="*/ 256976 h 266176"/>
              <a:gd name="connsiteX10" fmla="*/ 0 w 2959532"/>
              <a:gd name="connsiteY10" fmla="*/ 257769 h 266176"/>
              <a:gd name="connsiteX11" fmla="*/ 1744 w 2959532"/>
              <a:gd name="connsiteY11" fmla="*/ 266176 h 266176"/>
              <a:gd name="connsiteX12" fmla="*/ 7610 w 2959532"/>
              <a:gd name="connsiteY12" fmla="*/ 265701 h 266176"/>
              <a:gd name="connsiteX13" fmla="*/ 16330 w 2959532"/>
              <a:gd name="connsiteY13" fmla="*/ 264908 h 266176"/>
              <a:gd name="connsiteX14" fmla="*/ 22355 w 2959532"/>
              <a:gd name="connsiteY14" fmla="*/ 264432 h 266176"/>
              <a:gd name="connsiteX15" fmla="*/ 31075 w 2959532"/>
              <a:gd name="connsiteY15" fmla="*/ 263638 h 266176"/>
              <a:gd name="connsiteX16" fmla="*/ 34087 w 2959532"/>
              <a:gd name="connsiteY16" fmla="*/ 263321 h 266176"/>
              <a:gd name="connsiteX17" fmla="*/ 42648 w 2959532"/>
              <a:gd name="connsiteY17" fmla="*/ 262528 h 266176"/>
              <a:gd name="connsiteX18" fmla="*/ 107968 w 2959532"/>
              <a:gd name="connsiteY18" fmla="*/ 256818 h 266176"/>
              <a:gd name="connsiteX19" fmla="*/ 116529 w 2959532"/>
              <a:gd name="connsiteY19" fmla="*/ 256025 h 266176"/>
              <a:gd name="connsiteX20" fmla="*/ 2959533 w 2959532"/>
              <a:gd name="connsiteY20" fmla="*/ 8566 h 266176"/>
              <a:gd name="connsiteX21" fmla="*/ 2957789 w 2959532"/>
              <a:gd name="connsiteY21" fmla="*/ 317 h 2661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2959532" h="266176">
                <a:moveTo>
                  <a:pt x="2957947" y="0"/>
                </a:moveTo>
                <a:lnTo>
                  <a:pt x="2933215" y="2221"/>
                </a:lnTo>
                <a:lnTo>
                  <a:pt x="115103" y="247459"/>
                </a:lnTo>
                <a:lnTo>
                  <a:pt x="106541" y="248252"/>
                </a:lnTo>
                <a:lnTo>
                  <a:pt x="43599" y="253804"/>
                </a:lnTo>
                <a:lnTo>
                  <a:pt x="35038" y="254596"/>
                </a:lnTo>
                <a:lnTo>
                  <a:pt x="32343" y="254914"/>
                </a:lnTo>
                <a:lnTo>
                  <a:pt x="23623" y="255707"/>
                </a:lnTo>
                <a:lnTo>
                  <a:pt x="18074" y="256183"/>
                </a:lnTo>
                <a:lnTo>
                  <a:pt x="9354" y="256976"/>
                </a:lnTo>
                <a:lnTo>
                  <a:pt x="0" y="257769"/>
                </a:lnTo>
                <a:cubicBezTo>
                  <a:pt x="476" y="260624"/>
                  <a:pt x="1585" y="263163"/>
                  <a:pt x="1744" y="266176"/>
                </a:cubicBezTo>
                <a:lnTo>
                  <a:pt x="7610" y="265701"/>
                </a:lnTo>
                <a:lnTo>
                  <a:pt x="16330" y="264908"/>
                </a:lnTo>
                <a:lnTo>
                  <a:pt x="22355" y="264432"/>
                </a:lnTo>
                <a:lnTo>
                  <a:pt x="31075" y="263638"/>
                </a:lnTo>
                <a:lnTo>
                  <a:pt x="34087" y="263321"/>
                </a:lnTo>
                <a:lnTo>
                  <a:pt x="42648" y="262528"/>
                </a:lnTo>
                <a:lnTo>
                  <a:pt x="107968" y="256818"/>
                </a:lnTo>
                <a:lnTo>
                  <a:pt x="116529" y="256025"/>
                </a:lnTo>
                <a:lnTo>
                  <a:pt x="2959533" y="8566"/>
                </a:lnTo>
                <a:cubicBezTo>
                  <a:pt x="2959057" y="5711"/>
                  <a:pt x="2957947" y="3173"/>
                  <a:pt x="2957789" y="317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95" name="Freeform 394">
            <a:extLst>
              <a:ext uri="{FF2B5EF4-FFF2-40B4-BE49-F238E27FC236}">
                <a16:creationId xmlns:a16="http://schemas.microsoft.com/office/drawing/2014/main" id="{17A44ECA-848C-3557-3BD1-CBE7162A1894}"/>
              </a:ext>
            </a:extLst>
          </p:cNvPr>
          <p:cNvSpPr/>
          <p:nvPr/>
        </p:nvSpPr>
        <p:spPr>
          <a:xfrm>
            <a:off x="4892431" y="3290047"/>
            <a:ext cx="2726141" cy="2739897"/>
          </a:xfrm>
          <a:custGeom>
            <a:avLst/>
            <a:gdLst>
              <a:gd name="connsiteX0" fmla="*/ 6025 w 2666385"/>
              <a:gd name="connsiteY0" fmla="*/ 2667793 h 2667792"/>
              <a:gd name="connsiteX1" fmla="*/ 2666386 w 2666385"/>
              <a:gd name="connsiteY1" fmla="*/ 6028 h 2667792"/>
              <a:gd name="connsiteX2" fmla="*/ 2660361 w 2666385"/>
              <a:gd name="connsiteY2" fmla="*/ 0 h 2667792"/>
              <a:gd name="connsiteX3" fmla="*/ 0 w 2666385"/>
              <a:gd name="connsiteY3" fmla="*/ 2661765 h 2667792"/>
              <a:gd name="connsiteX4" fmla="*/ 6025 w 2666385"/>
              <a:gd name="connsiteY4" fmla="*/ 2667793 h 26677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666385" h="2667792">
                <a:moveTo>
                  <a:pt x="6025" y="2667793"/>
                </a:moveTo>
                <a:lnTo>
                  <a:pt x="2666386" y="6028"/>
                </a:lnTo>
                <a:cubicBezTo>
                  <a:pt x="2664166" y="4124"/>
                  <a:pt x="2662264" y="2221"/>
                  <a:pt x="2660361" y="0"/>
                </a:cubicBezTo>
                <a:lnTo>
                  <a:pt x="0" y="2661765"/>
                </a:lnTo>
                <a:cubicBezTo>
                  <a:pt x="2220" y="2663669"/>
                  <a:pt x="4122" y="2665572"/>
                  <a:pt x="6025" y="2667793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96" name="Freeform 395">
            <a:extLst>
              <a:ext uri="{FF2B5EF4-FFF2-40B4-BE49-F238E27FC236}">
                <a16:creationId xmlns:a16="http://schemas.microsoft.com/office/drawing/2014/main" id="{CB3AD0DB-F3DE-659A-C891-90CDB54C7D5B}"/>
              </a:ext>
            </a:extLst>
          </p:cNvPr>
          <p:cNvSpPr/>
          <p:nvPr/>
        </p:nvSpPr>
        <p:spPr>
          <a:xfrm>
            <a:off x="4973432" y="5746550"/>
            <a:ext cx="1208419" cy="214876"/>
          </a:xfrm>
          <a:custGeom>
            <a:avLst/>
            <a:gdLst>
              <a:gd name="connsiteX0" fmla="*/ 0 w 1208419"/>
              <a:gd name="connsiteY0" fmla="*/ 241272 h 249520"/>
              <a:gd name="connsiteX1" fmla="*/ 1744 w 1208419"/>
              <a:gd name="connsiteY1" fmla="*/ 249520 h 249520"/>
              <a:gd name="connsiteX2" fmla="*/ 1208419 w 1208419"/>
              <a:gd name="connsiteY2" fmla="*/ 8248 h 249520"/>
              <a:gd name="connsiteX3" fmla="*/ 1206675 w 1208419"/>
              <a:gd name="connsiteY3" fmla="*/ 0 h 249520"/>
              <a:gd name="connsiteX4" fmla="*/ 0 w 1208419"/>
              <a:gd name="connsiteY4" fmla="*/ 241272 h 249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08419" h="249520">
                <a:moveTo>
                  <a:pt x="0" y="241272"/>
                </a:moveTo>
                <a:cubicBezTo>
                  <a:pt x="793" y="243969"/>
                  <a:pt x="1269" y="246665"/>
                  <a:pt x="1744" y="249520"/>
                </a:cubicBezTo>
                <a:lnTo>
                  <a:pt x="1208419" y="8248"/>
                </a:lnTo>
                <a:cubicBezTo>
                  <a:pt x="1207627" y="5552"/>
                  <a:pt x="1207151" y="2855"/>
                  <a:pt x="1206675" y="0"/>
                </a:cubicBezTo>
                <a:lnTo>
                  <a:pt x="0" y="24127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97" name="Freeform 396">
            <a:extLst>
              <a:ext uri="{FF2B5EF4-FFF2-40B4-BE49-F238E27FC236}">
                <a16:creationId xmlns:a16="http://schemas.microsoft.com/office/drawing/2014/main" id="{BCDC4DED-A2A0-3BAD-8269-3AB9796FDEDF}"/>
              </a:ext>
            </a:extLst>
          </p:cNvPr>
          <p:cNvSpPr/>
          <p:nvPr/>
        </p:nvSpPr>
        <p:spPr>
          <a:xfrm>
            <a:off x="6254307" y="3302262"/>
            <a:ext cx="1380280" cy="2413879"/>
          </a:xfrm>
          <a:custGeom>
            <a:avLst/>
            <a:gdLst>
              <a:gd name="connsiteX0" fmla="*/ 1343974 w 1350949"/>
              <a:gd name="connsiteY0" fmla="*/ 0 h 2374014"/>
              <a:gd name="connsiteX1" fmla="*/ 0 w 1350949"/>
              <a:gd name="connsiteY1" fmla="*/ 2369256 h 2374014"/>
              <a:gd name="connsiteX2" fmla="*/ 6976 w 1350949"/>
              <a:gd name="connsiteY2" fmla="*/ 2374015 h 2374014"/>
              <a:gd name="connsiteX3" fmla="*/ 1350950 w 1350949"/>
              <a:gd name="connsiteY3" fmla="*/ 4759 h 2374014"/>
              <a:gd name="connsiteX4" fmla="*/ 1343974 w 1350949"/>
              <a:gd name="connsiteY4" fmla="*/ 0 h 2374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50949" h="2374014">
                <a:moveTo>
                  <a:pt x="1343974" y="0"/>
                </a:moveTo>
                <a:lnTo>
                  <a:pt x="0" y="2369256"/>
                </a:lnTo>
                <a:cubicBezTo>
                  <a:pt x="2537" y="2370526"/>
                  <a:pt x="4598" y="2372429"/>
                  <a:pt x="6976" y="2374015"/>
                </a:cubicBezTo>
                <a:lnTo>
                  <a:pt x="1350950" y="4759"/>
                </a:lnTo>
                <a:cubicBezTo>
                  <a:pt x="1348413" y="3490"/>
                  <a:pt x="1346352" y="1586"/>
                  <a:pt x="1343974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98" name="Freeform 397">
            <a:extLst>
              <a:ext uri="{FF2B5EF4-FFF2-40B4-BE49-F238E27FC236}">
                <a16:creationId xmlns:a16="http://schemas.microsoft.com/office/drawing/2014/main" id="{8D6D4E48-D226-D395-C2DF-BEFADCCB56BB}"/>
              </a:ext>
            </a:extLst>
          </p:cNvPr>
          <p:cNvSpPr/>
          <p:nvPr/>
        </p:nvSpPr>
        <p:spPr>
          <a:xfrm rot="20930958">
            <a:off x="6334893" y="5498432"/>
            <a:ext cx="2193069" cy="1512849"/>
          </a:xfrm>
          <a:custGeom>
            <a:avLst/>
            <a:gdLst>
              <a:gd name="connsiteX0" fmla="*/ 4756 w 2318223"/>
              <a:gd name="connsiteY0" fmla="*/ 0 h 1871484"/>
              <a:gd name="connsiteX1" fmla="*/ 0 w 2318223"/>
              <a:gd name="connsiteY1" fmla="*/ 6980 h 1871484"/>
              <a:gd name="connsiteX2" fmla="*/ 2313468 w 2318223"/>
              <a:gd name="connsiteY2" fmla="*/ 1871484 h 1871484"/>
              <a:gd name="connsiteX3" fmla="*/ 2318224 w 2318223"/>
              <a:gd name="connsiteY3" fmla="*/ 1864504 h 1871484"/>
              <a:gd name="connsiteX4" fmla="*/ 4756 w 2318223"/>
              <a:gd name="connsiteY4" fmla="*/ 0 h 18714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18223" h="1871484">
                <a:moveTo>
                  <a:pt x="4756" y="0"/>
                </a:moveTo>
                <a:cubicBezTo>
                  <a:pt x="3012" y="2380"/>
                  <a:pt x="1902" y="4917"/>
                  <a:pt x="0" y="6980"/>
                </a:cubicBezTo>
                <a:lnTo>
                  <a:pt x="2313468" y="1871484"/>
                </a:lnTo>
                <a:cubicBezTo>
                  <a:pt x="2315054" y="1869105"/>
                  <a:pt x="2316321" y="1866567"/>
                  <a:pt x="2318224" y="1864504"/>
                </a:cubicBezTo>
                <a:lnTo>
                  <a:pt x="4756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99" name="Freeform 398">
            <a:extLst>
              <a:ext uri="{FF2B5EF4-FFF2-40B4-BE49-F238E27FC236}">
                <a16:creationId xmlns:a16="http://schemas.microsoft.com/office/drawing/2014/main" id="{C99BD9EA-6C0E-D1F3-EEA4-DB9E1C1C2315}"/>
              </a:ext>
            </a:extLst>
          </p:cNvPr>
          <p:cNvSpPr/>
          <p:nvPr/>
        </p:nvSpPr>
        <p:spPr>
          <a:xfrm>
            <a:off x="6318832" y="4680575"/>
            <a:ext cx="2562539" cy="1035567"/>
          </a:xfrm>
          <a:custGeom>
            <a:avLst/>
            <a:gdLst>
              <a:gd name="connsiteX0" fmla="*/ 2854 w 2563966"/>
              <a:gd name="connsiteY0" fmla="*/ 1033139 h 1033139"/>
              <a:gd name="connsiteX1" fmla="*/ 2563966 w 2563966"/>
              <a:gd name="connsiteY1" fmla="*/ 8090 h 1033139"/>
              <a:gd name="connsiteX2" fmla="*/ 2561112 w 2563966"/>
              <a:gd name="connsiteY2" fmla="*/ 0 h 1033139"/>
              <a:gd name="connsiteX3" fmla="*/ 0 w 2563966"/>
              <a:gd name="connsiteY3" fmla="*/ 1025049 h 1033139"/>
              <a:gd name="connsiteX4" fmla="*/ 2695 w 2563966"/>
              <a:gd name="connsiteY4" fmla="*/ 1033139 h 10331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63966" h="1033139">
                <a:moveTo>
                  <a:pt x="2854" y="1033139"/>
                </a:moveTo>
                <a:lnTo>
                  <a:pt x="2563966" y="8090"/>
                </a:lnTo>
                <a:cubicBezTo>
                  <a:pt x="2562699" y="5552"/>
                  <a:pt x="2562064" y="2697"/>
                  <a:pt x="2561112" y="0"/>
                </a:cubicBezTo>
                <a:lnTo>
                  <a:pt x="0" y="1025049"/>
                </a:lnTo>
                <a:cubicBezTo>
                  <a:pt x="1268" y="1027746"/>
                  <a:pt x="1902" y="1030442"/>
                  <a:pt x="2695" y="1033139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00" name="Freeform 399">
            <a:extLst>
              <a:ext uri="{FF2B5EF4-FFF2-40B4-BE49-F238E27FC236}">
                <a16:creationId xmlns:a16="http://schemas.microsoft.com/office/drawing/2014/main" id="{C4B232F9-04B2-F699-87E8-62879B7DB382}"/>
              </a:ext>
            </a:extLst>
          </p:cNvPr>
          <p:cNvSpPr/>
          <p:nvPr/>
        </p:nvSpPr>
        <p:spPr>
          <a:xfrm>
            <a:off x="7711798" y="3293062"/>
            <a:ext cx="1150234" cy="1311848"/>
          </a:xfrm>
          <a:custGeom>
            <a:avLst/>
            <a:gdLst>
              <a:gd name="connsiteX0" fmla="*/ 159 w 1190187"/>
              <a:gd name="connsiteY0" fmla="*/ 5076 h 1313433"/>
              <a:gd name="connsiteX1" fmla="*/ 1183211 w 1190187"/>
              <a:gd name="connsiteY1" fmla="*/ 1313434 h 1313433"/>
              <a:gd name="connsiteX2" fmla="*/ 1190187 w 1190187"/>
              <a:gd name="connsiteY2" fmla="*/ 1308358 h 1313433"/>
              <a:gd name="connsiteX3" fmla="*/ 6976 w 1190187"/>
              <a:gd name="connsiteY3" fmla="*/ 0 h 1313433"/>
              <a:gd name="connsiteX4" fmla="*/ 0 w 1190187"/>
              <a:gd name="connsiteY4" fmla="*/ 5076 h 1313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90187" h="1313433">
                <a:moveTo>
                  <a:pt x="159" y="5076"/>
                </a:moveTo>
                <a:lnTo>
                  <a:pt x="1183211" y="1313434"/>
                </a:lnTo>
                <a:cubicBezTo>
                  <a:pt x="1185271" y="1311371"/>
                  <a:pt x="1187967" y="1310261"/>
                  <a:pt x="1190187" y="1308358"/>
                </a:cubicBezTo>
                <a:lnTo>
                  <a:pt x="6976" y="0"/>
                </a:lnTo>
                <a:cubicBezTo>
                  <a:pt x="4915" y="2062"/>
                  <a:pt x="2220" y="3173"/>
                  <a:pt x="0" y="5076"/>
                </a:cubicBezTo>
                <a:close/>
              </a:path>
            </a:pathLst>
          </a:custGeom>
          <a:solidFill>
            <a:srgbClr val="7030A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01" name="Freeform 400">
            <a:extLst>
              <a:ext uri="{FF2B5EF4-FFF2-40B4-BE49-F238E27FC236}">
                <a16:creationId xmlns:a16="http://schemas.microsoft.com/office/drawing/2014/main" id="{4DCC23F8-1D2B-FBAC-B453-93A996CDF966}"/>
              </a:ext>
            </a:extLst>
          </p:cNvPr>
          <p:cNvSpPr/>
          <p:nvPr/>
        </p:nvSpPr>
        <p:spPr>
          <a:xfrm>
            <a:off x="8679547" y="4728798"/>
            <a:ext cx="265401" cy="2129202"/>
          </a:xfrm>
          <a:custGeom>
            <a:avLst/>
            <a:gdLst>
              <a:gd name="connsiteX0" fmla="*/ 159 w 265401"/>
              <a:gd name="connsiteY0" fmla="*/ 2890029 h 2891773"/>
              <a:gd name="connsiteX1" fmla="*/ 8561 w 265401"/>
              <a:gd name="connsiteY1" fmla="*/ 2891774 h 2891773"/>
              <a:gd name="connsiteX2" fmla="*/ 265402 w 265401"/>
              <a:gd name="connsiteY2" fmla="*/ 1745 h 2891773"/>
              <a:gd name="connsiteX3" fmla="*/ 256999 w 265401"/>
              <a:gd name="connsiteY3" fmla="*/ 0 h 2891773"/>
              <a:gd name="connsiteX4" fmla="*/ 0 w 265401"/>
              <a:gd name="connsiteY4" fmla="*/ 2890029 h 28917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65401" h="2891773">
                <a:moveTo>
                  <a:pt x="159" y="2890029"/>
                </a:moveTo>
                <a:cubicBezTo>
                  <a:pt x="3171" y="2890029"/>
                  <a:pt x="5707" y="2891298"/>
                  <a:pt x="8561" y="2891774"/>
                </a:cubicBezTo>
                <a:lnTo>
                  <a:pt x="265402" y="1745"/>
                </a:lnTo>
                <a:cubicBezTo>
                  <a:pt x="262389" y="1745"/>
                  <a:pt x="259853" y="476"/>
                  <a:pt x="256999" y="0"/>
                </a:cubicBezTo>
                <a:lnTo>
                  <a:pt x="0" y="289002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03" name="Freeform 402">
            <a:extLst>
              <a:ext uri="{FF2B5EF4-FFF2-40B4-BE49-F238E27FC236}">
                <a16:creationId xmlns:a16="http://schemas.microsoft.com/office/drawing/2014/main" id="{0098BF06-C67D-22BF-C0DF-3113537C4D60}"/>
              </a:ext>
            </a:extLst>
          </p:cNvPr>
          <p:cNvSpPr/>
          <p:nvPr/>
        </p:nvSpPr>
        <p:spPr>
          <a:xfrm>
            <a:off x="7735103" y="3257054"/>
            <a:ext cx="2551897" cy="712686"/>
          </a:xfrm>
          <a:custGeom>
            <a:avLst/>
            <a:gdLst>
              <a:gd name="connsiteX0" fmla="*/ 1944854 w 1944853"/>
              <a:gd name="connsiteY0" fmla="*/ 548374 h 555512"/>
              <a:gd name="connsiteX1" fmla="*/ 1744 w 1944853"/>
              <a:gd name="connsiteY1" fmla="*/ 0 h 555512"/>
              <a:gd name="connsiteX2" fmla="*/ 0 w 1944853"/>
              <a:gd name="connsiteY2" fmla="*/ 8407 h 555512"/>
              <a:gd name="connsiteX3" fmla="*/ 1938671 w 1944853"/>
              <a:gd name="connsiteY3" fmla="*/ 555512 h 555512"/>
              <a:gd name="connsiteX4" fmla="*/ 1944854 w 1944853"/>
              <a:gd name="connsiteY4" fmla="*/ 548374 h 5555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44853" h="555512">
                <a:moveTo>
                  <a:pt x="1944854" y="548374"/>
                </a:moveTo>
                <a:lnTo>
                  <a:pt x="1744" y="0"/>
                </a:lnTo>
                <a:cubicBezTo>
                  <a:pt x="1110" y="2855"/>
                  <a:pt x="951" y="5711"/>
                  <a:pt x="0" y="8407"/>
                </a:cubicBezTo>
                <a:lnTo>
                  <a:pt x="1938671" y="555512"/>
                </a:lnTo>
                <a:lnTo>
                  <a:pt x="1944854" y="548374"/>
                </a:lnTo>
                <a:close/>
              </a:path>
            </a:pathLst>
          </a:custGeom>
          <a:solidFill>
            <a:srgbClr val="FF7D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14" name="Freeform 413">
            <a:extLst>
              <a:ext uri="{FF2B5EF4-FFF2-40B4-BE49-F238E27FC236}">
                <a16:creationId xmlns:a16="http://schemas.microsoft.com/office/drawing/2014/main" id="{1C65A792-19BD-7665-F8D2-7A5F0158ED1E}"/>
              </a:ext>
            </a:extLst>
          </p:cNvPr>
          <p:cNvSpPr/>
          <p:nvPr/>
        </p:nvSpPr>
        <p:spPr>
          <a:xfrm>
            <a:off x="32898" y="1758660"/>
            <a:ext cx="8878" cy="45719"/>
          </a:xfrm>
          <a:custGeom>
            <a:avLst/>
            <a:gdLst>
              <a:gd name="connsiteX0" fmla="*/ 634 w 8878"/>
              <a:gd name="connsiteY0" fmla="*/ 159 h 44574"/>
              <a:gd name="connsiteX1" fmla="*/ 0 w 8878"/>
              <a:gd name="connsiteY1" fmla="*/ 2855 h 44574"/>
              <a:gd name="connsiteX2" fmla="*/ 0 w 8878"/>
              <a:gd name="connsiteY2" fmla="*/ 44574 h 44574"/>
              <a:gd name="connsiteX3" fmla="*/ 8878 w 8878"/>
              <a:gd name="connsiteY3" fmla="*/ 1745 h 44574"/>
              <a:gd name="connsiteX4" fmla="*/ 634 w 8878"/>
              <a:gd name="connsiteY4" fmla="*/ 0 h 445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878" h="44574">
                <a:moveTo>
                  <a:pt x="634" y="159"/>
                </a:moveTo>
                <a:lnTo>
                  <a:pt x="0" y="2855"/>
                </a:lnTo>
                <a:lnTo>
                  <a:pt x="0" y="44574"/>
                </a:lnTo>
                <a:lnTo>
                  <a:pt x="8878" y="1745"/>
                </a:lnTo>
                <a:cubicBezTo>
                  <a:pt x="6025" y="1269"/>
                  <a:pt x="3329" y="793"/>
                  <a:pt x="634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15" name="Freeform 414">
            <a:extLst>
              <a:ext uri="{FF2B5EF4-FFF2-40B4-BE49-F238E27FC236}">
                <a16:creationId xmlns:a16="http://schemas.microsoft.com/office/drawing/2014/main" id="{DB778E4D-C6BE-A68D-11D9-AE8D8708DF8D}"/>
              </a:ext>
            </a:extLst>
          </p:cNvPr>
          <p:cNvSpPr/>
          <p:nvPr/>
        </p:nvSpPr>
        <p:spPr>
          <a:xfrm>
            <a:off x="54776" y="1715514"/>
            <a:ext cx="2098800" cy="894505"/>
          </a:xfrm>
          <a:custGeom>
            <a:avLst/>
            <a:gdLst>
              <a:gd name="connsiteX0" fmla="*/ 3647 w 2020162"/>
              <a:gd name="connsiteY0" fmla="*/ 0 h 890374"/>
              <a:gd name="connsiteX1" fmla="*/ 0 w 2020162"/>
              <a:gd name="connsiteY1" fmla="*/ 7773 h 890374"/>
              <a:gd name="connsiteX2" fmla="*/ 2016516 w 2020162"/>
              <a:gd name="connsiteY2" fmla="*/ 890375 h 890374"/>
              <a:gd name="connsiteX3" fmla="*/ 2020162 w 2020162"/>
              <a:gd name="connsiteY3" fmla="*/ 882602 h 890374"/>
              <a:gd name="connsiteX4" fmla="*/ 3647 w 2020162"/>
              <a:gd name="connsiteY4" fmla="*/ 0 h 8903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20162" h="890374">
                <a:moveTo>
                  <a:pt x="3647" y="0"/>
                </a:moveTo>
                <a:cubicBezTo>
                  <a:pt x="2537" y="2697"/>
                  <a:pt x="1268" y="5076"/>
                  <a:pt x="0" y="7773"/>
                </a:cubicBezTo>
                <a:lnTo>
                  <a:pt x="2016516" y="890375"/>
                </a:lnTo>
                <a:cubicBezTo>
                  <a:pt x="2017625" y="887678"/>
                  <a:pt x="2018894" y="885298"/>
                  <a:pt x="2020162" y="882602"/>
                </a:cubicBezTo>
                <a:lnTo>
                  <a:pt x="3647" y="0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65" name="Freeform 464">
            <a:extLst>
              <a:ext uri="{FF2B5EF4-FFF2-40B4-BE49-F238E27FC236}">
                <a16:creationId xmlns:a16="http://schemas.microsoft.com/office/drawing/2014/main" id="{5D8D9EAD-6092-33D5-8B86-0474DE2BF3F0}"/>
              </a:ext>
            </a:extLst>
          </p:cNvPr>
          <p:cNvSpPr/>
          <p:nvPr/>
        </p:nvSpPr>
        <p:spPr>
          <a:xfrm>
            <a:off x="7737481" y="3246109"/>
            <a:ext cx="2201060" cy="231406"/>
          </a:xfrm>
          <a:custGeom>
            <a:avLst/>
            <a:gdLst>
              <a:gd name="connsiteX0" fmla="*/ 2201060 w 2201060"/>
              <a:gd name="connsiteY0" fmla="*/ 260942 h 268714"/>
              <a:gd name="connsiteX1" fmla="*/ 1744 w 2201060"/>
              <a:gd name="connsiteY1" fmla="*/ 0 h 268714"/>
              <a:gd name="connsiteX2" fmla="*/ 0 w 2201060"/>
              <a:gd name="connsiteY2" fmla="*/ 8407 h 268714"/>
              <a:gd name="connsiteX3" fmla="*/ 2194402 w 2201060"/>
              <a:gd name="connsiteY3" fmla="*/ 268715 h 268714"/>
              <a:gd name="connsiteX4" fmla="*/ 2201060 w 2201060"/>
              <a:gd name="connsiteY4" fmla="*/ 260942 h 268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01060" h="268714">
                <a:moveTo>
                  <a:pt x="2201060" y="260942"/>
                </a:moveTo>
                <a:lnTo>
                  <a:pt x="1744" y="0"/>
                </a:lnTo>
                <a:cubicBezTo>
                  <a:pt x="1586" y="3014"/>
                  <a:pt x="476" y="5552"/>
                  <a:pt x="0" y="8407"/>
                </a:cubicBezTo>
                <a:lnTo>
                  <a:pt x="2194402" y="268715"/>
                </a:lnTo>
                <a:lnTo>
                  <a:pt x="2201060" y="26094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94" name="Freeform 493">
            <a:extLst>
              <a:ext uri="{FF2B5EF4-FFF2-40B4-BE49-F238E27FC236}">
                <a16:creationId xmlns:a16="http://schemas.microsoft.com/office/drawing/2014/main" id="{A977E89D-4792-CA78-BF97-E03C10CA0681}"/>
              </a:ext>
            </a:extLst>
          </p:cNvPr>
          <p:cNvSpPr/>
          <p:nvPr/>
        </p:nvSpPr>
        <p:spPr>
          <a:xfrm>
            <a:off x="7738115" y="3075426"/>
            <a:ext cx="2574271" cy="143023"/>
          </a:xfrm>
          <a:custGeom>
            <a:avLst/>
            <a:gdLst>
              <a:gd name="connsiteX0" fmla="*/ 2574272 w 2574271"/>
              <a:gd name="connsiteY0" fmla="*/ 0 h 166082"/>
              <a:gd name="connsiteX1" fmla="*/ 0 w 2574271"/>
              <a:gd name="connsiteY1" fmla="*/ 157675 h 166082"/>
              <a:gd name="connsiteX2" fmla="*/ 1744 w 2574271"/>
              <a:gd name="connsiteY2" fmla="*/ 166083 h 166082"/>
              <a:gd name="connsiteX3" fmla="*/ 2566345 w 2574271"/>
              <a:gd name="connsiteY3" fmla="*/ 9042 h 166082"/>
              <a:gd name="connsiteX4" fmla="*/ 2574113 w 2574271"/>
              <a:gd name="connsiteY4" fmla="*/ 0 h 1660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74271" h="166082">
                <a:moveTo>
                  <a:pt x="2574272" y="0"/>
                </a:moveTo>
                <a:lnTo>
                  <a:pt x="0" y="157675"/>
                </a:lnTo>
                <a:cubicBezTo>
                  <a:pt x="476" y="160531"/>
                  <a:pt x="1744" y="163069"/>
                  <a:pt x="1744" y="166083"/>
                </a:cubicBezTo>
                <a:lnTo>
                  <a:pt x="2566345" y="9042"/>
                </a:lnTo>
                <a:lnTo>
                  <a:pt x="2574113" y="0"/>
                </a:lnTo>
                <a:close/>
              </a:path>
            </a:pathLst>
          </a:custGeom>
          <a:solidFill>
            <a:srgbClr val="FF7D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31" name="Freeform 530">
            <a:extLst>
              <a:ext uri="{FF2B5EF4-FFF2-40B4-BE49-F238E27FC236}">
                <a16:creationId xmlns:a16="http://schemas.microsoft.com/office/drawing/2014/main" id="{C8560DC9-CECA-34CB-FA1F-2FA42B6E54D1}"/>
              </a:ext>
            </a:extLst>
          </p:cNvPr>
          <p:cNvSpPr/>
          <p:nvPr/>
        </p:nvSpPr>
        <p:spPr>
          <a:xfrm>
            <a:off x="7736055" y="2657919"/>
            <a:ext cx="2827465" cy="527911"/>
          </a:xfrm>
          <a:custGeom>
            <a:avLst/>
            <a:gdLst>
              <a:gd name="connsiteX0" fmla="*/ 2827149 w 2827307"/>
              <a:gd name="connsiteY0" fmla="*/ 0 h 573913"/>
              <a:gd name="connsiteX1" fmla="*/ 0 w 2827307"/>
              <a:gd name="connsiteY1" fmla="*/ 565665 h 573913"/>
              <a:gd name="connsiteX2" fmla="*/ 1744 w 2827307"/>
              <a:gd name="connsiteY2" fmla="*/ 573913 h 573913"/>
              <a:gd name="connsiteX3" fmla="*/ 2825405 w 2827307"/>
              <a:gd name="connsiteY3" fmla="*/ 9042 h 573913"/>
              <a:gd name="connsiteX4" fmla="*/ 2827308 w 2827307"/>
              <a:gd name="connsiteY4" fmla="*/ 0 h 5739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7307" h="573913">
                <a:moveTo>
                  <a:pt x="2827149" y="0"/>
                </a:moveTo>
                <a:lnTo>
                  <a:pt x="0" y="565665"/>
                </a:lnTo>
                <a:cubicBezTo>
                  <a:pt x="793" y="568361"/>
                  <a:pt x="1268" y="571058"/>
                  <a:pt x="1744" y="573913"/>
                </a:cubicBezTo>
                <a:lnTo>
                  <a:pt x="2825405" y="9042"/>
                </a:lnTo>
                <a:lnTo>
                  <a:pt x="2827308" y="0"/>
                </a:lnTo>
                <a:close/>
              </a:path>
            </a:pathLst>
          </a:custGeom>
          <a:solidFill>
            <a:srgbClr val="7030A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96" name="Freeform 595">
            <a:extLst>
              <a:ext uri="{FF2B5EF4-FFF2-40B4-BE49-F238E27FC236}">
                <a16:creationId xmlns:a16="http://schemas.microsoft.com/office/drawing/2014/main" id="{D67E72FF-4C58-8E57-7AF5-9CBD01E4CFF8}"/>
              </a:ext>
            </a:extLst>
          </p:cNvPr>
          <p:cNvSpPr/>
          <p:nvPr/>
        </p:nvSpPr>
        <p:spPr>
          <a:xfrm>
            <a:off x="1866930" y="5934681"/>
            <a:ext cx="142847" cy="123216"/>
          </a:xfrm>
          <a:custGeom>
            <a:avLst/>
            <a:gdLst>
              <a:gd name="connsiteX0" fmla="*/ 36465 w 142847"/>
              <a:gd name="connsiteY0" fmla="*/ 132295 h 143082"/>
              <a:gd name="connsiteX1" fmla="*/ 43599 w 142847"/>
              <a:gd name="connsiteY1" fmla="*/ 137054 h 143082"/>
              <a:gd name="connsiteX2" fmla="*/ 53746 w 142847"/>
              <a:gd name="connsiteY2" fmla="*/ 139275 h 143082"/>
              <a:gd name="connsiteX3" fmla="*/ 61990 w 142847"/>
              <a:gd name="connsiteY3" fmla="*/ 141020 h 143082"/>
              <a:gd name="connsiteX4" fmla="*/ 65637 w 142847"/>
              <a:gd name="connsiteY4" fmla="*/ 141813 h 143082"/>
              <a:gd name="connsiteX5" fmla="*/ 68649 w 142847"/>
              <a:gd name="connsiteY5" fmla="*/ 142447 h 143082"/>
              <a:gd name="connsiteX6" fmla="*/ 71662 w 142847"/>
              <a:gd name="connsiteY6" fmla="*/ 143082 h 143082"/>
              <a:gd name="connsiteX7" fmla="*/ 79906 w 142847"/>
              <a:gd name="connsiteY7" fmla="*/ 141337 h 143082"/>
              <a:gd name="connsiteX8" fmla="*/ 88309 w 142847"/>
              <a:gd name="connsiteY8" fmla="*/ 139592 h 143082"/>
              <a:gd name="connsiteX9" fmla="*/ 142055 w 142847"/>
              <a:gd name="connsiteY9" fmla="*/ 75824 h 143082"/>
              <a:gd name="connsiteX10" fmla="*/ 142848 w 142847"/>
              <a:gd name="connsiteY10" fmla="*/ 71541 h 143082"/>
              <a:gd name="connsiteX11" fmla="*/ 142055 w 142847"/>
              <a:gd name="connsiteY11" fmla="*/ 67258 h 143082"/>
              <a:gd name="connsiteX12" fmla="*/ 81333 w 142847"/>
              <a:gd name="connsiteY12" fmla="*/ 2062 h 143082"/>
              <a:gd name="connsiteX13" fmla="*/ 72930 w 142847"/>
              <a:gd name="connsiteY13" fmla="*/ 318 h 143082"/>
              <a:gd name="connsiteX14" fmla="*/ 71503 w 142847"/>
              <a:gd name="connsiteY14" fmla="*/ 0 h 143082"/>
              <a:gd name="connsiteX15" fmla="*/ 3012 w 142847"/>
              <a:gd name="connsiteY15" fmla="*/ 56947 h 143082"/>
              <a:gd name="connsiteX16" fmla="*/ 1268 w 142847"/>
              <a:gd name="connsiteY16" fmla="*/ 65354 h 143082"/>
              <a:gd name="connsiteX17" fmla="*/ 0 w 142847"/>
              <a:gd name="connsiteY17" fmla="*/ 71541 h 143082"/>
              <a:gd name="connsiteX18" fmla="*/ 476 w 142847"/>
              <a:gd name="connsiteY18" fmla="*/ 73762 h 143082"/>
              <a:gd name="connsiteX19" fmla="*/ 2220 w 142847"/>
              <a:gd name="connsiteY19" fmla="*/ 82169 h 143082"/>
              <a:gd name="connsiteX20" fmla="*/ 36465 w 142847"/>
              <a:gd name="connsiteY20" fmla="*/ 132454 h 1430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42847" h="143082">
                <a:moveTo>
                  <a:pt x="36465" y="132295"/>
                </a:moveTo>
                <a:cubicBezTo>
                  <a:pt x="39002" y="133723"/>
                  <a:pt x="40904" y="135944"/>
                  <a:pt x="43599" y="137054"/>
                </a:cubicBezTo>
                <a:cubicBezTo>
                  <a:pt x="46770" y="138482"/>
                  <a:pt x="50417" y="138323"/>
                  <a:pt x="53746" y="139275"/>
                </a:cubicBezTo>
                <a:cubicBezTo>
                  <a:pt x="56441" y="140068"/>
                  <a:pt x="59295" y="140544"/>
                  <a:pt x="61990" y="141020"/>
                </a:cubicBezTo>
                <a:cubicBezTo>
                  <a:pt x="63259" y="141178"/>
                  <a:pt x="64369" y="141654"/>
                  <a:pt x="65637" y="141813"/>
                </a:cubicBezTo>
                <a:cubicBezTo>
                  <a:pt x="66747" y="141813"/>
                  <a:pt x="67539" y="142447"/>
                  <a:pt x="68649" y="142447"/>
                </a:cubicBezTo>
                <a:cubicBezTo>
                  <a:pt x="69759" y="142447"/>
                  <a:pt x="70552" y="143082"/>
                  <a:pt x="71662" y="143082"/>
                </a:cubicBezTo>
                <a:cubicBezTo>
                  <a:pt x="74674" y="143082"/>
                  <a:pt x="77052" y="141654"/>
                  <a:pt x="79906" y="141337"/>
                </a:cubicBezTo>
                <a:cubicBezTo>
                  <a:pt x="82760" y="141020"/>
                  <a:pt x="85455" y="140226"/>
                  <a:pt x="88309" y="139592"/>
                </a:cubicBezTo>
                <a:cubicBezTo>
                  <a:pt x="117956" y="132295"/>
                  <a:pt x="140152" y="107391"/>
                  <a:pt x="142055" y="75824"/>
                </a:cubicBezTo>
                <a:cubicBezTo>
                  <a:pt x="142055" y="74237"/>
                  <a:pt x="142848" y="72969"/>
                  <a:pt x="142848" y="71541"/>
                </a:cubicBezTo>
                <a:cubicBezTo>
                  <a:pt x="142848" y="70113"/>
                  <a:pt x="142055" y="68844"/>
                  <a:pt x="142055" y="67258"/>
                </a:cubicBezTo>
                <a:cubicBezTo>
                  <a:pt x="139994" y="33312"/>
                  <a:pt x="114468" y="6821"/>
                  <a:pt x="81333" y="2062"/>
                </a:cubicBezTo>
                <a:cubicBezTo>
                  <a:pt x="78479" y="1586"/>
                  <a:pt x="75942" y="476"/>
                  <a:pt x="72930" y="318"/>
                </a:cubicBezTo>
                <a:cubicBezTo>
                  <a:pt x="72454" y="318"/>
                  <a:pt x="71979" y="0"/>
                  <a:pt x="71503" y="0"/>
                </a:cubicBezTo>
                <a:cubicBezTo>
                  <a:pt x="37258" y="0"/>
                  <a:pt x="9988" y="24588"/>
                  <a:pt x="3012" y="56947"/>
                </a:cubicBezTo>
                <a:cubicBezTo>
                  <a:pt x="2378" y="59803"/>
                  <a:pt x="1585" y="62340"/>
                  <a:pt x="1268" y="65354"/>
                </a:cubicBezTo>
                <a:cubicBezTo>
                  <a:pt x="1110" y="67575"/>
                  <a:pt x="0" y="69320"/>
                  <a:pt x="0" y="71541"/>
                </a:cubicBezTo>
                <a:cubicBezTo>
                  <a:pt x="0" y="72334"/>
                  <a:pt x="476" y="72969"/>
                  <a:pt x="476" y="73762"/>
                </a:cubicBezTo>
                <a:cubicBezTo>
                  <a:pt x="476" y="76776"/>
                  <a:pt x="1744" y="79314"/>
                  <a:pt x="2220" y="82169"/>
                </a:cubicBezTo>
                <a:cubicBezTo>
                  <a:pt x="5549" y="103901"/>
                  <a:pt x="18074" y="121826"/>
                  <a:pt x="36465" y="132454"/>
                </a:cubicBezTo>
                <a:close/>
              </a:path>
            </a:pathLst>
          </a:custGeom>
          <a:solidFill>
            <a:srgbClr val="FF7D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97" name="Freeform 596">
            <a:extLst>
              <a:ext uri="{FF2B5EF4-FFF2-40B4-BE49-F238E27FC236}">
                <a16:creationId xmlns:a16="http://schemas.microsoft.com/office/drawing/2014/main" id="{28F7C6CF-4902-46A9-0579-C9B64B15DA14}"/>
              </a:ext>
            </a:extLst>
          </p:cNvPr>
          <p:cNvSpPr/>
          <p:nvPr/>
        </p:nvSpPr>
        <p:spPr>
          <a:xfrm>
            <a:off x="1732485" y="6204189"/>
            <a:ext cx="142847" cy="123079"/>
          </a:xfrm>
          <a:custGeom>
            <a:avLst/>
            <a:gdLst>
              <a:gd name="connsiteX0" fmla="*/ 70869 w 142847"/>
              <a:gd name="connsiteY0" fmla="*/ 142923 h 142922"/>
              <a:gd name="connsiteX1" fmla="*/ 71345 w 142847"/>
              <a:gd name="connsiteY1" fmla="*/ 142923 h 142922"/>
              <a:gd name="connsiteX2" fmla="*/ 83235 w 142847"/>
              <a:gd name="connsiteY2" fmla="*/ 140543 h 142922"/>
              <a:gd name="connsiteX3" fmla="*/ 91638 w 142847"/>
              <a:gd name="connsiteY3" fmla="*/ 138799 h 142922"/>
              <a:gd name="connsiteX4" fmla="*/ 142848 w 142847"/>
              <a:gd name="connsiteY4" fmla="*/ 71541 h 142922"/>
              <a:gd name="connsiteX5" fmla="*/ 142372 w 142847"/>
              <a:gd name="connsiteY5" fmla="*/ 69637 h 142922"/>
              <a:gd name="connsiteX6" fmla="*/ 140628 w 142847"/>
              <a:gd name="connsiteY6" fmla="*/ 61230 h 142922"/>
              <a:gd name="connsiteX7" fmla="*/ 106541 w 142847"/>
              <a:gd name="connsiteY7" fmla="*/ 10628 h 142922"/>
              <a:gd name="connsiteX8" fmla="*/ 99407 w 142847"/>
              <a:gd name="connsiteY8" fmla="*/ 5869 h 142922"/>
              <a:gd name="connsiteX9" fmla="*/ 83394 w 142847"/>
              <a:gd name="connsiteY9" fmla="*/ 2538 h 142922"/>
              <a:gd name="connsiteX10" fmla="*/ 74991 w 142847"/>
              <a:gd name="connsiteY10" fmla="*/ 793 h 142922"/>
              <a:gd name="connsiteX11" fmla="*/ 71345 w 142847"/>
              <a:gd name="connsiteY11" fmla="*/ 0 h 142922"/>
              <a:gd name="connsiteX12" fmla="*/ 4439 w 142847"/>
              <a:gd name="connsiteY12" fmla="*/ 49492 h 142922"/>
              <a:gd name="connsiteX13" fmla="*/ 2695 w 142847"/>
              <a:gd name="connsiteY13" fmla="*/ 57740 h 142922"/>
              <a:gd name="connsiteX14" fmla="*/ 2378 w 142847"/>
              <a:gd name="connsiteY14" fmla="*/ 59168 h 142922"/>
              <a:gd name="connsiteX15" fmla="*/ 793 w 142847"/>
              <a:gd name="connsiteY15" fmla="*/ 67099 h 142922"/>
              <a:gd name="connsiteX16" fmla="*/ 0 w 142847"/>
              <a:gd name="connsiteY16" fmla="*/ 71382 h 142922"/>
              <a:gd name="connsiteX17" fmla="*/ 793 w 142847"/>
              <a:gd name="connsiteY17" fmla="*/ 75665 h 142922"/>
              <a:gd name="connsiteX18" fmla="*/ 55649 w 142847"/>
              <a:gd name="connsiteY18" fmla="*/ 139592 h 142922"/>
              <a:gd name="connsiteX19" fmla="*/ 64052 w 142847"/>
              <a:gd name="connsiteY19" fmla="*/ 141336 h 142922"/>
              <a:gd name="connsiteX20" fmla="*/ 67381 w 142847"/>
              <a:gd name="connsiteY20" fmla="*/ 141971 h 142922"/>
              <a:gd name="connsiteX21" fmla="*/ 71028 w 142847"/>
              <a:gd name="connsiteY21" fmla="*/ 142765 h 1429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142847" h="142922">
                <a:moveTo>
                  <a:pt x="70869" y="142923"/>
                </a:moveTo>
                <a:cubicBezTo>
                  <a:pt x="70869" y="142923"/>
                  <a:pt x="71186" y="142923"/>
                  <a:pt x="71345" y="142923"/>
                </a:cubicBezTo>
                <a:cubicBezTo>
                  <a:pt x="75625" y="142923"/>
                  <a:pt x="79113" y="141178"/>
                  <a:pt x="83235" y="140543"/>
                </a:cubicBezTo>
                <a:cubicBezTo>
                  <a:pt x="86089" y="140068"/>
                  <a:pt x="88943" y="139592"/>
                  <a:pt x="91638" y="138799"/>
                </a:cubicBezTo>
                <a:cubicBezTo>
                  <a:pt x="120969" y="129915"/>
                  <a:pt x="142848" y="103742"/>
                  <a:pt x="142848" y="71541"/>
                </a:cubicBezTo>
                <a:cubicBezTo>
                  <a:pt x="142848" y="70748"/>
                  <a:pt x="142372" y="70272"/>
                  <a:pt x="142372" y="69637"/>
                </a:cubicBezTo>
                <a:cubicBezTo>
                  <a:pt x="142372" y="66623"/>
                  <a:pt x="141104" y="64085"/>
                  <a:pt x="140628" y="61230"/>
                </a:cubicBezTo>
                <a:cubicBezTo>
                  <a:pt x="137299" y="39339"/>
                  <a:pt x="124774" y="21256"/>
                  <a:pt x="106541" y="10628"/>
                </a:cubicBezTo>
                <a:cubicBezTo>
                  <a:pt x="104005" y="9200"/>
                  <a:pt x="102102" y="6979"/>
                  <a:pt x="99407" y="5869"/>
                </a:cubicBezTo>
                <a:cubicBezTo>
                  <a:pt x="94492" y="3807"/>
                  <a:pt x="88784" y="3489"/>
                  <a:pt x="83394" y="2538"/>
                </a:cubicBezTo>
                <a:cubicBezTo>
                  <a:pt x="80540" y="2062"/>
                  <a:pt x="78003" y="952"/>
                  <a:pt x="74991" y="793"/>
                </a:cubicBezTo>
                <a:cubicBezTo>
                  <a:pt x="73723" y="793"/>
                  <a:pt x="72613" y="0"/>
                  <a:pt x="71345" y="0"/>
                </a:cubicBezTo>
                <a:cubicBezTo>
                  <a:pt x="39636" y="0"/>
                  <a:pt x="13793" y="20938"/>
                  <a:pt x="4439" y="49492"/>
                </a:cubicBezTo>
                <a:cubicBezTo>
                  <a:pt x="3488" y="52188"/>
                  <a:pt x="3329" y="55043"/>
                  <a:pt x="2695" y="57740"/>
                </a:cubicBezTo>
                <a:cubicBezTo>
                  <a:pt x="2695" y="58216"/>
                  <a:pt x="2537" y="58692"/>
                  <a:pt x="2378" y="59168"/>
                </a:cubicBezTo>
                <a:cubicBezTo>
                  <a:pt x="1903" y="61865"/>
                  <a:pt x="951" y="64403"/>
                  <a:pt x="793" y="67099"/>
                </a:cubicBezTo>
                <a:cubicBezTo>
                  <a:pt x="793" y="68527"/>
                  <a:pt x="0" y="69796"/>
                  <a:pt x="0" y="71382"/>
                </a:cubicBezTo>
                <a:cubicBezTo>
                  <a:pt x="0" y="72968"/>
                  <a:pt x="793" y="74237"/>
                  <a:pt x="793" y="75665"/>
                </a:cubicBezTo>
                <a:cubicBezTo>
                  <a:pt x="2854" y="107549"/>
                  <a:pt x="25367" y="132612"/>
                  <a:pt x="55649" y="139592"/>
                </a:cubicBezTo>
                <a:cubicBezTo>
                  <a:pt x="58503" y="140226"/>
                  <a:pt x="61198" y="141019"/>
                  <a:pt x="64052" y="141336"/>
                </a:cubicBezTo>
                <a:cubicBezTo>
                  <a:pt x="65161" y="141336"/>
                  <a:pt x="66271" y="141971"/>
                  <a:pt x="67381" y="141971"/>
                </a:cubicBezTo>
                <a:cubicBezTo>
                  <a:pt x="68649" y="141971"/>
                  <a:pt x="69759" y="142765"/>
                  <a:pt x="71028" y="142765"/>
                </a:cubicBezTo>
                <a:close/>
              </a:path>
            </a:pathLst>
          </a:custGeom>
          <a:solidFill>
            <a:srgbClr val="7030A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98" name="Freeform 597">
            <a:extLst>
              <a:ext uri="{FF2B5EF4-FFF2-40B4-BE49-F238E27FC236}">
                <a16:creationId xmlns:a16="http://schemas.microsoft.com/office/drawing/2014/main" id="{11FC2459-6FFF-1207-DB5F-82BABBBD74F4}"/>
              </a:ext>
            </a:extLst>
          </p:cNvPr>
          <p:cNvSpPr/>
          <p:nvPr/>
        </p:nvSpPr>
        <p:spPr>
          <a:xfrm>
            <a:off x="4830585" y="5932778"/>
            <a:ext cx="146652" cy="126221"/>
          </a:xfrm>
          <a:custGeom>
            <a:avLst/>
            <a:gdLst>
              <a:gd name="connsiteX0" fmla="*/ 127627 w 146652"/>
              <a:gd name="connsiteY0" fmla="*/ 25063 h 146571"/>
              <a:gd name="connsiteX1" fmla="*/ 121603 w 146652"/>
              <a:gd name="connsiteY1" fmla="*/ 19035 h 146571"/>
              <a:gd name="connsiteX2" fmla="*/ 73405 w 146652"/>
              <a:gd name="connsiteY2" fmla="*/ 0 h 146571"/>
              <a:gd name="connsiteX3" fmla="*/ 951 w 146652"/>
              <a:gd name="connsiteY3" fmla="*/ 69003 h 146571"/>
              <a:gd name="connsiteX4" fmla="*/ 0 w 146652"/>
              <a:gd name="connsiteY4" fmla="*/ 73286 h 146571"/>
              <a:gd name="connsiteX5" fmla="*/ 476 w 146652"/>
              <a:gd name="connsiteY5" fmla="*/ 75507 h 146571"/>
              <a:gd name="connsiteX6" fmla="*/ 2219 w 146652"/>
              <a:gd name="connsiteY6" fmla="*/ 83755 h 146571"/>
              <a:gd name="connsiteX7" fmla="*/ 73405 w 146652"/>
              <a:gd name="connsiteY7" fmla="*/ 146571 h 146571"/>
              <a:gd name="connsiteX8" fmla="*/ 146653 w 146652"/>
              <a:gd name="connsiteY8" fmla="*/ 73286 h 146571"/>
              <a:gd name="connsiteX9" fmla="*/ 144592 w 146652"/>
              <a:gd name="connsiteY9" fmla="*/ 63451 h 146571"/>
              <a:gd name="connsiteX10" fmla="*/ 142847 w 146652"/>
              <a:gd name="connsiteY10" fmla="*/ 55202 h 146571"/>
              <a:gd name="connsiteX11" fmla="*/ 127469 w 146652"/>
              <a:gd name="connsiteY11" fmla="*/ 25222 h 146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46652" h="146571">
                <a:moveTo>
                  <a:pt x="127627" y="25063"/>
                </a:moveTo>
                <a:cubicBezTo>
                  <a:pt x="125725" y="22842"/>
                  <a:pt x="123822" y="20939"/>
                  <a:pt x="121603" y="19035"/>
                </a:cubicBezTo>
                <a:cubicBezTo>
                  <a:pt x="108761" y="7455"/>
                  <a:pt x="92114" y="0"/>
                  <a:pt x="73405" y="0"/>
                </a:cubicBezTo>
                <a:cubicBezTo>
                  <a:pt x="34404" y="0"/>
                  <a:pt x="3329" y="30615"/>
                  <a:pt x="951" y="69003"/>
                </a:cubicBezTo>
                <a:cubicBezTo>
                  <a:pt x="951" y="70589"/>
                  <a:pt x="0" y="71699"/>
                  <a:pt x="0" y="73286"/>
                </a:cubicBezTo>
                <a:cubicBezTo>
                  <a:pt x="0" y="74079"/>
                  <a:pt x="476" y="74713"/>
                  <a:pt x="476" y="75507"/>
                </a:cubicBezTo>
                <a:cubicBezTo>
                  <a:pt x="476" y="78521"/>
                  <a:pt x="1744" y="81059"/>
                  <a:pt x="2219" y="83755"/>
                </a:cubicBezTo>
                <a:cubicBezTo>
                  <a:pt x="7452" y="119129"/>
                  <a:pt x="36624" y="146571"/>
                  <a:pt x="73405" y="146571"/>
                </a:cubicBezTo>
                <a:cubicBezTo>
                  <a:pt x="113834" y="146571"/>
                  <a:pt x="146653" y="113736"/>
                  <a:pt x="146653" y="73286"/>
                </a:cubicBezTo>
                <a:cubicBezTo>
                  <a:pt x="146653" y="69796"/>
                  <a:pt x="145067" y="66782"/>
                  <a:pt x="144592" y="63451"/>
                </a:cubicBezTo>
                <a:cubicBezTo>
                  <a:pt x="144116" y="60596"/>
                  <a:pt x="143640" y="57899"/>
                  <a:pt x="142847" y="55202"/>
                </a:cubicBezTo>
                <a:cubicBezTo>
                  <a:pt x="139835" y="43940"/>
                  <a:pt x="135079" y="33629"/>
                  <a:pt x="127469" y="25222"/>
                </a:cubicBezTo>
                <a:close/>
              </a:path>
            </a:pathLst>
          </a:custGeom>
          <a:solidFill>
            <a:srgbClr val="7030A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99" name="Freeform 598">
            <a:extLst>
              <a:ext uri="{FF2B5EF4-FFF2-40B4-BE49-F238E27FC236}">
                <a16:creationId xmlns:a16="http://schemas.microsoft.com/office/drawing/2014/main" id="{B548B6CE-CC02-AE97-E649-5EE686F99AAF}"/>
              </a:ext>
            </a:extLst>
          </p:cNvPr>
          <p:cNvSpPr/>
          <p:nvPr/>
        </p:nvSpPr>
        <p:spPr>
          <a:xfrm>
            <a:off x="6178522" y="5663112"/>
            <a:ext cx="146652" cy="126221"/>
          </a:xfrm>
          <a:custGeom>
            <a:avLst/>
            <a:gdLst>
              <a:gd name="connsiteX0" fmla="*/ 146336 w 146652"/>
              <a:gd name="connsiteY0" fmla="*/ 73444 h 146571"/>
              <a:gd name="connsiteX1" fmla="*/ 141738 w 146652"/>
              <a:gd name="connsiteY1" fmla="*/ 50602 h 146571"/>
              <a:gd name="connsiteX2" fmla="*/ 139043 w 146652"/>
              <a:gd name="connsiteY2" fmla="*/ 42512 h 146571"/>
              <a:gd name="connsiteX3" fmla="*/ 112249 w 146652"/>
              <a:gd name="connsiteY3" fmla="*/ 13008 h 146571"/>
              <a:gd name="connsiteX4" fmla="*/ 105273 w 146652"/>
              <a:gd name="connsiteY4" fmla="*/ 8248 h 146571"/>
              <a:gd name="connsiteX5" fmla="*/ 73247 w 146652"/>
              <a:gd name="connsiteY5" fmla="*/ 0 h 146571"/>
              <a:gd name="connsiteX6" fmla="*/ 0 w 146652"/>
              <a:gd name="connsiteY6" fmla="*/ 73286 h 146571"/>
              <a:gd name="connsiteX7" fmla="*/ 2061 w 146652"/>
              <a:gd name="connsiteY7" fmla="*/ 83279 h 146571"/>
              <a:gd name="connsiteX8" fmla="*/ 3805 w 146652"/>
              <a:gd name="connsiteY8" fmla="*/ 91528 h 146571"/>
              <a:gd name="connsiteX9" fmla="*/ 73406 w 146652"/>
              <a:gd name="connsiteY9" fmla="*/ 146571 h 146571"/>
              <a:gd name="connsiteX10" fmla="*/ 127310 w 146652"/>
              <a:gd name="connsiteY10" fmla="*/ 121984 h 146571"/>
              <a:gd name="connsiteX11" fmla="*/ 132067 w 146652"/>
              <a:gd name="connsiteY11" fmla="*/ 115005 h 146571"/>
              <a:gd name="connsiteX12" fmla="*/ 146653 w 146652"/>
              <a:gd name="connsiteY12" fmla="*/ 73127 h 146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46652" h="146571">
                <a:moveTo>
                  <a:pt x="146336" y="73444"/>
                </a:moveTo>
                <a:cubicBezTo>
                  <a:pt x="146336" y="65354"/>
                  <a:pt x="144116" y="57899"/>
                  <a:pt x="141738" y="50602"/>
                </a:cubicBezTo>
                <a:cubicBezTo>
                  <a:pt x="140787" y="47905"/>
                  <a:pt x="140152" y="45209"/>
                  <a:pt x="139043" y="42512"/>
                </a:cubicBezTo>
                <a:cubicBezTo>
                  <a:pt x="133177" y="30139"/>
                  <a:pt x="123664" y="20463"/>
                  <a:pt x="112249" y="13008"/>
                </a:cubicBezTo>
                <a:cubicBezTo>
                  <a:pt x="109871" y="11421"/>
                  <a:pt x="107809" y="9518"/>
                  <a:pt x="105273" y="8248"/>
                </a:cubicBezTo>
                <a:cubicBezTo>
                  <a:pt x="95443" y="3331"/>
                  <a:pt x="84821" y="0"/>
                  <a:pt x="73247" y="0"/>
                </a:cubicBezTo>
                <a:cubicBezTo>
                  <a:pt x="32819" y="0"/>
                  <a:pt x="0" y="32836"/>
                  <a:pt x="0" y="73286"/>
                </a:cubicBezTo>
                <a:cubicBezTo>
                  <a:pt x="0" y="76776"/>
                  <a:pt x="1586" y="79789"/>
                  <a:pt x="2061" y="83279"/>
                </a:cubicBezTo>
                <a:cubicBezTo>
                  <a:pt x="2537" y="86134"/>
                  <a:pt x="3012" y="88831"/>
                  <a:pt x="3805" y="91528"/>
                </a:cubicBezTo>
                <a:cubicBezTo>
                  <a:pt x="12049" y="122936"/>
                  <a:pt x="39477" y="146571"/>
                  <a:pt x="73406" y="146571"/>
                </a:cubicBezTo>
                <a:cubicBezTo>
                  <a:pt x="94967" y="146571"/>
                  <a:pt x="113834" y="136895"/>
                  <a:pt x="127310" y="121984"/>
                </a:cubicBezTo>
                <a:cubicBezTo>
                  <a:pt x="129213" y="119922"/>
                  <a:pt x="130323" y="117226"/>
                  <a:pt x="132067" y="115005"/>
                </a:cubicBezTo>
                <a:cubicBezTo>
                  <a:pt x="140628" y="102949"/>
                  <a:pt x="146653" y="89148"/>
                  <a:pt x="146653" y="73127"/>
                </a:cubicBezTo>
                <a:close/>
              </a:path>
            </a:pathLst>
          </a:custGeom>
          <a:solidFill>
            <a:srgbClr val="FF7D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00" name="Freeform 599">
            <a:extLst>
              <a:ext uri="{FF2B5EF4-FFF2-40B4-BE49-F238E27FC236}">
                <a16:creationId xmlns:a16="http://schemas.microsoft.com/office/drawing/2014/main" id="{E22DB8BA-E31F-4A7A-49D9-E89DA6843FBB}"/>
              </a:ext>
            </a:extLst>
          </p:cNvPr>
          <p:cNvSpPr/>
          <p:nvPr/>
        </p:nvSpPr>
        <p:spPr>
          <a:xfrm>
            <a:off x="8597422" y="6758134"/>
            <a:ext cx="126042" cy="129133"/>
          </a:xfrm>
          <a:custGeom>
            <a:avLst/>
            <a:gdLst>
              <a:gd name="connsiteX0" fmla="*/ 73406 w 146494"/>
              <a:gd name="connsiteY0" fmla="*/ 0 h 146730"/>
              <a:gd name="connsiteX1" fmla="*/ 19501 w 146494"/>
              <a:gd name="connsiteY1" fmla="*/ 24588 h 146730"/>
              <a:gd name="connsiteX2" fmla="*/ 14744 w 146494"/>
              <a:gd name="connsiteY2" fmla="*/ 31567 h 146730"/>
              <a:gd name="connsiteX3" fmla="*/ 0 w 146494"/>
              <a:gd name="connsiteY3" fmla="*/ 73444 h 146730"/>
              <a:gd name="connsiteX4" fmla="*/ 73247 w 146494"/>
              <a:gd name="connsiteY4" fmla="*/ 146730 h 146730"/>
              <a:gd name="connsiteX5" fmla="*/ 146494 w 146494"/>
              <a:gd name="connsiteY5" fmla="*/ 73444 h 146730"/>
              <a:gd name="connsiteX6" fmla="*/ 83870 w 146494"/>
              <a:gd name="connsiteY6" fmla="*/ 2221 h 146730"/>
              <a:gd name="connsiteX7" fmla="*/ 75467 w 146494"/>
              <a:gd name="connsiteY7" fmla="*/ 476 h 146730"/>
              <a:gd name="connsiteX8" fmla="*/ 73406 w 146494"/>
              <a:gd name="connsiteY8" fmla="*/ 0 h 1467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6494" h="146730">
                <a:moveTo>
                  <a:pt x="73406" y="0"/>
                </a:moveTo>
                <a:cubicBezTo>
                  <a:pt x="51844" y="0"/>
                  <a:pt x="32977" y="9677"/>
                  <a:pt x="19501" y="24588"/>
                </a:cubicBezTo>
                <a:cubicBezTo>
                  <a:pt x="17598" y="26650"/>
                  <a:pt x="16330" y="29346"/>
                  <a:pt x="14744" y="31567"/>
                </a:cubicBezTo>
                <a:cubicBezTo>
                  <a:pt x="6183" y="43622"/>
                  <a:pt x="0" y="57423"/>
                  <a:pt x="0" y="73444"/>
                </a:cubicBezTo>
                <a:cubicBezTo>
                  <a:pt x="0" y="113895"/>
                  <a:pt x="32819" y="146730"/>
                  <a:pt x="73247" y="146730"/>
                </a:cubicBezTo>
                <a:cubicBezTo>
                  <a:pt x="113675" y="146730"/>
                  <a:pt x="146494" y="113895"/>
                  <a:pt x="146494" y="73444"/>
                </a:cubicBezTo>
                <a:cubicBezTo>
                  <a:pt x="146494" y="36643"/>
                  <a:pt x="119066" y="7614"/>
                  <a:pt x="83870" y="2221"/>
                </a:cubicBezTo>
                <a:cubicBezTo>
                  <a:pt x="81016" y="1745"/>
                  <a:pt x="78321" y="635"/>
                  <a:pt x="75467" y="476"/>
                </a:cubicBezTo>
                <a:cubicBezTo>
                  <a:pt x="74674" y="476"/>
                  <a:pt x="74040" y="0"/>
                  <a:pt x="73406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01" name="Freeform 600">
            <a:extLst>
              <a:ext uri="{FF2B5EF4-FFF2-40B4-BE49-F238E27FC236}">
                <a16:creationId xmlns:a16="http://schemas.microsoft.com/office/drawing/2014/main" id="{6F39727B-C48F-ED1E-3A5D-9F3A6682913C}"/>
              </a:ext>
            </a:extLst>
          </p:cNvPr>
          <p:cNvSpPr/>
          <p:nvPr/>
        </p:nvSpPr>
        <p:spPr>
          <a:xfrm>
            <a:off x="2125514" y="2552273"/>
            <a:ext cx="165519" cy="168625"/>
          </a:xfrm>
          <a:custGeom>
            <a:avLst/>
            <a:gdLst>
              <a:gd name="connsiteX0" fmla="*/ 80381 w 165519"/>
              <a:gd name="connsiteY0" fmla="*/ 165131 h 165606"/>
              <a:gd name="connsiteX1" fmla="*/ 82760 w 165519"/>
              <a:gd name="connsiteY1" fmla="*/ 165607 h 165606"/>
              <a:gd name="connsiteX2" fmla="*/ 165520 w 165519"/>
              <a:gd name="connsiteY2" fmla="*/ 82803 h 165606"/>
              <a:gd name="connsiteX3" fmla="*/ 82760 w 165519"/>
              <a:gd name="connsiteY3" fmla="*/ 0 h 165606"/>
              <a:gd name="connsiteX4" fmla="*/ 9513 w 165519"/>
              <a:gd name="connsiteY4" fmla="*/ 46161 h 165606"/>
              <a:gd name="connsiteX5" fmla="*/ 5866 w 165519"/>
              <a:gd name="connsiteY5" fmla="*/ 53933 h 165606"/>
              <a:gd name="connsiteX6" fmla="*/ 0 w 165519"/>
              <a:gd name="connsiteY6" fmla="*/ 82962 h 165606"/>
              <a:gd name="connsiteX7" fmla="*/ 69601 w 165519"/>
              <a:gd name="connsiteY7" fmla="*/ 163228 h 165606"/>
              <a:gd name="connsiteX8" fmla="*/ 72137 w 165519"/>
              <a:gd name="connsiteY8" fmla="*/ 163703 h 165606"/>
              <a:gd name="connsiteX9" fmla="*/ 80381 w 165519"/>
              <a:gd name="connsiteY9" fmla="*/ 165448 h 1656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65519" h="165606">
                <a:moveTo>
                  <a:pt x="80381" y="165131"/>
                </a:moveTo>
                <a:cubicBezTo>
                  <a:pt x="81174" y="165131"/>
                  <a:pt x="81967" y="165607"/>
                  <a:pt x="82760" y="165607"/>
                </a:cubicBezTo>
                <a:cubicBezTo>
                  <a:pt x="128579" y="165607"/>
                  <a:pt x="165520" y="128488"/>
                  <a:pt x="165520" y="82803"/>
                </a:cubicBezTo>
                <a:cubicBezTo>
                  <a:pt x="165520" y="37119"/>
                  <a:pt x="128420" y="0"/>
                  <a:pt x="82760" y="0"/>
                </a:cubicBezTo>
                <a:cubicBezTo>
                  <a:pt x="50417" y="0"/>
                  <a:pt x="23147" y="19035"/>
                  <a:pt x="9513" y="46161"/>
                </a:cubicBezTo>
                <a:cubicBezTo>
                  <a:pt x="8244" y="48699"/>
                  <a:pt x="6817" y="51078"/>
                  <a:pt x="5866" y="53933"/>
                </a:cubicBezTo>
                <a:cubicBezTo>
                  <a:pt x="2378" y="62975"/>
                  <a:pt x="0" y="72651"/>
                  <a:pt x="0" y="82962"/>
                </a:cubicBezTo>
                <a:cubicBezTo>
                  <a:pt x="0" y="124047"/>
                  <a:pt x="30440" y="156565"/>
                  <a:pt x="69601" y="163228"/>
                </a:cubicBezTo>
                <a:cubicBezTo>
                  <a:pt x="70393" y="163228"/>
                  <a:pt x="71186" y="163545"/>
                  <a:pt x="72137" y="163703"/>
                </a:cubicBezTo>
                <a:cubicBezTo>
                  <a:pt x="74991" y="164179"/>
                  <a:pt x="77528" y="165290"/>
                  <a:pt x="80381" y="165448"/>
                </a:cubicBezTo>
                <a:close/>
              </a:path>
            </a:pathLst>
          </a:custGeom>
          <a:solidFill>
            <a:srgbClr val="FF7D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02" name="Freeform 601">
            <a:extLst>
              <a:ext uri="{FF2B5EF4-FFF2-40B4-BE49-F238E27FC236}">
                <a16:creationId xmlns:a16="http://schemas.microsoft.com/office/drawing/2014/main" id="{6239FF89-E9DF-3426-F761-2A34ACB090E6}"/>
              </a:ext>
            </a:extLst>
          </p:cNvPr>
          <p:cNvSpPr/>
          <p:nvPr/>
        </p:nvSpPr>
        <p:spPr>
          <a:xfrm>
            <a:off x="2776" y="1631816"/>
            <a:ext cx="90211" cy="123079"/>
          </a:xfrm>
          <a:custGeom>
            <a:avLst/>
            <a:gdLst>
              <a:gd name="connsiteX0" fmla="*/ 8878 w 90211"/>
              <a:gd name="connsiteY0" fmla="*/ 140861 h 142923"/>
              <a:gd name="connsiteX1" fmla="*/ 18867 w 90211"/>
              <a:gd name="connsiteY1" fmla="*/ 142923 h 142923"/>
              <a:gd name="connsiteX2" fmla="*/ 81650 w 90211"/>
              <a:gd name="connsiteY2" fmla="*/ 103584 h 142923"/>
              <a:gd name="connsiteX3" fmla="*/ 85296 w 90211"/>
              <a:gd name="connsiteY3" fmla="*/ 95811 h 142923"/>
              <a:gd name="connsiteX4" fmla="*/ 90211 w 90211"/>
              <a:gd name="connsiteY4" fmla="*/ 71382 h 142923"/>
              <a:gd name="connsiteX5" fmla="*/ 18867 w 90211"/>
              <a:gd name="connsiteY5" fmla="*/ 0 h 142923"/>
              <a:gd name="connsiteX6" fmla="*/ 0 w 90211"/>
              <a:gd name="connsiteY6" fmla="*/ 3807 h 142923"/>
              <a:gd name="connsiteX7" fmla="*/ 0 w 90211"/>
              <a:gd name="connsiteY7" fmla="*/ 138957 h 142923"/>
              <a:gd name="connsiteX8" fmla="*/ 634 w 90211"/>
              <a:gd name="connsiteY8" fmla="*/ 138957 h 142923"/>
              <a:gd name="connsiteX9" fmla="*/ 8878 w 90211"/>
              <a:gd name="connsiteY9" fmla="*/ 140702 h 1429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211" h="142923">
                <a:moveTo>
                  <a:pt x="8878" y="140861"/>
                </a:moveTo>
                <a:cubicBezTo>
                  <a:pt x="12208" y="141337"/>
                  <a:pt x="15379" y="142923"/>
                  <a:pt x="18867" y="142923"/>
                </a:cubicBezTo>
                <a:cubicBezTo>
                  <a:pt x="46612" y="142923"/>
                  <a:pt x="69759" y="126743"/>
                  <a:pt x="81650" y="103584"/>
                </a:cubicBezTo>
                <a:cubicBezTo>
                  <a:pt x="82918" y="101046"/>
                  <a:pt x="84187" y="98666"/>
                  <a:pt x="85296" y="95811"/>
                </a:cubicBezTo>
                <a:cubicBezTo>
                  <a:pt x="88150" y="88038"/>
                  <a:pt x="90211" y="80107"/>
                  <a:pt x="90211" y="71382"/>
                </a:cubicBezTo>
                <a:cubicBezTo>
                  <a:pt x="90211" y="31884"/>
                  <a:pt x="58344" y="0"/>
                  <a:pt x="18867" y="0"/>
                </a:cubicBezTo>
                <a:cubicBezTo>
                  <a:pt x="12208" y="0"/>
                  <a:pt x="6183" y="2062"/>
                  <a:pt x="0" y="3807"/>
                </a:cubicBezTo>
                <a:lnTo>
                  <a:pt x="0" y="138957"/>
                </a:lnTo>
                <a:cubicBezTo>
                  <a:pt x="0" y="138957"/>
                  <a:pt x="317" y="138957"/>
                  <a:pt x="634" y="138957"/>
                </a:cubicBezTo>
                <a:cubicBezTo>
                  <a:pt x="3329" y="139751"/>
                  <a:pt x="6025" y="140227"/>
                  <a:pt x="8878" y="140702"/>
                </a:cubicBezTo>
                <a:close/>
              </a:path>
            </a:pathLst>
          </a:custGeom>
          <a:solidFill>
            <a:srgbClr val="7030A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05" name="Freeform 604">
            <a:extLst>
              <a:ext uri="{FF2B5EF4-FFF2-40B4-BE49-F238E27FC236}">
                <a16:creationId xmlns:a16="http://schemas.microsoft.com/office/drawing/2014/main" id="{40B3F50E-02E6-6E8C-EF47-C8E03B89CC86}"/>
              </a:ext>
            </a:extLst>
          </p:cNvPr>
          <p:cNvSpPr/>
          <p:nvPr/>
        </p:nvSpPr>
        <p:spPr>
          <a:xfrm>
            <a:off x="7593206" y="3168381"/>
            <a:ext cx="146811" cy="126358"/>
          </a:xfrm>
          <a:custGeom>
            <a:avLst/>
            <a:gdLst>
              <a:gd name="connsiteX0" fmla="*/ 25208 w 146811"/>
              <a:gd name="connsiteY0" fmla="*/ 127695 h 146730"/>
              <a:gd name="connsiteX1" fmla="*/ 34404 w 146811"/>
              <a:gd name="connsiteY1" fmla="*/ 133881 h 146730"/>
              <a:gd name="connsiteX2" fmla="*/ 41380 w 146811"/>
              <a:gd name="connsiteY2" fmla="*/ 138640 h 146730"/>
              <a:gd name="connsiteX3" fmla="*/ 73405 w 146811"/>
              <a:gd name="connsiteY3" fmla="*/ 146730 h 146730"/>
              <a:gd name="connsiteX4" fmla="*/ 118590 w 146811"/>
              <a:gd name="connsiteY4" fmla="*/ 129757 h 146730"/>
              <a:gd name="connsiteX5" fmla="*/ 125566 w 146811"/>
              <a:gd name="connsiteY5" fmla="*/ 124681 h 146730"/>
              <a:gd name="connsiteX6" fmla="*/ 141896 w 146811"/>
              <a:gd name="connsiteY6" fmla="*/ 97080 h 146730"/>
              <a:gd name="connsiteX7" fmla="*/ 143640 w 146811"/>
              <a:gd name="connsiteY7" fmla="*/ 88673 h 146730"/>
              <a:gd name="connsiteX8" fmla="*/ 144116 w 146811"/>
              <a:gd name="connsiteY8" fmla="*/ 85976 h 146730"/>
              <a:gd name="connsiteX9" fmla="*/ 145860 w 146811"/>
              <a:gd name="connsiteY9" fmla="*/ 77569 h 146730"/>
              <a:gd name="connsiteX10" fmla="*/ 146811 w 146811"/>
              <a:gd name="connsiteY10" fmla="*/ 73286 h 146730"/>
              <a:gd name="connsiteX11" fmla="*/ 146811 w 146811"/>
              <a:gd name="connsiteY11" fmla="*/ 72969 h 146730"/>
              <a:gd name="connsiteX12" fmla="*/ 145067 w 146811"/>
              <a:gd name="connsiteY12" fmla="*/ 64561 h 146730"/>
              <a:gd name="connsiteX13" fmla="*/ 144750 w 146811"/>
              <a:gd name="connsiteY13" fmla="*/ 63292 h 146730"/>
              <a:gd name="connsiteX14" fmla="*/ 143006 w 146811"/>
              <a:gd name="connsiteY14" fmla="*/ 55044 h 146730"/>
              <a:gd name="connsiteX15" fmla="*/ 73405 w 146811"/>
              <a:gd name="connsiteY15" fmla="*/ 0 h 146730"/>
              <a:gd name="connsiteX16" fmla="*/ 51209 w 146811"/>
              <a:gd name="connsiteY16" fmla="*/ 4442 h 146730"/>
              <a:gd name="connsiteX17" fmla="*/ 43124 w 146811"/>
              <a:gd name="connsiteY17" fmla="*/ 6821 h 146730"/>
              <a:gd name="connsiteX18" fmla="*/ 0 w 146811"/>
              <a:gd name="connsiteY18" fmla="*/ 73286 h 146730"/>
              <a:gd name="connsiteX19" fmla="*/ 19184 w 146811"/>
              <a:gd name="connsiteY19" fmla="*/ 121667 h 146730"/>
              <a:gd name="connsiteX20" fmla="*/ 25208 w 146811"/>
              <a:gd name="connsiteY20" fmla="*/ 127695 h 1467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46811" h="146730">
                <a:moveTo>
                  <a:pt x="25208" y="127695"/>
                </a:moveTo>
                <a:cubicBezTo>
                  <a:pt x="28062" y="130075"/>
                  <a:pt x="31233" y="131819"/>
                  <a:pt x="34404" y="133881"/>
                </a:cubicBezTo>
                <a:cubicBezTo>
                  <a:pt x="36782" y="135468"/>
                  <a:pt x="38843" y="137371"/>
                  <a:pt x="41380" y="138640"/>
                </a:cubicBezTo>
                <a:cubicBezTo>
                  <a:pt x="51209" y="143558"/>
                  <a:pt x="61832" y="146730"/>
                  <a:pt x="73405" y="146730"/>
                </a:cubicBezTo>
                <a:cubicBezTo>
                  <a:pt x="90687" y="146730"/>
                  <a:pt x="106066" y="139751"/>
                  <a:pt x="118590" y="129757"/>
                </a:cubicBezTo>
                <a:cubicBezTo>
                  <a:pt x="120810" y="127854"/>
                  <a:pt x="123505" y="126743"/>
                  <a:pt x="125566" y="124681"/>
                </a:cubicBezTo>
                <a:cubicBezTo>
                  <a:pt x="133018" y="117067"/>
                  <a:pt x="138250" y="107549"/>
                  <a:pt x="141896" y="97080"/>
                </a:cubicBezTo>
                <a:cubicBezTo>
                  <a:pt x="142847" y="94383"/>
                  <a:pt x="143006" y="91528"/>
                  <a:pt x="143640" y="88673"/>
                </a:cubicBezTo>
                <a:cubicBezTo>
                  <a:pt x="143799" y="87721"/>
                  <a:pt x="143957" y="86928"/>
                  <a:pt x="144116" y="85976"/>
                </a:cubicBezTo>
                <a:cubicBezTo>
                  <a:pt x="144592" y="83121"/>
                  <a:pt x="145702" y="80583"/>
                  <a:pt x="145860" y="77569"/>
                </a:cubicBezTo>
                <a:cubicBezTo>
                  <a:pt x="145860" y="76141"/>
                  <a:pt x="146811" y="74872"/>
                  <a:pt x="146811" y="73286"/>
                </a:cubicBezTo>
                <a:lnTo>
                  <a:pt x="146811" y="72969"/>
                </a:lnTo>
                <a:cubicBezTo>
                  <a:pt x="146811" y="69955"/>
                  <a:pt x="145384" y="67417"/>
                  <a:pt x="145067" y="64561"/>
                </a:cubicBezTo>
                <a:cubicBezTo>
                  <a:pt x="145067" y="64086"/>
                  <a:pt x="144909" y="63610"/>
                  <a:pt x="144750" y="63292"/>
                </a:cubicBezTo>
                <a:cubicBezTo>
                  <a:pt x="144274" y="60437"/>
                  <a:pt x="143799" y="57740"/>
                  <a:pt x="143006" y="55044"/>
                </a:cubicBezTo>
                <a:cubicBezTo>
                  <a:pt x="134762" y="23636"/>
                  <a:pt x="107493" y="0"/>
                  <a:pt x="73405" y="0"/>
                </a:cubicBezTo>
                <a:cubicBezTo>
                  <a:pt x="65478" y="0"/>
                  <a:pt x="58344" y="2221"/>
                  <a:pt x="51209" y="4442"/>
                </a:cubicBezTo>
                <a:cubicBezTo>
                  <a:pt x="48514" y="5394"/>
                  <a:pt x="45660" y="5711"/>
                  <a:pt x="43124" y="6821"/>
                </a:cubicBezTo>
                <a:cubicBezTo>
                  <a:pt x="17915" y="18401"/>
                  <a:pt x="0" y="43622"/>
                  <a:pt x="0" y="73286"/>
                </a:cubicBezTo>
                <a:cubicBezTo>
                  <a:pt x="0" y="92004"/>
                  <a:pt x="7610" y="108660"/>
                  <a:pt x="19184" y="121667"/>
                </a:cubicBezTo>
                <a:cubicBezTo>
                  <a:pt x="21086" y="123888"/>
                  <a:pt x="22989" y="125792"/>
                  <a:pt x="25208" y="127695"/>
                </a:cubicBezTo>
                <a:close/>
              </a:path>
            </a:pathLst>
          </a:custGeom>
          <a:solidFill>
            <a:srgbClr val="7030A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35" name="Freeform 234">
            <a:extLst>
              <a:ext uri="{FF2B5EF4-FFF2-40B4-BE49-F238E27FC236}">
                <a16:creationId xmlns:a16="http://schemas.microsoft.com/office/drawing/2014/main" id="{9BD325C0-B297-D838-D385-F011342797ED}"/>
              </a:ext>
            </a:extLst>
          </p:cNvPr>
          <p:cNvSpPr/>
          <p:nvPr/>
        </p:nvSpPr>
        <p:spPr>
          <a:xfrm>
            <a:off x="2799642" y="7139455"/>
            <a:ext cx="64051" cy="670585"/>
          </a:xfrm>
          <a:custGeom>
            <a:avLst/>
            <a:gdLst>
              <a:gd name="connsiteX0" fmla="*/ 0 w 64051"/>
              <a:gd name="connsiteY0" fmla="*/ 777749 h 778700"/>
              <a:gd name="connsiteX1" fmla="*/ 4281 w 64051"/>
              <a:gd name="connsiteY1" fmla="*/ 778701 h 778700"/>
              <a:gd name="connsiteX2" fmla="*/ 64051 w 64051"/>
              <a:gd name="connsiteY2" fmla="*/ 952 h 778700"/>
              <a:gd name="connsiteX3" fmla="*/ 59771 w 64051"/>
              <a:gd name="connsiteY3" fmla="*/ 0 h 778700"/>
              <a:gd name="connsiteX4" fmla="*/ 0 w 64051"/>
              <a:gd name="connsiteY4" fmla="*/ 777749 h 778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051" h="778700">
                <a:moveTo>
                  <a:pt x="0" y="777749"/>
                </a:moveTo>
                <a:cubicBezTo>
                  <a:pt x="1585" y="777749"/>
                  <a:pt x="2854" y="778384"/>
                  <a:pt x="4281" y="778701"/>
                </a:cubicBezTo>
                <a:lnTo>
                  <a:pt x="64051" y="952"/>
                </a:lnTo>
                <a:cubicBezTo>
                  <a:pt x="62466" y="952"/>
                  <a:pt x="61198" y="158"/>
                  <a:pt x="59771" y="0"/>
                </a:cubicBezTo>
                <a:lnTo>
                  <a:pt x="0" y="777749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37" name="Freeform 236">
            <a:extLst>
              <a:ext uri="{FF2B5EF4-FFF2-40B4-BE49-F238E27FC236}">
                <a16:creationId xmlns:a16="http://schemas.microsoft.com/office/drawing/2014/main" id="{691258FD-3BF5-AAC3-E639-AB1317BD959A}"/>
              </a:ext>
            </a:extLst>
          </p:cNvPr>
          <p:cNvSpPr/>
          <p:nvPr/>
        </p:nvSpPr>
        <p:spPr>
          <a:xfrm>
            <a:off x="2689137" y="7509056"/>
            <a:ext cx="91162" cy="389729"/>
          </a:xfrm>
          <a:custGeom>
            <a:avLst/>
            <a:gdLst>
              <a:gd name="connsiteX0" fmla="*/ 90370 w 91162"/>
              <a:gd name="connsiteY0" fmla="*/ 0 h 452563"/>
              <a:gd name="connsiteX1" fmla="*/ 0 w 91162"/>
              <a:gd name="connsiteY1" fmla="*/ 452563 h 452563"/>
              <a:gd name="connsiteX2" fmla="*/ 4439 w 91162"/>
              <a:gd name="connsiteY2" fmla="*/ 452563 h 452563"/>
              <a:gd name="connsiteX3" fmla="*/ 91163 w 91162"/>
              <a:gd name="connsiteY3" fmla="*/ 19194 h 452563"/>
              <a:gd name="connsiteX4" fmla="*/ 90370 w 91162"/>
              <a:gd name="connsiteY4" fmla="*/ 0 h 4525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62" h="452563">
                <a:moveTo>
                  <a:pt x="90370" y="0"/>
                </a:moveTo>
                <a:lnTo>
                  <a:pt x="0" y="452563"/>
                </a:lnTo>
                <a:lnTo>
                  <a:pt x="4439" y="452563"/>
                </a:lnTo>
                <a:lnTo>
                  <a:pt x="91163" y="19194"/>
                </a:lnTo>
                <a:lnTo>
                  <a:pt x="90370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41" name="Freeform 240">
            <a:extLst>
              <a:ext uri="{FF2B5EF4-FFF2-40B4-BE49-F238E27FC236}">
                <a16:creationId xmlns:a16="http://schemas.microsoft.com/office/drawing/2014/main" id="{49171A30-5408-C557-1374-4EF0FCBCA40D}"/>
              </a:ext>
            </a:extLst>
          </p:cNvPr>
          <p:cNvSpPr/>
          <p:nvPr/>
        </p:nvSpPr>
        <p:spPr>
          <a:xfrm>
            <a:off x="2580852" y="7811242"/>
            <a:ext cx="48672" cy="129499"/>
          </a:xfrm>
          <a:custGeom>
            <a:avLst/>
            <a:gdLst>
              <a:gd name="connsiteX0" fmla="*/ 48673 w 48672"/>
              <a:gd name="connsiteY0" fmla="*/ 0 h 150378"/>
              <a:gd name="connsiteX1" fmla="*/ 0 w 48672"/>
              <a:gd name="connsiteY1" fmla="*/ 150378 h 150378"/>
              <a:gd name="connsiteX2" fmla="*/ 4598 w 48672"/>
              <a:gd name="connsiteY2" fmla="*/ 150378 h 150378"/>
              <a:gd name="connsiteX3" fmla="*/ 47722 w 48672"/>
              <a:gd name="connsiteY3" fmla="*/ 17132 h 150378"/>
              <a:gd name="connsiteX4" fmla="*/ 48673 w 48672"/>
              <a:gd name="connsiteY4" fmla="*/ 0 h 1503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8672" h="150378">
                <a:moveTo>
                  <a:pt x="48673" y="0"/>
                </a:moveTo>
                <a:lnTo>
                  <a:pt x="0" y="150378"/>
                </a:lnTo>
                <a:lnTo>
                  <a:pt x="4598" y="150378"/>
                </a:lnTo>
                <a:lnTo>
                  <a:pt x="47722" y="17132"/>
                </a:lnTo>
                <a:lnTo>
                  <a:pt x="48673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42" name="Freeform 241">
            <a:extLst>
              <a:ext uri="{FF2B5EF4-FFF2-40B4-BE49-F238E27FC236}">
                <a16:creationId xmlns:a16="http://schemas.microsoft.com/office/drawing/2014/main" id="{1836D3B9-17AD-F222-8584-20E1FFDD1B73}"/>
              </a:ext>
            </a:extLst>
          </p:cNvPr>
          <p:cNvSpPr/>
          <p:nvPr/>
        </p:nvSpPr>
        <p:spPr>
          <a:xfrm>
            <a:off x="2633963" y="7364547"/>
            <a:ext cx="140945" cy="385221"/>
          </a:xfrm>
          <a:custGeom>
            <a:avLst/>
            <a:gdLst>
              <a:gd name="connsiteX0" fmla="*/ 140470 w 140945"/>
              <a:gd name="connsiteY0" fmla="*/ 0 h 447328"/>
              <a:gd name="connsiteX1" fmla="*/ 951 w 140945"/>
              <a:gd name="connsiteY1" fmla="*/ 430197 h 447328"/>
              <a:gd name="connsiteX2" fmla="*/ 0 w 140945"/>
              <a:gd name="connsiteY2" fmla="*/ 447328 h 447328"/>
              <a:gd name="connsiteX3" fmla="*/ 140945 w 140945"/>
              <a:gd name="connsiteY3" fmla="*/ 12690 h 447328"/>
              <a:gd name="connsiteX4" fmla="*/ 140470 w 140945"/>
              <a:gd name="connsiteY4" fmla="*/ 0 h 4473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0945" h="447328">
                <a:moveTo>
                  <a:pt x="140470" y="0"/>
                </a:moveTo>
                <a:lnTo>
                  <a:pt x="951" y="430197"/>
                </a:lnTo>
                <a:lnTo>
                  <a:pt x="0" y="447328"/>
                </a:lnTo>
                <a:lnTo>
                  <a:pt x="140945" y="12690"/>
                </a:lnTo>
                <a:lnTo>
                  <a:pt x="140470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45" name="Freeform 244">
            <a:extLst>
              <a:ext uri="{FF2B5EF4-FFF2-40B4-BE49-F238E27FC236}">
                <a16:creationId xmlns:a16="http://schemas.microsoft.com/office/drawing/2014/main" id="{337C1525-72A2-0D63-AA3F-EAE6AF1FADF2}"/>
              </a:ext>
            </a:extLst>
          </p:cNvPr>
          <p:cNvSpPr/>
          <p:nvPr/>
        </p:nvSpPr>
        <p:spPr>
          <a:xfrm>
            <a:off x="2752713" y="6759385"/>
            <a:ext cx="45819" cy="997613"/>
          </a:xfrm>
          <a:custGeom>
            <a:avLst/>
            <a:gdLst>
              <a:gd name="connsiteX0" fmla="*/ 30599 w 45819"/>
              <a:gd name="connsiteY0" fmla="*/ 730954 h 1158454"/>
              <a:gd name="connsiteX1" fmla="*/ 27587 w 45819"/>
              <a:gd name="connsiteY1" fmla="*/ 648309 h 1158454"/>
              <a:gd name="connsiteX2" fmla="*/ 26952 w 45819"/>
              <a:gd name="connsiteY2" fmla="*/ 633557 h 1158454"/>
              <a:gd name="connsiteX3" fmla="*/ 26001 w 45819"/>
              <a:gd name="connsiteY3" fmla="*/ 605639 h 1158454"/>
              <a:gd name="connsiteX4" fmla="*/ 25526 w 45819"/>
              <a:gd name="connsiteY4" fmla="*/ 592948 h 1158454"/>
              <a:gd name="connsiteX5" fmla="*/ 4915 w 45819"/>
              <a:gd name="connsiteY5" fmla="*/ 14752 h 1158454"/>
              <a:gd name="connsiteX6" fmla="*/ 0 w 45819"/>
              <a:gd name="connsiteY6" fmla="*/ 0 h 1158454"/>
              <a:gd name="connsiteX7" fmla="*/ 21562 w 45819"/>
              <a:gd name="connsiteY7" fmla="*/ 605163 h 1158454"/>
              <a:gd name="connsiteX8" fmla="*/ 22038 w 45819"/>
              <a:gd name="connsiteY8" fmla="*/ 617853 h 1158454"/>
              <a:gd name="connsiteX9" fmla="*/ 23147 w 45819"/>
              <a:gd name="connsiteY9" fmla="*/ 647675 h 1158454"/>
              <a:gd name="connsiteX10" fmla="*/ 23623 w 45819"/>
              <a:gd name="connsiteY10" fmla="*/ 662427 h 1158454"/>
              <a:gd name="connsiteX11" fmla="*/ 26794 w 45819"/>
              <a:gd name="connsiteY11" fmla="*/ 749672 h 1158454"/>
              <a:gd name="connsiteX12" fmla="*/ 27587 w 45819"/>
              <a:gd name="connsiteY12" fmla="*/ 769024 h 1158454"/>
              <a:gd name="connsiteX13" fmla="*/ 41380 w 45819"/>
              <a:gd name="connsiteY13" fmla="*/ 1158455 h 1158454"/>
              <a:gd name="connsiteX14" fmla="*/ 45343 w 45819"/>
              <a:gd name="connsiteY14" fmla="*/ 1157661 h 1158454"/>
              <a:gd name="connsiteX15" fmla="*/ 45819 w 45819"/>
              <a:gd name="connsiteY15" fmla="*/ 1157661 h 1158454"/>
              <a:gd name="connsiteX16" fmla="*/ 31233 w 45819"/>
              <a:gd name="connsiteY16" fmla="*/ 750307 h 1158454"/>
              <a:gd name="connsiteX17" fmla="*/ 30599 w 45819"/>
              <a:gd name="connsiteY17" fmla="*/ 730954 h 11584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45819" h="1158454">
                <a:moveTo>
                  <a:pt x="30599" y="730954"/>
                </a:moveTo>
                <a:lnTo>
                  <a:pt x="27587" y="648309"/>
                </a:lnTo>
                <a:lnTo>
                  <a:pt x="26952" y="633557"/>
                </a:lnTo>
                <a:lnTo>
                  <a:pt x="26001" y="605639"/>
                </a:lnTo>
                <a:lnTo>
                  <a:pt x="25526" y="592948"/>
                </a:lnTo>
                <a:lnTo>
                  <a:pt x="4915" y="14752"/>
                </a:lnTo>
                <a:lnTo>
                  <a:pt x="0" y="0"/>
                </a:lnTo>
                <a:lnTo>
                  <a:pt x="21562" y="605163"/>
                </a:lnTo>
                <a:lnTo>
                  <a:pt x="22038" y="617853"/>
                </a:lnTo>
                <a:lnTo>
                  <a:pt x="23147" y="647675"/>
                </a:lnTo>
                <a:lnTo>
                  <a:pt x="23623" y="662427"/>
                </a:lnTo>
                <a:lnTo>
                  <a:pt x="26794" y="749672"/>
                </a:lnTo>
                <a:lnTo>
                  <a:pt x="27587" y="769024"/>
                </a:lnTo>
                <a:lnTo>
                  <a:pt x="41380" y="1158455"/>
                </a:lnTo>
                <a:cubicBezTo>
                  <a:pt x="42807" y="1158455"/>
                  <a:pt x="43917" y="1157661"/>
                  <a:pt x="45343" y="1157661"/>
                </a:cubicBezTo>
                <a:cubicBezTo>
                  <a:pt x="45343" y="1157661"/>
                  <a:pt x="45661" y="1157661"/>
                  <a:pt x="45819" y="1157661"/>
                </a:cubicBezTo>
                <a:lnTo>
                  <a:pt x="31233" y="750307"/>
                </a:lnTo>
                <a:lnTo>
                  <a:pt x="30599" y="730954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46" name="Freeform 245">
            <a:extLst>
              <a:ext uri="{FF2B5EF4-FFF2-40B4-BE49-F238E27FC236}">
                <a16:creationId xmlns:a16="http://schemas.microsoft.com/office/drawing/2014/main" id="{2D901325-38E2-C095-A4DB-E2D45BEF1DCF}"/>
              </a:ext>
            </a:extLst>
          </p:cNvPr>
          <p:cNvSpPr/>
          <p:nvPr/>
        </p:nvSpPr>
        <p:spPr>
          <a:xfrm>
            <a:off x="2620963" y="6597585"/>
            <a:ext cx="81649" cy="1174651"/>
          </a:xfrm>
          <a:custGeom>
            <a:avLst/>
            <a:gdLst>
              <a:gd name="connsiteX0" fmla="*/ 13000 w 81649"/>
              <a:gd name="connsiteY0" fmla="*/ 1214291 h 1364035"/>
              <a:gd name="connsiteX1" fmla="*/ 13952 w 81649"/>
              <a:gd name="connsiteY1" fmla="*/ 1197160 h 1364035"/>
              <a:gd name="connsiteX2" fmla="*/ 81650 w 81649"/>
              <a:gd name="connsiteY2" fmla="*/ 11262 h 1364035"/>
              <a:gd name="connsiteX3" fmla="*/ 78003 w 81649"/>
              <a:gd name="connsiteY3" fmla="*/ 0 h 1364035"/>
              <a:gd name="connsiteX4" fmla="*/ 8561 w 81649"/>
              <a:gd name="connsiteY4" fmla="*/ 1213657 h 1364035"/>
              <a:gd name="connsiteX5" fmla="*/ 7610 w 81649"/>
              <a:gd name="connsiteY5" fmla="*/ 1230789 h 1364035"/>
              <a:gd name="connsiteX6" fmla="*/ 0 w 81649"/>
              <a:gd name="connsiteY6" fmla="*/ 1364035 h 1364035"/>
              <a:gd name="connsiteX7" fmla="*/ 4439 w 81649"/>
              <a:gd name="connsiteY7" fmla="*/ 1364035 h 1364035"/>
              <a:gd name="connsiteX8" fmla="*/ 5073 w 81649"/>
              <a:gd name="connsiteY8" fmla="*/ 1353249 h 1364035"/>
              <a:gd name="connsiteX9" fmla="*/ 13000 w 81649"/>
              <a:gd name="connsiteY9" fmla="*/ 1214291 h 13640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1649" h="1364035">
                <a:moveTo>
                  <a:pt x="13000" y="1214291"/>
                </a:moveTo>
                <a:lnTo>
                  <a:pt x="13952" y="1197160"/>
                </a:lnTo>
                <a:lnTo>
                  <a:pt x="81650" y="11262"/>
                </a:lnTo>
                <a:lnTo>
                  <a:pt x="78003" y="0"/>
                </a:lnTo>
                <a:lnTo>
                  <a:pt x="8561" y="1213657"/>
                </a:lnTo>
                <a:lnTo>
                  <a:pt x="7610" y="1230789"/>
                </a:lnTo>
                <a:lnTo>
                  <a:pt x="0" y="1364035"/>
                </a:lnTo>
                <a:lnTo>
                  <a:pt x="4439" y="1364035"/>
                </a:lnTo>
                <a:lnTo>
                  <a:pt x="5073" y="1353249"/>
                </a:lnTo>
                <a:lnTo>
                  <a:pt x="13000" y="1214291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78" name="Freeform 277">
            <a:extLst>
              <a:ext uri="{FF2B5EF4-FFF2-40B4-BE49-F238E27FC236}">
                <a16:creationId xmlns:a16="http://schemas.microsoft.com/office/drawing/2014/main" id="{345C8EA2-A735-0B9D-6A64-1959906F3482}"/>
              </a:ext>
            </a:extLst>
          </p:cNvPr>
          <p:cNvSpPr/>
          <p:nvPr/>
        </p:nvSpPr>
        <p:spPr>
          <a:xfrm>
            <a:off x="5868570" y="7808229"/>
            <a:ext cx="77210" cy="131958"/>
          </a:xfrm>
          <a:custGeom>
            <a:avLst/>
            <a:gdLst>
              <a:gd name="connsiteX0" fmla="*/ 73405 w 77210"/>
              <a:gd name="connsiteY0" fmla="*/ 158 h 153233"/>
              <a:gd name="connsiteX1" fmla="*/ 0 w 77210"/>
              <a:gd name="connsiteY1" fmla="*/ 153234 h 153233"/>
              <a:gd name="connsiteX2" fmla="*/ 4915 w 77210"/>
              <a:gd name="connsiteY2" fmla="*/ 153234 h 153233"/>
              <a:gd name="connsiteX3" fmla="*/ 77211 w 77210"/>
              <a:gd name="connsiteY3" fmla="*/ 2538 h 153233"/>
              <a:gd name="connsiteX4" fmla="*/ 73405 w 77210"/>
              <a:gd name="connsiteY4" fmla="*/ 0 h 1532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210" h="153233">
                <a:moveTo>
                  <a:pt x="73405" y="158"/>
                </a:moveTo>
                <a:lnTo>
                  <a:pt x="0" y="153234"/>
                </a:lnTo>
                <a:lnTo>
                  <a:pt x="4915" y="153234"/>
                </a:lnTo>
                <a:lnTo>
                  <a:pt x="77211" y="2538"/>
                </a:lnTo>
                <a:cubicBezTo>
                  <a:pt x="75784" y="1903"/>
                  <a:pt x="74833" y="793"/>
                  <a:pt x="73405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35" name="Freeform 334">
            <a:extLst>
              <a:ext uri="{FF2B5EF4-FFF2-40B4-BE49-F238E27FC236}">
                <a16:creationId xmlns:a16="http://schemas.microsoft.com/office/drawing/2014/main" id="{268E43D5-BE54-6CFC-CDCA-D18B5999D5BE}"/>
              </a:ext>
            </a:extLst>
          </p:cNvPr>
          <p:cNvSpPr/>
          <p:nvPr/>
        </p:nvSpPr>
        <p:spPr>
          <a:xfrm>
            <a:off x="2749066" y="7916886"/>
            <a:ext cx="97979" cy="45719"/>
          </a:xfrm>
          <a:custGeom>
            <a:avLst/>
            <a:gdLst>
              <a:gd name="connsiteX0" fmla="*/ 55015 w 97979"/>
              <a:gd name="connsiteY0" fmla="*/ 1269 h 44574"/>
              <a:gd name="connsiteX1" fmla="*/ 50734 w 97979"/>
              <a:gd name="connsiteY1" fmla="*/ 318 h 44574"/>
              <a:gd name="connsiteX2" fmla="*/ 49466 w 97979"/>
              <a:gd name="connsiteY2" fmla="*/ 0 h 44574"/>
              <a:gd name="connsiteX3" fmla="*/ 49148 w 97979"/>
              <a:gd name="connsiteY3" fmla="*/ 0 h 44574"/>
              <a:gd name="connsiteX4" fmla="*/ 45026 w 97979"/>
              <a:gd name="connsiteY4" fmla="*/ 793 h 44574"/>
              <a:gd name="connsiteX5" fmla="*/ 0 w 97979"/>
              <a:gd name="connsiteY5" fmla="*/ 44575 h 44574"/>
              <a:gd name="connsiteX6" fmla="*/ 97980 w 97979"/>
              <a:gd name="connsiteY6" fmla="*/ 44575 h 44574"/>
              <a:gd name="connsiteX7" fmla="*/ 55015 w 97979"/>
              <a:gd name="connsiteY7" fmla="*/ 1111 h 445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7979" h="44574">
                <a:moveTo>
                  <a:pt x="55015" y="1269"/>
                </a:moveTo>
                <a:cubicBezTo>
                  <a:pt x="53588" y="1111"/>
                  <a:pt x="52161" y="476"/>
                  <a:pt x="50734" y="318"/>
                </a:cubicBezTo>
                <a:cubicBezTo>
                  <a:pt x="50258" y="318"/>
                  <a:pt x="49941" y="0"/>
                  <a:pt x="49466" y="0"/>
                </a:cubicBezTo>
                <a:cubicBezTo>
                  <a:pt x="49307" y="0"/>
                  <a:pt x="49148" y="0"/>
                  <a:pt x="49148" y="0"/>
                </a:cubicBezTo>
                <a:cubicBezTo>
                  <a:pt x="47563" y="0"/>
                  <a:pt x="46453" y="635"/>
                  <a:pt x="45026" y="793"/>
                </a:cubicBezTo>
                <a:cubicBezTo>
                  <a:pt x="21245" y="2697"/>
                  <a:pt x="2695" y="20939"/>
                  <a:pt x="0" y="44575"/>
                </a:cubicBezTo>
                <a:lnTo>
                  <a:pt x="97980" y="44575"/>
                </a:lnTo>
                <a:cubicBezTo>
                  <a:pt x="95285" y="21732"/>
                  <a:pt x="77686" y="3966"/>
                  <a:pt x="55015" y="1111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45" name="Freeform 344">
            <a:extLst>
              <a:ext uri="{FF2B5EF4-FFF2-40B4-BE49-F238E27FC236}">
                <a16:creationId xmlns:a16="http://schemas.microsoft.com/office/drawing/2014/main" id="{383D8BDF-1040-9CD5-270B-59132C29DBE1}"/>
              </a:ext>
            </a:extLst>
          </p:cNvPr>
          <p:cNvSpPr/>
          <p:nvPr/>
        </p:nvSpPr>
        <p:spPr>
          <a:xfrm>
            <a:off x="5915023" y="7714796"/>
            <a:ext cx="100357" cy="86333"/>
          </a:xfrm>
          <a:custGeom>
            <a:avLst/>
            <a:gdLst>
              <a:gd name="connsiteX0" fmla="*/ 77528 w 100357"/>
              <a:gd name="connsiteY0" fmla="*/ 9042 h 100252"/>
              <a:gd name="connsiteX1" fmla="*/ 73881 w 100357"/>
              <a:gd name="connsiteY1" fmla="*/ 6504 h 100252"/>
              <a:gd name="connsiteX2" fmla="*/ 67381 w 100357"/>
              <a:gd name="connsiteY2" fmla="*/ 3331 h 100252"/>
              <a:gd name="connsiteX3" fmla="*/ 62942 w 100357"/>
              <a:gd name="connsiteY3" fmla="*/ 2379 h 100252"/>
              <a:gd name="connsiteX4" fmla="*/ 50892 w 100357"/>
              <a:gd name="connsiteY4" fmla="*/ 0 h 100252"/>
              <a:gd name="connsiteX5" fmla="*/ 50100 w 100357"/>
              <a:gd name="connsiteY5" fmla="*/ 0 h 100252"/>
              <a:gd name="connsiteX6" fmla="*/ 46453 w 100357"/>
              <a:gd name="connsiteY6" fmla="*/ 635 h 100252"/>
              <a:gd name="connsiteX7" fmla="*/ 0 w 100357"/>
              <a:gd name="connsiteY7" fmla="*/ 49967 h 100252"/>
              <a:gd name="connsiteX8" fmla="*/ 26794 w 100357"/>
              <a:gd name="connsiteY8" fmla="*/ 93590 h 100252"/>
              <a:gd name="connsiteX9" fmla="*/ 30599 w 100357"/>
              <a:gd name="connsiteY9" fmla="*/ 96128 h 100252"/>
              <a:gd name="connsiteX10" fmla="*/ 50258 w 100357"/>
              <a:gd name="connsiteY10" fmla="*/ 100253 h 100252"/>
              <a:gd name="connsiteX11" fmla="*/ 100358 w 100357"/>
              <a:gd name="connsiteY11" fmla="*/ 50126 h 100252"/>
              <a:gd name="connsiteX12" fmla="*/ 82284 w 100357"/>
              <a:gd name="connsiteY12" fmla="*/ 12373 h 100252"/>
              <a:gd name="connsiteX13" fmla="*/ 78637 w 100357"/>
              <a:gd name="connsiteY13" fmla="*/ 9835 h 100252"/>
              <a:gd name="connsiteX14" fmla="*/ 77369 w 100357"/>
              <a:gd name="connsiteY14" fmla="*/ 8883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00357" h="100252">
                <a:moveTo>
                  <a:pt x="77528" y="9042"/>
                </a:moveTo>
                <a:cubicBezTo>
                  <a:pt x="76259" y="8249"/>
                  <a:pt x="75149" y="7297"/>
                  <a:pt x="73881" y="6504"/>
                </a:cubicBezTo>
                <a:cubicBezTo>
                  <a:pt x="71662" y="5393"/>
                  <a:pt x="69759" y="4124"/>
                  <a:pt x="67381" y="3331"/>
                </a:cubicBezTo>
                <a:cubicBezTo>
                  <a:pt x="65954" y="2855"/>
                  <a:pt x="64369" y="2855"/>
                  <a:pt x="62942" y="2379"/>
                </a:cubicBezTo>
                <a:cubicBezTo>
                  <a:pt x="58978" y="1269"/>
                  <a:pt x="55173" y="0"/>
                  <a:pt x="50892" y="0"/>
                </a:cubicBezTo>
                <a:lnTo>
                  <a:pt x="50100" y="0"/>
                </a:lnTo>
                <a:cubicBezTo>
                  <a:pt x="48831" y="0"/>
                  <a:pt x="47722" y="476"/>
                  <a:pt x="46453" y="635"/>
                </a:cubicBezTo>
                <a:cubicBezTo>
                  <a:pt x="20610" y="2538"/>
                  <a:pt x="0" y="23635"/>
                  <a:pt x="0" y="49967"/>
                </a:cubicBezTo>
                <a:cubicBezTo>
                  <a:pt x="0" y="69162"/>
                  <a:pt x="11098" y="85024"/>
                  <a:pt x="26794" y="93590"/>
                </a:cubicBezTo>
                <a:cubicBezTo>
                  <a:pt x="28062" y="94383"/>
                  <a:pt x="29172" y="95494"/>
                  <a:pt x="30599" y="96128"/>
                </a:cubicBezTo>
                <a:cubicBezTo>
                  <a:pt x="36624" y="98666"/>
                  <a:pt x="43282" y="100253"/>
                  <a:pt x="50258" y="100253"/>
                </a:cubicBezTo>
                <a:cubicBezTo>
                  <a:pt x="78003" y="100253"/>
                  <a:pt x="100358" y="77727"/>
                  <a:pt x="100358" y="50126"/>
                </a:cubicBezTo>
                <a:cubicBezTo>
                  <a:pt x="100358" y="34898"/>
                  <a:pt x="93065" y="21574"/>
                  <a:pt x="82284" y="12373"/>
                </a:cubicBezTo>
                <a:cubicBezTo>
                  <a:pt x="81174" y="11421"/>
                  <a:pt x="79906" y="10787"/>
                  <a:pt x="78637" y="9835"/>
                </a:cubicBezTo>
                <a:cubicBezTo>
                  <a:pt x="78162" y="9518"/>
                  <a:pt x="77845" y="9201"/>
                  <a:pt x="77369" y="8883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18" name="Freeform 617">
            <a:extLst>
              <a:ext uri="{FF2B5EF4-FFF2-40B4-BE49-F238E27FC236}">
                <a16:creationId xmlns:a16="http://schemas.microsoft.com/office/drawing/2014/main" id="{A23F62F6-C856-8B48-5FFC-F44C0F570D22}"/>
              </a:ext>
            </a:extLst>
          </p:cNvPr>
          <p:cNvSpPr/>
          <p:nvPr userDrawn="1"/>
        </p:nvSpPr>
        <p:spPr>
          <a:xfrm>
            <a:off x="1948977" y="5934026"/>
            <a:ext cx="2966900" cy="45719"/>
          </a:xfrm>
          <a:custGeom>
            <a:avLst/>
            <a:gdLst>
              <a:gd name="connsiteX0" fmla="*/ 2957947 w 2959532"/>
              <a:gd name="connsiteY0" fmla="*/ 0 h 266176"/>
              <a:gd name="connsiteX1" fmla="*/ 2933215 w 2959532"/>
              <a:gd name="connsiteY1" fmla="*/ 2221 h 266176"/>
              <a:gd name="connsiteX2" fmla="*/ 115103 w 2959532"/>
              <a:gd name="connsiteY2" fmla="*/ 247459 h 266176"/>
              <a:gd name="connsiteX3" fmla="*/ 106541 w 2959532"/>
              <a:gd name="connsiteY3" fmla="*/ 248252 h 266176"/>
              <a:gd name="connsiteX4" fmla="*/ 43599 w 2959532"/>
              <a:gd name="connsiteY4" fmla="*/ 253804 h 266176"/>
              <a:gd name="connsiteX5" fmla="*/ 35038 w 2959532"/>
              <a:gd name="connsiteY5" fmla="*/ 254596 h 266176"/>
              <a:gd name="connsiteX6" fmla="*/ 32343 w 2959532"/>
              <a:gd name="connsiteY6" fmla="*/ 254914 h 266176"/>
              <a:gd name="connsiteX7" fmla="*/ 23623 w 2959532"/>
              <a:gd name="connsiteY7" fmla="*/ 255707 h 266176"/>
              <a:gd name="connsiteX8" fmla="*/ 18074 w 2959532"/>
              <a:gd name="connsiteY8" fmla="*/ 256183 h 266176"/>
              <a:gd name="connsiteX9" fmla="*/ 9354 w 2959532"/>
              <a:gd name="connsiteY9" fmla="*/ 256976 h 266176"/>
              <a:gd name="connsiteX10" fmla="*/ 0 w 2959532"/>
              <a:gd name="connsiteY10" fmla="*/ 257769 h 266176"/>
              <a:gd name="connsiteX11" fmla="*/ 1744 w 2959532"/>
              <a:gd name="connsiteY11" fmla="*/ 266176 h 266176"/>
              <a:gd name="connsiteX12" fmla="*/ 7610 w 2959532"/>
              <a:gd name="connsiteY12" fmla="*/ 265701 h 266176"/>
              <a:gd name="connsiteX13" fmla="*/ 16330 w 2959532"/>
              <a:gd name="connsiteY13" fmla="*/ 264908 h 266176"/>
              <a:gd name="connsiteX14" fmla="*/ 22355 w 2959532"/>
              <a:gd name="connsiteY14" fmla="*/ 264432 h 266176"/>
              <a:gd name="connsiteX15" fmla="*/ 31075 w 2959532"/>
              <a:gd name="connsiteY15" fmla="*/ 263638 h 266176"/>
              <a:gd name="connsiteX16" fmla="*/ 34087 w 2959532"/>
              <a:gd name="connsiteY16" fmla="*/ 263321 h 266176"/>
              <a:gd name="connsiteX17" fmla="*/ 42648 w 2959532"/>
              <a:gd name="connsiteY17" fmla="*/ 262528 h 266176"/>
              <a:gd name="connsiteX18" fmla="*/ 107968 w 2959532"/>
              <a:gd name="connsiteY18" fmla="*/ 256818 h 266176"/>
              <a:gd name="connsiteX19" fmla="*/ 116529 w 2959532"/>
              <a:gd name="connsiteY19" fmla="*/ 256025 h 266176"/>
              <a:gd name="connsiteX20" fmla="*/ 2959533 w 2959532"/>
              <a:gd name="connsiteY20" fmla="*/ 8566 h 266176"/>
              <a:gd name="connsiteX21" fmla="*/ 2957789 w 2959532"/>
              <a:gd name="connsiteY21" fmla="*/ 317 h 2661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2959532" h="266176">
                <a:moveTo>
                  <a:pt x="2957947" y="0"/>
                </a:moveTo>
                <a:lnTo>
                  <a:pt x="2933215" y="2221"/>
                </a:lnTo>
                <a:lnTo>
                  <a:pt x="115103" y="247459"/>
                </a:lnTo>
                <a:lnTo>
                  <a:pt x="106541" y="248252"/>
                </a:lnTo>
                <a:lnTo>
                  <a:pt x="43599" y="253804"/>
                </a:lnTo>
                <a:lnTo>
                  <a:pt x="35038" y="254596"/>
                </a:lnTo>
                <a:lnTo>
                  <a:pt x="32343" y="254914"/>
                </a:lnTo>
                <a:lnTo>
                  <a:pt x="23623" y="255707"/>
                </a:lnTo>
                <a:lnTo>
                  <a:pt x="18074" y="256183"/>
                </a:lnTo>
                <a:lnTo>
                  <a:pt x="9354" y="256976"/>
                </a:lnTo>
                <a:lnTo>
                  <a:pt x="0" y="257769"/>
                </a:lnTo>
                <a:cubicBezTo>
                  <a:pt x="476" y="260624"/>
                  <a:pt x="1585" y="263163"/>
                  <a:pt x="1744" y="266176"/>
                </a:cubicBezTo>
                <a:lnTo>
                  <a:pt x="7610" y="265701"/>
                </a:lnTo>
                <a:lnTo>
                  <a:pt x="16330" y="264908"/>
                </a:lnTo>
                <a:lnTo>
                  <a:pt x="22355" y="264432"/>
                </a:lnTo>
                <a:lnTo>
                  <a:pt x="31075" y="263638"/>
                </a:lnTo>
                <a:lnTo>
                  <a:pt x="34087" y="263321"/>
                </a:lnTo>
                <a:lnTo>
                  <a:pt x="42648" y="262528"/>
                </a:lnTo>
                <a:lnTo>
                  <a:pt x="107968" y="256818"/>
                </a:lnTo>
                <a:lnTo>
                  <a:pt x="116529" y="256025"/>
                </a:lnTo>
                <a:lnTo>
                  <a:pt x="2959533" y="8566"/>
                </a:lnTo>
                <a:cubicBezTo>
                  <a:pt x="2959057" y="5711"/>
                  <a:pt x="2957947" y="3173"/>
                  <a:pt x="2957789" y="317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19" name="Freeform 618">
            <a:extLst>
              <a:ext uri="{FF2B5EF4-FFF2-40B4-BE49-F238E27FC236}">
                <a16:creationId xmlns:a16="http://schemas.microsoft.com/office/drawing/2014/main" id="{B414F2D3-A17D-1CD8-9AE2-4638402E42D4}"/>
              </a:ext>
            </a:extLst>
          </p:cNvPr>
          <p:cNvSpPr/>
          <p:nvPr userDrawn="1"/>
        </p:nvSpPr>
        <p:spPr>
          <a:xfrm>
            <a:off x="-9830" y="6262386"/>
            <a:ext cx="1836093" cy="150946"/>
          </a:xfrm>
          <a:custGeom>
            <a:avLst/>
            <a:gdLst>
              <a:gd name="connsiteX0" fmla="*/ 1021972 w 1836093"/>
              <a:gd name="connsiteY0" fmla="*/ 82486 h 175282"/>
              <a:gd name="connsiteX1" fmla="*/ 1043534 w 1836093"/>
              <a:gd name="connsiteY1" fmla="*/ 80582 h 175282"/>
              <a:gd name="connsiteX2" fmla="*/ 1068267 w 1836093"/>
              <a:gd name="connsiteY2" fmla="*/ 78362 h 175282"/>
              <a:gd name="connsiteX3" fmla="*/ 1794872 w 1836093"/>
              <a:gd name="connsiteY3" fmla="*/ 12214 h 175282"/>
              <a:gd name="connsiteX4" fmla="*/ 1803433 w 1836093"/>
              <a:gd name="connsiteY4" fmla="*/ 11421 h 175282"/>
              <a:gd name="connsiteX5" fmla="*/ 1836093 w 1836093"/>
              <a:gd name="connsiteY5" fmla="*/ 8407 h 175282"/>
              <a:gd name="connsiteX6" fmla="*/ 1834349 w 1836093"/>
              <a:gd name="connsiteY6" fmla="*/ 0 h 175282"/>
              <a:gd name="connsiteX7" fmla="*/ 1804384 w 1836093"/>
              <a:gd name="connsiteY7" fmla="*/ 2697 h 175282"/>
              <a:gd name="connsiteX8" fmla="*/ 1795823 w 1836093"/>
              <a:gd name="connsiteY8" fmla="*/ 3490 h 175282"/>
              <a:gd name="connsiteX9" fmla="*/ 1044326 w 1836093"/>
              <a:gd name="connsiteY9" fmla="*/ 71858 h 175282"/>
              <a:gd name="connsiteX10" fmla="*/ 1019752 w 1836093"/>
              <a:gd name="connsiteY10" fmla="*/ 74079 h 175282"/>
              <a:gd name="connsiteX11" fmla="*/ 996605 w 1836093"/>
              <a:gd name="connsiteY11" fmla="*/ 76141 h 175282"/>
              <a:gd name="connsiteX12" fmla="*/ 970128 w 1836093"/>
              <a:gd name="connsiteY12" fmla="*/ 78521 h 175282"/>
              <a:gd name="connsiteX13" fmla="*/ 0 w 1836093"/>
              <a:gd name="connsiteY13" fmla="*/ 166717 h 175282"/>
              <a:gd name="connsiteX14" fmla="*/ 0 w 1836093"/>
              <a:gd name="connsiteY14" fmla="*/ 175283 h 175282"/>
              <a:gd name="connsiteX15" fmla="*/ 995654 w 1836093"/>
              <a:gd name="connsiteY15" fmla="*/ 84707 h 175282"/>
              <a:gd name="connsiteX16" fmla="*/ 1022130 w 1836093"/>
              <a:gd name="connsiteY16" fmla="*/ 82328 h 1752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836093" h="175282">
                <a:moveTo>
                  <a:pt x="1021972" y="82486"/>
                </a:moveTo>
                <a:lnTo>
                  <a:pt x="1043534" y="80582"/>
                </a:lnTo>
                <a:lnTo>
                  <a:pt x="1068267" y="78362"/>
                </a:lnTo>
                <a:lnTo>
                  <a:pt x="1794872" y="12214"/>
                </a:lnTo>
                <a:lnTo>
                  <a:pt x="1803433" y="11421"/>
                </a:lnTo>
                <a:lnTo>
                  <a:pt x="1836093" y="8407"/>
                </a:lnTo>
                <a:cubicBezTo>
                  <a:pt x="1835617" y="5552"/>
                  <a:pt x="1834508" y="3014"/>
                  <a:pt x="1834349" y="0"/>
                </a:cubicBezTo>
                <a:lnTo>
                  <a:pt x="1804384" y="2697"/>
                </a:lnTo>
                <a:lnTo>
                  <a:pt x="1795823" y="3490"/>
                </a:lnTo>
                <a:lnTo>
                  <a:pt x="1044326" y="71858"/>
                </a:lnTo>
                <a:lnTo>
                  <a:pt x="1019752" y="74079"/>
                </a:lnTo>
                <a:lnTo>
                  <a:pt x="996605" y="76141"/>
                </a:lnTo>
                <a:lnTo>
                  <a:pt x="970128" y="78521"/>
                </a:lnTo>
                <a:lnTo>
                  <a:pt x="0" y="166717"/>
                </a:lnTo>
                <a:lnTo>
                  <a:pt x="0" y="175283"/>
                </a:lnTo>
                <a:lnTo>
                  <a:pt x="995654" y="84707"/>
                </a:lnTo>
                <a:lnTo>
                  <a:pt x="1022130" y="82328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Triangle 11">
            <a:extLst>
              <a:ext uri="{FF2B5EF4-FFF2-40B4-BE49-F238E27FC236}">
                <a16:creationId xmlns:a16="http://schemas.microsoft.com/office/drawing/2014/main" id="{270D036B-9819-10B8-FB03-98A67E276F20}"/>
              </a:ext>
            </a:extLst>
          </p:cNvPr>
          <p:cNvSpPr/>
          <p:nvPr userDrawn="1"/>
        </p:nvSpPr>
        <p:spPr>
          <a:xfrm>
            <a:off x="7071753" y="1462591"/>
            <a:ext cx="887784" cy="285527"/>
          </a:xfrm>
          <a:custGeom>
            <a:avLst/>
            <a:gdLst>
              <a:gd name="connsiteX0" fmla="*/ 0 w 867335"/>
              <a:gd name="connsiteY0" fmla="*/ 463685 h 463685"/>
              <a:gd name="connsiteX1" fmla="*/ 433668 w 867335"/>
              <a:gd name="connsiteY1" fmla="*/ 0 h 463685"/>
              <a:gd name="connsiteX2" fmla="*/ 867335 w 867335"/>
              <a:gd name="connsiteY2" fmla="*/ 463685 h 463685"/>
              <a:gd name="connsiteX3" fmla="*/ 0 w 867335"/>
              <a:gd name="connsiteY3" fmla="*/ 463685 h 463685"/>
              <a:gd name="connsiteX0" fmla="*/ 655544 w 1522879"/>
              <a:gd name="connsiteY0" fmla="*/ 1015015 h 1015015"/>
              <a:gd name="connsiteX1" fmla="*/ 0 w 1522879"/>
              <a:gd name="connsiteY1" fmla="*/ 0 h 1015015"/>
              <a:gd name="connsiteX2" fmla="*/ 1522879 w 1522879"/>
              <a:gd name="connsiteY2" fmla="*/ 1015015 h 1015015"/>
              <a:gd name="connsiteX3" fmla="*/ 655544 w 1522879"/>
              <a:gd name="connsiteY3" fmla="*/ 1015015 h 1015015"/>
              <a:gd name="connsiteX0" fmla="*/ 655544 w 843802"/>
              <a:gd name="connsiteY0" fmla="*/ 1015015 h 1015015"/>
              <a:gd name="connsiteX1" fmla="*/ 0 w 843802"/>
              <a:gd name="connsiteY1" fmla="*/ 0 h 1015015"/>
              <a:gd name="connsiteX2" fmla="*/ 843802 w 843802"/>
              <a:gd name="connsiteY2" fmla="*/ 228362 h 1015015"/>
              <a:gd name="connsiteX3" fmla="*/ 655544 w 843802"/>
              <a:gd name="connsiteY3" fmla="*/ 1015015 h 1015015"/>
              <a:gd name="connsiteX0" fmla="*/ 90768 w 843802"/>
              <a:gd name="connsiteY0" fmla="*/ 483856 h 483856"/>
              <a:gd name="connsiteX1" fmla="*/ 0 w 843802"/>
              <a:gd name="connsiteY1" fmla="*/ 0 h 483856"/>
              <a:gd name="connsiteX2" fmla="*/ 843802 w 843802"/>
              <a:gd name="connsiteY2" fmla="*/ 228362 h 483856"/>
              <a:gd name="connsiteX3" fmla="*/ 90768 w 843802"/>
              <a:gd name="connsiteY3" fmla="*/ 483856 h 483856"/>
              <a:gd name="connsiteX0" fmla="*/ 231962 w 843802"/>
              <a:gd name="connsiteY0" fmla="*/ 174574 h 228362"/>
              <a:gd name="connsiteX1" fmla="*/ 0 w 843802"/>
              <a:gd name="connsiteY1" fmla="*/ 0 h 228362"/>
              <a:gd name="connsiteX2" fmla="*/ 843802 w 843802"/>
              <a:gd name="connsiteY2" fmla="*/ 228362 h 228362"/>
              <a:gd name="connsiteX3" fmla="*/ 231962 w 843802"/>
              <a:gd name="connsiteY3" fmla="*/ 174574 h 228362"/>
              <a:gd name="connsiteX0" fmla="*/ 400051 w 843802"/>
              <a:gd name="connsiteY0" fmla="*/ 288874 h 288874"/>
              <a:gd name="connsiteX1" fmla="*/ 0 w 843802"/>
              <a:gd name="connsiteY1" fmla="*/ 0 h 288874"/>
              <a:gd name="connsiteX2" fmla="*/ 843802 w 843802"/>
              <a:gd name="connsiteY2" fmla="*/ 228362 h 288874"/>
              <a:gd name="connsiteX3" fmla="*/ 400051 w 843802"/>
              <a:gd name="connsiteY3" fmla="*/ 288874 h 288874"/>
              <a:gd name="connsiteX0" fmla="*/ 400051 w 863972"/>
              <a:gd name="connsiteY0" fmla="*/ 288874 h 288874"/>
              <a:gd name="connsiteX1" fmla="*/ 0 w 863972"/>
              <a:gd name="connsiteY1" fmla="*/ 0 h 288874"/>
              <a:gd name="connsiteX2" fmla="*/ 863972 w 863972"/>
              <a:gd name="connsiteY2" fmla="*/ 248532 h 288874"/>
              <a:gd name="connsiteX3" fmla="*/ 400051 w 863972"/>
              <a:gd name="connsiteY3" fmla="*/ 288874 h 288874"/>
              <a:gd name="connsiteX0" fmla="*/ 404813 w 868734"/>
              <a:gd name="connsiteY0" fmla="*/ 269824 h 269824"/>
              <a:gd name="connsiteX1" fmla="*/ 0 w 868734"/>
              <a:gd name="connsiteY1" fmla="*/ 0 h 269824"/>
              <a:gd name="connsiteX2" fmla="*/ 868734 w 868734"/>
              <a:gd name="connsiteY2" fmla="*/ 229482 h 269824"/>
              <a:gd name="connsiteX3" fmla="*/ 404813 w 868734"/>
              <a:gd name="connsiteY3" fmla="*/ 269824 h 269824"/>
              <a:gd name="connsiteX0" fmla="*/ 404813 w 887784"/>
              <a:gd name="connsiteY0" fmla="*/ 269824 h 269824"/>
              <a:gd name="connsiteX1" fmla="*/ 0 w 887784"/>
              <a:gd name="connsiteY1" fmla="*/ 0 h 269824"/>
              <a:gd name="connsiteX2" fmla="*/ 887784 w 887784"/>
              <a:gd name="connsiteY2" fmla="*/ 219957 h 269824"/>
              <a:gd name="connsiteX3" fmla="*/ 404813 w 887784"/>
              <a:gd name="connsiteY3" fmla="*/ 269824 h 269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87784" h="269824">
                <a:moveTo>
                  <a:pt x="404813" y="269824"/>
                </a:moveTo>
                <a:lnTo>
                  <a:pt x="0" y="0"/>
                </a:lnTo>
                <a:lnTo>
                  <a:pt x="887784" y="219957"/>
                </a:lnTo>
                <a:lnTo>
                  <a:pt x="404813" y="269824"/>
                </a:lnTo>
                <a:close/>
              </a:path>
            </a:pathLst>
          </a:custGeom>
          <a:solidFill>
            <a:srgbClr val="FF7D00">
              <a:alpha val="56023"/>
            </a:srgb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riangle 11">
            <a:extLst>
              <a:ext uri="{FF2B5EF4-FFF2-40B4-BE49-F238E27FC236}">
                <a16:creationId xmlns:a16="http://schemas.microsoft.com/office/drawing/2014/main" id="{AE8B1871-874B-9CF7-A404-6B2B485F12F7}"/>
              </a:ext>
            </a:extLst>
          </p:cNvPr>
          <p:cNvSpPr/>
          <p:nvPr userDrawn="1"/>
        </p:nvSpPr>
        <p:spPr>
          <a:xfrm>
            <a:off x="8213570" y="3506556"/>
            <a:ext cx="307604" cy="481894"/>
          </a:xfrm>
          <a:custGeom>
            <a:avLst/>
            <a:gdLst>
              <a:gd name="connsiteX0" fmla="*/ 0 w 867335"/>
              <a:gd name="connsiteY0" fmla="*/ 463685 h 463685"/>
              <a:gd name="connsiteX1" fmla="*/ 433668 w 867335"/>
              <a:gd name="connsiteY1" fmla="*/ 0 h 463685"/>
              <a:gd name="connsiteX2" fmla="*/ 867335 w 867335"/>
              <a:gd name="connsiteY2" fmla="*/ 463685 h 463685"/>
              <a:gd name="connsiteX3" fmla="*/ 0 w 867335"/>
              <a:gd name="connsiteY3" fmla="*/ 463685 h 463685"/>
              <a:gd name="connsiteX0" fmla="*/ 655544 w 1522879"/>
              <a:gd name="connsiteY0" fmla="*/ 1015015 h 1015015"/>
              <a:gd name="connsiteX1" fmla="*/ 0 w 1522879"/>
              <a:gd name="connsiteY1" fmla="*/ 0 h 1015015"/>
              <a:gd name="connsiteX2" fmla="*/ 1522879 w 1522879"/>
              <a:gd name="connsiteY2" fmla="*/ 1015015 h 1015015"/>
              <a:gd name="connsiteX3" fmla="*/ 655544 w 1522879"/>
              <a:gd name="connsiteY3" fmla="*/ 1015015 h 1015015"/>
              <a:gd name="connsiteX0" fmla="*/ 655544 w 843802"/>
              <a:gd name="connsiteY0" fmla="*/ 1015015 h 1015015"/>
              <a:gd name="connsiteX1" fmla="*/ 0 w 843802"/>
              <a:gd name="connsiteY1" fmla="*/ 0 h 1015015"/>
              <a:gd name="connsiteX2" fmla="*/ 843802 w 843802"/>
              <a:gd name="connsiteY2" fmla="*/ 228362 h 1015015"/>
              <a:gd name="connsiteX3" fmla="*/ 655544 w 843802"/>
              <a:gd name="connsiteY3" fmla="*/ 1015015 h 1015015"/>
              <a:gd name="connsiteX0" fmla="*/ 90768 w 843802"/>
              <a:gd name="connsiteY0" fmla="*/ 483856 h 483856"/>
              <a:gd name="connsiteX1" fmla="*/ 0 w 843802"/>
              <a:gd name="connsiteY1" fmla="*/ 0 h 483856"/>
              <a:gd name="connsiteX2" fmla="*/ 843802 w 843802"/>
              <a:gd name="connsiteY2" fmla="*/ 228362 h 483856"/>
              <a:gd name="connsiteX3" fmla="*/ 90768 w 843802"/>
              <a:gd name="connsiteY3" fmla="*/ 483856 h 483856"/>
              <a:gd name="connsiteX0" fmla="*/ 231962 w 843802"/>
              <a:gd name="connsiteY0" fmla="*/ 174574 h 228362"/>
              <a:gd name="connsiteX1" fmla="*/ 0 w 843802"/>
              <a:gd name="connsiteY1" fmla="*/ 0 h 228362"/>
              <a:gd name="connsiteX2" fmla="*/ 843802 w 843802"/>
              <a:gd name="connsiteY2" fmla="*/ 228362 h 228362"/>
              <a:gd name="connsiteX3" fmla="*/ 231962 w 843802"/>
              <a:gd name="connsiteY3" fmla="*/ 174574 h 228362"/>
              <a:gd name="connsiteX0" fmla="*/ 400051 w 843802"/>
              <a:gd name="connsiteY0" fmla="*/ 288874 h 288874"/>
              <a:gd name="connsiteX1" fmla="*/ 0 w 843802"/>
              <a:gd name="connsiteY1" fmla="*/ 0 h 288874"/>
              <a:gd name="connsiteX2" fmla="*/ 843802 w 843802"/>
              <a:gd name="connsiteY2" fmla="*/ 228362 h 288874"/>
              <a:gd name="connsiteX3" fmla="*/ 400051 w 843802"/>
              <a:gd name="connsiteY3" fmla="*/ 288874 h 288874"/>
              <a:gd name="connsiteX0" fmla="*/ 400051 w 863972"/>
              <a:gd name="connsiteY0" fmla="*/ 288874 h 288874"/>
              <a:gd name="connsiteX1" fmla="*/ 0 w 863972"/>
              <a:gd name="connsiteY1" fmla="*/ 0 h 288874"/>
              <a:gd name="connsiteX2" fmla="*/ 863972 w 863972"/>
              <a:gd name="connsiteY2" fmla="*/ 248532 h 288874"/>
              <a:gd name="connsiteX3" fmla="*/ 400051 w 863972"/>
              <a:gd name="connsiteY3" fmla="*/ 288874 h 288874"/>
              <a:gd name="connsiteX0" fmla="*/ 404813 w 868734"/>
              <a:gd name="connsiteY0" fmla="*/ 269824 h 269824"/>
              <a:gd name="connsiteX1" fmla="*/ 0 w 868734"/>
              <a:gd name="connsiteY1" fmla="*/ 0 h 269824"/>
              <a:gd name="connsiteX2" fmla="*/ 868734 w 868734"/>
              <a:gd name="connsiteY2" fmla="*/ 229482 h 269824"/>
              <a:gd name="connsiteX3" fmla="*/ 404813 w 868734"/>
              <a:gd name="connsiteY3" fmla="*/ 269824 h 269824"/>
              <a:gd name="connsiteX0" fmla="*/ 404813 w 887784"/>
              <a:gd name="connsiteY0" fmla="*/ 269824 h 269824"/>
              <a:gd name="connsiteX1" fmla="*/ 0 w 887784"/>
              <a:gd name="connsiteY1" fmla="*/ 0 h 269824"/>
              <a:gd name="connsiteX2" fmla="*/ 887784 w 887784"/>
              <a:gd name="connsiteY2" fmla="*/ 219957 h 269824"/>
              <a:gd name="connsiteX3" fmla="*/ 404813 w 887784"/>
              <a:gd name="connsiteY3" fmla="*/ 269824 h 269824"/>
              <a:gd name="connsiteX0" fmla="*/ 817192 w 817192"/>
              <a:gd name="connsiteY0" fmla="*/ 269824 h 824794"/>
              <a:gd name="connsiteX1" fmla="*/ 412379 w 817192"/>
              <a:gd name="connsiteY1" fmla="*/ 0 h 824794"/>
              <a:gd name="connsiteX2" fmla="*/ 0 w 817192"/>
              <a:gd name="connsiteY2" fmla="*/ 824794 h 824794"/>
              <a:gd name="connsiteX3" fmla="*/ 817192 w 817192"/>
              <a:gd name="connsiteY3" fmla="*/ 269824 h 824794"/>
              <a:gd name="connsiteX0" fmla="*/ 817192 w 817192"/>
              <a:gd name="connsiteY0" fmla="*/ 0 h 554970"/>
              <a:gd name="connsiteX1" fmla="*/ 121867 w 817192"/>
              <a:gd name="connsiteY1" fmla="*/ 73076 h 554970"/>
              <a:gd name="connsiteX2" fmla="*/ 0 w 817192"/>
              <a:gd name="connsiteY2" fmla="*/ 554970 h 554970"/>
              <a:gd name="connsiteX3" fmla="*/ 817192 w 817192"/>
              <a:gd name="connsiteY3" fmla="*/ 0 h 554970"/>
              <a:gd name="connsiteX0" fmla="*/ 298079 w 298079"/>
              <a:gd name="connsiteY0" fmla="*/ 641299 h 641299"/>
              <a:gd name="connsiteX1" fmla="*/ 121867 w 298079"/>
              <a:gd name="connsiteY1" fmla="*/ 0 h 641299"/>
              <a:gd name="connsiteX2" fmla="*/ 0 w 298079"/>
              <a:gd name="connsiteY2" fmla="*/ 481894 h 641299"/>
              <a:gd name="connsiteX3" fmla="*/ 298079 w 298079"/>
              <a:gd name="connsiteY3" fmla="*/ 641299 h 641299"/>
              <a:gd name="connsiteX0" fmla="*/ 307604 w 307604"/>
              <a:gd name="connsiteY0" fmla="*/ 160287 h 481894"/>
              <a:gd name="connsiteX1" fmla="*/ 121867 w 307604"/>
              <a:gd name="connsiteY1" fmla="*/ 0 h 481894"/>
              <a:gd name="connsiteX2" fmla="*/ 0 w 307604"/>
              <a:gd name="connsiteY2" fmla="*/ 481894 h 481894"/>
              <a:gd name="connsiteX3" fmla="*/ 307604 w 307604"/>
              <a:gd name="connsiteY3" fmla="*/ 160287 h 4818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7604" h="481894">
                <a:moveTo>
                  <a:pt x="307604" y="160287"/>
                </a:moveTo>
                <a:lnTo>
                  <a:pt x="121867" y="0"/>
                </a:lnTo>
                <a:lnTo>
                  <a:pt x="0" y="481894"/>
                </a:lnTo>
                <a:lnTo>
                  <a:pt x="307604" y="160287"/>
                </a:lnTo>
                <a:close/>
              </a:path>
            </a:pathLst>
          </a:custGeom>
          <a:solidFill>
            <a:srgbClr val="FF7D00">
              <a:alpha val="56023"/>
            </a:srgbClr>
          </a:solidFill>
          <a:ln w="6350"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riangle 11">
            <a:extLst>
              <a:ext uri="{FF2B5EF4-FFF2-40B4-BE49-F238E27FC236}">
                <a16:creationId xmlns:a16="http://schemas.microsoft.com/office/drawing/2014/main" id="{A3D349A7-62F9-CBC9-5DA0-4D7645DCF356}"/>
              </a:ext>
            </a:extLst>
          </p:cNvPr>
          <p:cNvSpPr/>
          <p:nvPr userDrawn="1"/>
        </p:nvSpPr>
        <p:spPr>
          <a:xfrm>
            <a:off x="7718606" y="4365895"/>
            <a:ext cx="216257" cy="131619"/>
          </a:xfrm>
          <a:custGeom>
            <a:avLst/>
            <a:gdLst>
              <a:gd name="connsiteX0" fmla="*/ 0 w 867335"/>
              <a:gd name="connsiteY0" fmla="*/ 463685 h 463685"/>
              <a:gd name="connsiteX1" fmla="*/ 433668 w 867335"/>
              <a:gd name="connsiteY1" fmla="*/ 0 h 463685"/>
              <a:gd name="connsiteX2" fmla="*/ 867335 w 867335"/>
              <a:gd name="connsiteY2" fmla="*/ 463685 h 463685"/>
              <a:gd name="connsiteX3" fmla="*/ 0 w 867335"/>
              <a:gd name="connsiteY3" fmla="*/ 463685 h 463685"/>
              <a:gd name="connsiteX0" fmla="*/ 655544 w 1522879"/>
              <a:gd name="connsiteY0" fmla="*/ 1015015 h 1015015"/>
              <a:gd name="connsiteX1" fmla="*/ 0 w 1522879"/>
              <a:gd name="connsiteY1" fmla="*/ 0 h 1015015"/>
              <a:gd name="connsiteX2" fmla="*/ 1522879 w 1522879"/>
              <a:gd name="connsiteY2" fmla="*/ 1015015 h 1015015"/>
              <a:gd name="connsiteX3" fmla="*/ 655544 w 1522879"/>
              <a:gd name="connsiteY3" fmla="*/ 1015015 h 1015015"/>
              <a:gd name="connsiteX0" fmla="*/ 655544 w 843802"/>
              <a:gd name="connsiteY0" fmla="*/ 1015015 h 1015015"/>
              <a:gd name="connsiteX1" fmla="*/ 0 w 843802"/>
              <a:gd name="connsiteY1" fmla="*/ 0 h 1015015"/>
              <a:gd name="connsiteX2" fmla="*/ 843802 w 843802"/>
              <a:gd name="connsiteY2" fmla="*/ 228362 h 1015015"/>
              <a:gd name="connsiteX3" fmla="*/ 655544 w 843802"/>
              <a:gd name="connsiteY3" fmla="*/ 1015015 h 1015015"/>
              <a:gd name="connsiteX0" fmla="*/ 90768 w 843802"/>
              <a:gd name="connsiteY0" fmla="*/ 483856 h 483856"/>
              <a:gd name="connsiteX1" fmla="*/ 0 w 843802"/>
              <a:gd name="connsiteY1" fmla="*/ 0 h 483856"/>
              <a:gd name="connsiteX2" fmla="*/ 843802 w 843802"/>
              <a:gd name="connsiteY2" fmla="*/ 228362 h 483856"/>
              <a:gd name="connsiteX3" fmla="*/ 90768 w 843802"/>
              <a:gd name="connsiteY3" fmla="*/ 483856 h 483856"/>
              <a:gd name="connsiteX0" fmla="*/ 231962 w 843802"/>
              <a:gd name="connsiteY0" fmla="*/ 174574 h 228362"/>
              <a:gd name="connsiteX1" fmla="*/ 0 w 843802"/>
              <a:gd name="connsiteY1" fmla="*/ 0 h 228362"/>
              <a:gd name="connsiteX2" fmla="*/ 843802 w 843802"/>
              <a:gd name="connsiteY2" fmla="*/ 228362 h 228362"/>
              <a:gd name="connsiteX3" fmla="*/ 231962 w 843802"/>
              <a:gd name="connsiteY3" fmla="*/ 174574 h 228362"/>
              <a:gd name="connsiteX0" fmla="*/ 400051 w 843802"/>
              <a:gd name="connsiteY0" fmla="*/ 288874 h 288874"/>
              <a:gd name="connsiteX1" fmla="*/ 0 w 843802"/>
              <a:gd name="connsiteY1" fmla="*/ 0 h 288874"/>
              <a:gd name="connsiteX2" fmla="*/ 843802 w 843802"/>
              <a:gd name="connsiteY2" fmla="*/ 228362 h 288874"/>
              <a:gd name="connsiteX3" fmla="*/ 400051 w 843802"/>
              <a:gd name="connsiteY3" fmla="*/ 288874 h 288874"/>
              <a:gd name="connsiteX0" fmla="*/ 400051 w 863972"/>
              <a:gd name="connsiteY0" fmla="*/ 288874 h 288874"/>
              <a:gd name="connsiteX1" fmla="*/ 0 w 863972"/>
              <a:gd name="connsiteY1" fmla="*/ 0 h 288874"/>
              <a:gd name="connsiteX2" fmla="*/ 863972 w 863972"/>
              <a:gd name="connsiteY2" fmla="*/ 248532 h 288874"/>
              <a:gd name="connsiteX3" fmla="*/ 400051 w 863972"/>
              <a:gd name="connsiteY3" fmla="*/ 288874 h 288874"/>
              <a:gd name="connsiteX0" fmla="*/ 404813 w 868734"/>
              <a:gd name="connsiteY0" fmla="*/ 269824 h 269824"/>
              <a:gd name="connsiteX1" fmla="*/ 0 w 868734"/>
              <a:gd name="connsiteY1" fmla="*/ 0 h 269824"/>
              <a:gd name="connsiteX2" fmla="*/ 868734 w 868734"/>
              <a:gd name="connsiteY2" fmla="*/ 229482 h 269824"/>
              <a:gd name="connsiteX3" fmla="*/ 404813 w 868734"/>
              <a:gd name="connsiteY3" fmla="*/ 269824 h 269824"/>
              <a:gd name="connsiteX0" fmla="*/ 404813 w 887784"/>
              <a:gd name="connsiteY0" fmla="*/ 269824 h 269824"/>
              <a:gd name="connsiteX1" fmla="*/ 0 w 887784"/>
              <a:gd name="connsiteY1" fmla="*/ 0 h 269824"/>
              <a:gd name="connsiteX2" fmla="*/ 887784 w 887784"/>
              <a:gd name="connsiteY2" fmla="*/ 219957 h 269824"/>
              <a:gd name="connsiteX3" fmla="*/ 404813 w 887784"/>
              <a:gd name="connsiteY3" fmla="*/ 269824 h 269824"/>
              <a:gd name="connsiteX0" fmla="*/ 817192 w 817192"/>
              <a:gd name="connsiteY0" fmla="*/ 269824 h 824794"/>
              <a:gd name="connsiteX1" fmla="*/ 412379 w 817192"/>
              <a:gd name="connsiteY1" fmla="*/ 0 h 824794"/>
              <a:gd name="connsiteX2" fmla="*/ 0 w 817192"/>
              <a:gd name="connsiteY2" fmla="*/ 824794 h 824794"/>
              <a:gd name="connsiteX3" fmla="*/ 817192 w 817192"/>
              <a:gd name="connsiteY3" fmla="*/ 269824 h 824794"/>
              <a:gd name="connsiteX0" fmla="*/ 817192 w 817192"/>
              <a:gd name="connsiteY0" fmla="*/ 0 h 554970"/>
              <a:gd name="connsiteX1" fmla="*/ 121867 w 817192"/>
              <a:gd name="connsiteY1" fmla="*/ 73076 h 554970"/>
              <a:gd name="connsiteX2" fmla="*/ 0 w 817192"/>
              <a:gd name="connsiteY2" fmla="*/ 554970 h 554970"/>
              <a:gd name="connsiteX3" fmla="*/ 817192 w 817192"/>
              <a:gd name="connsiteY3" fmla="*/ 0 h 554970"/>
              <a:gd name="connsiteX0" fmla="*/ 298079 w 298079"/>
              <a:gd name="connsiteY0" fmla="*/ 641299 h 641299"/>
              <a:gd name="connsiteX1" fmla="*/ 121867 w 298079"/>
              <a:gd name="connsiteY1" fmla="*/ 0 h 641299"/>
              <a:gd name="connsiteX2" fmla="*/ 0 w 298079"/>
              <a:gd name="connsiteY2" fmla="*/ 481894 h 641299"/>
              <a:gd name="connsiteX3" fmla="*/ 298079 w 298079"/>
              <a:gd name="connsiteY3" fmla="*/ 641299 h 641299"/>
              <a:gd name="connsiteX0" fmla="*/ 307604 w 307604"/>
              <a:gd name="connsiteY0" fmla="*/ 160287 h 481894"/>
              <a:gd name="connsiteX1" fmla="*/ 121867 w 307604"/>
              <a:gd name="connsiteY1" fmla="*/ 0 h 481894"/>
              <a:gd name="connsiteX2" fmla="*/ 0 w 307604"/>
              <a:gd name="connsiteY2" fmla="*/ 481894 h 481894"/>
              <a:gd name="connsiteX3" fmla="*/ 307604 w 307604"/>
              <a:gd name="connsiteY3" fmla="*/ 160287 h 481894"/>
              <a:gd name="connsiteX0" fmla="*/ 419099 w 419099"/>
              <a:gd name="connsiteY0" fmla="*/ 150762 h 472369"/>
              <a:gd name="connsiteX1" fmla="*/ 0 w 419099"/>
              <a:gd name="connsiteY1" fmla="*/ 0 h 472369"/>
              <a:gd name="connsiteX2" fmla="*/ 111495 w 419099"/>
              <a:gd name="connsiteY2" fmla="*/ 472369 h 472369"/>
              <a:gd name="connsiteX3" fmla="*/ 419099 w 419099"/>
              <a:gd name="connsiteY3" fmla="*/ 150762 h 472369"/>
              <a:gd name="connsiteX0" fmla="*/ 731466 w 731466"/>
              <a:gd name="connsiteY0" fmla="*/ 150762 h 196144"/>
              <a:gd name="connsiteX1" fmla="*/ 312367 w 731466"/>
              <a:gd name="connsiteY1" fmla="*/ 0 h 196144"/>
              <a:gd name="connsiteX2" fmla="*/ 0 w 731466"/>
              <a:gd name="connsiteY2" fmla="*/ 196144 h 196144"/>
              <a:gd name="connsiteX3" fmla="*/ 731466 w 731466"/>
              <a:gd name="connsiteY3" fmla="*/ 150762 h 196144"/>
              <a:gd name="connsiteX0" fmla="*/ 555254 w 555254"/>
              <a:gd name="connsiteY0" fmla="*/ 341262 h 341262"/>
              <a:gd name="connsiteX1" fmla="*/ 312367 w 555254"/>
              <a:gd name="connsiteY1" fmla="*/ 0 h 341262"/>
              <a:gd name="connsiteX2" fmla="*/ 0 w 555254"/>
              <a:gd name="connsiteY2" fmla="*/ 196144 h 341262"/>
              <a:gd name="connsiteX3" fmla="*/ 555254 w 555254"/>
              <a:gd name="connsiteY3" fmla="*/ 341262 h 341262"/>
              <a:gd name="connsiteX0" fmla="*/ 390216 w 390216"/>
              <a:gd name="connsiteY0" fmla="*/ 149461 h 196144"/>
              <a:gd name="connsiteX1" fmla="*/ 312367 w 390216"/>
              <a:gd name="connsiteY1" fmla="*/ 0 h 196144"/>
              <a:gd name="connsiteX2" fmla="*/ 0 w 390216"/>
              <a:gd name="connsiteY2" fmla="*/ 196144 h 196144"/>
              <a:gd name="connsiteX3" fmla="*/ 390216 w 390216"/>
              <a:gd name="connsiteY3" fmla="*/ 149461 h 196144"/>
              <a:gd name="connsiteX0" fmla="*/ 363453 w 363453"/>
              <a:gd name="connsiteY0" fmla="*/ 131619 h 196144"/>
              <a:gd name="connsiteX1" fmla="*/ 312367 w 363453"/>
              <a:gd name="connsiteY1" fmla="*/ 0 h 196144"/>
              <a:gd name="connsiteX2" fmla="*/ 0 w 363453"/>
              <a:gd name="connsiteY2" fmla="*/ 196144 h 196144"/>
              <a:gd name="connsiteX3" fmla="*/ 363453 w 363453"/>
              <a:gd name="connsiteY3" fmla="*/ 131619 h 196144"/>
              <a:gd name="connsiteX0" fmla="*/ 216257 w 216257"/>
              <a:gd name="connsiteY0" fmla="*/ 131619 h 131619"/>
              <a:gd name="connsiteX1" fmla="*/ 165171 w 216257"/>
              <a:gd name="connsiteY1" fmla="*/ 0 h 131619"/>
              <a:gd name="connsiteX2" fmla="*/ 0 w 216257"/>
              <a:gd name="connsiteY2" fmla="*/ 102474 h 131619"/>
              <a:gd name="connsiteX3" fmla="*/ 216257 w 216257"/>
              <a:gd name="connsiteY3" fmla="*/ 131619 h 1316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6257" h="131619">
                <a:moveTo>
                  <a:pt x="216257" y="131619"/>
                </a:moveTo>
                <a:lnTo>
                  <a:pt x="165171" y="0"/>
                </a:lnTo>
                <a:lnTo>
                  <a:pt x="0" y="102474"/>
                </a:lnTo>
                <a:lnTo>
                  <a:pt x="216257" y="131619"/>
                </a:lnTo>
                <a:close/>
              </a:path>
            </a:pathLst>
          </a:custGeom>
          <a:solidFill>
            <a:srgbClr val="FF7D00">
              <a:alpha val="44000"/>
            </a:srgbClr>
          </a:solidFill>
          <a:ln w="3175">
            <a:solidFill>
              <a:schemeClr val="tx1">
                <a:lumMod val="75000"/>
                <a:lumOff val="25000"/>
                <a:alpha val="65107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riangle 11">
            <a:extLst>
              <a:ext uri="{FF2B5EF4-FFF2-40B4-BE49-F238E27FC236}">
                <a16:creationId xmlns:a16="http://schemas.microsoft.com/office/drawing/2014/main" id="{DAB89E27-FBC2-E750-BEB8-0656C928E861}"/>
              </a:ext>
            </a:extLst>
          </p:cNvPr>
          <p:cNvSpPr/>
          <p:nvPr userDrawn="1"/>
        </p:nvSpPr>
        <p:spPr>
          <a:xfrm>
            <a:off x="5503704" y="1948683"/>
            <a:ext cx="720515" cy="961199"/>
          </a:xfrm>
          <a:custGeom>
            <a:avLst/>
            <a:gdLst>
              <a:gd name="connsiteX0" fmla="*/ 0 w 867335"/>
              <a:gd name="connsiteY0" fmla="*/ 463685 h 463685"/>
              <a:gd name="connsiteX1" fmla="*/ 433668 w 867335"/>
              <a:gd name="connsiteY1" fmla="*/ 0 h 463685"/>
              <a:gd name="connsiteX2" fmla="*/ 867335 w 867335"/>
              <a:gd name="connsiteY2" fmla="*/ 463685 h 463685"/>
              <a:gd name="connsiteX3" fmla="*/ 0 w 867335"/>
              <a:gd name="connsiteY3" fmla="*/ 463685 h 463685"/>
              <a:gd name="connsiteX0" fmla="*/ 655544 w 1522879"/>
              <a:gd name="connsiteY0" fmla="*/ 1015015 h 1015015"/>
              <a:gd name="connsiteX1" fmla="*/ 0 w 1522879"/>
              <a:gd name="connsiteY1" fmla="*/ 0 h 1015015"/>
              <a:gd name="connsiteX2" fmla="*/ 1522879 w 1522879"/>
              <a:gd name="connsiteY2" fmla="*/ 1015015 h 1015015"/>
              <a:gd name="connsiteX3" fmla="*/ 655544 w 1522879"/>
              <a:gd name="connsiteY3" fmla="*/ 1015015 h 1015015"/>
              <a:gd name="connsiteX0" fmla="*/ 655544 w 843802"/>
              <a:gd name="connsiteY0" fmla="*/ 1015015 h 1015015"/>
              <a:gd name="connsiteX1" fmla="*/ 0 w 843802"/>
              <a:gd name="connsiteY1" fmla="*/ 0 h 1015015"/>
              <a:gd name="connsiteX2" fmla="*/ 843802 w 843802"/>
              <a:gd name="connsiteY2" fmla="*/ 228362 h 1015015"/>
              <a:gd name="connsiteX3" fmla="*/ 655544 w 843802"/>
              <a:gd name="connsiteY3" fmla="*/ 1015015 h 1015015"/>
              <a:gd name="connsiteX0" fmla="*/ 90768 w 843802"/>
              <a:gd name="connsiteY0" fmla="*/ 483856 h 483856"/>
              <a:gd name="connsiteX1" fmla="*/ 0 w 843802"/>
              <a:gd name="connsiteY1" fmla="*/ 0 h 483856"/>
              <a:gd name="connsiteX2" fmla="*/ 843802 w 843802"/>
              <a:gd name="connsiteY2" fmla="*/ 228362 h 483856"/>
              <a:gd name="connsiteX3" fmla="*/ 90768 w 843802"/>
              <a:gd name="connsiteY3" fmla="*/ 483856 h 483856"/>
              <a:gd name="connsiteX0" fmla="*/ 231962 w 843802"/>
              <a:gd name="connsiteY0" fmla="*/ 174574 h 228362"/>
              <a:gd name="connsiteX1" fmla="*/ 0 w 843802"/>
              <a:gd name="connsiteY1" fmla="*/ 0 h 228362"/>
              <a:gd name="connsiteX2" fmla="*/ 843802 w 843802"/>
              <a:gd name="connsiteY2" fmla="*/ 228362 h 228362"/>
              <a:gd name="connsiteX3" fmla="*/ 231962 w 843802"/>
              <a:gd name="connsiteY3" fmla="*/ 174574 h 228362"/>
              <a:gd name="connsiteX0" fmla="*/ 400051 w 843802"/>
              <a:gd name="connsiteY0" fmla="*/ 288874 h 288874"/>
              <a:gd name="connsiteX1" fmla="*/ 0 w 843802"/>
              <a:gd name="connsiteY1" fmla="*/ 0 h 288874"/>
              <a:gd name="connsiteX2" fmla="*/ 843802 w 843802"/>
              <a:gd name="connsiteY2" fmla="*/ 228362 h 288874"/>
              <a:gd name="connsiteX3" fmla="*/ 400051 w 843802"/>
              <a:gd name="connsiteY3" fmla="*/ 288874 h 288874"/>
              <a:gd name="connsiteX0" fmla="*/ 400051 w 863972"/>
              <a:gd name="connsiteY0" fmla="*/ 288874 h 288874"/>
              <a:gd name="connsiteX1" fmla="*/ 0 w 863972"/>
              <a:gd name="connsiteY1" fmla="*/ 0 h 288874"/>
              <a:gd name="connsiteX2" fmla="*/ 863972 w 863972"/>
              <a:gd name="connsiteY2" fmla="*/ 248532 h 288874"/>
              <a:gd name="connsiteX3" fmla="*/ 400051 w 863972"/>
              <a:gd name="connsiteY3" fmla="*/ 288874 h 288874"/>
              <a:gd name="connsiteX0" fmla="*/ 404813 w 868734"/>
              <a:gd name="connsiteY0" fmla="*/ 269824 h 269824"/>
              <a:gd name="connsiteX1" fmla="*/ 0 w 868734"/>
              <a:gd name="connsiteY1" fmla="*/ 0 h 269824"/>
              <a:gd name="connsiteX2" fmla="*/ 868734 w 868734"/>
              <a:gd name="connsiteY2" fmla="*/ 229482 h 269824"/>
              <a:gd name="connsiteX3" fmla="*/ 404813 w 868734"/>
              <a:gd name="connsiteY3" fmla="*/ 269824 h 269824"/>
              <a:gd name="connsiteX0" fmla="*/ 404813 w 887784"/>
              <a:gd name="connsiteY0" fmla="*/ 269824 h 269824"/>
              <a:gd name="connsiteX1" fmla="*/ 0 w 887784"/>
              <a:gd name="connsiteY1" fmla="*/ 0 h 269824"/>
              <a:gd name="connsiteX2" fmla="*/ 887784 w 887784"/>
              <a:gd name="connsiteY2" fmla="*/ 219957 h 269824"/>
              <a:gd name="connsiteX3" fmla="*/ 404813 w 887784"/>
              <a:gd name="connsiteY3" fmla="*/ 269824 h 269824"/>
              <a:gd name="connsiteX0" fmla="*/ 310027 w 792998"/>
              <a:gd name="connsiteY0" fmla="*/ 643390 h 643390"/>
              <a:gd name="connsiteX1" fmla="*/ 0 w 792998"/>
              <a:gd name="connsiteY1" fmla="*/ 0 h 643390"/>
              <a:gd name="connsiteX2" fmla="*/ 792998 w 792998"/>
              <a:gd name="connsiteY2" fmla="*/ 593523 h 643390"/>
              <a:gd name="connsiteX3" fmla="*/ 310027 w 792998"/>
              <a:gd name="connsiteY3" fmla="*/ 643390 h 643390"/>
              <a:gd name="connsiteX0" fmla="*/ 310027 w 703788"/>
              <a:gd name="connsiteY0" fmla="*/ 643390 h 643390"/>
              <a:gd name="connsiteX1" fmla="*/ 0 w 703788"/>
              <a:gd name="connsiteY1" fmla="*/ 0 h 643390"/>
              <a:gd name="connsiteX2" fmla="*/ 703788 w 703788"/>
              <a:gd name="connsiteY2" fmla="*/ 626977 h 643390"/>
              <a:gd name="connsiteX3" fmla="*/ 310027 w 703788"/>
              <a:gd name="connsiteY3" fmla="*/ 643390 h 643390"/>
              <a:gd name="connsiteX0" fmla="*/ 310027 w 720515"/>
              <a:gd name="connsiteY0" fmla="*/ 643390 h 643390"/>
              <a:gd name="connsiteX1" fmla="*/ 0 w 720515"/>
              <a:gd name="connsiteY1" fmla="*/ 0 h 643390"/>
              <a:gd name="connsiteX2" fmla="*/ 720515 w 720515"/>
              <a:gd name="connsiteY2" fmla="*/ 610250 h 643390"/>
              <a:gd name="connsiteX3" fmla="*/ 310027 w 720515"/>
              <a:gd name="connsiteY3" fmla="*/ 643390 h 643390"/>
              <a:gd name="connsiteX0" fmla="*/ 237544 w 720515"/>
              <a:gd name="connsiteY0" fmla="*/ 961199 h 961199"/>
              <a:gd name="connsiteX1" fmla="*/ 0 w 720515"/>
              <a:gd name="connsiteY1" fmla="*/ 0 h 961199"/>
              <a:gd name="connsiteX2" fmla="*/ 720515 w 720515"/>
              <a:gd name="connsiteY2" fmla="*/ 610250 h 961199"/>
              <a:gd name="connsiteX3" fmla="*/ 237544 w 720515"/>
              <a:gd name="connsiteY3" fmla="*/ 961199 h 9611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20515" h="961199">
                <a:moveTo>
                  <a:pt x="237544" y="961199"/>
                </a:moveTo>
                <a:lnTo>
                  <a:pt x="0" y="0"/>
                </a:lnTo>
                <a:lnTo>
                  <a:pt x="720515" y="610250"/>
                </a:lnTo>
                <a:lnTo>
                  <a:pt x="237544" y="961199"/>
                </a:lnTo>
                <a:close/>
              </a:path>
            </a:pathLst>
          </a:custGeom>
          <a:solidFill>
            <a:srgbClr val="FF7D00">
              <a:alpha val="56023"/>
            </a:srgbClr>
          </a:solidFill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riangle 11">
            <a:extLst>
              <a:ext uri="{FF2B5EF4-FFF2-40B4-BE49-F238E27FC236}">
                <a16:creationId xmlns:a16="http://schemas.microsoft.com/office/drawing/2014/main" id="{D7093259-9FD9-F43B-573E-95ECE75E203C}"/>
              </a:ext>
            </a:extLst>
          </p:cNvPr>
          <p:cNvSpPr/>
          <p:nvPr userDrawn="1"/>
        </p:nvSpPr>
        <p:spPr>
          <a:xfrm>
            <a:off x="5696919" y="3806592"/>
            <a:ext cx="395106" cy="171261"/>
          </a:xfrm>
          <a:custGeom>
            <a:avLst/>
            <a:gdLst>
              <a:gd name="connsiteX0" fmla="*/ 0 w 867335"/>
              <a:gd name="connsiteY0" fmla="*/ 463685 h 463685"/>
              <a:gd name="connsiteX1" fmla="*/ 433668 w 867335"/>
              <a:gd name="connsiteY1" fmla="*/ 0 h 463685"/>
              <a:gd name="connsiteX2" fmla="*/ 867335 w 867335"/>
              <a:gd name="connsiteY2" fmla="*/ 463685 h 463685"/>
              <a:gd name="connsiteX3" fmla="*/ 0 w 867335"/>
              <a:gd name="connsiteY3" fmla="*/ 463685 h 463685"/>
              <a:gd name="connsiteX0" fmla="*/ 655544 w 1522879"/>
              <a:gd name="connsiteY0" fmla="*/ 1015015 h 1015015"/>
              <a:gd name="connsiteX1" fmla="*/ 0 w 1522879"/>
              <a:gd name="connsiteY1" fmla="*/ 0 h 1015015"/>
              <a:gd name="connsiteX2" fmla="*/ 1522879 w 1522879"/>
              <a:gd name="connsiteY2" fmla="*/ 1015015 h 1015015"/>
              <a:gd name="connsiteX3" fmla="*/ 655544 w 1522879"/>
              <a:gd name="connsiteY3" fmla="*/ 1015015 h 1015015"/>
              <a:gd name="connsiteX0" fmla="*/ 655544 w 843802"/>
              <a:gd name="connsiteY0" fmla="*/ 1015015 h 1015015"/>
              <a:gd name="connsiteX1" fmla="*/ 0 w 843802"/>
              <a:gd name="connsiteY1" fmla="*/ 0 h 1015015"/>
              <a:gd name="connsiteX2" fmla="*/ 843802 w 843802"/>
              <a:gd name="connsiteY2" fmla="*/ 228362 h 1015015"/>
              <a:gd name="connsiteX3" fmla="*/ 655544 w 843802"/>
              <a:gd name="connsiteY3" fmla="*/ 1015015 h 1015015"/>
              <a:gd name="connsiteX0" fmla="*/ 90768 w 843802"/>
              <a:gd name="connsiteY0" fmla="*/ 483856 h 483856"/>
              <a:gd name="connsiteX1" fmla="*/ 0 w 843802"/>
              <a:gd name="connsiteY1" fmla="*/ 0 h 483856"/>
              <a:gd name="connsiteX2" fmla="*/ 843802 w 843802"/>
              <a:gd name="connsiteY2" fmla="*/ 228362 h 483856"/>
              <a:gd name="connsiteX3" fmla="*/ 90768 w 843802"/>
              <a:gd name="connsiteY3" fmla="*/ 483856 h 483856"/>
              <a:gd name="connsiteX0" fmla="*/ 231962 w 843802"/>
              <a:gd name="connsiteY0" fmla="*/ 174574 h 228362"/>
              <a:gd name="connsiteX1" fmla="*/ 0 w 843802"/>
              <a:gd name="connsiteY1" fmla="*/ 0 h 228362"/>
              <a:gd name="connsiteX2" fmla="*/ 843802 w 843802"/>
              <a:gd name="connsiteY2" fmla="*/ 228362 h 228362"/>
              <a:gd name="connsiteX3" fmla="*/ 231962 w 843802"/>
              <a:gd name="connsiteY3" fmla="*/ 174574 h 228362"/>
              <a:gd name="connsiteX0" fmla="*/ 400051 w 843802"/>
              <a:gd name="connsiteY0" fmla="*/ 288874 h 288874"/>
              <a:gd name="connsiteX1" fmla="*/ 0 w 843802"/>
              <a:gd name="connsiteY1" fmla="*/ 0 h 288874"/>
              <a:gd name="connsiteX2" fmla="*/ 843802 w 843802"/>
              <a:gd name="connsiteY2" fmla="*/ 228362 h 288874"/>
              <a:gd name="connsiteX3" fmla="*/ 400051 w 843802"/>
              <a:gd name="connsiteY3" fmla="*/ 288874 h 288874"/>
              <a:gd name="connsiteX0" fmla="*/ 400051 w 863972"/>
              <a:gd name="connsiteY0" fmla="*/ 288874 h 288874"/>
              <a:gd name="connsiteX1" fmla="*/ 0 w 863972"/>
              <a:gd name="connsiteY1" fmla="*/ 0 h 288874"/>
              <a:gd name="connsiteX2" fmla="*/ 863972 w 863972"/>
              <a:gd name="connsiteY2" fmla="*/ 248532 h 288874"/>
              <a:gd name="connsiteX3" fmla="*/ 400051 w 863972"/>
              <a:gd name="connsiteY3" fmla="*/ 288874 h 288874"/>
              <a:gd name="connsiteX0" fmla="*/ 404813 w 868734"/>
              <a:gd name="connsiteY0" fmla="*/ 269824 h 269824"/>
              <a:gd name="connsiteX1" fmla="*/ 0 w 868734"/>
              <a:gd name="connsiteY1" fmla="*/ 0 h 269824"/>
              <a:gd name="connsiteX2" fmla="*/ 868734 w 868734"/>
              <a:gd name="connsiteY2" fmla="*/ 229482 h 269824"/>
              <a:gd name="connsiteX3" fmla="*/ 404813 w 868734"/>
              <a:gd name="connsiteY3" fmla="*/ 269824 h 269824"/>
              <a:gd name="connsiteX0" fmla="*/ 404813 w 887784"/>
              <a:gd name="connsiteY0" fmla="*/ 269824 h 269824"/>
              <a:gd name="connsiteX1" fmla="*/ 0 w 887784"/>
              <a:gd name="connsiteY1" fmla="*/ 0 h 269824"/>
              <a:gd name="connsiteX2" fmla="*/ 887784 w 887784"/>
              <a:gd name="connsiteY2" fmla="*/ 219957 h 269824"/>
              <a:gd name="connsiteX3" fmla="*/ 404813 w 887784"/>
              <a:gd name="connsiteY3" fmla="*/ 269824 h 269824"/>
              <a:gd name="connsiteX0" fmla="*/ 817192 w 817192"/>
              <a:gd name="connsiteY0" fmla="*/ 269824 h 824794"/>
              <a:gd name="connsiteX1" fmla="*/ 412379 w 817192"/>
              <a:gd name="connsiteY1" fmla="*/ 0 h 824794"/>
              <a:gd name="connsiteX2" fmla="*/ 0 w 817192"/>
              <a:gd name="connsiteY2" fmla="*/ 824794 h 824794"/>
              <a:gd name="connsiteX3" fmla="*/ 817192 w 817192"/>
              <a:gd name="connsiteY3" fmla="*/ 269824 h 824794"/>
              <a:gd name="connsiteX0" fmla="*/ 817192 w 817192"/>
              <a:gd name="connsiteY0" fmla="*/ 0 h 554970"/>
              <a:gd name="connsiteX1" fmla="*/ 121867 w 817192"/>
              <a:gd name="connsiteY1" fmla="*/ 73076 h 554970"/>
              <a:gd name="connsiteX2" fmla="*/ 0 w 817192"/>
              <a:gd name="connsiteY2" fmla="*/ 554970 h 554970"/>
              <a:gd name="connsiteX3" fmla="*/ 817192 w 817192"/>
              <a:gd name="connsiteY3" fmla="*/ 0 h 554970"/>
              <a:gd name="connsiteX0" fmla="*/ 298079 w 298079"/>
              <a:gd name="connsiteY0" fmla="*/ 641299 h 641299"/>
              <a:gd name="connsiteX1" fmla="*/ 121867 w 298079"/>
              <a:gd name="connsiteY1" fmla="*/ 0 h 641299"/>
              <a:gd name="connsiteX2" fmla="*/ 0 w 298079"/>
              <a:gd name="connsiteY2" fmla="*/ 481894 h 641299"/>
              <a:gd name="connsiteX3" fmla="*/ 298079 w 298079"/>
              <a:gd name="connsiteY3" fmla="*/ 641299 h 641299"/>
              <a:gd name="connsiteX0" fmla="*/ 307604 w 307604"/>
              <a:gd name="connsiteY0" fmla="*/ 160287 h 481894"/>
              <a:gd name="connsiteX1" fmla="*/ 121867 w 307604"/>
              <a:gd name="connsiteY1" fmla="*/ 0 h 481894"/>
              <a:gd name="connsiteX2" fmla="*/ 0 w 307604"/>
              <a:gd name="connsiteY2" fmla="*/ 481894 h 481894"/>
              <a:gd name="connsiteX3" fmla="*/ 307604 w 307604"/>
              <a:gd name="connsiteY3" fmla="*/ 160287 h 481894"/>
              <a:gd name="connsiteX0" fmla="*/ 338230 w 338230"/>
              <a:gd name="connsiteY0" fmla="*/ 160287 h 171261"/>
              <a:gd name="connsiteX1" fmla="*/ 152493 w 338230"/>
              <a:gd name="connsiteY1" fmla="*/ 0 h 171261"/>
              <a:gd name="connsiteX2" fmla="*/ 0 w 338230"/>
              <a:gd name="connsiteY2" fmla="*/ 171261 h 171261"/>
              <a:gd name="connsiteX3" fmla="*/ 338230 w 338230"/>
              <a:gd name="connsiteY3" fmla="*/ 160287 h 171261"/>
              <a:gd name="connsiteX0" fmla="*/ 395106 w 395106"/>
              <a:gd name="connsiteY0" fmla="*/ 99036 h 171261"/>
              <a:gd name="connsiteX1" fmla="*/ 152493 w 395106"/>
              <a:gd name="connsiteY1" fmla="*/ 0 h 171261"/>
              <a:gd name="connsiteX2" fmla="*/ 0 w 395106"/>
              <a:gd name="connsiteY2" fmla="*/ 171261 h 171261"/>
              <a:gd name="connsiteX3" fmla="*/ 395106 w 395106"/>
              <a:gd name="connsiteY3" fmla="*/ 99036 h 1712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95106" h="171261">
                <a:moveTo>
                  <a:pt x="395106" y="99036"/>
                </a:moveTo>
                <a:lnTo>
                  <a:pt x="152493" y="0"/>
                </a:lnTo>
                <a:lnTo>
                  <a:pt x="0" y="171261"/>
                </a:lnTo>
                <a:lnTo>
                  <a:pt x="395106" y="99036"/>
                </a:lnTo>
                <a:close/>
              </a:path>
            </a:pathLst>
          </a:custGeom>
          <a:solidFill>
            <a:srgbClr val="FF7D00">
              <a:alpha val="56023"/>
            </a:srgbClr>
          </a:solidFill>
          <a:ln w="6350"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riangle 11">
            <a:extLst>
              <a:ext uri="{FF2B5EF4-FFF2-40B4-BE49-F238E27FC236}">
                <a16:creationId xmlns:a16="http://schemas.microsoft.com/office/drawing/2014/main" id="{4194C4F9-C801-3B2A-C180-C4B97FBA91AA}"/>
              </a:ext>
            </a:extLst>
          </p:cNvPr>
          <p:cNvSpPr/>
          <p:nvPr userDrawn="1"/>
        </p:nvSpPr>
        <p:spPr>
          <a:xfrm>
            <a:off x="5787287" y="4379733"/>
            <a:ext cx="351005" cy="215011"/>
          </a:xfrm>
          <a:custGeom>
            <a:avLst/>
            <a:gdLst>
              <a:gd name="connsiteX0" fmla="*/ 0 w 867335"/>
              <a:gd name="connsiteY0" fmla="*/ 463685 h 463685"/>
              <a:gd name="connsiteX1" fmla="*/ 433668 w 867335"/>
              <a:gd name="connsiteY1" fmla="*/ 0 h 463685"/>
              <a:gd name="connsiteX2" fmla="*/ 867335 w 867335"/>
              <a:gd name="connsiteY2" fmla="*/ 463685 h 463685"/>
              <a:gd name="connsiteX3" fmla="*/ 0 w 867335"/>
              <a:gd name="connsiteY3" fmla="*/ 463685 h 463685"/>
              <a:gd name="connsiteX0" fmla="*/ 655544 w 1522879"/>
              <a:gd name="connsiteY0" fmla="*/ 1015015 h 1015015"/>
              <a:gd name="connsiteX1" fmla="*/ 0 w 1522879"/>
              <a:gd name="connsiteY1" fmla="*/ 0 h 1015015"/>
              <a:gd name="connsiteX2" fmla="*/ 1522879 w 1522879"/>
              <a:gd name="connsiteY2" fmla="*/ 1015015 h 1015015"/>
              <a:gd name="connsiteX3" fmla="*/ 655544 w 1522879"/>
              <a:gd name="connsiteY3" fmla="*/ 1015015 h 1015015"/>
              <a:gd name="connsiteX0" fmla="*/ 655544 w 843802"/>
              <a:gd name="connsiteY0" fmla="*/ 1015015 h 1015015"/>
              <a:gd name="connsiteX1" fmla="*/ 0 w 843802"/>
              <a:gd name="connsiteY1" fmla="*/ 0 h 1015015"/>
              <a:gd name="connsiteX2" fmla="*/ 843802 w 843802"/>
              <a:gd name="connsiteY2" fmla="*/ 228362 h 1015015"/>
              <a:gd name="connsiteX3" fmla="*/ 655544 w 843802"/>
              <a:gd name="connsiteY3" fmla="*/ 1015015 h 1015015"/>
              <a:gd name="connsiteX0" fmla="*/ 90768 w 843802"/>
              <a:gd name="connsiteY0" fmla="*/ 483856 h 483856"/>
              <a:gd name="connsiteX1" fmla="*/ 0 w 843802"/>
              <a:gd name="connsiteY1" fmla="*/ 0 h 483856"/>
              <a:gd name="connsiteX2" fmla="*/ 843802 w 843802"/>
              <a:gd name="connsiteY2" fmla="*/ 228362 h 483856"/>
              <a:gd name="connsiteX3" fmla="*/ 90768 w 843802"/>
              <a:gd name="connsiteY3" fmla="*/ 483856 h 483856"/>
              <a:gd name="connsiteX0" fmla="*/ 231962 w 843802"/>
              <a:gd name="connsiteY0" fmla="*/ 174574 h 228362"/>
              <a:gd name="connsiteX1" fmla="*/ 0 w 843802"/>
              <a:gd name="connsiteY1" fmla="*/ 0 h 228362"/>
              <a:gd name="connsiteX2" fmla="*/ 843802 w 843802"/>
              <a:gd name="connsiteY2" fmla="*/ 228362 h 228362"/>
              <a:gd name="connsiteX3" fmla="*/ 231962 w 843802"/>
              <a:gd name="connsiteY3" fmla="*/ 174574 h 228362"/>
              <a:gd name="connsiteX0" fmla="*/ 400051 w 843802"/>
              <a:gd name="connsiteY0" fmla="*/ 288874 h 288874"/>
              <a:gd name="connsiteX1" fmla="*/ 0 w 843802"/>
              <a:gd name="connsiteY1" fmla="*/ 0 h 288874"/>
              <a:gd name="connsiteX2" fmla="*/ 843802 w 843802"/>
              <a:gd name="connsiteY2" fmla="*/ 228362 h 288874"/>
              <a:gd name="connsiteX3" fmla="*/ 400051 w 843802"/>
              <a:gd name="connsiteY3" fmla="*/ 288874 h 288874"/>
              <a:gd name="connsiteX0" fmla="*/ 400051 w 863972"/>
              <a:gd name="connsiteY0" fmla="*/ 288874 h 288874"/>
              <a:gd name="connsiteX1" fmla="*/ 0 w 863972"/>
              <a:gd name="connsiteY1" fmla="*/ 0 h 288874"/>
              <a:gd name="connsiteX2" fmla="*/ 863972 w 863972"/>
              <a:gd name="connsiteY2" fmla="*/ 248532 h 288874"/>
              <a:gd name="connsiteX3" fmla="*/ 400051 w 863972"/>
              <a:gd name="connsiteY3" fmla="*/ 288874 h 288874"/>
              <a:gd name="connsiteX0" fmla="*/ 404813 w 868734"/>
              <a:gd name="connsiteY0" fmla="*/ 269824 h 269824"/>
              <a:gd name="connsiteX1" fmla="*/ 0 w 868734"/>
              <a:gd name="connsiteY1" fmla="*/ 0 h 269824"/>
              <a:gd name="connsiteX2" fmla="*/ 868734 w 868734"/>
              <a:gd name="connsiteY2" fmla="*/ 229482 h 269824"/>
              <a:gd name="connsiteX3" fmla="*/ 404813 w 868734"/>
              <a:gd name="connsiteY3" fmla="*/ 269824 h 269824"/>
              <a:gd name="connsiteX0" fmla="*/ 404813 w 887784"/>
              <a:gd name="connsiteY0" fmla="*/ 269824 h 269824"/>
              <a:gd name="connsiteX1" fmla="*/ 0 w 887784"/>
              <a:gd name="connsiteY1" fmla="*/ 0 h 269824"/>
              <a:gd name="connsiteX2" fmla="*/ 887784 w 887784"/>
              <a:gd name="connsiteY2" fmla="*/ 219957 h 269824"/>
              <a:gd name="connsiteX3" fmla="*/ 404813 w 887784"/>
              <a:gd name="connsiteY3" fmla="*/ 269824 h 269824"/>
              <a:gd name="connsiteX0" fmla="*/ 817192 w 817192"/>
              <a:gd name="connsiteY0" fmla="*/ 269824 h 824794"/>
              <a:gd name="connsiteX1" fmla="*/ 412379 w 817192"/>
              <a:gd name="connsiteY1" fmla="*/ 0 h 824794"/>
              <a:gd name="connsiteX2" fmla="*/ 0 w 817192"/>
              <a:gd name="connsiteY2" fmla="*/ 824794 h 824794"/>
              <a:gd name="connsiteX3" fmla="*/ 817192 w 817192"/>
              <a:gd name="connsiteY3" fmla="*/ 269824 h 824794"/>
              <a:gd name="connsiteX0" fmla="*/ 817192 w 817192"/>
              <a:gd name="connsiteY0" fmla="*/ 0 h 554970"/>
              <a:gd name="connsiteX1" fmla="*/ 121867 w 817192"/>
              <a:gd name="connsiteY1" fmla="*/ 73076 h 554970"/>
              <a:gd name="connsiteX2" fmla="*/ 0 w 817192"/>
              <a:gd name="connsiteY2" fmla="*/ 554970 h 554970"/>
              <a:gd name="connsiteX3" fmla="*/ 817192 w 817192"/>
              <a:gd name="connsiteY3" fmla="*/ 0 h 554970"/>
              <a:gd name="connsiteX0" fmla="*/ 298079 w 298079"/>
              <a:gd name="connsiteY0" fmla="*/ 641299 h 641299"/>
              <a:gd name="connsiteX1" fmla="*/ 121867 w 298079"/>
              <a:gd name="connsiteY1" fmla="*/ 0 h 641299"/>
              <a:gd name="connsiteX2" fmla="*/ 0 w 298079"/>
              <a:gd name="connsiteY2" fmla="*/ 481894 h 641299"/>
              <a:gd name="connsiteX3" fmla="*/ 298079 w 298079"/>
              <a:gd name="connsiteY3" fmla="*/ 641299 h 641299"/>
              <a:gd name="connsiteX0" fmla="*/ 307604 w 307604"/>
              <a:gd name="connsiteY0" fmla="*/ 160287 h 481894"/>
              <a:gd name="connsiteX1" fmla="*/ 121867 w 307604"/>
              <a:gd name="connsiteY1" fmla="*/ 0 h 481894"/>
              <a:gd name="connsiteX2" fmla="*/ 0 w 307604"/>
              <a:gd name="connsiteY2" fmla="*/ 481894 h 481894"/>
              <a:gd name="connsiteX3" fmla="*/ 307604 w 307604"/>
              <a:gd name="connsiteY3" fmla="*/ 160287 h 481894"/>
              <a:gd name="connsiteX0" fmla="*/ 338230 w 338230"/>
              <a:gd name="connsiteY0" fmla="*/ 160287 h 171261"/>
              <a:gd name="connsiteX1" fmla="*/ 152493 w 338230"/>
              <a:gd name="connsiteY1" fmla="*/ 0 h 171261"/>
              <a:gd name="connsiteX2" fmla="*/ 0 w 338230"/>
              <a:gd name="connsiteY2" fmla="*/ 171261 h 171261"/>
              <a:gd name="connsiteX3" fmla="*/ 338230 w 338230"/>
              <a:gd name="connsiteY3" fmla="*/ 160287 h 171261"/>
              <a:gd name="connsiteX0" fmla="*/ 395106 w 395106"/>
              <a:gd name="connsiteY0" fmla="*/ 99036 h 171261"/>
              <a:gd name="connsiteX1" fmla="*/ 152493 w 395106"/>
              <a:gd name="connsiteY1" fmla="*/ 0 h 171261"/>
              <a:gd name="connsiteX2" fmla="*/ 0 w 395106"/>
              <a:gd name="connsiteY2" fmla="*/ 171261 h 171261"/>
              <a:gd name="connsiteX3" fmla="*/ 395106 w 395106"/>
              <a:gd name="connsiteY3" fmla="*/ 99036 h 171261"/>
              <a:gd name="connsiteX0" fmla="*/ 388569 w 388569"/>
              <a:gd name="connsiteY0" fmla="*/ 7158 h 171261"/>
              <a:gd name="connsiteX1" fmla="*/ 152493 w 388569"/>
              <a:gd name="connsiteY1" fmla="*/ 0 h 171261"/>
              <a:gd name="connsiteX2" fmla="*/ 0 w 388569"/>
              <a:gd name="connsiteY2" fmla="*/ 171261 h 171261"/>
              <a:gd name="connsiteX3" fmla="*/ 388569 w 388569"/>
              <a:gd name="connsiteY3" fmla="*/ 7158 h 171261"/>
              <a:gd name="connsiteX0" fmla="*/ 236076 w 236076"/>
              <a:gd name="connsiteY0" fmla="*/ 7158 h 219387"/>
              <a:gd name="connsiteX1" fmla="*/ 0 w 236076"/>
              <a:gd name="connsiteY1" fmla="*/ 0 h 219387"/>
              <a:gd name="connsiteX2" fmla="*/ 43617 w 236076"/>
              <a:gd name="connsiteY2" fmla="*/ 219387 h 219387"/>
              <a:gd name="connsiteX3" fmla="*/ 236076 w 236076"/>
              <a:gd name="connsiteY3" fmla="*/ 7158 h 219387"/>
              <a:gd name="connsiteX0" fmla="*/ 262224 w 262224"/>
              <a:gd name="connsiteY0" fmla="*/ 2782 h 215011"/>
              <a:gd name="connsiteX1" fmla="*/ 0 w 262224"/>
              <a:gd name="connsiteY1" fmla="*/ 0 h 215011"/>
              <a:gd name="connsiteX2" fmla="*/ 69765 w 262224"/>
              <a:gd name="connsiteY2" fmla="*/ 215011 h 215011"/>
              <a:gd name="connsiteX3" fmla="*/ 262224 w 262224"/>
              <a:gd name="connsiteY3" fmla="*/ 2782 h 2150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62224" h="215011">
                <a:moveTo>
                  <a:pt x="262224" y="2782"/>
                </a:moveTo>
                <a:lnTo>
                  <a:pt x="0" y="0"/>
                </a:lnTo>
                <a:lnTo>
                  <a:pt x="69765" y="215011"/>
                </a:lnTo>
                <a:lnTo>
                  <a:pt x="262224" y="2782"/>
                </a:lnTo>
                <a:close/>
              </a:path>
            </a:pathLst>
          </a:custGeom>
          <a:solidFill>
            <a:srgbClr val="FF7D00">
              <a:alpha val="56023"/>
            </a:srgbClr>
          </a:solidFill>
          <a:ln w="6350"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riangle 11">
            <a:extLst>
              <a:ext uri="{FF2B5EF4-FFF2-40B4-BE49-F238E27FC236}">
                <a16:creationId xmlns:a16="http://schemas.microsoft.com/office/drawing/2014/main" id="{A22F36C2-3C8B-89FA-3B75-18E3D5FCEBAC}"/>
              </a:ext>
            </a:extLst>
          </p:cNvPr>
          <p:cNvSpPr/>
          <p:nvPr userDrawn="1"/>
        </p:nvSpPr>
        <p:spPr>
          <a:xfrm>
            <a:off x="7533636" y="2397136"/>
            <a:ext cx="689172" cy="316835"/>
          </a:xfrm>
          <a:custGeom>
            <a:avLst/>
            <a:gdLst>
              <a:gd name="connsiteX0" fmla="*/ 0 w 867335"/>
              <a:gd name="connsiteY0" fmla="*/ 463685 h 463685"/>
              <a:gd name="connsiteX1" fmla="*/ 433668 w 867335"/>
              <a:gd name="connsiteY1" fmla="*/ 0 h 463685"/>
              <a:gd name="connsiteX2" fmla="*/ 867335 w 867335"/>
              <a:gd name="connsiteY2" fmla="*/ 463685 h 463685"/>
              <a:gd name="connsiteX3" fmla="*/ 0 w 867335"/>
              <a:gd name="connsiteY3" fmla="*/ 463685 h 463685"/>
              <a:gd name="connsiteX0" fmla="*/ 655544 w 1522879"/>
              <a:gd name="connsiteY0" fmla="*/ 1015015 h 1015015"/>
              <a:gd name="connsiteX1" fmla="*/ 0 w 1522879"/>
              <a:gd name="connsiteY1" fmla="*/ 0 h 1015015"/>
              <a:gd name="connsiteX2" fmla="*/ 1522879 w 1522879"/>
              <a:gd name="connsiteY2" fmla="*/ 1015015 h 1015015"/>
              <a:gd name="connsiteX3" fmla="*/ 655544 w 1522879"/>
              <a:gd name="connsiteY3" fmla="*/ 1015015 h 1015015"/>
              <a:gd name="connsiteX0" fmla="*/ 655544 w 843802"/>
              <a:gd name="connsiteY0" fmla="*/ 1015015 h 1015015"/>
              <a:gd name="connsiteX1" fmla="*/ 0 w 843802"/>
              <a:gd name="connsiteY1" fmla="*/ 0 h 1015015"/>
              <a:gd name="connsiteX2" fmla="*/ 843802 w 843802"/>
              <a:gd name="connsiteY2" fmla="*/ 228362 h 1015015"/>
              <a:gd name="connsiteX3" fmla="*/ 655544 w 843802"/>
              <a:gd name="connsiteY3" fmla="*/ 1015015 h 1015015"/>
              <a:gd name="connsiteX0" fmla="*/ 90768 w 843802"/>
              <a:gd name="connsiteY0" fmla="*/ 483856 h 483856"/>
              <a:gd name="connsiteX1" fmla="*/ 0 w 843802"/>
              <a:gd name="connsiteY1" fmla="*/ 0 h 483856"/>
              <a:gd name="connsiteX2" fmla="*/ 843802 w 843802"/>
              <a:gd name="connsiteY2" fmla="*/ 228362 h 483856"/>
              <a:gd name="connsiteX3" fmla="*/ 90768 w 843802"/>
              <a:gd name="connsiteY3" fmla="*/ 483856 h 483856"/>
              <a:gd name="connsiteX0" fmla="*/ 231962 w 843802"/>
              <a:gd name="connsiteY0" fmla="*/ 174574 h 228362"/>
              <a:gd name="connsiteX1" fmla="*/ 0 w 843802"/>
              <a:gd name="connsiteY1" fmla="*/ 0 h 228362"/>
              <a:gd name="connsiteX2" fmla="*/ 843802 w 843802"/>
              <a:gd name="connsiteY2" fmla="*/ 228362 h 228362"/>
              <a:gd name="connsiteX3" fmla="*/ 231962 w 843802"/>
              <a:gd name="connsiteY3" fmla="*/ 174574 h 228362"/>
              <a:gd name="connsiteX0" fmla="*/ 400051 w 843802"/>
              <a:gd name="connsiteY0" fmla="*/ 288874 h 288874"/>
              <a:gd name="connsiteX1" fmla="*/ 0 w 843802"/>
              <a:gd name="connsiteY1" fmla="*/ 0 h 288874"/>
              <a:gd name="connsiteX2" fmla="*/ 843802 w 843802"/>
              <a:gd name="connsiteY2" fmla="*/ 228362 h 288874"/>
              <a:gd name="connsiteX3" fmla="*/ 400051 w 843802"/>
              <a:gd name="connsiteY3" fmla="*/ 288874 h 288874"/>
              <a:gd name="connsiteX0" fmla="*/ 400051 w 863972"/>
              <a:gd name="connsiteY0" fmla="*/ 288874 h 288874"/>
              <a:gd name="connsiteX1" fmla="*/ 0 w 863972"/>
              <a:gd name="connsiteY1" fmla="*/ 0 h 288874"/>
              <a:gd name="connsiteX2" fmla="*/ 863972 w 863972"/>
              <a:gd name="connsiteY2" fmla="*/ 248532 h 288874"/>
              <a:gd name="connsiteX3" fmla="*/ 400051 w 863972"/>
              <a:gd name="connsiteY3" fmla="*/ 288874 h 288874"/>
              <a:gd name="connsiteX0" fmla="*/ 404813 w 868734"/>
              <a:gd name="connsiteY0" fmla="*/ 269824 h 269824"/>
              <a:gd name="connsiteX1" fmla="*/ 0 w 868734"/>
              <a:gd name="connsiteY1" fmla="*/ 0 h 269824"/>
              <a:gd name="connsiteX2" fmla="*/ 868734 w 868734"/>
              <a:gd name="connsiteY2" fmla="*/ 229482 h 269824"/>
              <a:gd name="connsiteX3" fmla="*/ 404813 w 868734"/>
              <a:gd name="connsiteY3" fmla="*/ 269824 h 269824"/>
              <a:gd name="connsiteX0" fmla="*/ 404813 w 887784"/>
              <a:gd name="connsiteY0" fmla="*/ 269824 h 269824"/>
              <a:gd name="connsiteX1" fmla="*/ 0 w 887784"/>
              <a:gd name="connsiteY1" fmla="*/ 0 h 269824"/>
              <a:gd name="connsiteX2" fmla="*/ 887784 w 887784"/>
              <a:gd name="connsiteY2" fmla="*/ 219957 h 269824"/>
              <a:gd name="connsiteX3" fmla="*/ 404813 w 887784"/>
              <a:gd name="connsiteY3" fmla="*/ 269824 h 269824"/>
              <a:gd name="connsiteX0" fmla="*/ 817192 w 817192"/>
              <a:gd name="connsiteY0" fmla="*/ 269824 h 824794"/>
              <a:gd name="connsiteX1" fmla="*/ 412379 w 817192"/>
              <a:gd name="connsiteY1" fmla="*/ 0 h 824794"/>
              <a:gd name="connsiteX2" fmla="*/ 0 w 817192"/>
              <a:gd name="connsiteY2" fmla="*/ 824794 h 824794"/>
              <a:gd name="connsiteX3" fmla="*/ 817192 w 817192"/>
              <a:gd name="connsiteY3" fmla="*/ 269824 h 824794"/>
              <a:gd name="connsiteX0" fmla="*/ 817192 w 817192"/>
              <a:gd name="connsiteY0" fmla="*/ 0 h 554970"/>
              <a:gd name="connsiteX1" fmla="*/ 121867 w 817192"/>
              <a:gd name="connsiteY1" fmla="*/ 73076 h 554970"/>
              <a:gd name="connsiteX2" fmla="*/ 0 w 817192"/>
              <a:gd name="connsiteY2" fmla="*/ 554970 h 554970"/>
              <a:gd name="connsiteX3" fmla="*/ 817192 w 817192"/>
              <a:gd name="connsiteY3" fmla="*/ 0 h 554970"/>
              <a:gd name="connsiteX0" fmla="*/ 298079 w 298079"/>
              <a:gd name="connsiteY0" fmla="*/ 641299 h 641299"/>
              <a:gd name="connsiteX1" fmla="*/ 121867 w 298079"/>
              <a:gd name="connsiteY1" fmla="*/ 0 h 641299"/>
              <a:gd name="connsiteX2" fmla="*/ 0 w 298079"/>
              <a:gd name="connsiteY2" fmla="*/ 481894 h 641299"/>
              <a:gd name="connsiteX3" fmla="*/ 298079 w 298079"/>
              <a:gd name="connsiteY3" fmla="*/ 641299 h 641299"/>
              <a:gd name="connsiteX0" fmla="*/ 307604 w 307604"/>
              <a:gd name="connsiteY0" fmla="*/ 160287 h 481894"/>
              <a:gd name="connsiteX1" fmla="*/ 121867 w 307604"/>
              <a:gd name="connsiteY1" fmla="*/ 0 h 481894"/>
              <a:gd name="connsiteX2" fmla="*/ 0 w 307604"/>
              <a:gd name="connsiteY2" fmla="*/ 481894 h 481894"/>
              <a:gd name="connsiteX3" fmla="*/ 307604 w 307604"/>
              <a:gd name="connsiteY3" fmla="*/ 160287 h 481894"/>
              <a:gd name="connsiteX0" fmla="*/ 338230 w 338230"/>
              <a:gd name="connsiteY0" fmla="*/ 160287 h 171261"/>
              <a:gd name="connsiteX1" fmla="*/ 152493 w 338230"/>
              <a:gd name="connsiteY1" fmla="*/ 0 h 171261"/>
              <a:gd name="connsiteX2" fmla="*/ 0 w 338230"/>
              <a:gd name="connsiteY2" fmla="*/ 171261 h 171261"/>
              <a:gd name="connsiteX3" fmla="*/ 338230 w 338230"/>
              <a:gd name="connsiteY3" fmla="*/ 160287 h 171261"/>
              <a:gd name="connsiteX0" fmla="*/ 395106 w 395106"/>
              <a:gd name="connsiteY0" fmla="*/ 99036 h 171261"/>
              <a:gd name="connsiteX1" fmla="*/ 152493 w 395106"/>
              <a:gd name="connsiteY1" fmla="*/ 0 h 171261"/>
              <a:gd name="connsiteX2" fmla="*/ 0 w 395106"/>
              <a:gd name="connsiteY2" fmla="*/ 171261 h 171261"/>
              <a:gd name="connsiteX3" fmla="*/ 395106 w 395106"/>
              <a:gd name="connsiteY3" fmla="*/ 99036 h 171261"/>
              <a:gd name="connsiteX0" fmla="*/ 388569 w 388569"/>
              <a:gd name="connsiteY0" fmla="*/ 7158 h 171261"/>
              <a:gd name="connsiteX1" fmla="*/ 152493 w 388569"/>
              <a:gd name="connsiteY1" fmla="*/ 0 h 171261"/>
              <a:gd name="connsiteX2" fmla="*/ 0 w 388569"/>
              <a:gd name="connsiteY2" fmla="*/ 171261 h 171261"/>
              <a:gd name="connsiteX3" fmla="*/ 388569 w 388569"/>
              <a:gd name="connsiteY3" fmla="*/ 7158 h 171261"/>
              <a:gd name="connsiteX0" fmla="*/ 236076 w 236076"/>
              <a:gd name="connsiteY0" fmla="*/ 7158 h 219387"/>
              <a:gd name="connsiteX1" fmla="*/ 0 w 236076"/>
              <a:gd name="connsiteY1" fmla="*/ 0 h 219387"/>
              <a:gd name="connsiteX2" fmla="*/ 43617 w 236076"/>
              <a:gd name="connsiteY2" fmla="*/ 219387 h 219387"/>
              <a:gd name="connsiteX3" fmla="*/ 236076 w 236076"/>
              <a:gd name="connsiteY3" fmla="*/ 7158 h 219387"/>
              <a:gd name="connsiteX0" fmla="*/ 262224 w 262224"/>
              <a:gd name="connsiteY0" fmla="*/ 2782 h 215011"/>
              <a:gd name="connsiteX1" fmla="*/ 0 w 262224"/>
              <a:gd name="connsiteY1" fmla="*/ 0 h 215011"/>
              <a:gd name="connsiteX2" fmla="*/ 69765 w 262224"/>
              <a:gd name="connsiteY2" fmla="*/ 215011 h 215011"/>
              <a:gd name="connsiteX3" fmla="*/ 262224 w 262224"/>
              <a:gd name="connsiteY3" fmla="*/ 2782 h 215011"/>
              <a:gd name="connsiteX0" fmla="*/ 240329 w 240329"/>
              <a:gd name="connsiteY0" fmla="*/ 0 h 212229"/>
              <a:gd name="connsiteX1" fmla="*/ 0 w 240329"/>
              <a:gd name="connsiteY1" fmla="*/ 14803 h 212229"/>
              <a:gd name="connsiteX2" fmla="*/ 47870 w 240329"/>
              <a:gd name="connsiteY2" fmla="*/ 212229 h 212229"/>
              <a:gd name="connsiteX3" fmla="*/ 240329 w 240329"/>
              <a:gd name="connsiteY3" fmla="*/ 0 h 212229"/>
              <a:gd name="connsiteX0" fmla="*/ 551236 w 551236"/>
              <a:gd name="connsiteY0" fmla="*/ 0 h 276706"/>
              <a:gd name="connsiteX1" fmla="*/ 0 w 551236"/>
              <a:gd name="connsiteY1" fmla="*/ 79280 h 276706"/>
              <a:gd name="connsiteX2" fmla="*/ 47870 w 551236"/>
              <a:gd name="connsiteY2" fmla="*/ 276706 h 276706"/>
              <a:gd name="connsiteX3" fmla="*/ 551236 w 551236"/>
              <a:gd name="connsiteY3" fmla="*/ 0 h 276706"/>
              <a:gd name="connsiteX0" fmla="*/ 551236 w 551236"/>
              <a:gd name="connsiteY0" fmla="*/ 0 h 306013"/>
              <a:gd name="connsiteX1" fmla="*/ 0 w 551236"/>
              <a:gd name="connsiteY1" fmla="*/ 79280 h 306013"/>
              <a:gd name="connsiteX2" fmla="*/ 266818 w 551236"/>
              <a:gd name="connsiteY2" fmla="*/ 306013 h 306013"/>
              <a:gd name="connsiteX3" fmla="*/ 551236 w 551236"/>
              <a:gd name="connsiteY3" fmla="*/ 0 h 306013"/>
              <a:gd name="connsiteX0" fmla="*/ 514857 w 514857"/>
              <a:gd name="connsiteY0" fmla="*/ 0 h 316835"/>
              <a:gd name="connsiteX1" fmla="*/ 0 w 514857"/>
              <a:gd name="connsiteY1" fmla="*/ 90102 h 316835"/>
              <a:gd name="connsiteX2" fmla="*/ 266818 w 514857"/>
              <a:gd name="connsiteY2" fmla="*/ 316835 h 316835"/>
              <a:gd name="connsiteX3" fmla="*/ 514857 w 514857"/>
              <a:gd name="connsiteY3" fmla="*/ 0 h 3168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14857" h="316835">
                <a:moveTo>
                  <a:pt x="514857" y="0"/>
                </a:moveTo>
                <a:lnTo>
                  <a:pt x="0" y="90102"/>
                </a:lnTo>
                <a:lnTo>
                  <a:pt x="266818" y="316835"/>
                </a:lnTo>
                <a:lnTo>
                  <a:pt x="514857" y="0"/>
                </a:lnTo>
                <a:close/>
              </a:path>
            </a:pathLst>
          </a:custGeom>
          <a:solidFill>
            <a:srgbClr val="7030A0">
              <a:alpha val="49969"/>
            </a:srgbClr>
          </a:solidFill>
          <a:ln w="6350"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riangle 11">
            <a:extLst>
              <a:ext uri="{FF2B5EF4-FFF2-40B4-BE49-F238E27FC236}">
                <a16:creationId xmlns:a16="http://schemas.microsoft.com/office/drawing/2014/main" id="{AEA3766D-6015-0836-695B-6C9BDFD50699}"/>
              </a:ext>
            </a:extLst>
          </p:cNvPr>
          <p:cNvSpPr/>
          <p:nvPr userDrawn="1"/>
        </p:nvSpPr>
        <p:spPr>
          <a:xfrm>
            <a:off x="8529246" y="3396228"/>
            <a:ext cx="732405" cy="270018"/>
          </a:xfrm>
          <a:custGeom>
            <a:avLst/>
            <a:gdLst>
              <a:gd name="connsiteX0" fmla="*/ 0 w 867335"/>
              <a:gd name="connsiteY0" fmla="*/ 463685 h 463685"/>
              <a:gd name="connsiteX1" fmla="*/ 433668 w 867335"/>
              <a:gd name="connsiteY1" fmla="*/ 0 h 463685"/>
              <a:gd name="connsiteX2" fmla="*/ 867335 w 867335"/>
              <a:gd name="connsiteY2" fmla="*/ 463685 h 463685"/>
              <a:gd name="connsiteX3" fmla="*/ 0 w 867335"/>
              <a:gd name="connsiteY3" fmla="*/ 463685 h 463685"/>
              <a:gd name="connsiteX0" fmla="*/ 655544 w 1522879"/>
              <a:gd name="connsiteY0" fmla="*/ 1015015 h 1015015"/>
              <a:gd name="connsiteX1" fmla="*/ 0 w 1522879"/>
              <a:gd name="connsiteY1" fmla="*/ 0 h 1015015"/>
              <a:gd name="connsiteX2" fmla="*/ 1522879 w 1522879"/>
              <a:gd name="connsiteY2" fmla="*/ 1015015 h 1015015"/>
              <a:gd name="connsiteX3" fmla="*/ 655544 w 1522879"/>
              <a:gd name="connsiteY3" fmla="*/ 1015015 h 1015015"/>
              <a:gd name="connsiteX0" fmla="*/ 655544 w 843802"/>
              <a:gd name="connsiteY0" fmla="*/ 1015015 h 1015015"/>
              <a:gd name="connsiteX1" fmla="*/ 0 w 843802"/>
              <a:gd name="connsiteY1" fmla="*/ 0 h 1015015"/>
              <a:gd name="connsiteX2" fmla="*/ 843802 w 843802"/>
              <a:gd name="connsiteY2" fmla="*/ 228362 h 1015015"/>
              <a:gd name="connsiteX3" fmla="*/ 655544 w 843802"/>
              <a:gd name="connsiteY3" fmla="*/ 1015015 h 1015015"/>
              <a:gd name="connsiteX0" fmla="*/ 90768 w 843802"/>
              <a:gd name="connsiteY0" fmla="*/ 483856 h 483856"/>
              <a:gd name="connsiteX1" fmla="*/ 0 w 843802"/>
              <a:gd name="connsiteY1" fmla="*/ 0 h 483856"/>
              <a:gd name="connsiteX2" fmla="*/ 843802 w 843802"/>
              <a:gd name="connsiteY2" fmla="*/ 228362 h 483856"/>
              <a:gd name="connsiteX3" fmla="*/ 90768 w 843802"/>
              <a:gd name="connsiteY3" fmla="*/ 483856 h 483856"/>
              <a:gd name="connsiteX0" fmla="*/ 231962 w 843802"/>
              <a:gd name="connsiteY0" fmla="*/ 174574 h 228362"/>
              <a:gd name="connsiteX1" fmla="*/ 0 w 843802"/>
              <a:gd name="connsiteY1" fmla="*/ 0 h 228362"/>
              <a:gd name="connsiteX2" fmla="*/ 843802 w 843802"/>
              <a:gd name="connsiteY2" fmla="*/ 228362 h 228362"/>
              <a:gd name="connsiteX3" fmla="*/ 231962 w 843802"/>
              <a:gd name="connsiteY3" fmla="*/ 174574 h 228362"/>
              <a:gd name="connsiteX0" fmla="*/ 400051 w 843802"/>
              <a:gd name="connsiteY0" fmla="*/ 288874 h 288874"/>
              <a:gd name="connsiteX1" fmla="*/ 0 w 843802"/>
              <a:gd name="connsiteY1" fmla="*/ 0 h 288874"/>
              <a:gd name="connsiteX2" fmla="*/ 843802 w 843802"/>
              <a:gd name="connsiteY2" fmla="*/ 228362 h 288874"/>
              <a:gd name="connsiteX3" fmla="*/ 400051 w 843802"/>
              <a:gd name="connsiteY3" fmla="*/ 288874 h 288874"/>
              <a:gd name="connsiteX0" fmla="*/ 400051 w 863972"/>
              <a:gd name="connsiteY0" fmla="*/ 288874 h 288874"/>
              <a:gd name="connsiteX1" fmla="*/ 0 w 863972"/>
              <a:gd name="connsiteY1" fmla="*/ 0 h 288874"/>
              <a:gd name="connsiteX2" fmla="*/ 863972 w 863972"/>
              <a:gd name="connsiteY2" fmla="*/ 248532 h 288874"/>
              <a:gd name="connsiteX3" fmla="*/ 400051 w 863972"/>
              <a:gd name="connsiteY3" fmla="*/ 288874 h 288874"/>
              <a:gd name="connsiteX0" fmla="*/ 404813 w 868734"/>
              <a:gd name="connsiteY0" fmla="*/ 269824 h 269824"/>
              <a:gd name="connsiteX1" fmla="*/ 0 w 868734"/>
              <a:gd name="connsiteY1" fmla="*/ 0 h 269824"/>
              <a:gd name="connsiteX2" fmla="*/ 868734 w 868734"/>
              <a:gd name="connsiteY2" fmla="*/ 229482 h 269824"/>
              <a:gd name="connsiteX3" fmla="*/ 404813 w 868734"/>
              <a:gd name="connsiteY3" fmla="*/ 269824 h 269824"/>
              <a:gd name="connsiteX0" fmla="*/ 404813 w 887784"/>
              <a:gd name="connsiteY0" fmla="*/ 269824 h 269824"/>
              <a:gd name="connsiteX1" fmla="*/ 0 w 887784"/>
              <a:gd name="connsiteY1" fmla="*/ 0 h 269824"/>
              <a:gd name="connsiteX2" fmla="*/ 887784 w 887784"/>
              <a:gd name="connsiteY2" fmla="*/ 219957 h 269824"/>
              <a:gd name="connsiteX3" fmla="*/ 404813 w 887784"/>
              <a:gd name="connsiteY3" fmla="*/ 269824 h 269824"/>
              <a:gd name="connsiteX0" fmla="*/ 817192 w 817192"/>
              <a:gd name="connsiteY0" fmla="*/ 269824 h 824794"/>
              <a:gd name="connsiteX1" fmla="*/ 412379 w 817192"/>
              <a:gd name="connsiteY1" fmla="*/ 0 h 824794"/>
              <a:gd name="connsiteX2" fmla="*/ 0 w 817192"/>
              <a:gd name="connsiteY2" fmla="*/ 824794 h 824794"/>
              <a:gd name="connsiteX3" fmla="*/ 817192 w 817192"/>
              <a:gd name="connsiteY3" fmla="*/ 269824 h 824794"/>
              <a:gd name="connsiteX0" fmla="*/ 817192 w 817192"/>
              <a:gd name="connsiteY0" fmla="*/ 0 h 554970"/>
              <a:gd name="connsiteX1" fmla="*/ 121867 w 817192"/>
              <a:gd name="connsiteY1" fmla="*/ 73076 h 554970"/>
              <a:gd name="connsiteX2" fmla="*/ 0 w 817192"/>
              <a:gd name="connsiteY2" fmla="*/ 554970 h 554970"/>
              <a:gd name="connsiteX3" fmla="*/ 817192 w 817192"/>
              <a:gd name="connsiteY3" fmla="*/ 0 h 554970"/>
              <a:gd name="connsiteX0" fmla="*/ 298079 w 298079"/>
              <a:gd name="connsiteY0" fmla="*/ 641299 h 641299"/>
              <a:gd name="connsiteX1" fmla="*/ 121867 w 298079"/>
              <a:gd name="connsiteY1" fmla="*/ 0 h 641299"/>
              <a:gd name="connsiteX2" fmla="*/ 0 w 298079"/>
              <a:gd name="connsiteY2" fmla="*/ 481894 h 641299"/>
              <a:gd name="connsiteX3" fmla="*/ 298079 w 298079"/>
              <a:gd name="connsiteY3" fmla="*/ 641299 h 641299"/>
              <a:gd name="connsiteX0" fmla="*/ 307604 w 307604"/>
              <a:gd name="connsiteY0" fmla="*/ 160287 h 481894"/>
              <a:gd name="connsiteX1" fmla="*/ 121867 w 307604"/>
              <a:gd name="connsiteY1" fmla="*/ 0 h 481894"/>
              <a:gd name="connsiteX2" fmla="*/ 0 w 307604"/>
              <a:gd name="connsiteY2" fmla="*/ 481894 h 481894"/>
              <a:gd name="connsiteX3" fmla="*/ 307604 w 307604"/>
              <a:gd name="connsiteY3" fmla="*/ 160287 h 481894"/>
              <a:gd name="connsiteX0" fmla="*/ 338230 w 338230"/>
              <a:gd name="connsiteY0" fmla="*/ 160287 h 171261"/>
              <a:gd name="connsiteX1" fmla="*/ 152493 w 338230"/>
              <a:gd name="connsiteY1" fmla="*/ 0 h 171261"/>
              <a:gd name="connsiteX2" fmla="*/ 0 w 338230"/>
              <a:gd name="connsiteY2" fmla="*/ 171261 h 171261"/>
              <a:gd name="connsiteX3" fmla="*/ 338230 w 338230"/>
              <a:gd name="connsiteY3" fmla="*/ 160287 h 171261"/>
              <a:gd name="connsiteX0" fmla="*/ 395106 w 395106"/>
              <a:gd name="connsiteY0" fmla="*/ 99036 h 171261"/>
              <a:gd name="connsiteX1" fmla="*/ 152493 w 395106"/>
              <a:gd name="connsiteY1" fmla="*/ 0 h 171261"/>
              <a:gd name="connsiteX2" fmla="*/ 0 w 395106"/>
              <a:gd name="connsiteY2" fmla="*/ 171261 h 171261"/>
              <a:gd name="connsiteX3" fmla="*/ 395106 w 395106"/>
              <a:gd name="connsiteY3" fmla="*/ 99036 h 171261"/>
              <a:gd name="connsiteX0" fmla="*/ 388569 w 388569"/>
              <a:gd name="connsiteY0" fmla="*/ 7158 h 171261"/>
              <a:gd name="connsiteX1" fmla="*/ 152493 w 388569"/>
              <a:gd name="connsiteY1" fmla="*/ 0 h 171261"/>
              <a:gd name="connsiteX2" fmla="*/ 0 w 388569"/>
              <a:gd name="connsiteY2" fmla="*/ 171261 h 171261"/>
              <a:gd name="connsiteX3" fmla="*/ 388569 w 388569"/>
              <a:gd name="connsiteY3" fmla="*/ 7158 h 171261"/>
              <a:gd name="connsiteX0" fmla="*/ 236076 w 236076"/>
              <a:gd name="connsiteY0" fmla="*/ 7158 h 219387"/>
              <a:gd name="connsiteX1" fmla="*/ 0 w 236076"/>
              <a:gd name="connsiteY1" fmla="*/ 0 h 219387"/>
              <a:gd name="connsiteX2" fmla="*/ 43617 w 236076"/>
              <a:gd name="connsiteY2" fmla="*/ 219387 h 219387"/>
              <a:gd name="connsiteX3" fmla="*/ 236076 w 236076"/>
              <a:gd name="connsiteY3" fmla="*/ 7158 h 219387"/>
              <a:gd name="connsiteX0" fmla="*/ 262224 w 262224"/>
              <a:gd name="connsiteY0" fmla="*/ 2782 h 215011"/>
              <a:gd name="connsiteX1" fmla="*/ 0 w 262224"/>
              <a:gd name="connsiteY1" fmla="*/ 0 h 215011"/>
              <a:gd name="connsiteX2" fmla="*/ 69765 w 262224"/>
              <a:gd name="connsiteY2" fmla="*/ 215011 h 215011"/>
              <a:gd name="connsiteX3" fmla="*/ 262224 w 262224"/>
              <a:gd name="connsiteY3" fmla="*/ 2782 h 215011"/>
              <a:gd name="connsiteX0" fmla="*/ 240329 w 240329"/>
              <a:gd name="connsiteY0" fmla="*/ 0 h 212229"/>
              <a:gd name="connsiteX1" fmla="*/ 0 w 240329"/>
              <a:gd name="connsiteY1" fmla="*/ 14803 h 212229"/>
              <a:gd name="connsiteX2" fmla="*/ 47870 w 240329"/>
              <a:gd name="connsiteY2" fmla="*/ 212229 h 212229"/>
              <a:gd name="connsiteX3" fmla="*/ 240329 w 240329"/>
              <a:gd name="connsiteY3" fmla="*/ 0 h 212229"/>
              <a:gd name="connsiteX0" fmla="*/ 551236 w 551236"/>
              <a:gd name="connsiteY0" fmla="*/ 0 h 276706"/>
              <a:gd name="connsiteX1" fmla="*/ 0 w 551236"/>
              <a:gd name="connsiteY1" fmla="*/ 79280 h 276706"/>
              <a:gd name="connsiteX2" fmla="*/ 47870 w 551236"/>
              <a:gd name="connsiteY2" fmla="*/ 276706 h 276706"/>
              <a:gd name="connsiteX3" fmla="*/ 551236 w 551236"/>
              <a:gd name="connsiteY3" fmla="*/ 0 h 276706"/>
              <a:gd name="connsiteX0" fmla="*/ 551236 w 551236"/>
              <a:gd name="connsiteY0" fmla="*/ 0 h 306013"/>
              <a:gd name="connsiteX1" fmla="*/ 0 w 551236"/>
              <a:gd name="connsiteY1" fmla="*/ 79280 h 306013"/>
              <a:gd name="connsiteX2" fmla="*/ 266818 w 551236"/>
              <a:gd name="connsiteY2" fmla="*/ 306013 h 306013"/>
              <a:gd name="connsiteX3" fmla="*/ 551236 w 551236"/>
              <a:gd name="connsiteY3" fmla="*/ 0 h 306013"/>
              <a:gd name="connsiteX0" fmla="*/ 514857 w 514857"/>
              <a:gd name="connsiteY0" fmla="*/ 0 h 316835"/>
              <a:gd name="connsiteX1" fmla="*/ 0 w 514857"/>
              <a:gd name="connsiteY1" fmla="*/ 90102 h 316835"/>
              <a:gd name="connsiteX2" fmla="*/ 266818 w 514857"/>
              <a:gd name="connsiteY2" fmla="*/ 316835 h 316835"/>
              <a:gd name="connsiteX3" fmla="*/ 514857 w 514857"/>
              <a:gd name="connsiteY3" fmla="*/ 0 h 316835"/>
              <a:gd name="connsiteX0" fmla="*/ 648246 w 648246"/>
              <a:gd name="connsiteY0" fmla="*/ 175020 h 226733"/>
              <a:gd name="connsiteX1" fmla="*/ 0 w 648246"/>
              <a:gd name="connsiteY1" fmla="*/ 0 h 226733"/>
              <a:gd name="connsiteX2" fmla="*/ 266818 w 648246"/>
              <a:gd name="connsiteY2" fmla="*/ 226733 h 226733"/>
              <a:gd name="connsiteX3" fmla="*/ 648246 w 648246"/>
              <a:gd name="connsiteY3" fmla="*/ 175020 h 226733"/>
              <a:gd name="connsiteX0" fmla="*/ 381428 w 381428"/>
              <a:gd name="connsiteY0" fmla="*/ 137145 h 188858"/>
              <a:gd name="connsiteX1" fmla="*/ 177814 w 381428"/>
              <a:gd name="connsiteY1" fmla="*/ 0 h 188858"/>
              <a:gd name="connsiteX2" fmla="*/ 0 w 381428"/>
              <a:gd name="connsiteY2" fmla="*/ 188858 h 188858"/>
              <a:gd name="connsiteX3" fmla="*/ 381428 w 381428"/>
              <a:gd name="connsiteY3" fmla="*/ 137145 h 188858"/>
              <a:gd name="connsiteX0" fmla="*/ 547155 w 547155"/>
              <a:gd name="connsiteY0" fmla="*/ 137145 h 270018"/>
              <a:gd name="connsiteX1" fmla="*/ 343541 w 547155"/>
              <a:gd name="connsiteY1" fmla="*/ 0 h 270018"/>
              <a:gd name="connsiteX2" fmla="*/ 0 w 547155"/>
              <a:gd name="connsiteY2" fmla="*/ 270018 h 270018"/>
              <a:gd name="connsiteX3" fmla="*/ 547155 w 547155"/>
              <a:gd name="connsiteY3" fmla="*/ 137145 h 2700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7155" h="270018">
                <a:moveTo>
                  <a:pt x="547155" y="137145"/>
                </a:moveTo>
                <a:lnTo>
                  <a:pt x="343541" y="0"/>
                </a:lnTo>
                <a:lnTo>
                  <a:pt x="0" y="270018"/>
                </a:lnTo>
                <a:lnTo>
                  <a:pt x="547155" y="137145"/>
                </a:lnTo>
                <a:close/>
              </a:path>
            </a:pathLst>
          </a:custGeom>
          <a:solidFill>
            <a:srgbClr val="7030A0">
              <a:alpha val="49969"/>
            </a:srgbClr>
          </a:solidFill>
          <a:ln w="6350"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riangle 11">
            <a:extLst>
              <a:ext uri="{FF2B5EF4-FFF2-40B4-BE49-F238E27FC236}">
                <a16:creationId xmlns:a16="http://schemas.microsoft.com/office/drawing/2014/main" id="{553B79FA-7B64-0EF8-51CF-79C6F216C143}"/>
              </a:ext>
            </a:extLst>
          </p:cNvPr>
          <p:cNvSpPr/>
          <p:nvPr userDrawn="1"/>
        </p:nvSpPr>
        <p:spPr>
          <a:xfrm>
            <a:off x="6673394" y="1875834"/>
            <a:ext cx="526800" cy="275429"/>
          </a:xfrm>
          <a:custGeom>
            <a:avLst/>
            <a:gdLst>
              <a:gd name="connsiteX0" fmla="*/ 0 w 867335"/>
              <a:gd name="connsiteY0" fmla="*/ 463685 h 463685"/>
              <a:gd name="connsiteX1" fmla="*/ 433668 w 867335"/>
              <a:gd name="connsiteY1" fmla="*/ 0 h 463685"/>
              <a:gd name="connsiteX2" fmla="*/ 867335 w 867335"/>
              <a:gd name="connsiteY2" fmla="*/ 463685 h 463685"/>
              <a:gd name="connsiteX3" fmla="*/ 0 w 867335"/>
              <a:gd name="connsiteY3" fmla="*/ 463685 h 463685"/>
              <a:gd name="connsiteX0" fmla="*/ 655544 w 1522879"/>
              <a:gd name="connsiteY0" fmla="*/ 1015015 h 1015015"/>
              <a:gd name="connsiteX1" fmla="*/ 0 w 1522879"/>
              <a:gd name="connsiteY1" fmla="*/ 0 h 1015015"/>
              <a:gd name="connsiteX2" fmla="*/ 1522879 w 1522879"/>
              <a:gd name="connsiteY2" fmla="*/ 1015015 h 1015015"/>
              <a:gd name="connsiteX3" fmla="*/ 655544 w 1522879"/>
              <a:gd name="connsiteY3" fmla="*/ 1015015 h 1015015"/>
              <a:gd name="connsiteX0" fmla="*/ 655544 w 843802"/>
              <a:gd name="connsiteY0" fmla="*/ 1015015 h 1015015"/>
              <a:gd name="connsiteX1" fmla="*/ 0 w 843802"/>
              <a:gd name="connsiteY1" fmla="*/ 0 h 1015015"/>
              <a:gd name="connsiteX2" fmla="*/ 843802 w 843802"/>
              <a:gd name="connsiteY2" fmla="*/ 228362 h 1015015"/>
              <a:gd name="connsiteX3" fmla="*/ 655544 w 843802"/>
              <a:gd name="connsiteY3" fmla="*/ 1015015 h 1015015"/>
              <a:gd name="connsiteX0" fmla="*/ 90768 w 843802"/>
              <a:gd name="connsiteY0" fmla="*/ 483856 h 483856"/>
              <a:gd name="connsiteX1" fmla="*/ 0 w 843802"/>
              <a:gd name="connsiteY1" fmla="*/ 0 h 483856"/>
              <a:gd name="connsiteX2" fmla="*/ 843802 w 843802"/>
              <a:gd name="connsiteY2" fmla="*/ 228362 h 483856"/>
              <a:gd name="connsiteX3" fmla="*/ 90768 w 843802"/>
              <a:gd name="connsiteY3" fmla="*/ 483856 h 483856"/>
              <a:gd name="connsiteX0" fmla="*/ 231962 w 843802"/>
              <a:gd name="connsiteY0" fmla="*/ 174574 h 228362"/>
              <a:gd name="connsiteX1" fmla="*/ 0 w 843802"/>
              <a:gd name="connsiteY1" fmla="*/ 0 h 228362"/>
              <a:gd name="connsiteX2" fmla="*/ 843802 w 843802"/>
              <a:gd name="connsiteY2" fmla="*/ 228362 h 228362"/>
              <a:gd name="connsiteX3" fmla="*/ 231962 w 843802"/>
              <a:gd name="connsiteY3" fmla="*/ 174574 h 228362"/>
              <a:gd name="connsiteX0" fmla="*/ 400051 w 843802"/>
              <a:gd name="connsiteY0" fmla="*/ 288874 h 288874"/>
              <a:gd name="connsiteX1" fmla="*/ 0 w 843802"/>
              <a:gd name="connsiteY1" fmla="*/ 0 h 288874"/>
              <a:gd name="connsiteX2" fmla="*/ 843802 w 843802"/>
              <a:gd name="connsiteY2" fmla="*/ 228362 h 288874"/>
              <a:gd name="connsiteX3" fmla="*/ 400051 w 843802"/>
              <a:gd name="connsiteY3" fmla="*/ 288874 h 288874"/>
              <a:gd name="connsiteX0" fmla="*/ 400051 w 863972"/>
              <a:gd name="connsiteY0" fmla="*/ 288874 h 288874"/>
              <a:gd name="connsiteX1" fmla="*/ 0 w 863972"/>
              <a:gd name="connsiteY1" fmla="*/ 0 h 288874"/>
              <a:gd name="connsiteX2" fmla="*/ 863972 w 863972"/>
              <a:gd name="connsiteY2" fmla="*/ 248532 h 288874"/>
              <a:gd name="connsiteX3" fmla="*/ 400051 w 863972"/>
              <a:gd name="connsiteY3" fmla="*/ 288874 h 288874"/>
              <a:gd name="connsiteX0" fmla="*/ 404813 w 868734"/>
              <a:gd name="connsiteY0" fmla="*/ 269824 h 269824"/>
              <a:gd name="connsiteX1" fmla="*/ 0 w 868734"/>
              <a:gd name="connsiteY1" fmla="*/ 0 h 269824"/>
              <a:gd name="connsiteX2" fmla="*/ 868734 w 868734"/>
              <a:gd name="connsiteY2" fmla="*/ 229482 h 269824"/>
              <a:gd name="connsiteX3" fmla="*/ 404813 w 868734"/>
              <a:gd name="connsiteY3" fmla="*/ 269824 h 269824"/>
              <a:gd name="connsiteX0" fmla="*/ 404813 w 887784"/>
              <a:gd name="connsiteY0" fmla="*/ 269824 h 269824"/>
              <a:gd name="connsiteX1" fmla="*/ 0 w 887784"/>
              <a:gd name="connsiteY1" fmla="*/ 0 h 269824"/>
              <a:gd name="connsiteX2" fmla="*/ 887784 w 887784"/>
              <a:gd name="connsiteY2" fmla="*/ 219957 h 269824"/>
              <a:gd name="connsiteX3" fmla="*/ 404813 w 887784"/>
              <a:gd name="connsiteY3" fmla="*/ 269824 h 269824"/>
              <a:gd name="connsiteX0" fmla="*/ 817192 w 817192"/>
              <a:gd name="connsiteY0" fmla="*/ 269824 h 824794"/>
              <a:gd name="connsiteX1" fmla="*/ 412379 w 817192"/>
              <a:gd name="connsiteY1" fmla="*/ 0 h 824794"/>
              <a:gd name="connsiteX2" fmla="*/ 0 w 817192"/>
              <a:gd name="connsiteY2" fmla="*/ 824794 h 824794"/>
              <a:gd name="connsiteX3" fmla="*/ 817192 w 817192"/>
              <a:gd name="connsiteY3" fmla="*/ 269824 h 824794"/>
              <a:gd name="connsiteX0" fmla="*/ 817192 w 817192"/>
              <a:gd name="connsiteY0" fmla="*/ 0 h 554970"/>
              <a:gd name="connsiteX1" fmla="*/ 121867 w 817192"/>
              <a:gd name="connsiteY1" fmla="*/ 73076 h 554970"/>
              <a:gd name="connsiteX2" fmla="*/ 0 w 817192"/>
              <a:gd name="connsiteY2" fmla="*/ 554970 h 554970"/>
              <a:gd name="connsiteX3" fmla="*/ 817192 w 817192"/>
              <a:gd name="connsiteY3" fmla="*/ 0 h 554970"/>
              <a:gd name="connsiteX0" fmla="*/ 298079 w 298079"/>
              <a:gd name="connsiteY0" fmla="*/ 641299 h 641299"/>
              <a:gd name="connsiteX1" fmla="*/ 121867 w 298079"/>
              <a:gd name="connsiteY1" fmla="*/ 0 h 641299"/>
              <a:gd name="connsiteX2" fmla="*/ 0 w 298079"/>
              <a:gd name="connsiteY2" fmla="*/ 481894 h 641299"/>
              <a:gd name="connsiteX3" fmla="*/ 298079 w 298079"/>
              <a:gd name="connsiteY3" fmla="*/ 641299 h 641299"/>
              <a:gd name="connsiteX0" fmla="*/ 307604 w 307604"/>
              <a:gd name="connsiteY0" fmla="*/ 160287 h 481894"/>
              <a:gd name="connsiteX1" fmla="*/ 121867 w 307604"/>
              <a:gd name="connsiteY1" fmla="*/ 0 h 481894"/>
              <a:gd name="connsiteX2" fmla="*/ 0 w 307604"/>
              <a:gd name="connsiteY2" fmla="*/ 481894 h 481894"/>
              <a:gd name="connsiteX3" fmla="*/ 307604 w 307604"/>
              <a:gd name="connsiteY3" fmla="*/ 160287 h 481894"/>
              <a:gd name="connsiteX0" fmla="*/ 338230 w 338230"/>
              <a:gd name="connsiteY0" fmla="*/ 160287 h 171261"/>
              <a:gd name="connsiteX1" fmla="*/ 152493 w 338230"/>
              <a:gd name="connsiteY1" fmla="*/ 0 h 171261"/>
              <a:gd name="connsiteX2" fmla="*/ 0 w 338230"/>
              <a:gd name="connsiteY2" fmla="*/ 171261 h 171261"/>
              <a:gd name="connsiteX3" fmla="*/ 338230 w 338230"/>
              <a:gd name="connsiteY3" fmla="*/ 160287 h 171261"/>
              <a:gd name="connsiteX0" fmla="*/ 395106 w 395106"/>
              <a:gd name="connsiteY0" fmla="*/ 99036 h 171261"/>
              <a:gd name="connsiteX1" fmla="*/ 152493 w 395106"/>
              <a:gd name="connsiteY1" fmla="*/ 0 h 171261"/>
              <a:gd name="connsiteX2" fmla="*/ 0 w 395106"/>
              <a:gd name="connsiteY2" fmla="*/ 171261 h 171261"/>
              <a:gd name="connsiteX3" fmla="*/ 395106 w 395106"/>
              <a:gd name="connsiteY3" fmla="*/ 99036 h 171261"/>
              <a:gd name="connsiteX0" fmla="*/ 388569 w 388569"/>
              <a:gd name="connsiteY0" fmla="*/ 7158 h 171261"/>
              <a:gd name="connsiteX1" fmla="*/ 152493 w 388569"/>
              <a:gd name="connsiteY1" fmla="*/ 0 h 171261"/>
              <a:gd name="connsiteX2" fmla="*/ 0 w 388569"/>
              <a:gd name="connsiteY2" fmla="*/ 171261 h 171261"/>
              <a:gd name="connsiteX3" fmla="*/ 388569 w 388569"/>
              <a:gd name="connsiteY3" fmla="*/ 7158 h 171261"/>
              <a:gd name="connsiteX0" fmla="*/ 236076 w 236076"/>
              <a:gd name="connsiteY0" fmla="*/ 7158 h 219387"/>
              <a:gd name="connsiteX1" fmla="*/ 0 w 236076"/>
              <a:gd name="connsiteY1" fmla="*/ 0 h 219387"/>
              <a:gd name="connsiteX2" fmla="*/ 43617 w 236076"/>
              <a:gd name="connsiteY2" fmla="*/ 219387 h 219387"/>
              <a:gd name="connsiteX3" fmla="*/ 236076 w 236076"/>
              <a:gd name="connsiteY3" fmla="*/ 7158 h 219387"/>
              <a:gd name="connsiteX0" fmla="*/ 262224 w 262224"/>
              <a:gd name="connsiteY0" fmla="*/ 2782 h 215011"/>
              <a:gd name="connsiteX1" fmla="*/ 0 w 262224"/>
              <a:gd name="connsiteY1" fmla="*/ 0 h 215011"/>
              <a:gd name="connsiteX2" fmla="*/ 69765 w 262224"/>
              <a:gd name="connsiteY2" fmla="*/ 215011 h 215011"/>
              <a:gd name="connsiteX3" fmla="*/ 262224 w 262224"/>
              <a:gd name="connsiteY3" fmla="*/ 2782 h 215011"/>
              <a:gd name="connsiteX0" fmla="*/ 240329 w 240329"/>
              <a:gd name="connsiteY0" fmla="*/ 0 h 212229"/>
              <a:gd name="connsiteX1" fmla="*/ 0 w 240329"/>
              <a:gd name="connsiteY1" fmla="*/ 14803 h 212229"/>
              <a:gd name="connsiteX2" fmla="*/ 47870 w 240329"/>
              <a:gd name="connsiteY2" fmla="*/ 212229 h 212229"/>
              <a:gd name="connsiteX3" fmla="*/ 240329 w 240329"/>
              <a:gd name="connsiteY3" fmla="*/ 0 h 212229"/>
              <a:gd name="connsiteX0" fmla="*/ 551236 w 551236"/>
              <a:gd name="connsiteY0" fmla="*/ 0 h 276706"/>
              <a:gd name="connsiteX1" fmla="*/ 0 w 551236"/>
              <a:gd name="connsiteY1" fmla="*/ 79280 h 276706"/>
              <a:gd name="connsiteX2" fmla="*/ 47870 w 551236"/>
              <a:gd name="connsiteY2" fmla="*/ 276706 h 276706"/>
              <a:gd name="connsiteX3" fmla="*/ 551236 w 551236"/>
              <a:gd name="connsiteY3" fmla="*/ 0 h 276706"/>
              <a:gd name="connsiteX0" fmla="*/ 551236 w 551236"/>
              <a:gd name="connsiteY0" fmla="*/ 0 h 306013"/>
              <a:gd name="connsiteX1" fmla="*/ 0 w 551236"/>
              <a:gd name="connsiteY1" fmla="*/ 79280 h 306013"/>
              <a:gd name="connsiteX2" fmla="*/ 266818 w 551236"/>
              <a:gd name="connsiteY2" fmla="*/ 306013 h 306013"/>
              <a:gd name="connsiteX3" fmla="*/ 551236 w 551236"/>
              <a:gd name="connsiteY3" fmla="*/ 0 h 306013"/>
              <a:gd name="connsiteX0" fmla="*/ 514857 w 514857"/>
              <a:gd name="connsiteY0" fmla="*/ 0 h 316835"/>
              <a:gd name="connsiteX1" fmla="*/ 0 w 514857"/>
              <a:gd name="connsiteY1" fmla="*/ 90102 h 316835"/>
              <a:gd name="connsiteX2" fmla="*/ 266818 w 514857"/>
              <a:gd name="connsiteY2" fmla="*/ 316835 h 316835"/>
              <a:gd name="connsiteX3" fmla="*/ 514857 w 514857"/>
              <a:gd name="connsiteY3" fmla="*/ 0 h 316835"/>
              <a:gd name="connsiteX0" fmla="*/ 648246 w 648246"/>
              <a:gd name="connsiteY0" fmla="*/ 175020 h 226733"/>
              <a:gd name="connsiteX1" fmla="*/ 0 w 648246"/>
              <a:gd name="connsiteY1" fmla="*/ 0 h 226733"/>
              <a:gd name="connsiteX2" fmla="*/ 266818 w 648246"/>
              <a:gd name="connsiteY2" fmla="*/ 226733 h 226733"/>
              <a:gd name="connsiteX3" fmla="*/ 648246 w 648246"/>
              <a:gd name="connsiteY3" fmla="*/ 175020 h 226733"/>
              <a:gd name="connsiteX0" fmla="*/ 381428 w 381428"/>
              <a:gd name="connsiteY0" fmla="*/ 137145 h 188858"/>
              <a:gd name="connsiteX1" fmla="*/ 177814 w 381428"/>
              <a:gd name="connsiteY1" fmla="*/ 0 h 188858"/>
              <a:gd name="connsiteX2" fmla="*/ 0 w 381428"/>
              <a:gd name="connsiteY2" fmla="*/ 188858 h 188858"/>
              <a:gd name="connsiteX3" fmla="*/ 381428 w 381428"/>
              <a:gd name="connsiteY3" fmla="*/ 137145 h 188858"/>
              <a:gd name="connsiteX0" fmla="*/ 547155 w 547155"/>
              <a:gd name="connsiteY0" fmla="*/ 137145 h 270018"/>
              <a:gd name="connsiteX1" fmla="*/ 343541 w 547155"/>
              <a:gd name="connsiteY1" fmla="*/ 0 h 270018"/>
              <a:gd name="connsiteX2" fmla="*/ 0 w 547155"/>
              <a:gd name="connsiteY2" fmla="*/ 270018 h 270018"/>
              <a:gd name="connsiteX3" fmla="*/ 547155 w 547155"/>
              <a:gd name="connsiteY3" fmla="*/ 137145 h 270018"/>
              <a:gd name="connsiteX0" fmla="*/ 696713 w 696713"/>
              <a:gd name="connsiteY0" fmla="*/ 158787 h 270018"/>
              <a:gd name="connsiteX1" fmla="*/ 343541 w 696713"/>
              <a:gd name="connsiteY1" fmla="*/ 0 h 270018"/>
              <a:gd name="connsiteX2" fmla="*/ 0 w 696713"/>
              <a:gd name="connsiteY2" fmla="*/ 270018 h 270018"/>
              <a:gd name="connsiteX3" fmla="*/ 696713 w 696713"/>
              <a:gd name="connsiteY3" fmla="*/ 158787 h 270018"/>
              <a:gd name="connsiteX0" fmla="*/ 696713 w 696713"/>
              <a:gd name="connsiteY0" fmla="*/ 239947 h 351178"/>
              <a:gd name="connsiteX1" fmla="*/ 529479 w 696713"/>
              <a:gd name="connsiteY1" fmla="*/ 0 h 351178"/>
              <a:gd name="connsiteX2" fmla="*/ 0 w 696713"/>
              <a:gd name="connsiteY2" fmla="*/ 351178 h 351178"/>
              <a:gd name="connsiteX3" fmla="*/ 696713 w 696713"/>
              <a:gd name="connsiteY3" fmla="*/ 239947 h 351178"/>
              <a:gd name="connsiteX0" fmla="*/ 393554 w 393554"/>
              <a:gd name="connsiteY0" fmla="*/ 239947 h 275429"/>
              <a:gd name="connsiteX1" fmla="*/ 226320 w 393554"/>
              <a:gd name="connsiteY1" fmla="*/ 0 h 275429"/>
              <a:gd name="connsiteX2" fmla="*/ 0 w 393554"/>
              <a:gd name="connsiteY2" fmla="*/ 275429 h 275429"/>
              <a:gd name="connsiteX3" fmla="*/ 393554 w 393554"/>
              <a:gd name="connsiteY3" fmla="*/ 239947 h 2754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93554" h="275429">
                <a:moveTo>
                  <a:pt x="393554" y="239947"/>
                </a:moveTo>
                <a:lnTo>
                  <a:pt x="226320" y="0"/>
                </a:lnTo>
                <a:lnTo>
                  <a:pt x="0" y="275429"/>
                </a:lnTo>
                <a:lnTo>
                  <a:pt x="393554" y="239947"/>
                </a:lnTo>
                <a:close/>
              </a:path>
            </a:pathLst>
          </a:custGeom>
          <a:solidFill>
            <a:srgbClr val="7030A0">
              <a:alpha val="49969"/>
            </a:srgbClr>
          </a:solidFill>
          <a:ln w="6350"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riangle 11">
            <a:extLst>
              <a:ext uri="{FF2B5EF4-FFF2-40B4-BE49-F238E27FC236}">
                <a16:creationId xmlns:a16="http://schemas.microsoft.com/office/drawing/2014/main" id="{A5E4E3E7-D89C-B66F-7CCA-46135BD754FA}"/>
              </a:ext>
            </a:extLst>
          </p:cNvPr>
          <p:cNvSpPr/>
          <p:nvPr userDrawn="1"/>
        </p:nvSpPr>
        <p:spPr>
          <a:xfrm>
            <a:off x="8036184" y="4260403"/>
            <a:ext cx="265055" cy="163292"/>
          </a:xfrm>
          <a:custGeom>
            <a:avLst/>
            <a:gdLst>
              <a:gd name="connsiteX0" fmla="*/ 0 w 867335"/>
              <a:gd name="connsiteY0" fmla="*/ 463685 h 463685"/>
              <a:gd name="connsiteX1" fmla="*/ 433668 w 867335"/>
              <a:gd name="connsiteY1" fmla="*/ 0 h 463685"/>
              <a:gd name="connsiteX2" fmla="*/ 867335 w 867335"/>
              <a:gd name="connsiteY2" fmla="*/ 463685 h 463685"/>
              <a:gd name="connsiteX3" fmla="*/ 0 w 867335"/>
              <a:gd name="connsiteY3" fmla="*/ 463685 h 463685"/>
              <a:gd name="connsiteX0" fmla="*/ 655544 w 1522879"/>
              <a:gd name="connsiteY0" fmla="*/ 1015015 h 1015015"/>
              <a:gd name="connsiteX1" fmla="*/ 0 w 1522879"/>
              <a:gd name="connsiteY1" fmla="*/ 0 h 1015015"/>
              <a:gd name="connsiteX2" fmla="*/ 1522879 w 1522879"/>
              <a:gd name="connsiteY2" fmla="*/ 1015015 h 1015015"/>
              <a:gd name="connsiteX3" fmla="*/ 655544 w 1522879"/>
              <a:gd name="connsiteY3" fmla="*/ 1015015 h 1015015"/>
              <a:gd name="connsiteX0" fmla="*/ 655544 w 843802"/>
              <a:gd name="connsiteY0" fmla="*/ 1015015 h 1015015"/>
              <a:gd name="connsiteX1" fmla="*/ 0 w 843802"/>
              <a:gd name="connsiteY1" fmla="*/ 0 h 1015015"/>
              <a:gd name="connsiteX2" fmla="*/ 843802 w 843802"/>
              <a:gd name="connsiteY2" fmla="*/ 228362 h 1015015"/>
              <a:gd name="connsiteX3" fmla="*/ 655544 w 843802"/>
              <a:gd name="connsiteY3" fmla="*/ 1015015 h 1015015"/>
              <a:gd name="connsiteX0" fmla="*/ 90768 w 843802"/>
              <a:gd name="connsiteY0" fmla="*/ 483856 h 483856"/>
              <a:gd name="connsiteX1" fmla="*/ 0 w 843802"/>
              <a:gd name="connsiteY1" fmla="*/ 0 h 483856"/>
              <a:gd name="connsiteX2" fmla="*/ 843802 w 843802"/>
              <a:gd name="connsiteY2" fmla="*/ 228362 h 483856"/>
              <a:gd name="connsiteX3" fmla="*/ 90768 w 843802"/>
              <a:gd name="connsiteY3" fmla="*/ 483856 h 483856"/>
              <a:gd name="connsiteX0" fmla="*/ 231962 w 843802"/>
              <a:gd name="connsiteY0" fmla="*/ 174574 h 228362"/>
              <a:gd name="connsiteX1" fmla="*/ 0 w 843802"/>
              <a:gd name="connsiteY1" fmla="*/ 0 h 228362"/>
              <a:gd name="connsiteX2" fmla="*/ 843802 w 843802"/>
              <a:gd name="connsiteY2" fmla="*/ 228362 h 228362"/>
              <a:gd name="connsiteX3" fmla="*/ 231962 w 843802"/>
              <a:gd name="connsiteY3" fmla="*/ 174574 h 228362"/>
              <a:gd name="connsiteX0" fmla="*/ 400051 w 843802"/>
              <a:gd name="connsiteY0" fmla="*/ 288874 h 288874"/>
              <a:gd name="connsiteX1" fmla="*/ 0 w 843802"/>
              <a:gd name="connsiteY1" fmla="*/ 0 h 288874"/>
              <a:gd name="connsiteX2" fmla="*/ 843802 w 843802"/>
              <a:gd name="connsiteY2" fmla="*/ 228362 h 288874"/>
              <a:gd name="connsiteX3" fmla="*/ 400051 w 843802"/>
              <a:gd name="connsiteY3" fmla="*/ 288874 h 288874"/>
              <a:gd name="connsiteX0" fmla="*/ 400051 w 863972"/>
              <a:gd name="connsiteY0" fmla="*/ 288874 h 288874"/>
              <a:gd name="connsiteX1" fmla="*/ 0 w 863972"/>
              <a:gd name="connsiteY1" fmla="*/ 0 h 288874"/>
              <a:gd name="connsiteX2" fmla="*/ 863972 w 863972"/>
              <a:gd name="connsiteY2" fmla="*/ 248532 h 288874"/>
              <a:gd name="connsiteX3" fmla="*/ 400051 w 863972"/>
              <a:gd name="connsiteY3" fmla="*/ 288874 h 288874"/>
              <a:gd name="connsiteX0" fmla="*/ 404813 w 868734"/>
              <a:gd name="connsiteY0" fmla="*/ 269824 h 269824"/>
              <a:gd name="connsiteX1" fmla="*/ 0 w 868734"/>
              <a:gd name="connsiteY1" fmla="*/ 0 h 269824"/>
              <a:gd name="connsiteX2" fmla="*/ 868734 w 868734"/>
              <a:gd name="connsiteY2" fmla="*/ 229482 h 269824"/>
              <a:gd name="connsiteX3" fmla="*/ 404813 w 868734"/>
              <a:gd name="connsiteY3" fmla="*/ 269824 h 269824"/>
              <a:gd name="connsiteX0" fmla="*/ 404813 w 887784"/>
              <a:gd name="connsiteY0" fmla="*/ 269824 h 269824"/>
              <a:gd name="connsiteX1" fmla="*/ 0 w 887784"/>
              <a:gd name="connsiteY1" fmla="*/ 0 h 269824"/>
              <a:gd name="connsiteX2" fmla="*/ 887784 w 887784"/>
              <a:gd name="connsiteY2" fmla="*/ 219957 h 269824"/>
              <a:gd name="connsiteX3" fmla="*/ 404813 w 887784"/>
              <a:gd name="connsiteY3" fmla="*/ 269824 h 269824"/>
              <a:gd name="connsiteX0" fmla="*/ 817192 w 817192"/>
              <a:gd name="connsiteY0" fmla="*/ 269824 h 824794"/>
              <a:gd name="connsiteX1" fmla="*/ 412379 w 817192"/>
              <a:gd name="connsiteY1" fmla="*/ 0 h 824794"/>
              <a:gd name="connsiteX2" fmla="*/ 0 w 817192"/>
              <a:gd name="connsiteY2" fmla="*/ 824794 h 824794"/>
              <a:gd name="connsiteX3" fmla="*/ 817192 w 817192"/>
              <a:gd name="connsiteY3" fmla="*/ 269824 h 824794"/>
              <a:gd name="connsiteX0" fmla="*/ 817192 w 817192"/>
              <a:gd name="connsiteY0" fmla="*/ 0 h 554970"/>
              <a:gd name="connsiteX1" fmla="*/ 121867 w 817192"/>
              <a:gd name="connsiteY1" fmla="*/ 73076 h 554970"/>
              <a:gd name="connsiteX2" fmla="*/ 0 w 817192"/>
              <a:gd name="connsiteY2" fmla="*/ 554970 h 554970"/>
              <a:gd name="connsiteX3" fmla="*/ 817192 w 817192"/>
              <a:gd name="connsiteY3" fmla="*/ 0 h 554970"/>
              <a:gd name="connsiteX0" fmla="*/ 298079 w 298079"/>
              <a:gd name="connsiteY0" fmla="*/ 641299 h 641299"/>
              <a:gd name="connsiteX1" fmla="*/ 121867 w 298079"/>
              <a:gd name="connsiteY1" fmla="*/ 0 h 641299"/>
              <a:gd name="connsiteX2" fmla="*/ 0 w 298079"/>
              <a:gd name="connsiteY2" fmla="*/ 481894 h 641299"/>
              <a:gd name="connsiteX3" fmla="*/ 298079 w 298079"/>
              <a:gd name="connsiteY3" fmla="*/ 641299 h 641299"/>
              <a:gd name="connsiteX0" fmla="*/ 307604 w 307604"/>
              <a:gd name="connsiteY0" fmla="*/ 160287 h 481894"/>
              <a:gd name="connsiteX1" fmla="*/ 121867 w 307604"/>
              <a:gd name="connsiteY1" fmla="*/ 0 h 481894"/>
              <a:gd name="connsiteX2" fmla="*/ 0 w 307604"/>
              <a:gd name="connsiteY2" fmla="*/ 481894 h 481894"/>
              <a:gd name="connsiteX3" fmla="*/ 307604 w 307604"/>
              <a:gd name="connsiteY3" fmla="*/ 160287 h 481894"/>
              <a:gd name="connsiteX0" fmla="*/ 338230 w 338230"/>
              <a:gd name="connsiteY0" fmla="*/ 160287 h 171261"/>
              <a:gd name="connsiteX1" fmla="*/ 152493 w 338230"/>
              <a:gd name="connsiteY1" fmla="*/ 0 h 171261"/>
              <a:gd name="connsiteX2" fmla="*/ 0 w 338230"/>
              <a:gd name="connsiteY2" fmla="*/ 171261 h 171261"/>
              <a:gd name="connsiteX3" fmla="*/ 338230 w 338230"/>
              <a:gd name="connsiteY3" fmla="*/ 160287 h 171261"/>
              <a:gd name="connsiteX0" fmla="*/ 395106 w 395106"/>
              <a:gd name="connsiteY0" fmla="*/ 99036 h 171261"/>
              <a:gd name="connsiteX1" fmla="*/ 152493 w 395106"/>
              <a:gd name="connsiteY1" fmla="*/ 0 h 171261"/>
              <a:gd name="connsiteX2" fmla="*/ 0 w 395106"/>
              <a:gd name="connsiteY2" fmla="*/ 171261 h 171261"/>
              <a:gd name="connsiteX3" fmla="*/ 395106 w 395106"/>
              <a:gd name="connsiteY3" fmla="*/ 99036 h 171261"/>
              <a:gd name="connsiteX0" fmla="*/ 388569 w 388569"/>
              <a:gd name="connsiteY0" fmla="*/ 7158 h 171261"/>
              <a:gd name="connsiteX1" fmla="*/ 152493 w 388569"/>
              <a:gd name="connsiteY1" fmla="*/ 0 h 171261"/>
              <a:gd name="connsiteX2" fmla="*/ 0 w 388569"/>
              <a:gd name="connsiteY2" fmla="*/ 171261 h 171261"/>
              <a:gd name="connsiteX3" fmla="*/ 388569 w 388569"/>
              <a:gd name="connsiteY3" fmla="*/ 7158 h 171261"/>
              <a:gd name="connsiteX0" fmla="*/ 236076 w 236076"/>
              <a:gd name="connsiteY0" fmla="*/ 7158 h 219387"/>
              <a:gd name="connsiteX1" fmla="*/ 0 w 236076"/>
              <a:gd name="connsiteY1" fmla="*/ 0 h 219387"/>
              <a:gd name="connsiteX2" fmla="*/ 43617 w 236076"/>
              <a:gd name="connsiteY2" fmla="*/ 219387 h 219387"/>
              <a:gd name="connsiteX3" fmla="*/ 236076 w 236076"/>
              <a:gd name="connsiteY3" fmla="*/ 7158 h 219387"/>
              <a:gd name="connsiteX0" fmla="*/ 262224 w 262224"/>
              <a:gd name="connsiteY0" fmla="*/ 2782 h 215011"/>
              <a:gd name="connsiteX1" fmla="*/ 0 w 262224"/>
              <a:gd name="connsiteY1" fmla="*/ 0 h 215011"/>
              <a:gd name="connsiteX2" fmla="*/ 69765 w 262224"/>
              <a:gd name="connsiteY2" fmla="*/ 215011 h 215011"/>
              <a:gd name="connsiteX3" fmla="*/ 262224 w 262224"/>
              <a:gd name="connsiteY3" fmla="*/ 2782 h 215011"/>
              <a:gd name="connsiteX0" fmla="*/ 240329 w 240329"/>
              <a:gd name="connsiteY0" fmla="*/ 0 h 212229"/>
              <a:gd name="connsiteX1" fmla="*/ 0 w 240329"/>
              <a:gd name="connsiteY1" fmla="*/ 14803 h 212229"/>
              <a:gd name="connsiteX2" fmla="*/ 47870 w 240329"/>
              <a:gd name="connsiteY2" fmla="*/ 212229 h 212229"/>
              <a:gd name="connsiteX3" fmla="*/ 240329 w 240329"/>
              <a:gd name="connsiteY3" fmla="*/ 0 h 212229"/>
              <a:gd name="connsiteX0" fmla="*/ 551236 w 551236"/>
              <a:gd name="connsiteY0" fmla="*/ 0 h 276706"/>
              <a:gd name="connsiteX1" fmla="*/ 0 w 551236"/>
              <a:gd name="connsiteY1" fmla="*/ 79280 h 276706"/>
              <a:gd name="connsiteX2" fmla="*/ 47870 w 551236"/>
              <a:gd name="connsiteY2" fmla="*/ 276706 h 276706"/>
              <a:gd name="connsiteX3" fmla="*/ 551236 w 551236"/>
              <a:gd name="connsiteY3" fmla="*/ 0 h 276706"/>
              <a:gd name="connsiteX0" fmla="*/ 551236 w 551236"/>
              <a:gd name="connsiteY0" fmla="*/ 0 h 306013"/>
              <a:gd name="connsiteX1" fmla="*/ 0 w 551236"/>
              <a:gd name="connsiteY1" fmla="*/ 79280 h 306013"/>
              <a:gd name="connsiteX2" fmla="*/ 266818 w 551236"/>
              <a:gd name="connsiteY2" fmla="*/ 306013 h 306013"/>
              <a:gd name="connsiteX3" fmla="*/ 551236 w 551236"/>
              <a:gd name="connsiteY3" fmla="*/ 0 h 306013"/>
              <a:gd name="connsiteX0" fmla="*/ 514857 w 514857"/>
              <a:gd name="connsiteY0" fmla="*/ 0 h 316835"/>
              <a:gd name="connsiteX1" fmla="*/ 0 w 514857"/>
              <a:gd name="connsiteY1" fmla="*/ 90102 h 316835"/>
              <a:gd name="connsiteX2" fmla="*/ 266818 w 514857"/>
              <a:gd name="connsiteY2" fmla="*/ 316835 h 316835"/>
              <a:gd name="connsiteX3" fmla="*/ 514857 w 514857"/>
              <a:gd name="connsiteY3" fmla="*/ 0 h 316835"/>
              <a:gd name="connsiteX0" fmla="*/ 648246 w 648246"/>
              <a:gd name="connsiteY0" fmla="*/ 175020 h 226733"/>
              <a:gd name="connsiteX1" fmla="*/ 0 w 648246"/>
              <a:gd name="connsiteY1" fmla="*/ 0 h 226733"/>
              <a:gd name="connsiteX2" fmla="*/ 266818 w 648246"/>
              <a:gd name="connsiteY2" fmla="*/ 226733 h 226733"/>
              <a:gd name="connsiteX3" fmla="*/ 648246 w 648246"/>
              <a:gd name="connsiteY3" fmla="*/ 175020 h 226733"/>
              <a:gd name="connsiteX0" fmla="*/ 381428 w 381428"/>
              <a:gd name="connsiteY0" fmla="*/ 137145 h 188858"/>
              <a:gd name="connsiteX1" fmla="*/ 177814 w 381428"/>
              <a:gd name="connsiteY1" fmla="*/ 0 h 188858"/>
              <a:gd name="connsiteX2" fmla="*/ 0 w 381428"/>
              <a:gd name="connsiteY2" fmla="*/ 188858 h 188858"/>
              <a:gd name="connsiteX3" fmla="*/ 381428 w 381428"/>
              <a:gd name="connsiteY3" fmla="*/ 137145 h 188858"/>
              <a:gd name="connsiteX0" fmla="*/ 547155 w 547155"/>
              <a:gd name="connsiteY0" fmla="*/ 137145 h 270018"/>
              <a:gd name="connsiteX1" fmla="*/ 343541 w 547155"/>
              <a:gd name="connsiteY1" fmla="*/ 0 h 270018"/>
              <a:gd name="connsiteX2" fmla="*/ 0 w 547155"/>
              <a:gd name="connsiteY2" fmla="*/ 270018 h 270018"/>
              <a:gd name="connsiteX3" fmla="*/ 547155 w 547155"/>
              <a:gd name="connsiteY3" fmla="*/ 137145 h 270018"/>
              <a:gd name="connsiteX0" fmla="*/ 696713 w 696713"/>
              <a:gd name="connsiteY0" fmla="*/ 158787 h 270018"/>
              <a:gd name="connsiteX1" fmla="*/ 343541 w 696713"/>
              <a:gd name="connsiteY1" fmla="*/ 0 h 270018"/>
              <a:gd name="connsiteX2" fmla="*/ 0 w 696713"/>
              <a:gd name="connsiteY2" fmla="*/ 270018 h 270018"/>
              <a:gd name="connsiteX3" fmla="*/ 696713 w 696713"/>
              <a:gd name="connsiteY3" fmla="*/ 158787 h 270018"/>
              <a:gd name="connsiteX0" fmla="*/ 696713 w 696713"/>
              <a:gd name="connsiteY0" fmla="*/ 239947 h 351178"/>
              <a:gd name="connsiteX1" fmla="*/ 529479 w 696713"/>
              <a:gd name="connsiteY1" fmla="*/ 0 h 351178"/>
              <a:gd name="connsiteX2" fmla="*/ 0 w 696713"/>
              <a:gd name="connsiteY2" fmla="*/ 351178 h 351178"/>
              <a:gd name="connsiteX3" fmla="*/ 696713 w 696713"/>
              <a:gd name="connsiteY3" fmla="*/ 239947 h 351178"/>
              <a:gd name="connsiteX0" fmla="*/ 393554 w 393554"/>
              <a:gd name="connsiteY0" fmla="*/ 239947 h 275429"/>
              <a:gd name="connsiteX1" fmla="*/ 226320 w 393554"/>
              <a:gd name="connsiteY1" fmla="*/ 0 h 275429"/>
              <a:gd name="connsiteX2" fmla="*/ 0 w 393554"/>
              <a:gd name="connsiteY2" fmla="*/ 275429 h 275429"/>
              <a:gd name="connsiteX3" fmla="*/ 393554 w 393554"/>
              <a:gd name="connsiteY3" fmla="*/ 239947 h 275429"/>
              <a:gd name="connsiteX0" fmla="*/ 535028 w 535028"/>
              <a:gd name="connsiteY0" fmla="*/ 72216 h 275429"/>
              <a:gd name="connsiteX1" fmla="*/ 226320 w 535028"/>
              <a:gd name="connsiteY1" fmla="*/ 0 h 275429"/>
              <a:gd name="connsiteX2" fmla="*/ 0 w 535028"/>
              <a:gd name="connsiteY2" fmla="*/ 275429 h 275429"/>
              <a:gd name="connsiteX3" fmla="*/ 535028 w 535028"/>
              <a:gd name="connsiteY3" fmla="*/ 72216 h 275429"/>
              <a:gd name="connsiteX0" fmla="*/ 308708 w 493177"/>
              <a:gd name="connsiteY0" fmla="*/ 72216 h 161805"/>
              <a:gd name="connsiteX1" fmla="*/ 0 w 493177"/>
              <a:gd name="connsiteY1" fmla="*/ 0 h 161805"/>
              <a:gd name="connsiteX2" fmla="*/ 493176 w 493177"/>
              <a:gd name="connsiteY2" fmla="*/ 161805 h 161805"/>
              <a:gd name="connsiteX3" fmla="*/ 308708 w 493177"/>
              <a:gd name="connsiteY3" fmla="*/ 72216 h 161805"/>
              <a:gd name="connsiteX0" fmla="*/ 130855 w 315323"/>
              <a:gd name="connsiteY0" fmla="*/ 0 h 176674"/>
              <a:gd name="connsiteX1" fmla="*/ 0 w 315323"/>
              <a:gd name="connsiteY1" fmla="*/ 176674 h 176674"/>
              <a:gd name="connsiteX2" fmla="*/ 315323 w 315323"/>
              <a:gd name="connsiteY2" fmla="*/ 89589 h 176674"/>
              <a:gd name="connsiteX3" fmla="*/ 130855 w 315323"/>
              <a:gd name="connsiteY3" fmla="*/ 0 h 176674"/>
              <a:gd name="connsiteX0" fmla="*/ 110645 w 315323"/>
              <a:gd name="connsiteY0" fmla="*/ 0 h 176674"/>
              <a:gd name="connsiteX1" fmla="*/ 0 w 315323"/>
              <a:gd name="connsiteY1" fmla="*/ 176674 h 176674"/>
              <a:gd name="connsiteX2" fmla="*/ 315323 w 315323"/>
              <a:gd name="connsiteY2" fmla="*/ 89589 h 176674"/>
              <a:gd name="connsiteX3" fmla="*/ 110645 w 315323"/>
              <a:gd name="connsiteY3" fmla="*/ 0 h 176674"/>
              <a:gd name="connsiteX0" fmla="*/ 110645 w 228684"/>
              <a:gd name="connsiteY0" fmla="*/ 0 h 176674"/>
              <a:gd name="connsiteX1" fmla="*/ 0 w 228684"/>
              <a:gd name="connsiteY1" fmla="*/ 176674 h 176674"/>
              <a:gd name="connsiteX2" fmla="*/ 228684 w 228684"/>
              <a:gd name="connsiteY2" fmla="*/ 13761 h 176674"/>
              <a:gd name="connsiteX3" fmla="*/ 110645 w 228684"/>
              <a:gd name="connsiteY3" fmla="*/ 0 h 176674"/>
              <a:gd name="connsiteX0" fmla="*/ 30671 w 228684"/>
              <a:gd name="connsiteY0" fmla="*/ 0 h 230200"/>
              <a:gd name="connsiteX1" fmla="*/ 0 w 228684"/>
              <a:gd name="connsiteY1" fmla="*/ 230200 h 230200"/>
              <a:gd name="connsiteX2" fmla="*/ 228684 w 228684"/>
              <a:gd name="connsiteY2" fmla="*/ 67287 h 230200"/>
              <a:gd name="connsiteX3" fmla="*/ 30671 w 228684"/>
              <a:gd name="connsiteY3" fmla="*/ 0 h 230200"/>
              <a:gd name="connsiteX0" fmla="*/ 0 w 198013"/>
              <a:gd name="connsiteY0" fmla="*/ 0 h 163292"/>
              <a:gd name="connsiteX1" fmla="*/ 2652 w 198013"/>
              <a:gd name="connsiteY1" fmla="*/ 163292 h 163292"/>
              <a:gd name="connsiteX2" fmla="*/ 198013 w 198013"/>
              <a:gd name="connsiteY2" fmla="*/ 67287 h 163292"/>
              <a:gd name="connsiteX3" fmla="*/ 0 w 198013"/>
              <a:gd name="connsiteY3" fmla="*/ 0 h 1632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8013" h="163292">
                <a:moveTo>
                  <a:pt x="0" y="0"/>
                </a:moveTo>
                <a:lnTo>
                  <a:pt x="2652" y="163292"/>
                </a:lnTo>
                <a:lnTo>
                  <a:pt x="198013" y="67287"/>
                </a:lnTo>
                <a:lnTo>
                  <a:pt x="0" y="0"/>
                </a:lnTo>
                <a:close/>
              </a:path>
            </a:pathLst>
          </a:custGeom>
          <a:solidFill>
            <a:srgbClr val="7030A0">
              <a:alpha val="49969"/>
            </a:srgbClr>
          </a:solidFill>
          <a:ln w="6350"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riangle 11">
            <a:extLst>
              <a:ext uri="{FF2B5EF4-FFF2-40B4-BE49-F238E27FC236}">
                <a16:creationId xmlns:a16="http://schemas.microsoft.com/office/drawing/2014/main" id="{713E918E-7ABC-BA24-3D09-B84922F6EF38}"/>
              </a:ext>
            </a:extLst>
          </p:cNvPr>
          <p:cNvSpPr/>
          <p:nvPr userDrawn="1"/>
        </p:nvSpPr>
        <p:spPr>
          <a:xfrm>
            <a:off x="6576693" y="4367834"/>
            <a:ext cx="185677" cy="100465"/>
          </a:xfrm>
          <a:custGeom>
            <a:avLst/>
            <a:gdLst>
              <a:gd name="connsiteX0" fmla="*/ 0 w 867335"/>
              <a:gd name="connsiteY0" fmla="*/ 463685 h 463685"/>
              <a:gd name="connsiteX1" fmla="*/ 433668 w 867335"/>
              <a:gd name="connsiteY1" fmla="*/ 0 h 463685"/>
              <a:gd name="connsiteX2" fmla="*/ 867335 w 867335"/>
              <a:gd name="connsiteY2" fmla="*/ 463685 h 463685"/>
              <a:gd name="connsiteX3" fmla="*/ 0 w 867335"/>
              <a:gd name="connsiteY3" fmla="*/ 463685 h 463685"/>
              <a:gd name="connsiteX0" fmla="*/ 655544 w 1522879"/>
              <a:gd name="connsiteY0" fmla="*/ 1015015 h 1015015"/>
              <a:gd name="connsiteX1" fmla="*/ 0 w 1522879"/>
              <a:gd name="connsiteY1" fmla="*/ 0 h 1015015"/>
              <a:gd name="connsiteX2" fmla="*/ 1522879 w 1522879"/>
              <a:gd name="connsiteY2" fmla="*/ 1015015 h 1015015"/>
              <a:gd name="connsiteX3" fmla="*/ 655544 w 1522879"/>
              <a:gd name="connsiteY3" fmla="*/ 1015015 h 1015015"/>
              <a:gd name="connsiteX0" fmla="*/ 655544 w 843802"/>
              <a:gd name="connsiteY0" fmla="*/ 1015015 h 1015015"/>
              <a:gd name="connsiteX1" fmla="*/ 0 w 843802"/>
              <a:gd name="connsiteY1" fmla="*/ 0 h 1015015"/>
              <a:gd name="connsiteX2" fmla="*/ 843802 w 843802"/>
              <a:gd name="connsiteY2" fmla="*/ 228362 h 1015015"/>
              <a:gd name="connsiteX3" fmla="*/ 655544 w 843802"/>
              <a:gd name="connsiteY3" fmla="*/ 1015015 h 1015015"/>
              <a:gd name="connsiteX0" fmla="*/ 90768 w 843802"/>
              <a:gd name="connsiteY0" fmla="*/ 483856 h 483856"/>
              <a:gd name="connsiteX1" fmla="*/ 0 w 843802"/>
              <a:gd name="connsiteY1" fmla="*/ 0 h 483856"/>
              <a:gd name="connsiteX2" fmla="*/ 843802 w 843802"/>
              <a:gd name="connsiteY2" fmla="*/ 228362 h 483856"/>
              <a:gd name="connsiteX3" fmla="*/ 90768 w 843802"/>
              <a:gd name="connsiteY3" fmla="*/ 483856 h 483856"/>
              <a:gd name="connsiteX0" fmla="*/ 231962 w 843802"/>
              <a:gd name="connsiteY0" fmla="*/ 174574 h 228362"/>
              <a:gd name="connsiteX1" fmla="*/ 0 w 843802"/>
              <a:gd name="connsiteY1" fmla="*/ 0 h 228362"/>
              <a:gd name="connsiteX2" fmla="*/ 843802 w 843802"/>
              <a:gd name="connsiteY2" fmla="*/ 228362 h 228362"/>
              <a:gd name="connsiteX3" fmla="*/ 231962 w 843802"/>
              <a:gd name="connsiteY3" fmla="*/ 174574 h 228362"/>
              <a:gd name="connsiteX0" fmla="*/ 400051 w 843802"/>
              <a:gd name="connsiteY0" fmla="*/ 288874 h 288874"/>
              <a:gd name="connsiteX1" fmla="*/ 0 w 843802"/>
              <a:gd name="connsiteY1" fmla="*/ 0 h 288874"/>
              <a:gd name="connsiteX2" fmla="*/ 843802 w 843802"/>
              <a:gd name="connsiteY2" fmla="*/ 228362 h 288874"/>
              <a:gd name="connsiteX3" fmla="*/ 400051 w 843802"/>
              <a:gd name="connsiteY3" fmla="*/ 288874 h 288874"/>
              <a:gd name="connsiteX0" fmla="*/ 400051 w 863972"/>
              <a:gd name="connsiteY0" fmla="*/ 288874 h 288874"/>
              <a:gd name="connsiteX1" fmla="*/ 0 w 863972"/>
              <a:gd name="connsiteY1" fmla="*/ 0 h 288874"/>
              <a:gd name="connsiteX2" fmla="*/ 863972 w 863972"/>
              <a:gd name="connsiteY2" fmla="*/ 248532 h 288874"/>
              <a:gd name="connsiteX3" fmla="*/ 400051 w 863972"/>
              <a:gd name="connsiteY3" fmla="*/ 288874 h 288874"/>
              <a:gd name="connsiteX0" fmla="*/ 404813 w 868734"/>
              <a:gd name="connsiteY0" fmla="*/ 269824 h 269824"/>
              <a:gd name="connsiteX1" fmla="*/ 0 w 868734"/>
              <a:gd name="connsiteY1" fmla="*/ 0 h 269824"/>
              <a:gd name="connsiteX2" fmla="*/ 868734 w 868734"/>
              <a:gd name="connsiteY2" fmla="*/ 229482 h 269824"/>
              <a:gd name="connsiteX3" fmla="*/ 404813 w 868734"/>
              <a:gd name="connsiteY3" fmla="*/ 269824 h 269824"/>
              <a:gd name="connsiteX0" fmla="*/ 404813 w 887784"/>
              <a:gd name="connsiteY0" fmla="*/ 269824 h 269824"/>
              <a:gd name="connsiteX1" fmla="*/ 0 w 887784"/>
              <a:gd name="connsiteY1" fmla="*/ 0 h 269824"/>
              <a:gd name="connsiteX2" fmla="*/ 887784 w 887784"/>
              <a:gd name="connsiteY2" fmla="*/ 219957 h 269824"/>
              <a:gd name="connsiteX3" fmla="*/ 404813 w 887784"/>
              <a:gd name="connsiteY3" fmla="*/ 269824 h 269824"/>
              <a:gd name="connsiteX0" fmla="*/ 817192 w 817192"/>
              <a:gd name="connsiteY0" fmla="*/ 269824 h 824794"/>
              <a:gd name="connsiteX1" fmla="*/ 412379 w 817192"/>
              <a:gd name="connsiteY1" fmla="*/ 0 h 824794"/>
              <a:gd name="connsiteX2" fmla="*/ 0 w 817192"/>
              <a:gd name="connsiteY2" fmla="*/ 824794 h 824794"/>
              <a:gd name="connsiteX3" fmla="*/ 817192 w 817192"/>
              <a:gd name="connsiteY3" fmla="*/ 269824 h 824794"/>
              <a:gd name="connsiteX0" fmla="*/ 817192 w 817192"/>
              <a:gd name="connsiteY0" fmla="*/ 0 h 554970"/>
              <a:gd name="connsiteX1" fmla="*/ 121867 w 817192"/>
              <a:gd name="connsiteY1" fmla="*/ 73076 h 554970"/>
              <a:gd name="connsiteX2" fmla="*/ 0 w 817192"/>
              <a:gd name="connsiteY2" fmla="*/ 554970 h 554970"/>
              <a:gd name="connsiteX3" fmla="*/ 817192 w 817192"/>
              <a:gd name="connsiteY3" fmla="*/ 0 h 554970"/>
              <a:gd name="connsiteX0" fmla="*/ 298079 w 298079"/>
              <a:gd name="connsiteY0" fmla="*/ 641299 h 641299"/>
              <a:gd name="connsiteX1" fmla="*/ 121867 w 298079"/>
              <a:gd name="connsiteY1" fmla="*/ 0 h 641299"/>
              <a:gd name="connsiteX2" fmla="*/ 0 w 298079"/>
              <a:gd name="connsiteY2" fmla="*/ 481894 h 641299"/>
              <a:gd name="connsiteX3" fmla="*/ 298079 w 298079"/>
              <a:gd name="connsiteY3" fmla="*/ 641299 h 641299"/>
              <a:gd name="connsiteX0" fmla="*/ 307604 w 307604"/>
              <a:gd name="connsiteY0" fmla="*/ 160287 h 481894"/>
              <a:gd name="connsiteX1" fmla="*/ 121867 w 307604"/>
              <a:gd name="connsiteY1" fmla="*/ 0 h 481894"/>
              <a:gd name="connsiteX2" fmla="*/ 0 w 307604"/>
              <a:gd name="connsiteY2" fmla="*/ 481894 h 481894"/>
              <a:gd name="connsiteX3" fmla="*/ 307604 w 307604"/>
              <a:gd name="connsiteY3" fmla="*/ 160287 h 481894"/>
              <a:gd name="connsiteX0" fmla="*/ 338230 w 338230"/>
              <a:gd name="connsiteY0" fmla="*/ 160287 h 171261"/>
              <a:gd name="connsiteX1" fmla="*/ 152493 w 338230"/>
              <a:gd name="connsiteY1" fmla="*/ 0 h 171261"/>
              <a:gd name="connsiteX2" fmla="*/ 0 w 338230"/>
              <a:gd name="connsiteY2" fmla="*/ 171261 h 171261"/>
              <a:gd name="connsiteX3" fmla="*/ 338230 w 338230"/>
              <a:gd name="connsiteY3" fmla="*/ 160287 h 171261"/>
              <a:gd name="connsiteX0" fmla="*/ 395106 w 395106"/>
              <a:gd name="connsiteY0" fmla="*/ 99036 h 171261"/>
              <a:gd name="connsiteX1" fmla="*/ 152493 w 395106"/>
              <a:gd name="connsiteY1" fmla="*/ 0 h 171261"/>
              <a:gd name="connsiteX2" fmla="*/ 0 w 395106"/>
              <a:gd name="connsiteY2" fmla="*/ 171261 h 171261"/>
              <a:gd name="connsiteX3" fmla="*/ 395106 w 395106"/>
              <a:gd name="connsiteY3" fmla="*/ 99036 h 171261"/>
              <a:gd name="connsiteX0" fmla="*/ 388569 w 388569"/>
              <a:gd name="connsiteY0" fmla="*/ 7158 h 171261"/>
              <a:gd name="connsiteX1" fmla="*/ 152493 w 388569"/>
              <a:gd name="connsiteY1" fmla="*/ 0 h 171261"/>
              <a:gd name="connsiteX2" fmla="*/ 0 w 388569"/>
              <a:gd name="connsiteY2" fmla="*/ 171261 h 171261"/>
              <a:gd name="connsiteX3" fmla="*/ 388569 w 388569"/>
              <a:gd name="connsiteY3" fmla="*/ 7158 h 171261"/>
              <a:gd name="connsiteX0" fmla="*/ 236076 w 236076"/>
              <a:gd name="connsiteY0" fmla="*/ 7158 h 219387"/>
              <a:gd name="connsiteX1" fmla="*/ 0 w 236076"/>
              <a:gd name="connsiteY1" fmla="*/ 0 h 219387"/>
              <a:gd name="connsiteX2" fmla="*/ 43617 w 236076"/>
              <a:gd name="connsiteY2" fmla="*/ 219387 h 219387"/>
              <a:gd name="connsiteX3" fmla="*/ 236076 w 236076"/>
              <a:gd name="connsiteY3" fmla="*/ 7158 h 219387"/>
              <a:gd name="connsiteX0" fmla="*/ 262224 w 262224"/>
              <a:gd name="connsiteY0" fmla="*/ 2782 h 215011"/>
              <a:gd name="connsiteX1" fmla="*/ 0 w 262224"/>
              <a:gd name="connsiteY1" fmla="*/ 0 h 215011"/>
              <a:gd name="connsiteX2" fmla="*/ 69765 w 262224"/>
              <a:gd name="connsiteY2" fmla="*/ 215011 h 215011"/>
              <a:gd name="connsiteX3" fmla="*/ 262224 w 262224"/>
              <a:gd name="connsiteY3" fmla="*/ 2782 h 215011"/>
              <a:gd name="connsiteX0" fmla="*/ 240329 w 240329"/>
              <a:gd name="connsiteY0" fmla="*/ 0 h 212229"/>
              <a:gd name="connsiteX1" fmla="*/ 0 w 240329"/>
              <a:gd name="connsiteY1" fmla="*/ 14803 h 212229"/>
              <a:gd name="connsiteX2" fmla="*/ 47870 w 240329"/>
              <a:gd name="connsiteY2" fmla="*/ 212229 h 212229"/>
              <a:gd name="connsiteX3" fmla="*/ 240329 w 240329"/>
              <a:gd name="connsiteY3" fmla="*/ 0 h 212229"/>
              <a:gd name="connsiteX0" fmla="*/ 551236 w 551236"/>
              <a:gd name="connsiteY0" fmla="*/ 0 h 276706"/>
              <a:gd name="connsiteX1" fmla="*/ 0 w 551236"/>
              <a:gd name="connsiteY1" fmla="*/ 79280 h 276706"/>
              <a:gd name="connsiteX2" fmla="*/ 47870 w 551236"/>
              <a:gd name="connsiteY2" fmla="*/ 276706 h 276706"/>
              <a:gd name="connsiteX3" fmla="*/ 551236 w 551236"/>
              <a:gd name="connsiteY3" fmla="*/ 0 h 276706"/>
              <a:gd name="connsiteX0" fmla="*/ 551236 w 551236"/>
              <a:gd name="connsiteY0" fmla="*/ 0 h 306013"/>
              <a:gd name="connsiteX1" fmla="*/ 0 w 551236"/>
              <a:gd name="connsiteY1" fmla="*/ 79280 h 306013"/>
              <a:gd name="connsiteX2" fmla="*/ 266818 w 551236"/>
              <a:gd name="connsiteY2" fmla="*/ 306013 h 306013"/>
              <a:gd name="connsiteX3" fmla="*/ 551236 w 551236"/>
              <a:gd name="connsiteY3" fmla="*/ 0 h 306013"/>
              <a:gd name="connsiteX0" fmla="*/ 514857 w 514857"/>
              <a:gd name="connsiteY0" fmla="*/ 0 h 316835"/>
              <a:gd name="connsiteX1" fmla="*/ 0 w 514857"/>
              <a:gd name="connsiteY1" fmla="*/ 90102 h 316835"/>
              <a:gd name="connsiteX2" fmla="*/ 266818 w 514857"/>
              <a:gd name="connsiteY2" fmla="*/ 316835 h 316835"/>
              <a:gd name="connsiteX3" fmla="*/ 514857 w 514857"/>
              <a:gd name="connsiteY3" fmla="*/ 0 h 316835"/>
              <a:gd name="connsiteX0" fmla="*/ 648246 w 648246"/>
              <a:gd name="connsiteY0" fmla="*/ 175020 h 226733"/>
              <a:gd name="connsiteX1" fmla="*/ 0 w 648246"/>
              <a:gd name="connsiteY1" fmla="*/ 0 h 226733"/>
              <a:gd name="connsiteX2" fmla="*/ 266818 w 648246"/>
              <a:gd name="connsiteY2" fmla="*/ 226733 h 226733"/>
              <a:gd name="connsiteX3" fmla="*/ 648246 w 648246"/>
              <a:gd name="connsiteY3" fmla="*/ 175020 h 226733"/>
              <a:gd name="connsiteX0" fmla="*/ 381428 w 381428"/>
              <a:gd name="connsiteY0" fmla="*/ 137145 h 188858"/>
              <a:gd name="connsiteX1" fmla="*/ 177814 w 381428"/>
              <a:gd name="connsiteY1" fmla="*/ 0 h 188858"/>
              <a:gd name="connsiteX2" fmla="*/ 0 w 381428"/>
              <a:gd name="connsiteY2" fmla="*/ 188858 h 188858"/>
              <a:gd name="connsiteX3" fmla="*/ 381428 w 381428"/>
              <a:gd name="connsiteY3" fmla="*/ 137145 h 188858"/>
              <a:gd name="connsiteX0" fmla="*/ 547155 w 547155"/>
              <a:gd name="connsiteY0" fmla="*/ 137145 h 270018"/>
              <a:gd name="connsiteX1" fmla="*/ 343541 w 547155"/>
              <a:gd name="connsiteY1" fmla="*/ 0 h 270018"/>
              <a:gd name="connsiteX2" fmla="*/ 0 w 547155"/>
              <a:gd name="connsiteY2" fmla="*/ 270018 h 270018"/>
              <a:gd name="connsiteX3" fmla="*/ 547155 w 547155"/>
              <a:gd name="connsiteY3" fmla="*/ 137145 h 270018"/>
              <a:gd name="connsiteX0" fmla="*/ 696713 w 696713"/>
              <a:gd name="connsiteY0" fmla="*/ 158787 h 270018"/>
              <a:gd name="connsiteX1" fmla="*/ 343541 w 696713"/>
              <a:gd name="connsiteY1" fmla="*/ 0 h 270018"/>
              <a:gd name="connsiteX2" fmla="*/ 0 w 696713"/>
              <a:gd name="connsiteY2" fmla="*/ 270018 h 270018"/>
              <a:gd name="connsiteX3" fmla="*/ 696713 w 696713"/>
              <a:gd name="connsiteY3" fmla="*/ 158787 h 270018"/>
              <a:gd name="connsiteX0" fmla="*/ 696713 w 696713"/>
              <a:gd name="connsiteY0" fmla="*/ 239947 h 351178"/>
              <a:gd name="connsiteX1" fmla="*/ 529479 w 696713"/>
              <a:gd name="connsiteY1" fmla="*/ 0 h 351178"/>
              <a:gd name="connsiteX2" fmla="*/ 0 w 696713"/>
              <a:gd name="connsiteY2" fmla="*/ 351178 h 351178"/>
              <a:gd name="connsiteX3" fmla="*/ 696713 w 696713"/>
              <a:gd name="connsiteY3" fmla="*/ 239947 h 351178"/>
              <a:gd name="connsiteX0" fmla="*/ 393554 w 393554"/>
              <a:gd name="connsiteY0" fmla="*/ 239947 h 275429"/>
              <a:gd name="connsiteX1" fmla="*/ 226320 w 393554"/>
              <a:gd name="connsiteY1" fmla="*/ 0 h 275429"/>
              <a:gd name="connsiteX2" fmla="*/ 0 w 393554"/>
              <a:gd name="connsiteY2" fmla="*/ 275429 h 275429"/>
              <a:gd name="connsiteX3" fmla="*/ 393554 w 393554"/>
              <a:gd name="connsiteY3" fmla="*/ 239947 h 275429"/>
              <a:gd name="connsiteX0" fmla="*/ 535028 w 535028"/>
              <a:gd name="connsiteY0" fmla="*/ 72216 h 275429"/>
              <a:gd name="connsiteX1" fmla="*/ 226320 w 535028"/>
              <a:gd name="connsiteY1" fmla="*/ 0 h 275429"/>
              <a:gd name="connsiteX2" fmla="*/ 0 w 535028"/>
              <a:gd name="connsiteY2" fmla="*/ 275429 h 275429"/>
              <a:gd name="connsiteX3" fmla="*/ 535028 w 535028"/>
              <a:gd name="connsiteY3" fmla="*/ 72216 h 275429"/>
              <a:gd name="connsiteX0" fmla="*/ 308708 w 493177"/>
              <a:gd name="connsiteY0" fmla="*/ 72216 h 161805"/>
              <a:gd name="connsiteX1" fmla="*/ 0 w 493177"/>
              <a:gd name="connsiteY1" fmla="*/ 0 h 161805"/>
              <a:gd name="connsiteX2" fmla="*/ 493176 w 493177"/>
              <a:gd name="connsiteY2" fmla="*/ 161805 h 161805"/>
              <a:gd name="connsiteX3" fmla="*/ 308708 w 493177"/>
              <a:gd name="connsiteY3" fmla="*/ 72216 h 161805"/>
              <a:gd name="connsiteX0" fmla="*/ 130855 w 315323"/>
              <a:gd name="connsiteY0" fmla="*/ 0 h 176674"/>
              <a:gd name="connsiteX1" fmla="*/ 0 w 315323"/>
              <a:gd name="connsiteY1" fmla="*/ 176674 h 176674"/>
              <a:gd name="connsiteX2" fmla="*/ 315323 w 315323"/>
              <a:gd name="connsiteY2" fmla="*/ 89589 h 176674"/>
              <a:gd name="connsiteX3" fmla="*/ 130855 w 315323"/>
              <a:gd name="connsiteY3" fmla="*/ 0 h 176674"/>
              <a:gd name="connsiteX0" fmla="*/ 110645 w 315323"/>
              <a:gd name="connsiteY0" fmla="*/ 0 h 176674"/>
              <a:gd name="connsiteX1" fmla="*/ 0 w 315323"/>
              <a:gd name="connsiteY1" fmla="*/ 176674 h 176674"/>
              <a:gd name="connsiteX2" fmla="*/ 315323 w 315323"/>
              <a:gd name="connsiteY2" fmla="*/ 89589 h 176674"/>
              <a:gd name="connsiteX3" fmla="*/ 110645 w 315323"/>
              <a:gd name="connsiteY3" fmla="*/ 0 h 176674"/>
              <a:gd name="connsiteX0" fmla="*/ 110645 w 228684"/>
              <a:gd name="connsiteY0" fmla="*/ 0 h 176674"/>
              <a:gd name="connsiteX1" fmla="*/ 0 w 228684"/>
              <a:gd name="connsiteY1" fmla="*/ 176674 h 176674"/>
              <a:gd name="connsiteX2" fmla="*/ 228684 w 228684"/>
              <a:gd name="connsiteY2" fmla="*/ 13761 h 176674"/>
              <a:gd name="connsiteX3" fmla="*/ 110645 w 228684"/>
              <a:gd name="connsiteY3" fmla="*/ 0 h 176674"/>
              <a:gd name="connsiteX0" fmla="*/ 30671 w 228684"/>
              <a:gd name="connsiteY0" fmla="*/ 0 h 230200"/>
              <a:gd name="connsiteX1" fmla="*/ 0 w 228684"/>
              <a:gd name="connsiteY1" fmla="*/ 230200 h 230200"/>
              <a:gd name="connsiteX2" fmla="*/ 228684 w 228684"/>
              <a:gd name="connsiteY2" fmla="*/ 67287 h 230200"/>
              <a:gd name="connsiteX3" fmla="*/ 30671 w 228684"/>
              <a:gd name="connsiteY3" fmla="*/ 0 h 230200"/>
              <a:gd name="connsiteX0" fmla="*/ 0 w 198013"/>
              <a:gd name="connsiteY0" fmla="*/ 0 h 163292"/>
              <a:gd name="connsiteX1" fmla="*/ 2652 w 198013"/>
              <a:gd name="connsiteY1" fmla="*/ 163292 h 163292"/>
              <a:gd name="connsiteX2" fmla="*/ 198013 w 198013"/>
              <a:gd name="connsiteY2" fmla="*/ 67287 h 163292"/>
              <a:gd name="connsiteX3" fmla="*/ 0 w 198013"/>
              <a:gd name="connsiteY3" fmla="*/ 0 h 163292"/>
              <a:gd name="connsiteX0" fmla="*/ 30671 w 228684"/>
              <a:gd name="connsiteY0" fmla="*/ 0 h 87464"/>
              <a:gd name="connsiteX1" fmla="*/ 0 w 228684"/>
              <a:gd name="connsiteY1" fmla="*/ 87464 h 87464"/>
              <a:gd name="connsiteX2" fmla="*/ 228684 w 228684"/>
              <a:gd name="connsiteY2" fmla="*/ 67287 h 87464"/>
              <a:gd name="connsiteX3" fmla="*/ 30671 w 228684"/>
              <a:gd name="connsiteY3" fmla="*/ 0 h 87464"/>
              <a:gd name="connsiteX0" fmla="*/ 30671 w 138713"/>
              <a:gd name="connsiteY0" fmla="*/ 13001 h 100465"/>
              <a:gd name="connsiteX1" fmla="*/ 0 w 138713"/>
              <a:gd name="connsiteY1" fmla="*/ 100465 h 100465"/>
              <a:gd name="connsiteX2" fmla="*/ 138713 w 138713"/>
              <a:gd name="connsiteY2" fmla="*/ 0 h 100465"/>
              <a:gd name="connsiteX3" fmla="*/ 30671 w 138713"/>
              <a:gd name="connsiteY3" fmla="*/ 13001 h 1004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38713" h="100465">
                <a:moveTo>
                  <a:pt x="30671" y="13001"/>
                </a:moveTo>
                <a:lnTo>
                  <a:pt x="0" y="100465"/>
                </a:lnTo>
                <a:lnTo>
                  <a:pt x="138713" y="0"/>
                </a:lnTo>
                <a:lnTo>
                  <a:pt x="30671" y="13001"/>
                </a:lnTo>
                <a:close/>
              </a:path>
            </a:pathLst>
          </a:custGeom>
          <a:solidFill>
            <a:srgbClr val="7030A0">
              <a:alpha val="49969"/>
            </a:srgbClr>
          </a:solidFill>
          <a:ln w="6350"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5C73E4D-0335-5D15-203C-28AE4441F36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98023" y="998"/>
            <a:ext cx="2220685" cy="559241"/>
          </a:xfrm>
          <a:prstGeom prst="rect">
            <a:avLst/>
          </a:prstGeom>
        </p:spPr>
      </p:pic>
      <p:sp>
        <p:nvSpPr>
          <p:cNvPr id="14" name="Title 1">
            <a:extLst>
              <a:ext uri="{FF2B5EF4-FFF2-40B4-BE49-F238E27FC236}">
                <a16:creationId xmlns:a16="http://schemas.microsoft.com/office/drawing/2014/main" id="{CC805D5A-2239-0EAD-97FC-995F546AF2A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95620" y="2250299"/>
            <a:ext cx="5587502" cy="2801185"/>
          </a:xfrm>
        </p:spPr>
        <p:txBody>
          <a:bodyPr anchor="ctr">
            <a:noAutofit/>
          </a:bodyPr>
          <a:lstStyle>
            <a:lvl1pPr algn="l">
              <a:defRPr sz="4800" b="1">
                <a:solidFill>
                  <a:srgbClr val="7030A0"/>
                </a:solidFill>
                <a:latin typeface="Century Gothic" panose="020B0502020202020204" pitchFamily="34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8504470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Section Slide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5F3F376B-2D11-13B8-753C-3269CEC819D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97133" y="-1"/>
            <a:ext cx="9794867" cy="6837479"/>
          </a:xfrm>
          <a:prstGeom prst="rect">
            <a:avLst/>
          </a:prstGeom>
        </p:spPr>
      </p:pic>
      <p:sp>
        <p:nvSpPr>
          <p:cNvPr id="196" name="Rectangle 195">
            <a:extLst>
              <a:ext uri="{FF2B5EF4-FFF2-40B4-BE49-F238E27FC236}">
                <a16:creationId xmlns:a16="http://schemas.microsoft.com/office/drawing/2014/main" id="{35239F10-2BB0-0564-FAEB-7D62C4ECA030}"/>
              </a:ext>
            </a:extLst>
          </p:cNvPr>
          <p:cNvSpPr/>
          <p:nvPr userDrawn="1"/>
        </p:nvSpPr>
        <p:spPr>
          <a:xfrm>
            <a:off x="4665320" y="20521"/>
            <a:ext cx="7526680" cy="6837479"/>
          </a:xfrm>
          <a:custGeom>
            <a:avLst/>
            <a:gdLst>
              <a:gd name="connsiteX0" fmla="*/ 0 w 7526680"/>
              <a:gd name="connsiteY0" fmla="*/ 0 h 6837479"/>
              <a:gd name="connsiteX1" fmla="*/ 7526680 w 7526680"/>
              <a:gd name="connsiteY1" fmla="*/ 0 h 6837479"/>
              <a:gd name="connsiteX2" fmla="*/ 7526680 w 7526680"/>
              <a:gd name="connsiteY2" fmla="*/ 6837479 h 6837479"/>
              <a:gd name="connsiteX3" fmla="*/ 0 w 7526680"/>
              <a:gd name="connsiteY3" fmla="*/ 6837479 h 6837479"/>
              <a:gd name="connsiteX4" fmla="*/ 0 w 7526680"/>
              <a:gd name="connsiteY4" fmla="*/ 0 h 6837479"/>
              <a:gd name="connsiteX0" fmla="*/ 5664529 w 7526680"/>
              <a:gd name="connsiteY0" fmla="*/ 0 h 6837479"/>
              <a:gd name="connsiteX1" fmla="*/ 7526680 w 7526680"/>
              <a:gd name="connsiteY1" fmla="*/ 0 h 6837479"/>
              <a:gd name="connsiteX2" fmla="*/ 7526680 w 7526680"/>
              <a:gd name="connsiteY2" fmla="*/ 6837479 h 6837479"/>
              <a:gd name="connsiteX3" fmla="*/ 0 w 7526680"/>
              <a:gd name="connsiteY3" fmla="*/ 6837479 h 6837479"/>
              <a:gd name="connsiteX4" fmla="*/ 5664529 w 7526680"/>
              <a:gd name="connsiteY4" fmla="*/ 0 h 68374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526680" h="6837479">
                <a:moveTo>
                  <a:pt x="5664529" y="0"/>
                </a:moveTo>
                <a:lnTo>
                  <a:pt x="7526680" y="0"/>
                </a:lnTo>
                <a:lnTo>
                  <a:pt x="7526680" y="6837479"/>
                </a:lnTo>
                <a:lnTo>
                  <a:pt x="0" y="6837479"/>
                </a:lnTo>
                <a:lnTo>
                  <a:pt x="5664529" y="0"/>
                </a:lnTo>
                <a:close/>
              </a:path>
            </a:pathLst>
          </a:custGeom>
          <a:gradFill flip="none" rotWithShape="1">
            <a:gsLst>
              <a:gs pos="0">
                <a:srgbClr val="B0BBC1">
                  <a:alpha val="79000"/>
                </a:srgbClr>
              </a:gs>
              <a:gs pos="34000">
                <a:srgbClr val="B8B8B8">
                  <a:alpha val="53000"/>
                </a:srgbClr>
              </a:gs>
              <a:gs pos="100000">
                <a:schemeClr val="bg1">
                  <a:alpha val="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3" name="Rectangle 1223">
            <a:extLst>
              <a:ext uri="{FF2B5EF4-FFF2-40B4-BE49-F238E27FC236}">
                <a16:creationId xmlns:a16="http://schemas.microsoft.com/office/drawing/2014/main" id="{3555C829-791D-E772-A53B-2E883DC80B52}"/>
              </a:ext>
            </a:extLst>
          </p:cNvPr>
          <p:cNvSpPr/>
          <p:nvPr userDrawn="1"/>
        </p:nvSpPr>
        <p:spPr>
          <a:xfrm rot="18763263">
            <a:off x="8281635" y="1857849"/>
            <a:ext cx="3895679" cy="5745042"/>
          </a:xfrm>
          <a:custGeom>
            <a:avLst/>
            <a:gdLst>
              <a:gd name="connsiteX0" fmla="*/ 0 w 3894583"/>
              <a:gd name="connsiteY0" fmla="*/ 0 h 4057711"/>
              <a:gd name="connsiteX1" fmla="*/ 3894583 w 3894583"/>
              <a:gd name="connsiteY1" fmla="*/ 0 h 4057711"/>
              <a:gd name="connsiteX2" fmla="*/ 3894583 w 3894583"/>
              <a:gd name="connsiteY2" fmla="*/ 4057711 h 4057711"/>
              <a:gd name="connsiteX3" fmla="*/ 0 w 3894583"/>
              <a:gd name="connsiteY3" fmla="*/ 4057711 h 4057711"/>
              <a:gd name="connsiteX4" fmla="*/ 0 w 3894583"/>
              <a:gd name="connsiteY4" fmla="*/ 0 h 4057711"/>
              <a:gd name="connsiteX0" fmla="*/ 0 w 3903321"/>
              <a:gd name="connsiteY0" fmla="*/ 0 h 4057711"/>
              <a:gd name="connsiteX1" fmla="*/ 3894583 w 3903321"/>
              <a:gd name="connsiteY1" fmla="*/ 0 h 4057711"/>
              <a:gd name="connsiteX2" fmla="*/ 3903321 w 3903321"/>
              <a:gd name="connsiteY2" fmla="*/ 3716946 h 4057711"/>
              <a:gd name="connsiteX3" fmla="*/ 0 w 3903321"/>
              <a:gd name="connsiteY3" fmla="*/ 4057711 h 4057711"/>
              <a:gd name="connsiteX4" fmla="*/ 0 w 3903321"/>
              <a:gd name="connsiteY4" fmla="*/ 0 h 4057711"/>
              <a:gd name="connsiteX0" fmla="*/ 0 w 3903321"/>
              <a:gd name="connsiteY0" fmla="*/ 0 h 4057711"/>
              <a:gd name="connsiteX1" fmla="*/ 3894583 w 3903321"/>
              <a:gd name="connsiteY1" fmla="*/ 0 h 4057711"/>
              <a:gd name="connsiteX2" fmla="*/ 3903321 w 3903321"/>
              <a:gd name="connsiteY2" fmla="*/ 3716946 h 4057711"/>
              <a:gd name="connsiteX3" fmla="*/ 3300948 w 3903321"/>
              <a:gd name="connsiteY3" fmla="*/ 3775471 h 4057711"/>
              <a:gd name="connsiteX4" fmla="*/ 0 w 3903321"/>
              <a:gd name="connsiteY4" fmla="*/ 4057711 h 4057711"/>
              <a:gd name="connsiteX5" fmla="*/ 0 w 3903321"/>
              <a:gd name="connsiteY5" fmla="*/ 0 h 4057711"/>
              <a:gd name="connsiteX0" fmla="*/ 0 w 3903321"/>
              <a:gd name="connsiteY0" fmla="*/ 0 h 5732682"/>
              <a:gd name="connsiteX1" fmla="*/ 3894583 w 3903321"/>
              <a:gd name="connsiteY1" fmla="*/ 0 h 5732682"/>
              <a:gd name="connsiteX2" fmla="*/ 3903321 w 3903321"/>
              <a:gd name="connsiteY2" fmla="*/ 3716946 h 5732682"/>
              <a:gd name="connsiteX3" fmla="*/ 1815565 w 3903321"/>
              <a:gd name="connsiteY3" fmla="*/ 5732682 h 5732682"/>
              <a:gd name="connsiteX4" fmla="*/ 0 w 3903321"/>
              <a:gd name="connsiteY4" fmla="*/ 4057711 h 5732682"/>
              <a:gd name="connsiteX5" fmla="*/ 0 w 3903321"/>
              <a:gd name="connsiteY5" fmla="*/ 0 h 5732682"/>
              <a:gd name="connsiteX0" fmla="*/ 0 w 3894835"/>
              <a:gd name="connsiteY0" fmla="*/ 0 h 5732682"/>
              <a:gd name="connsiteX1" fmla="*/ 3894583 w 3894835"/>
              <a:gd name="connsiteY1" fmla="*/ 0 h 5732682"/>
              <a:gd name="connsiteX2" fmla="*/ 3877108 w 3894835"/>
              <a:gd name="connsiteY2" fmla="*/ 3690733 h 5732682"/>
              <a:gd name="connsiteX3" fmla="*/ 1815565 w 3894835"/>
              <a:gd name="connsiteY3" fmla="*/ 5732682 h 5732682"/>
              <a:gd name="connsiteX4" fmla="*/ 0 w 3894835"/>
              <a:gd name="connsiteY4" fmla="*/ 4057711 h 5732682"/>
              <a:gd name="connsiteX5" fmla="*/ 0 w 3894835"/>
              <a:gd name="connsiteY5" fmla="*/ 0 h 5732682"/>
              <a:gd name="connsiteX0" fmla="*/ 0 w 3894835"/>
              <a:gd name="connsiteY0" fmla="*/ 0 h 5732682"/>
              <a:gd name="connsiteX1" fmla="*/ 3894583 w 3894835"/>
              <a:gd name="connsiteY1" fmla="*/ 0 h 5732682"/>
              <a:gd name="connsiteX2" fmla="*/ 3877108 w 3894835"/>
              <a:gd name="connsiteY2" fmla="*/ 3690733 h 5732682"/>
              <a:gd name="connsiteX3" fmla="*/ 1815565 w 3894835"/>
              <a:gd name="connsiteY3" fmla="*/ 5732682 h 5732682"/>
              <a:gd name="connsiteX4" fmla="*/ 8738 w 3894835"/>
              <a:gd name="connsiteY4" fmla="*/ 4031498 h 5732682"/>
              <a:gd name="connsiteX5" fmla="*/ 0 w 3894835"/>
              <a:gd name="connsiteY5" fmla="*/ 0 h 5732682"/>
              <a:gd name="connsiteX0" fmla="*/ 0 w 3894835"/>
              <a:gd name="connsiteY0" fmla="*/ 0 h 5732682"/>
              <a:gd name="connsiteX1" fmla="*/ 3894583 w 3894835"/>
              <a:gd name="connsiteY1" fmla="*/ 0 h 5732682"/>
              <a:gd name="connsiteX2" fmla="*/ 3877108 w 3894835"/>
              <a:gd name="connsiteY2" fmla="*/ 3690733 h 5732682"/>
              <a:gd name="connsiteX3" fmla="*/ 1815565 w 3894835"/>
              <a:gd name="connsiteY3" fmla="*/ 5732682 h 5732682"/>
              <a:gd name="connsiteX4" fmla="*/ 13911 w 3894835"/>
              <a:gd name="connsiteY4" fmla="*/ 4005635 h 5732682"/>
              <a:gd name="connsiteX5" fmla="*/ 0 w 3894835"/>
              <a:gd name="connsiteY5" fmla="*/ 0 h 5732682"/>
              <a:gd name="connsiteX0" fmla="*/ 0 w 3894835"/>
              <a:gd name="connsiteY0" fmla="*/ 0 h 5732682"/>
              <a:gd name="connsiteX1" fmla="*/ 3894583 w 3894835"/>
              <a:gd name="connsiteY1" fmla="*/ 0 h 5732682"/>
              <a:gd name="connsiteX2" fmla="*/ 3877108 w 3894835"/>
              <a:gd name="connsiteY2" fmla="*/ 3690733 h 5732682"/>
              <a:gd name="connsiteX3" fmla="*/ 1815565 w 3894835"/>
              <a:gd name="connsiteY3" fmla="*/ 5732682 h 5732682"/>
              <a:gd name="connsiteX4" fmla="*/ 3566 w 3894835"/>
              <a:gd name="connsiteY4" fmla="*/ 3964254 h 5732682"/>
              <a:gd name="connsiteX5" fmla="*/ 0 w 3894835"/>
              <a:gd name="connsiteY5" fmla="*/ 0 h 5732682"/>
              <a:gd name="connsiteX0" fmla="*/ 0 w 3894835"/>
              <a:gd name="connsiteY0" fmla="*/ 0 h 5748200"/>
              <a:gd name="connsiteX1" fmla="*/ 3894583 w 3894835"/>
              <a:gd name="connsiteY1" fmla="*/ 0 h 5748200"/>
              <a:gd name="connsiteX2" fmla="*/ 3877108 w 3894835"/>
              <a:gd name="connsiteY2" fmla="*/ 3690733 h 5748200"/>
              <a:gd name="connsiteX3" fmla="*/ 1800048 w 3894835"/>
              <a:gd name="connsiteY3" fmla="*/ 5748200 h 5748200"/>
              <a:gd name="connsiteX4" fmla="*/ 3566 w 3894835"/>
              <a:gd name="connsiteY4" fmla="*/ 3964254 h 5748200"/>
              <a:gd name="connsiteX5" fmla="*/ 0 w 3894835"/>
              <a:gd name="connsiteY5" fmla="*/ 0 h 5748200"/>
              <a:gd name="connsiteX0" fmla="*/ 0 w 3894835"/>
              <a:gd name="connsiteY0" fmla="*/ 0 h 5285318"/>
              <a:gd name="connsiteX1" fmla="*/ 3894583 w 3894835"/>
              <a:gd name="connsiteY1" fmla="*/ 0 h 5285318"/>
              <a:gd name="connsiteX2" fmla="*/ 3877108 w 3894835"/>
              <a:gd name="connsiteY2" fmla="*/ 3690733 h 5285318"/>
              <a:gd name="connsiteX3" fmla="*/ 1721974 w 3894835"/>
              <a:gd name="connsiteY3" fmla="*/ 5285318 h 5285318"/>
              <a:gd name="connsiteX4" fmla="*/ 3566 w 3894835"/>
              <a:gd name="connsiteY4" fmla="*/ 3964254 h 5285318"/>
              <a:gd name="connsiteX5" fmla="*/ 0 w 3894835"/>
              <a:gd name="connsiteY5" fmla="*/ 0 h 5285318"/>
              <a:gd name="connsiteX0" fmla="*/ 903 w 3895738"/>
              <a:gd name="connsiteY0" fmla="*/ 0 h 5285318"/>
              <a:gd name="connsiteX1" fmla="*/ 3895486 w 3895738"/>
              <a:gd name="connsiteY1" fmla="*/ 0 h 5285318"/>
              <a:gd name="connsiteX2" fmla="*/ 3878011 w 3895738"/>
              <a:gd name="connsiteY2" fmla="*/ 3690733 h 5285318"/>
              <a:gd name="connsiteX3" fmla="*/ 1722877 w 3895738"/>
              <a:gd name="connsiteY3" fmla="*/ 5285318 h 5285318"/>
              <a:gd name="connsiteX4" fmla="*/ 832 w 3895738"/>
              <a:gd name="connsiteY4" fmla="*/ 3913023 h 5285318"/>
              <a:gd name="connsiteX5" fmla="*/ 903 w 3895738"/>
              <a:gd name="connsiteY5" fmla="*/ 0 h 5285318"/>
              <a:gd name="connsiteX0" fmla="*/ 903 w 3895679"/>
              <a:gd name="connsiteY0" fmla="*/ 0 h 5285318"/>
              <a:gd name="connsiteX1" fmla="*/ 3895486 w 3895679"/>
              <a:gd name="connsiteY1" fmla="*/ 0 h 5285318"/>
              <a:gd name="connsiteX2" fmla="*/ 3870313 w 3895679"/>
              <a:gd name="connsiteY2" fmla="*/ 3741513 h 5285318"/>
              <a:gd name="connsiteX3" fmla="*/ 1722877 w 3895679"/>
              <a:gd name="connsiteY3" fmla="*/ 5285318 h 5285318"/>
              <a:gd name="connsiteX4" fmla="*/ 832 w 3895679"/>
              <a:gd name="connsiteY4" fmla="*/ 3913023 h 5285318"/>
              <a:gd name="connsiteX5" fmla="*/ 903 w 3895679"/>
              <a:gd name="connsiteY5" fmla="*/ 0 h 5285318"/>
              <a:gd name="connsiteX0" fmla="*/ 903 w 3895679"/>
              <a:gd name="connsiteY0" fmla="*/ 0 h 5745042"/>
              <a:gd name="connsiteX1" fmla="*/ 3895486 w 3895679"/>
              <a:gd name="connsiteY1" fmla="*/ 0 h 5745042"/>
              <a:gd name="connsiteX2" fmla="*/ 3870313 w 3895679"/>
              <a:gd name="connsiteY2" fmla="*/ 3741513 h 5745042"/>
              <a:gd name="connsiteX3" fmla="*/ 1721610 w 3895679"/>
              <a:gd name="connsiteY3" fmla="*/ 5745042 h 5745042"/>
              <a:gd name="connsiteX4" fmla="*/ 832 w 3895679"/>
              <a:gd name="connsiteY4" fmla="*/ 3913023 h 5745042"/>
              <a:gd name="connsiteX5" fmla="*/ 903 w 3895679"/>
              <a:gd name="connsiteY5" fmla="*/ 0 h 5745042"/>
              <a:gd name="connsiteX0" fmla="*/ 903 w 3895679"/>
              <a:gd name="connsiteY0" fmla="*/ 0 h 5745042"/>
              <a:gd name="connsiteX1" fmla="*/ 3895486 w 3895679"/>
              <a:gd name="connsiteY1" fmla="*/ 0 h 5745042"/>
              <a:gd name="connsiteX2" fmla="*/ 3870313 w 3895679"/>
              <a:gd name="connsiteY2" fmla="*/ 3741513 h 5745042"/>
              <a:gd name="connsiteX3" fmla="*/ 1721610 w 3895679"/>
              <a:gd name="connsiteY3" fmla="*/ 5745042 h 5745042"/>
              <a:gd name="connsiteX4" fmla="*/ 832 w 3895679"/>
              <a:gd name="connsiteY4" fmla="*/ 3913023 h 5745042"/>
              <a:gd name="connsiteX5" fmla="*/ 903 w 3895679"/>
              <a:gd name="connsiteY5" fmla="*/ 0 h 57450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895679" h="5745042">
                <a:moveTo>
                  <a:pt x="903" y="0"/>
                </a:moveTo>
                <a:lnTo>
                  <a:pt x="3895486" y="0"/>
                </a:lnTo>
                <a:cubicBezTo>
                  <a:pt x="3898399" y="1238982"/>
                  <a:pt x="3867400" y="2502531"/>
                  <a:pt x="3870313" y="3741513"/>
                </a:cubicBezTo>
                <a:lnTo>
                  <a:pt x="1721610" y="5745042"/>
                </a:lnTo>
                <a:cubicBezTo>
                  <a:pt x="1130479" y="5099613"/>
                  <a:pt x="599659" y="4507672"/>
                  <a:pt x="832" y="3913023"/>
                </a:cubicBezTo>
                <a:cubicBezTo>
                  <a:pt x="-2081" y="2569190"/>
                  <a:pt x="3816" y="1343833"/>
                  <a:pt x="903" y="0"/>
                </a:cubicBezTo>
                <a:close/>
              </a:path>
            </a:pathLst>
          </a:custGeom>
          <a:gradFill>
            <a:gsLst>
              <a:gs pos="0">
                <a:schemeClr val="tx1">
                  <a:lumMod val="85000"/>
                  <a:lumOff val="15000"/>
                  <a:alpha val="19252"/>
                </a:schemeClr>
              </a:gs>
              <a:gs pos="100000">
                <a:schemeClr val="tx1">
                  <a:lumMod val="75000"/>
                  <a:lumOff val="25000"/>
                  <a:alpha val="26925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724" name="Rectangle 1222">
            <a:extLst>
              <a:ext uri="{FF2B5EF4-FFF2-40B4-BE49-F238E27FC236}">
                <a16:creationId xmlns:a16="http://schemas.microsoft.com/office/drawing/2014/main" id="{FBAD16BC-FBCE-B318-C31D-F909E0DE4CFB}"/>
              </a:ext>
            </a:extLst>
          </p:cNvPr>
          <p:cNvSpPr/>
          <p:nvPr userDrawn="1"/>
        </p:nvSpPr>
        <p:spPr>
          <a:xfrm rot="21302205">
            <a:off x="6286936" y="9678"/>
            <a:ext cx="5667390" cy="4242971"/>
          </a:xfrm>
          <a:custGeom>
            <a:avLst/>
            <a:gdLst>
              <a:gd name="connsiteX0" fmla="*/ 0 w 4227515"/>
              <a:gd name="connsiteY0" fmla="*/ 0 h 6884264"/>
              <a:gd name="connsiteX1" fmla="*/ 4227515 w 4227515"/>
              <a:gd name="connsiteY1" fmla="*/ 0 h 6884264"/>
              <a:gd name="connsiteX2" fmla="*/ 4227515 w 4227515"/>
              <a:gd name="connsiteY2" fmla="*/ 6884264 h 6884264"/>
              <a:gd name="connsiteX3" fmla="*/ 0 w 4227515"/>
              <a:gd name="connsiteY3" fmla="*/ 6884264 h 6884264"/>
              <a:gd name="connsiteX4" fmla="*/ 0 w 4227515"/>
              <a:gd name="connsiteY4" fmla="*/ 0 h 6884264"/>
              <a:gd name="connsiteX0" fmla="*/ 0 w 5023581"/>
              <a:gd name="connsiteY0" fmla="*/ 10758 h 6895022"/>
              <a:gd name="connsiteX1" fmla="*/ 5023581 w 5023581"/>
              <a:gd name="connsiteY1" fmla="*/ 0 h 6895022"/>
              <a:gd name="connsiteX2" fmla="*/ 4227515 w 5023581"/>
              <a:gd name="connsiteY2" fmla="*/ 6895022 h 6895022"/>
              <a:gd name="connsiteX3" fmla="*/ 0 w 5023581"/>
              <a:gd name="connsiteY3" fmla="*/ 6895022 h 6895022"/>
              <a:gd name="connsiteX4" fmla="*/ 0 w 5023581"/>
              <a:gd name="connsiteY4" fmla="*/ 10758 h 6895022"/>
              <a:gd name="connsiteX0" fmla="*/ 0 w 5023581"/>
              <a:gd name="connsiteY0" fmla="*/ 10758 h 6895022"/>
              <a:gd name="connsiteX1" fmla="*/ 5023581 w 5023581"/>
              <a:gd name="connsiteY1" fmla="*/ 0 h 6895022"/>
              <a:gd name="connsiteX2" fmla="*/ 5023581 w 5023581"/>
              <a:gd name="connsiteY2" fmla="*/ 4463794 h 6895022"/>
              <a:gd name="connsiteX3" fmla="*/ 0 w 5023581"/>
              <a:gd name="connsiteY3" fmla="*/ 6895022 h 6895022"/>
              <a:gd name="connsiteX4" fmla="*/ 0 w 5023581"/>
              <a:gd name="connsiteY4" fmla="*/ 10758 h 6895022"/>
              <a:gd name="connsiteX0" fmla="*/ 1226372 w 6249953"/>
              <a:gd name="connsiteY0" fmla="*/ 10758 h 6389412"/>
              <a:gd name="connsiteX1" fmla="*/ 6249953 w 6249953"/>
              <a:gd name="connsiteY1" fmla="*/ 0 h 6389412"/>
              <a:gd name="connsiteX2" fmla="*/ 6249953 w 6249953"/>
              <a:gd name="connsiteY2" fmla="*/ 4463794 h 6389412"/>
              <a:gd name="connsiteX3" fmla="*/ 0 w 6249953"/>
              <a:gd name="connsiteY3" fmla="*/ 6389412 h 6389412"/>
              <a:gd name="connsiteX4" fmla="*/ 1226372 w 6249953"/>
              <a:gd name="connsiteY4" fmla="*/ 10758 h 6389412"/>
              <a:gd name="connsiteX0" fmla="*/ 3302307 w 6249953"/>
              <a:gd name="connsiteY0" fmla="*/ 10758 h 6389412"/>
              <a:gd name="connsiteX1" fmla="*/ 6249953 w 6249953"/>
              <a:gd name="connsiteY1" fmla="*/ 0 h 6389412"/>
              <a:gd name="connsiteX2" fmla="*/ 6249953 w 6249953"/>
              <a:gd name="connsiteY2" fmla="*/ 4463794 h 6389412"/>
              <a:gd name="connsiteX3" fmla="*/ 0 w 6249953"/>
              <a:gd name="connsiteY3" fmla="*/ 6389412 h 6389412"/>
              <a:gd name="connsiteX4" fmla="*/ 3302307 w 6249953"/>
              <a:gd name="connsiteY4" fmla="*/ 10758 h 6389412"/>
              <a:gd name="connsiteX0" fmla="*/ 2943961 w 5891607"/>
              <a:gd name="connsiteY0" fmla="*/ 10758 h 4463794"/>
              <a:gd name="connsiteX1" fmla="*/ 5891607 w 5891607"/>
              <a:gd name="connsiteY1" fmla="*/ 0 h 4463794"/>
              <a:gd name="connsiteX2" fmla="*/ 5891607 w 5891607"/>
              <a:gd name="connsiteY2" fmla="*/ 4463794 h 4463794"/>
              <a:gd name="connsiteX3" fmla="*/ 0 w 5891607"/>
              <a:gd name="connsiteY3" fmla="*/ 2707098 h 4463794"/>
              <a:gd name="connsiteX4" fmla="*/ 2943961 w 5891607"/>
              <a:gd name="connsiteY4" fmla="*/ 10758 h 4463794"/>
              <a:gd name="connsiteX0" fmla="*/ 2943961 w 5891607"/>
              <a:gd name="connsiteY0" fmla="*/ 10758 h 4253729"/>
              <a:gd name="connsiteX1" fmla="*/ 5891607 w 5891607"/>
              <a:gd name="connsiteY1" fmla="*/ 0 h 4253729"/>
              <a:gd name="connsiteX2" fmla="*/ 1591456 w 5891607"/>
              <a:gd name="connsiteY2" fmla="*/ 4253729 h 4253729"/>
              <a:gd name="connsiteX3" fmla="*/ 0 w 5891607"/>
              <a:gd name="connsiteY3" fmla="*/ 2707098 h 4253729"/>
              <a:gd name="connsiteX4" fmla="*/ 2943961 w 5891607"/>
              <a:gd name="connsiteY4" fmla="*/ 10758 h 4253729"/>
              <a:gd name="connsiteX0" fmla="*/ 2943961 w 5667390"/>
              <a:gd name="connsiteY0" fmla="*/ 0 h 4242971"/>
              <a:gd name="connsiteX1" fmla="*/ 5667390 w 5667390"/>
              <a:gd name="connsiteY1" fmla="*/ 239724 h 4242971"/>
              <a:gd name="connsiteX2" fmla="*/ 1591456 w 5667390"/>
              <a:gd name="connsiteY2" fmla="*/ 4242971 h 4242971"/>
              <a:gd name="connsiteX3" fmla="*/ 0 w 5667390"/>
              <a:gd name="connsiteY3" fmla="*/ 2696340 h 4242971"/>
              <a:gd name="connsiteX4" fmla="*/ 2943961 w 5667390"/>
              <a:gd name="connsiteY4" fmla="*/ 0 h 42429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667390" h="4242971">
                <a:moveTo>
                  <a:pt x="2943961" y="0"/>
                </a:moveTo>
                <a:lnTo>
                  <a:pt x="5667390" y="239724"/>
                </a:lnTo>
                <a:lnTo>
                  <a:pt x="1591456" y="4242971"/>
                </a:lnTo>
                <a:lnTo>
                  <a:pt x="0" y="2696340"/>
                </a:lnTo>
                <a:lnTo>
                  <a:pt x="2943961" y="0"/>
                </a:lnTo>
                <a:close/>
              </a:path>
            </a:pathLst>
          </a:custGeom>
          <a:gradFill>
            <a:gsLst>
              <a:gs pos="0">
                <a:schemeClr val="tx1">
                  <a:lumMod val="95000"/>
                  <a:lumOff val="5000"/>
                  <a:alpha val="3000"/>
                </a:schemeClr>
              </a:gs>
              <a:gs pos="100000">
                <a:schemeClr val="tx1">
                  <a:lumMod val="75000"/>
                  <a:lumOff val="25000"/>
                  <a:alpha val="26925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6" name="Freeform 185">
            <a:extLst>
              <a:ext uri="{FF2B5EF4-FFF2-40B4-BE49-F238E27FC236}">
                <a16:creationId xmlns:a16="http://schemas.microsoft.com/office/drawing/2014/main" id="{4F919D3A-09FA-6B9E-F125-38AA3D672EC8}"/>
              </a:ext>
            </a:extLst>
          </p:cNvPr>
          <p:cNvSpPr/>
          <p:nvPr/>
        </p:nvSpPr>
        <p:spPr>
          <a:xfrm rot="819193">
            <a:off x="7100391" y="-247138"/>
            <a:ext cx="2263367" cy="505022"/>
          </a:xfrm>
          <a:custGeom>
            <a:avLst/>
            <a:gdLst>
              <a:gd name="connsiteX0" fmla="*/ 793 w 2263367"/>
              <a:gd name="connsiteY0" fmla="*/ 586445 h 586444"/>
              <a:gd name="connsiteX1" fmla="*/ 2263368 w 2263367"/>
              <a:gd name="connsiteY1" fmla="*/ 4283 h 586444"/>
              <a:gd name="connsiteX2" fmla="*/ 2262416 w 2263367"/>
              <a:gd name="connsiteY2" fmla="*/ 0 h 586444"/>
              <a:gd name="connsiteX3" fmla="*/ 0 w 2263367"/>
              <a:gd name="connsiteY3" fmla="*/ 582003 h 586444"/>
              <a:gd name="connsiteX4" fmla="*/ 951 w 2263367"/>
              <a:gd name="connsiteY4" fmla="*/ 586445 h 5864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63367" h="586444">
                <a:moveTo>
                  <a:pt x="793" y="586445"/>
                </a:moveTo>
                <a:lnTo>
                  <a:pt x="2263368" y="4283"/>
                </a:lnTo>
                <a:cubicBezTo>
                  <a:pt x="2262893" y="2855"/>
                  <a:pt x="2262734" y="1428"/>
                  <a:pt x="2262416" y="0"/>
                </a:cubicBezTo>
                <a:lnTo>
                  <a:pt x="0" y="582003"/>
                </a:lnTo>
                <a:cubicBezTo>
                  <a:pt x="476" y="583431"/>
                  <a:pt x="634" y="584859"/>
                  <a:pt x="951" y="586445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35" name="Freeform 234">
            <a:extLst>
              <a:ext uri="{FF2B5EF4-FFF2-40B4-BE49-F238E27FC236}">
                <a16:creationId xmlns:a16="http://schemas.microsoft.com/office/drawing/2014/main" id="{9BD325C0-B297-D838-D385-F011342797ED}"/>
              </a:ext>
            </a:extLst>
          </p:cNvPr>
          <p:cNvSpPr/>
          <p:nvPr/>
        </p:nvSpPr>
        <p:spPr>
          <a:xfrm>
            <a:off x="2799642" y="7139455"/>
            <a:ext cx="64051" cy="670585"/>
          </a:xfrm>
          <a:custGeom>
            <a:avLst/>
            <a:gdLst>
              <a:gd name="connsiteX0" fmla="*/ 0 w 64051"/>
              <a:gd name="connsiteY0" fmla="*/ 777749 h 778700"/>
              <a:gd name="connsiteX1" fmla="*/ 4281 w 64051"/>
              <a:gd name="connsiteY1" fmla="*/ 778701 h 778700"/>
              <a:gd name="connsiteX2" fmla="*/ 64051 w 64051"/>
              <a:gd name="connsiteY2" fmla="*/ 952 h 778700"/>
              <a:gd name="connsiteX3" fmla="*/ 59771 w 64051"/>
              <a:gd name="connsiteY3" fmla="*/ 0 h 778700"/>
              <a:gd name="connsiteX4" fmla="*/ 0 w 64051"/>
              <a:gd name="connsiteY4" fmla="*/ 777749 h 778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051" h="778700">
                <a:moveTo>
                  <a:pt x="0" y="777749"/>
                </a:moveTo>
                <a:cubicBezTo>
                  <a:pt x="1585" y="777749"/>
                  <a:pt x="2854" y="778384"/>
                  <a:pt x="4281" y="778701"/>
                </a:cubicBezTo>
                <a:lnTo>
                  <a:pt x="64051" y="952"/>
                </a:lnTo>
                <a:cubicBezTo>
                  <a:pt x="62466" y="952"/>
                  <a:pt x="61198" y="158"/>
                  <a:pt x="59771" y="0"/>
                </a:cubicBezTo>
                <a:lnTo>
                  <a:pt x="0" y="777749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37" name="Freeform 236">
            <a:extLst>
              <a:ext uri="{FF2B5EF4-FFF2-40B4-BE49-F238E27FC236}">
                <a16:creationId xmlns:a16="http://schemas.microsoft.com/office/drawing/2014/main" id="{691258FD-3BF5-AAC3-E639-AB1317BD959A}"/>
              </a:ext>
            </a:extLst>
          </p:cNvPr>
          <p:cNvSpPr/>
          <p:nvPr/>
        </p:nvSpPr>
        <p:spPr>
          <a:xfrm>
            <a:off x="2689137" y="7509056"/>
            <a:ext cx="91162" cy="389729"/>
          </a:xfrm>
          <a:custGeom>
            <a:avLst/>
            <a:gdLst>
              <a:gd name="connsiteX0" fmla="*/ 90370 w 91162"/>
              <a:gd name="connsiteY0" fmla="*/ 0 h 452563"/>
              <a:gd name="connsiteX1" fmla="*/ 0 w 91162"/>
              <a:gd name="connsiteY1" fmla="*/ 452563 h 452563"/>
              <a:gd name="connsiteX2" fmla="*/ 4439 w 91162"/>
              <a:gd name="connsiteY2" fmla="*/ 452563 h 452563"/>
              <a:gd name="connsiteX3" fmla="*/ 91163 w 91162"/>
              <a:gd name="connsiteY3" fmla="*/ 19194 h 452563"/>
              <a:gd name="connsiteX4" fmla="*/ 90370 w 91162"/>
              <a:gd name="connsiteY4" fmla="*/ 0 h 4525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62" h="452563">
                <a:moveTo>
                  <a:pt x="90370" y="0"/>
                </a:moveTo>
                <a:lnTo>
                  <a:pt x="0" y="452563"/>
                </a:lnTo>
                <a:lnTo>
                  <a:pt x="4439" y="452563"/>
                </a:lnTo>
                <a:lnTo>
                  <a:pt x="91163" y="19194"/>
                </a:lnTo>
                <a:lnTo>
                  <a:pt x="90370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41" name="Freeform 240">
            <a:extLst>
              <a:ext uri="{FF2B5EF4-FFF2-40B4-BE49-F238E27FC236}">
                <a16:creationId xmlns:a16="http://schemas.microsoft.com/office/drawing/2014/main" id="{49171A30-5408-C557-1374-4EF0FCBCA40D}"/>
              </a:ext>
            </a:extLst>
          </p:cNvPr>
          <p:cNvSpPr/>
          <p:nvPr/>
        </p:nvSpPr>
        <p:spPr>
          <a:xfrm>
            <a:off x="2580852" y="7811242"/>
            <a:ext cx="48672" cy="129499"/>
          </a:xfrm>
          <a:custGeom>
            <a:avLst/>
            <a:gdLst>
              <a:gd name="connsiteX0" fmla="*/ 48673 w 48672"/>
              <a:gd name="connsiteY0" fmla="*/ 0 h 150378"/>
              <a:gd name="connsiteX1" fmla="*/ 0 w 48672"/>
              <a:gd name="connsiteY1" fmla="*/ 150378 h 150378"/>
              <a:gd name="connsiteX2" fmla="*/ 4598 w 48672"/>
              <a:gd name="connsiteY2" fmla="*/ 150378 h 150378"/>
              <a:gd name="connsiteX3" fmla="*/ 47722 w 48672"/>
              <a:gd name="connsiteY3" fmla="*/ 17132 h 150378"/>
              <a:gd name="connsiteX4" fmla="*/ 48673 w 48672"/>
              <a:gd name="connsiteY4" fmla="*/ 0 h 1503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8672" h="150378">
                <a:moveTo>
                  <a:pt x="48673" y="0"/>
                </a:moveTo>
                <a:lnTo>
                  <a:pt x="0" y="150378"/>
                </a:lnTo>
                <a:lnTo>
                  <a:pt x="4598" y="150378"/>
                </a:lnTo>
                <a:lnTo>
                  <a:pt x="47722" y="17132"/>
                </a:lnTo>
                <a:lnTo>
                  <a:pt x="48673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42" name="Freeform 241">
            <a:extLst>
              <a:ext uri="{FF2B5EF4-FFF2-40B4-BE49-F238E27FC236}">
                <a16:creationId xmlns:a16="http://schemas.microsoft.com/office/drawing/2014/main" id="{1836D3B9-17AD-F222-8584-20E1FFDD1B73}"/>
              </a:ext>
            </a:extLst>
          </p:cNvPr>
          <p:cNvSpPr/>
          <p:nvPr/>
        </p:nvSpPr>
        <p:spPr>
          <a:xfrm>
            <a:off x="2633963" y="7364547"/>
            <a:ext cx="140945" cy="385221"/>
          </a:xfrm>
          <a:custGeom>
            <a:avLst/>
            <a:gdLst>
              <a:gd name="connsiteX0" fmla="*/ 140470 w 140945"/>
              <a:gd name="connsiteY0" fmla="*/ 0 h 447328"/>
              <a:gd name="connsiteX1" fmla="*/ 951 w 140945"/>
              <a:gd name="connsiteY1" fmla="*/ 430197 h 447328"/>
              <a:gd name="connsiteX2" fmla="*/ 0 w 140945"/>
              <a:gd name="connsiteY2" fmla="*/ 447328 h 447328"/>
              <a:gd name="connsiteX3" fmla="*/ 140945 w 140945"/>
              <a:gd name="connsiteY3" fmla="*/ 12690 h 447328"/>
              <a:gd name="connsiteX4" fmla="*/ 140470 w 140945"/>
              <a:gd name="connsiteY4" fmla="*/ 0 h 4473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0945" h="447328">
                <a:moveTo>
                  <a:pt x="140470" y="0"/>
                </a:moveTo>
                <a:lnTo>
                  <a:pt x="951" y="430197"/>
                </a:lnTo>
                <a:lnTo>
                  <a:pt x="0" y="447328"/>
                </a:lnTo>
                <a:lnTo>
                  <a:pt x="140945" y="12690"/>
                </a:lnTo>
                <a:lnTo>
                  <a:pt x="140470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45" name="Freeform 244">
            <a:extLst>
              <a:ext uri="{FF2B5EF4-FFF2-40B4-BE49-F238E27FC236}">
                <a16:creationId xmlns:a16="http://schemas.microsoft.com/office/drawing/2014/main" id="{337C1525-72A2-0D63-AA3F-EAE6AF1FADF2}"/>
              </a:ext>
            </a:extLst>
          </p:cNvPr>
          <p:cNvSpPr/>
          <p:nvPr/>
        </p:nvSpPr>
        <p:spPr>
          <a:xfrm>
            <a:off x="2752713" y="6759385"/>
            <a:ext cx="45819" cy="997613"/>
          </a:xfrm>
          <a:custGeom>
            <a:avLst/>
            <a:gdLst>
              <a:gd name="connsiteX0" fmla="*/ 30599 w 45819"/>
              <a:gd name="connsiteY0" fmla="*/ 730954 h 1158454"/>
              <a:gd name="connsiteX1" fmla="*/ 27587 w 45819"/>
              <a:gd name="connsiteY1" fmla="*/ 648309 h 1158454"/>
              <a:gd name="connsiteX2" fmla="*/ 26952 w 45819"/>
              <a:gd name="connsiteY2" fmla="*/ 633557 h 1158454"/>
              <a:gd name="connsiteX3" fmla="*/ 26001 w 45819"/>
              <a:gd name="connsiteY3" fmla="*/ 605639 h 1158454"/>
              <a:gd name="connsiteX4" fmla="*/ 25526 w 45819"/>
              <a:gd name="connsiteY4" fmla="*/ 592948 h 1158454"/>
              <a:gd name="connsiteX5" fmla="*/ 4915 w 45819"/>
              <a:gd name="connsiteY5" fmla="*/ 14752 h 1158454"/>
              <a:gd name="connsiteX6" fmla="*/ 0 w 45819"/>
              <a:gd name="connsiteY6" fmla="*/ 0 h 1158454"/>
              <a:gd name="connsiteX7" fmla="*/ 21562 w 45819"/>
              <a:gd name="connsiteY7" fmla="*/ 605163 h 1158454"/>
              <a:gd name="connsiteX8" fmla="*/ 22038 w 45819"/>
              <a:gd name="connsiteY8" fmla="*/ 617853 h 1158454"/>
              <a:gd name="connsiteX9" fmla="*/ 23147 w 45819"/>
              <a:gd name="connsiteY9" fmla="*/ 647675 h 1158454"/>
              <a:gd name="connsiteX10" fmla="*/ 23623 w 45819"/>
              <a:gd name="connsiteY10" fmla="*/ 662427 h 1158454"/>
              <a:gd name="connsiteX11" fmla="*/ 26794 w 45819"/>
              <a:gd name="connsiteY11" fmla="*/ 749672 h 1158454"/>
              <a:gd name="connsiteX12" fmla="*/ 27587 w 45819"/>
              <a:gd name="connsiteY12" fmla="*/ 769024 h 1158454"/>
              <a:gd name="connsiteX13" fmla="*/ 41380 w 45819"/>
              <a:gd name="connsiteY13" fmla="*/ 1158455 h 1158454"/>
              <a:gd name="connsiteX14" fmla="*/ 45343 w 45819"/>
              <a:gd name="connsiteY14" fmla="*/ 1157661 h 1158454"/>
              <a:gd name="connsiteX15" fmla="*/ 45819 w 45819"/>
              <a:gd name="connsiteY15" fmla="*/ 1157661 h 1158454"/>
              <a:gd name="connsiteX16" fmla="*/ 31233 w 45819"/>
              <a:gd name="connsiteY16" fmla="*/ 750307 h 1158454"/>
              <a:gd name="connsiteX17" fmla="*/ 30599 w 45819"/>
              <a:gd name="connsiteY17" fmla="*/ 730954 h 11584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45819" h="1158454">
                <a:moveTo>
                  <a:pt x="30599" y="730954"/>
                </a:moveTo>
                <a:lnTo>
                  <a:pt x="27587" y="648309"/>
                </a:lnTo>
                <a:lnTo>
                  <a:pt x="26952" y="633557"/>
                </a:lnTo>
                <a:lnTo>
                  <a:pt x="26001" y="605639"/>
                </a:lnTo>
                <a:lnTo>
                  <a:pt x="25526" y="592948"/>
                </a:lnTo>
                <a:lnTo>
                  <a:pt x="4915" y="14752"/>
                </a:lnTo>
                <a:lnTo>
                  <a:pt x="0" y="0"/>
                </a:lnTo>
                <a:lnTo>
                  <a:pt x="21562" y="605163"/>
                </a:lnTo>
                <a:lnTo>
                  <a:pt x="22038" y="617853"/>
                </a:lnTo>
                <a:lnTo>
                  <a:pt x="23147" y="647675"/>
                </a:lnTo>
                <a:lnTo>
                  <a:pt x="23623" y="662427"/>
                </a:lnTo>
                <a:lnTo>
                  <a:pt x="26794" y="749672"/>
                </a:lnTo>
                <a:lnTo>
                  <a:pt x="27587" y="769024"/>
                </a:lnTo>
                <a:lnTo>
                  <a:pt x="41380" y="1158455"/>
                </a:lnTo>
                <a:cubicBezTo>
                  <a:pt x="42807" y="1158455"/>
                  <a:pt x="43917" y="1157661"/>
                  <a:pt x="45343" y="1157661"/>
                </a:cubicBezTo>
                <a:cubicBezTo>
                  <a:pt x="45343" y="1157661"/>
                  <a:pt x="45661" y="1157661"/>
                  <a:pt x="45819" y="1157661"/>
                </a:cubicBezTo>
                <a:lnTo>
                  <a:pt x="31233" y="750307"/>
                </a:lnTo>
                <a:lnTo>
                  <a:pt x="30599" y="730954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46" name="Freeform 245">
            <a:extLst>
              <a:ext uri="{FF2B5EF4-FFF2-40B4-BE49-F238E27FC236}">
                <a16:creationId xmlns:a16="http://schemas.microsoft.com/office/drawing/2014/main" id="{2D901325-38E2-C095-A4DB-E2D45BEF1DCF}"/>
              </a:ext>
            </a:extLst>
          </p:cNvPr>
          <p:cNvSpPr/>
          <p:nvPr/>
        </p:nvSpPr>
        <p:spPr>
          <a:xfrm>
            <a:off x="2620963" y="6597585"/>
            <a:ext cx="81649" cy="1174651"/>
          </a:xfrm>
          <a:custGeom>
            <a:avLst/>
            <a:gdLst>
              <a:gd name="connsiteX0" fmla="*/ 13000 w 81649"/>
              <a:gd name="connsiteY0" fmla="*/ 1214291 h 1364035"/>
              <a:gd name="connsiteX1" fmla="*/ 13952 w 81649"/>
              <a:gd name="connsiteY1" fmla="*/ 1197160 h 1364035"/>
              <a:gd name="connsiteX2" fmla="*/ 81650 w 81649"/>
              <a:gd name="connsiteY2" fmla="*/ 11262 h 1364035"/>
              <a:gd name="connsiteX3" fmla="*/ 78003 w 81649"/>
              <a:gd name="connsiteY3" fmla="*/ 0 h 1364035"/>
              <a:gd name="connsiteX4" fmla="*/ 8561 w 81649"/>
              <a:gd name="connsiteY4" fmla="*/ 1213657 h 1364035"/>
              <a:gd name="connsiteX5" fmla="*/ 7610 w 81649"/>
              <a:gd name="connsiteY5" fmla="*/ 1230789 h 1364035"/>
              <a:gd name="connsiteX6" fmla="*/ 0 w 81649"/>
              <a:gd name="connsiteY6" fmla="*/ 1364035 h 1364035"/>
              <a:gd name="connsiteX7" fmla="*/ 4439 w 81649"/>
              <a:gd name="connsiteY7" fmla="*/ 1364035 h 1364035"/>
              <a:gd name="connsiteX8" fmla="*/ 5073 w 81649"/>
              <a:gd name="connsiteY8" fmla="*/ 1353249 h 1364035"/>
              <a:gd name="connsiteX9" fmla="*/ 13000 w 81649"/>
              <a:gd name="connsiteY9" fmla="*/ 1214291 h 13640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1649" h="1364035">
                <a:moveTo>
                  <a:pt x="13000" y="1214291"/>
                </a:moveTo>
                <a:lnTo>
                  <a:pt x="13952" y="1197160"/>
                </a:lnTo>
                <a:lnTo>
                  <a:pt x="81650" y="11262"/>
                </a:lnTo>
                <a:lnTo>
                  <a:pt x="78003" y="0"/>
                </a:lnTo>
                <a:lnTo>
                  <a:pt x="8561" y="1213657"/>
                </a:lnTo>
                <a:lnTo>
                  <a:pt x="7610" y="1230789"/>
                </a:lnTo>
                <a:lnTo>
                  <a:pt x="0" y="1364035"/>
                </a:lnTo>
                <a:lnTo>
                  <a:pt x="4439" y="1364035"/>
                </a:lnTo>
                <a:lnTo>
                  <a:pt x="5073" y="1353249"/>
                </a:lnTo>
                <a:lnTo>
                  <a:pt x="13000" y="1214291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78" name="Freeform 277">
            <a:extLst>
              <a:ext uri="{FF2B5EF4-FFF2-40B4-BE49-F238E27FC236}">
                <a16:creationId xmlns:a16="http://schemas.microsoft.com/office/drawing/2014/main" id="{345C8EA2-A735-0B9D-6A64-1959906F3482}"/>
              </a:ext>
            </a:extLst>
          </p:cNvPr>
          <p:cNvSpPr/>
          <p:nvPr/>
        </p:nvSpPr>
        <p:spPr>
          <a:xfrm>
            <a:off x="5868570" y="7808229"/>
            <a:ext cx="77210" cy="131958"/>
          </a:xfrm>
          <a:custGeom>
            <a:avLst/>
            <a:gdLst>
              <a:gd name="connsiteX0" fmla="*/ 73405 w 77210"/>
              <a:gd name="connsiteY0" fmla="*/ 158 h 153233"/>
              <a:gd name="connsiteX1" fmla="*/ 0 w 77210"/>
              <a:gd name="connsiteY1" fmla="*/ 153234 h 153233"/>
              <a:gd name="connsiteX2" fmla="*/ 4915 w 77210"/>
              <a:gd name="connsiteY2" fmla="*/ 153234 h 153233"/>
              <a:gd name="connsiteX3" fmla="*/ 77211 w 77210"/>
              <a:gd name="connsiteY3" fmla="*/ 2538 h 153233"/>
              <a:gd name="connsiteX4" fmla="*/ 73405 w 77210"/>
              <a:gd name="connsiteY4" fmla="*/ 0 h 1532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210" h="153233">
                <a:moveTo>
                  <a:pt x="73405" y="158"/>
                </a:moveTo>
                <a:lnTo>
                  <a:pt x="0" y="153234"/>
                </a:lnTo>
                <a:lnTo>
                  <a:pt x="4915" y="153234"/>
                </a:lnTo>
                <a:lnTo>
                  <a:pt x="77211" y="2538"/>
                </a:lnTo>
                <a:cubicBezTo>
                  <a:pt x="75784" y="1903"/>
                  <a:pt x="74833" y="793"/>
                  <a:pt x="73405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35" name="Freeform 334">
            <a:extLst>
              <a:ext uri="{FF2B5EF4-FFF2-40B4-BE49-F238E27FC236}">
                <a16:creationId xmlns:a16="http://schemas.microsoft.com/office/drawing/2014/main" id="{268E43D5-BE54-6CFC-CDCA-D18B5999D5BE}"/>
              </a:ext>
            </a:extLst>
          </p:cNvPr>
          <p:cNvSpPr/>
          <p:nvPr/>
        </p:nvSpPr>
        <p:spPr>
          <a:xfrm>
            <a:off x="2749066" y="7916886"/>
            <a:ext cx="97979" cy="45719"/>
          </a:xfrm>
          <a:custGeom>
            <a:avLst/>
            <a:gdLst>
              <a:gd name="connsiteX0" fmla="*/ 55015 w 97979"/>
              <a:gd name="connsiteY0" fmla="*/ 1269 h 44574"/>
              <a:gd name="connsiteX1" fmla="*/ 50734 w 97979"/>
              <a:gd name="connsiteY1" fmla="*/ 318 h 44574"/>
              <a:gd name="connsiteX2" fmla="*/ 49466 w 97979"/>
              <a:gd name="connsiteY2" fmla="*/ 0 h 44574"/>
              <a:gd name="connsiteX3" fmla="*/ 49148 w 97979"/>
              <a:gd name="connsiteY3" fmla="*/ 0 h 44574"/>
              <a:gd name="connsiteX4" fmla="*/ 45026 w 97979"/>
              <a:gd name="connsiteY4" fmla="*/ 793 h 44574"/>
              <a:gd name="connsiteX5" fmla="*/ 0 w 97979"/>
              <a:gd name="connsiteY5" fmla="*/ 44575 h 44574"/>
              <a:gd name="connsiteX6" fmla="*/ 97980 w 97979"/>
              <a:gd name="connsiteY6" fmla="*/ 44575 h 44574"/>
              <a:gd name="connsiteX7" fmla="*/ 55015 w 97979"/>
              <a:gd name="connsiteY7" fmla="*/ 1111 h 445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7979" h="44574">
                <a:moveTo>
                  <a:pt x="55015" y="1269"/>
                </a:moveTo>
                <a:cubicBezTo>
                  <a:pt x="53588" y="1111"/>
                  <a:pt x="52161" y="476"/>
                  <a:pt x="50734" y="318"/>
                </a:cubicBezTo>
                <a:cubicBezTo>
                  <a:pt x="50258" y="318"/>
                  <a:pt x="49941" y="0"/>
                  <a:pt x="49466" y="0"/>
                </a:cubicBezTo>
                <a:cubicBezTo>
                  <a:pt x="49307" y="0"/>
                  <a:pt x="49148" y="0"/>
                  <a:pt x="49148" y="0"/>
                </a:cubicBezTo>
                <a:cubicBezTo>
                  <a:pt x="47563" y="0"/>
                  <a:pt x="46453" y="635"/>
                  <a:pt x="45026" y="793"/>
                </a:cubicBezTo>
                <a:cubicBezTo>
                  <a:pt x="21245" y="2697"/>
                  <a:pt x="2695" y="20939"/>
                  <a:pt x="0" y="44575"/>
                </a:cubicBezTo>
                <a:lnTo>
                  <a:pt x="97980" y="44575"/>
                </a:lnTo>
                <a:cubicBezTo>
                  <a:pt x="95285" y="21732"/>
                  <a:pt x="77686" y="3966"/>
                  <a:pt x="55015" y="1111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45" name="Freeform 344">
            <a:extLst>
              <a:ext uri="{FF2B5EF4-FFF2-40B4-BE49-F238E27FC236}">
                <a16:creationId xmlns:a16="http://schemas.microsoft.com/office/drawing/2014/main" id="{383D8BDF-1040-9CD5-270B-59132C29DBE1}"/>
              </a:ext>
            </a:extLst>
          </p:cNvPr>
          <p:cNvSpPr/>
          <p:nvPr/>
        </p:nvSpPr>
        <p:spPr>
          <a:xfrm>
            <a:off x="5915023" y="7714796"/>
            <a:ext cx="100357" cy="86333"/>
          </a:xfrm>
          <a:custGeom>
            <a:avLst/>
            <a:gdLst>
              <a:gd name="connsiteX0" fmla="*/ 77528 w 100357"/>
              <a:gd name="connsiteY0" fmla="*/ 9042 h 100252"/>
              <a:gd name="connsiteX1" fmla="*/ 73881 w 100357"/>
              <a:gd name="connsiteY1" fmla="*/ 6504 h 100252"/>
              <a:gd name="connsiteX2" fmla="*/ 67381 w 100357"/>
              <a:gd name="connsiteY2" fmla="*/ 3331 h 100252"/>
              <a:gd name="connsiteX3" fmla="*/ 62942 w 100357"/>
              <a:gd name="connsiteY3" fmla="*/ 2379 h 100252"/>
              <a:gd name="connsiteX4" fmla="*/ 50892 w 100357"/>
              <a:gd name="connsiteY4" fmla="*/ 0 h 100252"/>
              <a:gd name="connsiteX5" fmla="*/ 50100 w 100357"/>
              <a:gd name="connsiteY5" fmla="*/ 0 h 100252"/>
              <a:gd name="connsiteX6" fmla="*/ 46453 w 100357"/>
              <a:gd name="connsiteY6" fmla="*/ 635 h 100252"/>
              <a:gd name="connsiteX7" fmla="*/ 0 w 100357"/>
              <a:gd name="connsiteY7" fmla="*/ 49967 h 100252"/>
              <a:gd name="connsiteX8" fmla="*/ 26794 w 100357"/>
              <a:gd name="connsiteY8" fmla="*/ 93590 h 100252"/>
              <a:gd name="connsiteX9" fmla="*/ 30599 w 100357"/>
              <a:gd name="connsiteY9" fmla="*/ 96128 h 100252"/>
              <a:gd name="connsiteX10" fmla="*/ 50258 w 100357"/>
              <a:gd name="connsiteY10" fmla="*/ 100253 h 100252"/>
              <a:gd name="connsiteX11" fmla="*/ 100358 w 100357"/>
              <a:gd name="connsiteY11" fmla="*/ 50126 h 100252"/>
              <a:gd name="connsiteX12" fmla="*/ 82284 w 100357"/>
              <a:gd name="connsiteY12" fmla="*/ 12373 h 100252"/>
              <a:gd name="connsiteX13" fmla="*/ 78637 w 100357"/>
              <a:gd name="connsiteY13" fmla="*/ 9835 h 100252"/>
              <a:gd name="connsiteX14" fmla="*/ 77369 w 100357"/>
              <a:gd name="connsiteY14" fmla="*/ 8883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00357" h="100252">
                <a:moveTo>
                  <a:pt x="77528" y="9042"/>
                </a:moveTo>
                <a:cubicBezTo>
                  <a:pt x="76259" y="8249"/>
                  <a:pt x="75149" y="7297"/>
                  <a:pt x="73881" y="6504"/>
                </a:cubicBezTo>
                <a:cubicBezTo>
                  <a:pt x="71662" y="5393"/>
                  <a:pt x="69759" y="4124"/>
                  <a:pt x="67381" y="3331"/>
                </a:cubicBezTo>
                <a:cubicBezTo>
                  <a:pt x="65954" y="2855"/>
                  <a:pt x="64369" y="2855"/>
                  <a:pt x="62942" y="2379"/>
                </a:cubicBezTo>
                <a:cubicBezTo>
                  <a:pt x="58978" y="1269"/>
                  <a:pt x="55173" y="0"/>
                  <a:pt x="50892" y="0"/>
                </a:cubicBezTo>
                <a:lnTo>
                  <a:pt x="50100" y="0"/>
                </a:lnTo>
                <a:cubicBezTo>
                  <a:pt x="48831" y="0"/>
                  <a:pt x="47722" y="476"/>
                  <a:pt x="46453" y="635"/>
                </a:cubicBezTo>
                <a:cubicBezTo>
                  <a:pt x="20610" y="2538"/>
                  <a:pt x="0" y="23635"/>
                  <a:pt x="0" y="49967"/>
                </a:cubicBezTo>
                <a:cubicBezTo>
                  <a:pt x="0" y="69162"/>
                  <a:pt x="11098" y="85024"/>
                  <a:pt x="26794" y="93590"/>
                </a:cubicBezTo>
                <a:cubicBezTo>
                  <a:pt x="28062" y="94383"/>
                  <a:pt x="29172" y="95494"/>
                  <a:pt x="30599" y="96128"/>
                </a:cubicBezTo>
                <a:cubicBezTo>
                  <a:pt x="36624" y="98666"/>
                  <a:pt x="43282" y="100253"/>
                  <a:pt x="50258" y="100253"/>
                </a:cubicBezTo>
                <a:cubicBezTo>
                  <a:pt x="78003" y="100253"/>
                  <a:pt x="100358" y="77727"/>
                  <a:pt x="100358" y="50126"/>
                </a:cubicBezTo>
                <a:cubicBezTo>
                  <a:pt x="100358" y="34898"/>
                  <a:pt x="93065" y="21574"/>
                  <a:pt x="82284" y="12373"/>
                </a:cubicBezTo>
                <a:cubicBezTo>
                  <a:pt x="81174" y="11421"/>
                  <a:pt x="79906" y="10787"/>
                  <a:pt x="78637" y="9835"/>
                </a:cubicBezTo>
                <a:cubicBezTo>
                  <a:pt x="78162" y="9518"/>
                  <a:pt x="77845" y="9201"/>
                  <a:pt x="77369" y="8883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7856E52-F229-BD79-F118-2ED84A82F96F}"/>
              </a:ext>
            </a:extLst>
          </p:cNvPr>
          <p:cNvGrpSpPr/>
          <p:nvPr userDrawn="1"/>
        </p:nvGrpSpPr>
        <p:grpSpPr>
          <a:xfrm>
            <a:off x="7098255" y="1030567"/>
            <a:ext cx="4323219" cy="4642260"/>
            <a:chOff x="7137569" y="1600781"/>
            <a:chExt cx="3833456" cy="4116354"/>
          </a:xfrm>
          <a:noFill/>
        </p:grpSpPr>
        <p:sp>
          <p:nvSpPr>
            <p:cNvPr id="7" name="Trapezoid 6">
              <a:extLst>
                <a:ext uri="{FF2B5EF4-FFF2-40B4-BE49-F238E27FC236}">
                  <a16:creationId xmlns:a16="http://schemas.microsoft.com/office/drawing/2014/main" id="{7764E480-EA5E-B218-60F7-68B30A8A2DF5}"/>
                </a:ext>
              </a:extLst>
            </p:cNvPr>
            <p:cNvSpPr/>
            <p:nvPr userDrawn="1"/>
          </p:nvSpPr>
          <p:spPr>
            <a:xfrm rot="10800000">
              <a:off x="7424426" y="2080259"/>
              <a:ext cx="3309386" cy="2912674"/>
            </a:xfrm>
            <a:prstGeom prst="trapezoid">
              <a:avLst>
                <a:gd name="adj" fmla="val 36131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rapezoid 7">
              <a:extLst>
                <a:ext uri="{FF2B5EF4-FFF2-40B4-BE49-F238E27FC236}">
                  <a16:creationId xmlns:a16="http://schemas.microsoft.com/office/drawing/2014/main" id="{EC84C022-418B-7B4E-2EA7-AB03F94F190F}"/>
                </a:ext>
              </a:extLst>
            </p:cNvPr>
            <p:cNvSpPr/>
            <p:nvPr userDrawn="1"/>
          </p:nvSpPr>
          <p:spPr>
            <a:xfrm rot="10800000">
              <a:off x="7947196" y="1623059"/>
              <a:ext cx="2224088" cy="3400091"/>
            </a:xfrm>
            <a:prstGeom prst="trapezoid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6A2EB105-20E8-91BD-3CE6-6BB687AC255C}"/>
                </a:ext>
              </a:extLst>
            </p:cNvPr>
            <p:cNvSpPr/>
            <p:nvPr/>
          </p:nvSpPr>
          <p:spPr>
            <a:xfrm>
              <a:off x="7137569" y="4940163"/>
              <a:ext cx="3833456" cy="776972"/>
            </a:xfrm>
            <a:custGeom>
              <a:avLst/>
              <a:gdLst>
                <a:gd name="connsiteX0" fmla="*/ 1916728 w 3833456"/>
                <a:gd name="connsiteY0" fmla="*/ 776972 h 776972"/>
                <a:gd name="connsiteX1" fmla="*/ 562769 w 3833456"/>
                <a:gd name="connsiteY1" fmla="*/ 664103 h 776972"/>
                <a:gd name="connsiteX2" fmla="*/ 0 w 3833456"/>
                <a:gd name="connsiteY2" fmla="*/ 388486 h 776972"/>
                <a:gd name="connsiteX3" fmla="*/ 562769 w 3833456"/>
                <a:gd name="connsiteY3" fmla="*/ 112869 h 776972"/>
                <a:gd name="connsiteX4" fmla="*/ 1916728 w 3833456"/>
                <a:gd name="connsiteY4" fmla="*/ 0 h 776972"/>
                <a:gd name="connsiteX5" fmla="*/ 3270687 w 3833456"/>
                <a:gd name="connsiteY5" fmla="*/ 112869 h 776972"/>
                <a:gd name="connsiteX6" fmla="*/ 3833457 w 3833456"/>
                <a:gd name="connsiteY6" fmla="*/ 388486 h 776972"/>
                <a:gd name="connsiteX7" fmla="*/ 3270687 w 3833456"/>
                <a:gd name="connsiteY7" fmla="*/ 664103 h 776972"/>
                <a:gd name="connsiteX8" fmla="*/ 1916728 w 3833456"/>
                <a:gd name="connsiteY8" fmla="*/ 776972 h 776972"/>
                <a:gd name="connsiteX9" fmla="*/ 1916728 w 3833456"/>
                <a:gd name="connsiteY9" fmla="*/ 6556 h 776972"/>
                <a:gd name="connsiteX10" fmla="*/ 563531 w 3833456"/>
                <a:gd name="connsiteY10" fmla="*/ 119330 h 776972"/>
                <a:gd name="connsiteX11" fmla="*/ 5044 w 3833456"/>
                <a:gd name="connsiteY11" fmla="*/ 388486 h 776972"/>
                <a:gd name="connsiteX12" fmla="*/ 563531 w 3833456"/>
                <a:gd name="connsiteY12" fmla="*/ 657643 h 776972"/>
                <a:gd name="connsiteX13" fmla="*/ 1916728 w 3833456"/>
                <a:gd name="connsiteY13" fmla="*/ 770417 h 776972"/>
                <a:gd name="connsiteX14" fmla="*/ 3269925 w 3833456"/>
                <a:gd name="connsiteY14" fmla="*/ 657643 h 776972"/>
                <a:gd name="connsiteX15" fmla="*/ 3828412 w 3833456"/>
                <a:gd name="connsiteY15" fmla="*/ 388486 h 776972"/>
                <a:gd name="connsiteX16" fmla="*/ 3269925 w 3833456"/>
                <a:gd name="connsiteY16" fmla="*/ 119330 h 776972"/>
                <a:gd name="connsiteX17" fmla="*/ 1916728 w 3833456"/>
                <a:gd name="connsiteY17" fmla="*/ 6556 h 7769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833456" h="776972">
                  <a:moveTo>
                    <a:pt x="1916728" y="776972"/>
                  </a:moveTo>
                  <a:cubicBezTo>
                    <a:pt x="1405258" y="776972"/>
                    <a:pt x="924434" y="736879"/>
                    <a:pt x="562769" y="664103"/>
                  </a:cubicBezTo>
                  <a:cubicBezTo>
                    <a:pt x="199867" y="591043"/>
                    <a:pt x="0" y="493185"/>
                    <a:pt x="0" y="388486"/>
                  </a:cubicBezTo>
                  <a:cubicBezTo>
                    <a:pt x="0" y="283788"/>
                    <a:pt x="199867" y="185835"/>
                    <a:pt x="562769" y="112869"/>
                  </a:cubicBezTo>
                  <a:cubicBezTo>
                    <a:pt x="924434" y="40093"/>
                    <a:pt x="1405258" y="0"/>
                    <a:pt x="1916728" y="0"/>
                  </a:cubicBezTo>
                  <a:cubicBezTo>
                    <a:pt x="2428198" y="0"/>
                    <a:pt x="2909022" y="40093"/>
                    <a:pt x="3270687" y="112869"/>
                  </a:cubicBezTo>
                  <a:cubicBezTo>
                    <a:pt x="3633589" y="185930"/>
                    <a:pt x="3833457" y="283788"/>
                    <a:pt x="3833457" y="388486"/>
                  </a:cubicBezTo>
                  <a:cubicBezTo>
                    <a:pt x="3833457" y="493185"/>
                    <a:pt x="3633589" y="591138"/>
                    <a:pt x="3270687" y="664103"/>
                  </a:cubicBezTo>
                  <a:cubicBezTo>
                    <a:pt x="2909022" y="736879"/>
                    <a:pt x="2428198" y="776972"/>
                    <a:pt x="1916728" y="776972"/>
                  </a:cubicBezTo>
                  <a:close/>
                  <a:moveTo>
                    <a:pt x="1916728" y="6556"/>
                  </a:moveTo>
                  <a:cubicBezTo>
                    <a:pt x="1405544" y="6556"/>
                    <a:pt x="925005" y="46649"/>
                    <a:pt x="563531" y="119330"/>
                  </a:cubicBezTo>
                  <a:cubicBezTo>
                    <a:pt x="208528" y="190775"/>
                    <a:pt x="5044" y="288823"/>
                    <a:pt x="5044" y="388486"/>
                  </a:cubicBezTo>
                  <a:cubicBezTo>
                    <a:pt x="5044" y="488149"/>
                    <a:pt x="208623" y="586197"/>
                    <a:pt x="563531" y="657643"/>
                  </a:cubicBezTo>
                  <a:cubicBezTo>
                    <a:pt x="924910" y="730419"/>
                    <a:pt x="1405544" y="770417"/>
                    <a:pt x="1916728" y="770417"/>
                  </a:cubicBezTo>
                  <a:cubicBezTo>
                    <a:pt x="2427913" y="770417"/>
                    <a:pt x="2908451" y="730324"/>
                    <a:pt x="3269925" y="657643"/>
                  </a:cubicBezTo>
                  <a:cubicBezTo>
                    <a:pt x="3624928" y="586197"/>
                    <a:pt x="3828412" y="488149"/>
                    <a:pt x="3828412" y="388486"/>
                  </a:cubicBezTo>
                  <a:cubicBezTo>
                    <a:pt x="3828412" y="288823"/>
                    <a:pt x="3624833" y="190775"/>
                    <a:pt x="3269925" y="119330"/>
                  </a:cubicBezTo>
                  <a:cubicBezTo>
                    <a:pt x="2908546" y="46554"/>
                    <a:pt x="2427913" y="6556"/>
                    <a:pt x="1916728" y="6556"/>
                  </a:cubicBezTo>
                  <a:close/>
                </a:path>
              </a:pathLst>
            </a:custGeom>
            <a:grpFill/>
            <a:ln w="9502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3917E308-8B51-770E-956E-4C33E8C6BB05}"/>
                </a:ext>
              </a:extLst>
            </p:cNvPr>
            <p:cNvSpPr/>
            <p:nvPr/>
          </p:nvSpPr>
          <p:spPr>
            <a:xfrm>
              <a:off x="7424426" y="4943393"/>
              <a:ext cx="3259646" cy="652892"/>
            </a:xfrm>
            <a:custGeom>
              <a:avLst/>
              <a:gdLst>
                <a:gd name="connsiteX0" fmla="*/ 1629871 w 3259646"/>
                <a:gd name="connsiteY0" fmla="*/ 0 h 652892"/>
                <a:gd name="connsiteX1" fmla="*/ 0 w 3259646"/>
                <a:gd name="connsiteY1" fmla="*/ 326446 h 652892"/>
                <a:gd name="connsiteX2" fmla="*/ 1629871 w 3259646"/>
                <a:gd name="connsiteY2" fmla="*/ 652892 h 652892"/>
                <a:gd name="connsiteX3" fmla="*/ 3259647 w 3259646"/>
                <a:gd name="connsiteY3" fmla="*/ 326446 h 652892"/>
                <a:gd name="connsiteX4" fmla="*/ 3225764 w 3259646"/>
                <a:gd name="connsiteY4" fmla="*/ 326446 h 652892"/>
                <a:gd name="connsiteX5" fmla="*/ 2758360 w 3259646"/>
                <a:gd name="connsiteY5" fmla="*/ 552469 h 652892"/>
                <a:gd name="connsiteX6" fmla="*/ 1629871 w 3259646"/>
                <a:gd name="connsiteY6" fmla="*/ 646052 h 652892"/>
                <a:gd name="connsiteX7" fmla="*/ 501382 w 3259646"/>
                <a:gd name="connsiteY7" fmla="*/ 552469 h 652892"/>
                <a:gd name="connsiteX8" fmla="*/ 33882 w 3259646"/>
                <a:gd name="connsiteY8" fmla="*/ 326446 h 652892"/>
                <a:gd name="connsiteX9" fmla="*/ 501382 w 3259646"/>
                <a:gd name="connsiteY9" fmla="*/ 100423 h 652892"/>
                <a:gd name="connsiteX10" fmla="*/ 1629871 w 3259646"/>
                <a:gd name="connsiteY10" fmla="*/ 6841 h 652892"/>
                <a:gd name="connsiteX11" fmla="*/ 2758360 w 3259646"/>
                <a:gd name="connsiteY11" fmla="*/ 100423 h 652892"/>
                <a:gd name="connsiteX12" fmla="*/ 3225764 w 3259646"/>
                <a:gd name="connsiteY12" fmla="*/ 326446 h 652892"/>
                <a:gd name="connsiteX13" fmla="*/ 3259647 w 3259646"/>
                <a:gd name="connsiteY13" fmla="*/ 326446 h 652892"/>
                <a:gd name="connsiteX14" fmla="*/ 1629871 w 3259646"/>
                <a:gd name="connsiteY14" fmla="*/ 0 h 6528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259646" h="652892">
                  <a:moveTo>
                    <a:pt x="1629871" y="0"/>
                  </a:moveTo>
                  <a:cubicBezTo>
                    <a:pt x="729706" y="0"/>
                    <a:pt x="0" y="146122"/>
                    <a:pt x="0" y="326446"/>
                  </a:cubicBezTo>
                  <a:cubicBezTo>
                    <a:pt x="0" y="506771"/>
                    <a:pt x="729706" y="652892"/>
                    <a:pt x="1629871" y="652892"/>
                  </a:cubicBezTo>
                  <a:cubicBezTo>
                    <a:pt x="2530035" y="652892"/>
                    <a:pt x="3259647" y="506771"/>
                    <a:pt x="3259647" y="326446"/>
                  </a:cubicBezTo>
                  <a:lnTo>
                    <a:pt x="3225764" y="326446"/>
                  </a:lnTo>
                  <a:cubicBezTo>
                    <a:pt x="3225764" y="414708"/>
                    <a:pt x="3047216" y="494610"/>
                    <a:pt x="2758360" y="552469"/>
                  </a:cubicBezTo>
                  <a:cubicBezTo>
                    <a:pt x="2469504" y="610329"/>
                    <a:pt x="2070626" y="646052"/>
                    <a:pt x="1629871" y="646052"/>
                  </a:cubicBezTo>
                  <a:cubicBezTo>
                    <a:pt x="1189116" y="646052"/>
                    <a:pt x="790238" y="610329"/>
                    <a:pt x="501382" y="552469"/>
                  </a:cubicBezTo>
                  <a:cubicBezTo>
                    <a:pt x="212526" y="494610"/>
                    <a:pt x="33882" y="414708"/>
                    <a:pt x="33882" y="326446"/>
                  </a:cubicBezTo>
                  <a:cubicBezTo>
                    <a:pt x="33882" y="238184"/>
                    <a:pt x="212526" y="158283"/>
                    <a:pt x="501382" y="100423"/>
                  </a:cubicBezTo>
                  <a:cubicBezTo>
                    <a:pt x="790238" y="42563"/>
                    <a:pt x="1189116" y="6841"/>
                    <a:pt x="1629871" y="6841"/>
                  </a:cubicBezTo>
                  <a:cubicBezTo>
                    <a:pt x="2070626" y="6841"/>
                    <a:pt x="2469504" y="42563"/>
                    <a:pt x="2758360" y="100423"/>
                  </a:cubicBezTo>
                  <a:cubicBezTo>
                    <a:pt x="3047216" y="158283"/>
                    <a:pt x="3225764" y="238184"/>
                    <a:pt x="3225764" y="326446"/>
                  </a:cubicBezTo>
                  <a:lnTo>
                    <a:pt x="3259647" y="326446"/>
                  </a:lnTo>
                  <a:cubicBezTo>
                    <a:pt x="3259647" y="146122"/>
                    <a:pt x="2530035" y="0"/>
                    <a:pt x="1629871" y="0"/>
                  </a:cubicBezTo>
                </a:path>
              </a:pathLst>
            </a:custGeom>
            <a:grpFill/>
            <a:ln w="9502" cap="flat">
              <a:solidFill>
                <a:schemeClr val="bg1"/>
              </a:solidFill>
              <a:prstDash val="solid"/>
              <a:miter/>
            </a:ln>
            <a:effectLst>
              <a:glow rad="127000">
                <a:srgbClr val="E2E2E2">
                  <a:alpha val="10000"/>
                </a:srgbClr>
              </a:glow>
              <a:outerShdw blurRad="50800" dist="50800" dir="5400000" algn="ctr" rotWithShape="0">
                <a:srgbClr val="EAEAEA"/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1A7FF4AF-56E0-2FB1-126A-08DCB8897B1A}"/>
                </a:ext>
              </a:extLst>
            </p:cNvPr>
            <p:cNvSpPr/>
            <p:nvPr/>
          </p:nvSpPr>
          <p:spPr>
            <a:xfrm>
              <a:off x="7595931" y="4919071"/>
              <a:ext cx="2916636" cy="584106"/>
            </a:xfrm>
            <a:custGeom>
              <a:avLst/>
              <a:gdLst>
                <a:gd name="connsiteX0" fmla="*/ 1458366 w 2916636"/>
                <a:gd name="connsiteY0" fmla="*/ 0 h 584106"/>
                <a:gd name="connsiteX1" fmla="*/ 427145 w 2916636"/>
                <a:gd name="connsiteY1" fmla="*/ 85507 h 584106"/>
                <a:gd name="connsiteX2" fmla="*/ 0 w 2916636"/>
                <a:gd name="connsiteY2" fmla="*/ 292053 h 584106"/>
                <a:gd name="connsiteX3" fmla="*/ 427145 w 2916636"/>
                <a:gd name="connsiteY3" fmla="*/ 498600 h 584106"/>
                <a:gd name="connsiteX4" fmla="*/ 1458080 w 2916636"/>
                <a:gd name="connsiteY4" fmla="*/ 584107 h 584106"/>
                <a:gd name="connsiteX5" fmla="*/ 1458366 w 2916636"/>
                <a:gd name="connsiteY5" fmla="*/ 584107 h 584106"/>
                <a:gd name="connsiteX6" fmla="*/ 2489586 w 2916636"/>
                <a:gd name="connsiteY6" fmla="*/ 498600 h 584106"/>
                <a:gd name="connsiteX7" fmla="*/ 2916636 w 2916636"/>
                <a:gd name="connsiteY7" fmla="*/ 292053 h 584106"/>
                <a:gd name="connsiteX8" fmla="*/ 2815084 w 2916636"/>
                <a:gd name="connsiteY8" fmla="*/ 292053 h 584106"/>
                <a:gd name="connsiteX9" fmla="*/ 2417729 w 2916636"/>
                <a:gd name="connsiteY9" fmla="*/ 484159 h 584106"/>
                <a:gd name="connsiteX10" fmla="*/ 1458366 w 2916636"/>
                <a:gd name="connsiteY10" fmla="*/ 563775 h 584106"/>
                <a:gd name="connsiteX11" fmla="*/ 498907 w 2916636"/>
                <a:gd name="connsiteY11" fmla="*/ 484159 h 584106"/>
                <a:gd name="connsiteX12" fmla="*/ 101552 w 2916636"/>
                <a:gd name="connsiteY12" fmla="*/ 292053 h 584106"/>
                <a:gd name="connsiteX13" fmla="*/ 498907 w 2916636"/>
                <a:gd name="connsiteY13" fmla="*/ 99948 h 584106"/>
                <a:gd name="connsiteX14" fmla="*/ 1458366 w 2916636"/>
                <a:gd name="connsiteY14" fmla="*/ 20332 h 584106"/>
                <a:gd name="connsiteX15" fmla="*/ 2417729 w 2916636"/>
                <a:gd name="connsiteY15" fmla="*/ 99948 h 584106"/>
                <a:gd name="connsiteX16" fmla="*/ 2815084 w 2916636"/>
                <a:gd name="connsiteY16" fmla="*/ 292053 h 584106"/>
                <a:gd name="connsiteX17" fmla="*/ 2916636 w 2916636"/>
                <a:gd name="connsiteY17" fmla="*/ 292053 h 584106"/>
                <a:gd name="connsiteX18" fmla="*/ 2489586 w 2916636"/>
                <a:gd name="connsiteY18" fmla="*/ 85507 h 584106"/>
                <a:gd name="connsiteX19" fmla="*/ 1458366 w 2916636"/>
                <a:gd name="connsiteY19" fmla="*/ 0 h 5841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2916636" h="584106">
                  <a:moveTo>
                    <a:pt x="1458366" y="0"/>
                  </a:moveTo>
                  <a:cubicBezTo>
                    <a:pt x="1055776" y="0"/>
                    <a:pt x="690875" y="32683"/>
                    <a:pt x="427145" y="85507"/>
                  </a:cubicBezTo>
                  <a:cubicBezTo>
                    <a:pt x="163320" y="138331"/>
                    <a:pt x="0" y="211392"/>
                    <a:pt x="0" y="292053"/>
                  </a:cubicBezTo>
                  <a:cubicBezTo>
                    <a:pt x="0" y="372715"/>
                    <a:pt x="163320" y="445776"/>
                    <a:pt x="427145" y="498600"/>
                  </a:cubicBezTo>
                  <a:cubicBezTo>
                    <a:pt x="690875" y="551424"/>
                    <a:pt x="1055585" y="584107"/>
                    <a:pt x="1458080" y="584107"/>
                  </a:cubicBezTo>
                  <a:lnTo>
                    <a:pt x="1458366" y="584107"/>
                  </a:lnTo>
                  <a:cubicBezTo>
                    <a:pt x="1860861" y="584107"/>
                    <a:pt x="2225857" y="551424"/>
                    <a:pt x="2489586" y="498600"/>
                  </a:cubicBezTo>
                  <a:cubicBezTo>
                    <a:pt x="2753316" y="445776"/>
                    <a:pt x="2916731" y="372715"/>
                    <a:pt x="2916636" y="292053"/>
                  </a:cubicBezTo>
                  <a:lnTo>
                    <a:pt x="2815084" y="292053"/>
                  </a:lnTo>
                  <a:cubicBezTo>
                    <a:pt x="2815084" y="367110"/>
                    <a:pt x="2663376" y="434945"/>
                    <a:pt x="2417729" y="484159"/>
                  </a:cubicBezTo>
                  <a:cubicBezTo>
                    <a:pt x="2172083" y="533373"/>
                    <a:pt x="1833165" y="563775"/>
                    <a:pt x="1458366" y="563775"/>
                  </a:cubicBezTo>
                  <a:cubicBezTo>
                    <a:pt x="1083567" y="563775"/>
                    <a:pt x="744649" y="533373"/>
                    <a:pt x="498907" y="484159"/>
                  </a:cubicBezTo>
                  <a:cubicBezTo>
                    <a:pt x="253356" y="434945"/>
                    <a:pt x="101552" y="367110"/>
                    <a:pt x="101552" y="292053"/>
                  </a:cubicBezTo>
                  <a:cubicBezTo>
                    <a:pt x="101552" y="216997"/>
                    <a:pt x="253356" y="149067"/>
                    <a:pt x="498907" y="99948"/>
                  </a:cubicBezTo>
                  <a:cubicBezTo>
                    <a:pt x="744554" y="50734"/>
                    <a:pt x="1083472" y="20332"/>
                    <a:pt x="1458366" y="20332"/>
                  </a:cubicBezTo>
                  <a:cubicBezTo>
                    <a:pt x="1833260" y="20332"/>
                    <a:pt x="2171988" y="50734"/>
                    <a:pt x="2417729" y="99948"/>
                  </a:cubicBezTo>
                  <a:cubicBezTo>
                    <a:pt x="2663376" y="149162"/>
                    <a:pt x="2815084" y="216997"/>
                    <a:pt x="2815084" y="292053"/>
                  </a:cubicBezTo>
                  <a:lnTo>
                    <a:pt x="2916636" y="292053"/>
                  </a:lnTo>
                  <a:cubicBezTo>
                    <a:pt x="2916636" y="211392"/>
                    <a:pt x="2753316" y="138331"/>
                    <a:pt x="2489586" y="85507"/>
                  </a:cubicBezTo>
                  <a:cubicBezTo>
                    <a:pt x="2225857" y="32683"/>
                    <a:pt x="1860861" y="0"/>
                    <a:pt x="1458366" y="0"/>
                  </a:cubicBezTo>
                </a:path>
              </a:pathLst>
            </a:custGeom>
            <a:grpFill/>
            <a:ln w="9502" cap="flat">
              <a:solidFill>
                <a:schemeClr val="bg1"/>
              </a:solidFill>
              <a:prstDash val="solid"/>
              <a:miter/>
            </a:ln>
            <a:effectLst>
              <a:glow rad="127000">
                <a:srgbClr val="F3F3F3"/>
              </a:glo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DDAD56D8-BC87-F13A-7733-25A8ACF489DB}"/>
                </a:ext>
              </a:extLst>
            </p:cNvPr>
            <p:cNvSpPr/>
            <p:nvPr/>
          </p:nvSpPr>
          <p:spPr>
            <a:xfrm>
              <a:off x="7759537" y="4884488"/>
              <a:ext cx="2589424" cy="518646"/>
            </a:xfrm>
            <a:custGeom>
              <a:avLst/>
              <a:gdLst>
                <a:gd name="connsiteX0" fmla="*/ 1318839 w 2589424"/>
                <a:gd name="connsiteY0" fmla="*/ 484634 h 518646"/>
                <a:gd name="connsiteX1" fmla="*/ 1295236 w 2589424"/>
                <a:gd name="connsiteY1" fmla="*/ 484634 h 518646"/>
                <a:gd name="connsiteX2" fmla="*/ 1295236 w 2589424"/>
                <a:gd name="connsiteY2" fmla="*/ 518552 h 518646"/>
                <a:gd name="connsiteX3" fmla="*/ 1322361 w 2589424"/>
                <a:gd name="connsiteY3" fmla="*/ 518552 h 518646"/>
                <a:gd name="connsiteX4" fmla="*/ 1318744 w 2589424"/>
                <a:gd name="connsiteY4" fmla="*/ 484634 h 518646"/>
                <a:gd name="connsiteX5" fmla="*/ 1248029 w 2589424"/>
                <a:gd name="connsiteY5" fmla="*/ 484539 h 518646"/>
                <a:gd name="connsiteX6" fmla="*/ 1241176 w 2589424"/>
                <a:gd name="connsiteY6" fmla="*/ 518457 h 518646"/>
                <a:gd name="connsiteX7" fmla="*/ 1268206 w 2589424"/>
                <a:gd name="connsiteY7" fmla="*/ 518647 h 518646"/>
                <a:gd name="connsiteX8" fmla="*/ 1271633 w 2589424"/>
                <a:gd name="connsiteY8" fmla="*/ 484729 h 518646"/>
                <a:gd name="connsiteX9" fmla="*/ 1248029 w 2589424"/>
                <a:gd name="connsiteY9" fmla="*/ 484634 h 518646"/>
                <a:gd name="connsiteX10" fmla="*/ 1365951 w 2589424"/>
                <a:gd name="connsiteY10" fmla="*/ 484254 h 518646"/>
                <a:gd name="connsiteX11" fmla="*/ 1342347 w 2589424"/>
                <a:gd name="connsiteY11" fmla="*/ 484539 h 518646"/>
                <a:gd name="connsiteX12" fmla="*/ 1349390 w 2589424"/>
                <a:gd name="connsiteY12" fmla="*/ 518457 h 518646"/>
                <a:gd name="connsiteX13" fmla="*/ 1376420 w 2589424"/>
                <a:gd name="connsiteY13" fmla="*/ 518172 h 518646"/>
                <a:gd name="connsiteX14" fmla="*/ 1365856 w 2589424"/>
                <a:gd name="connsiteY14" fmla="*/ 484349 h 518646"/>
                <a:gd name="connsiteX15" fmla="*/ 1200917 w 2589424"/>
                <a:gd name="connsiteY15" fmla="*/ 483969 h 518646"/>
                <a:gd name="connsiteX16" fmla="*/ 1187022 w 2589424"/>
                <a:gd name="connsiteY16" fmla="*/ 517792 h 518646"/>
                <a:gd name="connsiteX17" fmla="*/ 1214052 w 2589424"/>
                <a:gd name="connsiteY17" fmla="*/ 518172 h 518646"/>
                <a:gd name="connsiteX18" fmla="*/ 1224426 w 2589424"/>
                <a:gd name="connsiteY18" fmla="*/ 484349 h 518646"/>
                <a:gd name="connsiteX19" fmla="*/ 1200917 w 2589424"/>
                <a:gd name="connsiteY19" fmla="*/ 483969 h 518646"/>
                <a:gd name="connsiteX20" fmla="*/ 1412967 w 2589424"/>
                <a:gd name="connsiteY20" fmla="*/ 483494 h 518646"/>
                <a:gd name="connsiteX21" fmla="*/ 1389459 w 2589424"/>
                <a:gd name="connsiteY21" fmla="*/ 483969 h 518646"/>
                <a:gd name="connsiteX22" fmla="*/ 1403450 w 2589424"/>
                <a:gd name="connsiteY22" fmla="*/ 517792 h 518646"/>
                <a:gd name="connsiteX23" fmla="*/ 1430479 w 2589424"/>
                <a:gd name="connsiteY23" fmla="*/ 517317 h 518646"/>
                <a:gd name="connsiteX24" fmla="*/ 1412967 w 2589424"/>
                <a:gd name="connsiteY24" fmla="*/ 483589 h 518646"/>
                <a:gd name="connsiteX25" fmla="*/ 1154091 w 2589424"/>
                <a:gd name="connsiteY25" fmla="*/ 483019 h 518646"/>
                <a:gd name="connsiteX26" fmla="*/ 1133153 w 2589424"/>
                <a:gd name="connsiteY26" fmla="*/ 516652 h 518646"/>
                <a:gd name="connsiteX27" fmla="*/ 1160087 w 2589424"/>
                <a:gd name="connsiteY27" fmla="*/ 517222 h 518646"/>
                <a:gd name="connsiteX28" fmla="*/ 1177600 w 2589424"/>
                <a:gd name="connsiteY28" fmla="*/ 483494 h 518646"/>
                <a:gd name="connsiteX29" fmla="*/ 1154187 w 2589424"/>
                <a:gd name="connsiteY29" fmla="*/ 482924 h 518646"/>
                <a:gd name="connsiteX30" fmla="*/ 1459698 w 2589424"/>
                <a:gd name="connsiteY30" fmla="*/ 482354 h 518646"/>
                <a:gd name="connsiteX31" fmla="*/ 1436380 w 2589424"/>
                <a:gd name="connsiteY31" fmla="*/ 483019 h 518646"/>
                <a:gd name="connsiteX32" fmla="*/ 1457414 w 2589424"/>
                <a:gd name="connsiteY32" fmla="*/ 516652 h 518646"/>
                <a:gd name="connsiteX33" fmla="*/ 1484253 w 2589424"/>
                <a:gd name="connsiteY33" fmla="*/ 515891 h 518646"/>
                <a:gd name="connsiteX34" fmla="*/ 1459698 w 2589424"/>
                <a:gd name="connsiteY34" fmla="*/ 482354 h 518646"/>
                <a:gd name="connsiteX35" fmla="*/ 1107456 w 2589424"/>
                <a:gd name="connsiteY35" fmla="*/ 481594 h 518646"/>
                <a:gd name="connsiteX36" fmla="*/ 1079474 w 2589424"/>
                <a:gd name="connsiteY36" fmla="*/ 515036 h 518646"/>
                <a:gd name="connsiteX37" fmla="*/ 1106218 w 2589424"/>
                <a:gd name="connsiteY37" fmla="*/ 515891 h 518646"/>
                <a:gd name="connsiteX38" fmla="*/ 1130678 w 2589424"/>
                <a:gd name="connsiteY38" fmla="*/ 482354 h 518646"/>
                <a:gd name="connsiteX39" fmla="*/ 1107456 w 2589424"/>
                <a:gd name="connsiteY39" fmla="*/ 481594 h 518646"/>
                <a:gd name="connsiteX40" fmla="*/ 1506144 w 2589424"/>
                <a:gd name="connsiteY40" fmla="*/ 480739 h 518646"/>
                <a:gd name="connsiteX41" fmla="*/ 1482921 w 2589424"/>
                <a:gd name="connsiteY41" fmla="*/ 481594 h 518646"/>
                <a:gd name="connsiteX42" fmla="*/ 1510997 w 2589424"/>
                <a:gd name="connsiteY42" fmla="*/ 515036 h 518646"/>
                <a:gd name="connsiteX43" fmla="*/ 1537646 w 2589424"/>
                <a:gd name="connsiteY43" fmla="*/ 514086 h 518646"/>
                <a:gd name="connsiteX44" fmla="*/ 1506144 w 2589424"/>
                <a:gd name="connsiteY44" fmla="*/ 480739 h 518646"/>
                <a:gd name="connsiteX45" fmla="*/ 1061105 w 2589424"/>
                <a:gd name="connsiteY45" fmla="*/ 479884 h 518646"/>
                <a:gd name="connsiteX46" fmla="*/ 1026081 w 2589424"/>
                <a:gd name="connsiteY46" fmla="*/ 513041 h 518646"/>
                <a:gd name="connsiteX47" fmla="*/ 1052730 w 2589424"/>
                <a:gd name="connsiteY47" fmla="*/ 514086 h 518646"/>
                <a:gd name="connsiteX48" fmla="*/ 1084138 w 2589424"/>
                <a:gd name="connsiteY48" fmla="*/ 480739 h 518646"/>
                <a:gd name="connsiteX49" fmla="*/ 1061105 w 2589424"/>
                <a:gd name="connsiteY49" fmla="*/ 479789 h 518646"/>
                <a:gd name="connsiteX50" fmla="*/ 1552208 w 2589424"/>
                <a:gd name="connsiteY50" fmla="*/ 478743 h 518646"/>
                <a:gd name="connsiteX51" fmla="*/ 1529271 w 2589424"/>
                <a:gd name="connsiteY51" fmla="*/ 479789 h 518646"/>
                <a:gd name="connsiteX52" fmla="*/ 1564391 w 2589424"/>
                <a:gd name="connsiteY52" fmla="*/ 512946 h 518646"/>
                <a:gd name="connsiteX53" fmla="*/ 1590849 w 2589424"/>
                <a:gd name="connsiteY53" fmla="*/ 511806 h 518646"/>
                <a:gd name="connsiteX54" fmla="*/ 1552303 w 2589424"/>
                <a:gd name="connsiteY54" fmla="*/ 478743 h 518646"/>
                <a:gd name="connsiteX55" fmla="*/ 1015231 w 2589424"/>
                <a:gd name="connsiteY55" fmla="*/ 477698 h 518646"/>
                <a:gd name="connsiteX56" fmla="*/ 973354 w 2589424"/>
                <a:gd name="connsiteY56" fmla="*/ 510571 h 518646"/>
                <a:gd name="connsiteX57" fmla="*/ 999622 w 2589424"/>
                <a:gd name="connsiteY57" fmla="*/ 511901 h 518646"/>
                <a:gd name="connsiteX58" fmla="*/ 1038073 w 2589424"/>
                <a:gd name="connsiteY58" fmla="*/ 478839 h 518646"/>
                <a:gd name="connsiteX59" fmla="*/ 1015136 w 2589424"/>
                <a:gd name="connsiteY59" fmla="*/ 477698 h 518646"/>
                <a:gd name="connsiteX60" fmla="*/ 1597797 w 2589424"/>
                <a:gd name="connsiteY60" fmla="*/ 476463 h 518646"/>
                <a:gd name="connsiteX61" fmla="*/ 1575050 w 2589424"/>
                <a:gd name="connsiteY61" fmla="*/ 477698 h 518646"/>
                <a:gd name="connsiteX62" fmla="*/ 1617117 w 2589424"/>
                <a:gd name="connsiteY62" fmla="*/ 510571 h 518646"/>
                <a:gd name="connsiteX63" fmla="*/ 1643291 w 2589424"/>
                <a:gd name="connsiteY63" fmla="*/ 509146 h 518646"/>
                <a:gd name="connsiteX64" fmla="*/ 1597797 w 2589424"/>
                <a:gd name="connsiteY64" fmla="*/ 476463 h 518646"/>
                <a:gd name="connsiteX65" fmla="*/ 969928 w 2589424"/>
                <a:gd name="connsiteY65" fmla="*/ 475228 h 518646"/>
                <a:gd name="connsiteX66" fmla="*/ 921103 w 2589424"/>
                <a:gd name="connsiteY66" fmla="*/ 507721 h 518646"/>
                <a:gd name="connsiteX67" fmla="*/ 947181 w 2589424"/>
                <a:gd name="connsiteY67" fmla="*/ 509241 h 518646"/>
                <a:gd name="connsiteX68" fmla="*/ 992579 w 2589424"/>
                <a:gd name="connsiteY68" fmla="*/ 476558 h 518646"/>
                <a:gd name="connsiteX69" fmla="*/ 969928 w 2589424"/>
                <a:gd name="connsiteY69" fmla="*/ 475228 h 518646"/>
                <a:gd name="connsiteX70" fmla="*/ 1642910 w 2589424"/>
                <a:gd name="connsiteY70" fmla="*/ 473708 h 518646"/>
                <a:gd name="connsiteX71" fmla="*/ 1620449 w 2589424"/>
                <a:gd name="connsiteY71" fmla="*/ 475133 h 518646"/>
                <a:gd name="connsiteX72" fmla="*/ 1669369 w 2589424"/>
                <a:gd name="connsiteY72" fmla="*/ 507626 h 518646"/>
                <a:gd name="connsiteX73" fmla="*/ 1695256 w 2589424"/>
                <a:gd name="connsiteY73" fmla="*/ 506011 h 518646"/>
                <a:gd name="connsiteX74" fmla="*/ 1642910 w 2589424"/>
                <a:gd name="connsiteY74" fmla="*/ 473708 h 518646"/>
                <a:gd name="connsiteX75" fmla="*/ 924910 w 2589424"/>
                <a:gd name="connsiteY75" fmla="*/ 472283 h 518646"/>
                <a:gd name="connsiteX76" fmla="*/ 869328 w 2589424"/>
                <a:gd name="connsiteY76" fmla="*/ 504301 h 518646"/>
                <a:gd name="connsiteX77" fmla="*/ 895216 w 2589424"/>
                <a:gd name="connsiteY77" fmla="*/ 506011 h 518646"/>
                <a:gd name="connsiteX78" fmla="*/ 947467 w 2589424"/>
                <a:gd name="connsiteY78" fmla="*/ 473708 h 518646"/>
                <a:gd name="connsiteX79" fmla="*/ 925005 w 2589424"/>
                <a:gd name="connsiteY79" fmla="*/ 472188 h 518646"/>
                <a:gd name="connsiteX80" fmla="*/ 1687452 w 2589424"/>
                <a:gd name="connsiteY80" fmla="*/ 470573 h 518646"/>
                <a:gd name="connsiteX81" fmla="*/ 1665276 w 2589424"/>
                <a:gd name="connsiteY81" fmla="*/ 472188 h 518646"/>
                <a:gd name="connsiteX82" fmla="*/ 1720953 w 2589424"/>
                <a:gd name="connsiteY82" fmla="*/ 504206 h 518646"/>
                <a:gd name="connsiteX83" fmla="*/ 1746555 w 2589424"/>
                <a:gd name="connsiteY83" fmla="*/ 502400 h 518646"/>
                <a:gd name="connsiteX84" fmla="*/ 1687452 w 2589424"/>
                <a:gd name="connsiteY84" fmla="*/ 470573 h 518646"/>
                <a:gd name="connsiteX85" fmla="*/ 880559 w 2589424"/>
                <a:gd name="connsiteY85" fmla="*/ 468958 h 518646"/>
                <a:gd name="connsiteX86" fmla="*/ 818219 w 2589424"/>
                <a:gd name="connsiteY86" fmla="*/ 500500 h 518646"/>
                <a:gd name="connsiteX87" fmla="*/ 843631 w 2589424"/>
                <a:gd name="connsiteY87" fmla="*/ 502495 h 518646"/>
                <a:gd name="connsiteX88" fmla="*/ 902639 w 2589424"/>
                <a:gd name="connsiteY88" fmla="*/ 470668 h 518646"/>
                <a:gd name="connsiteX89" fmla="*/ 880559 w 2589424"/>
                <a:gd name="connsiteY89" fmla="*/ 468958 h 518646"/>
                <a:gd name="connsiteX90" fmla="*/ 1731137 w 2589424"/>
                <a:gd name="connsiteY90" fmla="*/ 467153 h 518646"/>
                <a:gd name="connsiteX91" fmla="*/ 1709342 w 2589424"/>
                <a:gd name="connsiteY91" fmla="*/ 468958 h 518646"/>
                <a:gd name="connsiteX92" fmla="*/ 1771777 w 2589424"/>
                <a:gd name="connsiteY92" fmla="*/ 500500 h 518646"/>
                <a:gd name="connsiteX93" fmla="*/ 1796808 w 2589424"/>
                <a:gd name="connsiteY93" fmla="*/ 498410 h 518646"/>
                <a:gd name="connsiteX94" fmla="*/ 1731042 w 2589424"/>
                <a:gd name="connsiteY94" fmla="*/ 467153 h 518646"/>
                <a:gd name="connsiteX95" fmla="*/ 837064 w 2589424"/>
                <a:gd name="connsiteY95" fmla="*/ 465252 h 518646"/>
                <a:gd name="connsiteX96" fmla="*/ 768157 w 2589424"/>
                <a:gd name="connsiteY96" fmla="*/ 496225 h 518646"/>
                <a:gd name="connsiteX97" fmla="*/ 793188 w 2589424"/>
                <a:gd name="connsiteY97" fmla="*/ 498410 h 518646"/>
                <a:gd name="connsiteX98" fmla="*/ 858859 w 2589424"/>
                <a:gd name="connsiteY98" fmla="*/ 467153 h 518646"/>
                <a:gd name="connsiteX99" fmla="*/ 837159 w 2589424"/>
                <a:gd name="connsiteY99" fmla="*/ 465252 h 518646"/>
                <a:gd name="connsiteX100" fmla="*/ 1773966 w 2589424"/>
                <a:gd name="connsiteY100" fmla="*/ 463352 h 518646"/>
                <a:gd name="connsiteX101" fmla="*/ 1752647 w 2589424"/>
                <a:gd name="connsiteY101" fmla="*/ 465347 h 518646"/>
                <a:gd name="connsiteX102" fmla="*/ 1821649 w 2589424"/>
                <a:gd name="connsiteY102" fmla="*/ 496320 h 518646"/>
                <a:gd name="connsiteX103" fmla="*/ 1846204 w 2589424"/>
                <a:gd name="connsiteY103" fmla="*/ 494040 h 518646"/>
                <a:gd name="connsiteX104" fmla="*/ 1773966 w 2589424"/>
                <a:gd name="connsiteY104" fmla="*/ 463352 h 518646"/>
                <a:gd name="connsiteX105" fmla="*/ 794330 w 2589424"/>
                <a:gd name="connsiteY105" fmla="*/ 461262 h 518646"/>
                <a:gd name="connsiteX106" fmla="*/ 718952 w 2589424"/>
                <a:gd name="connsiteY106" fmla="*/ 491570 h 518646"/>
                <a:gd name="connsiteX107" fmla="*/ 743412 w 2589424"/>
                <a:gd name="connsiteY107" fmla="*/ 493945 h 518646"/>
                <a:gd name="connsiteX108" fmla="*/ 815554 w 2589424"/>
                <a:gd name="connsiteY108" fmla="*/ 463257 h 518646"/>
                <a:gd name="connsiteX109" fmla="*/ 794330 w 2589424"/>
                <a:gd name="connsiteY109" fmla="*/ 461167 h 518646"/>
                <a:gd name="connsiteX110" fmla="*/ 1816033 w 2589424"/>
                <a:gd name="connsiteY110" fmla="*/ 459077 h 518646"/>
                <a:gd name="connsiteX111" fmla="*/ 1795095 w 2589424"/>
                <a:gd name="connsiteY111" fmla="*/ 461262 h 518646"/>
                <a:gd name="connsiteX112" fmla="*/ 1870473 w 2589424"/>
                <a:gd name="connsiteY112" fmla="*/ 491665 h 518646"/>
                <a:gd name="connsiteX113" fmla="*/ 1894552 w 2589424"/>
                <a:gd name="connsiteY113" fmla="*/ 489194 h 518646"/>
                <a:gd name="connsiteX114" fmla="*/ 1816033 w 2589424"/>
                <a:gd name="connsiteY114" fmla="*/ 459172 h 518646"/>
                <a:gd name="connsiteX115" fmla="*/ 752548 w 2589424"/>
                <a:gd name="connsiteY115" fmla="*/ 456892 h 518646"/>
                <a:gd name="connsiteX116" fmla="*/ 670793 w 2589424"/>
                <a:gd name="connsiteY116" fmla="*/ 486629 h 518646"/>
                <a:gd name="connsiteX117" fmla="*/ 694777 w 2589424"/>
                <a:gd name="connsiteY117" fmla="*/ 489194 h 518646"/>
                <a:gd name="connsiteX118" fmla="*/ 773392 w 2589424"/>
                <a:gd name="connsiteY118" fmla="*/ 459172 h 518646"/>
                <a:gd name="connsiteX119" fmla="*/ 752548 w 2589424"/>
                <a:gd name="connsiteY119" fmla="*/ 456987 h 518646"/>
                <a:gd name="connsiteX120" fmla="*/ 1857244 w 2589424"/>
                <a:gd name="connsiteY120" fmla="*/ 454612 h 518646"/>
                <a:gd name="connsiteX121" fmla="*/ 1836686 w 2589424"/>
                <a:gd name="connsiteY121" fmla="*/ 456892 h 518646"/>
                <a:gd name="connsiteX122" fmla="*/ 1918441 w 2589424"/>
                <a:gd name="connsiteY122" fmla="*/ 486629 h 518646"/>
                <a:gd name="connsiteX123" fmla="*/ 1941950 w 2589424"/>
                <a:gd name="connsiteY123" fmla="*/ 483969 h 518646"/>
                <a:gd name="connsiteX124" fmla="*/ 1857244 w 2589424"/>
                <a:gd name="connsiteY124" fmla="*/ 454612 h 518646"/>
                <a:gd name="connsiteX125" fmla="*/ 711718 w 2589424"/>
                <a:gd name="connsiteY125" fmla="*/ 452141 h 518646"/>
                <a:gd name="connsiteX126" fmla="*/ 623777 w 2589424"/>
                <a:gd name="connsiteY126" fmla="*/ 481119 h 518646"/>
                <a:gd name="connsiteX127" fmla="*/ 647094 w 2589424"/>
                <a:gd name="connsiteY127" fmla="*/ 483874 h 518646"/>
                <a:gd name="connsiteX128" fmla="*/ 731990 w 2589424"/>
                <a:gd name="connsiteY128" fmla="*/ 454517 h 518646"/>
                <a:gd name="connsiteX129" fmla="*/ 711718 w 2589424"/>
                <a:gd name="connsiteY129" fmla="*/ 452046 h 518646"/>
                <a:gd name="connsiteX130" fmla="*/ 1897503 w 2589424"/>
                <a:gd name="connsiteY130" fmla="*/ 449671 h 518646"/>
                <a:gd name="connsiteX131" fmla="*/ 1877516 w 2589424"/>
                <a:gd name="connsiteY131" fmla="*/ 452141 h 518646"/>
                <a:gd name="connsiteX132" fmla="*/ 1965363 w 2589424"/>
                <a:gd name="connsiteY132" fmla="*/ 481119 h 518646"/>
                <a:gd name="connsiteX133" fmla="*/ 1988300 w 2589424"/>
                <a:gd name="connsiteY133" fmla="*/ 478268 h 518646"/>
                <a:gd name="connsiteX134" fmla="*/ 1897503 w 2589424"/>
                <a:gd name="connsiteY134" fmla="*/ 449671 h 518646"/>
                <a:gd name="connsiteX135" fmla="*/ 671840 w 2589424"/>
                <a:gd name="connsiteY135" fmla="*/ 447011 h 518646"/>
                <a:gd name="connsiteX136" fmla="*/ 577997 w 2589424"/>
                <a:gd name="connsiteY136" fmla="*/ 475228 h 518646"/>
                <a:gd name="connsiteX137" fmla="*/ 600744 w 2589424"/>
                <a:gd name="connsiteY137" fmla="*/ 478173 h 518646"/>
                <a:gd name="connsiteX138" fmla="*/ 691636 w 2589424"/>
                <a:gd name="connsiteY138" fmla="*/ 449576 h 518646"/>
                <a:gd name="connsiteX139" fmla="*/ 671840 w 2589424"/>
                <a:gd name="connsiteY139" fmla="*/ 447011 h 518646"/>
                <a:gd name="connsiteX140" fmla="*/ 1936620 w 2589424"/>
                <a:gd name="connsiteY140" fmla="*/ 444541 h 518646"/>
                <a:gd name="connsiteX141" fmla="*/ 1917109 w 2589424"/>
                <a:gd name="connsiteY141" fmla="*/ 447201 h 518646"/>
                <a:gd name="connsiteX142" fmla="*/ 2010856 w 2589424"/>
                <a:gd name="connsiteY142" fmla="*/ 475418 h 518646"/>
                <a:gd name="connsiteX143" fmla="*/ 2033222 w 2589424"/>
                <a:gd name="connsiteY143" fmla="*/ 472378 h 518646"/>
                <a:gd name="connsiteX144" fmla="*/ 1936620 w 2589424"/>
                <a:gd name="connsiteY144" fmla="*/ 444541 h 518646"/>
                <a:gd name="connsiteX145" fmla="*/ 633104 w 2589424"/>
                <a:gd name="connsiteY145" fmla="*/ 441691 h 518646"/>
                <a:gd name="connsiteX146" fmla="*/ 533456 w 2589424"/>
                <a:gd name="connsiteY146" fmla="*/ 469148 h 518646"/>
                <a:gd name="connsiteX147" fmla="*/ 555536 w 2589424"/>
                <a:gd name="connsiteY147" fmla="*/ 472283 h 518646"/>
                <a:gd name="connsiteX148" fmla="*/ 652329 w 2589424"/>
                <a:gd name="connsiteY148" fmla="*/ 444446 h 518646"/>
                <a:gd name="connsiteX149" fmla="*/ 633104 w 2589424"/>
                <a:gd name="connsiteY149" fmla="*/ 441691 h 518646"/>
                <a:gd name="connsiteX150" fmla="*/ 1974690 w 2589424"/>
                <a:gd name="connsiteY150" fmla="*/ 438935 h 518646"/>
                <a:gd name="connsiteX151" fmla="*/ 1955845 w 2589424"/>
                <a:gd name="connsiteY151" fmla="*/ 441786 h 518646"/>
                <a:gd name="connsiteX152" fmla="*/ 2055398 w 2589424"/>
                <a:gd name="connsiteY152" fmla="*/ 469243 h 518646"/>
                <a:gd name="connsiteX153" fmla="*/ 2077098 w 2589424"/>
                <a:gd name="connsiteY153" fmla="*/ 466012 h 518646"/>
                <a:gd name="connsiteX154" fmla="*/ 1974690 w 2589424"/>
                <a:gd name="connsiteY154" fmla="*/ 439030 h 518646"/>
                <a:gd name="connsiteX155" fmla="*/ 595605 w 2589424"/>
                <a:gd name="connsiteY155" fmla="*/ 435895 h 518646"/>
                <a:gd name="connsiteX156" fmla="*/ 490246 w 2589424"/>
                <a:gd name="connsiteY156" fmla="*/ 462497 h 518646"/>
                <a:gd name="connsiteX157" fmla="*/ 511661 w 2589424"/>
                <a:gd name="connsiteY157" fmla="*/ 465822 h 518646"/>
                <a:gd name="connsiteX158" fmla="*/ 614164 w 2589424"/>
                <a:gd name="connsiteY158" fmla="*/ 438840 h 518646"/>
                <a:gd name="connsiteX159" fmla="*/ 595510 w 2589424"/>
                <a:gd name="connsiteY159" fmla="*/ 435895 h 518646"/>
                <a:gd name="connsiteX160" fmla="*/ 2011618 w 2589424"/>
                <a:gd name="connsiteY160" fmla="*/ 433045 h 518646"/>
                <a:gd name="connsiteX161" fmla="*/ 1993344 w 2589424"/>
                <a:gd name="connsiteY161" fmla="*/ 435990 h 518646"/>
                <a:gd name="connsiteX162" fmla="*/ 2098513 w 2589424"/>
                <a:gd name="connsiteY162" fmla="*/ 462592 h 518646"/>
                <a:gd name="connsiteX163" fmla="*/ 2119546 w 2589424"/>
                <a:gd name="connsiteY163" fmla="*/ 459172 h 518646"/>
                <a:gd name="connsiteX164" fmla="*/ 2011618 w 2589424"/>
                <a:gd name="connsiteY164" fmla="*/ 433045 h 518646"/>
                <a:gd name="connsiteX165" fmla="*/ 559248 w 2589424"/>
                <a:gd name="connsiteY165" fmla="*/ 429910 h 518646"/>
                <a:gd name="connsiteX166" fmla="*/ 448560 w 2589424"/>
                <a:gd name="connsiteY166" fmla="*/ 455562 h 518646"/>
                <a:gd name="connsiteX167" fmla="*/ 469213 w 2589424"/>
                <a:gd name="connsiteY167" fmla="*/ 459077 h 518646"/>
                <a:gd name="connsiteX168" fmla="*/ 577236 w 2589424"/>
                <a:gd name="connsiteY168" fmla="*/ 432950 h 518646"/>
                <a:gd name="connsiteX169" fmla="*/ 559343 w 2589424"/>
                <a:gd name="connsiteY169" fmla="*/ 429910 h 518646"/>
                <a:gd name="connsiteX170" fmla="*/ 2047308 w 2589424"/>
                <a:gd name="connsiteY170" fmla="*/ 426964 h 518646"/>
                <a:gd name="connsiteX171" fmla="*/ 2029606 w 2589424"/>
                <a:gd name="connsiteY171" fmla="*/ 430100 h 518646"/>
                <a:gd name="connsiteX172" fmla="*/ 2140294 w 2589424"/>
                <a:gd name="connsiteY172" fmla="*/ 455752 h 518646"/>
                <a:gd name="connsiteX173" fmla="*/ 2160566 w 2589424"/>
                <a:gd name="connsiteY173" fmla="*/ 452141 h 518646"/>
                <a:gd name="connsiteX174" fmla="*/ 2047308 w 2589424"/>
                <a:gd name="connsiteY174" fmla="*/ 426964 h 518646"/>
                <a:gd name="connsiteX175" fmla="*/ 524224 w 2589424"/>
                <a:gd name="connsiteY175" fmla="*/ 423544 h 518646"/>
                <a:gd name="connsiteX176" fmla="*/ 408301 w 2589424"/>
                <a:gd name="connsiteY176" fmla="*/ 448246 h 518646"/>
                <a:gd name="connsiteX177" fmla="*/ 428192 w 2589424"/>
                <a:gd name="connsiteY177" fmla="*/ 451951 h 518646"/>
                <a:gd name="connsiteX178" fmla="*/ 541641 w 2589424"/>
                <a:gd name="connsiteY178" fmla="*/ 426774 h 518646"/>
                <a:gd name="connsiteX179" fmla="*/ 524224 w 2589424"/>
                <a:gd name="connsiteY179" fmla="*/ 423544 h 518646"/>
                <a:gd name="connsiteX180" fmla="*/ 2081666 w 2589424"/>
                <a:gd name="connsiteY180" fmla="*/ 420409 h 518646"/>
                <a:gd name="connsiteX181" fmla="*/ 2064630 w 2589424"/>
                <a:gd name="connsiteY181" fmla="*/ 423734 h 518646"/>
                <a:gd name="connsiteX182" fmla="*/ 2180458 w 2589424"/>
                <a:gd name="connsiteY182" fmla="*/ 448436 h 518646"/>
                <a:gd name="connsiteX183" fmla="*/ 2200064 w 2589424"/>
                <a:gd name="connsiteY183" fmla="*/ 444731 h 518646"/>
                <a:gd name="connsiteX184" fmla="*/ 2081666 w 2589424"/>
                <a:gd name="connsiteY184" fmla="*/ 420504 h 518646"/>
                <a:gd name="connsiteX185" fmla="*/ 490532 w 2589424"/>
                <a:gd name="connsiteY185" fmla="*/ 416989 h 518646"/>
                <a:gd name="connsiteX186" fmla="*/ 369564 w 2589424"/>
                <a:gd name="connsiteY186" fmla="*/ 440740 h 518646"/>
                <a:gd name="connsiteX187" fmla="*/ 388695 w 2589424"/>
                <a:gd name="connsiteY187" fmla="*/ 444541 h 518646"/>
                <a:gd name="connsiteX188" fmla="*/ 507282 w 2589424"/>
                <a:gd name="connsiteY188" fmla="*/ 420314 h 518646"/>
                <a:gd name="connsiteX189" fmla="*/ 490532 w 2589424"/>
                <a:gd name="connsiteY189" fmla="*/ 416989 h 518646"/>
                <a:gd name="connsiteX190" fmla="*/ 2114692 w 2589424"/>
                <a:gd name="connsiteY190" fmla="*/ 413758 h 518646"/>
                <a:gd name="connsiteX191" fmla="*/ 2098322 w 2589424"/>
                <a:gd name="connsiteY191" fmla="*/ 417179 h 518646"/>
                <a:gd name="connsiteX192" fmla="*/ 2219194 w 2589424"/>
                <a:gd name="connsiteY192" fmla="*/ 440930 h 518646"/>
                <a:gd name="connsiteX193" fmla="*/ 2238039 w 2589424"/>
                <a:gd name="connsiteY193" fmla="*/ 437035 h 518646"/>
                <a:gd name="connsiteX194" fmla="*/ 2114692 w 2589424"/>
                <a:gd name="connsiteY194" fmla="*/ 413853 h 518646"/>
                <a:gd name="connsiteX195" fmla="*/ 458267 w 2589424"/>
                <a:gd name="connsiteY195" fmla="*/ 410053 h 518646"/>
                <a:gd name="connsiteX196" fmla="*/ 332351 w 2589424"/>
                <a:gd name="connsiteY196" fmla="*/ 432760 h 518646"/>
                <a:gd name="connsiteX197" fmla="*/ 350720 w 2589424"/>
                <a:gd name="connsiteY197" fmla="*/ 436750 h 518646"/>
                <a:gd name="connsiteX198" fmla="*/ 474162 w 2589424"/>
                <a:gd name="connsiteY198" fmla="*/ 413568 h 518646"/>
                <a:gd name="connsiteX199" fmla="*/ 458267 w 2589424"/>
                <a:gd name="connsiteY199" fmla="*/ 410053 h 518646"/>
                <a:gd name="connsiteX200" fmla="*/ 2146290 w 2589424"/>
                <a:gd name="connsiteY200" fmla="*/ 406728 h 518646"/>
                <a:gd name="connsiteX201" fmla="*/ 2130586 w 2589424"/>
                <a:gd name="connsiteY201" fmla="*/ 410243 h 518646"/>
                <a:gd name="connsiteX202" fmla="*/ 2256408 w 2589424"/>
                <a:gd name="connsiteY202" fmla="*/ 432950 h 518646"/>
                <a:gd name="connsiteX203" fmla="*/ 2274301 w 2589424"/>
                <a:gd name="connsiteY203" fmla="*/ 428864 h 518646"/>
                <a:gd name="connsiteX204" fmla="*/ 2146290 w 2589424"/>
                <a:gd name="connsiteY204" fmla="*/ 406633 h 518646"/>
                <a:gd name="connsiteX205" fmla="*/ 427526 w 2589424"/>
                <a:gd name="connsiteY205" fmla="*/ 402927 h 518646"/>
                <a:gd name="connsiteX206" fmla="*/ 297136 w 2589424"/>
                <a:gd name="connsiteY206" fmla="*/ 424589 h 518646"/>
                <a:gd name="connsiteX207" fmla="*/ 314648 w 2589424"/>
                <a:gd name="connsiteY207" fmla="*/ 428769 h 518646"/>
                <a:gd name="connsiteX208" fmla="*/ 442754 w 2589424"/>
                <a:gd name="connsiteY208" fmla="*/ 406633 h 518646"/>
                <a:gd name="connsiteX209" fmla="*/ 427526 w 2589424"/>
                <a:gd name="connsiteY209" fmla="*/ 403022 h 518646"/>
                <a:gd name="connsiteX210" fmla="*/ 2176366 w 2589424"/>
                <a:gd name="connsiteY210" fmla="*/ 399412 h 518646"/>
                <a:gd name="connsiteX211" fmla="*/ 2161518 w 2589424"/>
                <a:gd name="connsiteY211" fmla="*/ 403117 h 518646"/>
                <a:gd name="connsiteX212" fmla="*/ 2291813 w 2589424"/>
                <a:gd name="connsiteY212" fmla="*/ 424779 h 518646"/>
                <a:gd name="connsiteX213" fmla="*/ 2308849 w 2589424"/>
                <a:gd name="connsiteY213" fmla="*/ 420599 h 518646"/>
                <a:gd name="connsiteX214" fmla="*/ 2176366 w 2589424"/>
                <a:gd name="connsiteY214" fmla="*/ 399507 h 518646"/>
                <a:gd name="connsiteX215" fmla="*/ 398212 w 2589424"/>
                <a:gd name="connsiteY215" fmla="*/ 395612 h 518646"/>
                <a:gd name="connsiteX216" fmla="*/ 263349 w 2589424"/>
                <a:gd name="connsiteY216" fmla="*/ 416133 h 518646"/>
                <a:gd name="connsiteX217" fmla="*/ 280005 w 2589424"/>
                <a:gd name="connsiteY217" fmla="*/ 420409 h 518646"/>
                <a:gd name="connsiteX218" fmla="*/ 412679 w 2589424"/>
                <a:gd name="connsiteY218" fmla="*/ 399317 h 518646"/>
                <a:gd name="connsiteX219" fmla="*/ 398212 w 2589424"/>
                <a:gd name="connsiteY219" fmla="*/ 395612 h 518646"/>
                <a:gd name="connsiteX220" fmla="*/ 2204918 w 2589424"/>
                <a:gd name="connsiteY220" fmla="*/ 391907 h 518646"/>
                <a:gd name="connsiteX221" fmla="*/ 2190832 w 2589424"/>
                <a:gd name="connsiteY221" fmla="*/ 395707 h 518646"/>
                <a:gd name="connsiteX222" fmla="*/ 2325600 w 2589424"/>
                <a:gd name="connsiteY222" fmla="*/ 416228 h 518646"/>
                <a:gd name="connsiteX223" fmla="*/ 2341780 w 2589424"/>
                <a:gd name="connsiteY223" fmla="*/ 411858 h 518646"/>
                <a:gd name="connsiteX224" fmla="*/ 2204918 w 2589424"/>
                <a:gd name="connsiteY224" fmla="*/ 391907 h 518646"/>
                <a:gd name="connsiteX225" fmla="*/ 370516 w 2589424"/>
                <a:gd name="connsiteY225" fmla="*/ 387916 h 518646"/>
                <a:gd name="connsiteX226" fmla="*/ 231465 w 2589424"/>
                <a:gd name="connsiteY226" fmla="*/ 407298 h 518646"/>
                <a:gd name="connsiteX227" fmla="*/ 247265 w 2589424"/>
                <a:gd name="connsiteY227" fmla="*/ 411668 h 518646"/>
                <a:gd name="connsiteX228" fmla="*/ 384126 w 2589424"/>
                <a:gd name="connsiteY228" fmla="*/ 391717 h 518646"/>
                <a:gd name="connsiteX229" fmla="*/ 370516 w 2589424"/>
                <a:gd name="connsiteY229" fmla="*/ 387916 h 518646"/>
                <a:gd name="connsiteX230" fmla="*/ 2231948 w 2589424"/>
                <a:gd name="connsiteY230" fmla="*/ 384116 h 518646"/>
                <a:gd name="connsiteX231" fmla="*/ 2218623 w 2589424"/>
                <a:gd name="connsiteY231" fmla="*/ 388011 h 518646"/>
                <a:gd name="connsiteX232" fmla="*/ 2357579 w 2589424"/>
                <a:gd name="connsiteY232" fmla="*/ 407393 h 518646"/>
                <a:gd name="connsiteX233" fmla="*/ 2372806 w 2589424"/>
                <a:gd name="connsiteY233" fmla="*/ 402927 h 518646"/>
                <a:gd name="connsiteX234" fmla="*/ 2231948 w 2589424"/>
                <a:gd name="connsiteY234" fmla="*/ 384116 h 518646"/>
                <a:gd name="connsiteX235" fmla="*/ 344438 w 2589424"/>
                <a:gd name="connsiteY235" fmla="*/ 380126 h 518646"/>
                <a:gd name="connsiteX236" fmla="*/ 201581 w 2589424"/>
                <a:gd name="connsiteY236" fmla="*/ 398272 h 518646"/>
                <a:gd name="connsiteX237" fmla="*/ 216333 w 2589424"/>
                <a:gd name="connsiteY237" fmla="*/ 402832 h 518646"/>
                <a:gd name="connsiteX238" fmla="*/ 357382 w 2589424"/>
                <a:gd name="connsiteY238" fmla="*/ 384021 h 518646"/>
                <a:gd name="connsiteX239" fmla="*/ 344533 w 2589424"/>
                <a:gd name="connsiteY239" fmla="*/ 380126 h 518646"/>
                <a:gd name="connsiteX240" fmla="*/ 2257264 w 2589424"/>
                <a:gd name="connsiteY240" fmla="*/ 376230 h 518646"/>
                <a:gd name="connsiteX241" fmla="*/ 2244796 w 2589424"/>
                <a:gd name="connsiteY241" fmla="*/ 380221 h 518646"/>
                <a:gd name="connsiteX242" fmla="*/ 2387654 w 2589424"/>
                <a:gd name="connsiteY242" fmla="*/ 398462 h 518646"/>
                <a:gd name="connsiteX243" fmla="*/ 2401930 w 2589424"/>
                <a:gd name="connsiteY243" fmla="*/ 393807 h 518646"/>
                <a:gd name="connsiteX244" fmla="*/ 2257264 w 2589424"/>
                <a:gd name="connsiteY244" fmla="*/ 376230 h 518646"/>
                <a:gd name="connsiteX245" fmla="*/ 320073 w 2589424"/>
                <a:gd name="connsiteY245" fmla="*/ 372050 h 518646"/>
                <a:gd name="connsiteX246" fmla="*/ 173504 w 2589424"/>
                <a:gd name="connsiteY246" fmla="*/ 389056 h 518646"/>
                <a:gd name="connsiteX247" fmla="*/ 187304 w 2589424"/>
                <a:gd name="connsiteY247" fmla="*/ 393712 h 518646"/>
                <a:gd name="connsiteX248" fmla="*/ 332065 w 2589424"/>
                <a:gd name="connsiteY248" fmla="*/ 376135 h 518646"/>
                <a:gd name="connsiteX249" fmla="*/ 320073 w 2589424"/>
                <a:gd name="connsiteY249" fmla="*/ 372050 h 518646"/>
                <a:gd name="connsiteX250" fmla="*/ 2280963 w 2589424"/>
                <a:gd name="connsiteY250" fmla="*/ 367965 h 518646"/>
                <a:gd name="connsiteX251" fmla="*/ 2269256 w 2589424"/>
                <a:gd name="connsiteY251" fmla="*/ 372050 h 518646"/>
                <a:gd name="connsiteX252" fmla="*/ 2415826 w 2589424"/>
                <a:gd name="connsiteY252" fmla="*/ 389056 h 518646"/>
                <a:gd name="connsiteX253" fmla="*/ 2429150 w 2589424"/>
                <a:gd name="connsiteY253" fmla="*/ 384306 h 518646"/>
                <a:gd name="connsiteX254" fmla="*/ 2280868 w 2589424"/>
                <a:gd name="connsiteY254" fmla="*/ 367965 h 518646"/>
                <a:gd name="connsiteX255" fmla="*/ 297327 w 2589424"/>
                <a:gd name="connsiteY255" fmla="*/ 363784 h 518646"/>
                <a:gd name="connsiteX256" fmla="*/ 147331 w 2589424"/>
                <a:gd name="connsiteY256" fmla="*/ 379556 h 518646"/>
                <a:gd name="connsiteX257" fmla="*/ 160084 w 2589424"/>
                <a:gd name="connsiteY257" fmla="*/ 384306 h 518646"/>
                <a:gd name="connsiteX258" fmla="*/ 308462 w 2589424"/>
                <a:gd name="connsiteY258" fmla="*/ 367965 h 518646"/>
                <a:gd name="connsiteX259" fmla="*/ 297327 w 2589424"/>
                <a:gd name="connsiteY259" fmla="*/ 363784 h 518646"/>
                <a:gd name="connsiteX260" fmla="*/ 2302853 w 2589424"/>
                <a:gd name="connsiteY260" fmla="*/ 359604 h 518646"/>
                <a:gd name="connsiteX261" fmla="*/ 2292098 w 2589424"/>
                <a:gd name="connsiteY261" fmla="*/ 363784 h 518646"/>
                <a:gd name="connsiteX262" fmla="*/ 2442094 w 2589424"/>
                <a:gd name="connsiteY262" fmla="*/ 379556 h 518646"/>
                <a:gd name="connsiteX263" fmla="*/ 2454467 w 2589424"/>
                <a:gd name="connsiteY263" fmla="*/ 374710 h 518646"/>
                <a:gd name="connsiteX264" fmla="*/ 2302948 w 2589424"/>
                <a:gd name="connsiteY264" fmla="*/ 359604 h 518646"/>
                <a:gd name="connsiteX265" fmla="*/ 276483 w 2589424"/>
                <a:gd name="connsiteY265" fmla="*/ 355424 h 518646"/>
                <a:gd name="connsiteX266" fmla="*/ 123347 w 2589424"/>
                <a:gd name="connsiteY266" fmla="*/ 369865 h 518646"/>
                <a:gd name="connsiteX267" fmla="*/ 135053 w 2589424"/>
                <a:gd name="connsiteY267" fmla="*/ 374710 h 518646"/>
                <a:gd name="connsiteX268" fmla="*/ 286572 w 2589424"/>
                <a:gd name="connsiteY268" fmla="*/ 359604 h 518646"/>
                <a:gd name="connsiteX269" fmla="*/ 276388 w 2589424"/>
                <a:gd name="connsiteY269" fmla="*/ 355329 h 518646"/>
                <a:gd name="connsiteX270" fmla="*/ 2323030 w 2589424"/>
                <a:gd name="connsiteY270" fmla="*/ 351053 h 518646"/>
                <a:gd name="connsiteX271" fmla="*/ 2313227 w 2589424"/>
                <a:gd name="connsiteY271" fmla="*/ 355329 h 518646"/>
                <a:gd name="connsiteX272" fmla="*/ 2466364 w 2589424"/>
                <a:gd name="connsiteY272" fmla="*/ 369770 h 518646"/>
                <a:gd name="connsiteX273" fmla="*/ 2477784 w 2589424"/>
                <a:gd name="connsiteY273" fmla="*/ 364829 h 518646"/>
                <a:gd name="connsiteX274" fmla="*/ 2323125 w 2589424"/>
                <a:gd name="connsiteY274" fmla="*/ 350958 h 518646"/>
                <a:gd name="connsiteX275" fmla="*/ 257258 w 2589424"/>
                <a:gd name="connsiteY275" fmla="*/ 346778 h 518646"/>
                <a:gd name="connsiteX276" fmla="*/ 101171 w 2589424"/>
                <a:gd name="connsiteY276" fmla="*/ 359984 h 518646"/>
                <a:gd name="connsiteX277" fmla="*/ 111926 w 2589424"/>
                <a:gd name="connsiteY277" fmla="*/ 364924 h 518646"/>
                <a:gd name="connsiteX278" fmla="*/ 266490 w 2589424"/>
                <a:gd name="connsiteY278" fmla="*/ 351053 h 518646"/>
                <a:gd name="connsiteX279" fmla="*/ 257163 w 2589424"/>
                <a:gd name="connsiteY279" fmla="*/ 346683 h 518646"/>
                <a:gd name="connsiteX280" fmla="*/ 2341399 w 2589424"/>
                <a:gd name="connsiteY280" fmla="*/ 342408 h 518646"/>
                <a:gd name="connsiteX281" fmla="*/ 2332452 w 2589424"/>
                <a:gd name="connsiteY281" fmla="*/ 346778 h 518646"/>
                <a:gd name="connsiteX282" fmla="*/ 2488539 w 2589424"/>
                <a:gd name="connsiteY282" fmla="*/ 359984 h 518646"/>
                <a:gd name="connsiteX283" fmla="*/ 2498818 w 2589424"/>
                <a:gd name="connsiteY283" fmla="*/ 354949 h 518646"/>
                <a:gd name="connsiteX284" fmla="*/ 2341399 w 2589424"/>
                <a:gd name="connsiteY284" fmla="*/ 342408 h 518646"/>
                <a:gd name="connsiteX285" fmla="*/ 239936 w 2589424"/>
                <a:gd name="connsiteY285" fmla="*/ 338037 h 518646"/>
                <a:gd name="connsiteX286" fmla="*/ 81279 w 2589424"/>
                <a:gd name="connsiteY286" fmla="*/ 349913 h 518646"/>
                <a:gd name="connsiteX287" fmla="*/ 90987 w 2589424"/>
                <a:gd name="connsiteY287" fmla="*/ 354949 h 518646"/>
                <a:gd name="connsiteX288" fmla="*/ 248407 w 2589424"/>
                <a:gd name="connsiteY288" fmla="*/ 342408 h 518646"/>
                <a:gd name="connsiteX289" fmla="*/ 239936 w 2589424"/>
                <a:gd name="connsiteY289" fmla="*/ 338037 h 518646"/>
                <a:gd name="connsiteX290" fmla="*/ 2357769 w 2589424"/>
                <a:gd name="connsiteY290" fmla="*/ 333477 h 518646"/>
                <a:gd name="connsiteX291" fmla="*/ 2349774 w 2589424"/>
                <a:gd name="connsiteY291" fmla="*/ 337942 h 518646"/>
                <a:gd name="connsiteX292" fmla="*/ 2508431 w 2589424"/>
                <a:gd name="connsiteY292" fmla="*/ 349818 h 518646"/>
                <a:gd name="connsiteX293" fmla="*/ 2517663 w 2589424"/>
                <a:gd name="connsiteY293" fmla="*/ 344688 h 518646"/>
                <a:gd name="connsiteX294" fmla="*/ 2357769 w 2589424"/>
                <a:gd name="connsiteY294" fmla="*/ 333572 h 518646"/>
                <a:gd name="connsiteX295" fmla="*/ 224423 w 2589424"/>
                <a:gd name="connsiteY295" fmla="*/ 329106 h 518646"/>
                <a:gd name="connsiteX296" fmla="*/ 63482 w 2589424"/>
                <a:gd name="connsiteY296" fmla="*/ 339557 h 518646"/>
                <a:gd name="connsiteX297" fmla="*/ 72143 w 2589424"/>
                <a:gd name="connsiteY297" fmla="*/ 344688 h 518646"/>
                <a:gd name="connsiteX298" fmla="*/ 232037 w 2589424"/>
                <a:gd name="connsiteY298" fmla="*/ 333477 h 518646"/>
                <a:gd name="connsiteX299" fmla="*/ 224423 w 2589424"/>
                <a:gd name="connsiteY299" fmla="*/ 329011 h 518646"/>
                <a:gd name="connsiteX300" fmla="*/ 2372426 w 2589424"/>
                <a:gd name="connsiteY300" fmla="*/ 324451 h 518646"/>
                <a:gd name="connsiteX301" fmla="*/ 2365383 w 2589424"/>
                <a:gd name="connsiteY301" fmla="*/ 329011 h 518646"/>
                <a:gd name="connsiteX302" fmla="*/ 2526419 w 2589424"/>
                <a:gd name="connsiteY302" fmla="*/ 339462 h 518646"/>
                <a:gd name="connsiteX303" fmla="*/ 2534509 w 2589424"/>
                <a:gd name="connsiteY303" fmla="*/ 334237 h 518646"/>
                <a:gd name="connsiteX304" fmla="*/ 2372426 w 2589424"/>
                <a:gd name="connsiteY304" fmla="*/ 324451 h 518646"/>
                <a:gd name="connsiteX305" fmla="*/ 210813 w 2589424"/>
                <a:gd name="connsiteY305" fmla="*/ 320081 h 518646"/>
                <a:gd name="connsiteX306" fmla="*/ 47683 w 2589424"/>
                <a:gd name="connsiteY306" fmla="*/ 329201 h 518646"/>
                <a:gd name="connsiteX307" fmla="*/ 55297 w 2589424"/>
                <a:gd name="connsiteY307" fmla="*/ 334427 h 518646"/>
                <a:gd name="connsiteX308" fmla="*/ 217380 w 2589424"/>
                <a:gd name="connsiteY308" fmla="*/ 324641 h 518646"/>
                <a:gd name="connsiteX309" fmla="*/ 210813 w 2589424"/>
                <a:gd name="connsiteY309" fmla="*/ 320081 h 518646"/>
                <a:gd name="connsiteX310" fmla="*/ 2385084 w 2589424"/>
                <a:gd name="connsiteY310" fmla="*/ 315425 h 518646"/>
                <a:gd name="connsiteX311" fmla="*/ 2378993 w 2589424"/>
                <a:gd name="connsiteY311" fmla="*/ 319986 h 518646"/>
                <a:gd name="connsiteX312" fmla="*/ 2542123 w 2589424"/>
                <a:gd name="connsiteY312" fmla="*/ 329106 h 518646"/>
                <a:gd name="connsiteX313" fmla="*/ 2549166 w 2589424"/>
                <a:gd name="connsiteY313" fmla="*/ 323881 h 518646"/>
                <a:gd name="connsiteX314" fmla="*/ 2385084 w 2589424"/>
                <a:gd name="connsiteY314" fmla="*/ 315520 h 518646"/>
                <a:gd name="connsiteX315" fmla="*/ 199011 w 2589424"/>
                <a:gd name="connsiteY315" fmla="*/ 310960 h 518646"/>
                <a:gd name="connsiteX316" fmla="*/ 34168 w 2589424"/>
                <a:gd name="connsiteY316" fmla="*/ 318656 h 518646"/>
                <a:gd name="connsiteX317" fmla="*/ 40735 w 2589424"/>
                <a:gd name="connsiteY317" fmla="*/ 323976 h 518646"/>
                <a:gd name="connsiteX318" fmla="*/ 204721 w 2589424"/>
                <a:gd name="connsiteY318" fmla="*/ 315520 h 518646"/>
                <a:gd name="connsiteX319" fmla="*/ 199106 w 2589424"/>
                <a:gd name="connsiteY319" fmla="*/ 310960 h 518646"/>
                <a:gd name="connsiteX320" fmla="*/ 2395744 w 2589424"/>
                <a:gd name="connsiteY320" fmla="*/ 306210 h 518646"/>
                <a:gd name="connsiteX321" fmla="*/ 2390604 w 2589424"/>
                <a:gd name="connsiteY321" fmla="*/ 310770 h 518646"/>
                <a:gd name="connsiteX322" fmla="*/ 2555542 w 2589424"/>
                <a:gd name="connsiteY322" fmla="*/ 318466 h 518646"/>
                <a:gd name="connsiteX323" fmla="*/ 2561348 w 2589424"/>
                <a:gd name="connsiteY323" fmla="*/ 313145 h 518646"/>
                <a:gd name="connsiteX324" fmla="*/ 2395649 w 2589424"/>
                <a:gd name="connsiteY324" fmla="*/ 306115 h 518646"/>
                <a:gd name="connsiteX325" fmla="*/ 189303 w 2589424"/>
                <a:gd name="connsiteY325" fmla="*/ 301744 h 518646"/>
                <a:gd name="connsiteX326" fmla="*/ 22937 w 2589424"/>
                <a:gd name="connsiteY326" fmla="*/ 308110 h 518646"/>
                <a:gd name="connsiteX327" fmla="*/ 28362 w 2589424"/>
                <a:gd name="connsiteY327" fmla="*/ 313430 h 518646"/>
                <a:gd name="connsiteX328" fmla="*/ 193967 w 2589424"/>
                <a:gd name="connsiteY328" fmla="*/ 306400 h 518646"/>
                <a:gd name="connsiteX329" fmla="*/ 189398 w 2589424"/>
                <a:gd name="connsiteY329" fmla="*/ 301744 h 518646"/>
                <a:gd name="connsiteX330" fmla="*/ 2404595 w 2589424"/>
                <a:gd name="connsiteY330" fmla="*/ 296899 h 518646"/>
                <a:gd name="connsiteX331" fmla="*/ 2400407 w 2589424"/>
                <a:gd name="connsiteY331" fmla="*/ 301554 h 518646"/>
                <a:gd name="connsiteX332" fmla="*/ 2566868 w 2589424"/>
                <a:gd name="connsiteY332" fmla="*/ 307825 h 518646"/>
                <a:gd name="connsiteX333" fmla="*/ 2571532 w 2589424"/>
                <a:gd name="connsiteY333" fmla="*/ 302504 h 518646"/>
                <a:gd name="connsiteX334" fmla="*/ 2404595 w 2589424"/>
                <a:gd name="connsiteY334" fmla="*/ 296899 h 518646"/>
                <a:gd name="connsiteX335" fmla="*/ 181499 w 2589424"/>
                <a:gd name="connsiteY335" fmla="*/ 292434 h 518646"/>
                <a:gd name="connsiteX336" fmla="*/ 13896 w 2589424"/>
                <a:gd name="connsiteY336" fmla="*/ 297374 h 518646"/>
                <a:gd name="connsiteX337" fmla="*/ 18178 w 2589424"/>
                <a:gd name="connsiteY337" fmla="*/ 302694 h 518646"/>
                <a:gd name="connsiteX338" fmla="*/ 185115 w 2589424"/>
                <a:gd name="connsiteY338" fmla="*/ 297089 h 518646"/>
                <a:gd name="connsiteX339" fmla="*/ 181499 w 2589424"/>
                <a:gd name="connsiteY339" fmla="*/ 292434 h 518646"/>
                <a:gd name="connsiteX340" fmla="*/ 2411353 w 2589424"/>
                <a:gd name="connsiteY340" fmla="*/ 287588 h 518646"/>
                <a:gd name="connsiteX341" fmla="*/ 2408212 w 2589424"/>
                <a:gd name="connsiteY341" fmla="*/ 292243 h 518646"/>
                <a:gd name="connsiteX342" fmla="*/ 2575815 w 2589424"/>
                <a:gd name="connsiteY342" fmla="*/ 297184 h 518646"/>
                <a:gd name="connsiteX343" fmla="*/ 2579431 w 2589424"/>
                <a:gd name="connsiteY343" fmla="*/ 291768 h 518646"/>
                <a:gd name="connsiteX344" fmla="*/ 2411353 w 2589424"/>
                <a:gd name="connsiteY344" fmla="*/ 287588 h 518646"/>
                <a:gd name="connsiteX345" fmla="*/ 175503 w 2589424"/>
                <a:gd name="connsiteY345" fmla="*/ 283028 h 518646"/>
                <a:gd name="connsiteX346" fmla="*/ 7138 w 2589424"/>
                <a:gd name="connsiteY346" fmla="*/ 286543 h 518646"/>
                <a:gd name="connsiteX347" fmla="*/ 10184 w 2589424"/>
                <a:gd name="connsiteY347" fmla="*/ 291958 h 518646"/>
                <a:gd name="connsiteX348" fmla="*/ 178168 w 2589424"/>
                <a:gd name="connsiteY348" fmla="*/ 287683 h 518646"/>
                <a:gd name="connsiteX349" fmla="*/ 175503 w 2589424"/>
                <a:gd name="connsiteY349" fmla="*/ 283028 h 518646"/>
                <a:gd name="connsiteX350" fmla="*/ 2416206 w 2589424"/>
                <a:gd name="connsiteY350" fmla="*/ 278182 h 518646"/>
                <a:gd name="connsiteX351" fmla="*/ 2414017 w 2589424"/>
                <a:gd name="connsiteY351" fmla="*/ 282933 h 518646"/>
                <a:gd name="connsiteX352" fmla="*/ 2582477 w 2589424"/>
                <a:gd name="connsiteY352" fmla="*/ 286448 h 518646"/>
                <a:gd name="connsiteX353" fmla="*/ 2585047 w 2589424"/>
                <a:gd name="connsiteY353" fmla="*/ 281033 h 518646"/>
                <a:gd name="connsiteX354" fmla="*/ 2416206 w 2589424"/>
                <a:gd name="connsiteY354" fmla="*/ 278182 h 518646"/>
                <a:gd name="connsiteX355" fmla="*/ 171600 w 2589424"/>
                <a:gd name="connsiteY355" fmla="*/ 273622 h 518646"/>
                <a:gd name="connsiteX356" fmla="*/ 2665 w 2589424"/>
                <a:gd name="connsiteY356" fmla="*/ 275712 h 518646"/>
                <a:gd name="connsiteX357" fmla="*/ 4664 w 2589424"/>
                <a:gd name="connsiteY357" fmla="*/ 281128 h 518646"/>
                <a:gd name="connsiteX358" fmla="*/ 173409 w 2589424"/>
                <a:gd name="connsiteY358" fmla="*/ 278277 h 518646"/>
                <a:gd name="connsiteX359" fmla="*/ 171696 w 2589424"/>
                <a:gd name="connsiteY359" fmla="*/ 273527 h 518646"/>
                <a:gd name="connsiteX360" fmla="*/ 2419157 w 2589424"/>
                <a:gd name="connsiteY360" fmla="*/ 268777 h 518646"/>
                <a:gd name="connsiteX361" fmla="*/ 2417920 w 2589424"/>
                <a:gd name="connsiteY361" fmla="*/ 273527 h 518646"/>
                <a:gd name="connsiteX362" fmla="*/ 2586855 w 2589424"/>
                <a:gd name="connsiteY362" fmla="*/ 275617 h 518646"/>
                <a:gd name="connsiteX363" fmla="*/ 2588283 w 2589424"/>
                <a:gd name="connsiteY363" fmla="*/ 270202 h 518646"/>
                <a:gd name="connsiteX364" fmla="*/ 2419157 w 2589424"/>
                <a:gd name="connsiteY364" fmla="*/ 268777 h 518646"/>
                <a:gd name="connsiteX365" fmla="*/ 169697 w 2589424"/>
                <a:gd name="connsiteY365" fmla="*/ 264216 h 518646"/>
                <a:gd name="connsiteX366" fmla="*/ 381 w 2589424"/>
                <a:gd name="connsiteY366" fmla="*/ 264976 h 518646"/>
                <a:gd name="connsiteX367" fmla="*/ 1237 w 2589424"/>
                <a:gd name="connsiteY367" fmla="*/ 270392 h 518646"/>
                <a:gd name="connsiteX368" fmla="*/ 170363 w 2589424"/>
                <a:gd name="connsiteY368" fmla="*/ 268967 h 518646"/>
                <a:gd name="connsiteX369" fmla="*/ 169697 w 2589424"/>
                <a:gd name="connsiteY369" fmla="*/ 264216 h 518646"/>
                <a:gd name="connsiteX370" fmla="*/ 2589425 w 2589424"/>
                <a:gd name="connsiteY370" fmla="*/ 258896 h 518646"/>
                <a:gd name="connsiteX371" fmla="*/ 2420108 w 2589424"/>
                <a:gd name="connsiteY371" fmla="*/ 258896 h 518646"/>
                <a:gd name="connsiteX372" fmla="*/ 2420108 w 2589424"/>
                <a:gd name="connsiteY372" fmla="*/ 259276 h 518646"/>
                <a:gd name="connsiteX373" fmla="*/ 2419823 w 2589424"/>
                <a:gd name="connsiteY373" fmla="*/ 264026 h 518646"/>
                <a:gd name="connsiteX374" fmla="*/ 2589139 w 2589424"/>
                <a:gd name="connsiteY374" fmla="*/ 264691 h 518646"/>
                <a:gd name="connsiteX375" fmla="*/ 2589425 w 2589424"/>
                <a:gd name="connsiteY375" fmla="*/ 259276 h 518646"/>
                <a:gd name="connsiteX376" fmla="*/ 2589425 w 2589424"/>
                <a:gd name="connsiteY376" fmla="*/ 258896 h 518646"/>
                <a:gd name="connsiteX377" fmla="*/ 286 w 2589424"/>
                <a:gd name="connsiteY377" fmla="*/ 254145 h 518646"/>
                <a:gd name="connsiteX378" fmla="*/ 0 w 2589424"/>
                <a:gd name="connsiteY378" fmla="*/ 259371 h 518646"/>
                <a:gd name="connsiteX379" fmla="*/ 0 w 2589424"/>
                <a:gd name="connsiteY379" fmla="*/ 259561 h 518646"/>
                <a:gd name="connsiteX380" fmla="*/ 169411 w 2589424"/>
                <a:gd name="connsiteY380" fmla="*/ 259561 h 518646"/>
                <a:gd name="connsiteX381" fmla="*/ 169411 w 2589424"/>
                <a:gd name="connsiteY381" fmla="*/ 259371 h 518646"/>
                <a:gd name="connsiteX382" fmla="*/ 169602 w 2589424"/>
                <a:gd name="connsiteY382" fmla="*/ 254810 h 518646"/>
                <a:gd name="connsiteX383" fmla="*/ 286 w 2589424"/>
                <a:gd name="connsiteY383" fmla="*/ 254145 h 518646"/>
                <a:gd name="connsiteX384" fmla="*/ 2588283 w 2589424"/>
                <a:gd name="connsiteY384" fmla="*/ 248065 h 518646"/>
                <a:gd name="connsiteX385" fmla="*/ 2419157 w 2589424"/>
                <a:gd name="connsiteY385" fmla="*/ 249490 h 518646"/>
                <a:gd name="connsiteX386" fmla="*/ 2419918 w 2589424"/>
                <a:gd name="connsiteY386" fmla="*/ 254240 h 518646"/>
                <a:gd name="connsiteX387" fmla="*/ 2589139 w 2589424"/>
                <a:gd name="connsiteY387" fmla="*/ 253480 h 518646"/>
                <a:gd name="connsiteX388" fmla="*/ 2588283 w 2589424"/>
                <a:gd name="connsiteY388" fmla="*/ 248065 h 518646"/>
                <a:gd name="connsiteX389" fmla="*/ 2475 w 2589424"/>
                <a:gd name="connsiteY389" fmla="*/ 243220 h 518646"/>
                <a:gd name="connsiteX390" fmla="*/ 1142 w 2589424"/>
                <a:gd name="connsiteY390" fmla="*/ 248635 h 518646"/>
                <a:gd name="connsiteX391" fmla="*/ 170268 w 2589424"/>
                <a:gd name="connsiteY391" fmla="*/ 249965 h 518646"/>
                <a:gd name="connsiteX392" fmla="*/ 171505 w 2589424"/>
                <a:gd name="connsiteY392" fmla="*/ 245215 h 518646"/>
                <a:gd name="connsiteX393" fmla="*/ 2475 w 2589424"/>
                <a:gd name="connsiteY393" fmla="*/ 243125 h 518646"/>
                <a:gd name="connsiteX394" fmla="*/ 2584856 w 2589424"/>
                <a:gd name="connsiteY394" fmla="*/ 237234 h 518646"/>
                <a:gd name="connsiteX395" fmla="*/ 2416111 w 2589424"/>
                <a:gd name="connsiteY395" fmla="*/ 240084 h 518646"/>
                <a:gd name="connsiteX396" fmla="*/ 2417824 w 2589424"/>
                <a:gd name="connsiteY396" fmla="*/ 244835 h 518646"/>
                <a:gd name="connsiteX397" fmla="*/ 2586760 w 2589424"/>
                <a:gd name="connsiteY397" fmla="*/ 242649 h 518646"/>
                <a:gd name="connsiteX398" fmla="*/ 2584761 w 2589424"/>
                <a:gd name="connsiteY398" fmla="*/ 237234 h 518646"/>
                <a:gd name="connsiteX399" fmla="*/ 6948 w 2589424"/>
                <a:gd name="connsiteY399" fmla="*/ 232484 h 518646"/>
                <a:gd name="connsiteX400" fmla="*/ 4473 w 2589424"/>
                <a:gd name="connsiteY400" fmla="*/ 237899 h 518646"/>
                <a:gd name="connsiteX401" fmla="*/ 173218 w 2589424"/>
                <a:gd name="connsiteY401" fmla="*/ 240654 h 518646"/>
                <a:gd name="connsiteX402" fmla="*/ 175407 w 2589424"/>
                <a:gd name="connsiteY402" fmla="*/ 235904 h 518646"/>
                <a:gd name="connsiteX403" fmla="*/ 6948 w 2589424"/>
                <a:gd name="connsiteY403" fmla="*/ 232389 h 518646"/>
                <a:gd name="connsiteX404" fmla="*/ 2579146 w 2589424"/>
                <a:gd name="connsiteY404" fmla="*/ 226498 h 518646"/>
                <a:gd name="connsiteX405" fmla="*/ 2411162 w 2589424"/>
                <a:gd name="connsiteY405" fmla="*/ 230774 h 518646"/>
                <a:gd name="connsiteX406" fmla="*/ 2413827 w 2589424"/>
                <a:gd name="connsiteY406" fmla="*/ 235429 h 518646"/>
                <a:gd name="connsiteX407" fmla="*/ 2582287 w 2589424"/>
                <a:gd name="connsiteY407" fmla="*/ 231914 h 518646"/>
                <a:gd name="connsiteX408" fmla="*/ 2579146 w 2589424"/>
                <a:gd name="connsiteY408" fmla="*/ 226498 h 518646"/>
                <a:gd name="connsiteX409" fmla="*/ 13610 w 2589424"/>
                <a:gd name="connsiteY409" fmla="*/ 221653 h 518646"/>
                <a:gd name="connsiteX410" fmla="*/ 10089 w 2589424"/>
                <a:gd name="connsiteY410" fmla="*/ 227068 h 518646"/>
                <a:gd name="connsiteX411" fmla="*/ 178072 w 2589424"/>
                <a:gd name="connsiteY411" fmla="*/ 231249 h 518646"/>
                <a:gd name="connsiteX412" fmla="*/ 181213 w 2589424"/>
                <a:gd name="connsiteY412" fmla="*/ 226593 h 518646"/>
                <a:gd name="connsiteX413" fmla="*/ 13610 w 2589424"/>
                <a:gd name="connsiteY413" fmla="*/ 221748 h 518646"/>
                <a:gd name="connsiteX414" fmla="*/ 2571246 w 2589424"/>
                <a:gd name="connsiteY414" fmla="*/ 215667 h 518646"/>
                <a:gd name="connsiteX415" fmla="*/ 2404309 w 2589424"/>
                <a:gd name="connsiteY415" fmla="*/ 221368 h 518646"/>
                <a:gd name="connsiteX416" fmla="*/ 2407926 w 2589424"/>
                <a:gd name="connsiteY416" fmla="*/ 226023 h 518646"/>
                <a:gd name="connsiteX417" fmla="*/ 2575434 w 2589424"/>
                <a:gd name="connsiteY417" fmla="*/ 221083 h 518646"/>
                <a:gd name="connsiteX418" fmla="*/ 2571246 w 2589424"/>
                <a:gd name="connsiteY418" fmla="*/ 215667 h 518646"/>
                <a:gd name="connsiteX419" fmla="*/ 22556 w 2589424"/>
                <a:gd name="connsiteY419" fmla="*/ 210917 h 518646"/>
                <a:gd name="connsiteX420" fmla="*/ 17798 w 2589424"/>
                <a:gd name="connsiteY420" fmla="*/ 216237 h 518646"/>
                <a:gd name="connsiteX421" fmla="*/ 184830 w 2589424"/>
                <a:gd name="connsiteY421" fmla="*/ 221843 h 518646"/>
                <a:gd name="connsiteX422" fmla="*/ 188922 w 2589424"/>
                <a:gd name="connsiteY422" fmla="*/ 217187 h 518646"/>
                <a:gd name="connsiteX423" fmla="*/ 22556 w 2589424"/>
                <a:gd name="connsiteY423" fmla="*/ 210917 h 518646"/>
                <a:gd name="connsiteX424" fmla="*/ 2561063 w 2589424"/>
                <a:gd name="connsiteY424" fmla="*/ 205026 h 518646"/>
                <a:gd name="connsiteX425" fmla="*/ 2395363 w 2589424"/>
                <a:gd name="connsiteY425" fmla="*/ 212152 h 518646"/>
                <a:gd name="connsiteX426" fmla="*/ 2400027 w 2589424"/>
                <a:gd name="connsiteY426" fmla="*/ 216807 h 518646"/>
                <a:gd name="connsiteX427" fmla="*/ 2566297 w 2589424"/>
                <a:gd name="connsiteY427" fmla="*/ 210442 h 518646"/>
                <a:gd name="connsiteX428" fmla="*/ 2560968 w 2589424"/>
                <a:gd name="connsiteY428" fmla="*/ 205121 h 518646"/>
                <a:gd name="connsiteX429" fmla="*/ 33692 w 2589424"/>
                <a:gd name="connsiteY429" fmla="*/ 200371 h 518646"/>
                <a:gd name="connsiteX430" fmla="*/ 27886 w 2589424"/>
                <a:gd name="connsiteY430" fmla="*/ 205692 h 518646"/>
                <a:gd name="connsiteX431" fmla="*/ 193586 w 2589424"/>
                <a:gd name="connsiteY431" fmla="*/ 212722 h 518646"/>
                <a:gd name="connsiteX432" fmla="*/ 198725 w 2589424"/>
                <a:gd name="connsiteY432" fmla="*/ 208162 h 518646"/>
                <a:gd name="connsiteX433" fmla="*/ 33787 w 2589424"/>
                <a:gd name="connsiteY433" fmla="*/ 200466 h 518646"/>
                <a:gd name="connsiteX434" fmla="*/ 2548595 w 2589424"/>
                <a:gd name="connsiteY434" fmla="*/ 194481 h 518646"/>
                <a:gd name="connsiteX435" fmla="*/ 2384608 w 2589424"/>
                <a:gd name="connsiteY435" fmla="*/ 202936 h 518646"/>
                <a:gd name="connsiteX436" fmla="*/ 2390224 w 2589424"/>
                <a:gd name="connsiteY436" fmla="*/ 207497 h 518646"/>
                <a:gd name="connsiteX437" fmla="*/ 2555067 w 2589424"/>
                <a:gd name="connsiteY437" fmla="*/ 199706 h 518646"/>
                <a:gd name="connsiteX438" fmla="*/ 2548500 w 2589424"/>
                <a:gd name="connsiteY438" fmla="*/ 194481 h 518646"/>
                <a:gd name="connsiteX439" fmla="*/ 47112 w 2589424"/>
                <a:gd name="connsiteY439" fmla="*/ 189825 h 518646"/>
                <a:gd name="connsiteX440" fmla="*/ 40164 w 2589424"/>
                <a:gd name="connsiteY440" fmla="*/ 195051 h 518646"/>
                <a:gd name="connsiteX441" fmla="*/ 204245 w 2589424"/>
                <a:gd name="connsiteY441" fmla="*/ 203411 h 518646"/>
                <a:gd name="connsiteX442" fmla="*/ 210337 w 2589424"/>
                <a:gd name="connsiteY442" fmla="*/ 198851 h 518646"/>
                <a:gd name="connsiteX443" fmla="*/ 47112 w 2589424"/>
                <a:gd name="connsiteY443" fmla="*/ 189825 h 518646"/>
                <a:gd name="connsiteX444" fmla="*/ 2534033 w 2589424"/>
                <a:gd name="connsiteY444" fmla="*/ 184030 h 518646"/>
                <a:gd name="connsiteX445" fmla="*/ 2371950 w 2589424"/>
                <a:gd name="connsiteY445" fmla="*/ 193816 h 518646"/>
                <a:gd name="connsiteX446" fmla="*/ 2378612 w 2589424"/>
                <a:gd name="connsiteY446" fmla="*/ 198376 h 518646"/>
                <a:gd name="connsiteX447" fmla="*/ 2541647 w 2589424"/>
                <a:gd name="connsiteY447" fmla="*/ 189255 h 518646"/>
                <a:gd name="connsiteX448" fmla="*/ 2534033 w 2589424"/>
                <a:gd name="connsiteY448" fmla="*/ 184030 h 518646"/>
                <a:gd name="connsiteX449" fmla="*/ 62815 w 2589424"/>
                <a:gd name="connsiteY449" fmla="*/ 179374 h 518646"/>
                <a:gd name="connsiteX450" fmla="*/ 54726 w 2589424"/>
                <a:gd name="connsiteY450" fmla="*/ 184600 h 518646"/>
                <a:gd name="connsiteX451" fmla="*/ 216904 w 2589424"/>
                <a:gd name="connsiteY451" fmla="*/ 194386 h 518646"/>
                <a:gd name="connsiteX452" fmla="*/ 223947 w 2589424"/>
                <a:gd name="connsiteY452" fmla="*/ 189825 h 518646"/>
                <a:gd name="connsiteX453" fmla="*/ 62815 w 2589424"/>
                <a:gd name="connsiteY453" fmla="*/ 179374 h 518646"/>
                <a:gd name="connsiteX454" fmla="*/ 2517187 w 2589424"/>
                <a:gd name="connsiteY454" fmla="*/ 173674 h 518646"/>
                <a:gd name="connsiteX455" fmla="*/ 2357293 w 2589424"/>
                <a:gd name="connsiteY455" fmla="*/ 184885 h 518646"/>
                <a:gd name="connsiteX456" fmla="*/ 2364907 w 2589424"/>
                <a:gd name="connsiteY456" fmla="*/ 189350 h 518646"/>
                <a:gd name="connsiteX457" fmla="*/ 2525848 w 2589424"/>
                <a:gd name="connsiteY457" fmla="*/ 178804 h 518646"/>
                <a:gd name="connsiteX458" fmla="*/ 2517187 w 2589424"/>
                <a:gd name="connsiteY458" fmla="*/ 173674 h 518646"/>
                <a:gd name="connsiteX459" fmla="*/ 80613 w 2589424"/>
                <a:gd name="connsiteY459" fmla="*/ 169114 h 518646"/>
                <a:gd name="connsiteX460" fmla="*/ 71476 w 2589424"/>
                <a:gd name="connsiteY460" fmla="*/ 174244 h 518646"/>
                <a:gd name="connsiteX461" fmla="*/ 231370 w 2589424"/>
                <a:gd name="connsiteY461" fmla="*/ 185360 h 518646"/>
                <a:gd name="connsiteX462" fmla="*/ 239365 w 2589424"/>
                <a:gd name="connsiteY462" fmla="*/ 180895 h 518646"/>
                <a:gd name="connsiteX463" fmla="*/ 80613 w 2589424"/>
                <a:gd name="connsiteY463" fmla="*/ 169114 h 518646"/>
                <a:gd name="connsiteX464" fmla="*/ 2498152 w 2589424"/>
                <a:gd name="connsiteY464" fmla="*/ 163508 h 518646"/>
                <a:gd name="connsiteX465" fmla="*/ 2340828 w 2589424"/>
                <a:gd name="connsiteY465" fmla="*/ 176049 h 518646"/>
                <a:gd name="connsiteX466" fmla="*/ 2349298 w 2589424"/>
                <a:gd name="connsiteY466" fmla="*/ 180420 h 518646"/>
                <a:gd name="connsiteX467" fmla="*/ 2507955 w 2589424"/>
                <a:gd name="connsiteY467" fmla="*/ 168544 h 518646"/>
                <a:gd name="connsiteX468" fmla="*/ 2498152 w 2589424"/>
                <a:gd name="connsiteY468" fmla="*/ 163508 h 518646"/>
                <a:gd name="connsiteX469" fmla="*/ 100695 w 2589424"/>
                <a:gd name="connsiteY469" fmla="*/ 158948 h 518646"/>
                <a:gd name="connsiteX470" fmla="*/ 90416 w 2589424"/>
                <a:gd name="connsiteY470" fmla="*/ 163983 h 518646"/>
                <a:gd name="connsiteX471" fmla="*/ 247931 w 2589424"/>
                <a:gd name="connsiteY471" fmla="*/ 176429 h 518646"/>
                <a:gd name="connsiteX472" fmla="*/ 256877 w 2589424"/>
                <a:gd name="connsiteY472" fmla="*/ 172059 h 518646"/>
                <a:gd name="connsiteX473" fmla="*/ 100695 w 2589424"/>
                <a:gd name="connsiteY473" fmla="*/ 158948 h 518646"/>
                <a:gd name="connsiteX474" fmla="*/ 2477118 w 2589424"/>
                <a:gd name="connsiteY474" fmla="*/ 153532 h 518646"/>
                <a:gd name="connsiteX475" fmla="*/ 2322554 w 2589424"/>
                <a:gd name="connsiteY475" fmla="*/ 167403 h 518646"/>
                <a:gd name="connsiteX476" fmla="*/ 2331977 w 2589424"/>
                <a:gd name="connsiteY476" fmla="*/ 171774 h 518646"/>
                <a:gd name="connsiteX477" fmla="*/ 2487968 w 2589424"/>
                <a:gd name="connsiteY477" fmla="*/ 158568 h 518646"/>
                <a:gd name="connsiteX478" fmla="*/ 2477213 w 2589424"/>
                <a:gd name="connsiteY478" fmla="*/ 153627 h 518646"/>
                <a:gd name="connsiteX479" fmla="*/ 122776 w 2589424"/>
                <a:gd name="connsiteY479" fmla="*/ 148972 h 518646"/>
                <a:gd name="connsiteX480" fmla="*/ 111450 w 2589424"/>
                <a:gd name="connsiteY480" fmla="*/ 153912 h 518646"/>
                <a:gd name="connsiteX481" fmla="*/ 266109 w 2589424"/>
                <a:gd name="connsiteY481" fmla="*/ 167688 h 518646"/>
                <a:gd name="connsiteX482" fmla="*/ 275912 w 2589424"/>
                <a:gd name="connsiteY482" fmla="*/ 163413 h 518646"/>
                <a:gd name="connsiteX483" fmla="*/ 122680 w 2589424"/>
                <a:gd name="connsiteY483" fmla="*/ 148972 h 518646"/>
                <a:gd name="connsiteX484" fmla="*/ 2453991 w 2589424"/>
                <a:gd name="connsiteY484" fmla="*/ 143747 h 518646"/>
                <a:gd name="connsiteX485" fmla="*/ 2302472 w 2589424"/>
                <a:gd name="connsiteY485" fmla="*/ 158853 h 518646"/>
                <a:gd name="connsiteX486" fmla="*/ 2312751 w 2589424"/>
                <a:gd name="connsiteY486" fmla="*/ 163033 h 518646"/>
                <a:gd name="connsiteX487" fmla="*/ 2465793 w 2589424"/>
                <a:gd name="connsiteY487" fmla="*/ 148497 h 518646"/>
                <a:gd name="connsiteX488" fmla="*/ 2453991 w 2589424"/>
                <a:gd name="connsiteY488" fmla="*/ 143652 h 518646"/>
                <a:gd name="connsiteX489" fmla="*/ 146950 w 2589424"/>
                <a:gd name="connsiteY489" fmla="*/ 139281 h 518646"/>
                <a:gd name="connsiteX490" fmla="*/ 134577 w 2589424"/>
                <a:gd name="connsiteY490" fmla="*/ 144127 h 518646"/>
                <a:gd name="connsiteX491" fmla="*/ 286191 w 2589424"/>
                <a:gd name="connsiteY491" fmla="*/ 159233 h 518646"/>
                <a:gd name="connsiteX492" fmla="*/ 296946 w 2589424"/>
                <a:gd name="connsiteY492" fmla="*/ 155052 h 518646"/>
                <a:gd name="connsiteX493" fmla="*/ 146855 w 2589424"/>
                <a:gd name="connsiteY493" fmla="*/ 139281 h 518646"/>
                <a:gd name="connsiteX494" fmla="*/ 2428960 w 2589424"/>
                <a:gd name="connsiteY494" fmla="*/ 134151 h 518646"/>
                <a:gd name="connsiteX495" fmla="*/ 2280677 w 2589424"/>
                <a:gd name="connsiteY495" fmla="*/ 150587 h 518646"/>
                <a:gd name="connsiteX496" fmla="*/ 2291813 w 2589424"/>
                <a:gd name="connsiteY496" fmla="*/ 154672 h 518646"/>
                <a:gd name="connsiteX497" fmla="*/ 2441713 w 2589424"/>
                <a:gd name="connsiteY497" fmla="*/ 138901 h 518646"/>
                <a:gd name="connsiteX498" fmla="*/ 2428960 w 2589424"/>
                <a:gd name="connsiteY498" fmla="*/ 134151 h 518646"/>
                <a:gd name="connsiteX499" fmla="*/ 173218 w 2589424"/>
                <a:gd name="connsiteY499" fmla="*/ 129685 h 518646"/>
                <a:gd name="connsiteX500" fmla="*/ 159894 w 2589424"/>
                <a:gd name="connsiteY500" fmla="*/ 134436 h 518646"/>
                <a:gd name="connsiteX501" fmla="*/ 308272 w 2589424"/>
                <a:gd name="connsiteY501" fmla="*/ 150777 h 518646"/>
                <a:gd name="connsiteX502" fmla="*/ 319883 w 2589424"/>
                <a:gd name="connsiteY502" fmla="*/ 146692 h 518646"/>
                <a:gd name="connsiteX503" fmla="*/ 173314 w 2589424"/>
                <a:gd name="connsiteY503" fmla="*/ 129685 h 518646"/>
                <a:gd name="connsiteX504" fmla="*/ 2401740 w 2589424"/>
                <a:gd name="connsiteY504" fmla="*/ 124745 h 518646"/>
                <a:gd name="connsiteX505" fmla="*/ 2257074 w 2589424"/>
                <a:gd name="connsiteY505" fmla="*/ 142321 h 518646"/>
                <a:gd name="connsiteX506" fmla="*/ 2269066 w 2589424"/>
                <a:gd name="connsiteY506" fmla="*/ 146407 h 518646"/>
                <a:gd name="connsiteX507" fmla="*/ 2415540 w 2589424"/>
                <a:gd name="connsiteY507" fmla="*/ 129400 h 518646"/>
                <a:gd name="connsiteX508" fmla="*/ 2401740 w 2589424"/>
                <a:gd name="connsiteY508" fmla="*/ 124745 h 518646"/>
                <a:gd name="connsiteX509" fmla="*/ 201390 w 2589424"/>
                <a:gd name="connsiteY509" fmla="*/ 120375 h 518646"/>
                <a:gd name="connsiteX510" fmla="*/ 187019 w 2589424"/>
                <a:gd name="connsiteY510" fmla="*/ 125030 h 518646"/>
                <a:gd name="connsiteX511" fmla="*/ 331780 w 2589424"/>
                <a:gd name="connsiteY511" fmla="*/ 142606 h 518646"/>
                <a:gd name="connsiteX512" fmla="*/ 344248 w 2589424"/>
                <a:gd name="connsiteY512" fmla="*/ 138616 h 518646"/>
                <a:gd name="connsiteX513" fmla="*/ 201390 w 2589424"/>
                <a:gd name="connsiteY513" fmla="*/ 120470 h 518646"/>
                <a:gd name="connsiteX514" fmla="*/ 2372712 w 2589424"/>
                <a:gd name="connsiteY514" fmla="*/ 115624 h 518646"/>
                <a:gd name="connsiteX515" fmla="*/ 2231757 w 2589424"/>
                <a:gd name="connsiteY515" fmla="*/ 134436 h 518646"/>
                <a:gd name="connsiteX516" fmla="*/ 2244606 w 2589424"/>
                <a:gd name="connsiteY516" fmla="*/ 138331 h 518646"/>
                <a:gd name="connsiteX517" fmla="*/ 2387464 w 2589424"/>
                <a:gd name="connsiteY517" fmla="*/ 120090 h 518646"/>
                <a:gd name="connsiteX518" fmla="*/ 2372712 w 2589424"/>
                <a:gd name="connsiteY518" fmla="*/ 115529 h 518646"/>
                <a:gd name="connsiteX519" fmla="*/ 231465 w 2589424"/>
                <a:gd name="connsiteY519" fmla="*/ 111349 h 518646"/>
                <a:gd name="connsiteX520" fmla="*/ 216237 w 2589424"/>
                <a:gd name="connsiteY520" fmla="*/ 115814 h 518646"/>
                <a:gd name="connsiteX521" fmla="*/ 357192 w 2589424"/>
                <a:gd name="connsiteY521" fmla="*/ 134626 h 518646"/>
                <a:gd name="connsiteX522" fmla="*/ 370516 w 2589424"/>
                <a:gd name="connsiteY522" fmla="*/ 130731 h 518646"/>
                <a:gd name="connsiteX523" fmla="*/ 231465 w 2589424"/>
                <a:gd name="connsiteY523" fmla="*/ 111349 h 518646"/>
                <a:gd name="connsiteX524" fmla="*/ 2341684 w 2589424"/>
                <a:gd name="connsiteY524" fmla="*/ 106789 h 518646"/>
                <a:gd name="connsiteX525" fmla="*/ 2204823 w 2589424"/>
                <a:gd name="connsiteY525" fmla="*/ 126740 h 518646"/>
                <a:gd name="connsiteX526" fmla="*/ 2218528 w 2589424"/>
                <a:gd name="connsiteY526" fmla="*/ 130540 h 518646"/>
                <a:gd name="connsiteX527" fmla="*/ 2357483 w 2589424"/>
                <a:gd name="connsiteY527" fmla="*/ 111159 h 518646"/>
                <a:gd name="connsiteX528" fmla="*/ 2341684 w 2589424"/>
                <a:gd name="connsiteY528" fmla="*/ 106694 h 518646"/>
                <a:gd name="connsiteX529" fmla="*/ 263349 w 2589424"/>
                <a:gd name="connsiteY529" fmla="*/ 102608 h 518646"/>
                <a:gd name="connsiteX530" fmla="*/ 247169 w 2589424"/>
                <a:gd name="connsiteY530" fmla="*/ 106979 h 518646"/>
                <a:gd name="connsiteX531" fmla="*/ 384126 w 2589424"/>
                <a:gd name="connsiteY531" fmla="*/ 126930 h 518646"/>
                <a:gd name="connsiteX532" fmla="*/ 398212 w 2589424"/>
                <a:gd name="connsiteY532" fmla="*/ 123130 h 518646"/>
                <a:gd name="connsiteX533" fmla="*/ 263349 w 2589424"/>
                <a:gd name="connsiteY533" fmla="*/ 102608 h 518646"/>
                <a:gd name="connsiteX534" fmla="*/ 2308849 w 2589424"/>
                <a:gd name="connsiteY534" fmla="*/ 98143 h 518646"/>
                <a:gd name="connsiteX535" fmla="*/ 2176366 w 2589424"/>
                <a:gd name="connsiteY535" fmla="*/ 119235 h 518646"/>
                <a:gd name="connsiteX536" fmla="*/ 2190832 w 2589424"/>
                <a:gd name="connsiteY536" fmla="*/ 122940 h 518646"/>
                <a:gd name="connsiteX537" fmla="*/ 2325505 w 2589424"/>
                <a:gd name="connsiteY537" fmla="*/ 102418 h 518646"/>
                <a:gd name="connsiteX538" fmla="*/ 2308849 w 2589424"/>
                <a:gd name="connsiteY538" fmla="*/ 98143 h 518646"/>
                <a:gd name="connsiteX539" fmla="*/ 297041 w 2589424"/>
                <a:gd name="connsiteY539" fmla="*/ 94058 h 518646"/>
                <a:gd name="connsiteX540" fmla="*/ 280005 w 2589424"/>
                <a:gd name="connsiteY540" fmla="*/ 98238 h 518646"/>
                <a:gd name="connsiteX541" fmla="*/ 412679 w 2589424"/>
                <a:gd name="connsiteY541" fmla="*/ 119330 h 518646"/>
                <a:gd name="connsiteX542" fmla="*/ 427431 w 2589424"/>
                <a:gd name="connsiteY542" fmla="*/ 115624 h 518646"/>
                <a:gd name="connsiteX543" fmla="*/ 297041 w 2589424"/>
                <a:gd name="connsiteY543" fmla="*/ 93963 h 518646"/>
                <a:gd name="connsiteX544" fmla="*/ 2274301 w 2589424"/>
                <a:gd name="connsiteY544" fmla="*/ 89782 h 518646"/>
                <a:gd name="connsiteX545" fmla="*/ 2146290 w 2589424"/>
                <a:gd name="connsiteY545" fmla="*/ 111919 h 518646"/>
                <a:gd name="connsiteX546" fmla="*/ 2161518 w 2589424"/>
                <a:gd name="connsiteY546" fmla="*/ 115529 h 518646"/>
                <a:gd name="connsiteX547" fmla="*/ 2291813 w 2589424"/>
                <a:gd name="connsiteY547" fmla="*/ 93868 h 518646"/>
                <a:gd name="connsiteX548" fmla="*/ 2274301 w 2589424"/>
                <a:gd name="connsiteY548" fmla="*/ 89782 h 518646"/>
                <a:gd name="connsiteX549" fmla="*/ 332541 w 2589424"/>
                <a:gd name="connsiteY549" fmla="*/ 85887 h 518646"/>
                <a:gd name="connsiteX550" fmla="*/ 314648 w 2589424"/>
                <a:gd name="connsiteY550" fmla="*/ 89972 h 518646"/>
                <a:gd name="connsiteX551" fmla="*/ 442754 w 2589424"/>
                <a:gd name="connsiteY551" fmla="*/ 112109 h 518646"/>
                <a:gd name="connsiteX552" fmla="*/ 458458 w 2589424"/>
                <a:gd name="connsiteY552" fmla="*/ 108594 h 518646"/>
                <a:gd name="connsiteX553" fmla="*/ 332541 w 2589424"/>
                <a:gd name="connsiteY553" fmla="*/ 85887 h 518646"/>
                <a:gd name="connsiteX554" fmla="*/ 2238134 w 2589424"/>
                <a:gd name="connsiteY554" fmla="*/ 81707 h 518646"/>
                <a:gd name="connsiteX555" fmla="*/ 2114787 w 2589424"/>
                <a:gd name="connsiteY555" fmla="*/ 104888 h 518646"/>
                <a:gd name="connsiteX556" fmla="*/ 2130681 w 2589424"/>
                <a:gd name="connsiteY556" fmla="*/ 108404 h 518646"/>
                <a:gd name="connsiteX557" fmla="*/ 2256408 w 2589424"/>
                <a:gd name="connsiteY557" fmla="*/ 85697 h 518646"/>
                <a:gd name="connsiteX558" fmla="*/ 2238134 w 2589424"/>
                <a:gd name="connsiteY558" fmla="*/ 81707 h 518646"/>
                <a:gd name="connsiteX559" fmla="*/ 369564 w 2589424"/>
                <a:gd name="connsiteY559" fmla="*/ 77906 h 518646"/>
                <a:gd name="connsiteX560" fmla="*/ 350815 w 2589424"/>
                <a:gd name="connsiteY560" fmla="*/ 81802 h 518646"/>
                <a:gd name="connsiteX561" fmla="*/ 474257 w 2589424"/>
                <a:gd name="connsiteY561" fmla="*/ 104983 h 518646"/>
                <a:gd name="connsiteX562" fmla="*/ 490532 w 2589424"/>
                <a:gd name="connsiteY562" fmla="*/ 101563 h 518646"/>
                <a:gd name="connsiteX563" fmla="*/ 369564 w 2589424"/>
                <a:gd name="connsiteY563" fmla="*/ 77811 h 518646"/>
                <a:gd name="connsiteX564" fmla="*/ 2200159 w 2589424"/>
                <a:gd name="connsiteY564" fmla="*/ 74011 h 518646"/>
                <a:gd name="connsiteX565" fmla="*/ 2081666 w 2589424"/>
                <a:gd name="connsiteY565" fmla="*/ 98238 h 518646"/>
                <a:gd name="connsiteX566" fmla="*/ 2098417 w 2589424"/>
                <a:gd name="connsiteY566" fmla="*/ 101563 h 518646"/>
                <a:gd name="connsiteX567" fmla="*/ 2219290 w 2589424"/>
                <a:gd name="connsiteY567" fmla="*/ 77811 h 518646"/>
                <a:gd name="connsiteX568" fmla="*/ 2200159 w 2589424"/>
                <a:gd name="connsiteY568" fmla="*/ 74011 h 518646"/>
                <a:gd name="connsiteX569" fmla="*/ 408301 w 2589424"/>
                <a:gd name="connsiteY569" fmla="*/ 70306 h 518646"/>
                <a:gd name="connsiteX570" fmla="*/ 388695 w 2589424"/>
                <a:gd name="connsiteY570" fmla="*/ 74011 h 518646"/>
                <a:gd name="connsiteX571" fmla="*/ 507282 w 2589424"/>
                <a:gd name="connsiteY571" fmla="*/ 98238 h 518646"/>
                <a:gd name="connsiteX572" fmla="*/ 524224 w 2589424"/>
                <a:gd name="connsiteY572" fmla="*/ 94913 h 518646"/>
                <a:gd name="connsiteX573" fmla="*/ 408301 w 2589424"/>
                <a:gd name="connsiteY573" fmla="*/ 70211 h 518646"/>
                <a:gd name="connsiteX574" fmla="*/ 2160662 w 2589424"/>
                <a:gd name="connsiteY574" fmla="*/ 66505 h 518646"/>
                <a:gd name="connsiteX575" fmla="*/ 2047403 w 2589424"/>
                <a:gd name="connsiteY575" fmla="*/ 91682 h 518646"/>
                <a:gd name="connsiteX576" fmla="*/ 2064725 w 2589424"/>
                <a:gd name="connsiteY576" fmla="*/ 94913 h 518646"/>
                <a:gd name="connsiteX577" fmla="*/ 2180553 w 2589424"/>
                <a:gd name="connsiteY577" fmla="*/ 70211 h 518646"/>
                <a:gd name="connsiteX578" fmla="*/ 2160662 w 2589424"/>
                <a:gd name="connsiteY578" fmla="*/ 66505 h 518646"/>
                <a:gd name="connsiteX579" fmla="*/ 448560 w 2589424"/>
                <a:gd name="connsiteY579" fmla="*/ 63085 h 518646"/>
                <a:gd name="connsiteX580" fmla="*/ 428287 w 2589424"/>
                <a:gd name="connsiteY580" fmla="*/ 66695 h 518646"/>
                <a:gd name="connsiteX581" fmla="*/ 541641 w 2589424"/>
                <a:gd name="connsiteY581" fmla="*/ 91872 h 518646"/>
                <a:gd name="connsiteX582" fmla="*/ 559343 w 2589424"/>
                <a:gd name="connsiteY582" fmla="*/ 88737 h 518646"/>
                <a:gd name="connsiteX583" fmla="*/ 448655 w 2589424"/>
                <a:gd name="connsiteY583" fmla="*/ 63085 h 518646"/>
                <a:gd name="connsiteX584" fmla="*/ 2119546 w 2589424"/>
                <a:gd name="connsiteY584" fmla="*/ 59475 h 518646"/>
                <a:gd name="connsiteX585" fmla="*/ 2011618 w 2589424"/>
                <a:gd name="connsiteY585" fmla="*/ 85602 h 518646"/>
                <a:gd name="connsiteX586" fmla="*/ 2029606 w 2589424"/>
                <a:gd name="connsiteY586" fmla="*/ 88642 h 518646"/>
                <a:gd name="connsiteX587" fmla="*/ 2140294 w 2589424"/>
                <a:gd name="connsiteY587" fmla="*/ 62990 h 518646"/>
                <a:gd name="connsiteX588" fmla="*/ 2119546 w 2589424"/>
                <a:gd name="connsiteY588" fmla="*/ 59475 h 518646"/>
                <a:gd name="connsiteX589" fmla="*/ 490246 w 2589424"/>
                <a:gd name="connsiteY589" fmla="*/ 56150 h 518646"/>
                <a:gd name="connsiteX590" fmla="*/ 469308 w 2589424"/>
                <a:gd name="connsiteY590" fmla="*/ 59570 h 518646"/>
                <a:gd name="connsiteX591" fmla="*/ 577331 w 2589424"/>
                <a:gd name="connsiteY591" fmla="*/ 85697 h 518646"/>
                <a:gd name="connsiteX592" fmla="*/ 595605 w 2589424"/>
                <a:gd name="connsiteY592" fmla="*/ 82752 h 518646"/>
                <a:gd name="connsiteX593" fmla="*/ 490246 w 2589424"/>
                <a:gd name="connsiteY593" fmla="*/ 56150 h 518646"/>
                <a:gd name="connsiteX594" fmla="*/ 2077098 w 2589424"/>
                <a:gd name="connsiteY594" fmla="*/ 52729 h 518646"/>
                <a:gd name="connsiteX595" fmla="*/ 1974690 w 2589424"/>
                <a:gd name="connsiteY595" fmla="*/ 79711 h 518646"/>
                <a:gd name="connsiteX596" fmla="*/ 1993344 w 2589424"/>
                <a:gd name="connsiteY596" fmla="*/ 82562 h 518646"/>
                <a:gd name="connsiteX597" fmla="*/ 2098513 w 2589424"/>
                <a:gd name="connsiteY597" fmla="*/ 55959 h 518646"/>
                <a:gd name="connsiteX598" fmla="*/ 2077098 w 2589424"/>
                <a:gd name="connsiteY598" fmla="*/ 52634 h 518646"/>
                <a:gd name="connsiteX599" fmla="*/ 533360 w 2589424"/>
                <a:gd name="connsiteY599" fmla="*/ 49594 h 518646"/>
                <a:gd name="connsiteX600" fmla="*/ 511661 w 2589424"/>
                <a:gd name="connsiteY600" fmla="*/ 52824 h 518646"/>
                <a:gd name="connsiteX601" fmla="*/ 614164 w 2589424"/>
                <a:gd name="connsiteY601" fmla="*/ 79806 h 518646"/>
                <a:gd name="connsiteX602" fmla="*/ 633009 w 2589424"/>
                <a:gd name="connsiteY602" fmla="*/ 76956 h 518646"/>
                <a:gd name="connsiteX603" fmla="*/ 533360 w 2589424"/>
                <a:gd name="connsiteY603" fmla="*/ 49594 h 518646"/>
                <a:gd name="connsiteX604" fmla="*/ 2033222 w 2589424"/>
                <a:gd name="connsiteY604" fmla="*/ 46269 h 518646"/>
                <a:gd name="connsiteX605" fmla="*/ 1936525 w 2589424"/>
                <a:gd name="connsiteY605" fmla="*/ 74106 h 518646"/>
                <a:gd name="connsiteX606" fmla="*/ 1955750 w 2589424"/>
                <a:gd name="connsiteY606" fmla="*/ 76861 h 518646"/>
                <a:gd name="connsiteX607" fmla="*/ 2055303 w 2589424"/>
                <a:gd name="connsiteY607" fmla="*/ 49404 h 518646"/>
                <a:gd name="connsiteX608" fmla="*/ 2033222 w 2589424"/>
                <a:gd name="connsiteY608" fmla="*/ 46269 h 518646"/>
                <a:gd name="connsiteX609" fmla="*/ 577712 w 2589424"/>
                <a:gd name="connsiteY609" fmla="*/ 43418 h 518646"/>
                <a:gd name="connsiteX610" fmla="*/ 555441 w 2589424"/>
                <a:gd name="connsiteY610" fmla="*/ 46459 h 518646"/>
                <a:gd name="connsiteX611" fmla="*/ 652234 w 2589424"/>
                <a:gd name="connsiteY611" fmla="*/ 74296 h 518646"/>
                <a:gd name="connsiteX612" fmla="*/ 671650 w 2589424"/>
                <a:gd name="connsiteY612" fmla="*/ 71636 h 518646"/>
                <a:gd name="connsiteX613" fmla="*/ 577712 w 2589424"/>
                <a:gd name="connsiteY613" fmla="*/ 43418 h 518646"/>
                <a:gd name="connsiteX614" fmla="*/ 1988014 w 2589424"/>
                <a:gd name="connsiteY614" fmla="*/ 40283 h 518646"/>
                <a:gd name="connsiteX615" fmla="*/ 1897217 w 2589424"/>
                <a:gd name="connsiteY615" fmla="*/ 68881 h 518646"/>
                <a:gd name="connsiteX616" fmla="*/ 1917014 w 2589424"/>
                <a:gd name="connsiteY616" fmla="*/ 71446 h 518646"/>
                <a:gd name="connsiteX617" fmla="*/ 2010761 w 2589424"/>
                <a:gd name="connsiteY617" fmla="*/ 43228 h 518646"/>
                <a:gd name="connsiteX618" fmla="*/ 1988014 w 2589424"/>
                <a:gd name="connsiteY618" fmla="*/ 40283 h 518646"/>
                <a:gd name="connsiteX619" fmla="*/ 623396 w 2589424"/>
                <a:gd name="connsiteY619" fmla="*/ 37528 h 518646"/>
                <a:gd name="connsiteX620" fmla="*/ 600459 w 2589424"/>
                <a:gd name="connsiteY620" fmla="*/ 40378 h 518646"/>
                <a:gd name="connsiteX621" fmla="*/ 691351 w 2589424"/>
                <a:gd name="connsiteY621" fmla="*/ 68976 h 518646"/>
                <a:gd name="connsiteX622" fmla="*/ 711338 w 2589424"/>
                <a:gd name="connsiteY622" fmla="*/ 66505 h 518646"/>
                <a:gd name="connsiteX623" fmla="*/ 623396 w 2589424"/>
                <a:gd name="connsiteY623" fmla="*/ 37528 h 518646"/>
                <a:gd name="connsiteX624" fmla="*/ 1941474 w 2589424"/>
                <a:gd name="connsiteY624" fmla="*/ 34678 h 518646"/>
                <a:gd name="connsiteX625" fmla="*/ 1856768 w 2589424"/>
                <a:gd name="connsiteY625" fmla="*/ 64035 h 518646"/>
                <a:gd name="connsiteX626" fmla="*/ 1877040 w 2589424"/>
                <a:gd name="connsiteY626" fmla="*/ 66410 h 518646"/>
                <a:gd name="connsiteX627" fmla="*/ 1964887 w 2589424"/>
                <a:gd name="connsiteY627" fmla="*/ 37433 h 518646"/>
                <a:gd name="connsiteX628" fmla="*/ 1941474 w 2589424"/>
                <a:gd name="connsiteY628" fmla="*/ 34678 h 518646"/>
                <a:gd name="connsiteX629" fmla="*/ 670317 w 2589424"/>
                <a:gd name="connsiteY629" fmla="*/ 32113 h 518646"/>
                <a:gd name="connsiteX630" fmla="*/ 646714 w 2589424"/>
                <a:gd name="connsiteY630" fmla="*/ 34773 h 518646"/>
                <a:gd name="connsiteX631" fmla="*/ 731610 w 2589424"/>
                <a:gd name="connsiteY631" fmla="*/ 64130 h 518646"/>
                <a:gd name="connsiteX632" fmla="*/ 752072 w 2589424"/>
                <a:gd name="connsiteY632" fmla="*/ 61850 h 518646"/>
                <a:gd name="connsiteX633" fmla="*/ 670317 w 2589424"/>
                <a:gd name="connsiteY633" fmla="*/ 32113 h 518646"/>
                <a:gd name="connsiteX634" fmla="*/ 1893886 w 2589424"/>
                <a:gd name="connsiteY634" fmla="*/ 29357 h 518646"/>
                <a:gd name="connsiteX635" fmla="*/ 1815462 w 2589424"/>
                <a:gd name="connsiteY635" fmla="*/ 59380 h 518646"/>
                <a:gd name="connsiteX636" fmla="*/ 1836305 w 2589424"/>
                <a:gd name="connsiteY636" fmla="*/ 61565 h 518646"/>
                <a:gd name="connsiteX637" fmla="*/ 1917870 w 2589424"/>
                <a:gd name="connsiteY637" fmla="*/ 31828 h 518646"/>
                <a:gd name="connsiteX638" fmla="*/ 1893886 w 2589424"/>
                <a:gd name="connsiteY638" fmla="*/ 29262 h 518646"/>
                <a:gd name="connsiteX639" fmla="*/ 718190 w 2589424"/>
                <a:gd name="connsiteY639" fmla="*/ 27077 h 518646"/>
                <a:gd name="connsiteX640" fmla="*/ 694111 w 2589424"/>
                <a:gd name="connsiteY640" fmla="*/ 29547 h 518646"/>
                <a:gd name="connsiteX641" fmla="*/ 772821 w 2589424"/>
                <a:gd name="connsiteY641" fmla="*/ 59570 h 518646"/>
                <a:gd name="connsiteX642" fmla="*/ 793759 w 2589424"/>
                <a:gd name="connsiteY642" fmla="*/ 57385 h 518646"/>
                <a:gd name="connsiteX643" fmla="*/ 718285 w 2589424"/>
                <a:gd name="connsiteY643" fmla="*/ 27077 h 518646"/>
                <a:gd name="connsiteX644" fmla="*/ 1845252 w 2589424"/>
                <a:gd name="connsiteY644" fmla="*/ 24607 h 518646"/>
                <a:gd name="connsiteX645" fmla="*/ 1773204 w 2589424"/>
                <a:gd name="connsiteY645" fmla="*/ 55294 h 518646"/>
                <a:gd name="connsiteX646" fmla="*/ 1794428 w 2589424"/>
                <a:gd name="connsiteY646" fmla="*/ 57385 h 518646"/>
                <a:gd name="connsiteX647" fmla="*/ 1869712 w 2589424"/>
                <a:gd name="connsiteY647" fmla="*/ 26982 h 518646"/>
                <a:gd name="connsiteX648" fmla="*/ 1845252 w 2589424"/>
                <a:gd name="connsiteY648" fmla="*/ 24607 h 518646"/>
                <a:gd name="connsiteX649" fmla="*/ 767015 w 2589424"/>
                <a:gd name="connsiteY649" fmla="*/ 22517 h 518646"/>
                <a:gd name="connsiteX650" fmla="*/ 742460 w 2589424"/>
                <a:gd name="connsiteY650" fmla="*/ 24797 h 518646"/>
                <a:gd name="connsiteX651" fmla="*/ 814793 w 2589424"/>
                <a:gd name="connsiteY651" fmla="*/ 55484 h 518646"/>
                <a:gd name="connsiteX652" fmla="*/ 836112 w 2589424"/>
                <a:gd name="connsiteY652" fmla="*/ 53489 h 518646"/>
                <a:gd name="connsiteX653" fmla="*/ 767015 w 2589424"/>
                <a:gd name="connsiteY653" fmla="*/ 22517 h 518646"/>
                <a:gd name="connsiteX654" fmla="*/ 1795570 w 2589424"/>
                <a:gd name="connsiteY654" fmla="*/ 20142 h 518646"/>
                <a:gd name="connsiteX655" fmla="*/ 1729995 w 2589424"/>
                <a:gd name="connsiteY655" fmla="*/ 51399 h 518646"/>
                <a:gd name="connsiteX656" fmla="*/ 1751695 w 2589424"/>
                <a:gd name="connsiteY656" fmla="*/ 53299 h 518646"/>
                <a:gd name="connsiteX657" fmla="*/ 1820602 w 2589424"/>
                <a:gd name="connsiteY657" fmla="*/ 22327 h 518646"/>
                <a:gd name="connsiteX658" fmla="*/ 1795570 w 2589424"/>
                <a:gd name="connsiteY658" fmla="*/ 20142 h 518646"/>
                <a:gd name="connsiteX659" fmla="*/ 816791 w 2589424"/>
                <a:gd name="connsiteY659" fmla="*/ 18241 h 518646"/>
                <a:gd name="connsiteX660" fmla="*/ 791760 w 2589424"/>
                <a:gd name="connsiteY660" fmla="*/ 20237 h 518646"/>
                <a:gd name="connsiteX661" fmla="*/ 857526 w 2589424"/>
                <a:gd name="connsiteY661" fmla="*/ 51494 h 518646"/>
                <a:gd name="connsiteX662" fmla="*/ 879321 w 2589424"/>
                <a:gd name="connsiteY662" fmla="*/ 49689 h 518646"/>
                <a:gd name="connsiteX663" fmla="*/ 816696 w 2589424"/>
                <a:gd name="connsiteY663" fmla="*/ 18146 h 518646"/>
                <a:gd name="connsiteX664" fmla="*/ 1744937 w 2589424"/>
                <a:gd name="connsiteY664" fmla="*/ 16151 h 518646"/>
                <a:gd name="connsiteX665" fmla="*/ 1686024 w 2589424"/>
                <a:gd name="connsiteY665" fmla="*/ 47979 h 518646"/>
                <a:gd name="connsiteX666" fmla="*/ 1708105 w 2589424"/>
                <a:gd name="connsiteY666" fmla="*/ 49689 h 518646"/>
                <a:gd name="connsiteX667" fmla="*/ 1770349 w 2589424"/>
                <a:gd name="connsiteY667" fmla="*/ 18146 h 518646"/>
                <a:gd name="connsiteX668" fmla="*/ 1744937 w 2589424"/>
                <a:gd name="connsiteY668" fmla="*/ 16151 h 518646"/>
                <a:gd name="connsiteX669" fmla="*/ 867615 w 2589424"/>
                <a:gd name="connsiteY669" fmla="*/ 14441 h 518646"/>
                <a:gd name="connsiteX670" fmla="*/ 842108 w 2589424"/>
                <a:gd name="connsiteY670" fmla="*/ 16246 h 518646"/>
                <a:gd name="connsiteX671" fmla="*/ 901307 w 2589424"/>
                <a:gd name="connsiteY671" fmla="*/ 47979 h 518646"/>
                <a:gd name="connsiteX672" fmla="*/ 923483 w 2589424"/>
                <a:gd name="connsiteY672" fmla="*/ 46364 h 518646"/>
                <a:gd name="connsiteX673" fmla="*/ 867615 w 2589424"/>
                <a:gd name="connsiteY673" fmla="*/ 14346 h 518646"/>
                <a:gd name="connsiteX674" fmla="*/ 1693543 w 2589424"/>
                <a:gd name="connsiteY674" fmla="*/ 12541 h 518646"/>
                <a:gd name="connsiteX675" fmla="*/ 1641387 w 2589424"/>
                <a:gd name="connsiteY675" fmla="*/ 44844 h 518646"/>
                <a:gd name="connsiteX676" fmla="*/ 1663848 w 2589424"/>
                <a:gd name="connsiteY676" fmla="*/ 46364 h 518646"/>
                <a:gd name="connsiteX677" fmla="*/ 1719335 w 2589424"/>
                <a:gd name="connsiteY677" fmla="*/ 14346 h 518646"/>
                <a:gd name="connsiteX678" fmla="*/ 1693543 w 2589424"/>
                <a:gd name="connsiteY678" fmla="*/ 12636 h 518646"/>
                <a:gd name="connsiteX679" fmla="*/ 919200 w 2589424"/>
                <a:gd name="connsiteY679" fmla="*/ 11116 h 518646"/>
                <a:gd name="connsiteX680" fmla="*/ 893217 w 2589424"/>
                <a:gd name="connsiteY680" fmla="*/ 12731 h 518646"/>
                <a:gd name="connsiteX681" fmla="*/ 945753 w 2589424"/>
                <a:gd name="connsiteY681" fmla="*/ 45034 h 518646"/>
                <a:gd name="connsiteX682" fmla="*/ 968215 w 2589424"/>
                <a:gd name="connsiteY682" fmla="*/ 43609 h 518646"/>
                <a:gd name="connsiteX683" fmla="*/ 919200 w 2589424"/>
                <a:gd name="connsiteY683" fmla="*/ 11116 h 518646"/>
                <a:gd name="connsiteX684" fmla="*/ 1641482 w 2589424"/>
                <a:gd name="connsiteY684" fmla="*/ 9406 h 518646"/>
                <a:gd name="connsiteX685" fmla="*/ 1596179 w 2589424"/>
                <a:gd name="connsiteY685" fmla="*/ 42088 h 518646"/>
                <a:gd name="connsiteX686" fmla="*/ 1618831 w 2589424"/>
                <a:gd name="connsiteY686" fmla="*/ 43418 h 518646"/>
                <a:gd name="connsiteX687" fmla="*/ 1667465 w 2589424"/>
                <a:gd name="connsiteY687" fmla="*/ 10926 h 518646"/>
                <a:gd name="connsiteX688" fmla="*/ 1641482 w 2589424"/>
                <a:gd name="connsiteY688" fmla="*/ 9406 h 518646"/>
                <a:gd name="connsiteX689" fmla="*/ 971451 w 2589424"/>
                <a:gd name="connsiteY689" fmla="*/ 8171 h 518646"/>
                <a:gd name="connsiteX690" fmla="*/ 945278 w 2589424"/>
                <a:gd name="connsiteY690" fmla="*/ 9596 h 518646"/>
                <a:gd name="connsiteX691" fmla="*/ 990866 w 2589424"/>
                <a:gd name="connsiteY691" fmla="*/ 42278 h 518646"/>
                <a:gd name="connsiteX692" fmla="*/ 1013613 w 2589424"/>
                <a:gd name="connsiteY692" fmla="*/ 41043 h 518646"/>
                <a:gd name="connsiteX693" fmla="*/ 971451 w 2589424"/>
                <a:gd name="connsiteY693" fmla="*/ 8171 h 518646"/>
                <a:gd name="connsiteX694" fmla="*/ 1588850 w 2589424"/>
                <a:gd name="connsiteY694" fmla="*/ 6746 h 518646"/>
                <a:gd name="connsiteX695" fmla="*/ 1550590 w 2589424"/>
                <a:gd name="connsiteY695" fmla="*/ 39808 h 518646"/>
                <a:gd name="connsiteX696" fmla="*/ 1573527 w 2589424"/>
                <a:gd name="connsiteY696" fmla="*/ 40948 h 518646"/>
                <a:gd name="connsiteX697" fmla="*/ 1615309 w 2589424"/>
                <a:gd name="connsiteY697" fmla="*/ 8076 h 518646"/>
                <a:gd name="connsiteX698" fmla="*/ 1588946 w 2589424"/>
                <a:gd name="connsiteY698" fmla="*/ 6841 h 518646"/>
                <a:gd name="connsiteX699" fmla="*/ 1024273 w 2589424"/>
                <a:gd name="connsiteY699" fmla="*/ 5700 h 518646"/>
                <a:gd name="connsiteX700" fmla="*/ 997814 w 2589424"/>
                <a:gd name="connsiteY700" fmla="*/ 6841 h 518646"/>
                <a:gd name="connsiteX701" fmla="*/ 1036550 w 2589424"/>
                <a:gd name="connsiteY701" fmla="*/ 39808 h 518646"/>
                <a:gd name="connsiteX702" fmla="*/ 1059488 w 2589424"/>
                <a:gd name="connsiteY702" fmla="*/ 38763 h 518646"/>
                <a:gd name="connsiteX703" fmla="*/ 1024273 w 2589424"/>
                <a:gd name="connsiteY703" fmla="*/ 5605 h 518646"/>
                <a:gd name="connsiteX704" fmla="*/ 1535743 w 2589424"/>
                <a:gd name="connsiteY704" fmla="*/ 4560 h 518646"/>
                <a:gd name="connsiteX705" fmla="*/ 1504430 w 2589424"/>
                <a:gd name="connsiteY705" fmla="*/ 37908 h 518646"/>
                <a:gd name="connsiteX706" fmla="*/ 1527558 w 2589424"/>
                <a:gd name="connsiteY706" fmla="*/ 38858 h 518646"/>
                <a:gd name="connsiteX707" fmla="*/ 1562392 w 2589424"/>
                <a:gd name="connsiteY707" fmla="*/ 5700 h 518646"/>
                <a:gd name="connsiteX708" fmla="*/ 1535743 w 2589424"/>
                <a:gd name="connsiteY708" fmla="*/ 4655 h 518646"/>
                <a:gd name="connsiteX709" fmla="*/ 1077476 w 2589424"/>
                <a:gd name="connsiteY709" fmla="*/ 3705 h 518646"/>
                <a:gd name="connsiteX710" fmla="*/ 1050827 w 2589424"/>
                <a:gd name="connsiteY710" fmla="*/ 4655 h 518646"/>
                <a:gd name="connsiteX711" fmla="*/ 1082520 w 2589424"/>
                <a:gd name="connsiteY711" fmla="*/ 38003 h 518646"/>
                <a:gd name="connsiteX712" fmla="*/ 1105647 w 2589424"/>
                <a:gd name="connsiteY712" fmla="*/ 37148 h 518646"/>
                <a:gd name="connsiteX713" fmla="*/ 1077476 w 2589424"/>
                <a:gd name="connsiteY713" fmla="*/ 3705 h 518646"/>
                <a:gd name="connsiteX714" fmla="*/ 1482350 w 2589424"/>
                <a:gd name="connsiteY714" fmla="*/ 2755 h 518646"/>
                <a:gd name="connsiteX715" fmla="*/ 1457985 w 2589424"/>
                <a:gd name="connsiteY715" fmla="*/ 36293 h 518646"/>
                <a:gd name="connsiteX716" fmla="*/ 1481303 w 2589424"/>
                <a:gd name="connsiteY716" fmla="*/ 37053 h 518646"/>
                <a:gd name="connsiteX717" fmla="*/ 1509094 w 2589424"/>
                <a:gd name="connsiteY717" fmla="*/ 3610 h 518646"/>
                <a:gd name="connsiteX718" fmla="*/ 1482350 w 2589424"/>
                <a:gd name="connsiteY718" fmla="*/ 2755 h 518646"/>
                <a:gd name="connsiteX719" fmla="*/ 1131154 w 2589424"/>
                <a:gd name="connsiteY719" fmla="*/ 2090 h 518646"/>
                <a:gd name="connsiteX720" fmla="*/ 1104315 w 2589424"/>
                <a:gd name="connsiteY720" fmla="*/ 2850 h 518646"/>
                <a:gd name="connsiteX721" fmla="*/ 1129060 w 2589424"/>
                <a:gd name="connsiteY721" fmla="*/ 36388 h 518646"/>
                <a:gd name="connsiteX722" fmla="*/ 1152378 w 2589424"/>
                <a:gd name="connsiteY722" fmla="*/ 35723 h 518646"/>
                <a:gd name="connsiteX723" fmla="*/ 1131154 w 2589424"/>
                <a:gd name="connsiteY723" fmla="*/ 2090 h 518646"/>
                <a:gd name="connsiteX724" fmla="*/ 1428481 w 2589424"/>
                <a:gd name="connsiteY724" fmla="*/ 1425 h 518646"/>
                <a:gd name="connsiteX725" fmla="*/ 1411159 w 2589424"/>
                <a:gd name="connsiteY725" fmla="*/ 35153 h 518646"/>
                <a:gd name="connsiteX726" fmla="*/ 1434572 w 2589424"/>
                <a:gd name="connsiteY726" fmla="*/ 35723 h 518646"/>
                <a:gd name="connsiteX727" fmla="*/ 1455415 w 2589424"/>
                <a:gd name="connsiteY727" fmla="*/ 2090 h 518646"/>
                <a:gd name="connsiteX728" fmla="*/ 1428481 w 2589424"/>
                <a:gd name="connsiteY728" fmla="*/ 1520 h 518646"/>
                <a:gd name="connsiteX729" fmla="*/ 1185118 w 2589424"/>
                <a:gd name="connsiteY729" fmla="*/ 950 h 518646"/>
                <a:gd name="connsiteX730" fmla="*/ 1158089 w 2589424"/>
                <a:gd name="connsiteY730" fmla="*/ 1425 h 518646"/>
                <a:gd name="connsiteX731" fmla="*/ 1175791 w 2589424"/>
                <a:gd name="connsiteY731" fmla="*/ 35153 h 518646"/>
                <a:gd name="connsiteX732" fmla="*/ 1199300 w 2589424"/>
                <a:gd name="connsiteY732" fmla="*/ 34678 h 518646"/>
                <a:gd name="connsiteX733" fmla="*/ 1185118 w 2589424"/>
                <a:gd name="connsiteY733" fmla="*/ 855 h 518646"/>
                <a:gd name="connsiteX734" fmla="*/ 1374421 w 2589424"/>
                <a:gd name="connsiteY734" fmla="*/ 475 h 518646"/>
                <a:gd name="connsiteX735" fmla="*/ 1364143 w 2589424"/>
                <a:gd name="connsiteY735" fmla="*/ 34298 h 518646"/>
                <a:gd name="connsiteX736" fmla="*/ 1387651 w 2589424"/>
                <a:gd name="connsiteY736" fmla="*/ 34583 h 518646"/>
                <a:gd name="connsiteX737" fmla="*/ 1401451 w 2589424"/>
                <a:gd name="connsiteY737" fmla="*/ 760 h 518646"/>
                <a:gd name="connsiteX738" fmla="*/ 1374421 w 2589424"/>
                <a:gd name="connsiteY738" fmla="*/ 380 h 518646"/>
                <a:gd name="connsiteX739" fmla="*/ 1239178 w 2589424"/>
                <a:gd name="connsiteY739" fmla="*/ 285 h 518646"/>
                <a:gd name="connsiteX740" fmla="*/ 1212148 w 2589424"/>
                <a:gd name="connsiteY740" fmla="*/ 570 h 518646"/>
                <a:gd name="connsiteX741" fmla="*/ 1222808 w 2589424"/>
                <a:gd name="connsiteY741" fmla="*/ 34393 h 518646"/>
                <a:gd name="connsiteX742" fmla="*/ 1246316 w 2589424"/>
                <a:gd name="connsiteY742" fmla="*/ 34108 h 518646"/>
                <a:gd name="connsiteX743" fmla="*/ 1239178 w 2589424"/>
                <a:gd name="connsiteY743" fmla="*/ 190 h 518646"/>
                <a:gd name="connsiteX744" fmla="*/ 1320267 w 2589424"/>
                <a:gd name="connsiteY744" fmla="*/ 95 h 518646"/>
                <a:gd name="connsiteX745" fmla="*/ 1317031 w 2589424"/>
                <a:gd name="connsiteY745" fmla="*/ 34013 h 518646"/>
                <a:gd name="connsiteX746" fmla="*/ 1340539 w 2589424"/>
                <a:gd name="connsiteY746" fmla="*/ 34108 h 518646"/>
                <a:gd name="connsiteX747" fmla="*/ 1347297 w 2589424"/>
                <a:gd name="connsiteY747" fmla="*/ 190 h 518646"/>
                <a:gd name="connsiteX748" fmla="*/ 1320267 w 2589424"/>
                <a:gd name="connsiteY748" fmla="*/ 0 h 518646"/>
                <a:gd name="connsiteX749" fmla="*/ 1293237 w 2589424"/>
                <a:gd name="connsiteY749" fmla="*/ 0 h 518646"/>
                <a:gd name="connsiteX750" fmla="*/ 1266207 w 2589424"/>
                <a:gd name="connsiteY750" fmla="*/ 0 h 518646"/>
                <a:gd name="connsiteX751" fmla="*/ 1269824 w 2589424"/>
                <a:gd name="connsiteY751" fmla="*/ 33918 h 518646"/>
                <a:gd name="connsiteX752" fmla="*/ 1293523 w 2589424"/>
                <a:gd name="connsiteY752" fmla="*/ 33918 h 518646"/>
                <a:gd name="connsiteX753" fmla="*/ 1293237 w 2589424"/>
                <a:gd name="connsiteY753" fmla="*/ 0 h 5186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</a:cxnLst>
              <a:rect l="l" t="t" r="r" b="b"/>
              <a:pathLst>
                <a:path w="2589424" h="518646">
                  <a:moveTo>
                    <a:pt x="1318839" y="484634"/>
                  </a:moveTo>
                  <a:cubicBezTo>
                    <a:pt x="1311035" y="484634"/>
                    <a:pt x="1303135" y="484634"/>
                    <a:pt x="1295236" y="484634"/>
                  </a:cubicBezTo>
                  <a:lnTo>
                    <a:pt x="1295236" y="518552"/>
                  </a:lnTo>
                  <a:cubicBezTo>
                    <a:pt x="1304373" y="518552"/>
                    <a:pt x="1313319" y="518552"/>
                    <a:pt x="1322361" y="518552"/>
                  </a:cubicBezTo>
                  <a:lnTo>
                    <a:pt x="1318744" y="484634"/>
                  </a:lnTo>
                  <a:moveTo>
                    <a:pt x="1248029" y="484539"/>
                  </a:moveTo>
                  <a:lnTo>
                    <a:pt x="1241176" y="518457"/>
                  </a:lnTo>
                  <a:cubicBezTo>
                    <a:pt x="1250123" y="518457"/>
                    <a:pt x="1259164" y="518552"/>
                    <a:pt x="1268206" y="518647"/>
                  </a:cubicBezTo>
                  <a:lnTo>
                    <a:pt x="1271633" y="484729"/>
                  </a:lnTo>
                  <a:cubicBezTo>
                    <a:pt x="1263733" y="484729"/>
                    <a:pt x="1255833" y="484729"/>
                    <a:pt x="1248029" y="484634"/>
                  </a:cubicBezTo>
                  <a:moveTo>
                    <a:pt x="1365951" y="484254"/>
                  </a:moveTo>
                  <a:cubicBezTo>
                    <a:pt x="1358147" y="484349"/>
                    <a:pt x="1350247" y="484444"/>
                    <a:pt x="1342347" y="484539"/>
                  </a:cubicBezTo>
                  <a:lnTo>
                    <a:pt x="1349390" y="518457"/>
                  </a:lnTo>
                  <a:cubicBezTo>
                    <a:pt x="1358432" y="518457"/>
                    <a:pt x="1367378" y="518267"/>
                    <a:pt x="1376420" y="518172"/>
                  </a:cubicBezTo>
                  <a:lnTo>
                    <a:pt x="1365856" y="484349"/>
                  </a:lnTo>
                  <a:moveTo>
                    <a:pt x="1200917" y="483969"/>
                  </a:moveTo>
                  <a:lnTo>
                    <a:pt x="1187022" y="517792"/>
                  </a:lnTo>
                  <a:cubicBezTo>
                    <a:pt x="1196064" y="517982"/>
                    <a:pt x="1205010" y="518077"/>
                    <a:pt x="1214052" y="518172"/>
                  </a:cubicBezTo>
                  <a:lnTo>
                    <a:pt x="1224426" y="484349"/>
                  </a:lnTo>
                  <a:cubicBezTo>
                    <a:pt x="1216621" y="484254"/>
                    <a:pt x="1208722" y="484159"/>
                    <a:pt x="1200917" y="483969"/>
                  </a:cubicBezTo>
                  <a:moveTo>
                    <a:pt x="1412967" y="483494"/>
                  </a:moveTo>
                  <a:cubicBezTo>
                    <a:pt x="1405163" y="483684"/>
                    <a:pt x="1397263" y="483779"/>
                    <a:pt x="1389459" y="483969"/>
                  </a:cubicBezTo>
                  <a:lnTo>
                    <a:pt x="1403450" y="517792"/>
                  </a:lnTo>
                  <a:cubicBezTo>
                    <a:pt x="1412491" y="517697"/>
                    <a:pt x="1421438" y="517507"/>
                    <a:pt x="1430479" y="517317"/>
                  </a:cubicBezTo>
                  <a:lnTo>
                    <a:pt x="1412967" y="483589"/>
                  </a:lnTo>
                  <a:moveTo>
                    <a:pt x="1154091" y="483019"/>
                  </a:moveTo>
                  <a:lnTo>
                    <a:pt x="1133153" y="516652"/>
                  </a:lnTo>
                  <a:cubicBezTo>
                    <a:pt x="1142099" y="516842"/>
                    <a:pt x="1151046" y="517127"/>
                    <a:pt x="1160087" y="517222"/>
                  </a:cubicBezTo>
                  <a:lnTo>
                    <a:pt x="1177600" y="483494"/>
                  </a:lnTo>
                  <a:cubicBezTo>
                    <a:pt x="1169795" y="483304"/>
                    <a:pt x="1161896" y="483209"/>
                    <a:pt x="1154187" y="482924"/>
                  </a:cubicBezTo>
                  <a:moveTo>
                    <a:pt x="1459698" y="482354"/>
                  </a:moveTo>
                  <a:cubicBezTo>
                    <a:pt x="1451989" y="482544"/>
                    <a:pt x="1444089" y="482829"/>
                    <a:pt x="1436380" y="483019"/>
                  </a:cubicBezTo>
                  <a:lnTo>
                    <a:pt x="1457414" y="516652"/>
                  </a:lnTo>
                  <a:cubicBezTo>
                    <a:pt x="1466360" y="516462"/>
                    <a:pt x="1475307" y="516177"/>
                    <a:pt x="1484253" y="515891"/>
                  </a:cubicBezTo>
                  <a:lnTo>
                    <a:pt x="1459698" y="482354"/>
                  </a:lnTo>
                  <a:moveTo>
                    <a:pt x="1107456" y="481594"/>
                  </a:moveTo>
                  <a:lnTo>
                    <a:pt x="1079474" y="515036"/>
                  </a:lnTo>
                  <a:cubicBezTo>
                    <a:pt x="1088325" y="515321"/>
                    <a:pt x="1097272" y="515606"/>
                    <a:pt x="1106218" y="515891"/>
                  </a:cubicBezTo>
                  <a:lnTo>
                    <a:pt x="1130678" y="482354"/>
                  </a:lnTo>
                  <a:cubicBezTo>
                    <a:pt x="1122969" y="482164"/>
                    <a:pt x="1115165" y="481879"/>
                    <a:pt x="1107456" y="481594"/>
                  </a:cubicBezTo>
                  <a:moveTo>
                    <a:pt x="1506144" y="480739"/>
                  </a:moveTo>
                  <a:cubicBezTo>
                    <a:pt x="1498434" y="481024"/>
                    <a:pt x="1490630" y="481309"/>
                    <a:pt x="1482921" y="481594"/>
                  </a:cubicBezTo>
                  <a:lnTo>
                    <a:pt x="1510997" y="515036"/>
                  </a:lnTo>
                  <a:cubicBezTo>
                    <a:pt x="1519849" y="514751"/>
                    <a:pt x="1528890" y="514466"/>
                    <a:pt x="1537646" y="514086"/>
                  </a:cubicBezTo>
                  <a:lnTo>
                    <a:pt x="1506144" y="480739"/>
                  </a:lnTo>
                  <a:moveTo>
                    <a:pt x="1061105" y="479884"/>
                  </a:moveTo>
                  <a:lnTo>
                    <a:pt x="1026081" y="513041"/>
                  </a:lnTo>
                  <a:cubicBezTo>
                    <a:pt x="1034932" y="513421"/>
                    <a:pt x="1043879" y="513801"/>
                    <a:pt x="1052730" y="514086"/>
                  </a:cubicBezTo>
                  <a:lnTo>
                    <a:pt x="1084138" y="480739"/>
                  </a:lnTo>
                  <a:cubicBezTo>
                    <a:pt x="1076524" y="480454"/>
                    <a:pt x="1068719" y="480169"/>
                    <a:pt x="1061105" y="479789"/>
                  </a:cubicBezTo>
                  <a:moveTo>
                    <a:pt x="1552208" y="478743"/>
                  </a:moveTo>
                  <a:cubicBezTo>
                    <a:pt x="1544594" y="479124"/>
                    <a:pt x="1536885" y="479409"/>
                    <a:pt x="1529271" y="479789"/>
                  </a:cubicBezTo>
                  <a:lnTo>
                    <a:pt x="1564391" y="512946"/>
                  </a:lnTo>
                  <a:cubicBezTo>
                    <a:pt x="1573242" y="512566"/>
                    <a:pt x="1582093" y="512186"/>
                    <a:pt x="1590849" y="511806"/>
                  </a:cubicBezTo>
                  <a:lnTo>
                    <a:pt x="1552303" y="478743"/>
                  </a:lnTo>
                  <a:moveTo>
                    <a:pt x="1015231" y="477698"/>
                  </a:moveTo>
                  <a:lnTo>
                    <a:pt x="973354" y="510571"/>
                  </a:lnTo>
                  <a:cubicBezTo>
                    <a:pt x="982015" y="511046"/>
                    <a:pt x="990866" y="511426"/>
                    <a:pt x="999622" y="511901"/>
                  </a:cubicBezTo>
                  <a:lnTo>
                    <a:pt x="1038073" y="478839"/>
                  </a:lnTo>
                  <a:cubicBezTo>
                    <a:pt x="1030364" y="478458"/>
                    <a:pt x="1022750" y="478078"/>
                    <a:pt x="1015136" y="477698"/>
                  </a:cubicBezTo>
                  <a:moveTo>
                    <a:pt x="1597797" y="476463"/>
                  </a:moveTo>
                  <a:cubicBezTo>
                    <a:pt x="1590183" y="476843"/>
                    <a:pt x="1582664" y="477318"/>
                    <a:pt x="1575050" y="477698"/>
                  </a:cubicBezTo>
                  <a:lnTo>
                    <a:pt x="1617117" y="510571"/>
                  </a:lnTo>
                  <a:cubicBezTo>
                    <a:pt x="1625778" y="510096"/>
                    <a:pt x="1634630" y="509621"/>
                    <a:pt x="1643291" y="509146"/>
                  </a:cubicBezTo>
                  <a:lnTo>
                    <a:pt x="1597797" y="476463"/>
                  </a:lnTo>
                  <a:moveTo>
                    <a:pt x="969928" y="475228"/>
                  </a:moveTo>
                  <a:lnTo>
                    <a:pt x="921103" y="507721"/>
                  </a:lnTo>
                  <a:cubicBezTo>
                    <a:pt x="929764" y="508291"/>
                    <a:pt x="938425" y="508766"/>
                    <a:pt x="947181" y="509241"/>
                  </a:cubicBezTo>
                  <a:lnTo>
                    <a:pt x="992579" y="476558"/>
                  </a:lnTo>
                  <a:cubicBezTo>
                    <a:pt x="984965" y="476178"/>
                    <a:pt x="977447" y="475703"/>
                    <a:pt x="969928" y="475228"/>
                  </a:cubicBezTo>
                  <a:moveTo>
                    <a:pt x="1642910" y="473708"/>
                  </a:moveTo>
                  <a:cubicBezTo>
                    <a:pt x="1635391" y="474183"/>
                    <a:pt x="1627967" y="474658"/>
                    <a:pt x="1620449" y="475133"/>
                  </a:cubicBezTo>
                  <a:lnTo>
                    <a:pt x="1669369" y="507626"/>
                  </a:lnTo>
                  <a:cubicBezTo>
                    <a:pt x="1678029" y="507151"/>
                    <a:pt x="1686690" y="506581"/>
                    <a:pt x="1695256" y="506011"/>
                  </a:cubicBezTo>
                  <a:lnTo>
                    <a:pt x="1642910" y="473708"/>
                  </a:lnTo>
                  <a:moveTo>
                    <a:pt x="924910" y="472283"/>
                  </a:moveTo>
                  <a:lnTo>
                    <a:pt x="869328" y="504301"/>
                  </a:lnTo>
                  <a:cubicBezTo>
                    <a:pt x="877894" y="504871"/>
                    <a:pt x="886459" y="505441"/>
                    <a:pt x="895216" y="506011"/>
                  </a:cubicBezTo>
                  <a:lnTo>
                    <a:pt x="947467" y="473708"/>
                  </a:lnTo>
                  <a:cubicBezTo>
                    <a:pt x="939853" y="473233"/>
                    <a:pt x="932524" y="472758"/>
                    <a:pt x="925005" y="472188"/>
                  </a:cubicBezTo>
                  <a:moveTo>
                    <a:pt x="1687452" y="470573"/>
                  </a:moveTo>
                  <a:cubicBezTo>
                    <a:pt x="1680028" y="471143"/>
                    <a:pt x="1672700" y="471618"/>
                    <a:pt x="1665276" y="472188"/>
                  </a:cubicBezTo>
                  <a:lnTo>
                    <a:pt x="1720953" y="504206"/>
                  </a:lnTo>
                  <a:cubicBezTo>
                    <a:pt x="1729614" y="503635"/>
                    <a:pt x="1737990" y="502970"/>
                    <a:pt x="1746555" y="502400"/>
                  </a:cubicBezTo>
                  <a:lnTo>
                    <a:pt x="1687452" y="470573"/>
                  </a:lnTo>
                  <a:moveTo>
                    <a:pt x="880559" y="468958"/>
                  </a:moveTo>
                  <a:lnTo>
                    <a:pt x="818219" y="500500"/>
                  </a:lnTo>
                  <a:cubicBezTo>
                    <a:pt x="826690" y="501165"/>
                    <a:pt x="835065" y="501830"/>
                    <a:pt x="843631" y="502495"/>
                  </a:cubicBezTo>
                  <a:lnTo>
                    <a:pt x="902639" y="470668"/>
                  </a:lnTo>
                  <a:cubicBezTo>
                    <a:pt x="895216" y="470098"/>
                    <a:pt x="887887" y="469528"/>
                    <a:pt x="880559" y="468958"/>
                  </a:cubicBezTo>
                  <a:moveTo>
                    <a:pt x="1731137" y="467153"/>
                  </a:moveTo>
                  <a:cubicBezTo>
                    <a:pt x="1723904" y="467723"/>
                    <a:pt x="1716670" y="468388"/>
                    <a:pt x="1709342" y="468958"/>
                  </a:cubicBezTo>
                  <a:lnTo>
                    <a:pt x="1771777" y="500500"/>
                  </a:lnTo>
                  <a:cubicBezTo>
                    <a:pt x="1780247" y="499835"/>
                    <a:pt x="1788528" y="499170"/>
                    <a:pt x="1796808" y="498410"/>
                  </a:cubicBezTo>
                  <a:lnTo>
                    <a:pt x="1731042" y="467153"/>
                  </a:lnTo>
                  <a:moveTo>
                    <a:pt x="837064" y="465252"/>
                  </a:moveTo>
                  <a:lnTo>
                    <a:pt x="768157" y="496225"/>
                  </a:lnTo>
                  <a:cubicBezTo>
                    <a:pt x="776437" y="496985"/>
                    <a:pt x="784813" y="497650"/>
                    <a:pt x="793188" y="498410"/>
                  </a:cubicBezTo>
                  <a:lnTo>
                    <a:pt x="858859" y="467153"/>
                  </a:lnTo>
                  <a:cubicBezTo>
                    <a:pt x="851625" y="466583"/>
                    <a:pt x="844392" y="465917"/>
                    <a:pt x="837159" y="465252"/>
                  </a:cubicBezTo>
                  <a:moveTo>
                    <a:pt x="1773966" y="463352"/>
                  </a:moveTo>
                  <a:cubicBezTo>
                    <a:pt x="1766923" y="464017"/>
                    <a:pt x="1759785" y="464682"/>
                    <a:pt x="1752647" y="465347"/>
                  </a:cubicBezTo>
                  <a:lnTo>
                    <a:pt x="1821649" y="496320"/>
                  </a:lnTo>
                  <a:cubicBezTo>
                    <a:pt x="1829833" y="495560"/>
                    <a:pt x="1838018" y="494800"/>
                    <a:pt x="1846204" y="494040"/>
                  </a:cubicBezTo>
                  <a:lnTo>
                    <a:pt x="1773966" y="463352"/>
                  </a:lnTo>
                  <a:moveTo>
                    <a:pt x="794330" y="461262"/>
                  </a:moveTo>
                  <a:lnTo>
                    <a:pt x="718952" y="491570"/>
                  </a:lnTo>
                  <a:cubicBezTo>
                    <a:pt x="727041" y="492425"/>
                    <a:pt x="735227" y="493185"/>
                    <a:pt x="743412" y="493945"/>
                  </a:cubicBezTo>
                  <a:lnTo>
                    <a:pt x="815554" y="463257"/>
                  </a:lnTo>
                  <a:cubicBezTo>
                    <a:pt x="808511" y="462592"/>
                    <a:pt x="801373" y="461927"/>
                    <a:pt x="794330" y="461167"/>
                  </a:cubicBezTo>
                  <a:moveTo>
                    <a:pt x="1816033" y="459077"/>
                  </a:moveTo>
                  <a:cubicBezTo>
                    <a:pt x="1809085" y="459837"/>
                    <a:pt x="1802138" y="460502"/>
                    <a:pt x="1795095" y="461262"/>
                  </a:cubicBezTo>
                  <a:lnTo>
                    <a:pt x="1870473" y="491665"/>
                  </a:lnTo>
                  <a:cubicBezTo>
                    <a:pt x="1878563" y="490904"/>
                    <a:pt x="1886558" y="490049"/>
                    <a:pt x="1894552" y="489194"/>
                  </a:cubicBezTo>
                  <a:lnTo>
                    <a:pt x="1816033" y="459172"/>
                  </a:lnTo>
                  <a:moveTo>
                    <a:pt x="752548" y="456892"/>
                  </a:moveTo>
                  <a:lnTo>
                    <a:pt x="670793" y="486629"/>
                  </a:lnTo>
                  <a:cubicBezTo>
                    <a:pt x="678693" y="487484"/>
                    <a:pt x="686687" y="488339"/>
                    <a:pt x="694777" y="489194"/>
                  </a:cubicBezTo>
                  <a:lnTo>
                    <a:pt x="773392" y="459172"/>
                  </a:lnTo>
                  <a:cubicBezTo>
                    <a:pt x="766444" y="458412"/>
                    <a:pt x="759496" y="457747"/>
                    <a:pt x="752548" y="456987"/>
                  </a:cubicBezTo>
                  <a:moveTo>
                    <a:pt x="1857244" y="454612"/>
                  </a:moveTo>
                  <a:cubicBezTo>
                    <a:pt x="1850487" y="455372"/>
                    <a:pt x="1843539" y="456132"/>
                    <a:pt x="1836686" y="456892"/>
                  </a:cubicBezTo>
                  <a:lnTo>
                    <a:pt x="1918441" y="486629"/>
                  </a:lnTo>
                  <a:cubicBezTo>
                    <a:pt x="1926341" y="485774"/>
                    <a:pt x="1934240" y="484824"/>
                    <a:pt x="1941950" y="483969"/>
                  </a:cubicBezTo>
                  <a:lnTo>
                    <a:pt x="1857244" y="454612"/>
                  </a:lnTo>
                  <a:moveTo>
                    <a:pt x="711718" y="452141"/>
                  </a:moveTo>
                  <a:lnTo>
                    <a:pt x="623777" y="481119"/>
                  </a:lnTo>
                  <a:cubicBezTo>
                    <a:pt x="631486" y="482069"/>
                    <a:pt x="639290" y="483019"/>
                    <a:pt x="647094" y="483874"/>
                  </a:cubicBezTo>
                  <a:lnTo>
                    <a:pt x="731990" y="454517"/>
                  </a:lnTo>
                  <a:cubicBezTo>
                    <a:pt x="725138" y="453756"/>
                    <a:pt x="718381" y="452901"/>
                    <a:pt x="711718" y="452046"/>
                  </a:cubicBezTo>
                  <a:moveTo>
                    <a:pt x="1897503" y="449671"/>
                  </a:moveTo>
                  <a:cubicBezTo>
                    <a:pt x="1890841" y="450526"/>
                    <a:pt x="1884178" y="451381"/>
                    <a:pt x="1877516" y="452141"/>
                  </a:cubicBezTo>
                  <a:lnTo>
                    <a:pt x="1965363" y="481119"/>
                  </a:lnTo>
                  <a:cubicBezTo>
                    <a:pt x="1972977" y="480169"/>
                    <a:pt x="1980686" y="479218"/>
                    <a:pt x="1988300" y="478268"/>
                  </a:cubicBezTo>
                  <a:lnTo>
                    <a:pt x="1897503" y="449671"/>
                  </a:lnTo>
                  <a:moveTo>
                    <a:pt x="671840" y="447011"/>
                  </a:moveTo>
                  <a:lnTo>
                    <a:pt x="577997" y="475228"/>
                  </a:lnTo>
                  <a:cubicBezTo>
                    <a:pt x="585516" y="476273"/>
                    <a:pt x="593035" y="477223"/>
                    <a:pt x="600744" y="478173"/>
                  </a:cubicBezTo>
                  <a:lnTo>
                    <a:pt x="691636" y="449576"/>
                  </a:lnTo>
                  <a:cubicBezTo>
                    <a:pt x="684974" y="448721"/>
                    <a:pt x="678407" y="447866"/>
                    <a:pt x="671840" y="447011"/>
                  </a:cubicBezTo>
                  <a:moveTo>
                    <a:pt x="1936620" y="444541"/>
                  </a:moveTo>
                  <a:cubicBezTo>
                    <a:pt x="1930148" y="445396"/>
                    <a:pt x="1923676" y="446346"/>
                    <a:pt x="1917109" y="447201"/>
                  </a:cubicBezTo>
                  <a:lnTo>
                    <a:pt x="2010856" y="475418"/>
                  </a:lnTo>
                  <a:cubicBezTo>
                    <a:pt x="2018470" y="474468"/>
                    <a:pt x="2025799" y="473423"/>
                    <a:pt x="2033222" y="472378"/>
                  </a:cubicBezTo>
                  <a:lnTo>
                    <a:pt x="1936620" y="444541"/>
                  </a:lnTo>
                  <a:moveTo>
                    <a:pt x="633104" y="441691"/>
                  </a:moveTo>
                  <a:lnTo>
                    <a:pt x="533456" y="469148"/>
                  </a:lnTo>
                  <a:cubicBezTo>
                    <a:pt x="540784" y="470193"/>
                    <a:pt x="548208" y="471238"/>
                    <a:pt x="555536" y="472283"/>
                  </a:cubicBezTo>
                  <a:lnTo>
                    <a:pt x="652329" y="444446"/>
                  </a:lnTo>
                  <a:cubicBezTo>
                    <a:pt x="645857" y="443496"/>
                    <a:pt x="639480" y="442641"/>
                    <a:pt x="633104" y="441691"/>
                  </a:cubicBezTo>
                  <a:moveTo>
                    <a:pt x="1974690" y="438935"/>
                  </a:moveTo>
                  <a:cubicBezTo>
                    <a:pt x="1968408" y="439885"/>
                    <a:pt x="1962127" y="440835"/>
                    <a:pt x="1955845" y="441786"/>
                  </a:cubicBezTo>
                  <a:lnTo>
                    <a:pt x="2055398" y="469243"/>
                  </a:lnTo>
                  <a:cubicBezTo>
                    <a:pt x="2062727" y="468198"/>
                    <a:pt x="2069960" y="467058"/>
                    <a:pt x="2077098" y="466012"/>
                  </a:cubicBezTo>
                  <a:lnTo>
                    <a:pt x="1974690" y="439030"/>
                  </a:lnTo>
                  <a:moveTo>
                    <a:pt x="595605" y="435895"/>
                  </a:moveTo>
                  <a:lnTo>
                    <a:pt x="490246" y="462497"/>
                  </a:lnTo>
                  <a:cubicBezTo>
                    <a:pt x="497384" y="463637"/>
                    <a:pt x="504522" y="464682"/>
                    <a:pt x="511661" y="465822"/>
                  </a:cubicBezTo>
                  <a:lnTo>
                    <a:pt x="614164" y="438840"/>
                  </a:lnTo>
                  <a:cubicBezTo>
                    <a:pt x="607882" y="437890"/>
                    <a:pt x="601696" y="436940"/>
                    <a:pt x="595510" y="435895"/>
                  </a:cubicBezTo>
                  <a:moveTo>
                    <a:pt x="2011618" y="433045"/>
                  </a:moveTo>
                  <a:cubicBezTo>
                    <a:pt x="2005622" y="434090"/>
                    <a:pt x="1999435" y="435040"/>
                    <a:pt x="1993344" y="435990"/>
                  </a:cubicBezTo>
                  <a:lnTo>
                    <a:pt x="2098513" y="462592"/>
                  </a:lnTo>
                  <a:cubicBezTo>
                    <a:pt x="2105555" y="461452"/>
                    <a:pt x="2112598" y="460312"/>
                    <a:pt x="2119546" y="459172"/>
                  </a:cubicBezTo>
                  <a:lnTo>
                    <a:pt x="2011618" y="433045"/>
                  </a:lnTo>
                  <a:moveTo>
                    <a:pt x="559248" y="429910"/>
                  </a:moveTo>
                  <a:lnTo>
                    <a:pt x="448560" y="455562"/>
                  </a:lnTo>
                  <a:cubicBezTo>
                    <a:pt x="455317" y="456702"/>
                    <a:pt x="462265" y="457937"/>
                    <a:pt x="469213" y="459077"/>
                  </a:cubicBezTo>
                  <a:lnTo>
                    <a:pt x="577236" y="432950"/>
                  </a:lnTo>
                  <a:cubicBezTo>
                    <a:pt x="571240" y="431905"/>
                    <a:pt x="565244" y="430955"/>
                    <a:pt x="559343" y="429910"/>
                  </a:cubicBezTo>
                  <a:moveTo>
                    <a:pt x="2047308" y="426964"/>
                  </a:moveTo>
                  <a:cubicBezTo>
                    <a:pt x="2041502" y="428009"/>
                    <a:pt x="2035602" y="429054"/>
                    <a:pt x="2029606" y="430100"/>
                  </a:cubicBezTo>
                  <a:lnTo>
                    <a:pt x="2140294" y="455752"/>
                  </a:lnTo>
                  <a:cubicBezTo>
                    <a:pt x="2147052" y="454612"/>
                    <a:pt x="2153904" y="453376"/>
                    <a:pt x="2160566" y="452141"/>
                  </a:cubicBezTo>
                  <a:lnTo>
                    <a:pt x="2047308" y="426964"/>
                  </a:lnTo>
                  <a:moveTo>
                    <a:pt x="524224" y="423544"/>
                  </a:moveTo>
                  <a:lnTo>
                    <a:pt x="408301" y="448246"/>
                  </a:lnTo>
                  <a:cubicBezTo>
                    <a:pt x="414963" y="449481"/>
                    <a:pt x="421530" y="450716"/>
                    <a:pt x="428192" y="451951"/>
                  </a:cubicBezTo>
                  <a:lnTo>
                    <a:pt x="541641" y="426774"/>
                  </a:lnTo>
                  <a:cubicBezTo>
                    <a:pt x="535835" y="425729"/>
                    <a:pt x="529934" y="424684"/>
                    <a:pt x="524224" y="423544"/>
                  </a:cubicBezTo>
                  <a:moveTo>
                    <a:pt x="2081666" y="420409"/>
                  </a:moveTo>
                  <a:cubicBezTo>
                    <a:pt x="2076051" y="421549"/>
                    <a:pt x="2070340" y="422594"/>
                    <a:pt x="2064630" y="423734"/>
                  </a:cubicBezTo>
                  <a:lnTo>
                    <a:pt x="2180458" y="448436"/>
                  </a:lnTo>
                  <a:cubicBezTo>
                    <a:pt x="2187120" y="447201"/>
                    <a:pt x="2193592" y="445966"/>
                    <a:pt x="2200064" y="444731"/>
                  </a:cubicBezTo>
                  <a:lnTo>
                    <a:pt x="2081666" y="420504"/>
                  </a:lnTo>
                  <a:moveTo>
                    <a:pt x="490532" y="416989"/>
                  </a:moveTo>
                  <a:lnTo>
                    <a:pt x="369564" y="440740"/>
                  </a:lnTo>
                  <a:cubicBezTo>
                    <a:pt x="375941" y="442071"/>
                    <a:pt x="382318" y="443306"/>
                    <a:pt x="388695" y="444541"/>
                  </a:cubicBezTo>
                  <a:lnTo>
                    <a:pt x="507282" y="420314"/>
                  </a:lnTo>
                  <a:cubicBezTo>
                    <a:pt x="501667" y="419174"/>
                    <a:pt x="496147" y="418129"/>
                    <a:pt x="490532" y="416989"/>
                  </a:cubicBezTo>
                  <a:moveTo>
                    <a:pt x="2114692" y="413758"/>
                  </a:moveTo>
                  <a:cubicBezTo>
                    <a:pt x="2109267" y="414898"/>
                    <a:pt x="2103842" y="416038"/>
                    <a:pt x="2098322" y="417179"/>
                  </a:cubicBezTo>
                  <a:lnTo>
                    <a:pt x="2219194" y="440930"/>
                  </a:lnTo>
                  <a:cubicBezTo>
                    <a:pt x="2225571" y="439600"/>
                    <a:pt x="2231852" y="438365"/>
                    <a:pt x="2238039" y="437035"/>
                  </a:cubicBezTo>
                  <a:lnTo>
                    <a:pt x="2114692" y="413853"/>
                  </a:lnTo>
                  <a:moveTo>
                    <a:pt x="458267" y="410053"/>
                  </a:moveTo>
                  <a:lnTo>
                    <a:pt x="332351" y="432760"/>
                  </a:lnTo>
                  <a:cubicBezTo>
                    <a:pt x="338442" y="434090"/>
                    <a:pt x="344533" y="435420"/>
                    <a:pt x="350720" y="436750"/>
                  </a:cubicBezTo>
                  <a:lnTo>
                    <a:pt x="474162" y="413568"/>
                  </a:lnTo>
                  <a:cubicBezTo>
                    <a:pt x="468737" y="412428"/>
                    <a:pt x="463407" y="411288"/>
                    <a:pt x="458267" y="410053"/>
                  </a:cubicBezTo>
                  <a:moveTo>
                    <a:pt x="2146290" y="406728"/>
                  </a:moveTo>
                  <a:cubicBezTo>
                    <a:pt x="2141151" y="407963"/>
                    <a:pt x="2135916" y="409103"/>
                    <a:pt x="2130586" y="410243"/>
                  </a:cubicBezTo>
                  <a:lnTo>
                    <a:pt x="2256408" y="432950"/>
                  </a:lnTo>
                  <a:cubicBezTo>
                    <a:pt x="2262404" y="431620"/>
                    <a:pt x="2268400" y="430290"/>
                    <a:pt x="2274301" y="428864"/>
                  </a:cubicBezTo>
                  <a:lnTo>
                    <a:pt x="2146290" y="406633"/>
                  </a:lnTo>
                  <a:moveTo>
                    <a:pt x="427526" y="402927"/>
                  </a:moveTo>
                  <a:lnTo>
                    <a:pt x="297136" y="424589"/>
                  </a:lnTo>
                  <a:cubicBezTo>
                    <a:pt x="302847" y="426014"/>
                    <a:pt x="308748" y="427344"/>
                    <a:pt x="314648" y="428769"/>
                  </a:cubicBezTo>
                  <a:lnTo>
                    <a:pt x="442754" y="406633"/>
                  </a:lnTo>
                  <a:cubicBezTo>
                    <a:pt x="437614" y="405493"/>
                    <a:pt x="432570" y="404258"/>
                    <a:pt x="427526" y="403022"/>
                  </a:cubicBezTo>
                  <a:moveTo>
                    <a:pt x="2176366" y="399412"/>
                  </a:moveTo>
                  <a:cubicBezTo>
                    <a:pt x="2171417" y="400647"/>
                    <a:pt x="2166467" y="401882"/>
                    <a:pt x="2161518" y="403117"/>
                  </a:cubicBezTo>
                  <a:lnTo>
                    <a:pt x="2291813" y="424779"/>
                  </a:lnTo>
                  <a:cubicBezTo>
                    <a:pt x="2297523" y="423354"/>
                    <a:pt x="2303329" y="422024"/>
                    <a:pt x="2308849" y="420599"/>
                  </a:cubicBezTo>
                  <a:lnTo>
                    <a:pt x="2176366" y="399507"/>
                  </a:lnTo>
                  <a:moveTo>
                    <a:pt x="398212" y="395612"/>
                  </a:moveTo>
                  <a:lnTo>
                    <a:pt x="263349" y="416133"/>
                  </a:lnTo>
                  <a:cubicBezTo>
                    <a:pt x="268869" y="417559"/>
                    <a:pt x="274294" y="418984"/>
                    <a:pt x="280005" y="420409"/>
                  </a:cubicBezTo>
                  <a:lnTo>
                    <a:pt x="412679" y="399317"/>
                  </a:lnTo>
                  <a:cubicBezTo>
                    <a:pt x="407825" y="398082"/>
                    <a:pt x="402971" y="396847"/>
                    <a:pt x="398212" y="395612"/>
                  </a:cubicBezTo>
                  <a:moveTo>
                    <a:pt x="2204918" y="391907"/>
                  </a:moveTo>
                  <a:cubicBezTo>
                    <a:pt x="2200350" y="393142"/>
                    <a:pt x="2195591" y="394472"/>
                    <a:pt x="2190832" y="395707"/>
                  </a:cubicBezTo>
                  <a:lnTo>
                    <a:pt x="2325600" y="416228"/>
                  </a:lnTo>
                  <a:cubicBezTo>
                    <a:pt x="2331120" y="414803"/>
                    <a:pt x="2336450" y="413378"/>
                    <a:pt x="2341780" y="411858"/>
                  </a:cubicBezTo>
                  <a:lnTo>
                    <a:pt x="2204918" y="391907"/>
                  </a:lnTo>
                  <a:moveTo>
                    <a:pt x="370516" y="387916"/>
                  </a:moveTo>
                  <a:lnTo>
                    <a:pt x="231465" y="407298"/>
                  </a:lnTo>
                  <a:cubicBezTo>
                    <a:pt x="236700" y="408818"/>
                    <a:pt x="241935" y="410243"/>
                    <a:pt x="247265" y="411668"/>
                  </a:cubicBezTo>
                  <a:lnTo>
                    <a:pt x="384126" y="391717"/>
                  </a:lnTo>
                  <a:cubicBezTo>
                    <a:pt x="379558" y="390481"/>
                    <a:pt x="374989" y="389151"/>
                    <a:pt x="370516" y="387916"/>
                  </a:cubicBezTo>
                  <a:moveTo>
                    <a:pt x="2231948" y="384116"/>
                  </a:moveTo>
                  <a:cubicBezTo>
                    <a:pt x="2227570" y="385446"/>
                    <a:pt x="2223191" y="386776"/>
                    <a:pt x="2218623" y="388011"/>
                  </a:cubicBezTo>
                  <a:lnTo>
                    <a:pt x="2357579" y="407393"/>
                  </a:lnTo>
                  <a:cubicBezTo>
                    <a:pt x="2362718" y="405873"/>
                    <a:pt x="2367857" y="404448"/>
                    <a:pt x="2372806" y="402927"/>
                  </a:cubicBezTo>
                  <a:lnTo>
                    <a:pt x="2231948" y="384116"/>
                  </a:lnTo>
                  <a:moveTo>
                    <a:pt x="344438" y="380126"/>
                  </a:moveTo>
                  <a:lnTo>
                    <a:pt x="201581" y="398272"/>
                  </a:lnTo>
                  <a:cubicBezTo>
                    <a:pt x="206339" y="399792"/>
                    <a:pt x="211288" y="401312"/>
                    <a:pt x="216333" y="402832"/>
                  </a:cubicBezTo>
                  <a:lnTo>
                    <a:pt x="357382" y="384021"/>
                  </a:lnTo>
                  <a:cubicBezTo>
                    <a:pt x="353004" y="382691"/>
                    <a:pt x="348721" y="381361"/>
                    <a:pt x="344533" y="380126"/>
                  </a:cubicBezTo>
                  <a:moveTo>
                    <a:pt x="2257264" y="376230"/>
                  </a:moveTo>
                  <a:cubicBezTo>
                    <a:pt x="2253172" y="377560"/>
                    <a:pt x="2248984" y="378890"/>
                    <a:pt x="2244796" y="380221"/>
                  </a:cubicBezTo>
                  <a:lnTo>
                    <a:pt x="2387654" y="398462"/>
                  </a:lnTo>
                  <a:cubicBezTo>
                    <a:pt x="2392412" y="396942"/>
                    <a:pt x="2397267" y="395422"/>
                    <a:pt x="2401930" y="393807"/>
                  </a:cubicBezTo>
                  <a:lnTo>
                    <a:pt x="2257264" y="376230"/>
                  </a:lnTo>
                  <a:moveTo>
                    <a:pt x="320073" y="372050"/>
                  </a:moveTo>
                  <a:lnTo>
                    <a:pt x="173504" y="389056"/>
                  </a:lnTo>
                  <a:cubicBezTo>
                    <a:pt x="178072" y="390671"/>
                    <a:pt x="182641" y="392192"/>
                    <a:pt x="187304" y="393712"/>
                  </a:cubicBezTo>
                  <a:lnTo>
                    <a:pt x="332065" y="376135"/>
                  </a:lnTo>
                  <a:cubicBezTo>
                    <a:pt x="327973" y="374805"/>
                    <a:pt x="323976" y="373475"/>
                    <a:pt x="320073" y="372050"/>
                  </a:cubicBezTo>
                  <a:moveTo>
                    <a:pt x="2280963" y="367965"/>
                  </a:moveTo>
                  <a:cubicBezTo>
                    <a:pt x="2277156" y="369390"/>
                    <a:pt x="2273349" y="370720"/>
                    <a:pt x="2269256" y="372050"/>
                  </a:cubicBezTo>
                  <a:lnTo>
                    <a:pt x="2415826" y="389056"/>
                  </a:lnTo>
                  <a:cubicBezTo>
                    <a:pt x="2420394" y="387441"/>
                    <a:pt x="2424772" y="385921"/>
                    <a:pt x="2429150" y="384306"/>
                  </a:cubicBezTo>
                  <a:lnTo>
                    <a:pt x="2280868" y="367965"/>
                  </a:lnTo>
                  <a:moveTo>
                    <a:pt x="297327" y="363784"/>
                  </a:moveTo>
                  <a:lnTo>
                    <a:pt x="147331" y="379556"/>
                  </a:lnTo>
                  <a:cubicBezTo>
                    <a:pt x="151519" y="381171"/>
                    <a:pt x="155801" y="382786"/>
                    <a:pt x="160084" y="384306"/>
                  </a:cubicBezTo>
                  <a:lnTo>
                    <a:pt x="308462" y="367965"/>
                  </a:lnTo>
                  <a:cubicBezTo>
                    <a:pt x="304750" y="366634"/>
                    <a:pt x="300943" y="365209"/>
                    <a:pt x="297327" y="363784"/>
                  </a:cubicBezTo>
                  <a:moveTo>
                    <a:pt x="2302853" y="359604"/>
                  </a:moveTo>
                  <a:cubicBezTo>
                    <a:pt x="2299236" y="361029"/>
                    <a:pt x="2295715" y="362454"/>
                    <a:pt x="2292098" y="363784"/>
                  </a:cubicBezTo>
                  <a:lnTo>
                    <a:pt x="2442094" y="379556"/>
                  </a:lnTo>
                  <a:cubicBezTo>
                    <a:pt x="2446282" y="377940"/>
                    <a:pt x="2450469" y="376325"/>
                    <a:pt x="2454467" y="374710"/>
                  </a:cubicBezTo>
                  <a:lnTo>
                    <a:pt x="2302948" y="359604"/>
                  </a:lnTo>
                  <a:moveTo>
                    <a:pt x="276483" y="355424"/>
                  </a:moveTo>
                  <a:lnTo>
                    <a:pt x="123347" y="369865"/>
                  </a:lnTo>
                  <a:cubicBezTo>
                    <a:pt x="127154" y="371480"/>
                    <a:pt x="131056" y="373095"/>
                    <a:pt x="135053" y="374710"/>
                  </a:cubicBezTo>
                  <a:lnTo>
                    <a:pt x="286572" y="359604"/>
                  </a:lnTo>
                  <a:cubicBezTo>
                    <a:pt x="283050" y="358179"/>
                    <a:pt x="279719" y="356754"/>
                    <a:pt x="276388" y="355329"/>
                  </a:cubicBezTo>
                  <a:moveTo>
                    <a:pt x="2323030" y="351053"/>
                  </a:moveTo>
                  <a:cubicBezTo>
                    <a:pt x="2319794" y="352478"/>
                    <a:pt x="2316558" y="353903"/>
                    <a:pt x="2313227" y="355329"/>
                  </a:cubicBezTo>
                  <a:lnTo>
                    <a:pt x="2466364" y="369770"/>
                  </a:lnTo>
                  <a:cubicBezTo>
                    <a:pt x="2470266" y="368155"/>
                    <a:pt x="2473977" y="366444"/>
                    <a:pt x="2477784" y="364829"/>
                  </a:cubicBezTo>
                  <a:lnTo>
                    <a:pt x="2323125" y="350958"/>
                  </a:lnTo>
                  <a:moveTo>
                    <a:pt x="257258" y="346778"/>
                  </a:moveTo>
                  <a:lnTo>
                    <a:pt x="101171" y="359984"/>
                  </a:lnTo>
                  <a:cubicBezTo>
                    <a:pt x="104692" y="361599"/>
                    <a:pt x="108309" y="363309"/>
                    <a:pt x="111926" y="364924"/>
                  </a:cubicBezTo>
                  <a:lnTo>
                    <a:pt x="266490" y="351053"/>
                  </a:lnTo>
                  <a:cubicBezTo>
                    <a:pt x="263349" y="349628"/>
                    <a:pt x="260208" y="348203"/>
                    <a:pt x="257163" y="346683"/>
                  </a:cubicBezTo>
                  <a:moveTo>
                    <a:pt x="2341399" y="342408"/>
                  </a:moveTo>
                  <a:cubicBezTo>
                    <a:pt x="2338448" y="343833"/>
                    <a:pt x="2335498" y="345353"/>
                    <a:pt x="2332452" y="346778"/>
                  </a:cubicBezTo>
                  <a:lnTo>
                    <a:pt x="2488539" y="359984"/>
                  </a:lnTo>
                  <a:cubicBezTo>
                    <a:pt x="2492061" y="358274"/>
                    <a:pt x="2495487" y="356659"/>
                    <a:pt x="2498818" y="354949"/>
                  </a:cubicBezTo>
                  <a:lnTo>
                    <a:pt x="2341399" y="342408"/>
                  </a:lnTo>
                  <a:moveTo>
                    <a:pt x="239936" y="338037"/>
                  </a:moveTo>
                  <a:lnTo>
                    <a:pt x="81279" y="349913"/>
                  </a:lnTo>
                  <a:cubicBezTo>
                    <a:pt x="84420" y="351623"/>
                    <a:pt x="87751" y="353333"/>
                    <a:pt x="90987" y="354949"/>
                  </a:cubicBezTo>
                  <a:lnTo>
                    <a:pt x="248407" y="342408"/>
                  </a:lnTo>
                  <a:cubicBezTo>
                    <a:pt x="245551" y="340982"/>
                    <a:pt x="242696" y="339462"/>
                    <a:pt x="239936" y="338037"/>
                  </a:cubicBezTo>
                  <a:moveTo>
                    <a:pt x="2357769" y="333477"/>
                  </a:moveTo>
                  <a:cubicBezTo>
                    <a:pt x="2355199" y="334997"/>
                    <a:pt x="2352534" y="336422"/>
                    <a:pt x="2349774" y="337942"/>
                  </a:cubicBezTo>
                  <a:lnTo>
                    <a:pt x="2508431" y="349818"/>
                  </a:lnTo>
                  <a:cubicBezTo>
                    <a:pt x="2511667" y="348108"/>
                    <a:pt x="2514712" y="346398"/>
                    <a:pt x="2517663" y="344688"/>
                  </a:cubicBezTo>
                  <a:lnTo>
                    <a:pt x="2357769" y="333572"/>
                  </a:lnTo>
                  <a:moveTo>
                    <a:pt x="224423" y="329106"/>
                  </a:moveTo>
                  <a:lnTo>
                    <a:pt x="63482" y="339557"/>
                  </a:lnTo>
                  <a:cubicBezTo>
                    <a:pt x="66242" y="341267"/>
                    <a:pt x="69097" y="342978"/>
                    <a:pt x="72143" y="344688"/>
                  </a:cubicBezTo>
                  <a:lnTo>
                    <a:pt x="232037" y="333477"/>
                  </a:lnTo>
                  <a:cubicBezTo>
                    <a:pt x="229467" y="331957"/>
                    <a:pt x="226897" y="330532"/>
                    <a:pt x="224423" y="329011"/>
                  </a:cubicBezTo>
                  <a:moveTo>
                    <a:pt x="2372426" y="324451"/>
                  </a:moveTo>
                  <a:cubicBezTo>
                    <a:pt x="2370142" y="325971"/>
                    <a:pt x="2367857" y="327491"/>
                    <a:pt x="2365383" y="329011"/>
                  </a:cubicBezTo>
                  <a:lnTo>
                    <a:pt x="2526419" y="339462"/>
                  </a:lnTo>
                  <a:cubicBezTo>
                    <a:pt x="2529179" y="337752"/>
                    <a:pt x="2531939" y="336042"/>
                    <a:pt x="2534509" y="334237"/>
                  </a:cubicBezTo>
                  <a:lnTo>
                    <a:pt x="2372426" y="324451"/>
                  </a:lnTo>
                  <a:moveTo>
                    <a:pt x="210813" y="320081"/>
                  </a:moveTo>
                  <a:lnTo>
                    <a:pt x="47683" y="329201"/>
                  </a:lnTo>
                  <a:cubicBezTo>
                    <a:pt x="50157" y="330912"/>
                    <a:pt x="52632" y="332717"/>
                    <a:pt x="55297" y="334427"/>
                  </a:cubicBezTo>
                  <a:lnTo>
                    <a:pt x="217380" y="324641"/>
                  </a:lnTo>
                  <a:cubicBezTo>
                    <a:pt x="215095" y="323121"/>
                    <a:pt x="212906" y="321601"/>
                    <a:pt x="210813" y="320081"/>
                  </a:cubicBezTo>
                  <a:moveTo>
                    <a:pt x="2385084" y="315425"/>
                  </a:moveTo>
                  <a:cubicBezTo>
                    <a:pt x="2383181" y="316945"/>
                    <a:pt x="2381087" y="318466"/>
                    <a:pt x="2378993" y="319986"/>
                  </a:cubicBezTo>
                  <a:lnTo>
                    <a:pt x="2542123" y="329106"/>
                  </a:lnTo>
                  <a:cubicBezTo>
                    <a:pt x="2544597" y="327396"/>
                    <a:pt x="2546882" y="325591"/>
                    <a:pt x="2549166" y="323881"/>
                  </a:cubicBezTo>
                  <a:lnTo>
                    <a:pt x="2385084" y="315520"/>
                  </a:lnTo>
                  <a:moveTo>
                    <a:pt x="199011" y="310960"/>
                  </a:moveTo>
                  <a:lnTo>
                    <a:pt x="34168" y="318656"/>
                  </a:lnTo>
                  <a:cubicBezTo>
                    <a:pt x="36262" y="320461"/>
                    <a:pt x="38451" y="322171"/>
                    <a:pt x="40735" y="323976"/>
                  </a:cubicBezTo>
                  <a:lnTo>
                    <a:pt x="204721" y="315520"/>
                  </a:lnTo>
                  <a:cubicBezTo>
                    <a:pt x="202723" y="314000"/>
                    <a:pt x="200914" y="312480"/>
                    <a:pt x="199106" y="310960"/>
                  </a:cubicBezTo>
                  <a:moveTo>
                    <a:pt x="2395744" y="306210"/>
                  </a:moveTo>
                  <a:cubicBezTo>
                    <a:pt x="2394221" y="307730"/>
                    <a:pt x="2392412" y="309250"/>
                    <a:pt x="2390604" y="310770"/>
                  </a:cubicBezTo>
                  <a:lnTo>
                    <a:pt x="2555542" y="318466"/>
                  </a:lnTo>
                  <a:cubicBezTo>
                    <a:pt x="2557541" y="316660"/>
                    <a:pt x="2559540" y="314950"/>
                    <a:pt x="2561348" y="313145"/>
                  </a:cubicBezTo>
                  <a:lnTo>
                    <a:pt x="2395649" y="306115"/>
                  </a:lnTo>
                  <a:moveTo>
                    <a:pt x="189303" y="301744"/>
                  </a:moveTo>
                  <a:lnTo>
                    <a:pt x="22937" y="308110"/>
                  </a:lnTo>
                  <a:cubicBezTo>
                    <a:pt x="24650" y="309915"/>
                    <a:pt x="26459" y="311625"/>
                    <a:pt x="28362" y="313430"/>
                  </a:cubicBezTo>
                  <a:lnTo>
                    <a:pt x="193967" y="306400"/>
                  </a:lnTo>
                  <a:cubicBezTo>
                    <a:pt x="192444" y="304879"/>
                    <a:pt x="190826" y="303359"/>
                    <a:pt x="189398" y="301744"/>
                  </a:cubicBezTo>
                  <a:moveTo>
                    <a:pt x="2404595" y="296899"/>
                  </a:moveTo>
                  <a:cubicBezTo>
                    <a:pt x="2403263" y="298514"/>
                    <a:pt x="2401930" y="300034"/>
                    <a:pt x="2400407" y="301554"/>
                  </a:cubicBezTo>
                  <a:lnTo>
                    <a:pt x="2566868" y="307825"/>
                  </a:lnTo>
                  <a:cubicBezTo>
                    <a:pt x="2568486" y="306020"/>
                    <a:pt x="2570104" y="304309"/>
                    <a:pt x="2571532" y="302504"/>
                  </a:cubicBezTo>
                  <a:lnTo>
                    <a:pt x="2404595" y="296899"/>
                  </a:lnTo>
                  <a:moveTo>
                    <a:pt x="181499" y="292434"/>
                  </a:moveTo>
                  <a:lnTo>
                    <a:pt x="13896" y="297374"/>
                  </a:lnTo>
                  <a:cubicBezTo>
                    <a:pt x="15323" y="299179"/>
                    <a:pt x="16656" y="300984"/>
                    <a:pt x="18178" y="302694"/>
                  </a:cubicBezTo>
                  <a:lnTo>
                    <a:pt x="185115" y="297089"/>
                  </a:lnTo>
                  <a:cubicBezTo>
                    <a:pt x="183783" y="295569"/>
                    <a:pt x="182546" y="293954"/>
                    <a:pt x="181499" y="292434"/>
                  </a:cubicBezTo>
                  <a:moveTo>
                    <a:pt x="2411353" y="287588"/>
                  </a:moveTo>
                  <a:cubicBezTo>
                    <a:pt x="2410401" y="289203"/>
                    <a:pt x="2409354" y="290723"/>
                    <a:pt x="2408212" y="292243"/>
                  </a:cubicBezTo>
                  <a:lnTo>
                    <a:pt x="2575815" y="297184"/>
                  </a:lnTo>
                  <a:cubicBezTo>
                    <a:pt x="2577147" y="295379"/>
                    <a:pt x="2578384" y="293574"/>
                    <a:pt x="2579431" y="291768"/>
                  </a:cubicBezTo>
                  <a:lnTo>
                    <a:pt x="2411353" y="287588"/>
                  </a:lnTo>
                  <a:moveTo>
                    <a:pt x="175503" y="283028"/>
                  </a:moveTo>
                  <a:lnTo>
                    <a:pt x="7138" y="286543"/>
                  </a:lnTo>
                  <a:cubicBezTo>
                    <a:pt x="8090" y="288348"/>
                    <a:pt x="9042" y="290153"/>
                    <a:pt x="10184" y="291958"/>
                  </a:cubicBezTo>
                  <a:lnTo>
                    <a:pt x="178168" y="287683"/>
                  </a:lnTo>
                  <a:cubicBezTo>
                    <a:pt x="177216" y="286163"/>
                    <a:pt x="176359" y="284548"/>
                    <a:pt x="175503" y="283028"/>
                  </a:cubicBezTo>
                  <a:moveTo>
                    <a:pt x="2416206" y="278182"/>
                  </a:moveTo>
                  <a:cubicBezTo>
                    <a:pt x="2415635" y="279797"/>
                    <a:pt x="2414779" y="281318"/>
                    <a:pt x="2414017" y="282933"/>
                  </a:cubicBezTo>
                  <a:lnTo>
                    <a:pt x="2582477" y="286448"/>
                  </a:lnTo>
                  <a:cubicBezTo>
                    <a:pt x="2583429" y="284643"/>
                    <a:pt x="2584190" y="282838"/>
                    <a:pt x="2585047" y="281033"/>
                  </a:cubicBezTo>
                  <a:lnTo>
                    <a:pt x="2416206" y="278182"/>
                  </a:lnTo>
                  <a:moveTo>
                    <a:pt x="171600" y="273622"/>
                  </a:moveTo>
                  <a:lnTo>
                    <a:pt x="2665" y="275712"/>
                  </a:lnTo>
                  <a:cubicBezTo>
                    <a:pt x="3141" y="277517"/>
                    <a:pt x="3902" y="279322"/>
                    <a:pt x="4664" y="281128"/>
                  </a:cubicBezTo>
                  <a:lnTo>
                    <a:pt x="173409" y="278277"/>
                  </a:lnTo>
                  <a:cubicBezTo>
                    <a:pt x="172838" y="276662"/>
                    <a:pt x="172172" y="275142"/>
                    <a:pt x="171696" y="273527"/>
                  </a:cubicBezTo>
                  <a:moveTo>
                    <a:pt x="2419157" y="268777"/>
                  </a:moveTo>
                  <a:cubicBezTo>
                    <a:pt x="2418776" y="270392"/>
                    <a:pt x="2418395" y="271912"/>
                    <a:pt x="2417920" y="273527"/>
                  </a:cubicBezTo>
                  <a:lnTo>
                    <a:pt x="2586855" y="275617"/>
                  </a:lnTo>
                  <a:cubicBezTo>
                    <a:pt x="2587426" y="273812"/>
                    <a:pt x="2587902" y="272007"/>
                    <a:pt x="2588283" y="270202"/>
                  </a:cubicBezTo>
                  <a:lnTo>
                    <a:pt x="2419157" y="268777"/>
                  </a:lnTo>
                  <a:moveTo>
                    <a:pt x="169697" y="264216"/>
                  </a:moveTo>
                  <a:lnTo>
                    <a:pt x="381" y="264976"/>
                  </a:lnTo>
                  <a:cubicBezTo>
                    <a:pt x="571" y="266781"/>
                    <a:pt x="857" y="268587"/>
                    <a:pt x="1237" y="270392"/>
                  </a:cubicBezTo>
                  <a:lnTo>
                    <a:pt x="170363" y="268967"/>
                  </a:lnTo>
                  <a:cubicBezTo>
                    <a:pt x="169982" y="267352"/>
                    <a:pt x="169887" y="265831"/>
                    <a:pt x="169697" y="264216"/>
                  </a:cubicBezTo>
                  <a:moveTo>
                    <a:pt x="2589425" y="258896"/>
                  </a:moveTo>
                  <a:lnTo>
                    <a:pt x="2420108" y="258896"/>
                  </a:lnTo>
                  <a:lnTo>
                    <a:pt x="2420108" y="259276"/>
                  </a:lnTo>
                  <a:cubicBezTo>
                    <a:pt x="2420108" y="260891"/>
                    <a:pt x="2420108" y="262411"/>
                    <a:pt x="2419823" y="264026"/>
                  </a:cubicBezTo>
                  <a:lnTo>
                    <a:pt x="2589139" y="264691"/>
                  </a:lnTo>
                  <a:cubicBezTo>
                    <a:pt x="2589329" y="262886"/>
                    <a:pt x="2589425" y="261081"/>
                    <a:pt x="2589425" y="259276"/>
                  </a:cubicBezTo>
                  <a:lnTo>
                    <a:pt x="2589425" y="258896"/>
                  </a:lnTo>
                  <a:moveTo>
                    <a:pt x="286" y="254145"/>
                  </a:moveTo>
                  <a:cubicBezTo>
                    <a:pt x="95" y="255856"/>
                    <a:pt x="0" y="257661"/>
                    <a:pt x="0" y="259371"/>
                  </a:cubicBezTo>
                  <a:lnTo>
                    <a:pt x="0" y="259561"/>
                  </a:lnTo>
                  <a:lnTo>
                    <a:pt x="169411" y="259561"/>
                  </a:lnTo>
                  <a:lnTo>
                    <a:pt x="169411" y="259371"/>
                  </a:lnTo>
                  <a:cubicBezTo>
                    <a:pt x="169411" y="257851"/>
                    <a:pt x="169411" y="256331"/>
                    <a:pt x="169602" y="254810"/>
                  </a:cubicBezTo>
                  <a:lnTo>
                    <a:pt x="286" y="254145"/>
                  </a:lnTo>
                  <a:moveTo>
                    <a:pt x="2588283" y="248065"/>
                  </a:moveTo>
                  <a:lnTo>
                    <a:pt x="2419157" y="249490"/>
                  </a:lnTo>
                  <a:cubicBezTo>
                    <a:pt x="2419537" y="251105"/>
                    <a:pt x="2419728" y="252625"/>
                    <a:pt x="2419918" y="254240"/>
                  </a:cubicBezTo>
                  <a:lnTo>
                    <a:pt x="2589139" y="253480"/>
                  </a:lnTo>
                  <a:cubicBezTo>
                    <a:pt x="2588949" y="251675"/>
                    <a:pt x="2588663" y="249870"/>
                    <a:pt x="2588283" y="248065"/>
                  </a:cubicBezTo>
                  <a:moveTo>
                    <a:pt x="2475" y="243220"/>
                  </a:moveTo>
                  <a:cubicBezTo>
                    <a:pt x="1999" y="245025"/>
                    <a:pt x="1523" y="246830"/>
                    <a:pt x="1142" y="248635"/>
                  </a:cubicBezTo>
                  <a:lnTo>
                    <a:pt x="170268" y="249965"/>
                  </a:lnTo>
                  <a:cubicBezTo>
                    <a:pt x="170649" y="248350"/>
                    <a:pt x="171029" y="246830"/>
                    <a:pt x="171505" y="245215"/>
                  </a:cubicBezTo>
                  <a:lnTo>
                    <a:pt x="2475" y="243125"/>
                  </a:lnTo>
                  <a:moveTo>
                    <a:pt x="2584856" y="237234"/>
                  </a:moveTo>
                  <a:lnTo>
                    <a:pt x="2416111" y="240084"/>
                  </a:lnTo>
                  <a:cubicBezTo>
                    <a:pt x="2416682" y="241699"/>
                    <a:pt x="2417349" y="243220"/>
                    <a:pt x="2417824" y="244835"/>
                  </a:cubicBezTo>
                  <a:lnTo>
                    <a:pt x="2586760" y="242649"/>
                  </a:lnTo>
                  <a:cubicBezTo>
                    <a:pt x="2586189" y="240844"/>
                    <a:pt x="2585523" y="239039"/>
                    <a:pt x="2584761" y="237234"/>
                  </a:cubicBezTo>
                  <a:moveTo>
                    <a:pt x="6948" y="232484"/>
                  </a:moveTo>
                  <a:cubicBezTo>
                    <a:pt x="6091" y="234289"/>
                    <a:pt x="5235" y="236094"/>
                    <a:pt x="4473" y="237899"/>
                  </a:cubicBezTo>
                  <a:lnTo>
                    <a:pt x="173218" y="240654"/>
                  </a:lnTo>
                  <a:cubicBezTo>
                    <a:pt x="173885" y="239039"/>
                    <a:pt x="174646" y="237519"/>
                    <a:pt x="175407" y="235904"/>
                  </a:cubicBezTo>
                  <a:lnTo>
                    <a:pt x="6948" y="232389"/>
                  </a:lnTo>
                  <a:moveTo>
                    <a:pt x="2579146" y="226498"/>
                  </a:moveTo>
                  <a:lnTo>
                    <a:pt x="2411162" y="230774"/>
                  </a:lnTo>
                  <a:cubicBezTo>
                    <a:pt x="2412114" y="232294"/>
                    <a:pt x="2413066" y="233909"/>
                    <a:pt x="2413827" y="235429"/>
                  </a:cubicBezTo>
                  <a:lnTo>
                    <a:pt x="2582287" y="231914"/>
                  </a:lnTo>
                  <a:cubicBezTo>
                    <a:pt x="2581335" y="230108"/>
                    <a:pt x="2580288" y="228303"/>
                    <a:pt x="2579146" y="226498"/>
                  </a:cubicBezTo>
                  <a:moveTo>
                    <a:pt x="13610" y="221653"/>
                  </a:moveTo>
                  <a:cubicBezTo>
                    <a:pt x="12278" y="223458"/>
                    <a:pt x="11040" y="225263"/>
                    <a:pt x="10089" y="227068"/>
                  </a:cubicBezTo>
                  <a:lnTo>
                    <a:pt x="178072" y="231249"/>
                  </a:lnTo>
                  <a:cubicBezTo>
                    <a:pt x="179024" y="229728"/>
                    <a:pt x="180071" y="228113"/>
                    <a:pt x="181213" y="226593"/>
                  </a:cubicBezTo>
                  <a:lnTo>
                    <a:pt x="13610" y="221748"/>
                  </a:lnTo>
                  <a:moveTo>
                    <a:pt x="2571246" y="215667"/>
                  </a:moveTo>
                  <a:lnTo>
                    <a:pt x="2404309" y="221368"/>
                  </a:lnTo>
                  <a:cubicBezTo>
                    <a:pt x="2405642" y="222888"/>
                    <a:pt x="2406879" y="224503"/>
                    <a:pt x="2407926" y="226023"/>
                  </a:cubicBezTo>
                  <a:lnTo>
                    <a:pt x="2575434" y="221083"/>
                  </a:lnTo>
                  <a:cubicBezTo>
                    <a:pt x="2574102" y="219278"/>
                    <a:pt x="2572769" y="217472"/>
                    <a:pt x="2571246" y="215667"/>
                  </a:cubicBezTo>
                  <a:moveTo>
                    <a:pt x="22556" y="210917"/>
                  </a:moveTo>
                  <a:cubicBezTo>
                    <a:pt x="20939" y="212722"/>
                    <a:pt x="19225" y="214527"/>
                    <a:pt x="17798" y="216237"/>
                  </a:cubicBezTo>
                  <a:lnTo>
                    <a:pt x="184830" y="221843"/>
                  </a:lnTo>
                  <a:cubicBezTo>
                    <a:pt x="186162" y="220323"/>
                    <a:pt x="187495" y="218708"/>
                    <a:pt x="188922" y="217187"/>
                  </a:cubicBezTo>
                  <a:lnTo>
                    <a:pt x="22556" y="210917"/>
                  </a:lnTo>
                  <a:moveTo>
                    <a:pt x="2561063" y="205026"/>
                  </a:moveTo>
                  <a:lnTo>
                    <a:pt x="2395363" y="212152"/>
                  </a:lnTo>
                  <a:cubicBezTo>
                    <a:pt x="2396981" y="213672"/>
                    <a:pt x="2398599" y="215192"/>
                    <a:pt x="2400027" y="216807"/>
                  </a:cubicBezTo>
                  <a:lnTo>
                    <a:pt x="2566297" y="210442"/>
                  </a:lnTo>
                  <a:cubicBezTo>
                    <a:pt x="2564679" y="208637"/>
                    <a:pt x="2562776" y="206927"/>
                    <a:pt x="2560968" y="205121"/>
                  </a:cubicBezTo>
                  <a:moveTo>
                    <a:pt x="33692" y="200371"/>
                  </a:moveTo>
                  <a:cubicBezTo>
                    <a:pt x="31693" y="202176"/>
                    <a:pt x="29695" y="203886"/>
                    <a:pt x="27886" y="205692"/>
                  </a:cubicBezTo>
                  <a:lnTo>
                    <a:pt x="193586" y="212722"/>
                  </a:lnTo>
                  <a:cubicBezTo>
                    <a:pt x="195204" y="211202"/>
                    <a:pt x="196917" y="209682"/>
                    <a:pt x="198725" y="208162"/>
                  </a:cubicBezTo>
                  <a:lnTo>
                    <a:pt x="33787" y="200466"/>
                  </a:lnTo>
                  <a:moveTo>
                    <a:pt x="2548595" y="194481"/>
                  </a:moveTo>
                  <a:lnTo>
                    <a:pt x="2384608" y="202936"/>
                  </a:lnTo>
                  <a:cubicBezTo>
                    <a:pt x="2386607" y="204456"/>
                    <a:pt x="2388415" y="205977"/>
                    <a:pt x="2390224" y="207497"/>
                  </a:cubicBezTo>
                  <a:lnTo>
                    <a:pt x="2555067" y="199706"/>
                  </a:lnTo>
                  <a:cubicBezTo>
                    <a:pt x="2552973" y="197901"/>
                    <a:pt x="2550784" y="196191"/>
                    <a:pt x="2548500" y="194481"/>
                  </a:cubicBezTo>
                  <a:moveTo>
                    <a:pt x="47112" y="189825"/>
                  </a:moveTo>
                  <a:cubicBezTo>
                    <a:pt x="44732" y="191535"/>
                    <a:pt x="42448" y="193341"/>
                    <a:pt x="40164" y="195051"/>
                  </a:cubicBezTo>
                  <a:lnTo>
                    <a:pt x="204245" y="203411"/>
                  </a:lnTo>
                  <a:cubicBezTo>
                    <a:pt x="206149" y="201891"/>
                    <a:pt x="208148" y="200371"/>
                    <a:pt x="210337" y="198851"/>
                  </a:cubicBezTo>
                  <a:lnTo>
                    <a:pt x="47112" y="189825"/>
                  </a:lnTo>
                  <a:moveTo>
                    <a:pt x="2534033" y="184030"/>
                  </a:moveTo>
                  <a:lnTo>
                    <a:pt x="2371950" y="193816"/>
                  </a:lnTo>
                  <a:cubicBezTo>
                    <a:pt x="2374234" y="195336"/>
                    <a:pt x="2376518" y="196856"/>
                    <a:pt x="2378612" y="198376"/>
                  </a:cubicBezTo>
                  <a:lnTo>
                    <a:pt x="2541647" y="189255"/>
                  </a:lnTo>
                  <a:cubicBezTo>
                    <a:pt x="2539172" y="187545"/>
                    <a:pt x="2536698" y="185740"/>
                    <a:pt x="2534033" y="184030"/>
                  </a:cubicBezTo>
                  <a:moveTo>
                    <a:pt x="62815" y="179374"/>
                  </a:moveTo>
                  <a:cubicBezTo>
                    <a:pt x="60055" y="181085"/>
                    <a:pt x="57295" y="182890"/>
                    <a:pt x="54726" y="184600"/>
                  </a:cubicBezTo>
                  <a:lnTo>
                    <a:pt x="216904" y="194386"/>
                  </a:lnTo>
                  <a:cubicBezTo>
                    <a:pt x="219188" y="192866"/>
                    <a:pt x="221472" y="191345"/>
                    <a:pt x="223947" y="189825"/>
                  </a:cubicBezTo>
                  <a:lnTo>
                    <a:pt x="62815" y="179374"/>
                  </a:lnTo>
                  <a:moveTo>
                    <a:pt x="2517187" y="173674"/>
                  </a:moveTo>
                  <a:lnTo>
                    <a:pt x="2357293" y="184885"/>
                  </a:lnTo>
                  <a:cubicBezTo>
                    <a:pt x="2359863" y="186405"/>
                    <a:pt x="2362432" y="187830"/>
                    <a:pt x="2364907" y="189350"/>
                  </a:cubicBezTo>
                  <a:lnTo>
                    <a:pt x="2525848" y="178804"/>
                  </a:lnTo>
                  <a:cubicBezTo>
                    <a:pt x="2523088" y="177094"/>
                    <a:pt x="2520233" y="175384"/>
                    <a:pt x="2517187" y="173674"/>
                  </a:cubicBezTo>
                  <a:moveTo>
                    <a:pt x="80613" y="169114"/>
                  </a:moveTo>
                  <a:cubicBezTo>
                    <a:pt x="77472" y="170824"/>
                    <a:pt x="74427" y="172534"/>
                    <a:pt x="71476" y="174244"/>
                  </a:cubicBezTo>
                  <a:lnTo>
                    <a:pt x="231370" y="185360"/>
                  </a:lnTo>
                  <a:cubicBezTo>
                    <a:pt x="233940" y="183840"/>
                    <a:pt x="236605" y="182415"/>
                    <a:pt x="239365" y="180895"/>
                  </a:cubicBezTo>
                  <a:lnTo>
                    <a:pt x="80613" y="169114"/>
                  </a:lnTo>
                  <a:moveTo>
                    <a:pt x="2498152" y="163508"/>
                  </a:moveTo>
                  <a:lnTo>
                    <a:pt x="2340828" y="176049"/>
                  </a:lnTo>
                  <a:cubicBezTo>
                    <a:pt x="2343683" y="177474"/>
                    <a:pt x="2346538" y="178994"/>
                    <a:pt x="2349298" y="180420"/>
                  </a:cubicBezTo>
                  <a:lnTo>
                    <a:pt x="2507955" y="168544"/>
                  </a:lnTo>
                  <a:cubicBezTo>
                    <a:pt x="2504719" y="166833"/>
                    <a:pt x="2501483" y="165123"/>
                    <a:pt x="2498152" y="163508"/>
                  </a:cubicBezTo>
                  <a:moveTo>
                    <a:pt x="100695" y="158948"/>
                  </a:moveTo>
                  <a:cubicBezTo>
                    <a:pt x="97174" y="160658"/>
                    <a:pt x="93843" y="162273"/>
                    <a:pt x="90416" y="163983"/>
                  </a:cubicBezTo>
                  <a:lnTo>
                    <a:pt x="247931" y="176429"/>
                  </a:lnTo>
                  <a:cubicBezTo>
                    <a:pt x="250786" y="175004"/>
                    <a:pt x="253736" y="173484"/>
                    <a:pt x="256877" y="172059"/>
                  </a:cubicBezTo>
                  <a:lnTo>
                    <a:pt x="100695" y="158948"/>
                  </a:lnTo>
                  <a:moveTo>
                    <a:pt x="2477118" y="153532"/>
                  </a:moveTo>
                  <a:lnTo>
                    <a:pt x="2322554" y="167403"/>
                  </a:lnTo>
                  <a:cubicBezTo>
                    <a:pt x="2325790" y="168829"/>
                    <a:pt x="2328931" y="170254"/>
                    <a:pt x="2331977" y="171774"/>
                  </a:cubicBezTo>
                  <a:lnTo>
                    <a:pt x="2487968" y="158568"/>
                  </a:lnTo>
                  <a:cubicBezTo>
                    <a:pt x="2484352" y="156858"/>
                    <a:pt x="2480830" y="155242"/>
                    <a:pt x="2477213" y="153627"/>
                  </a:cubicBezTo>
                  <a:moveTo>
                    <a:pt x="122776" y="148972"/>
                  </a:moveTo>
                  <a:cubicBezTo>
                    <a:pt x="118969" y="150587"/>
                    <a:pt x="115162" y="152297"/>
                    <a:pt x="111450" y="153912"/>
                  </a:cubicBezTo>
                  <a:lnTo>
                    <a:pt x="266109" y="167688"/>
                  </a:lnTo>
                  <a:cubicBezTo>
                    <a:pt x="269345" y="166263"/>
                    <a:pt x="272676" y="164838"/>
                    <a:pt x="275912" y="163413"/>
                  </a:cubicBezTo>
                  <a:lnTo>
                    <a:pt x="122680" y="148972"/>
                  </a:lnTo>
                  <a:moveTo>
                    <a:pt x="2453991" y="143747"/>
                  </a:moveTo>
                  <a:lnTo>
                    <a:pt x="2302472" y="158853"/>
                  </a:lnTo>
                  <a:cubicBezTo>
                    <a:pt x="2305994" y="160278"/>
                    <a:pt x="2309325" y="161703"/>
                    <a:pt x="2312751" y="163033"/>
                  </a:cubicBezTo>
                  <a:lnTo>
                    <a:pt x="2465793" y="148497"/>
                  </a:lnTo>
                  <a:cubicBezTo>
                    <a:pt x="2461986" y="146882"/>
                    <a:pt x="2458083" y="145267"/>
                    <a:pt x="2453991" y="143652"/>
                  </a:cubicBezTo>
                  <a:moveTo>
                    <a:pt x="146950" y="139281"/>
                  </a:moveTo>
                  <a:cubicBezTo>
                    <a:pt x="142762" y="140896"/>
                    <a:pt x="138670" y="142511"/>
                    <a:pt x="134577" y="144127"/>
                  </a:cubicBezTo>
                  <a:lnTo>
                    <a:pt x="286191" y="159233"/>
                  </a:lnTo>
                  <a:cubicBezTo>
                    <a:pt x="289713" y="157808"/>
                    <a:pt x="293329" y="156383"/>
                    <a:pt x="296946" y="155052"/>
                  </a:cubicBezTo>
                  <a:lnTo>
                    <a:pt x="146855" y="139281"/>
                  </a:lnTo>
                  <a:moveTo>
                    <a:pt x="2428960" y="134151"/>
                  </a:moveTo>
                  <a:lnTo>
                    <a:pt x="2280677" y="150587"/>
                  </a:lnTo>
                  <a:cubicBezTo>
                    <a:pt x="2284389" y="151917"/>
                    <a:pt x="2288196" y="153342"/>
                    <a:pt x="2291813" y="154672"/>
                  </a:cubicBezTo>
                  <a:lnTo>
                    <a:pt x="2441713" y="138901"/>
                  </a:lnTo>
                  <a:cubicBezTo>
                    <a:pt x="2437526" y="137286"/>
                    <a:pt x="2433243" y="135671"/>
                    <a:pt x="2428960" y="134151"/>
                  </a:cubicBezTo>
                  <a:moveTo>
                    <a:pt x="173218" y="129685"/>
                  </a:moveTo>
                  <a:cubicBezTo>
                    <a:pt x="168650" y="131301"/>
                    <a:pt x="164272" y="132821"/>
                    <a:pt x="159894" y="134436"/>
                  </a:cubicBezTo>
                  <a:lnTo>
                    <a:pt x="308272" y="150777"/>
                  </a:lnTo>
                  <a:cubicBezTo>
                    <a:pt x="312079" y="149447"/>
                    <a:pt x="315886" y="148022"/>
                    <a:pt x="319883" y="146692"/>
                  </a:cubicBezTo>
                  <a:lnTo>
                    <a:pt x="173314" y="129685"/>
                  </a:lnTo>
                  <a:moveTo>
                    <a:pt x="2401740" y="124745"/>
                  </a:moveTo>
                  <a:lnTo>
                    <a:pt x="2257074" y="142321"/>
                  </a:lnTo>
                  <a:cubicBezTo>
                    <a:pt x="2261166" y="143652"/>
                    <a:pt x="2265164" y="144982"/>
                    <a:pt x="2269066" y="146407"/>
                  </a:cubicBezTo>
                  <a:lnTo>
                    <a:pt x="2415540" y="129400"/>
                  </a:lnTo>
                  <a:cubicBezTo>
                    <a:pt x="2410972" y="127785"/>
                    <a:pt x="2406403" y="126265"/>
                    <a:pt x="2401740" y="124745"/>
                  </a:cubicBezTo>
                  <a:moveTo>
                    <a:pt x="201390" y="120375"/>
                  </a:moveTo>
                  <a:cubicBezTo>
                    <a:pt x="196536" y="121895"/>
                    <a:pt x="191682" y="123415"/>
                    <a:pt x="187019" y="125030"/>
                  </a:cubicBezTo>
                  <a:lnTo>
                    <a:pt x="331780" y="142606"/>
                  </a:lnTo>
                  <a:cubicBezTo>
                    <a:pt x="335872" y="141276"/>
                    <a:pt x="340060" y="139946"/>
                    <a:pt x="344248" y="138616"/>
                  </a:cubicBezTo>
                  <a:lnTo>
                    <a:pt x="201390" y="120470"/>
                  </a:lnTo>
                  <a:moveTo>
                    <a:pt x="2372712" y="115624"/>
                  </a:moveTo>
                  <a:lnTo>
                    <a:pt x="2231757" y="134436"/>
                  </a:lnTo>
                  <a:cubicBezTo>
                    <a:pt x="2236135" y="135766"/>
                    <a:pt x="2240418" y="137096"/>
                    <a:pt x="2244606" y="138331"/>
                  </a:cubicBezTo>
                  <a:lnTo>
                    <a:pt x="2387464" y="120090"/>
                  </a:lnTo>
                  <a:cubicBezTo>
                    <a:pt x="2382609" y="118570"/>
                    <a:pt x="2377660" y="117049"/>
                    <a:pt x="2372712" y="115529"/>
                  </a:cubicBezTo>
                  <a:moveTo>
                    <a:pt x="231465" y="111349"/>
                  </a:moveTo>
                  <a:cubicBezTo>
                    <a:pt x="226326" y="112869"/>
                    <a:pt x="221187" y="114294"/>
                    <a:pt x="216237" y="115814"/>
                  </a:cubicBezTo>
                  <a:lnTo>
                    <a:pt x="357192" y="134626"/>
                  </a:lnTo>
                  <a:cubicBezTo>
                    <a:pt x="361570" y="133296"/>
                    <a:pt x="365948" y="131966"/>
                    <a:pt x="370516" y="130731"/>
                  </a:cubicBezTo>
                  <a:lnTo>
                    <a:pt x="231465" y="111349"/>
                  </a:lnTo>
                  <a:moveTo>
                    <a:pt x="2341684" y="106789"/>
                  </a:moveTo>
                  <a:lnTo>
                    <a:pt x="2204823" y="126740"/>
                  </a:lnTo>
                  <a:cubicBezTo>
                    <a:pt x="2209391" y="127975"/>
                    <a:pt x="2214055" y="129305"/>
                    <a:pt x="2218528" y="130540"/>
                  </a:cubicBezTo>
                  <a:lnTo>
                    <a:pt x="2357483" y="111159"/>
                  </a:lnTo>
                  <a:cubicBezTo>
                    <a:pt x="2352249" y="109639"/>
                    <a:pt x="2347014" y="108214"/>
                    <a:pt x="2341684" y="106694"/>
                  </a:cubicBezTo>
                  <a:moveTo>
                    <a:pt x="263349" y="102608"/>
                  </a:moveTo>
                  <a:cubicBezTo>
                    <a:pt x="257829" y="104033"/>
                    <a:pt x="252499" y="105458"/>
                    <a:pt x="247169" y="106979"/>
                  </a:cubicBezTo>
                  <a:lnTo>
                    <a:pt x="384126" y="126930"/>
                  </a:lnTo>
                  <a:cubicBezTo>
                    <a:pt x="388695" y="125695"/>
                    <a:pt x="393453" y="124365"/>
                    <a:pt x="398212" y="123130"/>
                  </a:cubicBezTo>
                  <a:lnTo>
                    <a:pt x="263349" y="102608"/>
                  </a:lnTo>
                  <a:moveTo>
                    <a:pt x="2308849" y="98143"/>
                  </a:moveTo>
                  <a:lnTo>
                    <a:pt x="2176366" y="119235"/>
                  </a:lnTo>
                  <a:cubicBezTo>
                    <a:pt x="2181220" y="120470"/>
                    <a:pt x="2186073" y="121705"/>
                    <a:pt x="2190832" y="122940"/>
                  </a:cubicBezTo>
                  <a:lnTo>
                    <a:pt x="2325505" y="102418"/>
                  </a:lnTo>
                  <a:cubicBezTo>
                    <a:pt x="2320080" y="100993"/>
                    <a:pt x="2314559" y="99568"/>
                    <a:pt x="2308849" y="98143"/>
                  </a:cubicBezTo>
                  <a:moveTo>
                    <a:pt x="297041" y="94058"/>
                  </a:moveTo>
                  <a:cubicBezTo>
                    <a:pt x="291331" y="95483"/>
                    <a:pt x="285525" y="96813"/>
                    <a:pt x="280005" y="98238"/>
                  </a:cubicBezTo>
                  <a:lnTo>
                    <a:pt x="412679" y="119330"/>
                  </a:lnTo>
                  <a:cubicBezTo>
                    <a:pt x="417533" y="118094"/>
                    <a:pt x="422482" y="116859"/>
                    <a:pt x="427431" y="115624"/>
                  </a:cubicBezTo>
                  <a:lnTo>
                    <a:pt x="297041" y="93963"/>
                  </a:lnTo>
                  <a:moveTo>
                    <a:pt x="2274301" y="89782"/>
                  </a:moveTo>
                  <a:lnTo>
                    <a:pt x="2146290" y="111919"/>
                  </a:lnTo>
                  <a:cubicBezTo>
                    <a:pt x="2151430" y="113059"/>
                    <a:pt x="2156474" y="114294"/>
                    <a:pt x="2161518" y="115529"/>
                  </a:cubicBezTo>
                  <a:lnTo>
                    <a:pt x="2291813" y="93868"/>
                  </a:lnTo>
                  <a:cubicBezTo>
                    <a:pt x="2286102" y="92442"/>
                    <a:pt x="2280201" y="91112"/>
                    <a:pt x="2274301" y="89782"/>
                  </a:cubicBezTo>
                  <a:moveTo>
                    <a:pt x="332541" y="85887"/>
                  </a:moveTo>
                  <a:cubicBezTo>
                    <a:pt x="326545" y="87217"/>
                    <a:pt x="320549" y="88547"/>
                    <a:pt x="314648" y="89972"/>
                  </a:cubicBezTo>
                  <a:lnTo>
                    <a:pt x="442754" y="112109"/>
                  </a:lnTo>
                  <a:cubicBezTo>
                    <a:pt x="447893" y="110969"/>
                    <a:pt x="453128" y="109734"/>
                    <a:pt x="458458" y="108594"/>
                  </a:cubicBezTo>
                  <a:lnTo>
                    <a:pt x="332541" y="85887"/>
                  </a:lnTo>
                  <a:moveTo>
                    <a:pt x="2238134" y="81707"/>
                  </a:moveTo>
                  <a:lnTo>
                    <a:pt x="2114787" y="104888"/>
                  </a:lnTo>
                  <a:cubicBezTo>
                    <a:pt x="2120117" y="106029"/>
                    <a:pt x="2125447" y="107169"/>
                    <a:pt x="2130681" y="108404"/>
                  </a:cubicBezTo>
                  <a:lnTo>
                    <a:pt x="2256408" y="85697"/>
                  </a:lnTo>
                  <a:cubicBezTo>
                    <a:pt x="2250412" y="84367"/>
                    <a:pt x="2244320" y="83037"/>
                    <a:pt x="2238134" y="81707"/>
                  </a:cubicBezTo>
                  <a:moveTo>
                    <a:pt x="369564" y="77906"/>
                  </a:moveTo>
                  <a:cubicBezTo>
                    <a:pt x="363283" y="79236"/>
                    <a:pt x="357001" y="80471"/>
                    <a:pt x="350815" y="81802"/>
                  </a:cubicBezTo>
                  <a:lnTo>
                    <a:pt x="474257" y="104983"/>
                  </a:lnTo>
                  <a:cubicBezTo>
                    <a:pt x="479682" y="103843"/>
                    <a:pt x="485012" y="102703"/>
                    <a:pt x="490532" y="101563"/>
                  </a:cubicBezTo>
                  <a:lnTo>
                    <a:pt x="369564" y="77811"/>
                  </a:lnTo>
                  <a:moveTo>
                    <a:pt x="2200159" y="74011"/>
                  </a:moveTo>
                  <a:lnTo>
                    <a:pt x="2081666" y="98238"/>
                  </a:lnTo>
                  <a:cubicBezTo>
                    <a:pt x="2087282" y="99378"/>
                    <a:pt x="2092897" y="100423"/>
                    <a:pt x="2098417" y="101563"/>
                  </a:cubicBezTo>
                  <a:lnTo>
                    <a:pt x="2219290" y="77811"/>
                  </a:lnTo>
                  <a:cubicBezTo>
                    <a:pt x="2212913" y="76481"/>
                    <a:pt x="2206536" y="75246"/>
                    <a:pt x="2200159" y="74011"/>
                  </a:cubicBezTo>
                  <a:moveTo>
                    <a:pt x="408301" y="70306"/>
                  </a:moveTo>
                  <a:cubicBezTo>
                    <a:pt x="401638" y="71541"/>
                    <a:pt x="395262" y="72776"/>
                    <a:pt x="388695" y="74011"/>
                  </a:cubicBezTo>
                  <a:lnTo>
                    <a:pt x="507282" y="98238"/>
                  </a:lnTo>
                  <a:cubicBezTo>
                    <a:pt x="512898" y="97098"/>
                    <a:pt x="518513" y="96053"/>
                    <a:pt x="524224" y="94913"/>
                  </a:cubicBezTo>
                  <a:lnTo>
                    <a:pt x="408301" y="70211"/>
                  </a:lnTo>
                  <a:moveTo>
                    <a:pt x="2160662" y="66505"/>
                  </a:moveTo>
                  <a:lnTo>
                    <a:pt x="2047403" y="91682"/>
                  </a:lnTo>
                  <a:cubicBezTo>
                    <a:pt x="2053209" y="92727"/>
                    <a:pt x="2059015" y="93773"/>
                    <a:pt x="2064725" y="94913"/>
                  </a:cubicBezTo>
                  <a:lnTo>
                    <a:pt x="2180553" y="70211"/>
                  </a:lnTo>
                  <a:cubicBezTo>
                    <a:pt x="2173891" y="68976"/>
                    <a:pt x="2167324" y="67740"/>
                    <a:pt x="2160662" y="66505"/>
                  </a:cubicBezTo>
                  <a:moveTo>
                    <a:pt x="448560" y="63085"/>
                  </a:moveTo>
                  <a:cubicBezTo>
                    <a:pt x="441802" y="64225"/>
                    <a:pt x="434950" y="65460"/>
                    <a:pt x="428287" y="66695"/>
                  </a:cubicBezTo>
                  <a:lnTo>
                    <a:pt x="541641" y="91872"/>
                  </a:lnTo>
                  <a:cubicBezTo>
                    <a:pt x="547446" y="90827"/>
                    <a:pt x="553347" y="89782"/>
                    <a:pt x="559343" y="88737"/>
                  </a:cubicBezTo>
                  <a:lnTo>
                    <a:pt x="448655" y="63085"/>
                  </a:lnTo>
                  <a:moveTo>
                    <a:pt x="2119546" y="59475"/>
                  </a:moveTo>
                  <a:lnTo>
                    <a:pt x="2011618" y="85602"/>
                  </a:lnTo>
                  <a:cubicBezTo>
                    <a:pt x="2017709" y="86647"/>
                    <a:pt x="2023705" y="87597"/>
                    <a:pt x="2029606" y="88642"/>
                  </a:cubicBezTo>
                  <a:lnTo>
                    <a:pt x="2140294" y="62990"/>
                  </a:lnTo>
                  <a:cubicBezTo>
                    <a:pt x="2133537" y="61850"/>
                    <a:pt x="2126494" y="60615"/>
                    <a:pt x="2119546" y="59475"/>
                  </a:cubicBezTo>
                  <a:moveTo>
                    <a:pt x="490246" y="56150"/>
                  </a:moveTo>
                  <a:cubicBezTo>
                    <a:pt x="483203" y="57290"/>
                    <a:pt x="476255" y="58430"/>
                    <a:pt x="469308" y="59570"/>
                  </a:cubicBezTo>
                  <a:lnTo>
                    <a:pt x="577331" y="85697"/>
                  </a:lnTo>
                  <a:cubicBezTo>
                    <a:pt x="583327" y="84747"/>
                    <a:pt x="589418" y="83702"/>
                    <a:pt x="595605" y="82752"/>
                  </a:cubicBezTo>
                  <a:lnTo>
                    <a:pt x="490246" y="56150"/>
                  </a:lnTo>
                  <a:moveTo>
                    <a:pt x="2077098" y="52729"/>
                  </a:moveTo>
                  <a:lnTo>
                    <a:pt x="1974690" y="79711"/>
                  </a:lnTo>
                  <a:cubicBezTo>
                    <a:pt x="1980971" y="80661"/>
                    <a:pt x="1987158" y="81612"/>
                    <a:pt x="1993344" y="82562"/>
                  </a:cubicBezTo>
                  <a:lnTo>
                    <a:pt x="2098513" y="55959"/>
                  </a:lnTo>
                  <a:cubicBezTo>
                    <a:pt x="2091469" y="54819"/>
                    <a:pt x="2084331" y="53774"/>
                    <a:pt x="2077098" y="52634"/>
                  </a:cubicBezTo>
                  <a:moveTo>
                    <a:pt x="533360" y="49594"/>
                  </a:moveTo>
                  <a:cubicBezTo>
                    <a:pt x="526127" y="50639"/>
                    <a:pt x="518799" y="51779"/>
                    <a:pt x="511661" y="52824"/>
                  </a:cubicBezTo>
                  <a:lnTo>
                    <a:pt x="614164" y="79806"/>
                  </a:lnTo>
                  <a:cubicBezTo>
                    <a:pt x="620350" y="78856"/>
                    <a:pt x="626727" y="77906"/>
                    <a:pt x="633009" y="76956"/>
                  </a:cubicBezTo>
                  <a:lnTo>
                    <a:pt x="533360" y="49594"/>
                  </a:lnTo>
                  <a:moveTo>
                    <a:pt x="2033222" y="46269"/>
                  </a:moveTo>
                  <a:lnTo>
                    <a:pt x="1936525" y="74106"/>
                  </a:lnTo>
                  <a:cubicBezTo>
                    <a:pt x="1942997" y="74961"/>
                    <a:pt x="1949373" y="75911"/>
                    <a:pt x="1955750" y="76861"/>
                  </a:cubicBezTo>
                  <a:lnTo>
                    <a:pt x="2055303" y="49404"/>
                  </a:lnTo>
                  <a:cubicBezTo>
                    <a:pt x="2047975" y="48359"/>
                    <a:pt x="2040551" y="47314"/>
                    <a:pt x="2033222" y="46269"/>
                  </a:cubicBezTo>
                  <a:moveTo>
                    <a:pt x="577712" y="43418"/>
                  </a:moveTo>
                  <a:cubicBezTo>
                    <a:pt x="570193" y="44464"/>
                    <a:pt x="562865" y="45414"/>
                    <a:pt x="555441" y="46459"/>
                  </a:cubicBezTo>
                  <a:lnTo>
                    <a:pt x="652234" y="74296"/>
                  </a:lnTo>
                  <a:cubicBezTo>
                    <a:pt x="658706" y="73441"/>
                    <a:pt x="665082" y="72491"/>
                    <a:pt x="671650" y="71636"/>
                  </a:cubicBezTo>
                  <a:lnTo>
                    <a:pt x="577712" y="43418"/>
                  </a:lnTo>
                  <a:moveTo>
                    <a:pt x="1988014" y="40283"/>
                  </a:moveTo>
                  <a:lnTo>
                    <a:pt x="1897217" y="68881"/>
                  </a:lnTo>
                  <a:cubicBezTo>
                    <a:pt x="1903880" y="69736"/>
                    <a:pt x="1910447" y="70591"/>
                    <a:pt x="1917014" y="71446"/>
                  </a:cubicBezTo>
                  <a:lnTo>
                    <a:pt x="2010761" y="43228"/>
                  </a:lnTo>
                  <a:cubicBezTo>
                    <a:pt x="2003242" y="42278"/>
                    <a:pt x="1995628" y="41233"/>
                    <a:pt x="1988014" y="40283"/>
                  </a:cubicBezTo>
                  <a:moveTo>
                    <a:pt x="623396" y="37528"/>
                  </a:moveTo>
                  <a:cubicBezTo>
                    <a:pt x="615687" y="38478"/>
                    <a:pt x="607978" y="39428"/>
                    <a:pt x="600459" y="40378"/>
                  </a:cubicBezTo>
                  <a:lnTo>
                    <a:pt x="691351" y="68976"/>
                  </a:lnTo>
                  <a:cubicBezTo>
                    <a:pt x="698013" y="68120"/>
                    <a:pt x="704675" y="67265"/>
                    <a:pt x="711338" y="66505"/>
                  </a:cubicBezTo>
                  <a:lnTo>
                    <a:pt x="623396" y="37528"/>
                  </a:lnTo>
                  <a:moveTo>
                    <a:pt x="1941474" y="34678"/>
                  </a:moveTo>
                  <a:lnTo>
                    <a:pt x="1856768" y="64035"/>
                  </a:lnTo>
                  <a:cubicBezTo>
                    <a:pt x="1863526" y="64795"/>
                    <a:pt x="1870378" y="65650"/>
                    <a:pt x="1877040" y="66410"/>
                  </a:cubicBezTo>
                  <a:lnTo>
                    <a:pt x="1964887" y="37433"/>
                  </a:lnTo>
                  <a:cubicBezTo>
                    <a:pt x="1957178" y="36483"/>
                    <a:pt x="1949278" y="35533"/>
                    <a:pt x="1941474" y="34678"/>
                  </a:cubicBezTo>
                  <a:moveTo>
                    <a:pt x="670317" y="32113"/>
                  </a:moveTo>
                  <a:cubicBezTo>
                    <a:pt x="662418" y="32968"/>
                    <a:pt x="654518" y="33918"/>
                    <a:pt x="646714" y="34773"/>
                  </a:cubicBezTo>
                  <a:lnTo>
                    <a:pt x="731610" y="64130"/>
                  </a:lnTo>
                  <a:cubicBezTo>
                    <a:pt x="738367" y="63370"/>
                    <a:pt x="745220" y="62610"/>
                    <a:pt x="752072" y="61850"/>
                  </a:cubicBezTo>
                  <a:lnTo>
                    <a:pt x="670317" y="32113"/>
                  </a:lnTo>
                  <a:moveTo>
                    <a:pt x="1893886" y="29357"/>
                  </a:moveTo>
                  <a:lnTo>
                    <a:pt x="1815462" y="59380"/>
                  </a:lnTo>
                  <a:cubicBezTo>
                    <a:pt x="1822410" y="60140"/>
                    <a:pt x="1829358" y="60900"/>
                    <a:pt x="1836305" y="61565"/>
                  </a:cubicBezTo>
                  <a:lnTo>
                    <a:pt x="1917870" y="31828"/>
                  </a:lnTo>
                  <a:cubicBezTo>
                    <a:pt x="1909971" y="30972"/>
                    <a:pt x="1902071" y="30117"/>
                    <a:pt x="1893886" y="29262"/>
                  </a:cubicBezTo>
                  <a:moveTo>
                    <a:pt x="718190" y="27077"/>
                  </a:moveTo>
                  <a:cubicBezTo>
                    <a:pt x="710100" y="27932"/>
                    <a:pt x="702106" y="28692"/>
                    <a:pt x="694111" y="29547"/>
                  </a:cubicBezTo>
                  <a:lnTo>
                    <a:pt x="772821" y="59570"/>
                  </a:lnTo>
                  <a:cubicBezTo>
                    <a:pt x="779768" y="58810"/>
                    <a:pt x="786716" y="58145"/>
                    <a:pt x="793759" y="57385"/>
                  </a:cubicBezTo>
                  <a:lnTo>
                    <a:pt x="718285" y="27077"/>
                  </a:lnTo>
                  <a:moveTo>
                    <a:pt x="1845252" y="24607"/>
                  </a:moveTo>
                  <a:lnTo>
                    <a:pt x="1773204" y="55294"/>
                  </a:lnTo>
                  <a:cubicBezTo>
                    <a:pt x="1780342" y="55959"/>
                    <a:pt x="1787386" y="56625"/>
                    <a:pt x="1794428" y="57385"/>
                  </a:cubicBezTo>
                  <a:lnTo>
                    <a:pt x="1869712" y="26982"/>
                  </a:lnTo>
                  <a:cubicBezTo>
                    <a:pt x="1861622" y="26127"/>
                    <a:pt x="1853437" y="25367"/>
                    <a:pt x="1845252" y="24607"/>
                  </a:cubicBezTo>
                  <a:moveTo>
                    <a:pt x="767015" y="22517"/>
                  </a:moveTo>
                  <a:cubicBezTo>
                    <a:pt x="758830" y="23277"/>
                    <a:pt x="750645" y="24037"/>
                    <a:pt x="742460" y="24797"/>
                  </a:cubicBezTo>
                  <a:lnTo>
                    <a:pt x="814793" y="55484"/>
                  </a:lnTo>
                  <a:cubicBezTo>
                    <a:pt x="821836" y="54819"/>
                    <a:pt x="828974" y="54154"/>
                    <a:pt x="836112" y="53489"/>
                  </a:cubicBezTo>
                  <a:lnTo>
                    <a:pt x="767015" y="22517"/>
                  </a:lnTo>
                  <a:moveTo>
                    <a:pt x="1795570" y="20142"/>
                  </a:moveTo>
                  <a:lnTo>
                    <a:pt x="1729995" y="51399"/>
                  </a:lnTo>
                  <a:cubicBezTo>
                    <a:pt x="1737323" y="51969"/>
                    <a:pt x="1744557" y="52634"/>
                    <a:pt x="1751695" y="53299"/>
                  </a:cubicBezTo>
                  <a:lnTo>
                    <a:pt x="1820602" y="22327"/>
                  </a:lnTo>
                  <a:cubicBezTo>
                    <a:pt x="1812321" y="21567"/>
                    <a:pt x="1803946" y="20902"/>
                    <a:pt x="1795570" y="20142"/>
                  </a:cubicBezTo>
                  <a:moveTo>
                    <a:pt x="816791" y="18241"/>
                  </a:moveTo>
                  <a:cubicBezTo>
                    <a:pt x="808416" y="18907"/>
                    <a:pt x="800041" y="19572"/>
                    <a:pt x="791760" y="20237"/>
                  </a:cubicBezTo>
                  <a:lnTo>
                    <a:pt x="857526" y="51494"/>
                  </a:lnTo>
                  <a:cubicBezTo>
                    <a:pt x="864760" y="50924"/>
                    <a:pt x="871993" y="50259"/>
                    <a:pt x="879321" y="49689"/>
                  </a:cubicBezTo>
                  <a:lnTo>
                    <a:pt x="816696" y="18146"/>
                  </a:lnTo>
                  <a:moveTo>
                    <a:pt x="1744937" y="16151"/>
                  </a:moveTo>
                  <a:lnTo>
                    <a:pt x="1686024" y="47979"/>
                  </a:lnTo>
                  <a:cubicBezTo>
                    <a:pt x="1693448" y="48549"/>
                    <a:pt x="1700871" y="49119"/>
                    <a:pt x="1708105" y="49689"/>
                  </a:cubicBezTo>
                  <a:lnTo>
                    <a:pt x="1770349" y="18146"/>
                  </a:lnTo>
                  <a:cubicBezTo>
                    <a:pt x="1761878" y="17481"/>
                    <a:pt x="1753503" y="16816"/>
                    <a:pt x="1744937" y="16151"/>
                  </a:cubicBezTo>
                  <a:moveTo>
                    <a:pt x="867615" y="14441"/>
                  </a:moveTo>
                  <a:cubicBezTo>
                    <a:pt x="859049" y="15011"/>
                    <a:pt x="850579" y="15676"/>
                    <a:pt x="842108" y="16246"/>
                  </a:cubicBezTo>
                  <a:lnTo>
                    <a:pt x="901307" y="47979"/>
                  </a:lnTo>
                  <a:cubicBezTo>
                    <a:pt x="908730" y="47409"/>
                    <a:pt x="916059" y="46934"/>
                    <a:pt x="923483" y="46364"/>
                  </a:cubicBezTo>
                  <a:lnTo>
                    <a:pt x="867615" y="14346"/>
                  </a:lnTo>
                  <a:moveTo>
                    <a:pt x="1693543" y="12541"/>
                  </a:moveTo>
                  <a:lnTo>
                    <a:pt x="1641387" y="44844"/>
                  </a:lnTo>
                  <a:cubicBezTo>
                    <a:pt x="1649001" y="45319"/>
                    <a:pt x="1656330" y="45794"/>
                    <a:pt x="1663848" y="46364"/>
                  </a:cubicBezTo>
                  <a:lnTo>
                    <a:pt x="1719335" y="14346"/>
                  </a:lnTo>
                  <a:cubicBezTo>
                    <a:pt x="1710770" y="13776"/>
                    <a:pt x="1702204" y="13206"/>
                    <a:pt x="1693543" y="12636"/>
                  </a:cubicBezTo>
                  <a:moveTo>
                    <a:pt x="919200" y="11116"/>
                  </a:moveTo>
                  <a:cubicBezTo>
                    <a:pt x="910539" y="11686"/>
                    <a:pt x="901878" y="12161"/>
                    <a:pt x="893217" y="12731"/>
                  </a:cubicBezTo>
                  <a:lnTo>
                    <a:pt x="945753" y="45034"/>
                  </a:lnTo>
                  <a:cubicBezTo>
                    <a:pt x="953272" y="44559"/>
                    <a:pt x="960696" y="44084"/>
                    <a:pt x="968215" y="43609"/>
                  </a:cubicBezTo>
                  <a:lnTo>
                    <a:pt x="919200" y="11116"/>
                  </a:lnTo>
                  <a:moveTo>
                    <a:pt x="1641482" y="9406"/>
                  </a:moveTo>
                  <a:lnTo>
                    <a:pt x="1596179" y="42088"/>
                  </a:lnTo>
                  <a:cubicBezTo>
                    <a:pt x="1603793" y="42468"/>
                    <a:pt x="1611312" y="42943"/>
                    <a:pt x="1618831" y="43418"/>
                  </a:cubicBezTo>
                  <a:lnTo>
                    <a:pt x="1667465" y="10926"/>
                  </a:lnTo>
                  <a:cubicBezTo>
                    <a:pt x="1658804" y="10356"/>
                    <a:pt x="1650143" y="9881"/>
                    <a:pt x="1641482" y="9406"/>
                  </a:cubicBezTo>
                  <a:moveTo>
                    <a:pt x="971451" y="8171"/>
                  </a:moveTo>
                  <a:cubicBezTo>
                    <a:pt x="962695" y="8646"/>
                    <a:pt x="953938" y="9121"/>
                    <a:pt x="945278" y="9596"/>
                  </a:cubicBezTo>
                  <a:lnTo>
                    <a:pt x="990866" y="42278"/>
                  </a:lnTo>
                  <a:cubicBezTo>
                    <a:pt x="998480" y="41898"/>
                    <a:pt x="1005999" y="41423"/>
                    <a:pt x="1013613" y="41043"/>
                  </a:cubicBezTo>
                  <a:lnTo>
                    <a:pt x="971451" y="8171"/>
                  </a:lnTo>
                  <a:moveTo>
                    <a:pt x="1588850" y="6746"/>
                  </a:moveTo>
                  <a:lnTo>
                    <a:pt x="1550590" y="39808"/>
                  </a:lnTo>
                  <a:cubicBezTo>
                    <a:pt x="1558204" y="40188"/>
                    <a:pt x="1565818" y="40568"/>
                    <a:pt x="1573527" y="40948"/>
                  </a:cubicBezTo>
                  <a:lnTo>
                    <a:pt x="1615309" y="8076"/>
                  </a:lnTo>
                  <a:cubicBezTo>
                    <a:pt x="1606553" y="7601"/>
                    <a:pt x="1597702" y="7221"/>
                    <a:pt x="1588946" y="6841"/>
                  </a:cubicBezTo>
                  <a:moveTo>
                    <a:pt x="1024273" y="5700"/>
                  </a:moveTo>
                  <a:cubicBezTo>
                    <a:pt x="1015517" y="6080"/>
                    <a:pt x="1006570" y="6461"/>
                    <a:pt x="997814" y="6841"/>
                  </a:cubicBezTo>
                  <a:lnTo>
                    <a:pt x="1036550" y="39808"/>
                  </a:lnTo>
                  <a:cubicBezTo>
                    <a:pt x="1044164" y="39428"/>
                    <a:pt x="1051873" y="39143"/>
                    <a:pt x="1059488" y="38763"/>
                  </a:cubicBezTo>
                  <a:lnTo>
                    <a:pt x="1024273" y="5605"/>
                  </a:lnTo>
                  <a:moveTo>
                    <a:pt x="1535743" y="4560"/>
                  </a:moveTo>
                  <a:lnTo>
                    <a:pt x="1504430" y="37908"/>
                  </a:lnTo>
                  <a:cubicBezTo>
                    <a:pt x="1512139" y="38193"/>
                    <a:pt x="1519849" y="38478"/>
                    <a:pt x="1527558" y="38858"/>
                  </a:cubicBezTo>
                  <a:lnTo>
                    <a:pt x="1562392" y="5700"/>
                  </a:lnTo>
                  <a:cubicBezTo>
                    <a:pt x="1553541" y="5320"/>
                    <a:pt x="1544594" y="4940"/>
                    <a:pt x="1535743" y="4655"/>
                  </a:cubicBezTo>
                  <a:moveTo>
                    <a:pt x="1077476" y="3705"/>
                  </a:moveTo>
                  <a:cubicBezTo>
                    <a:pt x="1068624" y="3990"/>
                    <a:pt x="1059678" y="4370"/>
                    <a:pt x="1050827" y="4655"/>
                  </a:cubicBezTo>
                  <a:lnTo>
                    <a:pt x="1082520" y="38003"/>
                  </a:lnTo>
                  <a:cubicBezTo>
                    <a:pt x="1090229" y="37718"/>
                    <a:pt x="1097938" y="37433"/>
                    <a:pt x="1105647" y="37148"/>
                  </a:cubicBezTo>
                  <a:lnTo>
                    <a:pt x="1077476" y="3705"/>
                  </a:lnTo>
                  <a:moveTo>
                    <a:pt x="1482350" y="2755"/>
                  </a:moveTo>
                  <a:lnTo>
                    <a:pt x="1457985" y="36293"/>
                  </a:lnTo>
                  <a:cubicBezTo>
                    <a:pt x="1465789" y="36483"/>
                    <a:pt x="1473594" y="36768"/>
                    <a:pt x="1481303" y="37053"/>
                  </a:cubicBezTo>
                  <a:lnTo>
                    <a:pt x="1509094" y="3610"/>
                  </a:lnTo>
                  <a:cubicBezTo>
                    <a:pt x="1500243" y="3325"/>
                    <a:pt x="1491296" y="3040"/>
                    <a:pt x="1482350" y="2755"/>
                  </a:cubicBezTo>
                  <a:moveTo>
                    <a:pt x="1131154" y="2090"/>
                  </a:moveTo>
                  <a:cubicBezTo>
                    <a:pt x="1122208" y="2280"/>
                    <a:pt x="1113261" y="2565"/>
                    <a:pt x="1104315" y="2850"/>
                  </a:cubicBezTo>
                  <a:lnTo>
                    <a:pt x="1129060" y="36388"/>
                  </a:lnTo>
                  <a:cubicBezTo>
                    <a:pt x="1136770" y="36198"/>
                    <a:pt x="1144574" y="35913"/>
                    <a:pt x="1152378" y="35723"/>
                  </a:cubicBezTo>
                  <a:lnTo>
                    <a:pt x="1131154" y="2090"/>
                  </a:lnTo>
                  <a:moveTo>
                    <a:pt x="1428481" y="1425"/>
                  </a:moveTo>
                  <a:lnTo>
                    <a:pt x="1411159" y="35153"/>
                  </a:lnTo>
                  <a:cubicBezTo>
                    <a:pt x="1418963" y="35343"/>
                    <a:pt x="1426863" y="35438"/>
                    <a:pt x="1434572" y="35723"/>
                  </a:cubicBezTo>
                  <a:lnTo>
                    <a:pt x="1455415" y="2090"/>
                  </a:lnTo>
                  <a:cubicBezTo>
                    <a:pt x="1446469" y="1900"/>
                    <a:pt x="1437522" y="1615"/>
                    <a:pt x="1428481" y="1520"/>
                  </a:cubicBezTo>
                  <a:moveTo>
                    <a:pt x="1185118" y="950"/>
                  </a:moveTo>
                  <a:cubicBezTo>
                    <a:pt x="1176077" y="1140"/>
                    <a:pt x="1167130" y="1235"/>
                    <a:pt x="1158089" y="1425"/>
                  </a:cubicBezTo>
                  <a:lnTo>
                    <a:pt x="1175791" y="35153"/>
                  </a:lnTo>
                  <a:cubicBezTo>
                    <a:pt x="1183596" y="34963"/>
                    <a:pt x="1191400" y="34868"/>
                    <a:pt x="1199300" y="34678"/>
                  </a:cubicBezTo>
                  <a:lnTo>
                    <a:pt x="1185118" y="855"/>
                  </a:lnTo>
                  <a:moveTo>
                    <a:pt x="1374421" y="475"/>
                  </a:moveTo>
                  <a:lnTo>
                    <a:pt x="1364143" y="34298"/>
                  </a:lnTo>
                  <a:cubicBezTo>
                    <a:pt x="1371947" y="34298"/>
                    <a:pt x="1379846" y="34488"/>
                    <a:pt x="1387651" y="34583"/>
                  </a:cubicBezTo>
                  <a:lnTo>
                    <a:pt x="1401451" y="760"/>
                  </a:lnTo>
                  <a:cubicBezTo>
                    <a:pt x="1392409" y="665"/>
                    <a:pt x="1383463" y="475"/>
                    <a:pt x="1374421" y="380"/>
                  </a:cubicBezTo>
                  <a:moveTo>
                    <a:pt x="1239178" y="285"/>
                  </a:moveTo>
                  <a:cubicBezTo>
                    <a:pt x="1230136" y="285"/>
                    <a:pt x="1221190" y="475"/>
                    <a:pt x="1212148" y="570"/>
                  </a:cubicBezTo>
                  <a:lnTo>
                    <a:pt x="1222808" y="34393"/>
                  </a:lnTo>
                  <a:cubicBezTo>
                    <a:pt x="1230612" y="34393"/>
                    <a:pt x="1238512" y="34203"/>
                    <a:pt x="1246316" y="34108"/>
                  </a:cubicBezTo>
                  <a:lnTo>
                    <a:pt x="1239178" y="190"/>
                  </a:lnTo>
                  <a:moveTo>
                    <a:pt x="1320267" y="95"/>
                  </a:moveTo>
                  <a:lnTo>
                    <a:pt x="1317031" y="34013"/>
                  </a:lnTo>
                  <a:cubicBezTo>
                    <a:pt x="1324835" y="34013"/>
                    <a:pt x="1332735" y="34013"/>
                    <a:pt x="1340539" y="34108"/>
                  </a:cubicBezTo>
                  <a:lnTo>
                    <a:pt x="1347297" y="190"/>
                  </a:lnTo>
                  <a:cubicBezTo>
                    <a:pt x="1338350" y="190"/>
                    <a:pt x="1329309" y="95"/>
                    <a:pt x="1320267" y="0"/>
                  </a:cubicBezTo>
                  <a:moveTo>
                    <a:pt x="1293237" y="0"/>
                  </a:moveTo>
                  <a:cubicBezTo>
                    <a:pt x="1284196" y="0"/>
                    <a:pt x="1275249" y="0"/>
                    <a:pt x="1266207" y="0"/>
                  </a:cubicBezTo>
                  <a:lnTo>
                    <a:pt x="1269824" y="33918"/>
                  </a:lnTo>
                  <a:cubicBezTo>
                    <a:pt x="1277724" y="33918"/>
                    <a:pt x="1285623" y="33918"/>
                    <a:pt x="1293523" y="33918"/>
                  </a:cubicBezTo>
                  <a:lnTo>
                    <a:pt x="1293237" y="0"/>
                  </a:lnTo>
                </a:path>
              </a:pathLst>
            </a:custGeom>
            <a:grpFill/>
            <a:ln w="9502" cap="flat">
              <a:solidFill>
                <a:schemeClr val="bg1"/>
              </a:solidFill>
              <a:prstDash val="solid"/>
              <a:miter/>
            </a:ln>
            <a:effectLst>
              <a:glow rad="127000">
                <a:srgbClr val="E2E2E2">
                  <a:alpha val="1000"/>
                </a:srgbClr>
              </a:glow>
              <a:outerShdw blurRad="50800" dist="50800" dir="5400000" algn="ctr" rotWithShape="0">
                <a:srgbClr val="E2E2E2"/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3396D480-D169-C84B-A014-576D721D3EAD}"/>
                </a:ext>
              </a:extLst>
            </p:cNvPr>
            <p:cNvSpPr/>
            <p:nvPr/>
          </p:nvSpPr>
          <p:spPr>
            <a:xfrm>
              <a:off x="8012607" y="4935222"/>
              <a:ext cx="2083284" cy="417273"/>
            </a:xfrm>
            <a:custGeom>
              <a:avLst/>
              <a:gdLst>
                <a:gd name="connsiteX0" fmla="*/ 1041690 w 2083284"/>
                <a:gd name="connsiteY0" fmla="*/ 0 h 417273"/>
                <a:gd name="connsiteX1" fmla="*/ 0 w 2083284"/>
                <a:gd name="connsiteY1" fmla="*/ 208637 h 417273"/>
                <a:gd name="connsiteX2" fmla="*/ 1041690 w 2083284"/>
                <a:gd name="connsiteY2" fmla="*/ 417274 h 417273"/>
                <a:gd name="connsiteX3" fmla="*/ 2083284 w 2083284"/>
                <a:gd name="connsiteY3" fmla="*/ 208637 h 417273"/>
                <a:gd name="connsiteX4" fmla="*/ 2049402 w 2083284"/>
                <a:gd name="connsiteY4" fmla="*/ 208637 h 417273"/>
                <a:gd name="connsiteX5" fmla="*/ 1754170 w 2083284"/>
                <a:gd name="connsiteY5" fmla="*/ 351338 h 417273"/>
                <a:gd name="connsiteX6" fmla="*/ 1041595 w 2083284"/>
                <a:gd name="connsiteY6" fmla="*/ 410433 h 417273"/>
                <a:gd name="connsiteX7" fmla="*/ 328925 w 2083284"/>
                <a:gd name="connsiteY7" fmla="*/ 351338 h 417273"/>
                <a:gd name="connsiteX8" fmla="*/ 33692 w 2083284"/>
                <a:gd name="connsiteY8" fmla="*/ 208637 h 417273"/>
                <a:gd name="connsiteX9" fmla="*/ 328925 w 2083284"/>
                <a:gd name="connsiteY9" fmla="*/ 65935 h 417273"/>
                <a:gd name="connsiteX10" fmla="*/ 1041595 w 2083284"/>
                <a:gd name="connsiteY10" fmla="*/ 6841 h 417273"/>
                <a:gd name="connsiteX11" fmla="*/ 1754170 w 2083284"/>
                <a:gd name="connsiteY11" fmla="*/ 65935 h 417273"/>
                <a:gd name="connsiteX12" fmla="*/ 2049402 w 2083284"/>
                <a:gd name="connsiteY12" fmla="*/ 208637 h 417273"/>
                <a:gd name="connsiteX13" fmla="*/ 2083284 w 2083284"/>
                <a:gd name="connsiteY13" fmla="*/ 208637 h 417273"/>
                <a:gd name="connsiteX14" fmla="*/ 1041690 w 2083284"/>
                <a:gd name="connsiteY14" fmla="*/ 0 h 4172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083284" h="417273">
                  <a:moveTo>
                    <a:pt x="1041690" y="0"/>
                  </a:moveTo>
                  <a:cubicBezTo>
                    <a:pt x="466357" y="0"/>
                    <a:pt x="95" y="93393"/>
                    <a:pt x="0" y="208637"/>
                  </a:cubicBezTo>
                  <a:cubicBezTo>
                    <a:pt x="0" y="323881"/>
                    <a:pt x="466357" y="417274"/>
                    <a:pt x="1041690" y="417274"/>
                  </a:cubicBezTo>
                  <a:cubicBezTo>
                    <a:pt x="1617022" y="417274"/>
                    <a:pt x="2083284" y="323881"/>
                    <a:pt x="2083284" y="208637"/>
                  </a:cubicBezTo>
                  <a:lnTo>
                    <a:pt x="2049402" y="208637"/>
                  </a:lnTo>
                  <a:cubicBezTo>
                    <a:pt x="2049402" y="264406"/>
                    <a:pt x="1936620" y="314855"/>
                    <a:pt x="1754170" y="351338"/>
                  </a:cubicBezTo>
                  <a:cubicBezTo>
                    <a:pt x="1571814" y="387821"/>
                    <a:pt x="1319981" y="410433"/>
                    <a:pt x="1041595" y="410433"/>
                  </a:cubicBezTo>
                  <a:cubicBezTo>
                    <a:pt x="763208" y="410433"/>
                    <a:pt x="511470" y="387821"/>
                    <a:pt x="328925" y="351338"/>
                  </a:cubicBezTo>
                  <a:cubicBezTo>
                    <a:pt x="146569" y="314855"/>
                    <a:pt x="33787" y="264406"/>
                    <a:pt x="33692" y="208637"/>
                  </a:cubicBezTo>
                  <a:cubicBezTo>
                    <a:pt x="33692" y="152867"/>
                    <a:pt x="146474" y="102418"/>
                    <a:pt x="328925" y="65935"/>
                  </a:cubicBezTo>
                  <a:cubicBezTo>
                    <a:pt x="511375" y="29452"/>
                    <a:pt x="763113" y="6841"/>
                    <a:pt x="1041595" y="6841"/>
                  </a:cubicBezTo>
                  <a:cubicBezTo>
                    <a:pt x="1320076" y="6841"/>
                    <a:pt x="1571719" y="29452"/>
                    <a:pt x="1754170" y="65935"/>
                  </a:cubicBezTo>
                  <a:cubicBezTo>
                    <a:pt x="1936620" y="102418"/>
                    <a:pt x="2049402" y="152867"/>
                    <a:pt x="2049402" y="208637"/>
                  </a:cubicBezTo>
                  <a:lnTo>
                    <a:pt x="2083284" y="208637"/>
                  </a:lnTo>
                  <a:cubicBezTo>
                    <a:pt x="2083284" y="93393"/>
                    <a:pt x="1616927" y="0"/>
                    <a:pt x="1041690" y="0"/>
                  </a:cubicBezTo>
                </a:path>
              </a:pathLst>
            </a:custGeom>
            <a:grpFill/>
            <a:ln w="9502" cap="flat">
              <a:solidFill>
                <a:schemeClr val="bg1"/>
              </a:solidFill>
              <a:prstDash val="solid"/>
              <a:miter/>
            </a:ln>
            <a:effectLst>
              <a:glow rad="127000">
                <a:srgbClr val="E2E2E2">
                  <a:alpha val="12000"/>
                </a:srgbClr>
              </a:glow>
              <a:outerShdw blurRad="50800" dist="50800" dir="5400000" algn="ctr" rotWithShape="0">
                <a:srgbClr val="D3D3D3"/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0B08B109-0BC0-55D0-C1A3-A335562BD660}"/>
                </a:ext>
              </a:extLst>
            </p:cNvPr>
            <p:cNvSpPr/>
            <p:nvPr/>
          </p:nvSpPr>
          <p:spPr>
            <a:xfrm>
              <a:off x="8231034" y="5006953"/>
              <a:ext cx="1646716" cy="301839"/>
            </a:xfrm>
            <a:custGeom>
              <a:avLst/>
              <a:gdLst>
                <a:gd name="connsiteX0" fmla="*/ 363092 w 1646716"/>
                <a:gd name="connsiteY0" fmla="*/ 95 h 301839"/>
                <a:gd name="connsiteX1" fmla="*/ 0 w 1646716"/>
                <a:gd name="connsiteY1" fmla="*/ 136906 h 301839"/>
                <a:gd name="connsiteX2" fmla="*/ 823358 w 1646716"/>
                <a:gd name="connsiteY2" fmla="*/ 301839 h 301839"/>
                <a:gd name="connsiteX3" fmla="*/ 1646717 w 1646716"/>
                <a:gd name="connsiteY3" fmla="*/ 136906 h 301839"/>
                <a:gd name="connsiteX4" fmla="*/ 1629776 w 1646716"/>
                <a:gd name="connsiteY4" fmla="*/ 136906 h 301839"/>
                <a:gd name="connsiteX5" fmla="*/ 1393552 w 1646716"/>
                <a:gd name="connsiteY5" fmla="*/ 251105 h 301839"/>
                <a:gd name="connsiteX6" fmla="*/ 823358 w 1646716"/>
                <a:gd name="connsiteY6" fmla="*/ 298419 h 301839"/>
                <a:gd name="connsiteX7" fmla="*/ 253070 w 1646716"/>
                <a:gd name="connsiteY7" fmla="*/ 251105 h 301839"/>
                <a:gd name="connsiteX8" fmla="*/ 16846 w 1646716"/>
                <a:gd name="connsiteY8" fmla="*/ 136906 h 301839"/>
                <a:gd name="connsiteX9" fmla="*/ 253070 w 1646716"/>
                <a:gd name="connsiteY9" fmla="*/ 22707 h 301839"/>
                <a:gd name="connsiteX10" fmla="*/ 319978 w 1646716"/>
                <a:gd name="connsiteY10" fmla="*/ 10736 h 301839"/>
                <a:gd name="connsiteX11" fmla="*/ 363092 w 1646716"/>
                <a:gd name="connsiteY11" fmla="*/ 190 h 301839"/>
                <a:gd name="connsiteX12" fmla="*/ 1283434 w 1646716"/>
                <a:gd name="connsiteY12" fmla="*/ 95 h 301839"/>
                <a:gd name="connsiteX13" fmla="*/ 1326644 w 1646716"/>
                <a:gd name="connsiteY13" fmla="*/ 10641 h 301839"/>
                <a:gd name="connsiteX14" fmla="*/ 1393552 w 1646716"/>
                <a:gd name="connsiteY14" fmla="*/ 22612 h 301839"/>
                <a:gd name="connsiteX15" fmla="*/ 1629776 w 1646716"/>
                <a:gd name="connsiteY15" fmla="*/ 136811 h 301839"/>
                <a:gd name="connsiteX16" fmla="*/ 1646717 w 1646716"/>
                <a:gd name="connsiteY16" fmla="*/ 136811 h 301839"/>
                <a:gd name="connsiteX17" fmla="*/ 1283434 w 1646716"/>
                <a:gd name="connsiteY17" fmla="*/ 0 h 301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646716" h="301839">
                  <a:moveTo>
                    <a:pt x="363092" y="95"/>
                  </a:moveTo>
                  <a:cubicBezTo>
                    <a:pt x="144000" y="29737"/>
                    <a:pt x="0" y="79901"/>
                    <a:pt x="0" y="136906"/>
                  </a:cubicBezTo>
                  <a:cubicBezTo>
                    <a:pt x="0" y="227923"/>
                    <a:pt x="368613" y="301839"/>
                    <a:pt x="823358" y="301839"/>
                  </a:cubicBezTo>
                  <a:cubicBezTo>
                    <a:pt x="1278104" y="301839"/>
                    <a:pt x="1646717" y="228018"/>
                    <a:pt x="1646717" y="136906"/>
                  </a:cubicBezTo>
                  <a:lnTo>
                    <a:pt x="1629776" y="136906"/>
                  </a:lnTo>
                  <a:cubicBezTo>
                    <a:pt x="1629776" y="181465"/>
                    <a:pt x="1539550" y="221843"/>
                    <a:pt x="1393552" y="251105"/>
                  </a:cubicBezTo>
                  <a:cubicBezTo>
                    <a:pt x="1247553" y="280368"/>
                    <a:pt x="1046068" y="298419"/>
                    <a:pt x="823358" y="298419"/>
                  </a:cubicBezTo>
                  <a:cubicBezTo>
                    <a:pt x="600649" y="298419"/>
                    <a:pt x="399069" y="280368"/>
                    <a:pt x="253070" y="251105"/>
                  </a:cubicBezTo>
                  <a:cubicBezTo>
                    <a:pt x="107167" y="221843"/>
                    <a:pt x="16846" y="181465"/>
                    <a:pt x="16846" y="136906"/>
                  </a:cubicBezTo>
                  <a:cubicBezTo>
                    <a:pt x="16846" y="92347"/>
                    <a:pt x="107167" y="51969"/>
                    <a:pt x="253070" y="22707"/>
                  </a:cubicBezTo>
                  <a:cubicBezTo>
                    <a:pt x="274199" y="18431"/>
                    <a:pt x="296565" y="14441"/>
                    <a:pt x="319978" y="10736"/>
                  </a:cubicBezTo>
                  <a:cubicBezTo>
                    <a:pt x="333398" y="7031"/>
                    <a:pt x="347864" y="3515"/>
                    <a:pt x="363092" y="190"/>
                  </a:cubicBezTo>
                  <a:moveTo>
                    <a:pt x="1283434" y="95"/>
                  </a:moveTo>
                  <a:cubicBezTo>
                    <a:pt x="1298757" y="3420"/>
                    <a:pt x="1313224" y="7031"/>
                    <a:pt x="1326644" y="10641"/>
                  </a:cubicBezTo>
                  <a:cubicBezTo>
                    <a:pt x="1350057" y="14346"/>
                    <a:pt x="1372328" y="18431"/>
                    <a:pt x="1393552" y="22612"/>
                  </a:cubicBezTo>
                  <a:cubicBezTo>
                    <a:pt x="1539550" y="51874"/>
                    <a:pt x="1629776" y="92252"/>
                    <a:pt x="1629776" y="136811"/>
                  </a:cubicBezTo>
                  <a:lnTo>
                    <a:pt x="1646717" y="136811"/>
                  </a:lnTo>
                  <a:cubicBezTo>
                    <a:pt x="1646717" y="79901"/>
                    <a:pt x="1502622" y="29642"/>
                    <a:pt x="1283434" y="0"/>
                  </a:cubicBezTo>
                </a:path>
              </a:pathLst>
            </a:custGeom>
            <a:grpFill/>
            <a:ln w="9502" cap="flat">
              <a:solidFill>
                <a:schemeClr val="bg1"/>
              </a:solidFill>
              <a:prstDash val="solid"/>
              <a:miter/>
            </a:ln>
            <a:effectLst>
              <a:outerShdw blurRad="50800" dist="50800" dir="5400000" algn="ctr" rotWithShape="0">
                <a:srgbClr val="EAEAEA"/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5DC01125-CA69-08B8-347A-25BD7469A25E}"/>
                </a:ext>
              </a:extLst>
            </p:cNvPr>
            <p:cNvSpPr/>
            <p:nvPr/>
          </p:nvSpPr>
          <p:spPr>
            <a:xfrm>
              <a:off x="8244543" y="4892754"/>
              <a:ext cx="1662390" cy="249490"/>
            </a:xfrm>
            <a:custGeom>
              <a:avLst/>
              <a:gdLst>
                <a:gd name="connsiteX0" fmla="*/ 623015 w 1245935"/>
                <a:gd name="connsiteY0" fmla="*/ 0 h 249490"/>
                <a:gd name="connsiteX1" fmla="*/ 162749 w 1245935"/>
                <a:gd name="connsiteY1" fmla="*/ 40663 h 249490"/>
                <a:gd name="connsiteX2" fmla="*/ 119635 w 1245935"/>
                <a:gd name="connsiteY2" fmla="*/ 51209 h 249490"/>
                <a:gd name="connsiteX3" fmla="*/ 0 w 1245935"/>
                <a:gd name="connsiteY3" fmla="*/ 124745 h 249490"/>
                <a:gd name="connsiteX4" fmla="*/ 623015 w 1245935"/>
                <a:gd name="connsiteY4" fmla="*/ 249490 h 249490"/>
                <a:gd name="connsiteX5" fmla="*/ 1245935 w 1245935"/>
                <a:gd name="connsiteY5" fmla="*/ 124745 h 249490"/>
                <a:gd name="connsiteX6" fmla="*/ 1126300 w 1245935"/>
                <a:gd name="connsiteY6" fmla="*/ 51209 h 249490"/>
                <a:gd name="connsiteX7" fmla="*/ 1083091 w 1245935"/>
                <a:gd name="connsiteY7" fmla="*/ 40663 h 249490"/>
                <a:gd name="connsiteX8" fmla="*/ 623015 w 1245935"/>
                <a:gd name="connsiteY8" fmla="*/ 0 h 249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45935" h="249490">
                  <a:moveTo>
                    <a:pt x="623015" y="0"/>
                  </a:moveTo>
                  <a:cubicBezTo>
                    <a:pt x="440660" y="0"/>
                    <a:pt x="276673" y="15676"/>
                    <a:pt x="162749" y="40663"/>
                  </a:cubicBezTo>
                  <a:cubicBezTo>
                    <a:pt x="147426" y="43989"/>
                    <a:pt x="133055" y="47504"/>
                    <a:pt x="119635" y="51209"/>
                  </a:cubicBezTo>
                  <a:cubicBezTo>
                    <a:pt x="44447" y="71826"/>
                    <a:pt x="0" y="97288"/>
                    <a:pt x="0" y="124745"/>
                  </a:cubicBezTo>
                  <a:cubicBezTo>
                    <a:pt x="0" y="193626"/>
                    <a:pt x="278958" y="249490"/>
                    <a:pt x="623015" y="249490"/>
                  </a:cubicBezTo>
                  <a:cubicBezTo>
                    <a:pt x="967072" y="249490"/>
                    <a:pt x="1245935" y="193626"/>
                    <a:pt x="1245935" y="124745"/>
                  </a:cubicBezTo>
                  <a:cubicBezTo>
                    <a:pt x="1245935" y="97288"/>
                    <a:pt x="1201488" y="71826"/>
                    <a:pt x="1126300" y="51209"/>
                  </a:cubicBezTo>
                  <a:cubicBezTo>
                    <a:pt x="1112881" y="47504"/>
                    <a:pt x="1098414" y="43989"/>
                    <a:pt x="1083091" y="40663"/>
                  </a:cubicBezTo>
                  <a:cubicBezTo>
                    <a:pt x="969166" y="15676"/>
                    <a:pt x="805180" y="0"/>
                    <a:pt x="623015" y="0"/>
                  </a:cubicBezTo>
                </a:path>
              </a:pathLst>
            </a:custGeom>
            <a:grpFill/>
            <a:ln w="9502" cap="flat">
              <a:solidFill>
                <a:schemeClr val="bg1"/>
              </a:solidFill>
              <a:prstDash val="solid"/>
              <a:miter/>
            </a:ln>
            <a:effectLst>
              <a:outerShdw blurRad="50800" dist="50800" dir="5400000" algn="ctr" rotWithShape="0">
                <a:srgbClr val="D3D3D3"/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30" name="Graphic 6">
              <a:extLst>
                <a:ext uri="{FF2B5EF4-FFF2-40B4-BE49-F238E27FC236}">
                  <a16:creationId xmlns:a16="http://schemas.microsoft.com/office/drawing/2014/main" id="{1569F2F0-0DBB-F67C-B437-DAA17FA73E5E}"/>
                </a:ext>
              </a:extLst>
            </p:cNvPr>
            <p:cNvGrpSpPr/>
            <p:nvPr/>
          </p:nvGrpSpPr>
          <p:grpSpPr>
            <a:xfrm>
              <a:off x="8352457" y="3344887"/>
              <a:ext cx="1471216" cy="1610157"/>
              <a:chOff x="8352457" y="3344887"/>
              <a:chExt cx="1471216" cy="1610157"/>
            </a:xfrm>
            <a:grpFill/>
          </p:grpSpPr>
          <p:sp>
            <p:nvSpPr>
              <p:cNvPr id="585" name="Freeform 584">
                <a:extLst>
                  <a:ext uri="{FF2B5EF4-FFF2-40B4-BE49-F238E27FC236}">
                    <a16:creationId xmlns:a16="http://schemas.microsoft.com/office/drawing/2014/main" id="{BD009243-39FC-6F63-ABBA-53C3ECC4ACB8}"/>
                  </a:ext>
                </a:extLst>
              </p:cNvPr>
              <p:cNvSpPr/>
              <p:nvPr/>
            </p:nvSpPr>
            <p:spPr>
              <a:xfrm>
                <a:off x="8898083" y="4304710"/>
                <a:ext cx="173661" cy="214894"/>
              </a:xfrm>
              <a:custGeom>
                <a:avLst/>
                <a:gdLst>
                  <a:gd name="connsiteX0" fmla="*/ 0 w 173661"/>
                  <a:gd name="connsiteY0" fmla="*/ 214894 h 214894"/>
                  <a:gd name="connsiteX1" fmla="*/ 173662 w 173661"/>
                  <a:gd name="connsiteY1" fmla="*/ 0 h 214894"/>
                  <a:gd name="connsiteX2" fmla="*/ 4587 w 173661"/>
                  <a:gd name="connsiteY2" fmla="*/ 70067 h 214894"/>
                  <a:gd name="connsiteX3" fmla="*/ 0 w 173661"/>
                  <a:gd name="connsiteY3" fmla="*/ 214894 h 2148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73661" h="214894">
                    <a:moveTo>
                      <a:pt x="0" y="214894"/>
                    </a:moveTo>
                    <a:lnTo>
                      <a:pt x="173662" y="0"/>
                    </a:lnTo>
                    <a:lnTo>
                      <a:pt x="4587" y="70067"/>
                    </a:lnTo>
                    <a:lnTo>
                      <a:pt x="0" y="214894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86" name="Freeform 585">
                <a:extLst>
                  <a:ext uri="{FF2B5EF4-FFF2-40B4-BE49-F238E27FC236}">
                    <a16:creationId xmlns:a16="http://schemas.microsoft.com/office/drawing/2014/main" id="{3E918E41-12F1-7254-2913-FE36C8745E97}"/>
                  </a:ext>
                </a:extLst>
              </p:cNvPr>
              <p:cNvSpPr/>
              <p:nvPr/>
            </p:nvSpPr>
            <p:spPr>
              <a:xfrm>
                <a:off x="8898083" y="4304710"/>
                <a:ext cx="234784" cy="214894"/>
              </a:xfrm>
              <a:custGeom>
                <a:avLst/>
                <a:gdLst>
                  <a:gd name="connsiteX0" fmla="*/ 234785 w 234784"/>
                  <a:gd name="connsiteY0" fmla="*/ 93210 h 214894"/>
                  <a:gd name="connsiteX1" fmla="*/ 0 w 234784"/>
                  <a:gd name="connsiteY1" fmla="*/ 214894 h 214894"/>
                  <a:gd name="connsiteX2" fmla="*/ 173662 w 234784"/>
                  <a:gd name="connsiteY2" fmla="*/ 0 h 214894"/>
                  <a:gd name="connsiteX3" fmla="*/ 234785 w 234784"/>
                  <a:gd name="connsiteY3" fmla="*/ 93210 h 2148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34784" h="214894">
                    <a:moveTo>
                      <a:pt x="234785" y="93210"/>
                    </a:moveTo>
                    <a:lnTo>
                      <a:pt x="0" y="214894"/>
                    </a:lnTo>
                    <a:lnTo>
                      <a:pt x="173662" y="0"/>
                    </a:lnTo>
                    <a:lnTo>
                      <a:pt x="234785" y="93210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87" name="Freeform 586">
                <a:extLst>
                  <a:ext uri="{FF2B5EF4-FFF2-40B4-BE49-F238E27FC236}">
                    <a16:creationId xmlns:a16="http://schemas.microsoft.com/office/drawing/2014/main" id="{45C87FB9-2BAB-3B51-A3F8-B10F72095BB6}"/>
                  </a:ext>
                </a:extLst>
              </p:cNvPr>
              <p:cNvSpPr/>
              <p:nvPr/>
            </p:nvSpPr>
            <p:spPr>
              <a:xfrm>
                <a:off x="8898083" y="4397920"/>
                <a:ext cx="234784" cy="130642"/>
              </a:xfrm>
              <a:custGeom>
                <a:avLst/>
                <a:gdLst>
                  <a:gd name="connsiteX0" fmla="*/ 234785 w 234784"/>
                  <a:gd name="connsiteY0" fmla="*/ 130643 h 130642"/>
                  <a:gd name="connsiteX1" fmla="*/ 234785 w 234784"/>
                  <a:gd name="connsiteY1" fmla="*/ 0 h 130642"/>
                  <a:gd name="connsiteX2" fmla="*/ 0 w 234784"/>
                  <a:gd name="connsiteY2" fmla="*/ 121684 h 130642"/>
                  <a:gd name="connsiteX3" fmla="*/ 234785 w 234784"/>
                  <a:gd name="connsiteY3" fmla="*/ 130643 h 1306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34784" h="130642">
                    <a:moveTo>
                      <a:pt x="234785" y="130643"/>
                    </a:moveTo>
                    <a:lnTo>
                      <a:pt x="234785" y="0"/>
                    </a:lnTo>
                    <a:lnTo>
                      <a:pt x="0" y="121684"/>
                    </a:lnTo>
                    <a:lnTo>
                      <a:pt x="234785" y="130643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88" name="Freeform 587">
                <a:extLst>
                  <a:ext uri="{FF2B5EF4-FFF2-40B4-BE49-F238E27FC236}">
                    <a16:creationId xmlns:a16="http://schemas.microsoft.com/office/drawing/2014/main" id="{8DFC67E9-BAE0-4807-0B8A-CECE2ED24C2A}"/>
                  </a:ext>
                </a:extLst>
              </p:cNvPr>
              <p:cNvSpPr/>
              <p:nvPr/>
            </p:nvSpPr>
            <p:spPr>
              <a:xfrm>
                <a:off x="8888482" y="4519604"/>
                <a:ext cx="71470" cy="217346"/>
              </a:xfrm>
              <a:custGeom>
                <a:avLst/>
                <a:gdLst>
                  <a:gd name="connsiteX0" fmla="*/ 0 w 71470"/>
                  <a:gd name="connsiteY0" fmla="*/ 217347 h 217346"/>
                  <a:gd name="connsiteX1" fmla="*/ 71470 w 71470"/>
                  <a:gd name="connsiteY1" fmla="*/ 172022 h 217346"/>
                  <a:gd name="connsiteX2" fmla="*/ 9600 w 71470"/>
                  <a:gd name="connsiteY2" fmla="*/ 0 h 217346"/>
                  <a:gd name="connsiteX3" fmla="*/ 0 w 71470"/>
                  <a:gd name="connsiteY3" fmla="*/ 217347 h 2173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1470" h="217346">
                    <a:moveTo>
                      <a:pt x="0" y="217347"/>
                    </a:moveTo>
                    <a:lnTo>
                      <a:pt x="71470" y="172022"/>
                    </a:lnTo>
                    <a:lnTo>
                      <a:pt x="9600" y="0"/>
                    </a:lnTo>
                    <a:lnTo>
                      <a:pt x="0" y="217347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89" name="Freeform 588">
                <a:extLst>
                  <a:ext uri="{FF2B5EF4-FFF2-40B4-BE49-F238E27FC236}">
                    <a16:creationId xmlns:a16="http://schemas.microsoft.com/office/drawing/2014/main" id="{644C41FD-50AB-0384-4399-A59DF4ADCA3F}"/>
                  </a:ext>
                </a:extLst>
              </p:cNvPr>
              <p:cNvSpPr/>
              <p:nvPr/>
            </p:nvSpPr>
            <p:spPr>
              <a:xfrm>
                <a:off x="8898083" y="4519604"/>
                <a:ext cx="234784" cy="172021"/>
              </a:xfrm>
              <a:custGeom>
                <a:avLst/>
                <a:gdLst>
                  <a:gd name="connsiteX0" fmla="*/ 234785 w 234784"/>
                  <a:gd name="connsiteY0" fmla="*/ 8959 h 172021"/>
                  <a:gd name="connsiteX1" fmla="*/ 61870 w 234784"/>
                  <a:gd name="connsiteY1" fmla="*/ 172022 h 172021"/>
                  <a:gd name="connsiteX2" fmla="*/ 0 w 234784"/>
                  <a:gd name="connsiteY2" fmla="*/ 0 h 172021"/>
                  <a:gd name="connsiteX3" fmla="*/ 234785 w 234784"/>
                  <a:gd name="connsiteY3" fmla="*/ 8959 h 1720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34784" h="172021">
                    <a:moveTo>
                      <a:pt x="234785" y="8959"/>
                    </a:moveTo>
                    <a:lnTo>
                      <a:pt x="61870" y="172022"/>
                    </a:lnTo>
                    <a:lnTo>
                      <a:pt x="0" y="0"/>
                    </a:lnTo>
                    <a:lnTo>
                      <a:pt x="234785" y="8959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90" name="Freeform 589">
                <a:extLst>
                  <a:ext uri="{FF2B5EF4-FFF2-40B4-BE49-F238E27FC236}">
                    <a16:creationId xmlns:a16="http://schemas.microsoft.com/office/drawing/2014/main" id="{E8DFC321-239D-4CE9-05BD-D3D6375698A0}"/>
                  </a:ext>
                </a:extLst>
              </p:cNvPr>
              <p:cNvSpPr/>
              <p:nvPr/>
            </p:nvSpPr>
            <p:spPr>
              <a:xfrm>
                <a:off x="8959952" y="4528563"/>
                <a:ext cx="175474" cy="163063"/>
              </a:xfrm>
              <a:custGeom>
                <a:avLst/>
                <a:gdLst>
                  <a:gd name="connsiteX0" fmla="*/ 175475 w 175474"/>
                  <a:gd name="connsiteY0" fmla="*/ 109419 h 163063"/>
                  <a:gd name="connsiteX1" fmla="*/ 172915 w 175474"/>
                  <a:gd name="connsiteY1" fmla="*/ 0 h 163063"/>
                  <a:gd name="connsiteX2" fmla="*/ 0 w 175474"/>
                  <a:gd name="connsiteY2" fmla="*/ 163063 h 163063"/>
                  <a:gd name="connsiteX3" fmla="*/ 175475 w 175474"/>
                  <a:gd name="connsiteY3" fmla="*/ 109419 h 1630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75474" h="163063">
                    <a:moveTo>
                      <a:pt x="175475" y="109419"/>
                    </a:moveTo>
                    <a:lnTo>
                      <a:pt x="172915" y="0"/>
                    </a:lnTo>
                    <a:lnTo>
                      <a:pt x="0" y="163063"/>
                    </a:lnTo>
                    <a:lnTo>
                      <a:pt x="175475" y="109419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91" name="Freeform 590">
                <a:extLst>
                  <a:ext uri="{FF2B5EF4-FFF2-40B4-BE49-F238E27FC236}">
                    <a16:creationId xmlns:a16="http://schemas.microsoft.com/office/drawing/2014/main" id="{DDFEE56E-7080-21BA-3002-5A21C9670D40}"/>
                  </a:ext>
                </a:extLst>
              </p:cNvPr>
              <p:cNvSpPr/>
              <p:nvPr/>
            </p:nvSpPr>
            <p:spPr>
              <a:xfrm>
                <a:off x="8841973" y="3344887"/>
                <a:ext cx="212276" cy="165196"/>
              </a:xfrm>
              <a:custGeom>
                <a:avLst/>
                <a:gdLst>
                  <a:gd name="connsiteX0" fmla="*/ 73603 w 212276"/>
                  <a:gd name="connsiteY0" fmla="*/ 34020 h 165196"/>
                  <a:gd name="connsiteX1" fmla="*/ 0 w 212276"/>
                  <a:gd name="connsiteY1" fmla="*/ 165196 h 165196"/>
                  <a:gd name="connsiteX2" fmla="*/ 212277 w 212276"/>
                  <a:gd name="connsiteY2" fmla="*/ 0 h 165196"/>
                  <a:gd name="connsiteX3" fmla="*/ 73603 w 212276"/>
                  <a:gd name="connsiteY3" fmla="*/ 34020 h 165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12276" h="165196">
                    <a:moveTo>
                      <a:pt x="73603" y="34020"/>
                    </a:moveTo>
                    <a:lnTo>
                      <a:pt x="0" y="165196"/>
                    </a:lnTo>
                    <a:lnTo>
                      <a:pt x="212277" y="0"/>
                    </a:lnTo>
                    <a:lnTo>
                      <a:pt x="73603" y="34020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92" name="Freeform 591">
                <a:extLst>
                  <a:ext uri="{FF2B5EF4-FFF2-40B4-BE49-F238E27FC236}">
                    <a16:creationId xmlns:a16="http://schemas.microsoft.com/office/drawing/2014/main" id="{66F16676-CA81-7DED-1044-02D0FDE13A69}"/>
                  </a:ext>
                </a:extLst>
              </p:cNvPr>
              <p:cNvSpPr/>
              <p:nvPr/>
            </p:nvSpPr>
            <p:spPr>
              <a:xfrm>
                <a:off x="8841973" y="3510083"/>
                <a:ext cx="199475" cy="183006"/>
              </a:xfrm>
              <a:custGeom>
                <a:avLst/>
                <a:gdLst>
                  <a:gd name="connsiteX0" fmla="*/ 0 w 199475"/>
                  <a:gd name="connsiteY0" fmla="*/ 0 h 183006"/>
                  <a:gd name="connsiteX1" fmla="*/ 199476 w 199475"/>
                  <a:gd name="connsiteY1" fmla="*/ 183006 h 183006"/>
                  <a:gd name="connsiteX2" fmla="*/ 60696 w 199475"/>
                  <a:gd name="connsiteY2" fmla="*/ 128723 h 183006"/>
                  <a:gd name="connsiteX3" fmla="*/ 0 w 199475"/>
                  <a:gd name="connsiteY3" fmla="*/ 0 h 1830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9475" h="183006">
                    <a:moveTo>
                      <a:pt x="0" y="0"/>
                    </a:moveTo>
                    <a:lnTo>
                      <a:pt x="199476" y="183006"/>
                    </a:lnTo>
                    <a:lnTo>
                      <a:pt x="60696" y="128723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93" name="Freeform 592">
                <a:extLst>
                  <a:ext uri="{FF2B5EF4-FFF2-40B4-BE49-F238E27FC236}">
                    <a16:creationId xmlns:a16="http://schemas.microsoft.com/office/drawing/2014/main" id="{D8D34168-58D7-ABB4-65BF-A8D12DC1207C}"/>
                  </a:ext>
                </a:extLst>
              </p:cNvPr>
              <p:cNvSpPr/>
              <p:nvPr/>
            </p:nvSpPr>
            <p:spPr>
              <a:xfrm>
                <a:off x="8977340" y="3344887"/>
                <a:ext cx="203209" cy="165196"/>
              </a:xfrm>
              <a:custGeom>
                <a:avLst/>
                <a:gdLst>
                  <a:gd name="connsiteX0" fmla="*/ 203210 w 203209"/>
                  <a:gd name="connsiteY0" fmla="*/ 165196 h 165196"/>
                  <a:gd name="connsiteX1" fmla="*/ 0 w 203209"/>
                  <a:gd name="connsiteY1" fmla="*/ 114539 h 165196"/>
                  <a:gd name="connsiteX2" fmla="*/ 76910 w 203209"/>
                  <a:gd name="connsiteY2" fmla="*/ 0 h 165196"/>
                  <a:gd name="connsiteX3" fmla="*/ 203210 w 203209"/>
                  <a:gd name="connsiteY3" fmla="*/ 165196 h 165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209" h="165196">
                    <a:moveTo>
                      <a:pt x="203210" y="165196"/>
                    </a:moveTo>
                    <a:lnTo>
                      <a:pt x="0" y="114539"/>
                    </a:lnTo>
                    <a:lnTo>
                      <a:pt x="76910" y="0"/>
                    </a:lnTo>
                    <a:lnTo>
                      <a:pt x="203210" y="165196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94" name="Freeform 593">
                <a:extLst>
                  <a:ext uri="{FF2B5EF4-FFF2-40B4-BE49-F238E27FC236}">
                    <a16:creationId xmlns:a16="http://schemas.microsoft.com/office/drawing/2014/main" id="{46A83BC6-DCB2-BF16-52A4-0F354F79742A}"/>
                  </a:ext>
                </a:extLst>
              </p:cNvPr>
              <p:cNvSpPr/>
              <p:nvPr/>
            </p:nvSpPr>
            <p:spPr>
              <a:xfrm>
                <a:off x="8841973" y="3459426"/>
                <a:ext cx="199475" cy="233663"/>
              </a:xfrm>
              <a:custGeom>
                <a:avLst/>
                <a:gdLst>
                  <a:gd name="connsiteX0" fmla="*/ 0 w 199475"/>
                  <a:gd name="connsiteY0" fmla="*/ 50657 h 233663"/>
                  <a:gd name="connsiteX1" fmla="*/ 135366 w 199475"/>
                  <a:gd name="connsiteY1" fmla="*/ 0 h 233663"/>
                  <a:gd name="connsiteX2" fmla="*/ 199476 w 199475"/>
                  <a:gd name="connsiteY2" fmla="*/ 233664 h 233663"/>
                  <a:gd name="connsiteX3" fmla="*/ 0 w 199475"/>
                  <a:gd name="connsiteY3" fmla="*/ 50657 h 2336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9475" h="233663">
                    <a:moveTo>
                      <a:pt x="0" y="50657"/>
                    </a:moveTo>
                    <a:lnTo>
                      <a:pt x="135366" y="0"/>
                    </a:lnTo>
                    <a:lnTo>
                      <a:pt x="199476" y="233664"/>
                    </a:lnTo>
                    <a:lnTo>
                      <a:pt x="0" y="50657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95" name="Freeform 594">
                <a:extLst>
                  <a:ext uri="{FF2B5EF4-FFF2-40B4-BE49-F238E27FC236}">
                    <a16:creationId xmlns:a16="http://schemas.microsoft.com/office/drawing/2014/main" id="{361A242A-8CF2-A62E-6895-569A81F93740}"/>
                  </a:ext>
                </a:extLst>
              </p:cNvPr>
              <p:cNvSpPr/>
              <p:nvPr/>
            </p:nvSpPr>
            <p:spPr>
              <a:xfrm>
                <a:off x="8977340" y="3459426"/>
                <a:ext cx="203209" cy="233663"/>
              </a:xfrm>
              <a:custGeom>
                <a:avLst/>
                <a:gdLst>
                  <a:gd name="connsiteX0" fmla="*/ 0 w 203209"/>
                  <a:gd name="connsiteY0" fmla="*/ 0 h 233663"/>
                  <a:gd name="connsiteX1" fmla="*/ 203210 w 203209"/>
                  <a:gd name="connsiteY1" fmla="*/ 50657 h 233663"/>
                  <a:gd name="connsiteX2" fmla="*/ 64110 w 203209"/>
                  <a:gd name="connsiteY2" fmla="*/ 233664 h 233663"/>
                  <a:gd name="connsiteX3" fmla="*/ 0 w 203209"/>
                  <a:gd name="connsiteY3" fmla="*/ 0 h 2336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209" h="233663">
                    <a:moveTo>
                      <a:pt x="0" y="0"/>
                    </a:moveTo>
                    <a:lnTo>
                      <a:pt x="203210" y="50657"/>
                    </a:lnTo>
                    <a:lnTo>
                      <a:pt x="64110" y="233664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03" name="Freeform 602">
                <a:extLst>
                  <a:ext uri="{FF2B5EF4-FFF2-40B4-BE49-F238E27FC236}">
                    <a16:creationId xmlns:a16="http://schemas.microsoft.com/office/drawing/2014/main" id="{96A8B7B2-80C6-1D8A-668A-0F8C99B8071F}"/>
                  </a:ext>
                </a:extLst>
              </p:cNvPr>
              <p:cNvSpPr/>
              <p:nvPr/>
            </p:nvSpPr>
            <p:spPr>
              <a:xfrm>
                <a:off x="9041449" y="3510083"/>
                <a:ext cx="139100" cy="183006"/>
              </a:xfrm>
              <a:custGeom>
                <a:avLst/>
                <a:gdLst>
                  <a:gd name="connsiteX0" fmla="*/ 139100 w 139100"/>
                  <a:gd name="connsiteY0" fmla="*/ 0 h 183006"/>
                  <a:gd name="connsiteX1" fmla="*/ 91418 w 139100"/>
                  <a:gd name="connsiteY1" fmla="*/ 138961 h 183006"/>
                  <a:gd name="connsiteX2" fmla="*/ 0 w 139100"/>
                  <a:gd name="connsiteY2" fmla="*/ 183006 h 183006"/>
                  <a:gd name="connsiteX3" fmla="*/ 139100 w 139100"/>
                  <a:gd name="connsiteY3" fmla="*/ 0 h 1830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9100" h="183006">
                    <a:moveTo>
                      <a:pt x="139100" y="0"/>
                    </a:moveTo>
                    <a:lnTo>
                      <a:pt x="91418" y="138961"/>
                    </a:lnTo>
                    <a:lnTo>
                      <a:pt x="0" y="183006"/>
                    </a:lnTo>
                    <a:lnTo>
                      <a:pt x="139100" y="0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04" name="Freeform 603">
                <a:extLst>
                  <a:ext uri="{FF2B5EF4-FFF2-40B4-BE49-F238E27FC236}">
                    <a16:creationId xmlns:a16="http://schemas.microsoft.com/office/drawing/2014/main" id="{A9BB9FD2-69CD-1D1D-01B1-E291EB3FEF04}"/>
                  </a:ext>
                </a:extLst>
              </p:cNvPr>
              <p:cNvSpPr/>
              <p:nvPr/>
            </p:nvSpPr>
            <p:spPr>
              <a:xfrm>
                <a:off x="8959952" y="4637982"/>
                <a:ext cx="175474" cy="174581"/>
              </a:xfrm>
              <a:custGeom>
                <a:avLst/>
                <a:gdLst>
                  <a:gd name="connsiteX0" fmla="*/ 0 w 175474"/>
                  <a:gd name="connsiteY0" fmla="*/ 53644 h 174581"/>
                  <a:gd name="connsiteX1" fmla="*/ 131419 w 175474"/>
                  <a:gd name="connsiteY1" fmla="*/ 174582 h 174581"/>
                  <a:gd name="connsiteX2" fmla="*/ 175475 w 175474"/>
                  <a:gd name="connsiteY2" fmla="*/ 0 h 174581"/>
                  <a:gd name="connsiteX3" fmla="*/ 0 w 175474"/>
                  <a:gd name="connsiteY3" fmla="*/ 53644 h 1745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75474" h="174581">
                    <a:moveTo>
                      <a:pt x="0" y="53644"/>
                    </a:moveTo>
                    <a:lnTo>
                      <a:pt x="131419" y="174582"/>
                    </a:lnTo>
                    <a:lnTo>
                      <a:pt x="175475" y="0"/>
                    </a:lnTo>
                    <a:lnTo>
                      <a:pt x="0" y="53644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06" name="Freeform 605">
                <a:extLst>
                  <a:ext uri="{FF2B5EF4-FFF2-40B4-BE49-F238E27FC236}">
                    <a16:creationId xmlns:a16="http://schemas.microsoft.com/office/drawing/2014/main" id="{31F4D323-6F43-310A-3746-964A0D57C51D}"/>
                  </a:ext>
                </a:extLst>
              </p:cNvPr>
              <p:cNvSpPr/>
              <p:nvPr/>
            </p:nvSpPr>
            <p:spPr>
              <a:xfrm>
                <a:off x="8959952" y="4691626"/>
                <a:ext cx="131419" cy="120938"/>
              </a:xfrm>
              <a:custGeom>
                <a:avLst/>
                <a:gdLst>
                  <a:gd name="connsiteX0" fmla="*/ 0 w 131419"/>
                  <a:gd name="connsiteY0" fmla="*/ 0 h 120938"/>
                  <a:gd name="connsiteX1" fmla="*/ 24961 w 131419"/>
                  <a:gd name="connsiteY1" fmla="*/ 114325 h 120938"/>
                  <a:gd name="connsiteX2" fmla="*/ 131419 w 131419"/>
                  <a:gd name="connsiteY2" fmla="*/ 120938 h 120938"/>
                  <a:gd name="connsiteX3" fmla="*/ 0 w 131419"/>
                  <a:gd name="connsiteY3" fmla="*/ 0 h 1209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1419" h="120938">
                    <a:moveTo>
                      <a:pt x="0" y="0"/>
                    </a:moveTo>
                    <a:lnTo>
                      <a:pt x="24961" y="114325"/>
                    </a:lnTo>
                    <a:lnTo>
                      <a:pt x="131419" y="120938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07" name="Freeform 606">
                <a:extLst>
                  <a:ext uri="{FF2B5EF4-FFF2-40B4-BE49-F238E27FC236}">
                    <a16:creationId xmlns:a16="http://schemas.microsoft.com/office/drawing/2014/main" id="{4BF2FD51-01C8-C244-9070-CCE77D106708}"/>
                  </a:ext>
                </a:extLst>
              </p:cNvPr>
              <p:cNvSpPr/>
              <p:nvPr/>
            </p:nvSpPr>
            <p:spPr>
              <a:xfrm>
                <a:off x="8906296" y="4691626"/>
                <a:ext cx="78617" cy="203482"/>
              </a:xfrm>
              <a:custGeom>
                <a:avLst/>
                <a:gdLst>
                  <a:gd name="connsiteX0" fmla="*/ 0 w 78617"/>
                  <a:gd name="connsiteY0" fmla="*/ 203483 h 203482"/>
                  <a:gd name="connsiteX1" fmla="*/ 78617 w 78617"/>
                  <a:gd name="connsiteY1" fmla="*/ 114325 h 203482"/>
                  <a:gd name="connsiteX2" fmla="*/ 53656 w 78617"/>
                  <a:gd name="connsiteY2" fmla="*/ 0 h 203482"/>
                  <a:gd name="connsiteX3" fmla="*/ 0 w 78617"/>
                  <a:gd name="connsiteY3" fmla="*/ 203483 h 2034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8617" h="203482">
                    <a:moveTo>
                      <a:pt x="0" y="203483"/>
                    </a:moveTo>
                    <a:lnTo>
                      <a:pt x="78617" y="114325"/>
                    </a:lnTo>
                    <a:lnTo>
                      <a:pt x="53656" y="0"/>
                    </a:lnTo>
                    <a:lnTo>
                      <a:pt x="0" y="203483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08" name="Freeform 607">
                <a:extLst>
                  <a:ext uri="{FF2B5EF4-FFF2-40B4-BE49-F238E27FC236}">
                    <a16:creationId xmlns:a16="http://schemas.microsoft.com/office/drawing/2014/main" id="{9CFDF4F9-05F9-F884-7CD6-C6A77B38E097}"/>
                  </a:ext>
                </a:extLst>
              </p:cNvPr>
              <p:cNvSpPr/>
              <p:nvPr/>
            </p:nvSpPr>
            <p:spPr>
              <a:xfrm>
                <a:off x="8898083" y="4099628"/>
                <a:ext cx="89817" cy="147279"/>
              </a:xfrm>
              <a:custGeom>
                <a:avLst/>
                <a:gdLst>
                  <a:gd name="connsiteX0" fmla="*/ 0 w 89817"/>
                  <a:gd name="connsiteY0" fmla="*/ 147280 h 147279"/>
                  <a:gd name="connsiteX1" fmla="*/ 0 w 89817"/>
                  <a:gd name="connsiteY1" fmla="*/ 0 h 147279"/>
                  <a:gd name="connsiteX2" fmla="*/ 89818 w 89817"/>
                  <a:gd name="connsiteY2" fmla="*/ 46605 h 147279"/>
                  <a:gd name="connsiteX3" fmla="*/ 0 w 89817"/>
                  <a:gd name="connsiteY3" fmla="*/ 147280 h 1472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9817" h="147279">
                    <a:moveTo>
                      <a:pt x="0" y="147280"/>
                    </a:moveTo>
                    <a:lnTo>
                      <a:pt x="0" y="0"/>
                    </a:lnTo>
                    <a:lnTo>
                      <a:pt x="89818" y="46605"/>
                    </a:lnTo>
                    <a:lnTo>
                      <a:pt x="0" y="147280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09" name="Freeform 608">
                <a:extLst>
                  <a:ext uri="{FF2B5EF4-FFF2-40B4-BE49-F238E27FC236}">
                    <a16:creationId xmlns:a16="http://schemas.microsoft.com/office/drawing/2014/main" id="{447A9BD6-DE5C-6389-31A2-01DE7C37BCCB}"/>
                  </a:ext>
                </a:extLst>
              </p:cNvPr>
              <p:cNvSpPr/>
              <p:nvPr/>
            </p:nvSpPr>
            <p:spPr>
              <a:xfrm>
                <a:off x="8902670" y="3638806"/>
                <a:ext cx="138779" cy="226944"/>
              </a:xfrm>
              <a:custGeom>
                <a:avLst/>
                <a:gdLst>
                  <a:gd name="connsiteX0" fmla="*/ 0 w 138779"/>
                  <a:gd name="connsiteY0" fmla="*/ 0 h 226944"/>
                  <a:gd name="connsiteX1" fmla="*/ 15147 w 138779"/>
                  <a:gd name="connsiteY1" fmla="*/ 226945 h 226944"/>
                  <a:gd name="connsiteX2" fmla="*/ 138780 w 138779"/>
                  <a:gd name="connsiteY2" fmla="*/ 54283 h 226944"/>
                  <a:gd name="connsiteX3" fmla="*/ 0 w 138779"/>
                  <a:gd name="connsiteY3" fmla="*/ 0 h 2269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8779" h="226944">
                    <a:moveTo>
                      <a:pt x="0" y="0"/>
                    </a:moveTo>
                    <a:lnTo>
                      <a:pt x="15147" y="226945"/>
                    </a:lnTo>
                    <a:lnTo>
                      <a:pt x="138780" y="54283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10" name="Freeform 609">
                <a:extLst>
                  <a:ext uri="{FF2B5EF4-FFF2-40B4-BE49-F238E27FC236}">
                    <a16:creationId xmlns:a16="http://schemas.microsoft.com/office/drawing/2014/main" id="{5D909A33-9FD8-2B88-357A-C304A41D4A38}"/>
                  </a:ext>
                </a:extLst>
              </p:cNvPr>
              <p:cNvSpPr/>
              <p:nvPr/>
            </p:nvSpPr>
            <p:spPr>
              <a:xfrm>
                <a:off x="9041449" y="3649044"/>
                <a:ext cx="91417" cy="209028"/>
              </a:xfrm>
              <a:custGeom>
                <a:avLst/>
                <a:gdLst>
                  <a:gd name="connsiteX0" fmla="*/ 78937 w 91417"/>
                  <a:gd name="connsiteY0" fmla="*/ 209028 h 209028"/>
                  <a:gd name="connsiteX1" fmla="*/ 0 w 91417"/>
                  <a:gd name="connsiteY1" fmla="*/ 44045 h 209028"/>
                  <a:gd name="connsiteX2" fmla="*/ 91418 w 91417"/>
                  <a:gd name="connsiteY2" fmla="*/ 0 h 209028"/>
                  <a:gd name="connsiteX3" fmla="*/ 78937 w 91417"/>
                  <a:gd name="connsiteY3" fmla="*/ 209028 h 2090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1417" h="209028">
                    <a:moveTo>
                      <a:pt x="78937" y="209028"/>
                    </a:moveTo>
                    <a:lnTo>
                      <a:pt x="0" y="44045"/>
                    </a:lnTo>
                    <a:lnTo>
                      <a:pt x="91418" y="0"/>
                    </a:lnTo>
                    <a:lnTo>
                      <a:pt x="78937" y="209028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11" name="Freeform 610">
                <a:extLst>
                  <a:ext uri="{FF2B5EF4-FFF2-40B4-BE49-F238E27FC236}">
                    <a16:creationId xmlns:a16="http://schemas.microsoft.com/office/drawing/2014/main" id="{36E639AD-AD83-9D45-CF0E-69B30542C9E4}"/>
                  </a:ext>
                </a:extLst>
              </p:cNvPr>
              <p:cNvSpPr/>
              <p:nvPr/>
            </p:nvSpPr>
            <p:spPr>
              <a:xfrm>
                <a:off x="8898083" y="3865751"/>
                <a:ext cx="66989" cy="233876"/>
              </a:xfrm>
              <a:custGeom>
                <a:avLst/>
                <a:gdLst>
                  <a:gd name="connsiteX0" fmla="*/ 19734 w 66989"/>
                  <a:gd name="connsiteY0" fmla="*/ 0 h 233876"/>
                  <a:gd name="connsiteX1" fmla="*/ 0 w 66989"/>
                  <a:gd name="connsiteY1" fmla="*/ 233877 h 233876"/>
                  <a:gd name="connsiteX2" fmla="*/ 66990 w 66989"/>
                  <a:gd name="connsiteY2" fmla="*/ 58656 h 233876"/>
                  <a:gd name="connsiteX3" fmla="*/ 19734 w 66989"/>
                  <a:gd name="connsiteY3" fmla="*/ 0 h 2338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6989" h="233876">
                    <a:moveTo>
                      <a:pt x="19734" y="0"/>
                    </a:moveTo>
                    <a:lnTo>
                      <a:pt x="0" y="233877"/>
                    </a:lnTo>
                    <a:lnTo>
                      <a:pt x="66990" y="58656"/>
                    </a:lnTo>
                    <a:lnTo>
                      <a:pt x="19734" y="0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12" name="Freeform 611">
                <a:extLst>
                  <a:ext uri="{FF2B5EF4-FFF2-40B4-BE49-F238E27FC236}">
                    <a16:creationId xmlns:a16="http://schemas.microsoft.com/office/drawing/2014/main" id="{BFD2326A-CE27-4541-540D-843F77DE3C56}"/>
                  </a:ext>
                </a:extLst>
              </p:cNvPr>
              <p:cNvSpPr/>
              <p:nvPr/>
            </p:nvSpPr>
            <p:spPr>
              <a:xfrm>
                <a:off x="9079211" y="3858072"/>
                <a:ext cx="47255" cy="153998"/>
              </a:xfrm>
              <a:custGeom>
                <a:avLst/>
                <a:gdLst>
                  <a:gd name="connsiteX0" fmla="*/ 41175 w 47255"/>
                  <a:gd name="connsiteY0" fmla="*/ 0 h 153998"/>
                  <a:gd name="connsiteX1" fmla="*/ 47256 w 47255"/>
                  <a:gd name="connsiteY1" fmla="*/ 153998 h 153998"/>
                  <a:gd name="connsiteX2" fmla="*/ 0 w 47255"/>
                  <a:gd name="connsiteY2" fmla="*/ 116565 h 153998"/>
                  <a:gd name="connsiteX3" fmla="*/ 41175 w 47255"/>
                  <a:gd name="connsiteY3" fmla="*/ 0 h 1539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7255" h="153998">
                    <a:moveTo>
                      <a:pt x="41175" y="0"/>
                    </a:moveTo>
                    <a:lnTo>
                      <a:pt x="47256" y="153998"/>
                    </a:lnTo>
                    <a:lnTo>
                      <a:pt x="0" y="116565"/>
                    </a:lnTo>
                    <a:lnTo>
                      <a:pt x="41175" y="0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13" name="Freeform 612">
                <a:extLst>
                  <a:ext uri="{FF2B5EF4-FFF2-40B4-BE49-F238E27FC236}">
                    <a16:creationId xmlns:a16="http://schemas.microsoft.com/office/drawing/2014/main" id="{0AAB1B6B-0FAF-1520-3152-CF3B0B872C30}"/>
                  </a:ext>
                </a:extLst>
              </p:cNvPr>
              <p:cNvSpPr/>
              <p:nvPr/>
            </p:nvSpPr>
            <p:spPr>
              <a:xfrm>
                <a:off x="8898083" y="4012071"/>
                <a:ext cx="228384" cy="134161"/>
              </a:xfrm>
              <a:custGeom>
                <a:avLst/>
                <a:gdLst>
                  <a:gd name="connsiteX0" fmla="*/ 89818 w 228384"/>
                  <a:gd name="connsiteY0" fmla="*/ 134162 h 134161"/>
                  <a:gd name="connsiteX1" fmla="*/ 0 w 228384"/>
                  <a:gd name="connsiteY1" fmla="*/ 87557 h 134161"/>
                  <a:gd name="connsiteX2" fmla="*/ 228384 w 228384"/>
                  <a:gd name="connsiteY2" fmla="*/ 0 h 134161"/>
                  <a:gd name="connsiteX3" fmla="*/ 89818 w 228384"/>
                  <a:gd name="connsiteY3" fmla="*/ 134162 h 1341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28384" h="134161">
                    <a:moveTo>
                      <a:pt x="89818" y="134162"/>
                    </a:moveTo>
                    <a:lnTo>
                      <a:pt x="0" y="87557"/>
                    </a:lnTo>
                    <a:lnTo>
                      <a:pt x="228384" y="0"/>
                    </a:lnTo>
                    <a:lnTo>
                      <a:pt x="89818" y="134162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14" name="Freeform 613">
                <a:extLst>
                  <a:ext uri="{FF2B5EF4-FFF2-40B4-BE49-F238E27FC236}">
                    <a16:creationId xmlns:a16="http://schemas.microsoft.com/office/drawing/2014/main" id="{8C44AD7E-3F17-9345-F24F-1B2EB564ECDA}"/>
                  </a:ext>
                </a:extLst>
              </p:cNvPr>
              <p:cNvSpPr/>
              <p:nvPr/>
            </p:nvSpPr>
            <p:spPr>
              <a:xfrm>
                <a:off x="8898083" y="3974637"/>
                <a:ext cx="228384" cy="124990"/>
              </a:xfrm>
              <a:custGeom>
                <a:avLst/>
                <a:gdLst>
                  <a:gd name="connsiteX0" fmla="*/ 0 w 228384"/>
                  <a:gd name="connsiteY0" fmla="*/ 124990 h 124990"/>
                  <a:gd name="connsiteX1" fmla="*/ 228384 w 228384"/>
                  <a:gd name="connsiteY1" fmla="*/ 37433 h 124990"/>
                  <a:gd name="connsiteX2" fmla="*/ 181129 w 228384"/>
                  <a:gd name="connsiteY2" fmla="*/ 0 h 124990"/>
                  <a:gd name="connsiteX3" fmla="*/ 0 w 228384"/>
                  <a:gd name="connsiteY3" fmla="*/ 124990 h 1249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28384" h="124990">
                    <a:moveTo>
                      <a:pt x="0" y="124990"/>
                    </a:moveTo>
                    <a:lnTo>
                      <a:pt x="228384" y="37433"/>
                    </a:lnTo>
                    <a:lnTo>
                      <a:pt x="181129" y="0"/>
                    </a:lnTo>
                    <a:lnTo>
                      <a:pt x="0" y="124990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15" name="Freeform 614">
                <a:extLst>
                  <a:ext uri="{FF2B5EF4-FFF2-40B4-BE49-F238E27FC236}">
                    <a16:creationId xmlns:a16="http://schemas.microsoft.com/office/drawing/2014/main" id="{62150268-FC29-D0D7-27E2-EA52BBD4038B}"/>
                  </a:ext>
                </a:extLst>
              </p:cNvPr>
              <p:cNvSpPr/>
              <p:nvPr/>
            </p:nvSpPr>
            <p:spPr>
              <a:xfrm>
                <a:off x="9091372" y="4637982"/>
                <a:ext cx="147100" cy="174581"/>
              </a:xfrm>
              <a:custGeom>
                <a:avLst/>
                <a:gdLst>
                  <a:gd name="connsiteX0" fmla="*/ 0 w 147100"/>
                  <a:gd name="connsiteY0" fmla="*/ 174582 h 174581"/>
                  <a:gd name="connsiteX1" fmla="*/ 147100 w 147100"/>
                  <a:gd name="connsiteY1" fmla="*/ 155385 h 174581"/>
                  <a:gd name="connsiteX2" fmla="*/ 44055 w 147100"/>
                  <a:gd name="connsiteY2" fmla="*/ 0 h 174581"/>
                  <a:gd name="connsiteX3" fmla="*/ 0 w 147100"/>
                  <a:gd name="connsiteY3" fmla="*/ 174582 h 1745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47100" h="174581">
                    <a:moveTo>
                      <a:pt x="0" y="174582"/>
                    </a:moveTo>
                    <a:lnTo>
                      <a:pt x="147100" y="155385"/>
                    </a:lnTo>
                    <a:lnTo>
                      <a:pt x="44055" y="0"/>
                    </a:lnTo>
                    <a:lnTo>
                      <a:pt x="0" y="174582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16" name="Freeform 615">
                <a:extLst>
                  <a:ext uri="{FF2B5EF4-FFF2-40B4-BE49-F238E27FC236}">
                    <a16:creationId xmlns:a16="http://schemas.microsoft.com/office/drawing/2014/main" id="{17EE5062-8EB0-5182-5DDC-A1CE26ECACF5}"/>
                  </a:ext>
                </a:extLst>
              </p:cNvPr>
              <p:cNvSpPr/>
              <p:nvPr/>
            </p:nvSpPr>
            <p:spPr>
              <a:xfrm>
                <a:off x="9238472" y="4793367"/>
                <a:ext cx="172488" cy="113898"/>
              </a:xfrm>
              <a:custGeom>
                <a:avLst/>
                <a:gdLst>
                  <a:gd name="connsiteX0" fmla="*/ 5974 w 172488"/>
                  <a:gd name="connsiteY0" fmla="*/ 101742 h 113898"/>
                  <a:gd name="connsiteX1" fmla="*/ 172488 w 172488"/>
                  <a:gd name="connsiteY1" fmla="*/ 113899 h 113898"/>
                  <a:gd name="connsiteX2" fmla="*/ 0 w 172488"/>
                  <a:gd name="connsiteY2" fmla="*/ 0 h 113898"/>
                  <a:gd name="connsiteX3" fmla="*/ 5974 w 172488"/>
                  <a:gd name="connsiteY3" fmla="*/ 101742 h 1138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72488" h="113898">
                    <a:moveTo>
                      <a:pt x="5974" y="101742"/>
                    </a:moveTo>
                    <a:lnTo>
                      <a:pt x="172488" y="113899"/>
                    </a:lnTo>
                    <a:lnTo>
                      <a:pt x="0" y="0"/>
                    </a:lnTo>
                    <a:lnTo>
                      <a:pt x="5974" y="101742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17" name="Freeform 616">
                <a:extLst>
                  <a:ext uri="{FF2B5EF4-FFF2-40B4-BE49-F238E27FC236}">
                    <a16:creationId xmlns:a16="http://schemas.microsoft.com/office/drawing/2014/main" id="{BAF81594-5D36-E6BD-B028-24B9CD2BAA09}"/>
                  </a:ext>
                </a:extLst>
              </p:cNvPr>
              <p:cNvSpPr/>
              <p:nvPr/>
            </p:nvSpPr>
            <p:spPr>
              <a:xfrm>
                <a:off x="8898083" y="3924407"/>
                <a:ext cx="181128" cy="175221"/>
              </a:xfrm>
              <a:custGeom>
                <a:avLst/>
                <a:gdLst>
                  <a:gd name="connsiteX0" fmla="*/ 66990 w 181128"/>
                  <a:gd name="connsiteY0" fmla="*/ 0 h 175221"/>
                  <a:gd name="connsiteX1" fmla="*/ 181129 w 181128"/>
                  <a:gd name="connsiteY1" fmla="*/ 50231 h 175221"/>
                  <a:gd name="connsiteX2" fmla="*/ 0 w 181128"/>
                  <a:gd name="connsiteY2" fmla="*/ 175221 h 175221"/>
                  <a:gd name="connsiteX3" fmla="*/ 66990 w 181128"/>
                  <a:gd name="connsiteY3" fmla="*/ 0 h 17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81128" h="175221">
                    <a:moveTo>
                      <a:pt x="66990" y="0"/>
                    </a:moveTo>
                    <a:lnTo>
                      <a:pt x="181129" y="50231"/>
                    </a:lnTo>
                    <a:lnTo>
                      <a:pt x="0" y="175221"/>
                    </a:lnTo>
                    <a:lnTo>
                      <a:pt x="66990" y="0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20" name="Freeform 619">
                <a:extLst>
                  <a:ext uri="{FF2B5EF4-FFF2-40B4-BE49-F238E27FC236}">
                    <a16:creationId xmlns:a16="http://schemas.microsoft.com/office/drawing/2014/main" id="{0101A221-FC48-6219-E71E-EDFDA23F8A93}"/>
                  </a:ext>
                </a:extLst>
              </p:cNvPr>
              <p:cNvSpPr/>
              <p:nvPr/>
            </p:nvSpPr>
            <p:spPr>
              <a:xfrm>
                <a:off x="8965072" y="3858072"/>
                <a:ext cx="155314" cy="116565"/>
              </a:xfrm>
              <a:custGeom>
                <a:avLst/>
                <a:gdLst>
                  <a:gd name="connsiteX0" fmla="*/ 0 w 155314"/>
                  <a:gd name="connsiteY0" fmla="*/ 66334 h 116565"/>
                  <a:gd name="connsiteX1" fmla="*/ 155314 w 155314"/>
                  <a:gd name="connsiteY1" fmla="*/ 0 h 116565"/>
                  <a:gd name="connsiteX2" fmla="*/ 114139 w 155314"/>
                  <a:gd name="connsiteY2" fmla="*/ 116565 h 116565"/>
                  <a:gd name="connsiteX3" fmla="*/ 0 w 155314"/>
                  <a:gd name="connsiteY3" fmla="*/ 66334 h 1165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55314" h="116565">
                    <a:moveTo>
                      <a:pt x="0" y="66334"/>
                    </a:moveTo>
                    <a:lnTo>
                      <a:pt x="155314" y="0"/>
                    </a:lnTo>
                    <a:lnTo>
                      <a:pt x="114139" y="116565"/>
                    </a:lnTo>
                    <a:lnTo>
                      <a:pt x="0" y="66334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21" name="Freeform 620">
                <a:extLst>
                  <a:ext uri="{FF2B5EF4-FFF2-40B4-BE49-F238E27FC236}">
                    <a16:creationId xmlns:a16="http://schemas.microsoft.com/office/drawing/2014/main" id="{661257BD-225A-8789-9F5E-851F03888643}"/>
                  </a:ext>
                </a:extLst>
              </p:cNvPr>
              <p:cNvSpPr/>
              <p:nvPr/>
            </p:nvSpPr>
            <p:spPr>
              <a:xfrm>
                <a:off x="8917817" y="3693089"/>
                <a:ext cx="123632" cy="231317"/>
              </a:xfrm>
              <a:custGeom>
                <a:avLst/>
                <a:gdLst>
                  <a:gd name="connsiteX0" fmla="*/ 0 w 123632"/>
                  <a:gd name="connsiteY0" fmla="*/ 172662 h 231317"/>
                  <a:gd name="connsiteX1" fmla="*/ 123633 w 123632"/>
                  <a:gd name="connsiteY1" fmla="*/ 0 h 231317"/>
                  <a:gd name="connsiteX2" fmla="*/ 47256 w 123632"/>
                  <a:gd name="connsiteY2" fmla="*/ 231317 h 231317"/>
                  <a:gd name="connsiteX3" fmla="*/ 0 w 123632"/>
                  <a:gd name="connsiteY3" fmla="*/ 172662 h 2313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23632" h="231317">
                    <a:moveTo>
                      <a:pt x="0" y="172662"/>
                    </a:moveTo>
                    <a:lnTo>
                      <a:pt x="123633" y="0"/>
                    </a:lnTo>
                    <a:lnTo>
                      <a:pt x="47256" y="231317"/>
                    </a:lnTo>
                    <a:lnTo>
                      <a:pt x="0" y="172662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22" name="Freeform 621">
                <a:extLst>
                  <a:ext uri="{FF2B5EF4-FFF2-40B4-BE49-F238E27FC236}">
                    <a16:creationId xmlns:a16="http://schemas.microsoft.com/office/drawing/2014/main" id="{96F0D99B-7D5B-8FE6-86E5-3FBEEB05442A}"/>
                  </a:ext>
                </a:extLst>
              </p:cNvPr>
              <p:cNvSpPr/>
              <p:nvPr/>
            </p:nvSpPr>
            <p:spPr>
              <a:xfrm>
                <a:off x="8729968" y="4812564"/>
                <a:ext cx="176328" cy="100141"/>
              </a:xfrm>
              <a:custGeom>
                <a:avLst/>
                <a:gdLst>
                  <a:gd name="connsiteX0" fmla="*/ 0 w 176328"/>
                  <a:gd name="connsiteY0" fmla="*/ 100141 h 100141"/>
                  <a:gd name="connsiteX1" fmla="*/ 70510 w 176328"/>
                  <a:gd name="connsiteY1" fmla="*/ 0 h 100141"/>
                  <a:gd name="connsiteX2" fmla="*/ 176328 w 176328"/>
                  <a:gd name="connsiteY2" fmla="*/ 82545 h 100141"/>
                  <a:gd name="connsiteX3" fmla="*/ 0 w 176328"/>
                  <a:gd name="connsiteY3" fmla="*/ 100141 h 1001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76328" h="100141">
                    <a:moveTo>
                      <a:pt x="0" y="100141"/>
                    </a:moveTo>
                    <a:lnTo>
                      <a:pt x="70510" y="0"/>
                    </a:lnTo>
                    <a:lnTo>
                      <a:pt x="176328" y="82545"/>
                    </a:lnTo>
                    <a:lnTo>
                      <a:pt x="0" y="100141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23" name="Freeform 622">
                <a:extLst>
                  <a:ext uri="{FF2B5EF4-FFF2-40B4-BE49-F238E27FC236}">
                    <a16:creationId xmlns:a16="http://schemas.microsoft.com/office/drawing/2014/main" id="{565BDFB0-0321-AEBF-4754-C10219822C75}"/>
                  </a:ext>
                </a:extLst>
              </p:cNvPr>
              <p:cNvSpPr/>
              <p:nvPr/>
            </p:nvSpPr>
            <p:spPr>
              <a:xfrm>
                <a:off x="8352457" y="4862901"/>
                <a:ext cx="377511" cy="92143"/>
              </a:xfrm>
              <a:custGeom>
                <a:avLst/>
                <a:gdLst>
                  <a:gd name="connsiteX0" fmla="*/ 377511 w 377511"/>
                  <a:gd name="connsiteY0" fmla="*/ 49804 h 92143"/>
                  <a:gd name="connsiteX1" fmla="*/ 0 w 377511"/>
                  <a:gd name="connsiteY1" fmla="*/ 92143 h 92143"/>
                  <a:gd name="connsiteX2" fmla="*/ 288227 w 377511"/>
                  <a:gd name="connsiteY2" fmla="*/ 0 h 92143"/>
                  <a:gd name="connsiteX3" fmla="*/ 377511 w 377511"/>
                  <a:gd name="connsiteY3" fmla="*/ 49804 h 921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77511" h="92143">
                    <a:moveTo>
                      <a:pt x="377511" y="49804"/>
                    </a:moveTo>
                    <a:lnTo>
                      <a:pt x="0" y="92143"/>
                    </a:lnTo>
                    <a:lnTo>
                      <a:pt x="288227" y="0"/>
                    </a:lnTo>
                    <a:lnTo>
                      <a:pt x="377511" y="49804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24" name="Freeform 623">
                <a:extLst>
                  <a:ext uri="{FF2B5EF4-FFF2-40B4-BE49-F238E27FC236}">
                    <a16:creationId xmlns:a16="http://schemas.microsoft.com/office/drawing/2014/main" id="{37596E09-DFD3-EBC8-6152-F6F4CDAD77AB}"/>
                  </a:ext>
                </a:extLst>
              </p:cNvPr>
              <p:cNvSpPr/>
              <p:nvPr/>
            </p:nvSpPr>
            <p:spPr>
              <a:xfrm>
                <a:off x="8800478" y="4736951"/>
                <a:ext cx="105818" cy="158157"/>
              </a:xfrm>
              <a:custGeom>
                <a:avLst/>
                <a:gdLst>
                  <a:gd name="connsiteX0" fmla="*/ 0 w 105818"/>
                  <a:gd name="connsiteY0" fmla="*/ 75613 h 158157"/>
                  <a:gd name="connsiteX1" fmla="*/ 88004 w 105818"/>
                  <a:gd name="connsiteY1" fmla="*/ 0 h 158157"/>
                  <a:gd name="connsiteX2" fmla="*/ 105819 w 105818"/>
                  <a:gd name="connsiteY2" fmla="*/ 158158 h 158157"/>
                  <a:gd name="connsiteX3" fmla="*/ 0 w 105818"/>
                  <a:gd name="connsiteY3" fmla="*/ 75613 h 1581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5818" h="158157">
                    <a:moveTo>
                      <a:pt x="0" y="75613"/>
                    </a:moveTo>
                    <a:lnTo>
                      <a:pt x="88004" y="0"/>
                    </a:lnTo>
                    <a:lnTo>
                      <a:pt x="105819" y="158158"/>
                    </a:lnTo>
                    <a:lnTo>
                      <a:pt x="0" y="75613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25" name="Freeform 624">
                <a:extLst>
                  <a:ext uri="{FF2B5EF4-FFF2-40B4-BE49-F238E27FC236}">
                    <a16:creationId xmlns:a16="http://schemas.microsoft.com/office/drawing/2014/main" id="{E519AAF3-7AE6-A817-1F6A-EC03CDD5AF6F}"/>
                  </a:ext>
                </a:extLst>
              </p:cNvPr>
              <p:cNvSpPr/>
              <p:nvPr/>
            </p:nvSpPr>
            <p:spPr>
              <a:xfrm>
                <a:off x="8987900" y="4146233"/>
                <a:ext cx="149767" cy="81158"/>
              </a:xfrm>
              <a:custGeom>
                <a:avLst/>
                <a:gdLst>
                  <a:gd name="connsiteX0" fmla="*/ 149767 w 149767"/>
                  <a:gd name="connsiteY0" fmla="*/ 0 h 81158"/>
                  <a:gd name="connsiteX1" fmla="*/ 0 w 149767"/>
                  <a:gd name="connsiteY1" fmla="*/ 0 h 81158"/>
                  <a:gd name="connsiteX2" fmla="*/ 147527 w 149767"/>
                  <a:gd name="connsiteY2" fmla="*/ 81159 h 81158"/>
                  <a:gd name="connsiteX3" fmla="*/ 149767 w 149767"/>
                  <a:gd name="connsiteY3" fmla="*/ 0 h 811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49767" h="81158">
                    <a:moveTo>
                      <a:pt x="149767" y="0"/>
                    </a:moveTo>
                    <a:lnTo>
                      <a:pt x="0" y="0"/>
                    </a:lnTo>
                    <a:lnTo>
                      <a:pt x="147527" y="81159"/>
                    </a:lnTo>
                    <a:lnTo>
                      <a:pt x="149767" y="0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26" name="Freeform 625">
                <a:extLst>
                  <a:ext uri="{FF2B5EF4-FFF2-40B4-BE49-F238E27FC236}">
                    <a16:creationId xmlns:a16="http://schemas.microsoft.com/office/drawing/2014/main" id="{48C3C778-578C-53F9-1B09-2507B7E40584}"/>
                  </a:ext>
                </a:extLst>
              </p:cNvPr>
              <p:cNvSpPr/>
              <p:nvPr/>
            </p:nvSpPr>
            <p:spPr>
              <a:xfrm>
                <a:off x="8898083" y="4246907"/>
                <a:ext cx="173661" cy="127869"/>
              </a:xfrm>
              <a:custGeom>
                <a:avLst/>
                <a:gdLst>
                  <a:gd name="connsiteX0" fmla="*/ 0 w 173661"/>
                  <a:gd name="connsiteY0" fmla="*/ 0 h 127869"/>
                  <a:gd name="connsiteX1" fmla="*/ 173662 w 173661"/>
                  <a:gd name="connsiteY1" fmla="*/ 57803 h 127869"/>
                  <a:gd name="connsiteX2" fmla="*/ 4587 w 173661"/>
                  <a:gd name="connsiteY2" fmla="*/ 127870 h 127869"/>
                  <a:gd name="connsiteX3" fmla="*/ 0 w 173661"/>
                  <a:gd name="connsiteY3" fmla="*/ 0 h 1278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73661" h="127869">
                    <a:moveTo>
                      <a:pt x="0" y="0"/>
                    </a:moveTo>
                    <a:lnTo>
                      <a:pt x="173662" y="57803"/>
                    </a:lnTo>
                    <a:lnTo>
                      <a:pt x="4587" y="12787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27" name="Freeform 626">
                <a:extLst>
                  <a:ext uri="{FF2B5EF4-FFF2-40B4-BE49-F238E27FC236}">
                    <a16:creationId xmlns:a16="http://schemas.microsoft.com/office/drawing/2014/main" id="{8529684B-3338-1909-A813-DAA0190F126F}"/>
                  </a:ext>
                </a:extLst>
              </p:cNvPr>
              <p:cNvSpPr/>
              <p:nvPr/>
            </p:nvSpPr>
            <p:spPr>
              <a:xfrm>
                <a:off x="8987900" y="4146233"/>
                <a:ext cx="147526" cy="158477"/>
              </a:xfrm>
              <a:custGeom>
                <a:avLst/>
                <a:gdLst>
                  <a:gd name="connsiteX0" fmla="*/ 83844 w 147526"/>
                  <a:gd name="connsiteY0" fmla="*/ 158477 h 158477"/>
                  <a:gd name="connsiteX1" fmla="*/ 0 w 147526"/>
                  <a:gd name="connsiteY1" fmla="*/ 0 h 158477"/>
                  <a:gd name="connsiteX2" fmla="*/ 147527 w 147526"/>
                  <a:gd name="connsiteY2" fmla="*/ 81159 h 158477"/>
                  <a:gd name="connsiteX3" fmla="*/ 83844 w 147526"/>
                  <a:gd name="connsiteY3" fmla="*/ 158477 h 1584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47526" h="158477">
                    <a:moveTo>
                      <a:pt x="83844" y="158477"/>
                    </a:moveTo>
                    <a:lnTo>
                      <a:pt x="0" y="0"/>
                    </a:lnTo>
                    <a:lnTo>
                      <a:pt x="147527" y="81159"/>
                    </a:lnTo>
                    <a:lnTo>
                      <a:pt x="83844" y="158477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28" name="Freeform 627">
                <a:extLst>
                  <a:ext uri="{FF2B5EF4-FFF2-40B4-BE49-F238E27FC236}">
                    <a16:creationId xmlns:a16="http://schemas.microsoft.com/office/drawing/2014/main" id="{A6FDB3DF-6482-0FD9-6391-645E2B12BC6B}"/>
                  </a:ext>
                </a:extLst>
              </p:cNvPr>
              <p:cNvSpPr/>
              <p:nvPr/>
            </p:nvSpPr>
            <p:spPr>
              <a:xfrm>
                <a:off x="9071744" y="4227391"/>
                <a:ext cx="63683" cy="170528"/>
              </a:xfrm>
              <a:custGeom>
                <a:avLst/>
                <a:gdLst>
                  <a:gd name="connsiteX0" fmla="*/ 61123 w 63683"/>
                  <a:gd name="connsiteY0" fmla="*/ 170529 h 170528"/>
                  <a:gd name="connsiteX1" fmla="*/ 63683 w 63683"/>
                  <a:gd name="connsiteY1" fmla="*/ 0 h 170528"/>
                  <a:gd name="connsiteX2" fmla="*/ 0 w 63683"/>
                  <a:gd name="connsiteY2" fmla="*/ 77319 h 170528"/>
                  <a:gd name="connsiteX3" fmla="*/ 61123 w 63683"/>
                  <a:gd name="connsiteY3" fmla="*/ 170529 h 1705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3683" h="170528">
                    <a:moveTo>
                      <a:pt x="61123" y="170529"/>
                    </a:moveTo>
                    <a:lnTo>
                      <a:pt x="63683" y="0"/>
                    </a:lnTo>
                    <a:lnTo>
                      <a:pt x="0" y="77319"/>
                    </a:lnTo>
                    <a:lnTo>
                      <a:pt x="61123" y="170529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29" name="Freeform 628">
                <a:extLst>
                  <a:ext uri="{FF2B5EF4-FFF2-40B4-BE49-F238E27FC236}">
                    <a16:creationId xmlns:a16="http://schemas.microsoft.com/office/drawing/2014/main" id="{56F77580-F161-6105-3D5A-D52A717857F4}"/>
                  </a:ext>
                </a:extLst>
              </p:cNvPr>
              <p:cNvSpPr/>
              <p:nvPr/>
            </p:nvSpPr>
            <p:spPr>
              <a:xfrm>
                <a:off x="8906296" y="4812564"/>
                <a:ext cx="338149" cy="82544"/>
              </a:xfrm>
              <a:custGeom>
                <a:avLst/>
                <a:gdLst>
                  <a:gd name="connsiteX0" fmla="*/ 0 w 338149"/>
                  <a:gd name="connsiteY0" fmla="*/ 82545 h 82544"/>
                  <a:gd name="connsiteX1" fmla="*/ 338149 w 338149"/>
                  <a:gd name="connsiteY1" fmla="*/ 82545 h 82544"/>
                  <a:gd name="connsiteX2" fmla="*/ 185075 w 338149"/>
                  <a:gd name="connsiteY2" fmla="*/ 0 h 82544"/>
                  <a:gd name="connsiteX3" fmla="*/ 0 w 338149"/>
                  <a:gd name="connsiteY3" fmla="*/ 82545 h 825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38149" h="82544">
                    <a:moveTo>
                      <a:pt x="0" y="82545"/>
                    </a:moveTo>
                    <a:lnTo>
                      <a:pt x="338149" y="82545"/>
                    </a:lnTo>
                    <a:lnTo>
                      <a:pt x="185075" y="0"/>
                    </a:lnTo>
                    <a:lnTo>
                      <a:pt x="0" y="82545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30" name="Freeform 629">
                <a:extLst>
                  <a:ext uri="{FF2B5EF4-FFF2-40B4-BE49-F238E27FC236}">
                    <a16:creationId xmlns:a16="http://schemas.microsoft.com/office/drawing/2014/main" id="{1779D2E2-0095-FA40-63C5-E4810AB75B6C}"/>
                  </a:ext>
                </a:extLst>
              </p:cNvPr>
              <p:cNvSpPr/>
              <p:nvPr/>
            </p:nvSpPr>
            <p:spPr>
              <a:xfrm>
                <a:off x="9415440" y="4884977"/>
                <a:ext cx="408232" cy="55456"/>
              </a:xfrm>
              <a:custGeom>
                <a:avLst/>
                <a:gdLst>
                  <a:gd name="connsiteX0" fmla="*/ 0 w 408232"/>
                  <a:gd name="connsiteY0" fmla="*/ 22289 h 55456"/>
                  <a:gd name="connsiteX1" fmla="*/ 107739 w 408232"/>
                  <a:gd name="connsiteY1" fmla="*/ 0 h 55456"/>
                  <a:gd name="connsiteX2" fmla="*/ 408233 w 408232"/>
                  <a:gd name="connsiteY2" fmla="*/ 55457 h 55456"/>
                  <a:gd name="connsiteX3" fmla="*/ 0 w 408232"/>
                  <a:gd name="connsiteY3" fmla="*/ 22289 h 554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08232" h="55456">
                    <a:moveTo>
                      <a:pt x="0" y="22289"/>
                    </a:moveTo>
                    <a:lnTo>
                      <a:pt x="107739" y="0"/>
                    </a:lnTo>
                    <a:lnTo>
                      <a:pt x="408233" y="55457"/>
                    </a:lnTo>
                    <a:lnTo>
                      <a:pt x="0" y="22289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31" name="Freeform 630">
                <a:extLst>
                  <a:ext uri="{FF2B5EF4-FFF2-40B4-BE49-F238E27FC236}">
                    <a16:creationId xmlns:a16="http://schemas.microsoft.com/office/drawing/2014/main" id="{C9A91229-3F82-FF89-9890-6A79E8B1EBB8}"/>
                  </a:ext>
                </a:extLst>
              </p:cNvPr>
              <p:cNvSpPr/>
              <p:nvPr/>
            </p:nvSpPr>
            <p:spPr>
              <a:xfrm>
                <a:off x="8640684" y="4812564"/>
                <a:ext cx="159794" cy="100141"/>
              </a:xfrm>
              <a:custGeom>
                <a:avLst/>
                <a:gdLst>
                  <a:gd name="connsiteX0" fmla="*/ 0 w 159794"/>
                  <a:gd name="connsiteY0" fmla="*/ 50337 h 100141"/>
                  <a:gd name="connsiteX1" fmla="*/ 159794 w 159794"/>
                  <a:gd name="connsiteY1" fmla="*/ 0 h 100141"/>
                  <a:gd name="connsiteX2" fmla="*/ 89285 w 159794"/>
                  <a:gd name="connsiteY2" fmla="*/ 100141 h 100141"/>
                  <a:gd name="connsiteX3" fmla="*/ 0 w 159794"/>
                  <a:gd name="connsiteY3" fmla="*/ 50337 h 1001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59794" h="100141">
                    <a:moveTo>
                      <a:pt x="0" y="50337"/>
                    </a:moveTo>
                    <a:lnTo>
                      <a:pt x="159794" y="0"/>
                    </a:lnTo>
                    <a:lnTo>
                      <a:pt x="89285" y="100141"/>
                    </a:lnTo>
                    <a:lnTo>
                      <a:pt x="0" y="50337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32" name="Freeform 631">
                <a:extLst>
                  <a:ext uri="{FF2B5EF4-FFF2-40B4-BE49-F238E27FC236}">
                    <a16:creationId xmlns:a16="http://schemas.microsoft.com/office/drawing/2014/main" id="{84AA09D4-78AB-9632-1245-7465D348E654}"/>
                  </a:ext>
                </a:extLst>
              </p:cNvPr>
              <p:cNvSpPr/>
              <p:nvPr/>
            </p:nvSpPr>
            <p:spPr>
              <a:xfrm>
                <a:off x="9126467" y="4012071"/>
                <a:ext cx="50989" cy="134161"/>
              </a:xfrm>
              <a:custGeom>
                <a:avLst/>
                <a:gdLst>
                  <a:gd name="connsiteX0" fmla="*/ 0 w 50989"/>
                  <a:gd name="connsiteY0" fmla="*/ 0 h 134161"/>
                  <a:gd name="connsiteX1" fmla="*/ 50989 w 50989"/>
                  <a:gd name="connsiteY1" fmla="*/ 25062 h 134161"/>
                  <a:gd name="connsiteX2" fmla="*/ 11201 w 50989"/>
                  <a:gd name="connsiteY2" fmla="*/ 134162 h 134161"/>
                  <a:gd name="connsiteX3" fmla="*/ 0 w 50989"/>
                  <a:gd name="connsiteY3" fmla="*/ 0 h 1341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0989" h="134161">
                    <a:moveTo>
                      <a:pt x="0" y="0"/>
                    </a:moveTo>
                    <a:lnTo>
                      <a:pt x="50989" y="25062"/>
                    </a:lnTo>
                    <a:lnTo>
                      <a:pt x="11201" y="134162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33" name="Freeform 632">
                <a:extLst>
                  <a:ext uri="{FF2B5EF4-FFF2-40B4-BE49-F238E27FC236}">
                    <a16:creationId xmlns:a16="http://schemas.microsoft.com/office/drawing/2014/main" id="{06130074-25BC-4E49-FE82-BF99FBE59AA8}"/>
                  </a:ext>
                </a:extLst>
              </p:cNvPr>
              <p:cNvSpPr/>
              <p:nvPr/>
            </p:nvSpPr>
            <p:spPr>
              <a:xfrm>
                <a:off x="9137667" y="4037133"/>
                <a:ext cx="64536" cy="109099"/>
              </a:xfrm>
              <a:custGeom>
                <a:avLst/>
                <a:gdLst>
                  <a:gd name="connsiteX0" fmla="*/ 0 w 64536"/>
                  <a:gd name="connsiteY0" fmla="*/ 109100 h 109099"/>
                  <a:gd name="connsiteX1" fmla="*/ 64536 w 64536"/>
                  <a:gd name="connsiteY1" fmla="*/ 54177 h 109099"/>
                  <a:gd name="connsiteX2" fmla="*/ 39788 w 64536"/>
                  <a:gd name="connsiteY2" fmla="*/ 0 h 109099"/>
                  <a:gd name="connsiteX3" fmla="*/ 0 w 64536"/>
                  <a:gd name="connsiteY3" fmla="*/ 109100 h 109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4536" h="109099">
                    <a:moveTo>
                      <a:pt x="0" y="109100"/>
                    </a:moveTo>
                    <a:lnTo>
                      <a:pt x="64536" y="54177"/>
                    </a:lnTo>
                    <a:lnTo>
                      <a:pt x="39788" y="0"/>
                    </a:lnTo>
                    <a:lnTo>
                      <a:pt x="0" y="109100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34" name="Freeform 633">
                <a:extLst>
                  <a:ext uri="{FF2B5EF4-FFF2-40B4-BE49-F238E27FC236}">
                    <a16:creationId xmlns:a16="http://schemas.microsoft.com/office/drawing/2014/main" id="{DDE435F5-1C88-039B-195A-12226AA38460}"/>
                  </a:ext>
                </a:extLst>
              </p:cNvPr>
              <p:cNvSpPr/>
              <p:nvPr/>
            </p:nvSpPr>
            <p:spPr>
              <a:xfrm>
                <a:off x="9137667" y="4091309"/>
                <a:ext cx="95364" cy="54923"/>
              </a:xfrm>
              <a:custGeom>
                <a:avLst/>
                <a:gdLst>
                  <a:gd name="connsiteX0" fmla="*/ 0 w 95364"/>
                  <a:gd name="connsiteY0" fmla="*/ 54923 h 54923"/>
                  <a:gd name="connsiteX1" fmla="*/ 95364 w 95364"/>
                  <a:gd name="connsiteY1" fmla="*/ 18770 h 54923"/>
                  <a:gd name="connsiteX2" fmla="*/ 64536 w 95364"/>
                  <a:gd name="connsiteY2" fmla="*/ 0 h 54923"/>
                  <a:gd name="connsiteX3" fmla="*/ 0 w 95364"/>
                  <a:gd name="connsiteY3" fmla="*/ 54923 h 549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5364" h="54923">
                    <a:moveTo>
                      <a:pt x="0" y="54923"/>
                    </a:moveTo>
                    <a:lnTo>
                      <a:pt x="95364" y="18770"/>
                    </a:lnTo>
                    <a:lnTo>
                      <a:pt x="64536" y="0"/>
                    </a:lnTo>
                    <a:lnTo>
                      <a:pt x="0" y="54923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35" name="Freeform 634">
                <a:extLst>
                  <a:ext uri="{FF2B5EF4-FFF2-40B4-BE49-F238E27FC236}">
                    <a16:creationId xmlns:a16="http://schemas.microsoft.com/office/drawing/2014/main" id="{A4307184-710B-77F6-D645-259CF8D56415}"/>
                  </a:ext>
                </a:extLst>
              </p:cNvPr>
              <p:cNvSpPr/>
              <p:nvPr/>
            </p:nvSpPr>
            <p:spPr>
              <a:xfrm>
                <a:off x="9177456" y="4030307"/>
                <a:ext cx="109232" cy="61002"/>
              </a:xfrm>
              <a:custGeom>
                <a:avLst/>
                <a:gdLst>
                  <a:gd name="connsiteX0" fmla="*/ 0 w 109232"/>
                  <a:gd name="connsiteY0" fmla="*/ 6826 h 61002"/>
                  <a:gd name="connsiteX1" fmla="*/ 109232 w 109232"/>
                  <a:gd name="connsiteY1" fmla="*/ 0 h 61002"/>
                  <a:gd name="connsiteX2" fmla="*/ 24748 w 109232"/>
                  <a:gd name="connsiteY2" fmla="*/ 61002 h 61002"/>
                  <a:gd name="connsiteX3" fmla="*/ 0 w 109232"/>
                  <a:gd name="connsiteY3" fmla="*/ 6826 h 610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9232" h="61002">
                    <a:moveTo>
                      <a:pt x="0" y="6826"/>
                    </a:moveTo>
                    <a:lnTo>
                      <a:pt x="109232" y="0"/>
                    </a:lnTo>
                    <a:lnTo>
                      <a:pt x="24748" y="61002"/>
                    </a:lnTo>
                    <a:lnTo>
                      <a:pt x="0" y="6826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36" name="Freeform 635">
                <a:extLst>
                  <a:ext uri="{FF2B5EF4-FFF2-40B4-BE49-F238E27FC236}">
                    <a16:creationId xmlns:a16="http://schemas.microsoft.com/office/drawing/2014/main" id="{0FF233B7-6905-A1CF-DBDE-9B0FCD335269}"/>
                  </a:ext>
                </a:extLst>
              </p:cNvPr>
              <p:cNvSpPr/>
              <p:nvPr/>
            </p:nvSpPr>
            <p:spPr>
              <a:xfrm>
                <a:off x="9202204" y="4030307"/>
                <a:ext cx="84484" cy="79772"/>
              </a:xfrm>
              <a:custGeom>
                <a:avLst/>
                <a:gdLst>
                  <a:gd name="connsiteX0" fmla="*/ 30828 w 84484"/>
                  <a:gd name="connsiteY0" fmla="*/ 79772 h 79772"/>
                  <a:gd name="connsiteX1" fmla="*/ 84484 w 84484"/>
                  <a:gd name="connsiteY1" fmla="*/ 0 h 79772"/>
                  <a:gd name="connsiteX2" fmla="*/ 0 w 84484"/>
                  <a:gd name="connsiteY2" fmla="*/ 61002 h 79772"/>
                  <a:gd name="connsiteX3" fmla="*/ 30828 w 84484"/>
                  <a:gd name="connsiteY3" fmla="*/ 79772 h 797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4484" h="79772">
                    <a:moveTo>
                      <a:pt x="30828" y="79772"/>
                    </a:moveTo>
                    <a:lnTo>
                      <a:pt x="84484" y="0"/>
                    </a:lnTo>
                    <a:lnTo>
                      <a:pt x="0" y="61002"/>
                    </a:lnTo>
                    <a:lnTo>
                      <a:pt x="30828" y="79772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37" name="Freeform 636">
                <a:extLst>
                  <a:ext uri="{FF2B5EF4-FFF2-40B4-BE49-F238E27FC236}">
                    <a16:creationId xmlns:a16="http://schemas.microsoft.com/office/drawing/2014/main" id="{2FD864BD-298B-D70E-628E-204B4944D7FD}"/>
                  </a:ext>
                </a:extLst>
              </p:cNvPr>
              <p:cNvSpPr/>
              <p:nvPr/>
            </p:nvSpPr>
            <p:spPr>
              <a:xfrm>
                <a:off x="9177456" y="3953948"/>
                <a:ext cx="149660" cy="83184"/>
              </a:xfrm>
              <a:custGeom>
                <a:avLst/>
                <a:gdLst>
                  <a:gd name="connsiteX0" fmla="*/ 0 w 149660"/>
                  <a:gd name="connsiteY0" fmla="*/ 83185 h 83184"/>
                  <a:gd name="connsiteX1" fmla="*/ 149660 w 149660"/>
                  <a:gd name="connsiteY1" fmla="*/ 0 h 83184"/>
                  <a:gd name="connsiteX2" fmla="*/ 109232 w 149660"/>
                  <a:gd name="connsiteY2" fmla="*/ 76359 h 83184"/>
                  <a:gd name="connsiteX3" fmla="*/ 0 w 149660"/>
                  <a:gd name="connsiteY3" fmla="*/ 83185 h 831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49660" h="83184">
                    <a:moveTo>
                      <a:pt x="0" y="83185"/>
                    </a:moveTo>
                    <a:lnTo>
                      <a:pt x="149660" y="0"/>
                    </a:lnTo>
                    <a:lnTo>
                      <a:pt x="109232" y="76359"/>
                    </a:lnTo>
                    <a:lnTo>
                      <a:pt x="0" y="83185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38" name="Freeform 637">
                <a:extLst>
                  <a:ext uri="{FF2B5EF4-FFF2-40B4-BE49-F238E27FC236}">
                    <a16:creationId xmlns:a16="http://schemas.microsoft.com/office/drawing/2014/main" id="{628302A3-54EE-B73F-1D1D-FB2B6CCE1401}"/>
                  </a:ext>
                </a:extLst>
              </p:cNvPr>
              <p:cNvSpPr/>
              <p:nvPr/>
            </p:nvSpPr>
            <p:spPr>
              <a:xfrm>
                <a:off x="9233032" y="4024549"/>
                <a:ext cx="96644" cy="85530"/>
              </a:xfrm>
              <a:custGeom>
                <a:avLst/>
                <a:gdLst>
                  <a:gd name="connsiteX0" fmla="*/ 0 w 96644"/>
                  <a:gd name="connsiteY0" fmla="*/ 85531 h 85530"/>
                  <a:gd name="connsiteX1" fmla="*/ 96645 w 96644"/>
                  <a:gd name="connsiteY1" fmla="*/ 0 h 85530"/>
                  <a:gd name="connsiteX2" fmla="*/ 53656 w 96644"/>
                  <a:gd name="connsiteY2" fmla="*/ 5759 h 85530"/>
                  <a:gd name="connsiteX3" fmla="*/ 0 w 96644"/>
                  <a:gd name="connsiteY3" fmla="*/ 85531 h 855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6644" h="85530">
                    <a:moveTo>
                      <a:pt x="0" y="85531"/>
                    </a:moveTo>
                    <a:lnTo>
                      <a:pt x="96645" y="0"/>
                    </a:lnTo>
                    <a:lnTo>
                      <a:pt x="53656" y="5759"/>
                    </a:lnTo>
                    <a:lnTo>
                      <a:pt x="0" y="85531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39" name="Freeform 638">
                <a:extLst>
                  <a:ext uri="{FF2B5EF4-FFF2-40B4-BE49-F238E27FC236}">
                    <a16:creationId xmlns:a16="http://schemas.microsoft.com/office/drawing/2014/main" id="{D525D3DB-4ADC-0DE9-74CB-B60D3EAA794B}"/>
                  </a:ext>
                </a:extLst>
              </p:cNvPr>
              <p:cNvSpPr/>
              <p:nvPr/>
            </p:nvSpPr>
            <p:spPr>
              <a:xfrm>
                <a:off x="9327116" y="3953948"/>
                <a:ext cx="75523" cy="70600"/>
              </a:xfrm>
              <a:custGeom>
                <a:avLst/>
                <a:gdLst>
                  <a:gd name="connsiteX0" fmla="*/ 0 w 75523"/>
                  <a:gd name="connsiteY0" fmla="*/ 0 h 70600"/>
                  <a:gd name="connsiteX1" fmla="*/ 75524 w 75523"/>
                  <a:gd name="connsiteY1" fmla="*/ 33487 h 70600"/>
                  <a:gd name="connsiteX2" fmla="*/ 2560 w 75523"/>
                  <a:gd name="connsiteY2" fmla="*/ 70601 h 70600"/>
                  <a:gd name="connsiteX3" fmla="*/ 0 w 75523"/>
                  <a:gd name="connsiteY3" fmla="*/ 0 h 70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5523" h="70600">
                    <a:moveTo>
                      <a:pt x="0" y="0"/>
                    </a:moveTo>
                    <a:lnTo>
                      <a:pt x="75524" y="33487"/>
                    </a:lnTo>
                    <a:lnTo>
                      <a:pt x="2560" y="70601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2" name="Freeform 191">
                <a:extLst>
                  <a:ext uri="{FF2B5EF4-FFF2-40B4-BE49-F238E27FC236}">
                    <a16:creationId xmlns:a16="http://schemas.microsoft.com/office/drawing/2014/main" id="{0ABF6169-9E18-449E-2E2F-C7B627F04E4A}"/>
                  </a:ext>
                </a:extLst>
              </p:cNvPr>
              <p:cNvSpPr/>
              <p:nvPr/>
            </p:nvSpPr>
            <p:spPr>
              <a:xfrm>
                <a:off x="9327116" y="3934112"/>
                <a:ext cx="117445" cy="53323"/>
              </a:xfrm>
              <a:custGeom>
                <a:avLst/>
                <a:gdLst>
                  <a:gd name="connsiteX0" fmla="*/ 117446 w 117445"/>
                  <a:gd name="connsiteY0" fmla="*/ 0 h 53323"/>
                  <a:gd name="connsiteX1" fmla="*/ 0 w 117445"/>
                  <a:gd name="connsiteY1" fmla="*/ 19836 h 53323"/>
                  <a:gd name="connsiteX2" fmla="*/ 75524 w 117445"/>
                  <a:gd name="connsiteY2" fmla="*/ 53324 h 53323"/>
                  <a:gd name="connsiteX3" fmla="*/ 117446 w 117445"/>
                  <a:gd name="connsiteY3" fmla="*/ 0 h 533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7445" h="53323">
                    <a:moveTo>
                      <a:pt x="117446" y="0"/>
                    </a:moveTo>
                    <a:lnTo>
                      <a:pt x="0" y="19836"/>
                    </a:lnTo>
                    <a:lnTo>
                      <a:pt x="75524" y="53324"/>
                    </a:lnTo>
                    <a:lnTo>
                      <a:pt x="117446" y="0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3" name="Freeform 192">
                <a:extLst>
                  <a:ext uri="{FF2B5EF4-FFF2-40B4-BE49-F238E27FC236}">
                    <a16:creationId xmlns:a16="http://schemas.microsoft.com/office/drawing/2014/main" id="{C0B6286F-5399-74E0-C023-C3E5EA47E001}"/>
                  </a:ext>
                </a:extLst>
              </p:cNvPr>
              <p:cNvSpPr/>
              <p:nvPr/>
            </p:nvSpPr>
            <p:spPr>
              <a:xfrm>
                <a:off x="9402640" y="3934112"/>
                <a:ext cx="148486" cy="53323"/>
              </a:xfrm>
              <a:custGeom>
                <a:avLst/>
                <a:gdLst>
                  <a:gd name="connsiteX0" fmla="*/ 148487 w 148486"/>
                  <a:gd name="connsiteY0" fmla="*/ 17064 h 53323"/>
                  <a:gd name="connsiteX1" fmla="*/ 41922 w 148486"/>
                  <a:gd name="connsiteY1" fmla="*/ 0 h 53323"/>
                  <a:gd name="connsiteX2" fmla="*/ 0 w 148486"/>
                  <a:gd name="connsiteY2" fmla="*/ 53324 h 53323"/>
                  <a:gd name="connsiteX3" fmla="*/ 148487 w 148486"/>
                  <a:gd name="connsiteY3" fmla="*/ 17064 h 533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48486" h="53323">
                    <a:moveTo>
                      <a:pt x="148487" y="17064"/>
                    </a:moveTo>
                    <a:lnTo>
                      <a:pt x="41922" y="0"/>
                    </a:lnTo>
                    <a:lnTo>
                      <a:pt x="0" y="53324"/>
                    </a:lnTo>
                    <a:lnTo>
                      <a:pt x="148487" y="17064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4" name="Freeform 193">
                <a:extLst>
                  <a:ext uri="{FF2B5EF4-FFF2-40B4-BE49-F238E27FC236}">
                    <a16:creationId xmlns:a16="http://schemas.microsoft.com/office/drawing/2014/main" id="{8D0E3EB4-607F-4AF9-C264-B58044897B7A}"/>
                  </a:ext>
                </a:extLst>
              </p:cNvPr>
              <p:cNvSpPr/>
              <p:nvPr/>
            </p:nvSpPr>
            <p:spPr>
              <a:xfrm>
                <a:off x="9135427" y="4110079"/>
                <a:ext cx="97604" cy="117311"/>
              </a:xfrm>
              <a:custGeom>
                <a:avLst/>
                <a:gdLst>
                  <a:gd name="connsiteX0" fmla="*/ 0 w 97604"/>
                  <a:gd name="connsiteY0" fmla="*/ 117312 h 117311"/>
                  <a:gd name="connsiteX1" fmla="*/ 97605 w 97604"/>
                  <a:gd name="connsiteY1" fmla="*/ 0 h 117311"/>
                  <a:gd name="connsiteX2" fmla="*/ 2240 w 97604"/>
                  <a:gd name="connsiteY2" fmla="*/ 36153 h 117311"/>
                  <a:gd name="connsiteX3" fmla="*/ 0 w 97604"/>
                  <a:gd name="connsiteY3" fmla="*/ 117312 h 1173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7604" h="117311">
                    <a:moveTo>
                      <a:pt x="0" y="117312"/>
                    </a:moveTo>
                    <a:lnTo>
                      <a:pt x="97605" y="0"/>
                    </a:lnTo>
                    <a:lnTo>
                      <a:pt x="2240" y="36153"/>
                    </a:lnTo>
                    <a:lnTo>
                      <a:pt x="0" y="117312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5" name="Freeform 194">
                <a:extLst>
                  <a:ext uri="{FF2B5EF4-FFF2-40B4-BE49-F238E27FC236}">
                    <a16:creationId xmlns:a16="http://schemas.microsoft.com/office/drawing/2014/main" id="{1BF3CCCA-472D-57BF-11A6-246D15EB8483}"/>
                  </a:ext>
                </a:extLst>
              </p:cNvPr>
              <p:cNvSpPr/>
              <p:nvPr/>
            </p:nvSpPr>
            <p:spPr>
              <a:xfrm>
                <a:off x="9238472" y="4793367"/>
                <a:ext cx="284706" cy="113898"/>
              </a:xfrm>
              <a:custGeom>
                <a:avLst/>
                <a:gdLst>
                  <a:gd name="connsiteX0" fmla="*/ 0 w 284706"/>
                  <a:gd name="connsiteY0" fmla="*/ 0 h 113898"/>
                  <a:gd name="connsiteX1" fmla="*/ 284707 w 284706"/>
                  <a:gd name="connsiteY1" fmla="*/ 91610 h 113898"/>
                  <a:gd name="connsiteX2" fmla="*/ 176968 w 284706"/>
                  <a:gd name="connsiteY2" fmla="*/ 113899 h 113898"/>
                  <a:gd name="connsiteX3" fmla="*/ 0 w 284706"/>
                  <a:gd name="connsiteY3" fmla="*/ 0 h 1138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84706" h="113898">
                    <a:moveTo>
                      <a:pt x="0" y="0"/>
                    </a:moveTo>
                    <a:lnTo>
                      <a:pt x="284707" y="91610"/>
                    </a:lnTo>
                    <a:lnTo>
                      <a:pt x="176968" y="113899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595FF3C2-E9DC-28BC-F072-54AB58620593}"/>
                </a:ext>
              </a:extLst>
            </p:cNvPr>
            <p:cNvSpPr/>
            <p:nvPr/>
          </p:nvSpPr>
          <p:spPr>
            <a:xfrm>
              <a:off x="8861174" y="3179797"/>
              <a:ext cx="106031" cy="199110"/>
            </a:xfrm>
            <a:custGeom>
              <a:avLst/>
              <a:gdLst>
                <a:gd name="connsiteX0" fmla="*/ 54403 w 106031"/>
                <a:gd name="connsiteY0" fmla="*/ 199110 h 199110"/>
                <a:gd name="connsiteX1" fmla="*/ 0 w 106031"/>
                <a:gd name="connsiteY1" fmla="*/ 42766 h 199110"/>
                <a:gd name="connsiteX2" fmla="*/ 106032 w 106031"/>
                <a:gd name="connsiteY2" fmla="*/ 0 h 199110"/>
                <a:gd name="connsiteX3" fmla="*/ 54403 w 106031"/>
                <a:gd name="connsiteY3" fmla="*/ 199110 h 1991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6031" h="199110">
                  <a:moveTo>
                    <a:pt x="54403" y="199110"/>
                  </a:moveTo>
                  <a:lnTo>
                    <a:pt x="0" y="42766"/>
                  </a:lnTo>
                  <a:lnTo>
                    <a:pt x="106032" y="0"/>
                  </a:lnTo>
                  <a:lnTo>
                    <a:pt x="54403" y="19911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8CD5ED39-AEE1-CB38-9D22-2C001625DCF9}"/>
                </a:ext>
              </a:extLst>
            </p:cNvPr>
            <p:cNvSpPr/>
            <p:nvPr/>
          </p:nvSpPr>
          <p:spPr>
            <a:xfrm>
              <a:off x="8653697" y="3222563"/>
              <a:ext cx="261879" cy="156344"/>
            </a:xfrm>
            <a:custGeom>
              <a:avLst/>
              <a:gdLst>
                <a:gd name="connsiteX0" fmla="*/ 0 w 261879"/>
                <a:gd name="connsiteY0" fmla="*/ 0 h 156344"/>
                <a:gd name="connsiteX1" fmla="*/ 207477 w 261879"/>
                <a:gd name="connsiteY1" fmla="*/ 0 h 156344"/>
                <a:gd name="connsiteX2" fmla="*/ 261879 w 261879"/>
                <a:gd name="connsiteY2" fmla="*/ 156345 h 156344"/>
                <a:gd name="connsiteX3" fmla="*/ 0 w 261879"/>
                <a:gd name="connsiteY3" fmla="*/ 0 h 156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1879" h="156344">
                  <a:moveTo>
                    <a:pt x="0" y="0"/>
                  </a:moveTo>
                  <a:lnTo>
                    <a:pt x="207477" y="0"/>
                  </a:lnTo>
                  <a:lnTo>
                    <a:pt x="261879" y="156345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F3808876-7FA3-5192-FF33-39E0A993774F}"/>
                </a:ext>
              </a:extLst>
            </p:cNvPr>
            <p:cNvSpPr/>
            <p:nvPr/>
          </p:nvSpPr>
          <p:spPr>
            <a:xfrm>
              <a:off x="8653697" y="2990605"/>
              <a:ext cx="207476" cy="231957"/>
            </a:xfrm>
            <a:custGeom>
              <a:avLst/>
              <a:gdLst>
                <a:gd name="connsiteX0" fmla="*/ 130246 w 207476"/>
                <a:gd name="connsiteY0" fmla="*/ 0 h 231957"/>
                <a:gd name="connsiteX1" fmla="*/ 0 w 207476"/>
                <a:gd name="connsiteY1" fmla="*/ 231957 h 231957"/>
                <a:gd name="connsiteX2" fmla="*/ 207477 w 207476"/>
                <a:gd name="connsiteY2" fmla="*/ 231957 h 231957"/>
                <a:gd name="connsiteX3" fmla="*/ 130246 w 207476"/>
                <a:gd name="connsiteY3" fmla="*/ 0 h 231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7476" h="231957">
                  <a:moveTo>
                    <a:pt x="130246" y="0"/>
                  </a:moveTo>
                  <a:lnTo>
                    <a:pt x="0" y="231957"/>
                  </a:lnTo>
                  <a:lnTo>
                    <a:pt x="207477" y="231957"/>
                  </a:lnTo>
                  <a:lnTo>
                    <a:pt x="130246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Freeform 33">
              <a:extLst>
                <a:ext uri="{FF2B5EF4-FFF2-40B4-BE49-F238E27FC236}">
                  <a16:creationId xmlns:a16="http://schemas.microsoft.com/office/drawing/2014/main" id="{7B323E6B-4CD8-F626-CC6E-24C16A2E7DC6}"/>
                </a:ext>
              </a:extLst>
            </p:cNvPr>
            <p:cNvSpPr/>
            <p:nvPr/>
          </p:nvSpPr>
          <p:spPr>
            <a:xfrm>
              <a:off x="8783944" y="2983886"/>
              <a:ext cx="317454" cy="72306"/>
            </a:xfrm>
            <a:custGeom>
              <a:avLst/>
              <a:gdLst>
                <a:gd name="connsiteX0" fmla="*/ 317455 w 317454"/>
                <a:gd name="connsiteY0" fmla="*/ 0 h 72306"/>
                <a:gd name="connsiteX1" fmla="*/ 0 w 317454"/>
                <a:gd name="connsiteY1" fmla="*/ 6719 h 72306"/>
                <a:gd name="connsiteX2" fmla="*/ 142193 w 317454"/>
                <a:gd name="connsiteY2" fmla="*/ 72307 h 72306"/>
                <a:gd name="connsiteX3" fmla="*/ 317455 w 317454"/>
                <a:gd name="connsiteY3" fmla="*/ 0 h 723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7454" h="72306">
                  <a:moveTo>
                    <a:pt x="317455" y="0"/>
                  </a:moveTo>
                  <a:lnTo>
                    <a:pt x="0" y="6719"/>
                  </a:lnTo>
                  <a:lnTo>
                    <a:pt x="142193" y="72307"/>
                  </a:lnTo>
                  <a:lnTo>
                    <a:pt x="317455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" name="Freeform 34">
              <a:extLst>
                <a:ext uri="{FF2B5EF4-FFF2-40B4-BE49-F238E27FC236}">
                  <a16:creationId xmlns:a16="http://schemas.microsoft.com/office/drawing/2014/main" id="{F9DDF044-72BD-2103-EFF4-8606F34FC9D0}"/>
                </a:ext>
              </a:extLst>
            </p:cNvPr>
            <p:cNvSpPr/>
            <p:nvPr/>
          </p:nvSpPr>
          <p:spPr>
            <a:xfrm>
              <a:off x="8861174" y="3056193"/>
              <a:ext cx="106031" cy="166369"/>
            </a:xfrm>
            <a:custGeom>
              <a:avLst/>
              <a:gdLst>
                <a:gd name="connsiteX0" fmla="*/ 106032 w 106031"/>
                <a:gd name="connsiteY0" fmla="*/ 123604 h 166369"/>
                <a:gd name="connsiteX1" fmla="*/ 64963 w 106031"/>
                <a:gd name="connsiteY1" fmla="*/ 0 h 166369"/>
                <a:gd name="connsiteX2" fmla="*/ 0 w 106031"/>
                <a:gd name="connsiteY2" fmla="*/ 166369 h 166369"/>
                <a:gd name="connsiteX3" fmla="*/ 106032 w 106031"/>
                <a:gd name="connsiteY3" fmla="*/ 123604 h 1663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6031" h="166369">
                  <a:moveTo>
                    <a:pt x="106032" y="123604"/>
                  </a:moveTo>
                  <a:lnTo>
                    <a:pt x="64963" y="0"/>
                  </a:lnTo>
                  <a:lnTo>
                    <a:pt x="0" y="166369"/>
                  </a:lnTo>
                  <a:lnTo>
                    <a:pt x="106032" y="123604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" name="Freeform 35">
              <a:extLst>
                <a:ext uri="{FF2B5EF4-FFF2-40B4-BE49-F238E27FC236}">
                  <a16:creationId xmlns:a16="http://schemas.microsoft.com/office/drawing/2014/main" id="{E2FC0617-7FC8-2A89-6F5A-532F49E1B1B8}"/>
                </a:ext>
              </a:extLst>
            </p:cNvPr>
            <p:cNvSpPr/>
            <p:nvPr/>
          </p:nvSpPr>
          <p:spPr>
            <a:xfrm>
              <a:off x="8926137" y="2983886"/>
              <a:ext cx="175261" cy="195910"/>
            </a:xfrm>
            <a:custGeom>
              <a:avLst/>
              <a:gdLst>
                <a:gd name="connsiteX0" fmla="*/ 41069 w 175261"/>
                <a:gd name="connsiteY0" fmla="*/ 195911 h 195910"/>
                <a:gd name="connsiteX1" fmla="*/ 175262 w 175261"/>
                <a:gd name="connsiteY1" fmla="*/ 0 h 195910"/>
                <a:gd name="connsiteX2" fmla="*/ 0 w 175261"/>
                <a:gd name="connsiteY2" fmla="*/ 72307 h 195910"/>
                <a:gd name="connsiteX3" fmla="*/ 41069 w 175261"/>
                <a:gd name="connsiteY3" fmla="*/ 195911 h 1959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5261" h="195910">
                  <a:moveTo>
                    <a:pt x="41069" y="195911"/>
                  </a:moveTo>
                  <a:lnTo>
                    <a:pt x="175262" y="0"/>
                  </a:lnTo>
                  <a:lnTo>
                    <a:pt x="0" y="72307"/>
                  </a:lnTo>
                  <a:lnTo>
                    <a:pt x="41069" y="195911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4BA8A29B-B5F9-78EE-016C-616949468BAE}"/>
                </a:ext>
              </a:extLst>
            </p:cNvPr>
            <p:cNvSpPr/>
            <p:nvPr/>
          </p:nvSpPr>
          <p:spPr>
            <a:xfrm>
              <a:off x="8967206" y="2983886"/>
              <a:ext cx="212063" cy="305437"/>
            </a:xfrm>
            <a:custGeom>
              <a:avLst/>
              <a:gdLst>
                <a:gd name="connsiteX0" fmla="*/ 212063 w 212063"/>
                <a:gd name="connsiteY0" fmla="*/ 305437 h 305437"/>
                <a:gd name="connsiteX1" fmla="*/ 0 w 212063"/>
                <a:gd name="connsiteY1" fmla="*/ 195911 h 305437"/>
                <a:gd name="connsiteX2" fmla="*/ 134193 w 212063"/>
                <a:gd name="connsiteY2" fmla="*/ 0 h 305437"/>
                <a:gd name="connsiteX3" fmla="*/ 212063 w 212063"/>
                <a:gd name="connsiteY3" fmla="*/ 305437 h 3054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2063" h="305437">
                  <a:moveTo>
                    <a:pt x="212063" y="305437"/>
                  </a:moveTo>
                  <a:lnTo>
                    <a:pt x="0" y="195911"/>
                  </a:lnTo>
                  <a:lnTo>
                    <a:pt x="134193" y="0"/>
                  </a:lnTo>
                  <a:lnTo>
                    <a:pt x="212063" y="305437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" name="Freeform 37">
              <a:extLst>
                <a:ext uri="{FF2B5EF4-FFF2-40B4-BE49-F238E27FC236}">
                  <a16:creationId xmlns:a16="http://schemas.microsoft.com/office/drawing/2014/main" id="{947D7BA0-AD26-249F-DA72-1F28F6AE3A9C}"/>
                </a:ext>
              </a:extLst>
            </p:cNvPr>
            <p:cNvSpPr/>
            <p:nvPr/>
          </p:nvSpPr>
          <p:spPr>
            <a:xfrm>
              <a:off x="8915577" y="3179797"/>
              <a:ext cx="138673" cy="199110"/>
            </a:xfrm>
            <a:custGeom>
              <a:avLst/>
              <a:gdLst>
                <a:gd name="connsiteX0" fmla="*/ 0 w 138673"/>
                <a:gd name="connsiteY0" fmla="*/ 199110 h 199110"/>
                <a:gd name="connsiteX1" fmla="*/ 138673 w 138673"/>
                <a:gd name="connsiteY1" fmla="*/ 165090 h 199110"/>
                <a:gd name="connsiteX2" fmla="*/ 51629 w 138673"/>
                <a:gd name="connsiteY2" fmla="*/ 0 h 199110"/>
                <a:gd name="connsiteX3" fmla="*/ 0 w 138673"/>
                <a:gd name="connsiteY3" fmla="*/ 199110 h 1991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8673" h="199110">
                  <a:moveTo>
                    <a:pt x="0" y="199110"/>
                  </a:moveTo>
                  <a:lnTo>
                    <a:pt x="138673" y="165090"/>
                  </a:lnTo>
                  <a:lnTo>
                    <a:pt x="51629" y="0"/>
                  </a:lnTo>
                  <a:lnTo>
                    <a:pt x="0" y="19911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" name="Freeform 38">
              <a:extLst>
                <a:ext uri="{FF2B5EF4-FFF2-40B4-BE49-F238E27FC236}">
                  <a16:creationId xmlns:a16="http://schemas.microsoft.com/office/drawing/2014/main" id="{007DD816-3512-10E4-7E0B-1C0696609D4B}"/>
                </a:ext>
              </a:extLst>
            </p:cNvPr>
            <p:cNvSpPr/>
            <p:nvPr/>
          </p:nvSpPr>
          <p:spPr>
            <a:xfrm>
              <a:off x="8967206" y="3179797"/>
              <a:ext cx="212063" cy="165089"/>
            </a:xfrm>
            <a:custGeom>
              <a:avLst/>
              <a:gdLst>
                <a:gd name="connsiteX0" fmla="*/ 212063 w 212063"/>
                <a:gd name="connsiteY0" fmla="*/ 109527 h 165089"/>
                <a:gd name="connsiteX1" fmla="*/ 87044 w 212063"/>
                <a:gd name="connsiteY1" fmla="*/ 165090 h 165089"/>
                <a:gd name="connsiteX2" fmla="*/ 0 w 212063"/>
                <a:gd name="connsiteY2" fmla="*/ 0 h 165089"/>
                <a:gd name="connsiteX3" fmla="*/ 212063 w 212063"/>
                <a:gd name="connsiteY3" fmla="*/ 109527 h 1650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2063" h="165089">
                  <a:moveTo>
                    <a:pt x="212063" y="109527"/>
                  </a:moveTo>
                  <a:lnTo>
                    <a:pt x="87044" y="165090"/>
                  </a:lnTo>
                  <a:lnTo>
                    <a:pt x="0" y="0"/>
                  </a:lnTo>
                  <a:lnTo>
                    <a:pt x="212063" y="109527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4B18D219-1FBA-C044-EA9D-7A4360FAF03B}"/>
                </a:ext>
              </a:extLst>
            </p:cNvPr>
            <p:cNvSpPr/>
            <p:nvPr/>
          </p:nvSpPr>
          <p:spPr>
            <a:xfrm>
              <a:off x="9101399" y="2983886"/>
              <a:ext cx="223370" cy="305437"/>
            </a:xfrm>
            <a:custGeom>
              <a:avLst/>
              <a:gdLst>
                <a:gd name="connsiteX0" fmla="*/ 223371 w 223370"/>
                <a:gd name="connsiteY0" fmla="*/ 206789 h 305437"/>
                <a:gd name="connsiteX1" fmla="*/ 0 w 223370"/>
                <a:gd name="connsiteY1" fmla="*/ 0 h 305437"/>
                <a:gd name="connsiteX2" fmla="*/ 77871 w 223370"/>
                <a:gd name="connsiteY2" fmla="*/ 305437 h 305437"/>
                <a:gd name="connsiteX3" fmla="*/ 223371 w 223370"/>
                <a:gd name="connsiteY3" fmla="*/ 206789 h 3054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3370" h="305437">
                  <a:moveTo>
                    <a:pt x="223371" y="206789"/>
                  </a:moveTo>
                  <a:lnTo>
                    <a:pt x="0" y="0"/>
                  </a:lnTo>
                  <a:lnTo>
                    <a:pt x="77871" y="305437"/>
                  </a:lnTo>
                  <a:lnTo>
                    <a:pt x="223371" y="206789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45398F30-76CC-B610-3214-E02451EA1749}"/>
                </a:ext>
              </a:extLst>
            </p:cNvPr>
            <p:cNvSpPr/>
            <p:nvPr/>
          </p:nvSpPr>
          <p:spPr>
            <a:xfrm>
              <a:off x="9054250" y="3344887"/>
              <a:ext cx="125019" cy="165196"/>
            </a:xfrm>
            <a:custGeom>
              <a:avLst/>
              <a:gdLst>
                <a:gd name="connsiteX0" fmla="*/ 109765 w 125019"/>
                <a:gd name="connsiteY0" fmla="*/ 43192 h 165196"/>
                <a:gd name="connsiteX1" fmla="*/ 0 w 125019"/>
                <a:gd name="connsiteY1" fmla="*/ 0 h 165196"/>
                <a:gd name="connsiteX2" fmla="*/ 125019 w 125019"/>
                <a:gd name="connsiteY2" fmla="*/ 165196 h 165196"/>
                <a:gd name="connsiteX3" fmla="*/ 109765 w 125019"/>
                <a:gd name="connsiteY3" fmla="*/ 43192 h 1651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5019" h="165196">
                  <a:moveTo>
                    <a:pt x="109765" y="43192"/>
                  </a:moveTo>
                  <a:lnTo>
                    <a:pt x="0" y="0"/>
                  </a:lnTo>
                  <a:lnTo>
                    <a:pt x="125019" y="165196"/>
                  </a:lnTo>
                  <a:lnTo>
                    <a:pt x="109765" y="43192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CE2A9E57-E4B3-1BB7-8B7C-D216E80E4F5F}"/>
                </a:ext>
              </a:extLst>
            </p:cNvPr>
            <p:cNvSpPr/>
            <p:nvPr/>
          </p:nvSpPr>
          <p:spPr>
            <a:xfrm>
              <a:off x="9164015" y="3190675"/>
              <a:ext cx="160754" cy="197403"/>
            </a:xfrm>
            <a:custGeom>
              <a:avLst/>
              <a:gdLst>
                <a:gd name="connsiteX0" fmla="*/ 15254 w 160754"/>
                <a:gd name="connsiteY0" fmla="*/ 98649 h 197403"/>
                <a:gd name="connsiteX1" fmla="*/ 0 w 160754"/>
                <a:gd name="connsiteY1" fmla="*/ 197403 h 197403"/>
                <a:gd name="connsiteX2" fmla="*/ 160754 w 160754"/>
                <a:gd name="connsiteY2" fmla="*/ 0 h 197403"/>
                <a:gd name="connsiteX3" fmla="*/ 15254 w 160754"/>
                <a:gd name="connsiteY3" fmla="*/ 98649 h 197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0754" h="197403">
                  <a:moveTo>
                    <a:pt x="15254" y="98649"/>
                  </a:moveTo>
                  <a:lnTo>
                    <a:pt x="0" y="197403"/>
                  </a:lnTo>
                  <a:lnTo>
                    <a:pt x="160754" y="0"/>
                  </a:lnTo>
                  <a:lnTo>
                    <a:pt x="15254" y="98649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" name="Freeform 42">
              <a:extLst>
                <a:ext uri="{FF2B5EF4-FFF2-40B4-BE49-F238E27FC236}">
                  <a16:creationId xmlns:a16="http://schemas.microsoft.com/office/drawing/2014/main" id="{377BEE86-5AD1-AD1A-F452-D694225B16D8}"/>
                </a:ext>
              </a:extLst>
            </p:cNvPr>
            <p:cNvSpPr/>
            <p:nvPr/>
          </p:nvSpPr>
          <p:spPr>
            <a:xfrm>
              <a:off x="9288714" y="3190675"/>
              <a:ext cx="311694" cy="248487"/>
            </a:xfrm>
            <a:custGeom>
              <a:avLst/>
              <a:gdLst>
                <a:gd name="connsiteX0" fmla="*/ 311695 w 311694"/>
                <a:gd name="connsiteY0" fmla="*/ 80945 h 248487"/>
                <a:gd name="connsiteX1" fmla="*/ 36055 w 311694"/>
                <a:gd name="connsiteY1" fmla="*/ 0 h 248487"/>
                <a:gd name="connsiteX2" fmla="*/ 0 w 311694"/>
                <a:gd name="connsiteY2" fmla="*/ 248487 h 248487"/>
                <a:gd name="connsiteX3" fmla="*/ 311695 w 311694"/>
                <a:gd name="connsiteY3" fmla="*/ 80945 h 2484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1694" h="248487">
                  <a:moveTo>
                    <a:pt x="311695" y="80945"/>
                  </a:moveTo>
                  <a:lnTo>
                    <a:pt x="36055" y="0"/>
                  </a:lnTo>
                  <a:lnTo>
                    <a:pt x="0" y="248487"/>
                  </a:lnTo>
                  <a:lnTo>
                    <a:pt x="311695" y="80945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6F9D6DFF-B525-96C0-D026-9881E7AC8274}"/>
                </a:ext>
              </a:extLst>
            </p:cNvPr>
            <p:cNvSpPr/>
            <p:nvPr/>
          </p:nvSpPr>
          <p:spPr>
            <a:xfrm>
              <a:off x="9101399" y="2983886"/>
              <a:ext cx="456448" cy="206788"/>
            </a:xfrm>
            <a:custGeom>
              <a:avLst/>
              <a:gdLst>
                <a:gd name="connsiteX0" fmla="*/ 0 w 456448"/>
                <a:gd name="connsiteY0" fmla="*/ 0 h 206788"/>
                <a:gd name="connsiteX1" fmla="*/ 456449 w 456448"/>
                <a:gd name="connsiteY1" fmla="*/ 23462 h 206788"/>
                <a:gd name="connsiteX2" fmla="*/ 223371 w 456448"/>
                <a:gd name="connsiteY2" fmla="*/ 206789 h 206788"/>
                <a:gd name="connsiteX3" fmla="*/ 0 w 456448"/>
                <a:gd name="connsiteY3" fmla="*/ 0 h 206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56448" h="206788">
                  <a:moveTo>
                    <a:pt x="0" y="0"/>
                  </a:moveTo>
                  <a:lnTo>
                    <a:pt x="456449" y="23462"/>
                  </a:lnTo>
                  <a:lnTo>
                    <a:pt x="223371" y="206789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9FDCCA4D-2822-BC82-9A05-F76CF1B1DDF4}"/>
                </a:ext>
              </a:extLst>
            </p:cNvPr>
            <p:cNvSpPr/>
            <p:nvPr/>
          </p:nvSpPr>
          <p:spPr>
            <a:xfrm>
              <a:off x="9557847" y="3007349"/>
              <a:ext cx="228811" cy="264271"/>
            </a:xfrm>
            <a:custGeom>
              <a:avLst/>
              <a:gdLst>
                <a:gd name="connsiteX0" fmla="*/ 228811 w 228811"/>
                <a:gd name="connsiteY0" fmla="*/ 76039 h 264271"/>
                <a:gd name="connsiteX1" fmla="*/ 0 w 228811"/>
                <a:gd name="connsiteY1" fmla="*/ 0 h 264271"/>
                <a:gd name="connsiteX2" fmla="*/ 42562 w 228811"/>
                <a:gd name="connsiteY2" fmla="*/ 264271 h 264271"/>
                <a:gd name="connsiteX3" fmla="*/ 228811 w 228811"/>
                <a:gd name="connsiteY3" fmla="*/ 76039 h 264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8811" h="264271">
                  <a:moveTo>
                    <a:pt x="228811" y="76039"/>
                  </a:moveTo>
                  <a:lnTo>
                    <a:pt x="0" y="0"/>
                  </a:lnTo>
                  <a:lnTo>
                    <a:pt x="42562" y="264271"/>
                  </a:lnTo>
                  <a:lnTo>
                    <a:pt x="228811" y="76039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" name="Freeform 45">
              <a:extLst>
                <a:ext uri="{FF2B5EF4-FFF2-40B4-BE49-F238E27FC236}">
                  <a16:creationId xmlns:a16="http://schemas.microsoft.com/office/drawing/2014/main" id="{AB2B77DA-2D07-CBFC-9DCE-01AC61F09A39}"/>
                </a:ext>
              </a:extLst>
            </p:cNvPr>
            <p:cNvSpPr/>
            <p:nvPr/>
          </p:nvSpPr>
          <p:spPr>
            <a:xfrm>
              <a:off x="9101399" y="2796721"/>
              <a:ext cx="456448" cy="210627"/>
            </a:xfrm>
            <a:custGeom>
              <a:avLst/>
              <a:gdLst>
                <a:gd name="connsiteX0" fmla="*/ 0 w 456448"/>
                <a:gd name="connsiteY0" fmla="*/ 187165 h 210627"/>
                <a:gd name="connsiteX1" fmla="*/ 80324 w 456448"/>
                <a:gd name="connsiteY1" fmla="*/ 0 h 210627"/>
                <a:gd name="connsiteX2" fmla="*/ 456449 w 456448"/>
                <a:gd name="connsiteY2" fmla="*/ 210628 h 210627"/>
                <a:gd name="connsiteX3" fmla="*/ 0 w 456448"/>
                <a:gd name="connsiteY3" fmla="*/ 187165 h 210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56448" h="210627">
                  <a:moveTo>
                    <a:pt x="0" y="187165"/>
                  </a:moveTo>
                  <a:lnTo>
                    <a:pt x="80324" y="0"/>
                  </a:lnTo>
                  <a:lnTo>
                    <a:pt x="456449" y="210628"/>
                  </a:lnTo>
                  <a:lnTo>
                    <a:pt x="0" y="187165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" name="Freeform 46">
              <a:extLst>
                <a:ext uri="{FF2B5EF4-FFF2-40B4-BE49-F238E27FC236}">
                  <a16:creationId xmlns:a16="http://schemas.microsoft.com/office/drawing/2014/main" id="{6E46623D-B649-6C84-C373-9EDA821EADFF}"/>
                </a:ext>
              </a:extLst>
            </p:cNvPr>
            <p:cNvSpPr/>
            <p:nvPr/>
          </p:nvSpPr>
          <p:spPr>
            <a:xfrm>
              <a:off x="8783944" y="2708097"/>
              <a:ext cx="317454" cy="282507"/>
            </a:xfrm>
            <a:custGeom>
              <a:avLst/>
              <a:gdLst>
                <a:gd name="connsiteX0" fmla="*/ 172275 w 317454"/>
                <a:gd name="connsiteY0" fmla="*/ 0 h 282507"/>
                <a:gd name="connsiteX1" fmla="*/ 0 w 317454"/>
                <a:gd name="connsiteY1" fmla="*/ 282508 h 282507"/>
                <a:gd name="connsiteX2" fmla="*/ 317455 w 317454"/>
                <a:gd name="connsiteY2" fmla="*/ 275789 h 282507"/>
                <a:gd name="connsiteX3" fmla="*/ 172275 w 317454"/>
                <a:gd name="connsiteY3" fmla="*/ 0 h 2825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7454" h="282507">
                  <a:moveTo>
                    <a:pt x="172275" y="0"/>
                  </a:moveTo>
                  <a:lnTo>
                    <a:pt x="0" y="282508"/>
                  </a:lnTo>
                  <a:lnTo>
                    <a:pt x="317455" y="275789"/>
                  </a:lnTo>
                  <a:lnTo>
                    <a:pt x="172275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" name="Freeform 47">
              <a:extLst>
                <a:ext uri="{FF2B5EF4-FFF2-40B4-BE49-F238E27FC236}">
                  <a16:creationId xmlns:a16="http://schemas.microsoft.com/office/drawing/2014/main" id="{A4DF15F3-DE47-54D7-08EC-564983A8D066}"/>
                </a:ext>
              </a:extLst>
            </p:cNvPr>
            <p:cNvSpPr/>
            <p:nvPr/>
          </p:nvSpPr>
          <p:spPr>
            <a:xfrm>
              <a:off x="8494543" y="2975461"/>
              <a:ext cx="159154" cy="247101"/>
            </a:xfrm>
            <a:custGeom>
              <a:avLst/>
              <a:gdLst>
                <a:gd name="connsiteX0" fmla="*/ 106672 w 159154"/>
                <a:gd name="connsiteY0" fmla="*/ 0 h 247101"/>
                <a:gd name="connsiteX1" fmla="*/ 159154 w 159154"/>
                <a:gd name="connsiteY1" fmla="*/ 247101 h 247101"/>
                <a:gd name="connsiteX2" fmla="*/ 0 w 159154"/>
                <a:gd name="connsiteY2" fmla="*/ 122751 h 247101"/>
                <a:gd name="connsiteX3" fmla="*/ 106672 w 159154"/>
                <a:gd name="connsiteY3" fmla="*/ 0 h 2471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154" h="247101">
                  <a:moveTo>
                    <a:pt x="106672" y="0"/>
                  </a:moveTo>
                  <a:lnTo>
                    <a:pt x="159154" y="247101"/>
                  </a:lnTo>
                  <a:lnTo>
                    <a:pt x="0" y="122751"/>
                  </a:lnTo>
                  <a:lnTo>
                    <a:pt x="106672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" name="Freeform 48">
              <a:extLst>
                <a:ext uri="{FF2B5EF4-FFF2-40B4-BE49-F238E27FC236}">
                  <a16:creationId xmlns:a16="http://schemas.microsoft.com/office/drawing/2014/main" id="{9647DFF0-D2F9-69C5-6A7A-36D589D3AFCB}"/>
                </a:ext>
              </a:extLst>
            </p:cNvPr>
            <p:cNvSpPr/>
            <p:nvPr/>
          </p:nvSpPr>
          <p:spPr>
            <a:xfrm>
              <a:off x="8653697" y="3222563"/>
              <a:ext cx="152647" cy="208068"/>
            </a:xfrm>
            <a:custGeom>
              <a:avLst/>
              <a:gdLst>
                <a:gd name="connsiteX0" fmla="*/ 152647 w 152647"/>
                <a:gd name="connsiteY0" fmla="*/ 146107 h 208068"/>
                <a:gd name="connsiteX1" fmla="*/ 0 w 152647"/>
                <a:gd name="connsiteY1" fmla="*/ 0 h 208068"/>
                <a:gd name="connsiteX2" fmla="*/ 33495 w 152647"/>
                <a:gd name="connsiteY2" fmla="*/ 208068 h 208068"/>
                <a:gd name="connsiteX3" fmla="*/ 152647 w 152647"/>
                <a:gd name="connsiteY3" fmla="*/ 146107 h 208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647" h="208068">
                  <a:moveTo>
                    <a:pt x="152647" y="146107"/>
                  </a:moveTo>
                  <a:lnTo>
                    <a:pt x="0" y="0"/>
                  </a:lnTo>
                  <a:lnTo>
                    <a:pt x="33495" y="208068"/>
                  </a:lnTo>
                  <a:lnTo>
                    <a:pt x="152647" y="146107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" name="Freeform 49">
              <a:extLst>
                <a:ext uri="{FF2B5EF4-FFF2-40B4-BE49-F238E27FC236}">
                  <a16:creationId xmlns:a16="http://schemas.microsoft.com/office/drawing/2014/main" id="{B1C21B6F-5F17-6061-64BA-1E934110CE5B}"/>
                </a:ext>
              </a:extLst>
            </p:cNvPr>
            <p:cNvSpPr/>
            <p:nvPr/>
          </p:nvSpPr>
          <p:spPr>
            <a:xfrm>
              <a:off x="8392885" y="3222563"/>
              <a:ext cx="294307" cy="249767"/>
            </a:xfrm>
            <a:custGeom>
              <a:avLst/>
              <a:gdLst>
                <a:gd name="connsiteX0" fmla="*/ 0 w 294307"/>
                <a:gd name="connsiteY0" fmla="*/ 249767 h 249767"/>
                <a:gd name="connsiteX1" fmla="*/ 260812 w 294307"/>
                <a:gd name="connsiteY1" fmla="*/ 0 h 249767"/>
                <a:gd name="connsiteX2" fmla="*/ 294307 w 294307"/>
                <a:gd name="connsiteY2" fmla="*/ 208068 h 249767"/>
                <a:gd name="connsiteX3" fmla="*/ 0 w 294307"/>
                <a:gd name="connsiteY3" fmla="*/ 249767 h 249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307" h="249767">
                  <a:moveTo>
                    <a:pt x="0" y="249767"/>
                  </a:moveTo>
                  <a:lnTo>
                    <a:pt x="260812" y="0"/>
                  </a:lnTo>
                  <a:lnTo>
                    <a:pt x="294307" y="208068"/>
                  </a:lnTo>
                  <a:lnTo>
                    <a:pt x="0" y="249767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" name="Freeform 50">
              <a:extLst>
                <a:ext uri="{FF2B5EF4-FFF2-40B4-BE49-F238E27FC236}">
                  <a16:creationId xmlns:a16="http://schemas.microsoft.com/office/drawing/2014/main" id="{077F4A30-C54F-0FFF-5283-89B32984C47E}"/>
                </a:ext>
              </a:extLst>
            </p:cNvPr>
            <p:cNvSpPr/>
            <p:nvPr/>
          </p:nvSpPr>
          <p:spPr>
            <a:xfrm>
              <a:off x="8472676" y="2816877"/>
              <a:ext cx="128539" cy="281334"/>
            </a:xfrm>
            <a:custGeom>
              <a:avLst/>
              <a:gdLst>
                <a:gd name="connsiteX0" fmla="*/ 0 w 128539"/>
                <a:gd name="connsiteY0" fmla="*/ 0 h 281334"/>
                <a:gd name="connsiteX1" fmla="*/ 21868 w 128539"/>
                <a:gd name="connsiteY1" fmla="*/ 281335 h 281334"/>
                <a:gd name="connsiteX2" fmla="*/ 128539 w 128539"/>
                <a:gd name="connsiteY2" fmla="*/ 158584 h 281334"/>
                <a:gd name="connsiteX3" fmla="*/ 0 w 128539"/>
                <a:gd name="connsiteY3" fmla="*/ 0 h 2813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8539" h="281334">
                  <a:moveTo>
                    <a:pt x="0" y="0"/>
                  </a:moveTo>
                  <a:lnTo>
                    <a:pt x="21868" y="281335"/>
                  </a:lnTo>
                  <a:lnTo>
                    <a:pt x="128539" y="158584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" name="Freeform 51">
              <a:extLst>
                <a:ext uri="{FF2B5EF4-FFF2-40B4-BE49-F238E27FC236}">
                  <a16:creationId xmlns:a16="http://schemas.microsoft.com/office/drawing/2014/main" id="{58499DA8-FB38-BD5B-36AC-34856CEA4AFB}"/>
                </a:ext>
              </a:extLst>
            </p:cNvPr>
            <p:cNvSpPr/>
            <p:nvPr/>
          </p:nvSpPr>
          <p:spPr>
            <a:xfrm>
              <a:off x="8472676" y="2764194"/>
              <a:ext cx="128539" cy="211267"/>
            </a:xfrm>
            <a:custGeom>
              <a:avLst/>
              <a:gdLst>
                <a:gd name="connsiteX0" fmla="*/ 79897 w 128539"/>
                <a:gd name="connsiteY0" fmla="*/ 0 h 211267"/>
                <a:gd name="connsiteX1" fmla="*/ 0 w 128539"/>
                <a:gd name="connsiteY1" fmla="*/ 52684 h 211267"/>
                <a:gd name="connsiteX2" fmla="*/ 128539 w 128539"/>
                <a:gd name="connsiteY2" fmla="*/ 211268 h 211267"/>
                <a:gd name="connsiteX3" fmla="*/ 79897 w 128539"/>
                <a:gd name="connsiteY3" fmla="*/ 0 h 211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8539" h="211267">
                  <a:moveTo>
                    <a:pt x="79897" y="0"/>
                  </a:moveTo>
                  <a:lnTo>
                    <a:pt x="0" y="52684"/>
                  </a:lnTo>
                  <a:lnTo>
                    <a:pt x="128539" y="211268"/>
                  </a:lnTo>
                  <a:lnTo>
                    <a:pt x="79897" y="0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" name="Freeform 52">
              <a:extLst>
                <a:ext uri="{FF2B5EF4-FFF2-40B4-BE49-F238E27FC236}">
                  <a16:creationId xmlns:a16="http://schemas.microsoft.com/office/drawing/2014/main" id="{B7EEE1E8-5165-88F1-85F9-B161796A9876}"/>
                </a:ext>
              </a:extLst>
            </p:cNvPr>
            <p:cNvSpPr/>
            <p:nvPr/>
          </p:nvSpPr>
          <p:spPr>
            <a:xfrm>
              <a:off x="8305841" y="2764194"/>
              <a:ext cx="188702" cy="334018"/>
            </a:xfrm>
            <a:custGeom>
              <a:avLst/>
              <a:gdLst>
                <a:gd name="connsiteX0" fmla="*/ 0 w 188702"/>
                <a:gd name="connsiteY0" fmla="*/ 0 h 334018"/>
                <a:gd name="connsiteX1" fmla="*/ 166835 w 188702"/>
                <a:gd name="connsiteY1" fmla="*/ 52684 h 334018"/>
                <a:gd name="connsiteX2" fmla="*/ 188702 w 188702"/>
                <a:gd name="connsiteY2" fmla="*/ 334019 h 334018"/>
                <a:gd name="connsiteX3" fmla="*/ 0 w 188702"/>
                <a:gd name="connsiteY3" fmla="*/ 0 h 3340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702" h="334018">
                  <a:moveTo>
                    <a:pt x="0" y="0"/>
                  </a:moveTo>
                  <a:lnTo>
                    <a:pt x="166835" y="52684"/>
                  </a:lnTo>
                  <a:lnTo>
                    <a:pt x="188702" y="334019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" name="Freeform 53">
              <a:extLst>
                <a:ext uri="{FF2B5EF4-FFF2-40B4-BE49-F238E27FC236}">
                  <a16:creationId xmlns:a16="http://schemas.microsoft.com/office/drawing/2014/main" id="{F54137D0-20FD-5E1A-11D1-EC1FD64E6217}"/>
                </a:ext>
              </a:extLst>
            </p:cNvPr>
            <p:cNvSpPr/>
            <p:nvPr/>
          </p:nvSpPr>
          <p:spPr>
            <a:xfrm>
              <a:off x="8283333" y="3347446"/>
              <a:ext cx="109551" cy="224065"/>
            </a:xfrm>
            <a:custGeom>
              <a:avLst/>
              <a:gdLst>
                <a:gd name="connsiteX0" fmla="*/ 0 w 109551"/>
                <a:gd name="connsiteY0" fmla="*/ 0 h 224065"/>
                <a:gd name="connsiteX1" fmla="*/ 109552 w 109551"/>
                <a:gd name="connsiteY1" fmla="*/ 124884 h 224065"/>
                <a:gd name="connsiteX2" fmla="*/ 73177 w 109551"/>
                <a:gd name="connsiteY2" fmla="*/ 224066 h 224065"/>
                <a:gd name="connsiteX3" fmla="*/ 0 w 109551"/>
                <a:gd name="connsiteY3" fmla="*/ 0 h 2240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9551" h="224065">
                  <a:moveTo>
                    <a:pt x="0" y="0"/>
                  </a:moveTo>
                  <a:lnTo>
                    <a:pt x="109552" y="124884"/>
                  </a:lnTo>
                  <a:lnTo>
                    <a:pt x="73177" y="224066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" name="Freeform 54">
              <a:extLst>
                <a:ext uri="{FF2B5EF4-FFF2-40B4-BE49-F238E27FC236}">
                  <a16:creationId xmlns:a16="http://schemas.microsoft.com/office/drawing/2014/main" id="{D2FCA916-FB83-D8D0-9913-7AF3B063CCA4}"/>
                </a:ext>
              </a:extLst>
            </p:cNvPr>
            <p:cNvSpPr/>
            <p:nvPr/>
          </p:nvSpPr>
          <p:spPr>
            <a:xfrm>
              <a:off x="8039908" y="3347446"/>
              <a:ext cx="243425" cy="196657"/>
            </a:xfrm>
            <a:custGeom>
              <a:avLst/>
              <a:gdLst>
                <a:gd name="connsiteX0" fmla="*/ 0 w 243425"/>
                <a:gd name="connsiteY0" fmla="*/ 122964 h 196657"/>
                <a:gd name="connsiteX1" fmla="*/ 243425 w 243425"/>
                <a:gd name="connsiteY1" fmla="*/ 0 h 196657"/>
                <a:gd name="connsiteX2" fmla="*/ 167475 w 243425"/>
                <a:gd name="connsiteY2" fmla="*/ 196657 h 196657"/>
                <a:gd name="connsiteX3" fmla="*/ 0 w 243425"/>
                <a:gd name="connsiteY3" fmla="*/ 122964 h 196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3425" h="196657">
                  <a:moveTo>
                    <a:pt x="0" y="122964"/>
                  </a:moveTo>
                  <a:lnTo>
                    <a:pt x="243425" y="0"/>
                  </a:lnTo>
                  <a:lnTo>
                    <a:pt x="167475" y="196657"/>
                  </a:lnTo>
                  <a:lnTo>
                    <a:pt x="0" y="122964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" name="Freeform 55">
              <a:extLst>
                <a:ext uri="{FF2B5EF4-FFF2-40B4-BE49-F238E27FC236}">
                  <a16:creationId xmlns:a16="http://schemas.microsoft.com/office/drawing/2014/main" id="{E8482744-D7BB-F3AA-7D1D-9BEA703E5CD8}"/>
                </a:ext>
              </a:extLst>
            </p:cNvPr>
            <p:cNvSpPr/>
            <p:nvPr/>
          </p:nvSpPr>
          <p:spPr>
            <a:xfrm>
              <a:off x="8134953" y="3088081"/>
              <a:ext cx="243105" cy="259365"/>
            </a:xfrm>
            <a:custGeom>
              <a:avLst/>
              <a:gdLst>
                <a:gd name="connsiteX0" fmla="*/ 0 w 243105"/>
                <a:gd name="connsiteY0" fmla="*/ 5012 h 259365"/>
                <a:gd name="connsiteX1" fmla="*/ 148380 w 243105"/>
                <a:gd name="connsiteY1" fmla="*/ 259366 h 259365"/>
                <a:gd name="connsiteX2" fmla="*/ 243105 w 243105"/>
                <a:gd name="connsiteY2" fmla="*/ 0 h 259365"/>
                <a:gd name="connsiteX3" fmla="*/ 0 w 243105"/>
                <a:gd name="connsiteY3" fmla="*/ 5012 h 2593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3105" h="259365">
                  <a:moveTo>
                    <a:pt x="0" y="5012"/>
                  </a:moveTo>
                  <a:lnTo>
                    <a:pt x="148380" y="259366"/>
                  </a:lnTo>
                  <a:lnTo>
                    <a:pt x="243105" y="0"/>
                  </a:lnTo>
                  <a:lnTo>
                    <a:pt x="0" y="5012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FF8676C3-4471-8014-0793-CF2D45FF99B0}"/>
                </a:ext>
              </a:extLst>
            </p:cNvPr>
            <p:cNvSpPr/>
            <p:nvPr/>
          </p:nvSpPr>
          <p:spPr>
            <a:xfrm>
              <a:off x="8005560" y="3093093"/>
              <a:ext cx="277773" cy="254353"/>
            </a:xfrm>
            <a:custGeom>
              <a:avLst/>
              <a:gdLst>
                <a:gd name="connsiteX0" fmla="*/ 0 w 277773"/>
                <a:gd name="connsiteY0" fmla="*/ 111020 h 254353"/>
                <a:gd name="connsiteX1" fmla="*/ 129393 w 277773"/>
                <a:gd name="connsiteY1" fmla="*/ 0 h 254353"/>
                <a:gd name="connsiteX2" fmla="*/ 277773 w 277773"/>
                <a:gd name="connsiteY2" fmla="*/ 254353 h 254353"/>
                <a:gd name="connsiteX3" fmla="*/ 0 w 277773"/>
                <a:gd name="connsiteY3" fmla="*/ 111020 h 2543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7773" h="254353">
                  <a:moveTo>
                    <a:pt x="0" y="111020"/>
                  </a:moveTo>
                  <a:lnTo>
                    <a:pt x="129393" y="0"/>
                  </a:lnTo>
                  <a:lnTo>
                    <a:pt x="277773" y="254353"/>
                  </a:lnTo>
                  <a:lnTo>
                    <a:pt x="0" y="11102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" name="Freeform 57">
              <a:extLst>
                <a:ext uri="{FF2B5EF4-FFF2-40B4-BE49-F238E27FC236}">
                  <a16:creationId xmlns:a16="http://schemas.microsoft.com/office/drawing/2014/main" id="{4E2323DA-2AA7-3133-BB4C-331B1E6F9E8F}"/>
                </a:ext>
              </a:extLst>
            </p:cNvPr>
            <p:cNvSpPr/>
            <p:nvPr/>
          </p:nvSpPr>
          <p:spPr>
            <a:xfrm>
              <a:off x="7847259" y="3204113"/>
              <a:ext cx="436074" cy="163063"/>
            </a:xfrm>
            <a:custGeom>
              <a:avLst/>
              <a:gdLst>
                <a:gd name="connsiteX0" fmla="*/ 0 w 436074"/>
                <a:gd name="connsiteY0" fmla="*/ 163063 h 163063"/>
                <a:gd name="connsiteX1" fmla="*/ 158301 w 436074"/>
                <a:gd name="connsiteY1" fmla="*/ 0 h 163063"/>
                <a:gd name="connsiteX2" fmla="*/ 436074 w 436074"/>
                <a:gd name="connsiteY2" fmla="*/ 143334 h 163063"/>
                <a:gd name="connsiteX3" fmla="*/ 0 w 436074"/>
                <a:gd name="connsiteY3" fmla="*/ 163063 h 1630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6074" h="163063">
                  <a:moveTo>
                    <a:pt x="0" y="163063"/>
                  </a:moveTo>
                  <a:lnTo>
                    <a:pt x="158301" y="0"/>
                  </a:lnTo>
                  <a:lnTo>
                    <a:pt x="436074" y="143334"/>
                  </a:lnTo>
                  <a:lnTo>
                    <a:pt x="0" y="163063"/>
                  </a:lnTo>
                  <a:close/>
                </a:path>
              </a:pathLst>
            </a:custGeom>
            <a:grpFill/>
            <a:ln w="9525" cap="flat">
              <a:solidFill>
                <a:srgbClr val="7030A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" name="Freeform 58">
              <a:extLst>
                <a:ext uri="{FF2B5EF4-FFF2-40B4-BE49-F238E27FC236}">
                  <a16:creationId xmlns:a16="http://schemas.microsoft.com/office/drawing/2014/main" id="{A89560C3-D2B2-8F94-70F4-21FC8C909DA5}"/>
                </a:ext>
              </a:extLst>
            </p:cNvPr>
            <p:cNvSpPr/>
            <p:nvPr/>
          </p:nvSpPr>
          <p:spPr>
            <a:xfrm>
              <a:off x="7647250" y="3098212"/>
              <a:ext cx="218463" cy="320154"/>
            </a:xfrm>
            <a:custGeom>
              <a:avLst/>
              <a:gdLst>
                <a:gd name="connsiteX0" fmla="*/ 218464 w 218463"/>
                <a:gd name="connsiteY0" fmla="*/ 0 h 320154"/>
                <a:gd name="connsiteX1" fmla="*/ 200010 w 218463"/>
                <a:gd name="connsiteY1" fmla="*/ 268964 h 320154"/>
                <a:gd name="connsiteX2" fmla="*/ 0 w 218463"/>
                <a:gd name="connsiteY2" fmla="*/ 320154 h 320154"/>
                <a:gd name="connsiteX3" fmla="*/ 218464 w 218463"/>
                <a:gd name="connsiteY3" fmla="*/ 0 h 320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8463" h="320154">
                  <a:moveTo>
                    <a:pt x="218464" y="0"/>
                  </a:moveTo>
                  <a:lnTo>
                    <a:pt x="200010" y="268964"/>
                  </a:lnTo>
                  <a:lnTo>
                    <a:pt x="0" y="320154"/>
                  </a:lnTo>
                  <a:lnTo>
                    <a:pt x="218464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BB43DFAC-50FE-91EF-EF4A-C3EF38D7FA2A}"/>
                </a:ext>
              </a:extLst>
            </p:cNvPr>
            <p:cNvSpPr/>
            <p:nvPr/>
          </p:nvSpPr>
          <p:spPr>
            <a:xfrm>
              <a:off x="7628795" y="3052780"/>
              <a:ext cx="236917" cy="150052"/>
            </a:xfrm>
            <a:custGeom>
              <a:avLst/>
              <a:gdLst>
                <a:gd name="connsiteX0" fmla="*/ 0 w 236917"/>
                <a:gd name="connsiteY0" fmla="*/ 150052 h 150052"/>
                <a:gd name="connsiteX1" fmla="*/ 42349 w 236917"/>
                <a:gd name="connsiteY1" fmla="*/ 0 h 150052"/>
                <a:gd name="connsiteX2" fmla="*/ 236918 w 236917"/>
                <a:gd name="connsiteY2" fmla="*/ 45432 h 150052"/>
                <a:gd name="connsiteX3" fmla="*/ 0 w 236917"/>
                <a:gd name="connsiteY3" fmla="*/ 150052 h 1500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6917" h="150052">
                  <a:moveTo>
                    <a:pt x="0" y="150052"/>
                  </a:moveTo>
                  <a:lnTo>
                    <a:pt x="42349" y="0"/>
                  </a:lnTo>
                  <a:lnTo>
                    <a:pt x="236918" y="45432"/>
                  </a:lnTo>
                  <a:lnTo>
                    <a:pt x="0" y="150052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" name="Freeform 60">
              <a:extLst>
                <a:ext uri="{FF2B5EF4-FFF2-40B4-BE49-F238E27FC236}">
                  <a16:creationId xmlns:a16="http://schemas.microsoft.com/office/drawing/2014/main" id="{6B1FB9B5-CEF6-8E3D-B705-7D98C27B6744}"/>
                </a:ext>
              </a:extLst>
            </p:cNvPr>
            <p:cNvSpPr/>
            <p:nvPr/>
          </p:nvSpPr>
          <p:spPr>
            <a:xfrm>
              <a:off x="7628795" y="3098212"/>
              <a:ext cx="236917" cy="320154"/>
            </a:xfrm>
            <a:custGeom>
              <a:avLst/>
              <a:gdLst>
                <a:gd name="connsiteX0" fmla="*/ 18454 w 236917"/>
                <a:gd name="connsiteY0" fmla="*/ 320154 h 320154"/>
                <a:gd name="connsiteX1" fmla="*/ 0 w 236917"/>
                <a:gd name="connsiteY1" fmla="*/ 104621 h 320154"/>
                <a:gd name="connsiteX2" fmla="*/ 236918 w 236917"/>
                <a:gd name="connsiteY2" fmla="*/ 0 h 320154"/>
                <a:gd name="connsiteX3" fmla="*/ 18454 w 236917"/>
                <a:gd name="connsiteY3" fmla="*/ 320154 h 320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6917" h="320154">
                  <a:moveTo>
                    <a:pt x="18454" y="320154"/>
                  </a:moveTo>
                  <a:lnTo>
                    <a:pt x="0" y="104621"/>
                  </a:lnTo>
                  <a:lnTo>
                    <a:pt x="236918" y="0"/>
                  </a:lnTo>
                  <a:lnTo>
                    <a:pt x="18454" y="320154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" name="Freeform 61">
              <a:extLst>
                <a:ext uri="{FF2B5EF4-FFF2-40B4-BE49-F238E27FC236}">
                  <a16:creationId xmlns:a16="http://schemas.microsoft.com/office/drawing/2014/main" id="{5C1EB741-07A6-2CE6-7881-6DDD4C869A95}"/>
                </a:ext>
              </a:extLst>
            </p:cNvPr>
            <p:cNvSpPr/>
            <p:nvPr/>
          </p:nvSpPr>
          <p:spPr>
            <a:xfrm>
              <a:off x="7342915" y="3202833"/>
              <a:ext cx="285880" cy="192924"/>
            </a:xfrm>
            <a:custGeom>
              <a:avLst/>
              <a:gdLst>
                <a:gd name="connsiteX0" fmla="*/ 0 w 285880"/>
                <a:gd name="connsiteY0" fmla="*/ 58443 h 192924"/>
                <a:gd name="connsiteX1" fmla="*/ 285880 w 285880"/>
                <a:gd name="connsiteY1" fmla="*/ 0 h 192924"/>
                <a:gd name="connsiteX2" fmla="*/ 110512 w 285880"/>
                <a:gd name="connsiteY2" fmla="*/ 192924 h 192924"/>
                <a:gd name="connsiteX3" fmla="*/ 0 w 285880"/>
                <a:gd name="connsiteY3" fmla="*/ 58443 h 1929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5880" h="192924">
                  <a:moveTo>
                    <a:pt x="0" y="58443"/>
                  </a:moveTo>
                  <a:lnTo>
                    <a:pt x="285880" y="0"/>
                  </a:lnTo>
                  <a:lnTo>
                    <a:pt x="110512" y="192924"/>
                  </a:lnTo>
                  <a:lnTo>
                    <a:pt x="0" y="58443"/>
                  </a:lnTo>
                  <a:close/>
                </a:path>
              </a:pathLst>
            </a:custGeom>
            <a:grpFill/>
            <a:ln w="9525" cap="rnd">
              <a:solidFill>
                <a:srgbClr val="7030A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3" name="Freeform 62">
              <a:extLst>
                <a:ext uri="{FF2B5EF4-FFF2-40B4-BE49-F238E27FC236}">
                  <a16:creationId xmlns:a16="http://schemas.microsoft.com/office/drawing/2014/main" id="{DE26F0B0-95E8-86A4-C9AF-D1F2405444B2}"/>
                </a:ext>
              </a:extLst>
            </p:cNvPr>
            <p:cNvSpPr/>
            <p:nvPr/>
          </p:nvSpPr>
          <p:spPr>
            <a:xfrm>
              <a:off x="7439987" y="3418366"/>
              <a:ext cx="376017" cy="125736"/>
            </a:xfrm>
            <a:custGeom>
              <a:avLst/>
              <a:gdLst>
                <a:gd name="connsiteX0" fmla="*/ 207263 w 376017"/>
                <a:gd name="connsiteY0" fmla="*/ 0 h 125736"/>
                <a:gd name="connsiteX1" fmla="*/ 0 w 376017"/>
                <a:gd name="connsiteY1" fmla="*/ 91717 h 125736"/>
                <a:gd name="connsiteX2" fmla="*/ 376018 w 376017"/>
                <a:gd name="connsiteY2" fmla="*/ 125737 h 125736"/>
                <a:gd name="connsiteX3" fmla="*/ 207263 w 376017"/>
                <a:gd name="connsiteY3" fmla="*/ 0 h 125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6017" h="125736">
                  <a:moveTo>
                    <a:pt x="207263" y="0"/>
                  </a:moveTo>
                  <a:lnTo>
                    <a:pt x="0" y="91717"/>
                  </a:lnTo>
                  <a:lnTo>
                    <a:pt x="376018" y="125737"/>
                  </a:lnTo>
                  <a:lnTo>
                    <a:pt x="207263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8" name="Freeform 447">
              <a:extLst>
                <a:ext uri="{FF2B5EF4-FFF2-40B4-BE49-F238E27FC236}">
                  <a16:creationId xmlns:a16="http://schemas.microsoft.com/office/drawing/2014/main" id="{583A8E7A-3358-4D7A-8A2D-00F50B470F46}"/>
                </a:ext>
              </a:extLst>
            </p:cNvPr>
            <p:cNvSpPr/>
            <p:nvPr/>
          </p:nvSpPr>
          <p:spPr>
            <a:xfrm>
              <a:off x="7816004" y="3367176"/>
              <a:ext cx="223903" cy="176927"/>
            </a:xfrm>
            <a:custGeom>
              <a:avLst/>
              <a:gdLst>
                <a:gd name="connsiteX0" fmla="*/ 31255 w 223903"/>
                <a:gd name="connsiteY0" fmla="*/ 0 h 176927"/>
                <a:gd name="connsiteX1" fmla="*/ 223904 w 223903"/>
                <a:gd name="connsiteY1" fmla="*/ 103234 h 176927"/>
                <a:gd name="connsiteX2" fmla="*/ 0 w 223903"/>
                <a:gd name="connsiteY2" fmla="*/ 176927 h 176927"/>
                <a:gd name="connsiteX3" fmla="*/ 31255 w 223903"/>
                <a:gd name="connsiteY3" fmla="*/ 0 h 1769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3903" h="176927">
                  <a:moveTo>
                    <a:pt x="31255" y="0"/>
                  </a:moveTo>
                  <a:lnTo>
                    <a:pt x="223904" y="103234"/>
                  </a:lnTo>
                  <a:lnTo>
                    <a:pt x="0" y="176927"/>
                  </a:lnTo>
                  <a:lnTo>
                    <a:pt x="31255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9" name="Freeform 448">
              <a:extLst>
                <a:ext uri="{FF2B5EF4-FFF2-40B4-BE49-F238E27FC236}">
                  <a16:creationId xmlns:a16="http://schemas.microsoft.com/office/drawing/2014/main" id="{C8DDFF7A-F809-FE0A-4D36-61EBE8D8478C}"/>
                </a:ext>
              </a:extLst>
            </p:cNvPr>
            <p:cNvSpPr/>
            <p:nvPr/>
          </p:nvSpPr>
          <p:spPr>
            <a:xfrm>
              <a:off x="7197095" y="3088081"/>
              <a:ext cx="431700" cy="114752"/>
            </a:xfrm>
            <a:custGeom>
              <a:avLst/>
              <a:gdLst>
                <a:gd name="connsiteX0" fmla="*/ 108485 w 431700"/>
                <a:gd name="connsiteY0" fmla="*/ 0 h 114752"/>
                <a:gd name="connsiteX1" fmla="*/ 431701 w 431700"/>
                <a:gd name="connsiteY1" fmla="*/ 114752 h 114752"/>
                <a:gd name="connsiteX2" fmla="*/ 0 w 431700"/>
                <a:gd name="connsiteY2" fmla="*/ 110593 h 114752"/>
                <a:gd name="connsiteX3" fmla="*/ 108485 w 431700"/>
                <a:gd name="connsiteY3" fmla="*/ 0 h 11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1700" h="114752">
                  <a:moveTo>
                    <a:pt x="108485" y="0"/>
                  </a:moveTo>
                  <a:lnTo>
                    <a:pt x="431701" y="114752"/>
                  </a:lnTo>
                  <a:lnTo>
                    <a:pt x="0" y="110593"/>
                  </a:lnTo>
                  <a:lnTo>
                    <a:pt x="108485" y="0"/>
                  </a:lnTo>
                  <a:close/>
                </a:path>
              </a:pathLst>
            </a:custGeom>
            <a:grpFill/>
            <a:ln w="9525" cap="rnd">
              <a:solidFill>
                <a:srgbClr val="FF7D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0" name="Freeform 449">
              <a:extLst>
                <a:ext uri="{FF2B5EF4-FFF2-40B4-BE49-F238E27FC236}">
                  <a16:creationId xmlns:a16="http://schemas.microsoft.com/office/drawing/2014/main" id="{82EC3D14-B803-2BF4-E58C-3B197D8A2FFA}"/>
                </a:ext>
              </a:extLst>
            </p:cNvPr>
            <p:cNvSpPr/>
            <p:nvPr/>
          </p:nvSpPr>
          <p:spPr>
            <a:xfrm>
              <a:off x="7412999" y="2882252"/>
              <a:ext cx="258145" cy="170528"/>
            </a:xfrm>
            <a:custGeom>
              <a:avLst/>
              <a:gdLst>
                <a:gd name="connsiteX0" fmla="*/ 48536 w 258145"/>
                <a:gd name="connsiteY0" fmla="*/ 0 h 170528"/>
                <a:gd name="connsiteX1" fmla="*/ 0 w 258145"/>
                <a:gd name="connsiteY1" fmla="*/ 125097 h 170528"/>
                <a:gd name="connsiteX2" fmla="*/ 258146 w 258145"/>
                <a:gd name="connsiteY2" fmla="*/ 170529 h 170528"/>
                <a:gd name="connsiteX3" fmla="*/ 48536 w 258145"/>
                <a:gd name="connsiteY3" fmla="*/ 0 h 1705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145" h="170528">
                  <a:moveTo>
                    <a:pt x="48536" y="0"/>
                  </a:moveTo>
                  <a:lnTo>
                    <a:pt x="0" y="125097"/>
                  </a:lnTo>
                  <a:lnTo>
                    <a:pt x="258146" y="170529"/>
                  </a:lnTo>
                  <a:lnTo>
                    <a:pt x="48536" y="0"/>
                  </a:lnTo>
                  <a:close/>
                </a:path>
              </a:pathLst>
            </a:custGeom>
            <a:grpFill/>
            <a:ln w="9525" cap="flat">
              <a:solidFill>
                <a:srgbClr val="7030A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1" name="Freeform 450">
              <a:extLst>
                <a:ext uri="{FF2B5EF4-FFF2-40B4-BE49-F238E27FC236}">
                  <a16:creationId xmlns:a16="http://schemas.microsoft.com/office/drawing/2014/main" id="{0CE6146E-91F1-67F5-597C-0B23C7D702D8}"/>
                </a:ext>
              </a:extLst>
            </p:cNvPr>
            <p:cNvSpPr/>
            <p:nvPr/>
          </p:nvSpPr>
          <p:spPr>
            <a:xfrm>
              <a:off x="7305580" y="3007349"/>
              <a:ext cx="323215" cy="195483"/>
            </a:xfrm>
            <a:custGeom>
              <a:avLst/>
              <a:gdLst>
                <a:gd name="connsiteX0" fmla="*/ 0 w 323215"/>
                <a:gd name="connsiteY0" fmla="*/ 80732 h 195483"/>
                <a:gd name="connsiteX1" fmla="*/ 107419 w 323215"/>
                <a:gd name="connsiteY1" fmla="*/ 0 h 195483"/>
                <a:gd name="connsiteX2" fmla="*/ 323215 w 323215"/>
                <a:gd name="connsiteY2" fmla="*/ 195484 h 195483"/>
                <a:gd name="connsiteX3" fmla="*/ 0 w 323215"/>
                <a:gd name="connsiteY3" fmla="*/ 80732 h 1954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3215" h="195483">
                  <a:moveTo>
                    <a:pt x="0" y="80732"/>
                  </a:moveTo>
                  <a:lnTo>
                    <a:pt x="107419" y="0"/>
                  </a:lnTo>
                  <a:lnTo>
                    <a:pt x="323215" y="195484"/>
                  </a:lnTo>
                  <a:lnTo>
                    <a:pt x="0" y="80732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2" name="Freeform 451">
              <a:extLst>
                <a:ext uri="{FF2B5EF4-FFF2-40B4-BE49-F238E27FC236}">
                  <a16:creationId xmlns:a16="http://schemas.microsoft.com/office/drawing/2014/main" id="{34CE268A-8B7C-E173-C5A5-8EFD5DA4D50B}"/>
                </a:ext>
              </a:extLst>
            </p:cNvPr>
            <p:cNvSpPr/>
            <p:nvPr/>
          </p:nvSpPr>
          <p:spPr>
            <a:xfrm>
              <a:off x="7854300" y="2957545"/>
              <a:ext cx="280653" cy="246567"/>
            </a:xfrm>
            <a:custGeom>
              <a:avLst/>
              <a:gdLst>
                <a:gd name="connsiteX0" fmla="*/ 151260 w 280653"/>
                <a:gd name="connsiteY0" fmla="*/ 246568 h 246567"/>
                <a:gd name="connsiteX1" fmla="*/ 0 w 280653"/>
                <a:gd name="connsiteY1" fmla="*/ 0 h 246567"/>
                <a:gd name="connsiteX2" fmla="*/ 280653 w 280653"/>
                <a:gd name="connsiteY2" fmla="*/ 135548 h 246567"/>
                <a:gd name="connsiteX3" fmla="*/ 151260 w 280653"/>
                <a:gd name="connsiteY3" fmla="*/ 246568 h 2465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0653" h="246567">
                  <a:moveTo>
                    <a:pt x="151260" y="246568"/>
                  </a:moveTo>
                  <a:lnTo>
                    <a:pt x="0" y="0"/>
                  </a:lnTo>
                  <a:lnTo>
                    <a:pt x="280653" y="135548"/>
                  </a:lnTo>
                  <a:lnTo>
                    <a:pt x="151260" y="246568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3" name="Freeform 452">
              <a:extLst>
                <a:ext uri="{FF2B5EF4-FFF2-40B4-BE49-F238E27FC236}">
                  <a16:creationId xmlns:a16="http://schemas.microsoft.com/office/drawing/2014/main" id="{DB170173-555A-A619-7A25-C3A99D77069A}"/>
                </a:ext>
              </a:extLst>
            </p:cNvPr>
            <p:cNvSpPr/>
            <p:nvPr/>
          </p:nvSpPr>
          <p:spPr>
            <a:xfrm>
              <a:off x="7522657" y="2865615"/>
              <a:ext cx="148487" cy="187165"/>
            </a:xfrm>
            <a:custGeom>
              <a:avLst/>
              <a:gdLst>
                <a:gd name="connsiteX0" fmla="*/ 124593 w 148487"/>
                <a:gd name="connsiteY0" fmla="*/ 853 h 187165"/>
                <a:gd name="connsiteX1" fmla="*/ 0 w 148487"/>
                <a:gd name="connsiteY1" fmla="*/ 0 h 187165"/>
                <a:gd name="connsiteX2" fmla="*/ 148487 w 148487"/>
                <a:gd name="connsiteY2" fmla="*/ 187165 h 187165"/>
                <a:gd name="connsiteX3" fmla="*/ 124593 w 148487"/>
                <a:gd name="connsiteY3" fmla="*/ 853 h 1871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8487" h="187165">
                  <a:moveTo>
                    <a:pt x="124593" y="853"/>
                  </a:moveTo>
                  <a:lnTo>
                    <a:pt x="0" y="0"/>
                  </a:lnTo>
                  <a:lnTo>
                    <a:pt x="148487" y="187165"/>
                  </a:lnTo>
                  <a:lnTo>
                    <a:pt x="124593" y="853"/>
                  </a:lnTo>
                  <a:close/>
                </a:path>
              </a:pathLst>
            </a:custGeom>
            <a:grpFill/>
            <a:ln w="9525" cap="rnd">
              <a:solidFill>
                <a:srgbClr val="FF7D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4" name="Freeform 453">
              <a:extLst>
                <a:ext uri="{FF2B5EF4-FFF2-40B4-BE49-F238E27FC236}">
                  <a16:creationId xmlns:a16="http://schemas.microsoft.com/office/drawing/2014/main" id="{57747310-5BB8-3A50-4B7E-FC62CFB7F7E3}"/>
                </a:ext>
              </a:extLst>
            </p:cNvPr>
            <p:cNvSpPr/>
            <p:nvPr/>
          </p:nvSpPr>
          <p:spPr>
            <a:xfrm>
              <a:off x="7854300" y="2906567"/>
              <a:ext cx="280653" cy="186525"/>
            </a:xfrm>
            <a:custGeom>
              <a:avLst/>
              <a:gdLst>
                <a:gd name="connsiteX0" fmla="*/ 0 w 280653"/>
                <a:gd name="connsiteY0" fmla="*/ 50977 h 186525"/>
                <a:gd name="connsiteX1" fmla="*/ 203850 w 280653"/>
                <a:gd name="connsiteY1" fmla="*/ 0 h 186525"/>
                <a:gd name="connsiteX2" fmla="*/ 280653 w 280653"/>
                <a:gd name="connsiteY2" fmla="*/ 186526 h 186525"/>
                <a:gd name="connsiteX3" fmla="*/ 0 w 280653"/>
                <a:gd name="connsiteY3" fmla="*/ 50977 h 186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0653" h="186525">
                  <a:moveTo>
                    <a:pt x="0" y="50977"/>
                  </a:moveTo>
                  <a:lnTo>
                    <a:pt x="203850" y="0"/>
                  </a:lnTo>
                  <a:lnTo>
                    <a:pt x="280653" y="186526"/>
                  </a:lnTo>
                  <a:lnTo>
                    <a:pt x="0" y="50977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5" name="Freeform 454">
              <a:extLst>
                <a:ext uri="{FF2B5EF4-FFF2-40B4-BE49-F238E27FC236}">
                  <a16:creationId xmlns:a16="http://schemas.microsoft.com/office/drawing/2014/main" id="{C11AA923-7007-8AA7-017C-3D5A5E5D4402}"/>
                </a:ext>
              </a:extLst>
            </p:cNvPr>
            <p:cNvSpPr/>
            <p:nvPr/>
          </p:nvSpPr>
          <p:spPr>
            <a:xfrm>
              <a:off x="8134953" y="2912860"/>
              <a:ext cx="243105" cy="180233"/>
            </a:xfrm>
            <a:custGeom>
              <a:avLst/>
              <a:gdLst>
                <a:gd name="connsiteX0" fmla="*/ 243105 w 243105"/>
                <a:gd name="connsiteY0" fmla="*/ 175221 h 180233"/>
                <a:gd name="connsiteX1" fmla="*/ 124166 w 243105"/>
                <a:gd name="connsiteY1" fmla="*/ 0 h 180233"/>
                <a:gd name="connsiteX2" fmla="*/ 0 w 243105"/>
                <a:gd name="connsiteY2" fmla="*/ 180233 h 180233"/>
                <a:gd name="connsiteX3" fmla="*/ 243105 w 243105"/>
                <a:gd name="connsiteY3" fmla="*/ 175221 h 180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3105" h="180233">
                  <a:moveTo>
                    <a:pt x="243105" y="175221"/>
                  </a:moveTo>
                  <a:lnTo>
                    <a:pt x="124166" y="0"/>
                  </a:lnTo>
                  <a:lnTo>
                    <a:pt x="0" y="180233"/>
                  </a:lnTo>
                  <a:lnTo>
                    <a:pt x="243105" y="175221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6" name="Freeform 455">
              <a:extLst>
                <a:ext uri="{FF2B5EF4-FFF2-40B4-BE49-F238E27FC236}">
                  <a16:creationId xmlns:a16="http://schemas.microsoft.com/office/drawing/2014/main" id="{A4B61214-4335-555E-8EB6-6C2C0B5EFA91}"/>
                </a:ext>
              </a:extLst>
            </p:cNvPr>
            <p:cNvSpPr/>
            <p:nvPr/>
          </p:nvSpPr>
          <p:spPr>
            <a:xfrm>
              <a:off x="8259119" y="2764194"/>
              <a:ext cx="118939" cy="323887"/>
            </a:xfrm>
            <a:custGeom>
              <a:avLst/>
              <a:gdLst>
                <a:gd name="connsiteX0" fmla="*/ 46722 w 118939"/>
                <a:gd name="connsiteY0" fmla="*/ 0 h 323887"/>
                <a:gd name="connsiteX1" fmla="*/ 118939 w 118939"/>
                <a:gd name="connsiteY1" fmla="*/ 323887 h 323887"/>
                <a:gd name="connsiteX2" fmla="*/ 0 w 118939"/>
                <a:gd name="connsiteY2" fmla="*/ 148666 h 323887"/>
                <a:gd name="connsiteX3" fmla="*/ 46722 w 118939"/>
                <a:gd name="connsiteY3" fmla="*/ 0 h 3238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8939" h="323887">
                  <a:moveTo>
                    <a:pt x="46722" y="0"/>
                  </a:moveTo>
                  <a:lnTo>
                    <a:pt x="118939" y="323887"/>
                  </a:lnTo>
                  <a:lnTo>
                    <a:pt x="0" y="148666"/>
                  </a:lnTo>
                  <a:lnTo>
                    <a:pt x="46722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7" name="Freeform 456">
              <a:extLst>
                <a:ext uri="{FF2B5EF4-FFF2-40B4-BE49-F238E27FC236}">
                  <a16:creationId xmlns:a16="http://schemas.microsoft.com/office/drawing/2014/main" id="{F9D7FE3C-01ED-A230-964F-536DA2C38B94}"/>
                </a:ext>
              </a:extLst>
            </p:cNvPr>
            <p:cNvSpPr/>
            <p:nvPr/>
          </p:nvSpPr>
          <p:spPr>
            <a:xfrm>
              <a:off x="8305841" y="2764194"/>
              <a:ext cx="188702" cy="334018"/>
            </a:xfrm>
            <a:custGeom>
              <a:avLst/>
              <a:gdLst>
                <a:gd name="connsiteX0" fmla="*/ 188702 w 188702"/>
                <a:gd name="connsiteY0" fmla="*/ 334019 h 334018"/>
                <a:gd name="connsiteX1" fmla="*/ 72217 w 188702"/>
                <a:gd name="connsiteY1" fmla="*/ 323887 h 334018"/>
                <a:gd name="connsiteX2" fmla="*/ 0 w 188702"/>
                <a:gd name="connsiteY2" fmla="*/ 0 h 334018"/>
                <a:gd name="connsiteX3" fmla="*/ 188702 w 188702"/>
                <a:gd name="connsiteY3" fmla="*/ 334019 h 3340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702" h="334018">
                  <a:moveTo>
                    <a:pt x="188702" y="334019"/>
                  </a:moveTo>
                  <a:lnTo>
                    <a:pt x="72217" y="323887"/>
                  </a:lnTo>
                  <a:lnTo>
                    <a:pt x="0" y="0"/>
                  </a:lnTo>
                  <a:lnTo>
                    <a:pt x="188702" y="334019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8" name="Freeform 457">
              <a:extLst>
                <a:ext uri="{FF2B5EF4-FFF2-40B4-BE49-F238E27FC236}">
                  <a16:creationId xmlns:a16="http://schemas.microsoft.com/office/drawing/2014/main" id="{E25620ED-E04E-28A7-D66C-3A5227E0EDF6}"/>
                </a:ext>
              </a:extLst>
            </p:cNvPr>
            <p:cNvSpPr/>
            <p:nvPr/>
          </p:nvSpPr>
          <p:spPr>
            <a:xfrm>
              <a:off x="8392885" y="3222563"/>
              <a:ext cx="260919" cy="249767"/>
            </a:xfrm>
            <a:custGeom>
              <a:avLst/>
              <a:gdLst>
                <a:gd name="connsiteX0" fmla="*/ 0 w 260919"/>
                <a:gd name="connsiteY0" fmla="*/ 249767 h 249767"/>
                <a:gd name="connsiteX1" fmla="*/ 79897 w 260919"/>
                <a:gd name="connsiteY1" fmla="*/ 31141 h 249767"/>
                <a:gd name="connsiteX2" fmla="*/ 260919 w 260919"/>
                <a:gd name="connsiteY2" fmla="*/ 0 h 249767"/>
                <a:gd name="connsiteX3" fmla="*/ 107 w 260919"/>
                <a:gd name="connsiteY3" fmla="*/ 249767 h 249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0919" h="249767">
                  <a:moveTo>
                    <a:pt x="0" y="249767"/>
                  </a:moveTo>
                  <a:cubicBezTo>
                    <a:pt x="11520" y="229611"/>
                    <a:pt x="79897" y="31141"/>
                    <a:pt x="79897" y="31141"/>
                  </a:cubicBezTo>
                  <a:lnTo>
                    <a:pt x="260919" y="0"/>
                  </a:lnTo>
                  <a:lnTo>
                    <a:pt x="107" y="249767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9" name="Freeform 458">
              <a:extLst>
                <a:ext uri="{FF2B5EF4-FFF2-40B4-BE49-F238E27FC236}">
                  <a16:creationId xmlns:a16="http://schemas.microsoft.com/office/drawing/2014/main" id="{16AC82A5-A78A-D5D8-D49D-628B246CB15E}"/>
                </a:ext>
              </a:extLst>
            </p:cNvPr>
            <p:cNvSpPr/>
            <p:nvPr/>
          </p:nvSpPr>
          <p:spPr>
            <a:xfrm>
              <a:off x="8378058" y="3088081"/>
              <a:ext cx="116485" cy="165622"/>
            </a:xfrm>
            <a:custGeom>
              <a:avLst/>
              <a:gdLst>
                <a:gd name="connsiteX0" fmla="*/ 0 w 116485"/>
                <a:gd name="connsiteY0" fmla="*/ 0 h 165622"/>
                <a:gd name="connsiteX1" fmla="*/ 94618 w 116485"/>
                <a:gd name="connsiteY1" fmla="*/ 165623 h 165622"/>
                <a:gd name="connsiteX2" fmla="*/ 116486 w 116485"/>
                <a:gd name="connsiteY2" fmla="*/ 10132 h 165622"/>
                <a:gd name="connsiteX3" fmla="*/ 0 w 116485"/>
                <a:gd name="connsiteY3" fmla="*/ 0 h 1656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485" h="165622">
                  <a:moveTo>
                    <a:pt x="0" y="0"/>
                  </a:moveTo>
                  <a:lnTo>
                    <a:pt x="94618" y="165623"/>
                  </a:lnTo>
                  <a:lnTo>
                    <a:pt x="116486" y="10132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0" name="Freeform 459">
              <a:extLst>
                <a:ext uri="{FF2B5EF4-FFF2-40B4-BE49-F238E27FC236}">
                  <a16:creationId xmlns:a16="http://schemas.microsoft.com/office/drawing/2014/main" id="{77A35B22-782B-841B-9C82-80242E9C750B}"/>
                </a:ext>
              </a:extLst>
            </p:cNvPr>
            <p:cNvSpPr/>
            <p:nvPr/>
          </p:nvSpPr>
          <p:spPr>
            <a:xfrm>
              <a:off x="8514171" y="3430631"/>
              <a:ext cx="222410" cy="158797"/>
            </a:xfrm>
            <a:custGeom>
              <a:avLst/>
              <a:gdLst>
                <a:gd name="connsiteX0" fmla="*/ 173022 w 222410"/>
                <a:gd name="connsiteY0" fmla="*/ 0 h 158797"/>
                <a:gd name="connsiteX1" fmla="*/ 0 w 222410"/>
                <a:gd name="connsiteY1" fmla="*/ 158797 h 158797"/>
                <a:gd name="connsiteX2" fmla="*/ 222411 w 222410"/>
                <a:gd name="connsiteY2" fmla="*/ 95236 h 158797"/>
                <a:gd name="connsiteX3" fmla="*/ 173022 w 222410"/>
                <a:gd name="connsiteY3" fmla="*/ 0 h 1587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2410" h="158797">
                  <a:moveTo>
                    <a:pt x="173022" y="0"/>
                  </a:moveTo>
                  <a:lnTo>
                    <a:pt x="0" y="158797"/>
                  </a:lnTo>
                  <a:lnTo>
                    <a:pt x="222411" y="95236"/>
                  </a:lnTo>
                  <a:lnTo>
                    <a:pt x="173022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1" name="Freeform 460">
              <a:extLst>
                <a:ext uri="{FF2B5EF4-FFF2-40B4-BE49-F238E27FC236}">
                  <a16:creationId xmlns:a16="http://schemas.microsoft.com/office/drawing/2014/main" id="{0AFBC7D5-5295-0C63-B8C4-D8136F7329A0}"/>
                </a:ext>
              </a:extLst>
            </p:cNvPr>
            <p:cNvSpPr/>
            <p:nvPr/>
          </p:nvSpPr>
          <p:spPr>
            <a:xfrm>
              <a:off x="8687193" y="3368669"/>
              <a:ext cx="154780" cy="141413"/>
            </a:xfrm>
            <a:custGeom>
              <a:avLst/>
              <a:gdLst>
                <a:gd name="connsiteX0" fmla="*/ 154781 w 154780"/>
                <a:gd name="connsiteY0" fmla="*/ 141414 h 141413"/>
                <a:gd name="connsiteX1" fmla="*/ 0 w 154780"/>
                <a:gd name="connsiteY1" fmla="*/ 61962 h 141413"/>
                <a:gd name="connsiteX2" fmla="*/ 119152 w 154780"/>
                <a:gd name="connsiteY2" fmla="*/ 0 h 141413"/>
                <a:gd name="connsiteX3" fmla="*/ 154781 w 154780"/>
                <a:gd name="connsiteY3" fmla="*/ 141414 h 1414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4780" h="141413">
                  <a:moveTo>
                    <a:pt x="154781" y="141414"/>
                  </a:moveTo>
                  <a:lnTo>
                    <a:pt x="0" y="61962"/>
                  </a:lnTo>
                  <a:lnTo>
                    <a:pt x="119152" y="0"/>
                  </a:lnTo>
                  <a:lnTo>
                    <a:pt x="154781" y="141414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2" name="Freeform 461">
              <a:extLst>
                <a:ext uri="{FF2B5EF4-FFF2-40B4-BE49-F238E27FC236}">
                  <a16:creationId xmlns:a16="http://schemas.microsoft.com/office/drawing/2014/main" id="{5B48E657-F5EE-5D58-A86B-8A14127F2A30}"/>
                </a:ext>
              </a:extLst>
            </p:cNvPr>
            <p:cNvSpPr/>
            <p:nvPr/>
          </p:nvSpPr>
          <p:spPr>
            <a:xfrm>
              <a:off x="9164015" y="3388079"/>
              <a:ext cx="124698" cy="126270"/>
            </a:xfrm>
            <a:custGeom>
              <a:avLst/>
              <a:gdLst>
                <a:gd name="connsiteX0" fmla="*/ 0 w 124698"/>
                <a:gd name="connsiteY0" fmla="*/ 0 h 126270"/>
                <a:gd name="connsiteX1" fmla="*/ 116165 w 124698"/>
                <a:gd name="connsiteY1" fmla="*/ 126270 h 126270"/>
                <a:gd name="connsiteX2" fmla="*/ 124699 w 124698"/>
                <a:gd name="connsiteY2" fmla="*/ 51084 h 126270"/>
                <a:gd name="connsiteX3" fmla="*/ 0 w 124698"/>
                <a:gd name="connsiteY3" fmla="*/ 0 h 126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4698" h="126270">
                  <a:moveTo>
                    <a:pt x="0" y="0"/>
                  </a:moveTo>
                  <a:lnTo>
                    <a:pt x="116165" y="126270"/>
                  </a:lnTo>
                  <a:lnTo>
                    <a:pt x="124699" y="51084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3" name="Freeform 462">
              <a:extLst>
                <a:ext uri="{FF2B5EF4-FFF2-40B4-BE49-F238E27FC236}">
                  <a16:creationId xmlns:a16="http://schemas.microsoft.com/office/drawing/2014/main" id="{690C09EC-7A1B-C186-46C6-EECF70F3603B}"/>
                </a:ext>
              </a:extLst>
            </p:cNvPr>
            <p:cNvSpPr/>
            <p:nvPr/>
          </p:nvSpPr>
          <p:spPr>
            <a:xfrm>
              <a:off x="9288714" y="3439163"/>
              <a:ext cx="284920" cy="93209"/>
            </a:xfrm>
            <a:custGeom>
              <a:avLst/>
              <a:gdLst>
                <a:gd name="connsiteX0" fmla="*/ 227851 w 284920"/>
                <a:gd name="connsiteY0" fmla="*/ 0 h 93209"/>
                <a:gd name="connsiteX1" fmla="*/ 0 w 284920"/>
                <a:gd name="connsiteY1" fmla="*/ 0 h 93209"/>
                <a:gd name="connsiteX2" fmla="*/ 284920 w 284920"/>
                <a:gd name="connsiteY2" fmla="*/ 93209 h 93209"/>
                <a:gd name="connsiteX3" fmla="*/ 227851 w 284920"/>
                <a:gd name="connsiteY3" fmla="*/ 0 h 932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4920" h="93209">
                  <a:moveTo>
                    <a:pt x="227851" y="0"/>
                  </a:moveTo>
                  <a:lnTo>
                    <a:pt x="0" y="0"/>
                  </a:lnTo>
                  <a:lnTo>
                    <a:pt x="284920" y="93209"/>
                  </a:lnTo>
                  <a:lnTo>
                    <a:pt x="227851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4" name="Freeform 463">
              <a:extLst>
                <a:ext uri="{FF2B5EF4-FFF2-40B4-BE49-F238E27FC236}">
                  <a16:creationId xmlns:a16="http://schemas.microsoft.com/office/drawing/2014/main" id="{605D7D15-3518-C34B-8AF9-55D82BA87AA2}"/>
                </a:ext>
              </a:extLst>
            </p:cNvPr>
            <p:cNvSpPr/>
            <p:nvPr/>
          </p:nvSpPr>
          <p:spPr>
            <a:xfrm>
              <a:off x="9516565" y="3263088"/>
              <a:ext cx="373991" cy="176074"/>
            </a:xfrm>
            <a:custGeom>
              <a:avLst/>
              <a:gdLst>
                <a:gd name="connsiteX0" fmla="*/ 373991 w 373991"/>
                <a:gd name="connsiteY0" fmla="*/ 0 h 176074"/>
                <a:gd name="connsiteX1" fmla="*/ 0 w 373991"/>
                <a:gd name="connsiteY1" fmla="*/ 176074 h 176074"/>
                <a:gd name="connsiteX2" fmla="*/ 232651 w 373991"/>
                <a:gd name="connsiteY2" fmla="*/ 167543 h 176074"/>
                <a:gd name="connsiteX3" fmla="*/ 373991 w 373991"/>
                <a:gd name="connsiteY3" fmla="*/ 0 h 176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3991" h="176074">
                  <a:moveTo>
                    <a:pt x="373991" y="0"/>
                  </a:moveTo>
                  <a:lnTo>
                    <a:pt x="0" y="176074"/>
                  </a:lnTo>
                  <a:lnTo>
                    <a:pt x="232651" y="167543"/>
                  </a:lnTo>
                  <a:lnTo>
                    <a:pt x="373991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6" name="Freeform 465">
              <a:extLst>
                <a:ext uri="{FF2B5EF4-FFF2-40B4-BE49-F238E27FC236}">
                  <a16:creationId xmlns:a16="http://schemas.microsoft.com/office/drawing/2014/main" id="{0E513974-7B6E-2D53-E4A3-0F0FDDFCE013}"/>
                </a:ext>
              </a:extLst>
            </p:cNvPr>
            <p:cNvSpPr/>
            <p:nvPr/>
          </p:nvSpPr>
          <p:spPr>
            <a:xfrm>
              <a:off x="9890557" y="3218403"/>
              <a:ext cx="184115" cy="201883"/>
            </a:xfrm>
            <a:custGeom>
              <a:avLst/>
              <a:gdLst>
                <a:gd name="connsiteX0" fmla="*/ 163208 w 184115"/>
                <a:gd name="connsiteY0" fmla="*/ 0 h 201883"/>
                <a:gd name="connsiteX1" fmla="*/ 0 w 184115"/>
                <a:gd name="connsiteY1" fmla="*/ 44685 h 201883"/>
                <a:gd name="connsiteX2" fmla="*/ 184116 w 184115"/>
                <a:gd name="connsiteY2" fmla="*/ 201883 h 201883"/>
                <a:gd name="connsiteX3" fmla="*/ 163208 w 184115"/>
                <a:gd name="connsiteY3" fmla="*/ 0 h 201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4115" h="201883">
                  <a:moveTo>
                    <a:pt x="163208" y="0"/>
                  </a:moveTo>
                  <a:lnTo>
                    <a:pt x="0" y="44685"/>
                  </a:lnTo>
                  <a:lnTo>
                    <a:pt x="184116" y="201883"/>
                  </a:lnTo>
                  <a:lnTo>
                    <a:pt x="163208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7" name="Freeform 466">
              <a:extLst>
                <a:ext uri="{FF2B5EF4-FFF2-40B4-BE49-F238E27FC236}">
                  <a16:creationId xmlns:a16="http://schemas.microsoft.com/office/drawing/2014/main" id="{CFDEAC71-E006-B6C0-A91A-B5F551EA5596}"/>
                </a:ext>
              </a:extLst>
            </p:cNvPr>
            <p:cNvSpPr/>
            <p:nvPr/>
          </p:nvSpPr>
          <p:spPr>
            <a:xfrm>
              <a:off x="9864955" y="3420286"/>
              <a:ext cx="307428" cy="161996"/>
            </a:xfrm>
            <a:custGeom>
              <a:avLst/>
              <a:gdLst>
                <a:gd name="connsiteX0" fmla="*/ 0 w 307428"/>
                <a:gd name="connsiteY0" fmla="*/ 96729 h 161996"/>
                <a:gd name="connsiteX1" fmla="*/ 209717 w 307428"/>
                <a:gd name="connsiteY1" fmla="*/ 0 h 161996"/>
                <a:gd name="connsiteX2" fmla="*/ 307428 w 307428"/>
                <a:gd name="connsiteY2" fmla="*/ 161997 h 161996"/>
                <a:gd name="connsiteX3" fmla="*/ 0 w 307428"/>
                <a:gd name="connsiteY3" fmla="*/ 96729 h 1619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7428" h="161996">
                  <a:moveTo>
                    <a:pt x="0" y="96729"/>
                  </a:moveTo>
                  <a:lnTo>
                    <a:pt x="209717" y="0"/>
                  </a:lnTo>
                  <a:lnTo>
                    <a:pt x="307428" y="161997"/>
                  </a:lnTo>
                  <a:lnTo>
                    <a:pt x="0" y="96729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8" name="Freeform 467">
              <a:extLst>
                <a:ext uri="{FF2B5EF4-FFF2-40B4-BE49-F238E27FC236}">
                  <a16:creationId xmlns:a16="http://schemas.microsoft.com/office/drawing/2014/main" id="{4E03F7F5-D08F-C39B-8322-A27A3B905A85}"/>
                </a:ext>
              </a:extLst>
            </p:cNvPr>
            <p:cNvSpPr/>
            <p:nvPr/>
          </p:nvSpPr>
          <p:spPr>
            <a:xfrm>
              <a:off x="9516565" y="3430631"/>
              <a:ext cx="232651" cy="101741"/>
            </a:xfrm>
            <a:custGeom>
              <a:avLst/>
              <a:gdLst>
                <a:gd name="connsiteX0" fmla="*/ 57069 w 232651"/>
                <a:gd name="connsiteY0" fmla="*/ 101741 h 101741"/>
                <a:gd name="connsiteX1" fmla="*/ 232651 w 232651"/>
                <a:gd name="connsiteY1" fmla="*/ 0 h 101741"/>
                <a:gd name="connsiteX2" fmla="*/ 0 w 232651"/>
                <a:gd name="connsiteY2" fmla="*/ 8532 h 101741"/>
                <a:gd name="connsiteX3" fmla="*/ 57069 w 232651"/>
                <a:gd name="connsiteY3" fmla="*/ 101741 h 1017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651" h="101741">
                  <a:moveTo>
                    <a:pt x="57069" y="101741"/>
                  </a:moveTo>
                  <a:lnTo>
                    <a:pt x="232651" y="0"/>
                  </a:lnTo>
                  <a:lnTo>
                    <a:pt x="0" y="8532"/>
                  </a:lnTo>
                  <a:lnTo>
                    <a:pt x="57069" y="101741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9" name="Freeform 468">
              <a:extLst>
                <a:ext uri="{FF2B5EF4-FFF2-40B4-BE49-F238E27FC236}">
                  <a16:creationId xmlns:a16="http://schemas.microsoft.com/office/drawing/2014/main" id="{C2A36A58-2578-50DA-4EC5-E707CEF2FC19}"/>
                </a:ext>
              </a:extLst>
            </p:cNvPr>
            <p:cNvSpPr/>
            <p:nvPr/>
          </p:nvSpPr>
          <p:spPr>
            <a:xfrm>
              <a:off x="9573635" y="3430631"/>
              <a:ext cx="273186" cy="140880"/>
            </a:xfrm>
            <a:custGeom>
              <a:avLst/>
              <a:gdLst>
                <a:gd name="connsiteX0" fmla="*/ 273186 w 273186"/>
                <a:gd name="connsiteY0" fmla="*/ 140881 h 140880"/>
                <a:gd name="connsiteX1" fmla="*/ 0 w 273186"/>
                <a:gd name="connsiteY1" fmla="*/ 101741 h 140880"/>
                <a:gd name="connsiteX2" fmla="*/ 175582 w 273186"/>
                <a:gd name="connsiteY2" fmla="*/ 0 h 140880"/>
                <a:gd name="connsiteX3" fmla="*/ 273186 w 273186"/>
                <a:gd name="connsiteY3" fmla="*/ 140881 h 1408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3186" h="140880">
                  <a:moveTo>
                    <a:pt x="273186" y="140881"/>
                  </a:moveTo>
                  <a:lnTo>
                    <a:pt x="0" y="101741"/>
                  </a:lnTo>
                  <a:lnTo>
                    <a:pt x="175582" y="0"/>
                  </a:lnTo>
                  <a:lnTo>
                    <a:pt x="273186" y="140881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0" name="Freeform 469">
              <a:extLst>
                <a:ext uri="{FF2B5EF4-FFF2-40B4-BE49-F238E27FC236}">
                  <a16:creationId xmlns:a16="http://schemas.microsoft.com/office/drawing/2014/main" id="{1AAE1F78-DAC0-A1B6-DEE5-E05872F5573D}"/>
                </a:ext>
              </a:extLst>
            </p:cNvPr>
            <p:cNvSpPr/>
            <p:nvPr/>
          </p:nvSpPr>
          <p:spPr>
            <a:xfrm>
              <a:off x="9367225" y="3532372"/>
              <a:ext cx="206409" cy="152931"/>
            </a:xfrm>
            <a:custGeom>
              <a:avLst/>
              <a:gdLst>
                <a:gd name="connsiteX0" fmla="*/ 0 w 206409"/>
                <a:gd name="connsiteY0" fmla="*/ 49911 h 152931"/>
                <a:gd name="connsiteX1" fmla="*/ 206410 w 206409"/>
                <a:gd name="connsiteY1" fmla="*/ 0 h 152931"/>
                <a:gd name="connsiteX2" fmla="*/ 143260 w 206409"/>
                <a:gd name="connsiteY2" fmla="*/ 152932 h 152931"/>
                <a:gd name="connsiteX3" fmla="*/ 0 w 206409"/>
                <a:gd name="connsiteY3" fmla="*/ 49911 h 1529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6409" h="152931">
                  <a:moveTo>
                    <a:pt x="0" y="49911"/>
                  </a:moveTo>
                  <a:lnTo>
                    <a:pt x="206410" y="0"/>
                  </a:lnTo>
                  <a:lnTo>
                    <a:pt x="143260" y="152932"/>
                  </a:lnTo>
                  <a:lnTo>
                    <a:pt x="0" y="49911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1" name="Freeform 470">
              <a:extLst>
                <a:ext uri="{FF2B5EF4-FFF2-40B4-BE49-F238E27FC236}">
                  <a16:creationId xmlns:a16="http://schemas.microsoft.com/office/drawing/2014/main" id="{06D3CCD6-8CCB-5369-2695-EF86283FB96A}"/>
                </a:ext>
              </a:extLst>
            </p:cNvPr>
            <p:cNvSpPr/>
            <p:nvPr/>
          </p:nvSpPr>
          <p:spPr>
            <a:xfrm>
              <a:off x="9786658" y="3005749"/>
              <a:ext cx="267105" cy="212654"/>
            </a:xfrm>
            <a:custGeom>
              <a:avLst/>
              <a:gdLst>
                <a:gd name="connsiteX0" fmla="*/ 0 w 267105"/>
                <a:gd name="connsiteY0" fmla="*/ 77639 h 212654"/>
                <a:gd name="connsiteX1" fmla="*/ 87791 w 267105"/>
                <a:gd name="connsiteY1" fmla="*/ 0 h 212654"/>
                <a:gd name="connsiteX2" fmla="*/ 267106 w 267105"/>
                <a:gd name="connsiteY2" fmla="*/ 212654 h 212654"/>
                <a:gd name="connsiteX3" fmla="*/ 0 w 267105"/>
                <a:gd name="connsiteY3" fmla="*/ 77639 h 2126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7105" h="212654">
                  <a:moveTo>
                    <a:pt x="0" y="77639"/>
                  </a:moveTo>
                  <a:lnTo>
                    <a:pt x="87791" y="0"/>
                  </a:lnTo>
                  <a:lnTo>
                    <a:pt x="267106" y="212654"/>
                  </a:lnTo>
                  <a:lnTo>
                    <a:pt x="0" y="77639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2" name="Freeform 471">
              <a:extLst>
                <a:ext uri="{FF2B5EF4-FFF2-40B4-BE49-F238E27FC236}">
                  <a16:creationId xmlns:a16="http://schemas.microsoft.com/office/drawing/2014/main" id="{36EFE9CB-08AF-3219-543D-DBBE59E58859}"/>
                </a:ext>
              </a:extLst>
            </p:cNvPr>
            <p:cNvSpPr/>
            <p:nvPr/>
          </p:nvSpPr>
          <p:spPr>
            <a:xfrm>
              <a:off x="9874449" y="2882998"/>
              <a:ext cx="210036" cy="151332"/>
            </a:xfrm>
            <a:custGeom>
              <a:avLst/>
              <a:gdLst>
                <a:gd name="connsiteX0" fmla="*/ 210037 w 210036"/>
                <a:gd name="connsiteY0" fmla="*/ 151332 h 151332"/>
                <a:gd name="connsiteX1" fmla="*/ 0 w 210036"/>
                <a:gd name="connsiteY1" fmla="*/ 122751 h 151332"/>
                <a:gd name="connsiteX2" fmla="*/ 129713 w 210036"/>
                <a:gd name="connsiteY2" fmla="*/ 0 h 151332"/>
                <a:gd name="connsiteX3" fmla="*/ 210037 w 210036"/>
                <a:gd name="connsiteY3" fmla="*/ 151332 h 151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0036" h="151332">
                  <a:moveTo>
                    <a:pt x="210037" y="151332"/>
                  </a:moveTo>
                  <a:lnTo>
                    <a:pt x="0" y="122751"/>
                  </a:lnTo>
                  <a:lnTo>
                    <a:pt x="129713" y="0"/>
                  </a:lnTo>
                  <a:lnTo>
                    <a:pt x="210037" y="151332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3" name="Freeform 472">
              <a:extLst>
                <a:ext uri="{FF2B5EF4-FFF2-40B4-BE49-F238E27FC236}">
                  <a16:creationId xmlns:a16="http://schemas.microsoft.com/office/drawing/2014/main" id="{17B79B28-3233-9901-E7C8-1D9C8B9A78F3}"/>
                </a:ext>
              </a:extLst>
            </p:cNvPr>
            <p:cNvSpPr/>
            <p:nvPr/>
          </p:nvSpPr>
          <p:spPr>
            <a:xfrm>
              <a:off x="10053764" y="3176918"/>
              <a:ext cx="175261" cy="181619"/>
            </a:xfrm>
            <a:custGeom>
              <a:avLst/>
              <a:gdLst>
                <a:gd name="connsiteX0" fmla="*/ 0 w 175261"/>
                <a:gd name="connsiteY0" fmla="*/ 41486 h 181619"/>
                <a:gd name="connsiteX1" fmla="*/ 175262 w 175261"/>
                <a:gd name="connsiteY1" fmla="*/ 0 h 181619"/>
                <a:gd name="connsiteX2" fmla="*/ 91418 w 175261"/>
                <a:gd name="connsiteY2" fmla="*/ 181620 h 181619"/>
                <a:gd name="connsiteX3" fmla="*/ 0 w 175261"/>
                <a:gd name="connsiteY3" fmla="*/ 41486 h 1816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5261" h="181619">
                  <a:moveTo>
                    <a:pt x="0" y="41486"/>
                  </a:moveTo>
                  <a:lnTo>
                    <a:pt x="175262" y="0"/>
                  </a:lnTo>
                  <a:lnTo>
                    <a:pt x="91418" y="181620"/>
                  </a:lnTo>
                  <a:lnTo>
                    <a:pt x="0" y="41486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4" name="Freeform 473">
              <a:extLst>
                <a:ext uri="{FF2B5EF4-FFF2-40B4-BE49-F238E27FC236}">
                  <a16:creationId xmlns:a16="http://schemas.microsoft.com/office/drawing/2014/main" id="{4AC2D67D-05E2-1087-1D30-5F752BF407C4}"/>
                </a:ext>
              </a:extLst>
            </p:cNvPr>
            <p:cNvSpPr/>
            <p:nvPr/>
          </p:nvSpPr>
          <p:spPr>
            <a:xfrm>
              <a:off x="10229026" y="3149189"/>
              <a:ext cx="312761" cy="69213"/>
            </a:xfrm>
            <a:custGeom>
              <a:avLst/>
              <a:gdLst>
                <a:gd name="connsiteX0" fmla="*/ 312761 w 312761"/>
                <a:gd name="connsiteY0" fmla="*/ 69214 h 69213"/>
                <a:gd name="connsiteX1" fmla="*/ 0 w 312761"/>
                <a:gd name="connsiteY1" fmla="*/ 27728 h 69213"/>
                <a:gd name="connsiteX2" fmla="*/ 190729 w 312761"/>
                <a:gd name="connsiteY2" fmla="*/ 0 h 69213"/>
                <a:gd name="connsiteX3" fmla="*/ 312761 w 312761"/>
                <a:gd name="connsiteY3" fmla="*/ 69214 h 69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2761" h="69213">
                  <a:moveTo>
                    <a:pt x="312761" y="69214"/>
                  </a:moveTo>
                  <a:lnTo>
                    <a:pt x="0" y="27728"/>
                  </a:lnTo>
                  <a:lnTo>
                    <a:pt x="190729" y="0"/>
                  </a:lnTo>
                  <a:lnTo>
                    <a:pt x="312761" y="69214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5" name="Freeform 474">
              <a:extLst>
                <a:ext uri="{FF2B5EF4-FFF2-40B4-BE49-F238E27FC236}">
                  <a16:creationId xmlns:a16="http://schemas.microsoft.com/office/drawing/2014/main" id="{57A00FA9-2DBB-3B64-AD74-A96F6D36A135}"/>
                </a:ext>
              </a:extLst>
            </p:cNvPr>
            <p:cNvSpPr/>
            <p:nvPr/>
          </p:nvSpPr>
          <p:spPr>
            <a:xfrm>
              <a:off x="10145182" y="3358538"/>
              <a:ext cx="176435" cy="173834"/>
            </a:xfrm>
            <a:custGeom>
              <a:avLst/>
              <a:gdLst>
                <a:gd name="connsiteX0" fmla="*/ 0 w 176435"/>
                <a:gd name="connsiteY0" fmla="*/ 0 h 173834"/>
                <a:gd name="connsiteX1" fmla="*/ 167368 w 176435"/>
                <a:gd name="connsiteY1" fmla="*/ 18450 h 173834"/>
                <a:gd name="connsiteX2" fmla="*/ 176435 w 176435"/>
                <a:gd name="connsiteY2" fmla="*/ 173835 h 173834"/>
                <a:gd name="connsiteX3" fmla="*/ 0 w 176435"/>
                <a:gd name="connsiteY3" fmla="*/ 0 h 1738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6435" h="173834">
                  <a:moveTo>
                    <a:pt x="0" y="0"/>
                  </a:moveTo>
                  <a:lnTo>
                    <a:pt x="167368" y="18450"/>
                  </a:lnTo>
                  <a:lnTo>
                    <a:pt x="176435" y="173835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6" name="Freeform 475">
              <a:extLst>
                <a:ext uri="{FF2B5EF4-FFF2-40B4-BE49-F238E27FC236}">
                  <a16:creationId xmlns:a16="http://schemas.microsoft.com/office/drawing/2014/main" id="{E79B3EAC-04C6-C101-D393-C37D4903FCEE}"/>
                </a:ext>
              </a:extLst>
            </p:cNvPr>
            <p:cNvSpPr/>
            <p:nvPr/>
          </p:nvSpPr>
          <p:spPr>
            <a:xfrm>
              <a:off x="10312550" y="3376988"/>
              <a:ext cx="180915" cy="155384"/>
            </a:xfrm>
            <a:custGeom>
              <a:avLst/>
              <a:gdLst>
                <a:gd name="connsiteX0" fmla="*/ 180915 w 180915"/>
                <a:gd name="connsiteY0" fmla="*/ 155385 h 155384"/>
                <a:gd name="connsiteX1" fmla="*/ 9067 w 180915"/>
                <a:gd name="connsiteY1" fmla="*/ 155385 h 155384"/>
                <a:gd name="connsiteX2" fmla="*/ 0 w 180915"/>
                <a:gd name="connsiteY2" fmla="*/ 0 h 155384"/>
                <a:gd name="connsiteX3" fmla="*/ 180915 w 180915"/>
                <a:gd name="connsiteY3" fmla="*/ 155385 h 1553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0915" h="155384">
                  <a:moveTo>
                    <a:pt x="180915" y="155385"/>
                  </a:moveTo>
                  <a:lnTo>
                    <a:pt x="9067" y="155385"/>
                  </a:lnTo>
                  <a:lnTo>
                    <a:pt x="0" y="0"/>
                  </a:lnTo>
                  <a:lnTo>
                    <a:pt x="180915" y="155385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7" name="Freeform 476">
              <a:extLst>
                <a:ext uri="{FF2B5EF4-FFF2-40B4-BE49-F238E27FC236}">
                  <a16:creationId xmlns:a16="http://schemas.microsoft.com/office/drawing/2014/main" id="{FE6F2099-D25D-1016-1179-203118638845}"/>
                </a:ext>
              </a:extLst>
            </p:cNvPr>
            <p:cNvSpPr/>
            <p:nvPr/>
          </p:nvSpPr>
          <p:spPr>
            <a:xfrm>
              <a:off x="10312550" y="3312893"/>
              <a:ext cx="292600" cy="64094"/>
            </a:xfrm>
            <a:custGeom>
              <a:avLst/>
              <a:gdLst>
                <a:gd name="connsiteX0" fmla="*/ 0 w 292600"/>
                <a:gd name="connsiteY0" fmla="*/ 64095 h 64094"/>
                <a:gd name="connsiteX1" fmla="*/ 66883 w 292600"/>
                <a:gd name="connsiteY1" fmla="*/ 0 h 64094"/>
                <a:gd name="connsiteX2" fmla="*/ 292601 w 292600"/>
                <a:gd name="connsiteY2" fmla="*/ 36367 h 64094"/>
                <a:gd name="connsiteX3" fmla="*/ 0 w 292600"/>
                <a:gd name="connsiteY3" fmla="*/ 64095 h 64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2600" h="64094">
                  <a:moveTo>
                    <a:pt x="0" y="64095"/>
                  </a:moveTo>
                  <a:lnTo>
                    <a:pt x="66883" y="0"/>
                  </a:lnTo>
                  <a:lnTo>
                    <a:pt x="292601" y="36367"/>
                  </a:lnTo>
                  <a:lnTo>
                    <a:pt x="0" y="64095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8" name="Freeform 477">
              <a:extLst>
                <a:ext uri="{FF2B5EF4-FFF2-40B4-BE49-F238E27FC236}">
                  <a16:creationId xmlns:a16="http://schemas.microsoft.com/office/drawing/2014/main" id="{2407C95C-2594-8B06-3462-2AC76368FDA5}"/>
                </a:ext>
              </a:extLst>
            </p:cNvPr>
            <p:cNvSpPr/>
            <p:nvPr/>
          </p:nvSpPr>
          <p:spPr>
            <a:xfrm>
              <a:off x="10312550" y="2990605"/>
              <a:ext cx="314788" cy="158584"/>
            </a:xfrm>
            <a:custGeom>
              <a:avLst/>
              <a:gdLst>
                <a:gd name="connsiteX0" fmla="*/ 107205 w 314788"/>
                <a:gd name="connsiteY0" fmla="*/ 158584 h 158584"/>
                <a:gd name="connsiteX1" fmla="*/ 0 w 314788"/>
                <a:gd name="connsiteY1" fmla="*/ 117632 h 158584"/>
                <a:gd name="connsiteX2" fmla="*/ 314788 w 314788"/>
                <a:gd name="connsiteY2" fmla="*/ 0 h 158584"/>
                <a:gd name="connsiteX3" fmla="*/ 107205 w 314788"/>
                <a:gd name="connsiteY3" fmla="*/ 158584 h 158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4788" h="158584">
                  <a:moveTo>
                    <a:pt x="107205" y="158584"/>
                  </a:moveTo>
                  <a:lnTo>
                    <a:pt x="0" y="117632"/>
                  </a:lnTo>
                  <a:lnTo>
                    <a:pt x="314788" y="0"/>
                  </a:lnTo>
                  <a:lnTo>
                    <a:pt x="107205" y="158584"/>
                  </a:lnTo>
                  <a:close/>
                </a:path>
              </a:pathLst>
            </a:custGeom>
            <a:grpFill/>
            <a:ln w="9525" cap="flat">
              <a:solidFill>
                <a:srgbClr val="7030A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9" name="Freeform 478">
              <a:extLst>
                <a:ext uri="{FF2B5EF4-FFF2-40B4-BE49-F238E27FC236}">
                  <a16:creationId xmlns:a16="http://schemas.microsoft.com/office/drawing/2014/main" id="{F36C727D-6CFE-7004-642B-D71C68C92EB3}"/>
                </a:ext>
              </a:extLst>
            </p:cNvPr>
            <p:cNvSpPr/>
            <p:nvPr/>
          </p:nvSpPr>
          <p:spPr>
            <a:xfrm>
              <a:off x="10084486" y="2895583"/>
              <a:ext cx="165767" cy="281334"/>
            </a:xfrm>
            <a:custGeom>
              <a:avLst/>
              <a:gdLst>
                <a:gd name="connsiteX0" fmla="*/ 144540 w 165767"/>
                <a:gd name="connsiteY0" fmla="*/ 281335 h 281334"/>
                <a:gd name="connsiteX1" fmla="*/ 165768 w 165767"/>
                <a:gd name="connsiteY1" fmla="*/ 0 h 281334"/>
                <a:gd name="connsiteX2" fmla="*/ 0 w 165767"/>
                <a:gd name="connsiteY2" fmla="*/ 138748 h 281334"/>
                <a:gd name="connsiteX3" fmla="*/ 144540 w 165767"/>
                <a:gd name="connsiteY3" fmla="*/ 281335 h 2813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5767" h="281334">
                  <a:moveTo>
                    <a:pt x="144540" y="281335"/>
                  </a:moveTo>
                  <a:lnTo>
                    <a:pt x="165768" y="0"/>
                  </a:lnTo>
                  <a:lnTo>
                    <a:pt x="0" y="138748"/>
                  </a:lnTo>
                  <a:lnTo>
                    <a:pt x="144540" y="281335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0" name="Freeform 479">
              <a:extLst>
                <a:ext uri="{FF2B5EF4-FFF2-40B4-BE49-F238E27FC236}">
                  <a16:creationId xmlns:a16="http://schemas.microsoft.com/office/drawing/2014/main" id="{AF994FF7-9D9D-92D0-C19B-FF228DA8DD6B}"/>
                </a:ext>
              </a:extLst>
            </p:cNvPr>
            <p:cNvSpPr/>
            <p:nvPr/>
          </p:nvSpPr>
          <p:spPr>
            <a:xfrm>
              <a:off x="10004162" y="2832554"/>
              <a:ext cx="80323" cy="50444"/>
            </a:xfrm>
            <a:custGeom>
              <a:avLst/>
              <a:gdLst>
                <a:gd name="connsiteX0" fmla="*/ 0 w 80323"/>
                <a:gd name="connsiteY0" fmla="*/ 50444 h 50444"/>
                <a:gd name="connsiteX1" fmla="*/ 70510 w 80323"/>
                <a:gd name="connsiteY1" fmla="*/ 0 h 50444"/>
                <a:gd name="connsiteX2" fmla="*/ 80324 w 80323"/>
                <a:gd name="connsiteY2" fmla="*/ 50444 h 50444"/>
                <a:gd name="connsiteX3" fmla="*/ 0 w 80323"/>
                <a:gd name="connsiteY3" fmla="*/ 50444 h 504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0323" h="50444">
                  <a:moveTo>
                    <a:pt x="0" y="50444"/>
                  </a:moveTo>
                  <a:lnTo>
                    <a:pt x="70510" y="0"/>
                  </a:lnTo>
                  <a:lnTo>
                    <a:pt x="80324" y="50444"/>
                  </a:lnTo>
                  <a:lnTo>
                    <a:pt x="0" y="50444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1" name="Freeform 480">
              <a:extLst>
                <a:ext uri="{FF2B5EF4-FFF2-40B4-BE49-F238E27FC236}">
                  <a16:creationId xmlns:a16="http://schemas.microsoft.com/office/drawing/2014/main" id="{659F84B6-651F-C339-7311-099CE0706B69}"/>
                </a:ext>
              </a:extLst>
            </p:cNvPr>
            <p:cNvSpPr/>
            <p:nvPr/>
          </p:nvSpPr>
          <p:spPr>
            <a:xfrm>
              <a:off x="10084486" y="2857830"/>
              <a:ext cx="74670" cy="94702"/>
            </a:xfrm>
            <a:custGeom>
              <a:avLst/>
              <a:gdLst>
                <a:gd name="connsiteX0" fmla="*/ 74670 w 74670"/>
                <a:gd name="connsiteY0" fmla="*/ 0 h 94702"/>
                <a:gd name="connsiteX1" fmla="*/ 0 w 74670"/>
                <a:gd name="connsiteY1" fmla="*/ 25169 h 94702"/>
                <a:gd name="connsiteX2" fmla="*/ 48749 w 74670"/>
                <a:gd name="connsiteY2" fmla="*/ 94703 h 94702"/>
                <a:gd name="connsiteX3" fmla="*/ 74670 w 74670"/>
                <a:gd name="connsiteY3" fmla="*/ 0 h 94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4670" h="94702">
                  <a:moveTo>
                    <a:pt x="74670" y="0"/>
                  </a:moveTo>
                  <a:lnTo>
                    <a:pt x="0" y="25169"/>
                  </a:lnTo>
                  <a:lnTo>
                    <a:pt x="48749" y="94703"/>
                  </a:lnTo>
                  <a:lnTo>
                    <a:pt x="74670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2" name="Freeform 481">
              <a:extLst>
                <a:ext uri="{FF2B5EF4-FFF2-40B4-BE49-F238E27FC236}">
                  <a16:creationId xmlns:a16="http://schemas.microsoft.com/office/drawing/2014/main" id="{5D20AA8A-01A6-1A6C-FA9C-B7C0FCAFF81F}"/>
                </a:ext>
              </a:extLst>
            </p:cNvPr>
            <p:cNvSpPr/>
            <p:nvPr/>
          </p:nvSpPr>
          <p:spPr>
            <a:xfrm>
              <a:off x="10250254" y="2888651"/>
              <a:ext cx="78723" cy="95235"/>
            </a:xfrm>
            <a:custGeom>
              <a:avLst/>
              <a:gdLst>
                <a:gd name="connsiteX0" fmla="*/ 0 w 78723"/>
                <a:gd name="connsiteY0" fmla="*/ 6932 h 95235"/>
                <a:gd name="connsiteX1" fmla="*/ 78724 w 78723"/>
                <a:gd name="connsiteY1" fmla="*/ 0 h 95235"/>
                <a:gd name="connsiteX2" fmla="*/ 12054 w 78723"/>
                <a:gd name="connsiteY2" fmla="*/ 95236 h 95235"/>
                <a:gd name="connsiteX3" fmla="*/ 0 w 78723"/>
                <a:gd name="connsiteY3" fmla="*/ 6932 h 952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8723" h="95235">
                  <a:moveTo>
                    <a:pt x="0" y="6932"/>
                  </a:moveTo>
                  <a:lnTo>
                    <a:pt x="78724" y="0"/>
                  </a:lnTo>
                  <a:lnTo>
                    <a:pt x="12054" y="95236"/>
                  </a:lnTo>
                  <a:lnTo>
                    <a:pt x="0" y="6932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3" name="Freeform 482">
              <a:extLst>
                <a:ext uri="{FF2B5EF4-FFF2-40B4-BE49-F238E27FC236}">
                  <a16:creationId xmlns:a16="http://schemas.microsoft.com/office/drawing/2014/main" id="{9723BB61-222D-BBBF-9673-F075F4ECAE22}"/>
                </a:ext>
              </a:extLst>
            </p:cNvPr>
            <p:cNvSpPr/>
            <p:nvPr/>
          </p:nvSpPr>
          <p:spPr>
            <a:xfrm>
              <a:off x="10262308" y="2901448"/>
              <a:ext cx="165554" cy="82438"/>
            </a:xfrm>
            <a:custGeom>
              <a:avLst/>
              <a:gdLst>
                <a:gd name="connsiteX0" fmla="*/ 110192 w 165554"/>
                <a:gd name="connsiteY0" fmla="*/ 0 h 82438"/>
                <a:gd name="connsiteX1" fmla="*/ 0 w 165554"/>
                <a:gd name="connsiteY1" fmla="*/ 82438 h 82438"/>
                <a:gd name="connsiteX2" fmla="*/ 165554 w 165554"/>
                <a:gd name="connsiteY2" fmla="*/ 24102 h 82438"/>
                <a:gd name="connsiteX3" fmla="*/ 110192 w 165554"/>
                <a:gd name="connsiteY3" fmla="*/ 0 h 82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5554" h="82438">
                  <a:moveTo>
                    <a:pt x="110192" y="0"/>
                  </a:moveTo>
                  <a:lnTo>
                    <a:pt x="0" y="82438"/>
                  </a:lnTo>
                  <a:lnTo>
                    <a:pt x="165554" y="24102"/>
                  </a:lnTo>
                  <a:lnTo>
                    <a:pt x="110192" y="0"/>
                  </a:lnTo>
                  <a:close/>
                </a:path>
              </a:pathLst>
            </a:custGeom>
            <a:grpFill/>
            <a:ln w="9525" cap="rnd">
              <a:solidFill>
                <a:srgbClr val="FF7D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4" name="Freeform 483">
              <a:extLst>
                <a:ext uri="{FF2B5EF4-FFF2-40B4-BE49-F238E27FC236}">
                  <a16:creationId xmlns:a16="http://schemas.microsoft.com/office/drawing/2014/main" id="{88E6C70F-BCBC-E197-ABB8-46B2D7FBA0F1}"/>
                </a:ext>
              </a:extLst>
            </p:cNvPr>
            <p:cNvSpPr/>
            <p:nvPr/>
          </p:nvSpPr>
          <p:spPr>
            <a:xfrm>
              <a:off x="10321617" y="2925551"/>
              <a:ext cx="305721" cy="117524"/>
            </a:xfrm>
            <a:custGeom>
              <a:avLst/>
              <a:gdLst>
                <a:gd name="connsiteX0" fmla="*/ 0 w 305721"/>
                <a:gd name="connsiteY0" fmla="*/ 117525 h 117524"/>
                <a:gd name="connsiteX1" fmla="*/ 106245 w 305721"/>
                <a:gd name="connsiteY1" fmla="*/ 0 h 117524"/>
                <a:gd name="connsiteX2" fmla="*/ 305721 w 305721"/>
                <a:gd name="connsiteY2" fmla="*/ 65055 h 117524"/>
                <a:gd name="connsiteX3" fmla="*/ 0 w 305721"/>
                <a:gd name="connsiteY3" fmla="*/ 117525 h 1175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5721" h="117524">
                  <a:moveTo>
                    <a:pt x="0" y="117525"/>
                  </a:moveTo>
                  <a:lnTo>
                    <a:pt x="106245" y="0"/>
                  </a:lnTo>
                  <a:lnTo>
                    <a:pt x="305721" y="65055"/>
                  </a:lnTo>
                  <a:lnTo>
                    <a:pt x="0" y="117525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5" name="Freeform 484">
              <a:extLst>
                <a:ext uri="{FF2B5EF4-FFF2-40B4-BE49-F238E27FC236}">
                  <a16:creationId xmlns:a16="http://schemas.microsoft.com/office/drawing/2014/main" id="{46837E63-B713-373F-2C6F-007B111735E9}"/>
                </a:ext>
              </a:extLst>
            </p:cNvPr>
            <p:cNvSpPr/>
            <p:nvPr/>
          </p:nvSpPr>
          <p:spPr>
            <a:xfrm>
              <a:off x="9557847" y="2866468"/>
              <a:ext cx="228811" cy="216920"/>
            </a:xfrm>
            <a:custGeom>
              <a:avLst/>
              <a:gdLst>
                <a:gd name="connsiteX0" fmla="*/ 0 w 228811"/>
                <a:gd name="connsiteY0" fmla="*/ 140881 h 216920"/>
                <a:gd name="connsiteX1" fmla="*/ 61123 w 228811"/>
                <a:gd name="connsiteY1" fmla="*/ 0 h 216920"/>
                <a:gd name="connsiteX2" fmla="*/ 228811 w 228811"/>
                <a:gd name="connsiteY2" fmla="*/ 216920 h 216920"/>
                <a:gd name="connsiteX3" fmla="*/ 0 w 228811"/>
                <a:gd name="connsiteY3" fmla="*/ 140881 h 216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8811" h="216920">
                  <a:moveTo>
                    <a:pt x="0" y="140881"/>
                  </a:moveTo>
                  <a:lnTo>
                    <a:pt x="61123" y="0"/>
                  </a:lnTo>
                  <a:lnTo>
                    <a:pt x="228811" y="216920"/>
                  </a:lnTo>
                  <a:lnTo>
                    <a:pt x="0" y="140881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6" name="Freeform 485">
              <a:extLst>
                <a:ext uri="{FF2B5EF4-FFF2-40B4-BE49-F238E27FC236}">
                  <a16:creationId xmlns:a16="http://schemas.microsoft.com/office/drawing/2014/main" id="{5CA2276C-BFA0-20F5-7E9C-4FD6454E72DB}"/>
                </a:ext>
              </a:extLst>
            </p:cNvPr>
            <p:cNvSpPr/>
            <p:nvPr/>
          </p:nvSpPr>
          <p:spPr>
            <a:xfrm>
              <a:off x="9181723" y="2684635"/>
              <a:ext cx="228384" cy="112086"/>
            </a:xfrm>
            <a:custGeom>
              <a:avLst/>
              <a:gdLst>
                <a:gd name="connsiteX0" fmla="*/ 228384 w 228384"/>
                <a:gd name="connsiteY0" fmla="*/ 112086 h 112086"/>
                <a:gd name="connsiteX1" fmla="*/ 0 w 228384"/>
                <a:gd name="connsiteY1" fmla="*/ 112086 h 112086"/>
                <a:gd name="connsiteX2" fmla="*/ 92805 w 228384"/>
                <a:gd name="connsiteY2" fmla="*/ 0 h 112086"/>
                <a:gd name="connsiteX3" fmla="*/ 228384 w 228384"/>
                <a:gd name="connsiteY3" fmla="*/ 112086 h 1120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8384" h="112086">
                  <a:moveTo>
                    <a:pt x="228384" y="112086"/>
                  </a:moveTo>
                  <a:lnTo>
                    <a:pt x="0" y="112086"/>
                  </a:lnTo>
                  <a:lnTo>
                    <a:pt x="92805" y="0"/>
                  </a:lnTo>
                  <a:lnTo>
                    <a:pt x="228384" y="112086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7" name="Freeform 486">
              <a:extLst>
                <a:ext uri="{FF2B5EF4-FFF2-40B4-BE49-F238E27FC236}">
                  <a16:creationId xmlns:a16="http://schemas.microsoft.com/office/drawing/2014/main" id="{C5AA89E0-FBBC-3215-893D-7436331F6243}"/>
                </a:ext>
              </a:extLst>
            </p:cNvPr>
            <p:cNvSpPr/>
            <p:nvPr/>
          </p:nvSpPr>
          <p:spPr>
            <a:xfrm>
              <a:off x="9451709" y="2654134"/>
              <a:ext cx="167261" cy="212333"/>
            </a:xfrm>
            <a:custGeom>
              <a:avLst/>
              <a:gdLst>
                <a:gd name="connsiteX0" fmla="*/ 0 w 167261"/>
                <a:gd name="connsiteY0" fmla="*/ 142587 h 212333"/>
                <a:gd name="connsiteX1" fmla="*/ 148700 w 167261"/>
                <a:gd name="connsiteY1" fmla="*/ 0 h 212333"/>
                <a:gd name="connsiteX2" fmla="*/ 167262 w 167261"/>
                <a:gd name="connsiteY2" fmla="*/ 212334 h 212333"/>
                <a:gd name="connsiteX3" fmla="*/ 0 w 167261"/>
                <a:gd name="connsiteY3" fmla="*/ 142587 h 2123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7261" h="212333">
                  <a:moveTo>
                    <a:pt x="0" y="142587"/>
                  </a:moveTo>
                  <a:lnTo>
                    <a:pt x="148700" y="0"/>
                  </a:lnTo>
                  <a:lnTo>
                    <a:pt x="167262" y="212334"/>
                  </a:lnTo>
                  <a:lnTo>
                    <a:pt x="0" y="142587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8" name="Freeform 487">
              <a:extLst>
                <a:ext uri="{FF2B5EF4-FFF2-40B4-BE49-F238E27FC236}">
                  <a16:creationId xmlns:a16="http://schemas.microsoft.com/office/drawing/2014/main" id="{DD339B80-EB50-5E27-4BF5-BC9DFEEB6469}"/>
                </a:ext>
              </a:extLst>
            </p:cNvPr>
            <p:cNvSpPr/>
            <p:nvPr/>
          </p:nvSpPr>
          <p:spPr>
            <a:xfrm>
              <a:off x="9410107" y="2560178"/>
              <a:ext cx="90777" cy="236543"/>
            </a:xfrm>
            <a:custGeom>
              <a:avLst/>
              <a:gdLst>
                <a:gd name="connsiteX0" fmla="*/ 0 w 90777"/>
                <a:gd name="connsiteY0" fmla="*/ 22396 h 236543"/>
                <a:gd name="connsiteX1" fmla="*/ 90778 w 90777"/>
                <a:gd name="connsiteY1" fmla="*/ 0 h 236543"/>
                <a:gd name="connsiteX2" fmla="*/ 0 w 90777"/>
                <a:gd name="connsiteY2" fmla="*/ 236543 h 236543"/>
                <a:gd name="connsiteX3" fmla="*/ 0 w 90777"/>
                <a:gd name="connsiteY3" fmla="*/ 22396 h 2365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0777" h="236543">
                  <a:moveTo>
                    <a:pt x="0" y="22396"/>
                  </a:moveTo>
                  <a:lnTo>
                    <a:pt x="90778" y="0"/>
                  </a:lnTo>
                  <a:lnTo>
                    <a:pt x="0" y="236543"/>
                  </a:lnTo>
                  <a:lnTo>
                    <a:pt x="0" y="22396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9" name="Freeform 488">
              <a:extLst>
                <a:ext uri="{FF2B5EF4-FFF2-40B4-BE49-F238E27FC236}">
                  <a16:creationId xmlns:a16="http://schemas.microsoft.com/office/drawing/2014/main" id="{D2546FF3-F2B3-5006-7AC4-7C910E98E37F}"/>
                </a:ext>
              </a:extLst>
            </p:cNvPr>
            <p:cNvSpPr/>
            <p:nvPr/>
          </p:nvSpPr>
          <p:spPr>
            <a:xfrm>
              <a:off x="9275594" y="2582574"/>
              <a:ext cx="134512" cy="114325"/>
            </a:xfrm>
            <a:custGeom>
              <a:avLst/>
              <a:gdLst>
                <a:gd name="connsiteX0" fmla="*/ 0 w 134512"/>
                <a:gd name="connsiteY0" fmla="*/ 75186 h 114325"/>
                <a:gd name="connsiteX1" fmla="*/ 134513 w 134512"/>
                <a:gd name="connsiteY1" fmla="*/ 0 h 114325"/>
                <a:gd name="connsiteX2" fmla="*/ 112645 w 134512"/>
                <a:gd name="connsiteY2" fmla="*/ 114326 h 114325"/>
                <a:gd name="connsiteX3" fmla="*/ 0 w 134512"/>
                <a:gd name="connsiteY3" fmla="*/ 75186 h 1143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4512" h="114325">
                  <a:moveTo>
                    <a:pt x="0" y="75186"/>
                  </a:moveTo>
                  <a:lnTo>
                    <a:pt x="134513" y="0"/>
                  </a:lnTo>
                  <a:lnTo>
                    <a:pt x="112645" y="114326"/>
                  </a:lnTo>
                  <a:lnTo>
                    <a:pt x="0" y="75186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0" name="Freeform 489">
              <a:extLst>
                <a:ext uri="{FF2B5EF4-FFF2-40B4-BE49-F238E27FC236}">
                  <a16:creationId xmlns:a16="http://schemas.microsoft.com/office/drawing/2014/main" id="{876217E7-4488-99DB-7A44-34C8CFA0C8A7}"/>
                </a:ext>
              </a:extLst>
            </p:cNvPr>
            <p:cNvSpPr/>
            <p:nvPr/>
          </p:nvSpPr>
          <p:spPr>
            <a:xfrm>
              <a:off x="9451709" y="2591639"/>
              <a:ext cx="148700" cy="205082"/>
            </a:xfrm>
            <a:custGeom>
              <a:avLst/>
              <a:gdLst>
                <a:gd name="connsiteX0" fmla="*/ 148700 w 148700"/>
                <a:gd name="connsiteY0" fmla="*/ 62495 h 205082"/>
                <a:gd name="connsiteX1" fmla="*/ 72217 w 148700"/>
                <a:gd name="connsiteY1" fmla="*/ 0 h 205082"/>
                <a:gd name="connsiteX2" fmla="*/ 0 w 148700"/>
                <a:gd name="connsiteY2" fmla="*/ 205082 h 205082"/>
                <a:gd name="connsiteX3" fmla="*/ 148700 w 148700"/>
                <a:gd name="connsiteY3" fmla="*/ 62495 h 205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8700" h="205082">
                  <a:moveTo>
                    <a:pt x="148700" y="62495"/>
                  </a:moveTo>
                  <a:lnTo>
                    <a:pt x="72217" y="0"/>
                  </a:lnTo>
                  <a:lnTo>
                    <a:pt x="0" y="205082"/>
                  </a:lnTo>
                  <a:lnTo>
                    <a:pt x="148700" y="62495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1" name="Freeform 490">
              <a:extLst>
                <a:ext uri="{FF2B5EF4-FFF2-40B4-BE49-F238E27FC236}">
                  <a16:creationId xmlns:a16="http://schemas.microsoft.com/office/drawing/2014/main" id="{26E9C6FC-7A0B-459A-6E5F-447CF92CD68F}"/>
                </a:ext>
              </a:extLst>
            </p:cNvPr>
            <p:cNvSpPr/>
            <p:nvPr/>
          </p:nvSpPr>
          <p:spPr>
            <a:xfrm>
              <a:off x="9600409" y="2574362"/>
              <a:ext cx="148807" cy="138321"/>
            </a:xfrm>
            <a:custGeom>
              <a:avLst/>
              <a:gdLst>
                <a:gd name="connsiteX0" fmla="*/ 44162 w 148807"/>
                <a:gd name="connsiteY0" fmla="*/ 0 h 138321"/>
                <a:gd name="connsiteX1" fmla="*/ 0 w 148807"/>
                <a:gd name="connsiteY1" fmla="*/ 79772 h 138321"/>
                <a:gd name="connsiteX2" fmla="*/ 148807 w 148807"/>
                <a:gd name="connsiteY2" fmla="*/ 138321 h 138321"/>
                <a:gd name="connsiteX3" fmla="*/ 44162 w 148807"/>
                <a:gd name="connsiteY3" fmla="*/ 0 h 1383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8807" h="138321">
                  <a:moveTo>
                    <a:pt x="44162" y="0"/>
                  </a:moveTo>
                  <a:lnTo>
                    <a:pt x="0" y="79772"/>
                  </a:lnTo>
                  <a:lnTo>
                    <a:pt x="148807" y="138321"/>
                  </a:lnTo>
                  <a:lnTo>
                    <a:pt x="44162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2" name="Freeform 491">
              <a:extLst>
                <a:ext uri="{FF2B5EF4-FFF2-40B4-BE49-F238E27FC236}">
                  <a16:creationId xmlns:a16="http://schemas.microsoft.com/office/drawing/2014/main" id="{0805AAEB-B927-3504-1ECB-C222AA241084}"/>
                </a:ext>
              </a:extLst>
            </p:cNvPr>
            <p:cNvSpPr/>
            <p:nvPr/>
          </p:nvSpPr>
          <p:spPr>
            <a:xfrm>
              <a:off x="9749216" y="2524984"/>
              <a:ext cx="115738" cy="187698"/>
            </a:xfrm>
            <a:custGeom>
              <a:avLst/>
              <a:gdLst>
                <a:gd name="connsiteX0" fmla="*/ 0 w 115738"/>
                <a:gd name="connsiteY0" fmla="*/ 0 h 187698"/>
                <a:gd name="connsiteX1" fmla="*/ 0 w 115738"/>
                <a:gd name="connsiteY1" fmla="*/ 187699 h 187698"/>
                <a:gd name="connsiteX2" fmla="*/ 115739 w 115738"/>
                <a:gd name="connsiteY2" fmla="*/ 72094 h 187698"/>
                <a:gd name="connsiteX3" fmla="*/ 0 w 115738"/>
                <a:gd name="connsiteY3" fmla="*/ 0 h 1876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5738" h="187698">
                  <a:moveTo>
                    <a:pt x="0" y="0"/>
                  </a:moveTo>
                  <a:lnTo>
                    <a:pt x="0" y="187699"/>
                  </a:lnTo>
                  <a:lnTo>
                    <a:pt x="115739" y="72094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3" name="Freeform 492">
              <a:extLst>
                <a:ext uri="{FF2B5EF4-FFF2-40B4-BE49-F238E27FC236}">
                  <a16:creationId xmlns:a16="http://schemas.microsoft.com/office/drawing/2014/main" id="{11E53D69-89EB-D435-0413-70BFA68D06A5}"/>
                </a:ext>
              </a:extLst>
            </p:cNvPr>
            <p:cNvSpPr/>
            <p:nvPr/>
          </p:nvSpPr>
          <p:spPr>
            <a:xfrm>
              <a:off x="9749216" y="2712683"/>
              <a:ext cx="85870" cy="138321"/>
            </a:xfrm>
            <a:custGeom>
              <a:avLst/>
              <a:gdLst>
                <a:gd name="connsiteX0" fmla="*/ 85871 w 85870"/>
                <a:gd name="connsiteY0" fmla="*/ 7785 h 138321"/>
                <a:gd name="connsiteX1" fmla="*/ 0 w 85870"/>
                <a:gd name="connsiteY1" fmla="*/ 0 h 138321"/>
                <a:gd name="connsiteX2" fmla="*/ 27841 w 85870"/>
                <a:gd name="connsiteY2" fmla="*/ 138321 h 138321"/>
                <a:gd name="connsiteX3" fmla="*/ 85871 w 85870"/>
                <a:gd name="connsiteY3" fmla="*/ 7785 h 1383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5870" h="138321">
                  <a:moveTo>
                    <a:pt x="85871" y="7785"/>
                  </a:moveTo>
                  <a:lnTo>
                    <a:pt x="0" y="0"/>
                  </a:lnTo>
                  <a:lnTo>
                    <a:pt x="27841" y="138321"/>
                  </a:lnTo>
                  <a:lnTo>
                    <a:pt x="85871" y="7785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5" name="Freeform 494">
              <a:extLst>
                <a:ext uri="{FF2B5EF4-FFF2-40B4-BE49-F238E27FC236}">
                  <a16:creationId xmlns:a16="http://schemas.microsoft.com/office/drawing/2014/main" id="{26E55C58-6782-648E-A8A9-363A85F6AD88}"/>
                </a:ext>
              </a:extLst>
            </p:cNvPr>
            <p:cNvSpPr/>
            <p:nvPr/>
          </p:nvSpPr>
          <p:spPr>
            <a:xfrm>
              <a:off x="9755297" y="2471128"/>
              <a:ext cx="334415" cy="125950"/>
            </a:xfrm>
            <a:custGeom>
              <a:avLst/>
              <a:gdLst>
                <a:gd name="connsiteX0" fmla="*/ 0 w 334415"/>
                <a:gd name="connsiteY0" fmla="*/ 0 h 125950"/>
                <a:gd name="connsiteX1" fmla="*/ 109659 w 334415"/>
                <a:gd name="connsiteY1" fmla="*/ 125950 h 125950"/>
                <a:gd name="connsiteX2" fmla="*/ 334416 w 334415"/>
                <a:gd name="connsiteY2" fmla="*/ 75933 h 125950"/>
                <a:gd name="connsiteX3" fmla="*/ 0 w 334415"/>
                <a:gd name="connsiteY3" fmla="*/ 0 h 1259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4415" h="125950">
                  <a:moveTo>
                    <a:pt x="0" y="0"/>
                  </a:moveTo>
                  <a:lnTo>
                    <a:pt x="109659" y="125950"/>
                  </a:lnTo>
                  <a:lnTo>
                    <a:pt x="334416" y="75933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6" name="Freeform 495">
              <a:extLst>
                <a:ext uri="{FF2B5EF4-FFF2-40B4-BE49-F238E27FC236}">
                  <a16:creationId xmlns:a16="http://schemas.microsoft.com/office/drawing/2014/main" id="{595D4600-A3CE-B7E7-B80B-5516BB773309}"/>
                </a:ext>
              </a:extLst>
            </p:cNvPr>
            <p:cNvSpPr/>
            <p:nvPr/>
          </p:nvSpPr>
          <p:spPr>
            <a:xfrm>
              <a:off x="9755297" y="2392102"/>
              <a:ext cx="334415" cy="154958"/>
            </a:xfrm>
            <a:custGeom>
              <a:avLst/>
              <a:gdLst>
                <a:gd name="connsiteX0" fmla="*/ 219317 w 334415"/>
                <a:gd name="connsiteY0" fmla="*/ 0 h 154958"/>
                <a:gd name="connsiteX1" fmla="*/ 0 w 334415"/>
                <a:gd name="connsiteY1" fmla="*/ 79026 h 154958"/>
                <a:gd name="connsiteX2" fmla="*/ 334416 w 334415"/>
                <a:gd name="connsiteY2" fmla="*/ 154958 h 154958"/>
                <a:gd name="connsiteX3" fmla="*/ 219317 w 334415"/>
                <a:gd name="connsiteY3" fmla="*/ 0 h 154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4415" h="154958">
                  <a:moveTo>
                    <a:pt x="219317" y="0"/>
                  </a:moveTo>
                  <a:lnTo>
                    <a:pt x="0" y="79026"/>
                  </a:lnTo>
                  <a:lnTo>
                    <a:pt x="334416" y="154958"/>
                  </a:lnTo>
                  <a:lnTo>
                    <a:pt x="219317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7" name="Freeform 496">
              <a:extLst>
                <a:ext uri="{FF2B5EF4-FFF2-40B4-BE49-F238E27FC236}">
                  <a16:creationId xmlns:a16="http://schemas.microsoft.com/office/drawing/2014/main" id="{4F39D09F-D304-62CA-8CA9-9576F2680999}"/>
                </a:ext>
              </a:extLst>
            </p:cNvPr>
            <p:cNvSpPr/>
            <p:nvPr/>
          </p:nvSpPr>
          <p:spPr>
            <a:xfrm>
              <a:off x="9618970" y="2851004"/>
              <a:ext cx="167688" cy="232383"/>
            </a:xfrm>
            <a:custGeom>
              <a:avLst/>
              <a:gdLst>
                <a:gd name="connsiteX0" fmla="*/ 167688 w 167688"/>
                <a:gd name="connsiteY0" fmla="*/ 232384 h 232383"/>
                <a:gd name="connsiteX1" fmla="*/ 158087 w 167688"/>
                <a:gd name="connsiteY1" fmla="*/ 0 h 232383"/>
                <a:gd name="connsiteX2" fmla="*/ 0 w 167688"/>
                <a:gd name="connsiteY2" fmla="*/ 15464 h 232383"/>
                <a:gd name="connsiteX3" fmla="*/ 167688 w 167688"/>
                <a:gd name="connsiteY3" fmla="*/ 232384 h 2323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7688" h="232383">
                  <a:moveTo>
                    <a:pt x="167688" y="232384"/>
                  </a:moveTo>
                  <a:lnTo>
                    <a:pt x="158087" y="0"/>
                  </a:lnTo>
                  <a:lnTo>
                    <a:pt x="0" y="15464"/>
                  </a:lnTo>
                  <a:lnTo>
                    <a:pt x="167688" y="232384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8" name="Freeform 497">
              <a:extLst>
                <a:ext uri="{FF2B5EF4-FFF2-40B4-BE49-F238E27FC236}">
                  <a16:creationId xmlns:a16="http://schemas.microsoft.com/office/drawing/2014/main" id="{BDFCBEC1-E2F1-DCBF-47C0-93E68007ED23}"/>
                </a:ext>
              </a:extLst>
            </p:cNvPr>
            <p:cNvSpPr/>
            <p:nvPr/>
          </p:nvSpPr>
          <p:spPr>
            <a:xfrm>
              <a:off x="9777058" y="2782110"/>
              <a:ext cx="227104" cy="100888"/>
            </a:xfrm>
            <a:custGeom>
              <a:avLst/>
              <a:gdLst>
                <a:gd name="connsiteX0" fmla="*/ 227104 w 227104"/>
                <a:gd name="connsiteY0" fmla="*/ 100888 h 100888"/>
                <a:gd name="connsiteX1" fmla="*/ 0 w 227104"/>
                <a:gd name="connsiteY1" fmla="*/ 68894 h 100888"/>
                <a:gd name="connsiteX2" fmla="*/ 97391 w 227104"/>
                <a:gd name="connsiteY2" fmla="*/ 0 h 100888"/>
                <a:gd name="connsiteX3" fmla="*/ 227104 w 227104"/>
                <a:gd name="connsiteY3" fmla="*/ 100888 h 100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7104" h="100888">
                  <a:moveTo>
                    <a:pt x="227104" y="100888"/>
                  </a:moveTo>
                  <a:lnTo>
                    <a:pt x="0" y="68894"/>
                  </a:lnTo>
                  <a:lnTo>
                    <a:pt x="97391" y="0"/>
                  </a:lnTo>
                  <a:lnTo>
                    <a:pt x="227104" y="100888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9" name="Freeform 498">
              <a:extLst>
                <a:ext uri="{FF2B5EF4-FFF2-40B4-BE49-F238E27FC236}">
                  <a16:creationId xmlns:a16="http://schemas.microsoft.com/office/drawing/2014/main" id="{92D9D3E5-B3F2-0521-50DB-8D8F641CF546}"/>
                </a:ext>
              </a:extLst>
            </p:cNvPr>
            <p:cNvSpPr/>
            <p:nvPr/>
          </p:nvSpPr>
          <p:spPr>
            <a:xfrm>
              <a:off x="9181723" y="2796721"/>
              <a:ext cx="376124" cy="210627"/>
            </a:xfrm>
            <a:custGeom>
              <a:avLst/>
              <a:gdLst>
                <a:gd name="connsiteX0" fmla="*/ 228384 w 376124"/>
                <a:gd name="connsiteY0" fmla="*/ 0 h 210627"/>
                <a:gd name="connsiteX1" fmla="*/ 376125 w 376124"/>
                <a:gd name="connsiteY1" fmla="*/ 210628 h 210627"/>
                <a:gd name="connsiteX2" fmla="*/ 0 w 376124"/>
                <a:gd name="connsiteY2" fmla="*/ 0 h 210627"/>
                <a:gd name="connsiteX3" fmla="*/ 228384 w 376124"/>
                <a:gd name="connsiteY3" fmla="*/ 0 h 210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6124" h="210627">
                  <a:moveTo>
                    <a:pt x="228384" y="0"/>
                  </a:moveTo>
                  <a:lnTo>
                    <a:pt x="376125" y="210628"/>
                  </a:lnTo>
                  <a:lnTo>
                    <a:pt x="0" y="0"/>
                  </a:lnTo>
                  <a:lnTo>
                    <a:pt x="228384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" name="Freeform 499">
              <a:extLst>
                <a:ext uri="{FF2B5EF4-FFF2-40B4-BE49-F238E27FC236}">
                  <a16:creationId xmlns:a16="http://schemas.microsoft.com/office/drawing/2014/main" id="{1D68B492-46F5-0093-A062-C6AB84EE0E21}"/>
                </a:ext>
              </a:extLst>
            </p:cNvPr>
            <p:cNvSpPr/>
            <p:nvPr/>
          </p:nvSpPr>
          <p:spPr>
            <a:xfrm>
              <a:off x="8956219" y="2531596"/>
              <a:ext cx="209396" cy="176501"/>
            </a:xfrm>
            <a:custGeom>
              <a:avLst/>
              <a:gdLst>
                <a:gd name="connsiteX0" fmla="*/ 209397 w 209396"/>
                <a:gd name="connsiteY0" fmla="*/ 37007 h 176501"/>
                <a:gd name="connsiteX1" fmla="*/ 0 w 209396"/>
                <a:gd name="connsiteY1" fmla="*/ 176501 h 176501"/>
                <a:gd name="connsiteX2" fmla="*/ 76057 w 209396"/>
                <a:gd name="connsiteY2" fmla="*/ 0 h 176501"/>
                <a:gd name="connsiteX3" fmla="*/ 209397 w 209396"/>
                <a:gd name="connsiteY3" fmla="*/ 37007 h 176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396" h="176501">
                  <a:moveTo>
                    <a:pt x="209397" y="37007"/>
                  </a:moveTo>
                  <a:lnTo>
                    <a:pt x="0" y="176501"/>
                  </a:lnTo>
                  <a:lnTo>
                    <a:pt x="76057" y="0"/>
                  </a:lnTo>
                  <a:lnTo>
                    <a:pt x="209397" y="37007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" name="Freeform 500">
              <a:extLst>
                <a:ext uri="{FF2B5EF4-FFF2-40B4-BE49-F238E27FC236}">
                  <a16:creationId xmlns:a16="http://schemas.microsoft.com/office/drawing/2014/main" id="{F05AEE0A-AE85-6F59-BFF6-A4A0A8D0C594}"/>
                </a:ext>
              </a:extLst>
            </p:cNvPr>
            <p:cNvSpPr/>
            <p:nvPr/>
          </p:nvSpPr>
          <p:spPr>
            <a:xfrm>
              <a:off x="9150895" y="2568603"/>
              <a:ext cx="86937" cy="109846"/>
            </a:xfrm>
            <a:custGeom>
              <a:avLst/>
              <a:gdLst>
                <a:gd name="connsiteX0" fmla="*/ 0 w 86937"/>
                <a:gd name="connsiteY0" fmla="*/ 79026 h 109846"/>
                <a:gd name="connsiteX1" fmla="*/ 14721 w 86937"/>
                <a:gd name="connsiteY1" fmla="*/ 0 h 109846"/>
                <a:gd name="connsiteX2" fmla="*/ 86937 w 86937"/>
                <a:gd name="connsiteY2" fmla="*/ 109847 h 109846"/>
                <a:gd name="connsiteX3" fmla="*/ 0 w 86937"/>
                <a:gd name="connsiteY3" fmla="*/ 79026 h 1098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937" h="109846">
                  <a:moveTo>
                    <a:pt x="0" y="79026"/>
                  </a:moveTo>
                  <a:lnTo>
                    <a:pt x="14721" y="0"/>
                  </a:lnTo>
                  <a:lnTo>
                    <a:pt x="86937" y="109847"/>
                  </a:lnTo>
                  <a:lnTo>
                    <a:pt x="0" y="79026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2" name="Freeform 501">
              <a:extLst>
                <a:ext uri="{FF2B5EF4-FFF2-40B4-BE49-F238E27FC236}">
                  <a16:creationId xmlns:a16="http://schemas.microsoft.com/office/drawing/2014/main" id="{2351CA30-3014-4560-2886-FE83AB95FE36}"/>
                </a:ext>
              </a:extLst>
            </p:cNvPr>
            <p:cNvSpPr/>
            <p:nvPr/>
          </p:nvSpPr>
          <p:spPr>
            <a:xfrm>
              <a:off x="8806345" y="2405539"/>
              <a:ext cx="225931" cy="144613"/>
            </a:xfrm>
            <a:custGeom>
              <a:avLst/>
              <a:gdLst>
                <a:gd name="connsiteX0" fmla="*/ 225931 w 225931"/>
                <a:gd name="connsiteY0" fmla="*/ 126057 h 144613"/>
                <a:gd name="connsiteX1" fmla="*/ 0 w 225931"/>
                <a:gd name="connsiteY1" fmla="*/ 144614 h 144613"/>
                <a:gd name="connsiteX2" fmla="*/ 149874 w 225931"/>
                <a:gd name="connsiteY2" fmla="*/ 0 h 144613"/>
                <a:gd name="connsiteX3" fmla="*/ 225931 w 225931"/>
                <a:gd name="connsiteY3" fmla="*/ 126057 h 1446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5931" h="144613">
                  <a:moveTo>
                    <a:pt x="225931" y="126057"/>
                  </a:moveTo>
                  <a:lnTo>
                    <a:pt x="0" y="144614"/>
                  </a:lnTo>
                  <a:lnTo>
                    <a:pt x="149874" y="0"/>
                  </a:lnTo>
                  <a:lnTo>
                    <a:pt x="225931" y="126057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3" name="Freeform 502">
              <a:extLst>
                <a:ext uri="{FF2B5EF4-FFF2-40B4-BE49-F238E27FC236}">
                  <a16:creationId xmlns:a16="http://schemas.microsoft.com/office/drawing/2014/main" id="{37B04B96-E170-A930-0196-2DB21879C687}"/>
                </a:ext>
              </a:extLst>
            </p:cNvPr>
            <p:cNvSpPr/>
            <p:nvPr/>
          </p:nvSpPr>
          <p:spPr>
            <a:xfrm>
              <a:off x="8710447" y="2371946"/>
              <a:ext cx="245771" cy="173408"/>
            </a:xfrm>
            <a:custGeom>
              <a:avLst/>
              <a:gdLst>
                <a:gd name="connsiteX0" fmla="*/ 140167 w 245771"/>
                <a:gd name="connsiteY0" fmla="*/ 0 h 173408"/>
                <a:gd name="connsiteX1" fmla="*/ 0 w 245771"/>
                <a:gd name="connsiteY1" fmla="*/ 173408 h 173408"/>
                <a:gd name="connsiteX2" fmla="*/ 245772 w 245771"/>
                <a:gd name="connsiteY2" fmla="*/ 33594 h 173408"/>
                <a:gd name="connsiteX3" fmla="*/ 140167 w 245771"/>
                <a:gd name="connsiteY3" fmla="*/ 0 h 1734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5771" h="173408">
                  <a:moveTo>
                    <a:pt x="140167" y="0"/>
                  </a:moveTo>
                  <a:lnTo>
                    <a:pt x="0" y="173408"/>
                  </a:lnTo>
                  <a:lnTo>
                    <a:pt x="245772" y="33594"/>
                  </a:lnTo>
                  <a:lnTo>
                    <a:pt x="140167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4" name="Freeform 503">
              <a:extLst>
                <a:ext uri="{FF2B5EF4-FFF2-40B4-BE49-F238E27FC236}">
                  <a16:creationId xmlns:a16="http://schemas.microsoft.com/office/drawing/2014/main" id="{5C4EFD6E-4142-30F0-B3D7-5A926CDDDE5F}"/>
                </a:ext>
              </a:extLst>
            </p:cNvPr>
            <p:cNvSpPr/>
            <p:nvPr/>
          </p:nvSpPr>
          <p:spPr>
            <a:xfrm>
              <a:off x="8661485" y="2338245"/>
              <a:ext cx="61123" cy="207108"/>
            </a:xfrm>
            <a:custGeom>
              <a:avLst/>
              <a:gdLst>
                <a:gd name="connsiteX0" fmla="*/ 61123 w 61123"/>
                <a:gd name="connsiteY0" fmla="*/ 0 h 207108"/>
                <a:gd name="connsiteX1" fmla="*/ 48962 w 61123"/>
                <a:gd name="connsiteY1" fmla="*/ 207109 h 207108"/>
                <a:gd name="connsiteX2" fmla="*/ 0 w 61123"/>
                <a:gd name="connsiteY2" fmla="*/ 11305 h 207108"/>
                <a:gd name="connsiteX3" fmla="*/ 61123 w 61123"/>
                <a:gd name="connsiteY3" fmla="*/ 0 h 2071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123" h="207108">
                  <a:moveTo>
                    <a:pt x="61123" y="0"/>
                  </a:moveTo>
                  <a:lnTo>
                    <a:pt x="48962" y="207109"/>
                  </a:lnTo>
                  <a:lnTo>
                    <a:pt x="0" y="11305"/>
                  </a:lnTo>
                  <a:lnTo>
                    <a:pt x="61123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5" name="Freeform 504">
              <a:extLst>
                <a:ext uri="{FF2B5EF4-FFF2-40B4-BE49-F238E27FC236}">
                  <a16:creationId xmlns:a16="http://schemas.microsoft.com/office/drawing/2014/main" id="{38C24DCA-5B53-4B6D-8F59-6C2A3F2B3201}"/>
                </a:ext>
              </a:extLst>
            </p:cNvPr>
            <p:cNvSpPr/>
            <p:nvPr/>
          </p:nvSpPr>
          <p:spPr>
            <a:xfrm>
              <a:off x="8722608" y="2338245"/>
              <a:ext cx="91950" cy="67294"/>
            </a:xfrm>
            <a:custGeom>
              <a:avLst/>
              <a:gdLst>
                <a:gd name="connsiteX0" fmla="*/ 64003 w 91950"/>
                <a:gd name="connsiteY0" fmla="*/ 67294 h 67294"/>
                <a:gd name="connsiteX1" fmla="*/ 0 w 91950"/>
                <a:gd name="connsiteY1" fmla="*/ 0 h 67294"/>
                <a:gd name="connsiteX2" fmla="*/ 91951 w 91950"/>
                <a:gd name="connsiteY2" fmla="*/ 10132 h 67294"/>
                <a:gd name="connsiteX3" fmla="*/ 64003 w 91950"/>
                <a:gd name="connsiteY3" fmla="*/ 67294 h 672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1950" h="67294">
                  <a:moveTo>
                    <a:pt x="64003" y="67294"/>
                  </a:moveTo>
                  <a:lnTo>
                    <a:pt x="0" y="0"/>
                  </a:lnTo>
                  <a:lnTo>
                    <a:pt x="91951" y="10132"/>
                  </a:lnTo>
                  <a:lnTo>
                    <a:pt x="64003" y="67294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6" name="Freeform 505">
              <a:extLst>
                <a:ext uri="{FF2B5EF4-FFF2-40B4-BE49-F238E27FC236}">
                  <a16:creationId xmlns:a16="http://schemas.microsoft.com/office/drawing/2014/main" id="{34319834-6CA2-A37B-1D64-2BCCF3C5D585}"/>
                </a:ext>
              </a:extLst>
            </p:cNvPr>
            <p:cNvSpPr/>
            <p:nvPr/>
          </p:nvSpPr>
          <p:spPr>
            <a:xfrm>
              <a:off x="8574120" y="2503868"/>
              <a:ext cx="136326" cy="254673"/>
            </a:xfrm>
            <a:custGeom>
              <a:avLst/>
              <a:gdLst>
                <a:gd name="connsiteX0" fmla="*/ 126406 w 136326"/>
                <a:gd name="connsiteY0" fmla="*/ 254673 h 254673"/>
                <a:gd name="connsiteX1" fmla="*/ 0 w 136326"/>
                <a:gd name="connsiteY1" fmla="*/ 0 h 254673"/>
                <a:gd name="connsiteX2" fmla="*/ 136326 w 136326"/>
                <a:gd name="connsiteY2" fmla="*/ 41486 h 254673"/>
                <a:gd name="connsiteX3" fmla="*/ 126406 w 136326"/>
                <a:gd name="connsiteY3" fmla="*/ 254673 h 254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6326" h="254673">
                  <a:moveTo>
                    <a:pt x="126406" y="254673"/>
                  </a:moveTo>
                  <a:lnTo>
                    <a:pt x="0" y="0"/>
                  </a:lnTo>
                  <a:lnTo>
                    <a:pt x="136326" y="41486"/>
                  </a:lnTo>
                  <a:lnTo>
                    <a:pt x="126406" y="254673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7" name="Freeform 506">
              <a:extLst>
                <a:ext uri="{FF2B5EF4-FFF2-40B4-BE49-F238E27FC236}">
                  <a16:creationId xmlns:a16="http://schemas.microsoft.com/office/drawing/2014/main" id="{D169CBF1-36C5-A35D-603F-5673B27F02DD}"/>
                </a:ext>
              </a:extLst>
            </p:cNvPr>
            <p:cNvSpPr/>
            <p:nvPr/>
          </p:nvSpPr>
          <p:spPr>
            <a:xfrm>
              <a:off x="8700527" y="2545354"/>
              <a:ext cx="255692" cy="213187"/>
            </a:xfrm>
            <a:custGeom>
              <a:avLst/>
              <a:gdLst>
                <a:gd name="connsiteX0" fmla="*/ 255692 w 255692"/>
                <a:gd name="connsiteY0" fmla="*/ 162743 h 213187"/>
                <a:gd name="connsiteX1" fmla="*/ 9920 w 255692"/>
                <a:gd name="connsiteY1" fmla="*/ 0 h 213187"/>
                <a:gd name="connsiteX2" fmla="*/ 0 w 255692"/>
                <a:gd name="connsiteY2" fmla="*/ 213187 h 213187"/>
                <a:gd name="connsiteX3" fmla="*/ 255692 w 255692"/>
                <a:gd name="connsiteY3" fmla="*/ 162743 h 2131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5692" h="213187">
                  <a:moveTo>
                    <a:pt x="255692" y="162743"/>
                  </a:moveTo>
                  <a:lnTo>
                    <a:pt x="9920" y="0"/>
                  </a:lnTo>
                  <a:lnTo>
                    <a:pt x="0" y="213187"/>
                  </a:lnTo>
                  <a:lnTo>
                    <a:pt x="255692" y="162743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8" name="Freeform 507">
              <a:extLst>
                <a:ext uri="{FF2B5EF4-FFF2-40B4-BE49-F238E27FC236}">
                  <a16:creationId xmlns:a16="http://schemas.microsoft.com/office/drawing/2014/main" id="{D0148222-AFE9-C188-5DB9-368467F98EBC}"/>
                </a:ext>
              </a:extLst>
            </p:cNvPr>
            <p:cNvSpPr/>
            <p:nvPr/>
          </p:nvSpPr>
          <p:spPr>
            <a:xfrm>
              <a:off x="8574120" y="2503868"/>
              <a:ext cx="126406" cy="254673"/>
            </a:xfrm>
            <a:custGeom>
              <a:avLst/>
              <a:gdLst>
                <a:gd name="connsiteX0" fmla="*/ 2454 w 126406"/>
                <a:gd name="connsiteY0" fmla="*/ 180767 h 254673"/>
                <a:gd name="connsiteX1" fmla="*/ 0 w 126406"/>
                <a:gd name="connsiteY1" fmla="*/ 0 h 254673"/>
                <a:gd name="connsiteX2" fmla="*/ 126406 w 126406"/>
                <a:gd name="connsiteY2" fmla="*/ 254673 h 254673"/>
                <a:gd name="connsiteX3" fmla="*/ 2454 w 126406"/>
                <a:gd name="connsiteY3" fmla="*/ 180767 h 254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06" h="254673">
                  <a:moveTo>
                    <a:pt x="2454" y="180767"/>
                  </a:moveTo>
                  <a:lnTo>
                    <a:pt x="0" y="0"/>
                  </a:lnTo>
                  <a:lnTo>
                    <a:pt x="126406" y="254673"/>
                  </a:lnTo>
                  <a:lnTo>
                    <a:pt x="2454" y="180767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9" name="Freeform 508">
              <a:extLst>
                <a:ext uri="{FF2B5EF4-FFF2-40B4-BE49-F238E27FC236}">
                  <a16:creationId xmlns:a16="http://schemas.microsoft.com/office/drawing/2014/main" id="{13C44131-D9FF-23B7-C975-FF108456163B}"/>
                </a:ext>
              </a:extLst>
            </p:cNvPr>
            <p:cNvSpPr/>
            <p:nvPr/>
          </p:nvSpPr>
          <p:spPr>
            <a:xfrm>
              <a:off x="8305841" y="2677916"/>
              <a:ext cx="166834" cy="138961"/>
            </a:xfrm>
            <a:custGeom>
              <a:avLst/>
              <a:gdLst>
                <a:gd name="connsiteX0" fmla="*/ 0 w 166834"/>
                <a:gd name="connsiteY0" fmla="*/ 86277 h 138961"/>
                <a:gd name="connsiteX1" fmla="*/ 87044 w 166834"/>
                <a:gd name="connsiteY1" fmla="*/ 0 h 138961"/>
                <a:gd name="connsiteX2" fmla="*/ 166835 w 166834"/>
                <a:gd name="connsiteY2" fmla="*/ 138961 h 138961"/>
                <a:gd name="connsiteX3" fmla="*/ 0 w 166834"/>
                <a:gd name="connsiteY3" fmla="*/ 86277 h 1389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6834" h="138961">
                  <a:moveTo>
                    <a:pt x="0" y="86277"/>
                  </a:moveTo>
                  <a:lnTo>
                    <a:pt x="87044" y="0"/>
                  </a:lnTo>
                  <a:lnTo>
                    <a:pt x="166835" y="138961"/>
                  </a:lnTo>
                  <a:lnTo>
                    <a:pt x="0" y="86277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0" name="Freeform 509">
              <a:extLst>
                <a:ext uri="{FF2B5EF4-FFF2-40B4-BE49-F238E27FC236}">
                  <a16:creationId xmlns:a16="http://schemas.microsoft.com/office/drawing/2014/main" id="{B4B11553-C72E-D204-B671-6C6F7A57415D}"/>
                </a:ext>
              </a:extLst>
            </p:cNvPr>
            <p:cNvSpPr/>
            <p:nvPr/>
          </p:nvSpPr>
          <p:spPr>
            <a:xfrm>
              <a:off x="8392885" y="2550153"/>
              <a:ext cx="79790" cy="266724"/>
            </a:xfrm>
            <a:custGeom>
              <a:avLst/>
              <a:gdLst>
                <a:gd name="connsiteX0" fmla="*/ 50136 w 79790"/>
                <a:gd name="connsiteY0" fmla="*/ 0 h 266724"/>
                <a:gd name="connsiteX1" fmla="*/ 0 w 79790"/>
                <a:gd name="connsiteY1" fmla="*/ 127763 h 266724"/>
                <a:gd name="connsiteX2" fmla="*/ 79790 w 79790"/>
                <a:gd name="connsiteY2" fmla="*/ 266724 h 266724"/>
                <a:gd name="connsiteX3" fmla="*/ 50136 w 79790"/>
                <a:gd name="connsiteY3" fmla="*/ 0 h 2667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790" h="266724">
                  <a:moveTo>
                    <a:pt x="50136" y="0"/>
                  </a:moveTo>
                  <a:lnTo>
                    <a:pt x="0" y="127763"/>
                  </a:lnTo>
                  <a:lnTo>
                    <a:pt x="79790" y="266724"/>
                  </a:lnTo>
                  <a:lnTo>
                    <a:pt x="50136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1" name="Freeform 510">
              <a:extLst>
                <a:ext uri="{FF2B5EF4-FFF2-40B4-BE49-F238E27FC236}">
                  <a16:creationId xmlns:a16="http://schemas.microsoft.com/office/drawing/2014/main" id="{ABE455FF-DC35-B148-6C91-CA949EEACF38}"/>
                </a:ext>
              </a:extLst>
            </p:cNvPr>
            <p:cNvSpPr/>
            <p:nvPr/>
          </p:nvSpPr>
          <p:spPr>
            <a:xfrm>
              <a:off x="8443021" y="2550153"/>
              <a:ext cx="109551" cy="266724"/>
            </a:xfrm>
            <a:custGeom>
              <a:avLst/>
              <a:gdLst>
                <a:gd name="connsiteX0" fmla="*/ 109552 w 109551"/>
                <a:gd name="connsiteY0" fmla="*/ 214040 h 266724"/>
                <a:gd name="connsiteX1" fmla="*/ 0 w 109551"/>
                <a:gd name="connsiteY1" fmla="*/ 0 h 266724"/>
                <a:gd name="connsiteX2" fmla="*/ 29655 w 109551"/>
                <a:gd name="connsiteY2" fmla="*/ 266724 h 266724"/>
                <a:gd name="connsiteX3" fmla="*/ 109552 w 109551"/>
                <a:gd name="connsiteY3" fmla="*/ 214040 h 2667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9551" h="266724">
                  <a:moveTo>
                    <a:pt x="109552" y="214040"/>
                  </a:moveTo>
                  <a:lnTo>
                    <a:pt x="0" y="0"/>
                  </a:lnTo>
                  <a:lnTo>
                    <a:pt x="29655" y="266724"/>
                  </a:lnTo>
                  <a:lnTo>
                    <a:pt x="109552" y="21404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2" name="Freeform 511">
              <a:extLst>
                <a:ext uri="{FF2B5EF4-FFF2-40B4-BE49-F238E27FC236}">
                  <a16:creationId xmlns:a16="http://schemas.microsoft.com/office/drawing/2014/main" id="{D7DFA3A3-2C2A-9C44-995B-9AC32B40FB24}"/>
                </a:ext>
              </a:extLst>
            </p:cNvPr>
            <p:cNvSpPr/>
            <p:nvPr/>
          </p:nvSpPr>
          <p:spPr>
            <a:xfrm>
              <a:off x="8443021" y="2550153"/>
              <a:ext cx="133553" cy="214040"/>
            </a:xfrm>
            <a:custGeom>
              <a:avLst/>
              <a:gdLst>
                <a:gd name="connsiteX0" fmla="*/ 133553 w 133553"/>
                <a:gd name="connsiteY0" fmla="*/ 134482 h 214040"/>
                <a:gd name="connsiteX1" fmla="*/ 109552 w 133553"/>
                <a:gd name="connsiteY1" fmla="*/ 214040 h 214040"/>
                <a:gd name="connsiteX2" fmla="*/ 0 w 133553"/>
                <a:gd name="connsiteY2" fmla="*/ 0 h 214040"/>
                <a:gd name="connsiteX3" fmla="*/ 133553 w 133553"/>
                <a:gd name="connsiteY3" fmla="*/ 134482 h 2140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3553" h="214040">
                  <a:moveTo>
                    <a:pt x="133553" y="134482"/>
                  </a:moveTo>
                  <a:lnTo>
                    <a:pt x="109552" y="214040"/>
                  </a:lnTo>
                  <a:lnTo>
                    <a:pt x="0" y="0"/>
                  </a:lnTo>
                  <a:lnTo>
                    <a:pt x="133553" y="134482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3" name="Freeform 512">
              <a:extLst>
                <a:ext uri="{FF2B5EF4-FFF2-40B4-BE49-F238E27FC236}">
                  <a16:creationId xmlns:a16="http://schemas.microsoft.com/office/drawing/2014/main" id="{9542B4BF-ED62-BCC7-1AAE-39CB54AE5880}"/>
                </a:ext>
              </a:extLst>
            </p:cNvPr>
            <p:cNvSpPr/>
            <p:nvPr/>
          </p:nvSpPr>
          <p:spPr>
            <a:xfrm>
              <a:off x="8220077" y="2498003"/>
              <a:ext cx="172808" cy="179913"/>
            </a:xfrm>
            <a:custGeom>
              <a:avLst/>
              <a:gdLst>
                <a:gd name="connsiteX0" fmla="*/ 0 w 172808"/>
                <a:gd name="connsiteY0" fmla="*/ 3946 h 179913"/>
                <a:gd name="connsiteX1" fmla="*/ 107099 w 172808"/>
                <a:gd name="connsiteY1" fmla="*/ 0 h 179913"/>
                <a:gd name="connsiteX2" fmla="*/ 172808 w 172808"/>
                <a:gd name="connsiteY2" fmla="*/ 179914 h 179913"/>
                <a:gd name="connsiteX3" fmla="*/ 0 w 172808"/>
                <a:gd name="connsiteY3" fmla="*/ 3946 h 1799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2808" h="179913">
                  <a:moveTo>
                    <a:pt x="0" y="3946"/>
                  </a:moveTo>
                  <a:lnTo>
                    <a:pt x="107099" y="0"/>
                  </a:lnTo>
                  <a:lnTo>
                    <a:pt x="172808" y="179914"/>
                  </a:lnTo>
                  <a:lnTo>
                    <a:pt x="0" y="3946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4" name="Freeform 513">
              <a:extLst>
                <a:ext uri="{FF2B5EF4-FFF2-40B4-BE49-F238E27FC236}">
                  <a16:creationId xmlns:a16="http://schemas.microsoft.com/office/drawing/2014/main" id="{95705810-EA75-8390-D421-CE4A0BE00E3A}"/>
                </a:ext>
              </a:extLst>
            </p:cNvPr>
            <p:cNvSpPr/>
            <p:nvPr/>
          </p:nvSpPr>
          <p:spPr>
            <a:xfrm>
              <a:off x="8091538" y="2764194"/>
              <a:ext cx="214303" cy="148666"/>
            </a:xfrm>
            <a:custGeom>
              <a:avLst/>
              <a:gdLst>
                <a:gd name="connsiteX0" fmla="*/ 167581 w 214303"/>
                <a:gd name="connsiteY0" fmla="*/ 148666 h 148666"/>
                <a:gd name="connsiteX1" fmla="*/ 0 w 214303"/>
                <a:gd name="connsiteY1" fmla="*/ 74333 h 148666"/>
                <a:gd name="connsiteX2" fmla="*/ 214304 w 214303"/>
                <a:gd name="connsiteY2" fmla="*/ 0 h 148666"/>
                <a:gd name="connsiteX3" fmla="*/ 167581 w 214303"/>
                <a:gd name="connsiteY3" fmla="*/ 148666 h 1486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4303" h="148666">
                  <a:moveTo>
                    <a:pt x="167581" y="148666"/>
                  </a:moveTo>
                  <a:lnTo>
                    <a:pt x="0" y="74333"/>
                  </a:lnTo>
                  <a:lnTo>
                    <a:pt x="214304" y="0"/>
                  </a:lnTo>
                  <a:lnTo>
                    <a:pt x="167581" y="148666"/>
                  </a:lnTo>
                  <a:close/>
                </a:path>
              </a:pathLst>
            </a:custGeom>
            <a:grpFill/>
            <a:ln w="9525" cap="rnd">
              <a:solidFill>
                <a:srgbClr val="7030A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5" name="Freeform 514">
              <a:extLst>
                <a:ext uri="{FF2B5EF4-FFF2-40B4-BE49-F238E27FC236}">
                  <a16:creationId xmlns:a16="http://schemas.microsoft.com/office/drawing/2014/main" id="{E414177E-A01C-3911-2869-D78B75AA4573}"/>
                </a:ext>
              </a:extLst>
            </p:cNvPr>
            <p:cNvSpPr/>
            <p:nvPr/>
          </p:nvSpPr>
          <p:spPr>
            <a:xfrm>
              <a:off x="8198743" y="2677916"/>
              <a:ext cx="194142" cy="86277"/>
            </a:xfrm>
            <a:custGeom>
              <a:avLst/>
              <a:gdLst>
                <a:gd name="connsiteX0" fmla="*/ 0 w 194142"/>
                <a:gd name="connsiteY0" fmla="*/ 6719 h 86277"/>
                <a:gd name="connsiteX1" fmla="*/ 107099 w 194142"/>
                <a:gd name="connsiteY1" fmla="*/ 86277 h 86277"/>
                <a:gd name="connsiteX2" fmla="*/ 194143 w 194142"/>
                <a:gd name="connsiteY2" fmla="*/ 0 h 86277"/>
                <a:gd name="connsiteX3" fmla="*/ 0 w 194142"/>
                <a:gd name="connsiteY3" fmla="*/ 6719 h 86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142" h="86277">
                  <a:moveTo>
                    <a:pt x="0" y="6719"/>
                  </a:moveTo>
                  <a:lnTo>
                    <a:pt x="107099" y="86277"/>
                  </a:lnTo>
                  <a:lnTo>
                    <a:pt x="194143" y="0"/>
                  </a:lnTo>
                  <a:lnTo>
                    <a:pt x="0" y="6719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6" name="Freeform 515">
              <a:extLst>
                <a:ext uri="{FF2B5EF4-FFF2-40B4-BE49-F238E27FC236}">
                  <a16:creationId xmlns:a16="http://schemas.microsoft.com/office/drawing/2014/main" id="{7451FFC3-1888-F1F4-A096-F2D3139B73B7}"/>
                </a:ext>
              </a:extLst>
            </p:cNvPr>
            <p:cNvSpPr/>
            <p:nvPr/>
          </p:nvSpPr>
          <p:spPr>
            <a:xfrm>
              <a:off x="7565539" y="2627899"/>
              <a:ext cx="148593" cy="238569"/>
            </a:xfrm>
            <a:custGeom>
              <a:avLst/>
              <a:gdLst>
                <a:gd name="connsiteX0" fmla="*/ 0 w 148593"/>
                <a:gd name="connsiteY0" fmla="*/ 0 h 238569"/>
                <a:gd name="connsiteX1" fmla="*/ 81711 w 148593"/>
                <a:gd name="connsiteY1" fmla="*/ 238569 h 238569"/>
                <a:gd name="connsiteX2" fmla="*/ 148594 w 148593"/>
                <a:gd name="connsiteY2" fmla="*/ 186952 h 238569"/>
                <a:gd name="connsiteX3" fmla="*/ 0 w 148593"/>
                <a:gd name="connsiteY3" fmla="*/ 0 h 2385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8593" h="238569">
                  <a:moveTo>
                    <a:pt x="0" y="0"/>
                  </a:moveTo>
                  <a:lnTo>
                    <a:pt x="81711" y="238569"/>
                  </a:lnTo>
                  <a:lnTo>
                    <a:pt x="148594" y="186952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7" name="Freeform 516">
              <a:extLst>
                <a:ext uri="{FF2B5EF4-FFF2-40B4-BE49-F238E27FC236}">
                  <a16:creationId xmlns:a16="http://schemas.microsoft.com/office/drawing/2014/main" id="{D0A6986C-4E85-C4E3-89BD-F1D2F543FC1F}"/>
                </a:ext>
              </a:extLst>
            </p:cNvPr>
            <p:cNvSpPr/>
            <p:nvPr/>
          </p:nvSpPr>
          <p:spPr>
            <a:xfrm>
              <a:off x="7565539" y="2627899"/>
              <a:ext cx="226784" cy="186952"/>
            </a:xfrm>
            <a:custGeom>
              <a:avLst/>
              <a:gdLst>
                <a:gd name="connsiteX0" fmla="*/ 0 w 226784"/>
                <a:gd name="connsiteY0" fmla="*/ 0 h 186952"/>
                <a:gd name="connsiteX1" fmla="*/ 148594 w 226784"/>
                <a:gd name="connsiteY1" fmla="*/ 186952 h 186952"/>
                <a:gd name="connsiteX2" fmla="*/ 226784 w 226784"/>
                <a:gd name="connsiteY2" fmla="*/ 160930 h 186952"/>
                <a:gd name="connsiteX3" fmla="*/ 0 w 226784"/>
                <a:gd name="connsiteY3" fmla="*/ 0 h 18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6784" h="186952">
                  <a:moveTo>
                    <a:pt x="0" y="0"/>
                  </a:moveTo>
                  <a:lnTo>
                    <a:pt x="148594" y="186952"/>
                  </a:lnTo>
                  <a:lnTo>
                    <a:pt x="226784" y="16093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8" name="Freeform 517">
              <a:extLst>
                <a:ext uri="{FF2B5EF4-FFF2-40B4-BE49-F238E27FC236}">
                  <a16:creationId xmlns:a16="http://schemas.microsoft.com/office/drawing/2014/main" id="{19756080-356A-6D51-5D1F-E0CAE57AD140}"/>
                </a:ext>
              </a:extLst>
            </p:cNvPr>
            <p:cNvSpPr/>
            <p:nvPr/>
          </p:nvSpPr>
          <p:spPr>
            <a:xfrm>
              <a:off x="7647250" y="2838527"/>
              <a:ext cx="218463" cy="119018"/>
            </a:xfrm>
            <a:custGeom>
              <a:avLst/>
              <a:gdLst>
                <a:gd name="connsiteX0" fmla="*/ 207050 w 218463"/>
                <a:gd name="connsiteY0" fmla="*/ 119018 h 119018"/>
                <a:gd name="connsiteX1" fmla="*/ 218464 w 218463"/>
                <a:gd name="connsiteY1" fmla="*/ 0 h 119018"/>
                <a:gd name="connsiteX2" fmla="*/ 0 w 218463"/>
                <a:gd name="connsiteY2" fmla="*/ 27941 h 119018"/>
                <a:gd name="connsiteX3" fmla="*/ 207050 w 218463"/>
                <a:gd name="connsiteY3" fmla="*/ 119018 h 1190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8463" h="119018">
                  <a:moveTo>
                    <a:pt x="207050" y="119018"/>
                  </a:moveTo>
                  <a:lnTo>
                    <a:pt x="218464" y="0"/>
                  </a:lnTo>
                  <a:lnTo>
                    <a:pt x="0" y="27941"/>
                  </a:lnTo>
                  <a:lnTo>
                    <a:pt x="207050" y="119018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9" name="Freeform 518">
              <a:extLst>
                <a:ext uri="{FF2B5EF4-FFF2-40B4-BE49-F238E27FC236}">
                  <a16:creationId xmlns:a16="http://schemas.microsoft.com/office/drawing/2014/main" id="{498A64BB-C782-7666-A09A-4994CEA1BBC0}"/>
                </a:ext>
              </a:extLst>
            </p:cNvPr>
            <p:cNvSpPr/>
            <p:nvPr/>
          </p:nvSpPr>
          <p:spPr>
            <a:xfrm>
              <a:off x="7854300" y="2844286"/>
              <a:ext cx="203849" cy="113259"/>
            </a:xfrm>
            <a:custGeom>
              <a:avLst/>
              <a:gdLst>
                <a:gd name="connsiteX0" fmla="*/ 75844 w 203849"/>
                <a:gd name="connsiteY0" fmla="*/ 0 h 113259"/>
                <a:gd name="connsiteX1" fmla="*/ 0 w 203849"/>
                <a:gd name="connsiteY1" fmla="*/ 113259 h 113259"/>
                <a:gd name="connsiteX2" fmla="*/ 203850 w 203849"/>
                <a:gd name="connsiteY2" fmla="*/ 62282 h 113259"/>
                <a:gd name="connsiteX3" fmla="*/ 75844 w 203849"/>
                <a:gd name="connsiteY3" fmla="*/ 0 h 1132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849" h="113259">
                  <a:moveTo>
                    <a:pt x="75844" y="0"/>
                  </a:moveTo>
                  <a:lnTo>
                    <a:pt x="0" y="113259"/>
                  </a:lnTo>
                  <a:lnTo>
                    <a:pt x="203850" y="62282"/>
                  </a:lnTo>
                  <a:lnTo>
                    <a:pt x="75844" y="0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0" name="Freeform 519">
              <a:extLst>
                <a:ext uri="{FF2B5EF4-FFF2-40B4-BE49-F238E27FC236}">
                  <a16:creationId xmlns:a16="http://schemas.microsoft.com/office/drawing/2014/main" id="{192884A5-E9BE-0D2C-9A85-22E7221015CA}"/>
                </a:ext>
              </a:extLst>
            </p:cNvPr>
            <p:cNvSpPr/>
            <p:nvPr/>
          </p:nvSpPr>
          <p:spPr>
            <a:xfrm>
              <a:off x="8091538" y="2684635"/>
              <a:ext cx="214303" cy="153891"/>
            </a:xfrm>
            <a:custGeom>
              <a:avLst/>
              <a:gdLst>
                <a:gd name="connsiteX0" fmla="*/ 107205 w 214303"/>
                <a:gd name="connsiteY0" fmla="*/ 0 h 153891"/>
                <a:gd name="connsiteX1" fmla="*/ 0 w 214303"/>
                <a:gd name="connsiteY1" fmla="*/ 153892 h 153891"/>
                <a:gd name="connsiteX2" fmla="*/ 214304 w 214303"/>
                <a:gd name="connsiteY2" fmla="*/ 79559 h 153891"/>
                <a:gd name="connsiteX3" fmla="*/ 107205 w 214303"/>
                <a:gd name="connsiteY3" fmla="*/ 0 h 153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4303" h="153891">
                  <a:moveTo>
                    <a:pt x="107205" y="0"/>
                  </a:moveTo>
                  <a:lnTo>
                    <a:pt x="0" y="153892"/>
                  </a:lnTo>
                  <a:lnTo>
                    <a:pt x="214304" y="79559"/>
                  </a:lnTo>
                  <a:lnTo>
                    <a:pt x="107205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1" name="Freeform 520">
              <a:extLst>
                <a:ext uri="{FF2B5EF4-FFF2-40B4-BE49-F238E27FC236}">
                  <a16:creationId xmlns:a16="http://schemas.microsoft.com/office/drawing/2014/main" id="{4EB0A5DE-EDF7-F7F4-E744-4D61E854E861}"/>
                </a:ext>
              </a:extLst>
            </p:cNvPr>
            <p:cNvSpPr/>
            <p:nvPr/>
          </p:nvSpPr>
          <p:spPr>
            <a:xfrm>
              <a:off x="8053882" y="2477846"/>
              <a:ext cx="144860" cy="206788"/>
            </a:xfrm>
            <a:custGeom>
              <a:avLst/>
              <a:gdLst>
                <a:gd name="connsiteX0" fmla="*/ 47042 w 144860"/>
                <a:gd name="connsiteY0" fmla="*/ 0 h 206788"/>
                <a:gd name="connsiteX1" fmla="*/ 144860 w 144860"/>
                <a:gd name="connsiteY1" fmla="*/ 206789 h 206788"/>
                <a:gd name="connsiteX2" fmla="*/ 0 w 144860"/>
                <a:gd name="connsiteY2" fmla="*/ 139495 h 206788"/>
                <a:gd name="connsiteX3" fmla="*/ 47042 w 144860"/>
                <a:gd name="connsiteY3" fmla="*/ 0 h 206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4860" h="206788">
                  <a:moveTo>
                    <a:pt x="47042" y="0"/>
                  </a:moveTo>
                  <a:lnTo>
                    <a:pt x="144860" y="206789"/>
                  </a:lnTo>
                  <a:lnTo>
                    <a:pt x="0" y="139495"/>
                  </a:lnTo>
                  <a:lnTo>
                    <a:pt x="47042" y="0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2" name="Freeform 521">
              <a:extLst>
                <a:ext uri="{FF2B5EF4-FFF2-40B4-BE49-F238E27FC236}">
                  <a16:creationId xmlns:a16="http://schemas.microsoft.com/office/drawing/2014/main" id="{4BC437FF-5BA3-CC61-5BCC-4B0970394982}"/>
                </a:ext>
              </a:extLst>
            </p:cNvPr>
            <p:cNvSpPr/>
            <p:nvPr/>
          </p:nvSpPr>
          <p:spPr>
            <a:xfrm>
              <a:off x="7938357" y="2674290"/>
              <a:ext cx="260385" cy="117951"/>
            </a:xfrm>
            <a:custGeom>
              <a:avLst/>
              <a:gdLst>
                <a:gd name="connsiteX0" fmla="*/ 0 w 260385"/>
                <a:gd name="connsiteY0" fmla="*/ 117952 h 117951"/>
                <a:gd name="connsiteX1" fmla="*/ 260386 w 260385"/>
                <a:gd name="connsiteY1" fmla="*/ 10345 h 117951"/>
                <a:gd name="connsiteX2" fmla="*/ 27841 w 260385"/>
                <a:gd name="connsiteY2" fmla="*/ 0 h 117951"/>
                <a:gd name="connsiteX3" fmla="*/ 0 w 260385"/>
                <a:gd name="connsiteY3" fmla="*/ 117952 h 117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0385" h="117951">
                  <a:moveTo>
                    <a:pt x="0" y="117952"/>
                  </a:moveTo>
                  <a:lnTo>
                    <a:pt x="260386" y="10345"/>
                  </a:lnTo>
                  <a:lnTo>
                    <a:pt x="27841" y="0"/>
                  </a:lnTo>
                  <a:lnTo>
                    <a:pt x="0" y="117952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3" name="Freeform 522">
              <a:extLst>
                <a:ext uri="{FF2B5EF4-FFF2-40B4-BE49-F238E27FC236}">
                  <a16:creationId xmlns:a16="http://schemas.microsoft.com/office/drawing/2014/main" id="{C33AFE99-6AC9-6FAB-3E0A-85648AC96E6A}"/>
                </a:ext>
              </a:extLst>
            </p:cNvPr>
            <p:cNvSpPr/>
            <p:nvPr/>
          </p:nvSpPr>
          <p:spPr>
            <a:xfrm>
              <a:off x="7966198" y="2617341"/>
              <a:ext cx="232544" cy="67294"/>
            </a:xfrm>
            <a:custGeom>
              <a:avLst/>
              <a:gdLst>
                <a:gd name="connsiteX0" fmla="*/ 87684 w 232544"/>
                <a:gd name="connsiteY0" fmla="*/ 0 h 67294"/>
                <a:gd name="connsiteX1" fmla="*/ 0 w 232544"/>
                <a:gd name="connsiteY1" fmla="*/ 56949 h 67294"/>
                <a:gd name="connsiteX2" fmla="*/ 232544 w 232544"/>
                <a:gd name="connsiteY2" fmla="*/ 67294 h 67294"/>
                <a:gd name="connsiteX3" fmla="*/ 87684 w 232544"/>
                <a:gd name="connsiteY3" fmla="*/ 0 h 672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544" h="67294">
                  <a:moveTo>
                    <a:pt x="87684" y="0"/>
                  </a:moveTo>
                  <a:lnTo>
                    <a:pt x="0" y="56949"/>
                  </a:lnTo>
                  <a:lnTo>
                    <a:pt x="232544" y="67294"/>
                  </a:lnTo>
                  <a:lnTo>
                    <a:pt x="87684" y="0"/>
                  </a:lnTo>
                  <a:close/>
                </a:path>
              </a:pathLst>
            </a:custGeom>
            <a:grpFill/>
            <a:ln w="9525" cap="rnd">
              <a:solidFill>
                <a:srgbClr val="FF7D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4" name="Freeform 523">
              <a:extLst>
                <a:ext uri="{FF2B5EF4-FFF2-40B4-BE49-F238E27FC236}">
                  <a16:creationId xmlns:a16="http://schemas.microsoft.com/office/drawing/2014/main" id="{6958695F-F2AB-D733-2F46-539FE4C3ECD1}"/>
                </a:ext>
              </a:extLst>
            </p:cNvPr>
            <p:cNvSpPr/>
            <p:nvPr/>
          </p:nvSpPr>
          <p:spPr>
            <a:xfrm>
              <a:off x="8198743" y="2501948"/>
              <a:ext cx="194142" cy="182686"/>
            </a:xfrm>
            <a:custGeom>
              <a:avLst/>
              <a:gdLst>
                <a:gd name="connsiteX0" fmla="*/ 21334 w 194142"/>
                <a:gd name="connsiteY0" fmla="*/ 0 h 182686"/>
                <a:gd name="connsiteX1" fmla="*/ 0 w 194142"/>
                <a:gd name="connsiteY1" fmla="*/ 182686 h 182686"/>
                <a:gd name="connsiteX2" fmla="*/ 194143 w 194142"/>
                <a:gd name="connsiteY2" fmla="*/ 175968 h 182686"/>
                <a:gd name="connsiteX3" fmla="*/ 21334 w 194142"/>
                <a:gd name="connsiteY3" fmla="*/ 0 h 1826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142" h="182686">
                  <a:moveTo>
                    <a:pt x="21334" y="0"/>
                  </a:moveTo>
                  <a:lnTo>
                    <a:pt x="0" y="182686"/>
                  </a:lnTo>
                  <a:lnTo>
                    <a:pt x="194143" y="175968"/>
                  </a:lnTo>
                  <a:lnTo>
                    <a:pt x="21334" y="0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5" name="Freeform 524">
              <a:extLst>
                <a:ext uri="{FF2B5EF4-FFF2-40B4-BE49-F238E27FC236}">
                  <a16:creationId xmlns:a16="http://schemas.microsoft.com/office/drawing/2014/main" id="{D4B4A22C-6A8F-0EBA-0B23-3923B1D83D3F}"/>
                </a:ext>
              </a:extLst>
            </p:cNvPr>
            <p:cNvSpPr/>
            <p:nvPr/>
          </p:nvSpPr>
          <p:spPr>
            <a:xfrm>
              <a:off x="8454008" y="2487765"/>
              <a:ext cx="122565" cy="196870"/>
            </a:xfrm>
            <a:custGeom>
              <a:avLst/>
              <a:gdLst>
                <a:gd name="connsiteX0" fmla="*/ 120112 w 122565"/>
                <a:gd name="connsiteY0" fmla="*/ 16103 h 196870"/>
                <a:gd name="connsiteX1" fmla="*/ 0 w 122565"/>
                <a:gd name="connsiteY1" fmla="*/ 0 h 196870"/>
                <a:gd name="connsiteX2" fmla="*/ 122566 w 122565"/>
                <a:gd name="connsiteY2" fmla="*/ 196870 h 196870"/>
                <a:gd name="connsiteX3" fmla="*/ 120112 w 122565"/>
                <a:gd name="connsiteY3" fmla="*/ 16103 h 1968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565" h="196870">
                  <a:moveTo>
                    <a:pt x="120112" y="16103"/>
                  </a:moveTo>
                  <a:lnTo>
                    <a:pt x="0" y="0"/>
                  </a:lnTo>
                  <a:lnTo>
                    <a:pt x="122566" y="196870"/>
                  </a:lnTo>
                  <a:lnTo>
                    <a:pt x="120112" y="16103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6" name="Freeform 525">
              <a:extLst>
                <a:ext uri="{FF2B5EF4-FFF2-40B4-BE49-F238E27FC236}">
                  <a16:creationId xmlns:a16="http://schemas.microsoft.com/office/drawing/2014/main" id="{DC3CC095-0835-3A92-5DE8-E4CE8DE8680D}"/>
                </a:ext>
              </a:extLst>
            </p:cNvPr>
            <p:cNvSpPr/>
            <p:nvPr/>
          </p:nvSpPr>
          <p:spPr>
            <a:xfrm>
              <a:off x="8378058" y="2220080"/>
              <a:ext cx="283426" cy="237609"/>
            </a:xfrm>
            <a:custGeom>
              <a:avLst/>
              <a:gdLst>
                <a:gd name="connsiteX0" fmla="*/ 283427 w 283426"/>
                <a:gd name="connsiteY0" fmla="*/ 129469 h 237609"/>
                <a:gd name="connsiteX1" fmla="*/ 0 w 283426"/>
                <a:gd name="connsiteY1" fmla="*/ 0 h 237609"/>
                <a:gd name="connsiteX2" fmla="*/ 22188 w 283426"/>
                <a:gd name="connsiteY2" fmla="*/ 237610 h 237609"/>
                <a:gd name="connsiteX3" fmla="*/ 283427 w 283426"/>
                <a:gd name="connsiteY3" fmla="*/ 129469 h 2376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3426" h="237609">
                  <a:moveTo>
                    <a:pt x="283427" y="129469"/>
                  </a:moveTo>
                  <a:lnTo>
                    <a:pt x="0" y="0"/>
                  </a:lnTo>
                  <a:lnTo>
                    <a:pt x="22188" y="237610"/>
                  </a:lnTo>
                  <a:lnTo>
                    <a:pt x="283427" y="129469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7" name="Freeform 526">
              <a:extLst>
                <a:ext uri="{FF2B5EF4-FFF2-40B4-BE49-F238E27FC236}">
                  <a16:creationId xmlns:a16="http://schemas.microsoft.com/office/drawing/2014/main" id="{8EEED1B4-88E0-F11D-C3F4-F630C3A88B69}"/>
                </a:ext>
              </a:extLst>
            </p:cNvPr>
            <p:cNvSpPr/>
            <p:nvPr/>
          </p:nvSpPr>
          <p:spPr>
            <a:xfrm>
              <a:off x="8574120" y="2349550"/>
              <a:ext cx="136326" cy="195804"/>
            </a:xfrm>
            <a:custGeom>
              <a:avLst/>
              <a:gdLst>
                <a:gd name="connsiteX0" fmla="*/ 0 w 136326"/>
                <a:gd name="connsiteY0" fmla="*/ 154318 h 195804"/>
                <a:gd name="connsiteX1" fmla="*/ 87364 w 136326"/>
                <a:gd name="connsiteY1" fmla="*/ 0 h 195804"/>
                <a:gd name="connsiteX2" fmla="*/ 136326 w 136326"/>
                <a:gd name="connsiteY2" fmla="*/ 195804 h 195804"/>
                <a:gd name="connsiteX3" fmla="*/ 0 w 136326"/>
                <a:gd name="connsiteY3" fmla="*/ 154318 h 1958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6326" h="195804">
                  <a:moveTo>
                    <a:pt x="0" y="154318"/>
                  </a:moveTo>
                  <a:lnTo>
                    <a:pt x="87364" y="0"/>
                  </a:lnTo>
                  <a:lnTo>
                    <a:pt x="136326" y="195804"/>
                  </a:lnTo>
                  <a:lnTo>
                    <a:pt x="0" y="154318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8" name="Freeform 527">
              <a:extLst>
                <a:ext uri="{FF2B5EF4-FFF2-40B4-BE49-F238E27FC236}">
                  <a16:creationId xmlns:a16="http://schemas.microsoft.com/office/drawing/2014/main" id="{EDBA1343-9B25-BB9C-7471-8C2CAD7E5BFD}"/>
                </a:ext>
              </a:extLst>
            </p:cNvPr>
            <p:cNvSpPr/>
            <p:nvPr/>
          </p:nvSpPr>
          <p:spPr>
            <a:xfrm>
              <a:off x="8266053" y="2220080"/>
              <a:ext cx="134192" cy="237609"/>
            </a:xfrm>
            <a:custGeom>
              <a:avLst/>
              <a:gdLst>
                <a:gd name="connsiteX0" fmla="*/ 134193 w 134192"/>
                <a:gd name="connsiteY0" fmla="*/ 237610 h 237609"/>
                <a:gd name="connsiteX1" fmla="*/ 0 w 134192"/>
                <a:gd name="connsiteY1" fmla="*/ 0 h 237609"/>
                <a:gd name="connsiteX2" fmla="*/ 112005 w 134192"/>
                <a:gd name="connsiteY2" fmla="*/ 0 h 237609"/>
                <a:gd name="connsiteX3" fmla="*/ 134193 w 134192"/>
                <a:gd name="connsiteY3" fmla="*/ 237610 h 2376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4192" h="237609">
                  <a:moveTo>
                    <a:pt x="134193" y="237610"/>
                  </a:moveTo>
                  <a:lnTo>
                    <a:pt x="0" y="0"/>
                  </a:lnTo>
                  <a:lnTo>
                    <a:pt x="112005" y="0"/>
                  </a:lnTo>
                  <a:lnTo>
                    <a:pt x="134193" y="237610"/>
                  </a:lnTo>
                  <a:close/>
                </a:path>
              </a:pathLst>
            </a:custGeom>
            <a:grpFill/>
            <a:ln w="9525" cap="rnd">
              <a:solidFill>
                <a:srgbClr val="FF7D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9" name="Freeform 528">
              <a:extLst>
                <a:ext uri="{FF2B5EF4-FFF2-40B4-BE49-F238E27FC236}">
                  <a16:creationId xmlns:a16="http://schemas.microsoft.com/office/drawing/2014/main" id="{3D9D1905-758C-3D60-A2E6-F0636733B383}"/>
                </a:ext>
              </a:extLst>
            </p:cNvPr>
            <p:cNvSpPr/>
            <p:nvPr/>
          </p:nvSpPr>
          <p:spPr>
            <a:xfrm>
              <a:off x="8126313" y="2220080"/>
              <a:ext cx="273932" cy="237609"/>
            </a:xfrm>
            <a:custGeom>
              <a:avLst/>
              <a:gdLst>
                <a:gd name="connsiteX0" fmla="*/ 0 w 273932"/>
                <a:gd name="connsiteY0" fmla="*/ 101635 h 237609"/>
                <a:gd name="connsiteX1" fmla="*/ 139740 w 273932"/>
                <a:gd name="connsiteY1" fmla="*/ 0 h 237609"/>
                <a:gd name="connsiteX2" fmla="*/ 273933 w 273932"/>
                <a:gd name="connsiteY2" fmla="*/ 237610 h 237609"/>
                <a:gd name="connsiteX3" fmla="*/ 0 w 273932"/>
                <a:gd name="connsiteY3" fmla="*/ 101635 h 2376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3932" h="237609">
                  <a:moveTo>
                    <a:pt x="0" y="101635"/>
                  </a:moveTo>
                  <a:lnTo>
                    <a:pt x="139740" y="0"/>
                  </a:lnTo>
                  <a:lnTo>
                    <a:pt x="273933" y="237610"/>
                  </a:lnTo>
                  <a:lnTo>
                    <a:pt x="0" y="101635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0" name="Freeform 529">
              <a:extLst>
                <a:ext uri="{FF2B5EF4-FFF2-40B4-BE49-F238E27FC236}">
                  <a16:creationId xmlns:a16="http://schemas.microsoft.com/office/drawing/2014/main" id="{BEA88B94-EB64-CA2E-3520-CB6B2165088B}"/>
                </a:ext>
              </a:extLst>
            </p:cNvPr>
            <p:cNvSpPr/>
            <p:nvPr/>
          </p:nvSpPr>
          <p:spPr>
            <a:xfrm>
              <a:off x="8378058" y="1964554"/>
              <a:ext cx="186782" cy="255526"/>
            </a:xfrm>
            <a:custGeom>
              <a:avLst/>
              <a:gdLst>
                <a:gd name="connsiteX0" fmla="*/ 0 w 186782"/>
                <a:gd name="connsiteY0" fmla="*/ 255526 h 255526"/>
                <a:gd name="connsiteX1" fmla="*/ 33068 w 186782"/>
                <a:gd name="connsiteY1" fmla="*/ 0 h 255526"/>
                <a:gd name="connsiteX2" fmla="*/ 186782 w 186782"/>
                <a:gd name="connsiteY2" fmla="*/ 63242 h 255526"/>
                <a:gd name="connsiteX3" fmla="*/ 0 w 186782"/>
                <a:gd name="connsiteY3" fmla="*/ 255526 h 2555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6782" h="255526">
                  <a:moveTo>
                    <a:pt x="0" y="255526"/>
                  </a:moveTo>
                  <a:lnTo>
                    <a:pt x="33068" y="0"/>
                  </a:lnTo>
                  <a:lnTo>
                    <a:pt x="186782" y="63242"/>
                  </a:lnTo>
                  <a:lnTo>
                    <a:pt x="0" y="255526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2" name="Freeform 531">
              <a:extLst>
                <a:ext uri="{FF2B5EF4-FFF2-40B4-BE49-F238E27FC236}">
                  <a16:creationId xmlns:a16="http://schemas.microsoft.com/office/drawing/2014/main" id="{2CCC8290-E3DB-0023-41C4-21A919FC9C45}"/>
                </a:ext>
              </a:extLst>
            </p:cNvPr>
            <p:cNvSpPr/>
            <p:nvPr/>
          </p:nvSpPr>
          <p:spPr>
            <a:xfrm>
              <a:off x="8283333" y="1964554"/>
              <a:ext cx="127792" cy="255526"/>
            </a:xfrm>
            <a:custGeom>
              <a:avLst/>
              <a:gdLst>
                <a:gd name="connsiteX0" fmla="*/ 0 w 127792"/>
                <a:gd name="connsiteY0" fmla="*/ 0 h 255526"/>
                <a:gd name="connsiteX1" fmla="*/ 127793 w 127792"/>
                <a:gd name="connsiteY1" fmla="*/ 0 h 255526"/>
                <a:gd name="connsiteX2" fmla="*/ 94725 w 127792"/>
                <a:gd name="connsiteY2" fmla="*/ 255526 h 255526"/>
                <a:gd name="connsiteX3" fmla="*/ 0 w 127792"/>
                <a:gd name="connsiteY3" fmla="*/ 0 h 2555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792" h="255526">
                  <a:moveTo>
                    <a:pt x="0" y="0"/>
                  </a:moveTo>
                  <a:lnTo>
                    <a:pt x="127793" y="0"/>
                  </a:lnTo>
                  <a:lnTo>
                    <a:pt x="94725" y="255526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3" name="Freeform 532">
              <a:extLst>
                <a:ext uri="{FF2B5EF4-FFF2-40B4-BE49-F238E27FC236}">
                  <a16:creationId xmlns:a16="http://schemas.microsoft.com/office/drawing/2014/main" id="{AF6EE2F1-D094-3DA3-7348-D040D6C08A0F}"/>
                </a:ext>
              </a:extLst>
            </p:cNvPr>
            <p:cNvSpPr/>
            <p:nvPr/>
          </p:nvSpPr>
          <p:spPr>
            <a:xfrm>
              <a:off x="8111165" y="1875931"/>
              <a:ext cx="172168" cy="151865"/>
            </a:xfrm>
            <a:custGeom>
              <a:avLst/>
              <a:gdLst>
                <a:gd name="connsiteX0" fmla="*/ 23788 w 172168"/>
                <a:gd name="connsiteY0" fmla="*/ 0 h 151865"/>
                <a:gd name="connsiteX1" fmla="*/ 172168 w 172168"/>
                <a:gd name="connsiteY1" fmla="*/ 88624 h 151865"/>
                <a:gd name="connsiteX2" fmla="*/ 0 w 172168"/>
                <a:gd name="connsiteY2" fmla="*/ 151865 h 151865"/>
                <a:gd name="connsiteX3" fmla="*/ 23788 w 172168"/>
                <a:gd name="connsiteY3" fmla="*/ 0 h 1518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2168" h="151865">
                  <a:moveTo>
                    <a:pt x="23788" y="0"/>
                  </a:moveTo>
                  <a:lnTo>
                    <a:pt x="172168" y="88624"/>
                  </a:lnTo>
                  <a:lnTo>
                    <a:pt x="0" y="151865"/>
                  </a:lnTo>
                  <a:lnTo>
                    <a:pt x="23788" y="0"/>
                  </a:lnTo>
                  <a:close/>
                </a:path>
              </a:pathLst>
            </a:custGeom>
            <a:grpFill/>
            <a:ln w="9525" cap="rnd">
              <a:solidFill>
                <a:srgbClr val="7030A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4" name="Freeform 533">
              <a:extLst>
                <a:ext uri="{FF2B5EF4-FFF2-40B4-BE49-F238E27FC236}">
                  <a16:creationId xmlns:a16="http://schemas.microsoft.com/office/drawing/2014/main" id="{C045FFF1-4C01-8E63-9309-2BF251D4FB5B}"/>
                </a:ext>
              </a:extLst>
            </p:cNvPr>
            <p:cNvSpPr/>
            <p:nvPr/>
          </p:nvSpPr>
          <p:spPr>
            <a:xfrm>
              <a:off x="8111165" y="1964554"/>
              <a:ext cx="266892" cy="255526"/>
            </a:xfrm>
            <a:custGeom>
              <a:avLst/>
              <a:gdLst>
                <a:gd name="connsiteX0" fmla="*/ 266893 w 266892"/>
                <a:gd name="connsiteY0" fmla="*/ 255526 h 255526"/>
                <a:gd name="connsiteX1" fmla="*/ 0 w 266892"/>
                <a:gd name="connsiteY1" fmla="*/ 63242 h 255526"/>
                <a:gd name="connsiteX2" fmla="*/ 172168 w 266892"/>
                <a:gd name="connsiteY2" fmla="*/ 0 h 255526"/>
                <a:gd name="connsiteX3" fmla="*/ 266893 w 266892"/>
                <a:gd name="connsiteY3" fmla="*/ 255526 h 2555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6892" h="255526">
                  <a:moveTo>
                    <a:pt x="266893" y="255526"/>
                  </a:moveTo>
                  <a:lnTo>
                    <a:pt x="0" y="63242"/>
                  </a:lnTo>
                  <a:lnTo>
                    <a:pt x="172168" y="0"/>
                  </a:lnTo>
                  <a:lnTo>
                    <a:pt x="266893" y="255526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5" name="Freeform 534">
              <a:extLst>
                <a:ext uri="{FF2B5EF4-FFF2-40B4-BE49-F238E27FC236}">
                  <a16:creationId xmlns:a16="http://schemas.microsoft.com/office/drawing/2014/main" id="{2CEA594B-DCFC-4D67-BC5F-2DEB2404BEA8}"/>
                </a:ext>
              </a:extLst>
            </p:cNvPr>
            <p:cNvSpPr/>
            <p:nvPr/>
          </p:nvSpPr>
          <p:spPr>
            <a:xfrm>
              <a:off x="8111165" y="2027796"/>
              <a:ext cx="154887" cy="192284"/>
            </a:xfrm>
            <a:custGeom>
              <a:avLst/>
              <a:gdLst>
                <a:gd name="connsiteX0" fmla="*/ 29015 w 154887"/>
                <a:gd name="connsiteY0" fmla="*/ 119444 h 192284"/>
                <a:gd name="connsiteX1" fmla="*/ 0 w 154887"/>
                <a:gd name="connsiteY1" fmla="*/ 0 h 192284"/>
                <a:gd name="connsiteX2" fmla="*/ 154887 w 154887"/>
                <a:gd name="connsiteY2" fmla="*/ 192285 h 192284"/>
                <a:gd name="connsiteX3" fmla="*/ 29015 w 154887"/>
                <a:gd name="connsiteY3" fmla="*/ 119444 h 192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4887" h="192284">
                  <a:moveTo>
                    <a:pt x="29015" y="119444"/>
                  </a:moveTo>
                  <a:lnTo>
                    <a:pt x="0" y="0"/>
                  </a:lnTo>
                  <a:lnTo>
                    <a:pt x="154887" y="192285"/>
                  </a:lnTo>
                  <a:lnTo>
                    <a:pt x="29015" y="119444"/>
                  </a:lnTo>
                  <a:close/>
                </a:path>
              </a:pathLst>
            </a:custGeom>
            <a:grpFill/>
            <a:ln w="9525" cap="rnd">
              <a:solidFill>
                <a:srgbClr val="FF7D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6" name="Freeform 535">
              <a:extLst>
                <a:ext uri="{FF2B5EF4-FFF2-40B4-BE49-F238E27FC236}">
                  <a16:creationId xmlns:a16="http://schemas.microsoft.com/office/drawing/2014/main" id="{01B75D7D-4C64-BF55-66C8-6BCFCF7F4980}"/>
                </a:ext>
              </a:extLst>
            </p:cNvPr>
            <p:cNvSpPr/>
            <p:nvPr/>
          </p:nvSpPr>
          <p:spPr>
            <a:xfrm>
              <a:off x="8638550" y="2238211"/>
              <a:ext cx="230517" cy="63454"/>
            </a:xfrm>
            <a:custGeom>
              <a:avLst/>
              <a:gdLst>
                <a:gd name="connsiteX0" fmla="*/ 0 w 230517"/>
                <a:gd name="connsiteY0" fmla="*/ 0 h 63454"/>
                <a:gd name="connsiteX1" fmla="*/ 230517 w 230517"/>
                <a:gd name="connsiteY1" fmla="*/ 14504 h 63454"/>
                <a:gd name="connsiteX2" fmla="*/ 167794 w 230517"/>
                <a:gd name="connsiteY2" fmla="*/ 63455 h 63454"/>
                <a:gd name="connsiteX3" fmla="*/ 0 w 230517"/>
                <a:gd name="connsiteY3" fmla="*/ 0 h 634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517" h="63454">
                  <a:moveTo>
                    <a:pt x="0" y="0"/>
                  </a:moveTo>
                  <a:lnTo>
                    <a:pt x="230517" y="14504"/>
                  </a:lnTo>
                  <a:lnTo>
                    <a:pt x="167794" y="63455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7" name="Freeform 536">
              <a:extLst>
                <a:ext uri="{FF2B5EF4-FFF2-40B4-BE49-F238E27FC236}">
                  <a16:creationId xmlns:a16="http://schemas.microsoft.com/office/drawing/2014/main" id="{14CDC7B9-9F00-E88D-4873-FE3F263D9BFD}"/>
                </a:ext>
              </a:extLst>
            </p:cNvPr>
            <p:cNvSpPr/>
            <p:nvPr/>
          </p:nvSpPr>
          <p:spPr>
            <a:xfrm>
              <a:off x="8638550" y="2147240"/>
              <a:ext cx="230517" cy="105474"/>
            </a:xfrm>
            <a:custGeom>
              <a:avLst/>
              <a:gdLst>
                <a:gd name="connsiteX0" fmla="*/ 150514 w 230517"/>
                <a:gd name="connsiteY0" fmla="*/ 0 h 105474"/>
                <a:gd name="connsiteX1" fmla="*/ 0 w 230517"/>
                <a:gd name="connsiteY1" fmla="*/ 90970 h 105474"/>
                <a:gd name="connsiteX2" fmla="*/ 230517 w 230517"/>
                <a:gd name="connsiteY2" fmla="*/ 105474 h 105474"/>
                <a:gd name="connsiteX3" fmla="*/ 150514 w 230517"/>
                <a:gd name="connsiteY3" fmla="*/ 0 h 1054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517" h="105474">
                  <a:moveTo>
                    <a:pt x="150514" y="0"/>
                  </a:moveTo>
                  <a:lnTo>
                    <a:pt x="0" y="90970"/>
                  </a:lnTo>
                  <a:lnTo>
                    <a:pt x="230517" y="105474"/>
                  </a:lnTo>
                  <a:lnTo>
                    <a:pt x="150514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8" name="Freeform 537">
              <a:extLst>
                <a:ext uri="{FF2B5EF4-FFF2-40B4-BE49-F238E27FC236}">
                  <a16:creationId xmlns:a16="http://schemas.microsoft.com/office/drawing/2014/main" id="{C395F888-A938-0A58-7C24-D1A2D405206F}"/>
                </a:ext>
              </a:extLst>
            </p:cNvPr>
            <p:cNvSpPr/>
            <p:nvPr/>
          </p:nvSpPr>
          <p:spPr>
            <a:xfrm>
              <a:off x="8789064" y="2060856"/>
              <a:ext cx="227637" cy="142906"/>
            </a:xfrm>
            <a:custGeom>
              <a:avLst/>
              <a:gdLst>
                <a:gd name="connsiteX0" fmla="*/ 51203 w 227637"/>
                <a:gd name="connsiteY0" fmla="*/ 0 h 142906"/>
                <a:gd name="connsiteX1" fmla="*/ 0 w 227637"/>
                <a:gd name="connsiteY1" fmla="*/ 86384 h 142906"/>
                <a:gd name="connsiteX2" fmla="*/ 227637 w 227637"/>
                <a:gd name="connsiteY2" fmla="*/ 142907 h 142906"/>
                <a:gd name="connsiteX3" fmla="*/ 51203 w 227637"/>
                <a:gd name="connsiteY3" fmla="*/ 0 h 142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7637" h="142906">
                  <a:moveTo>
                    <a:pt x="51203" y="0"/>
                  </a:moveTo>
                  <a:lnTo>
                    <a:pt x="0" y="86384"/>
                  </a:lnTo>
                  <a:lnTo>
                    <a:pt x="227637" y="142907"/>
                  </a:lnTo>
                  <a:lnTo>
                    <a:pt x="51203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9" name="Freeform 538">
              <a:extLst>
                <a:ext uri="{FF2B5EF4-FFF2-40B4-BE49-F238E27FC236}">
                  <a16:creationId xmlns:a16="http://schemas.microsoft.com/office/drawing/2014/main" id="{B4121D50-F36C-87BC-DD57-3D36AF203AB5}"/>
                </a:ext>
              </a:extLst>
            </p:cNvPr>
            <p:cNvSpPr/>
            <p:nvPr/>
          </p:nvSpPr>
          <p:spPr>
            <a:xfrm>
              <a:off x="8869068" y="2203763"/>
              <a:ext cx="232331" cy="267364"/>
            </a:xfrm>
            <a:custGeom>
              <a:avLst/>
              <a:gdLst>
                <a:gd name="connsiteX0" fmla="*/ 0 w 232331"/>
                <a:gd name="connsiteY0" fmla="*/ 48951 h 267364"/>
                <a:gd name="connsiteX1" fmla="*/ 232331 w 232331"/>
                <a:gd name="connsiteY1" fmla="*/ 267364 h 267364"/>
                <a:gd name="connsiteX2" fmla="*/ 147634 w 232331"/>
                <a:gd name="connsiteY2" fmla="*/ 0 h 267364"/>
                <a:gd name="connsiteX3" fmla="*/ 0 w 232331"/>
                <a:gd name="connsiteY3" fmla="*/ 48951 h 267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331" h="267364">
                  <a:moveTo>
                    <a:pt x="0" y="48951"/>
                  </a:moveTo>
                  <a:lnTo>
                    <a:pt x="232331" y="267364"/>
                  </a:lnTo>
                  <a:lnTo>
                    <a:pt x="147634" y="0"/>
                  </a:lnTo>
                  <a:lnTo>
                    <a:pt x="0" y="48951"/>
                  </a:lnTo>
                  <a:close/>
                </a:path>
              </a:pathLst>
            </a:custGeom>
            <a:grpFill/>
            <a:ln w="9525" cap="rnd">
              <a:solidFill>
                <a:srgbClr val="7030A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0" name="Freeform 539">
              <a:extLst>
                <a:ext uri="{FF2B5EF4-FFF2-40B4-BE49-F238E27FC236}">
                  <a16:creationId xmlns:a16="http://schemas.microsoft.com/office/drawing/2014/main" id="{5296D7B8-1FAF-ABCD-8A2D-0ED9A1DE9B95}"/>
                </a:ext>
              </a:extLst>
            </p:cNvPr>
            <p:cNvSpPr/>
            <p:nvPr/>
          </p:nvSpPr>
          <p:spPr>
            <a:xfrm>
              <a:off x="8840267" y="2060856"/>
              <a:ext cx="176434" cy="142906"/>
            </a:xfrm>
            <a:custGeom>
              <a:avLst/>
              <a:gdLst>
                <a:gd name="connsiteX0" fmla="*/ 139953 w 176434"/>
                <a:gd name="connsiteY0" fmla="*/ 3946 h 142906"/>
                <a:gd name="connsiteX1" fmla="*/ 176435 w 176434"/>
                <a:gd name="connsiteY1" fmla="*/ 142907 h 142906"/>
                <a:gd name="connsiteX2" fmla="*/ 0 w 176434"/>
                <a:gd name="connsiteY2" fmla="*/ 0 h 142906"/>
                <a:gd name="connsiteX3" fmla="*/ 139953 w 176434"/>
                <a:gd name="connsiteY3" fmla="*/ 3946 h 142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6434" h="142906">
                  <a:moveTo>
                    <a:pt x="139953" y="3946"/>
                  </a:moveTo>
                  <a:lnTo>
                    <a:pt x="176435" y="142907"/>
                  </a:lnTo>
                  <a:lnTo>
                    <a:pt x="0" y="0"/>
                  </a:lnTo>
                  <a:lnTo>
                    <a:pt x="139953" y="3946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1" name="Freeform 540">
              <a:extLst>
                <a:ext uri="{FF2B5EF4-FFF2-40B4-BE49-F238E27FC236}">
                  <a16:creationId xmlns:a16="http://schemas.microsoft.com/office/drawing/2014/main" id="{C95077F2-8B33-3EFE-4E0C-019395DAED82}"/>
                </a:ext>
              </a:extLst>
            </p:cNvPr>
            <p:cNvSpPr/>
            <p:nvPr/>
          </p:nvSpPr>
          <p:spPr>
            <a:xfrm>
              <a:off x="8980220" y="1979591"/>
              <a:ext cx="133446" cy="224171"/>
            </a:xfrm>
            <a:custGeom>
              <a:avLst/>
              <a:gdLst>
                <a:gd name="connsiteX0" fmla="*/ 133446 w 133446"/>
                <a:gd name="connsiteY0" fmla="*/ 0 h 224171"/>
                <a:gd name="connsiteX1" fmla="*/ 36482 w 133446"/>
                <a:gd name="connsiteY1" fmla="*/ 224172 h 224171"/>
                <a:gd name="connsiteX2" fmla="*/ 0 w 133446"/>
                <a:gd name="connsiteY2" fmla="*/ 85211 h 224171"/>
                <a:gd name="connsiteX3" fmla="*/ 133446 w 133446"/>
                <a:gd name="connsiteY3" fmla="*/ 0 h 2241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3446" h="224171">
                  <a:moveTo>
                    <a:pt x="133446" y="0"/>
                  </a:moveTo>
                  <a:lnTo>
                    <a:pt x="36482" y="224172"/>
                  </a:lnTo>
                  <a:lnTo>
                    <a:pt x="0" y="85211"/>
                  </a:lnTo>
                  <a:lnTo>
                    <a:pt x="133446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2" name="Freeform 541">
              <a:extLst>
                <a:ext uri="{FF2B5EF4-FFF2-40B4-BE49-F238E27FC236}">
                  <a16:creationId xmlns:a16="http://schemas.microsoft.com/office/drawing/2014/main" id="{32AD9D01-16C4-B12A-21FD-C035CB199C37}"/>
                </a:ext>
              </a:extLst>
            </p:cNvPr>
            <p:cNvSpPr/>
            <p:nvPr/>
          </p:nvSpPr>
          <p:spPr>
            <a:xfrm>
              <a:off x="9016701" y="1979591"/>
              <a:ext cx="237024" cy="224171"/>
            </a:xfrm>
            <a:custGeom>
              <a:avLst/>
              <a:gdLst>
                <a:gd name="connsiteX0" fmla="*/ 237025 w 237024"/>
                <a:gd name="connsiteY0" fmla="*/ 111553 h 224171"/>
                <a:gd name="connsiteX1" fmla="*/ 96965 w 237024"/>
                <a:gd name="connsiteY1" fmla="*/ 0 h 224171"/>
                <a:gd name="connsiteX2" fmla="*/ 0 w 237024"/>
                <a:gd name="connsiteY2" fmla="*/ 224172 h 224171"/>
                <a:gd name="connsiteX3" fmla="*/ 237025 w 237024"/>
                <a:gd name="connsiteY3" fmla="*/ 111553 h 2241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7024" h="224171">
                  <a:moveTo>
                    <a:pt x="237025" y="111553"/>
                  </a:moveTo>
                  <a:lnTo>
                    <a:pt x="96965" y="0"/>
                  </a:lnTo>
                  <a:lnTo>
                    <a:pt x="0" y="224172"/>
                  </a:lnTo>
                  <a:lnTo>
                    <a:pt x="237025" y="111553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3" name="Freeform 542">
              <a:extLst>
                <a:ext uri="{FF2B5EF4-FFF2-40B4-BE49-F238E27FC236}">
                  <a16:creationId xmlns:a16="http://schemas.microsoft.com/office/drawing/2014/main" id="{55D6A6B1-C090-7027-ECD5-0BD59C18E084}"/>
                </a:ext>
              </a:extLst>
            </p:cNvPr>
            <p:cNvSpPr/>
            <p:nvPr/>
          </p:nvSpPr>
          <p:spPr>
            <a:xfrm>
              <a:off x="9016701" y="2091144"/>
              <a:ext cx="237024" cy="146852"/>
            </a:xfrm>
            <a:custGeom>
              <a:avLst/>
              <a:gdLst>
                <a:gd name="connsiteX0" fmla="*/ 95258 w 237024"/>
                <a:gd name="connsiteY0" fmla="*/ 146853 h 146852"/>
                <a:gd name="connsiteX1" fmla="*/ 0 w 237024"/>
                <a:gd name="connsiteY1" fmla="*/ 112619 h 146852"/>
                <a:gd name="connsiteX2" fmla="*/ 237025 w 237024"/>
                <a:gd name="connsiteY2" fmla="*/ 0 h 146852"/>
                <a:gd name="connsiteX3" fmla="*/ 95258 w 237024"/>
                <a:gd name="connsiteY3" fmla="*/ 146853 h 1468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7024" h="146852">
                  <a:moveTo>
                    <a:pt x="95258" y="146853"/>
                  </a:moveTo>
                  <a:lnTo>
                    <a:pt x="0" y="112619"/>
                  </a:lnTo>
                  <a:lnTo>
                    <a:pt x="237025" y="0"/>
                  </a:lnTo>
                  <a:lnTo>
                    <a:pt x="95258" y="146853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4" name="Freeform 543">
              <a:extLst>
                <a:ext uri="{FF2B5EF4-FFF2-40B4-BE49-F238E27FC236}">
                  <a16:creationId xmlns:a16="http://schemas.microsoft.com/office/drawing/2014/main" id="{C10EEE01-C601-2C3C-3210-DD25A32C97DE}"/>
                </a:ext>
              </a:extLst>
            </p:cNvPr>
            <p:cNvSpPr/>
            <p:nvPr/>
          </p:nvSpPr>
          <p:spPr>
            <a:xfrm>
              <a:off x="9016701" y="2203763"/>
              <a:ext cx="95258" cy="267364"/>
            </a:xfrm>
            <a:custGeom>
              <a:avLst/>
              <a:gdLst>
                <a:gd name="connsiteX0" fmla="*/ 84697 w 95258"/>
                <a:gd name="connsiteY0" fmla="*/ 267364 h 267364"/>
                <a:gd name="connsiteX1" fmla="*/ 95258 w 95258"/>
                <a:gd name="connsiteY1" fmla="*/ 34234 h 267364"/>
                <a:gd name="connsiteX2" fmla="*/ 0 w 95258"/>
                <a:gd name="connsiteY2" fmla="*/ 0 h 267364"/>
                <a:gd name="connsiteX3" fmla="*/ 84697 w 95258"/>
                <a:gd name="connsiteY3" fmla="*/ 267364 h 267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258" h="267364">
                  <a:moveTo>
                    <a:pt x="84697" y="267364"/>
                  </a:moveTo>
                  <a:lnTo>
                    <a:pt x="95258" y="34234"/>
                  </a:lnTo>
                  <a:lnTo>
                    <a:pt x="0" y="0"/>
                  </a:lnTo>
                  <a:lnTo>
                    <a:pt x="84697" y="267364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5" name="Freeform 544">
              <a:extLst>
                <a:ext uri="{FF2B5EF4-FFF2-40B4-BE49-F238E27FC236}">
                  <a16:creationId xmlns:a16="http://schemas.microsoft.com/office/drawing/2014/main" id="{7659FBA2-790A-0CC0-C3A7-227BBB0CD499}"/>
                </a:ext>
              </a:extLst>
            </p:cNvPr>
            <p:cNvSpPr/>
            <p:nvPr/>
          </p:nvSpPr>
          <p:spPr>
            <a:xfrm>
              <a:off x="9111960" y="2091144"/>
              <a:ext cx="174194" cy="146852"/>
            </a:xfrm>
            <a:custGeom>
              <a:avLst/>
              <a:gdLst>
                <a:gd name="connsiteX0" fmla="*/ 174195 w 174194"/>
                <a:gd name="connsiteY0" fmla="*/ 146853 h 146852"/>
                <a:gd name="connsiteX1" fmla="*/ 141767 w 174194"/>
                <a:gd name="connsiteY1" fmla="*/ 0 h 146852"/>
                <a:gd name="connsiteX2" fmla="*/ 0 w 174194"/>
                <a:gd name="connsiteY2" fmla="*/ 146853 h 146852"/>
                <a:gd name="connsiteX3" fmla="*/ 174195 w 174194"/>
                <a:gd name="connsiteY3" fmla="*/ 146853 h 1468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4194" h="146852">
                  <a:moveTo>
                    <a:pt x="174195" y="146853"/>
                  </a:moveTo>
                  <a:lnTo>
                    <a:pt x="141767" y="0"/>
                  </a:lnTo>
                  <a:lnTo>
                    <a:pt x="0" y="146853"/>
                  </a:lnTo>
                  <a:lnTo>
                    <a:pt x="174195" y="146853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6" name="Freeform 545">
              <a:extLst>
                <a:ext uri="{FF2B5EF4-FFF2-40B4-BE49-F238E27FC236}">
                  <a16:creationId xmlns:a16="http://schemas.microsoft.com/office/drawing/2014/main" id="{35DD07C5-6BA7-0747-6807-AEF88DF3E07E}"/>
                </a:ext>
              </a:extLst>
            </p:cNvPr>
            <p:cNvSpPr/>
            <p:nvPr/>
          </p:nvSpPr>
          <p:spPr>
            <a:xfrm>
              <a:off x="9101399" y="2237997"/>
              <a:ext cx="184755" cy="233130"/>
            </a:xfrm>
            <a:custGeom>
              <a:avLst/>
              <a:gdLst>
                <a:gd name="connsiteX0" fmla="*/ 0 w 184755"/>
                <a:gd name="connsiteY0" fmla="*/ 233131 h 233130"/>
                <a:gd name="connsiteX1" fmla="*/ 10561 w 184755"/>
                <a:gd name="connsiteY1" fmla="*/ 0 h 233130"/>
                <a:gd name="connsiteX2" fmla="*/ 184756 w 184755"/>
                <a:gd name="connsiteY2" fmla="*/ 0 h 233130"/>
                <a:gd name="connsiteX3" fmla="*/ 0 w 184755"/>
                <a:gd name="connsiteY3" fmla="*/ 233131 h 233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4755" h="233130">
                  <a:moveTo>
                    <a:pt x="0" y="233131"/>
                  </a:moveTo>
                  <a:lnTo>
                    <a:pt x="10561" y="0"/>
                  </a:lnTo>
                  <a:lnTo>
                    <a:pt x="184756" y="0"/>
                  </a:lnTo>
                  <a:lnTo>
                    <a:pt x="0" y="233131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7" name="Freeform 546">
              <a:extLst>
                <a:ext uri="{FF2B5EF4-FFF2-40B4-BE49-F238E27FC236}">
                  <a16:creationId xmlns:a16="http://schemas.microsoft.com/office/drawing/2014/main" id="{F023FEAB-CF99-EAAE-1FF1-9067784C47F9}"/>
                </a:ext>
              </a:extLst>
            </p:cNvPr>
            <p:cNvSpPr/>
            <p:nvPr/>
          </p:nvSpPr>
          <p:spPr>
            <a:xfrm>
              <a:off x="9253726" y="2064802"/>
              <a:ext cx="271266" cy="173194"/>
            </a:xfrm>
            <a:custGeom>
              <a:avLst/>
              <a:gdLst>
                <a:gd name="connsiteX0" fmla="*/ 0 w 271266"/>
                <a:gd name="connsiteY0" fmla="*/ 26342 h 173194"/>
                <a:gd name="connsiteX1" fmla="*/ 202356 w 271266"/>
                <a:gd name="connsiteY1" fmla="*/ 0 h 173194"/>
                <a:gd name="connsiteX2" fmla="*/ 271267 w 271266"/>
                <a:gd name="connsiteY2" fmla="*/ 173195 h 173194"/>
                <a:gd name="connsiteX3" fmla="*/ 0 w 271266"/>
                <a:gd name="connsiteY3" fmla="*/ 26342 h 1731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1266" h="173194">
                  <a:moveTo>
                    <a:pt x="0" y="26342"/>
                  </a:moveTo>
                  <a:lnTo>
                    <a:pt x="202356" y="0"/>
                  </a:lnTo>
                  <a:lnTo>
                    <a:pt x="271267" y="173195"/>
                  </a:lnTo>
                  <a:lnTo>
                    <a:pt x="0" y="26342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8" name="Freeform 547">
              <a:extLst>
                <a:ext uri="{FF2B5EF4-FFF2-40B4-BE49-F238E27FC236}">
                  <a16:creationId xmlns:a16="http://schemas.microsoft.com/office/drawing/2014/main" id="{3EDADC7E-6B0C-E3D3-396B-036EE6D685F0}"/>
                </a:ext>
              </a:extLst>
            </p:cNvPr>
            <p:cNvSpPr/>
            <p:nvPr/>
          </p:nvSpPr>
          <p:spPr>
            <a:xfrm>
              <a:off x="9286154" y="2237997"/>
              <a:ext cx="238838" cy="111552"/>
            </a:xfrm>
            <a:custGeom>
              <a:avLst/>
              <a:gdLst>
                <a:gd name="connsiteX0" fmla="*/ 0 w 238838"/>
                <a:gd name="connsiteY0" fmla="*/ 0 h 111552"/>
                <a:gd name="connsiteX1" fmla="*/ 238838 w 238838"/>
                <a:gd name="connsiteY1" fmla="*/ 0 h 111552"/>
                <a:gd name="connsiteX2" fmla="*/ 227851 w 238838"/>
                <a:gd name="connsiteY2" fmla="*/ 111553 h 111552"/>
                <a:gd name="connsiteX3" fmla="*/ 0 w 238838"/>
                <a:gd name="connsiteY3" fmla="*/ 0 h 1115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8838" h="111552">
                  <a:moveTo>
                    <a:pt x="0" y="0"/>
                  </a:moveTo>
                  <a:lnTo>
                    <a:pt x="238838" y="0"/>
                  </a:lnTo>
                  <a:lnTo>
                    <a:pt x="227851" y="111553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9" name="Freeform 548">
              <a:extLst>
                <a:ext uri="{FF2B5EF4-FFF2-40B4-BE49-F238E27FC236}">
                  <a16:creationId xmlns:a16="http://schemas.microsoft.com/office/drawing/2014/main" id="{DA9C0B4B-8B75-38AC-83FB-DF33BDFD0555}"/>
                </a:ext>
              </a:extLst>
            </p:cNvPr>
            <p:cNvSpPr/>
            <p:nvPr/>
          </p:nvSpPr>
          <p:spPr>
            <a:xfrm>
              <a:off x="9246046" y="2349550"/>
              <a:ext cx="445248" cy="88730"/>
            </a:xfrm>
            <a:custGeom>
              <a:avLst/>
              <a:gdLst>
                <a:gd name="connsiteX0" fmla="*/ 0 w 445248"/>
                <a:gd name="connsiteY0" fmla="*/ 55990 h 88730"/>
                <a:gd name="connsiteX1" fmla="*/ 267960 w 445248"/>
                <a:gd name="connsiteY1" fmla="*/ 0 h 88730"/>
                <a:gd name="connsiteX2" fmla="*/ 445248 w 445248"/>
                <a:gd name="connsiteY2" fmla="*/ 88730 h 88730"/>
                <a:gd name="connsiteX3" fmla="*/ 0 w 445248"/>
                <a:gd name="connsiteY3" fmla="*/ 55990 h 887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5248" h="88730">
                  <a:moveTo>
                    <a:pt x="0" y="55990"/>
                  </a:moveTo>
                  <a:lnTo>
                    <a:pt x="267960" y="0"/>
                  </a:lnTo>
                  <a:lnTo>
                    <a:pt x="445248" y="88730"/>
                  </a:lnTo>
                  <a:lnTo>
                    <a:pt x="0" y="5599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0" name="Freeform 549">
              <a:extLst>
                <a:ext uri="{FF2B5EF4-FFF2-40B4-BE49-F238E27FC236}">
                  <a16:creationId xmlns:a16="http://schemas.microsoft.com/office/drawing/2014/main" id="{78A0BCFA-A82C-5B87-1FF0-13E12FD3E933}"/>
                </a:ext>
              </a:extLst>
            </p:cNvPr>
            <p:cNvSpPr/>
            <p:nvPr/>
          </p:nvSpPr>
          <p:spPr>
            <a:xfrm>
              <a:off x="9755297" y="2237997"/>
              <a:ext cx="219317" cy="233130"/>
            </a:xfrm>
            <a:custGeom>
              <a:avLst/>
              <a:gdLst>
                <a:gd name="connsiteX0" fmla="*/ 0 w 219317"/>
                <a:gd name="connsiteY0" fmla="*/ 233131 h 233130"/>
                <a:gd name="connsiteX1" fmla="*/ 129073 w 219317"/>
                <a:gd name="connsiteY1" fmla="*/ 0 h 233130"/>
                <a:gd name="connsiteX2" fmla="*/ 219317 w 219317"/>
                <a:gd name="connsiteY2" fmla="*/ 154105 h 233130"/>
                <a:gd name="connsiteX3" fmla="*/ 0 w 219317"/>
                <a:gd name="connsiteY3" fmla="*/ 233131 h 233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9317" h="233130">
                  <a:moveTo>
                    <a:pt x="0" y="233131"/>
                  </a:moveTo>
                  <a:lnTo>
                    <a:pt x="129073" y="0"/>
                  </a:lnTo>
                  <a:lnTo>
                    <a:pt x="219317" y="154105"/>
                  </a:lnTo>
                  <a:lnTo>
                    <a:pt x="0" y="233131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1" name="Freeform 550">
              <a:extLst>
                <a:ext uri="{FF2B5EF4-FFF2-40B4-BE49-F238E27FC236}">
                  <a16:creationId xmlns:a16="http://schemas.microsoft.com/office/drawing/2014/main" id="{708CD313-5CB9-65F8-6390-D55E8FA81016}"/>
                </a:ext>
              </a:extLst>
            </p:cNvPr>
            <p:cNvSpPr/>
            <p:nvPr/>
          </p:nvSpPr>
          <p:spPr>
            <a:xfrm>
              <a:off x="9558914" y="2120899"/>
              <a:ext cx="325455" cy="203909"/>
            </a:xfrm>
            <a:custGeom>
              <a:avLst/>
              <a:gdLst>
                <a:gd name="connsiteX0" fmla="*/ 0 w 325455"/>
                <a:gd name="connsiteY0" fmla="*/ 0 h 203909"/>
                <a:gd name="connsiteX1" fmla="*/ 325456 w 325455"/>
                <a:gd name="connsiteY1" fmla="*/ 117098 h 203909"/>
                <a:gd name="connsiteX2" fmla="*/ 41495 w 325455"/>
                <a:gd name="connsiteY2" fmla="*/ 203909 h 203909"/>
                <a:gd name="connsiteX3" fmla="*/ 0 w 325455"/>
                <a:gd name="connsiteY3" fmla="*/ 0 h 203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5455" h="203909">
                  <a:moveTo>
                    <a:pt x="0" y="0"/>
                  </a:moveTo>
                  <a:lnTo>
                    <a:pt x="325456" y="117098"/>
                  </a:lnTo>
                  <a:lnTo>
                    <a:pt x="41495" y="203909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rnd">
              <a:solidFill>
                <a:srgbClr val="FF7D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2" name="Freeform 551">
              <a:extLst>
                <a:ext uri="{FF2B5EF4-FFF2-40B4-BE49-F238E27FC236}">
                  <a16:creationId xmlns:a16="http://schemas.microsoft.com/office/drawing/2014/main" id="{274C0DC2-88BF-DDE2-7E87-0D200F24629D}"/>
                </a:ext>
              </a:extLst>
            </p:cNvPr>
            <p:cNvSpPr/>
            <p:nvPr/>
          </p:nvSpPr>
          <p:spPr>
            <a:xfrm>
              <a:off x="9558914" y="2078666"/>
              <a:ext cx="325455" cy="159330"/>
            </a:xfrm>
            <a:custGeom>
              <a:avLst/>
              <a:gdLst>
                <a:gd name="connsiteX0" fmla="*/ 106245 w 325455"/>
                <a:gd name="connsiteY0" fmla="*/ 0 h 159330"/>
                <a:gd name="connsiteX1" fmla="*/ 0 w 325455"/>
                <a:gd name="connsiteY1" fmla="*/ 42232 h 159330"/>
                <a:gd name="connsiteX2" fmla="*/ 325456 w 325455"/>
                <a:gd name="connsiteY2" fmla="*/ 159331 h 159330"/>
                <a:gd name="connsiteX3" fmla="*/ 106245 w 325455"/>
                <a:gd name="connsiteY3" fmla="*/ 0 h 1593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5455" h="159330">
                  <a:moveTo>
                    <a:pt x="106245" y="0"/>
                  </a:moveTo>
                  <a:lnTo>
                    <a:pt x="0" y="42232"/>
                  </a:lnTo>
                  <a:lnTo>
                    <a:pt x="325456" y="159331"/>
                  </a:lnTo>
                  <a:lnTo>
                    <a:pt x="106245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3" name="Freeform 552">
              <a:extLst>
                <a:ext uri="{FF2B5EF4-FFF2-40B4-BE49-F238E27FC236}">
                  <a16:creationId xmlns:a16="http://schemas.microsoft.com/office/drawing/2014/main" id="{2AC6D9C9-FDF4-7377-16E5-F2B55E695574}"/>
                </a:ext>
              </a:extLst>
            </p:cNvPr>
            <p:cNvSpPr/>
            <p:nvPr/>
          </p:nvSpPr>
          <p:spPr>
            <a:xfrm>
              <a:off x="9824740" y="2060856"/>
              <a:ext cx="68483" cy="177140"/>
            </a:xfrm>
            <a:custGeom>
              <a:avLst/>
              <a:gdLst>
                <a:gd name="connsiteX0" fmla="*/ 0 w 68483"/>
                <a:gd name="connsiteY0" fmla="*/ 71453 h 177140"/>
                <a:gd name="connsiteX1" fmla="*/ 59630 w 68483"/>
                <a:gd name="connsiteY1" fmla="*/ 177141 h 177140"/>
                <a:gd name="connsiteX2" fmla="*/ 68483 w 68483"/>
                <a:gd name="connsiteY2" fmla="*/ 0 h 177140"/>
                <a:gd name="connsiteX3" fmla="*/ 0 w 68483"/>
                <a:gd name="connsiteY3" fmla="*/ 71453 h 177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8483" h="177140">
                  <a:moveTo>
                    <a:pt x="0" y="71453"/>
                  </a:moveTo>
                  <a:lnTo>
                    <a:pt x="59630" y="177141"/>
                  </a:lnTo>
                  <a:lnTo>
                    <a:pt x="68483" y="0"/>
                  </a:lnTo>
                  <a:lnTo>
                    <a:pt x="0" y="71453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4" name="Freeform 553">
              <a:extLst>
                <a:ext uri="{FF2B5EF4-FFF2-40B4-BE49-F238E27FC236}">
                  <a16:creationId xmlns:a16="http://schemas.microsoft.com/office/drawing/2014/main" id="{CE431D64-E326-998C-660D-2DB67FF02F49}"/>
                </a:ext>
              </a:extLst>
            </p:cNvPr>
            <p:cNvSpPr/>
            <p:nvPr/>
          </p:nvSpPr>
          <p:spPr>
            <a:xfrm>
              <a:off x="9665159" y="2078666"/>
              <a:ext cx="219210" cy="159330"/>
            </a:xfrm>
            <a:custGeom>
              <a:avLst/>
              <a:gdLst>
                <a:gd name="connsiteX0" fmla="*/ 0 w 219210"/>
                <a:gd name="connsiteY0" fmla="*/ 0 h 159330"/>
                <a:gd name="connsiteX1" fmla="*/ 159581 w 219210"/>
                <a:gd name="connsiteY1" fmla="*/ 53643 h 159330"/>
                <a:gd name="connsiteX2" fmla="*/ 219211 w 219210"/>
                <a:gd name="connsiteY2" fmla="*/ 159331 h 159330"/>
                <a:gd name="connsiteX3" fmla="*/ 0 w 219210"/>
                <a:gd name="connsiteY3" fmla="*/ 0 h 1593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9210" h="159330">
                  <a:moveTo>
                    <a:pt x="0" y="0"/>
                  </a:moveTo>
                  <a:lnTo>
                    <a:pt x="159581" y="53643"/>
                  </a:lnTo>
                  <a:lnTo>
                    <a:pt x="219211" y="159331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5" name="Freeform 554">
              <a:extLst>
                <a:ext uri="{FF2B5EF4-FFF2-40B4-BE49-F238E27FC236}">
                  <a16:creationId xmlns:a16="http://schemas.microsoft.com/office/drawing/2014/main" id="{2B13E931-7AA6-5993-21CF-BB4F7947EF45}"/>
                </a:ext>
              </a:extLst>
            </p:cNvPr>
            <p:cNvSpPr/>
            <p:nvPr/>
          </p:nvSpPr>
          <p:spPr>
            <a:xfrm>
              <a:off x="9893223" y="2060856"/>
              <a:ext cx="178675" cy="102594"/>
            </a:xfrm>
            <a:custGeom>
              <a:avLst/>
              <a:gdLst>
                <a:gd name="connsiteX0" fmla="*/ 178675 w 178675"/>
                <a:gd name="connsiteY0" fmla="*/ 30288 h 102594"/>
                <a:gd name="connsiteX1" fmla="*/ 95578 w 178675"/>
                <a:gd name="connsiteY1" fmla="*/ 102594 h 102594"/>
                <a:gd name="connsiteX2" fmla="*/ 0 w 178675"/>
                <a:gd name="connsiteY2" fmla="*/ 0 h 102594"/>
                <a:gd name="connsiteX3" fmla="*/ 178675 w 178675"/>
                <a:gd name="connsiteY3" fmla="*/ 30288 h 102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8675" h="102594">
                  <a:moveTo>
                    <a:pt x="178675" y="30288"/>
                  </a:moveTo>
                  <a:lnTo>
                    <a:pt x="95578" y="102594"/>
                  </a:lnTo>
                  <a:lnTo>
                    <a:pt x="0" y="0"/>
                  </a:lnTo>
                  <a:lnTo>
                    <a:pt x="178675" y="30288"/>
                  </a:lnTo>
                  <a:close/>
                </a:path>
              </a:pathLst>
            </a:custGeom>
            <a:grpFill/>
            <a:ln w="9525" cap="flat">
              <a:solidFill>
                <a:srgbClr val="7030A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6" name="Freeform 555">
              <a:extLst>
                <a:ext uri="{FF2B5EF4-FFF2-40B4-BE49-F238E27FC236}">
                  <a16:creationId xmlns:a16="http://schemas.microsoft.com/office/drawing/2014/main" id="{F75264B1-ABCF-E666-E389-4D13D8A5F041}"/>
                </a:ext>
              </a:extLst>
            </p:cNvPr>
            <p:cNvSpPr/>
            <p:nvPr/>
          </p:nvSpPr>
          <p:spPr>
            <a:xfrm>
              <a:off x="9954880" y="2091144"/>
              <a:ext cx="182728" cy="161996"/>
            </a:xfrm>
            <a:custGeom>
              <a:avLst/>
              <a:gdLst>
                <a:gd name="connsiteX0" fmla="*/ 0 w 182728"/>
                <a:gd name="connsiteY0" fmla="*/ 161997 h 161996"/>
                <a:gd name="connsiteX1" fmla="*/ 117019 w 182728"/>
                <a:gd name="connsiteY1" fmla="*/ 0 h 161996"/>
                <a:gd name="connsiteX2" fmla="*/ 182729 w 182728"/>
                <a:gd name="connsiteY2" fmla="*/ 67507 h 161996"/>
                <a:gd name="connsiteX3" fmla="*/ 0 w 182728"/>
                <a:gd name="connsiteY3" fmla="*/ 161997 h 1619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28" h="161996">
                  <a:moveTo>
                    <a:pt x="0" y="161997"/>
                  </a:moveTo>
                  <a:lnTo>
                    <a:pt x="117019" y="0"/>
                  </a:lnTo>
                  <a:lnTo>
                    <a:pt x="182729" y="67507"/>
                  </a:lnTo>
                  <a:lnTo>
                    <a:pt x="0" y="161997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7" name="Freeform 556">
              <a:extLst>
                <a:ext uri="{FF2B5EF4-FFF2-40B4-BE49-F238E27FC236}">
                  <a16:creationId xmlns:a16="http://schemas.microsoft.com/office/drawing/2014/main" id="{B2E687E2-7F0D-DCC4-E639-496613A88390}"/>
                </a:ext>
              </a:extLst>
            </p:cNvPr>
            <p:cNvSpPr/>
            <p:nvPr/>
          </p:nvSpPr>
          <p:spPr>
            <a:xfrm>
              <a:off x="9954880" y="2158652"/>
              <a:ext cx="182728" cy="146426"/>
            </a:xfrm>
            <a:custGeom>
              <a:avLst/>
              <a:gdLst>
                <a:gd name="connsiteX0" fmla="*/ 178355 w 182728"/>
                <a:gd name="connsiteY0" fmla="*/ 146427 h 146426"/>
                <a:gd name="connsiteX1" fmla="*/ 182729 w 182728"/>
                <a:gd name="connsiteY1" fmla="*/ 0 h 146426"/>
                <a:gd name="connsiteX2" fmla="*/ 0 w 182728"/>
                <a:gd name="connsiteY2" fmla="*/ 94489 h 146426"/>
                <a:gd name="connsiteX3" fmla="*/ 178355 w 182728"/>
                <a:gd name="connsiteY3" fmla="*/ 146427 h 146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28" h="146426">
                  <a:moveTo>
                    <a:pt x="178355" y="146427"/>
                  </a:moveTo>
                  <a:lnTo>
                    <a:pt x="182729" y="0"/>
                  </a:lnTo>
                  <a:lnTo>
                    <a:pt x="0" y="94489"/>
                  </a:lnTo>
                  <a:lnTo>
                    <a:pt x="178355" y="146427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8" name="Freeform 557">
              <a:extLst>
                <a:ext uri="{FF2B5EF4-FFF2-40B4-BE49-F238E27FC236}">
                  <a16:creationId xmlns:a16="http://schemas.microsoft.com/office/drawing/2014/main" id="{06B49C20-9D28-B3FF-C939-10638B92744A}"/>
                </a:ext>
              </a:extLst>
            </p:cNvPr>
            <p:cNvSpPr/>
            <p:nvPr/>
          </p:nvSpPr>
          <p:spPr>
            <a:xfrm>
              <a:off x="9974614" y="2305078"/>
              <a:ext cx="235104" cy="87024"/>
            </a:xfrm>
            <a:custGeom>
              <a:avLst/>
              <a:gdLst>
                <a:gd name="connsiteX0" fmla="*/ 0 w 235104"/>
                <a:gd name="connsiteY0" fmla="*/ 87024 h 87024"/>
                <a:gd name="connsiteX1" fmla="*/ 158621 w 235104"/>
                <a:gd name="connsiteY1" fmla="*/ 0 h 87024"/>
                <a:gd name="connsiteX2" fmla="*/ 235105 w 235104"/>
                <a:gd name="connsiteY2" fmla="*/ 76892 h 87024"/>
                <a:gd name="connsiteX3" fmla="*/ 0 w 235104"/>
                <a:gd name="connsiteY3" fmla="*/ 87024 h 870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5104" h="87024">
                  <a:moveTo>
                    <a:pt x="0" y="87024"/>
                  </a:moveTo>
                  <a:lnTo>
                    <a:pt x="158621" y="0"/>
                  </a:lnTo>
                  <a:lnTo>
                    <a:pt x="235105" y="76892"/>
                  </a:lnTo>
                  <a:lnTo>
                    <a:pt x="0" y="87024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9" name="Freeform 558">
              <a:extLst>
                <a:ext uri="{FF2B5EF4-FFF2-40B4-BE49-F238E27FC236}">
                  <a16:creationId xmlns:a16="http://schemas.microsoft.com/office/drawing/2014/main" id="{A9F6402D-8489-71B1-62E2-C5516D1FEF4E}"/>
                </a:ext>
              </a:extLst>
            </p:cNvPr>
            <p:cNvSpPr/>
            <p:nvPr/>
          </p:nvSpPr>
          <p:spPr>
            <a:xfrm>
              <a:off x="10133235" y="2305078"/>
              <a:ext cx="179315" cy="76892"/>
            </a:xfrm>
            <a:custGeom>
              <a:avLst/>
              <a:gdLst>
                <a:gd name="connsiteX0" fmla="*/ 179315 w 179315"/>
                <a:gd name="connsiteY0" fmla="*/ 49484 h 76892"/>
                <a:gd name="connsiteX1" fmla="*/ 0 w 179315"/>
                <a:gd name="connsiteY1" fmla="*/ 0 h 76892"/>
                <a:gd name="connsiteX2" fmla="*/ 76484 w 179315"/>
                <a:gd name="connsiteY2" fmla="*/ 76892 h 76892"/>
                <a:gd name="connsiteX3" fmla="*/ 179315 w 179315"/>
                <a:gd name="connsiteY3" fmla="*/ 49484 h 768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9315" h="76892">
                  <a:moveTo>
                    <a:pt x="179315" y="49484"/>
                  </a:moveTo>
                  <a:lnTo>
                    <a:pt x="0" y="0"/>
                  </a:lnTo>
                  <a:lnTo>
                    <a:pt x="76484" y="76892"/>
                  </a:lnTo>
                  <a:lnTo>
                    <a:pt x="179315" y="49484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0" name="Freeform 559">
              <a:extLst>
                <a:ext uri="{FF2B5EF4-FFF2-40B4-BE49-F238E27FC236}">
                  <a16:creationId xmlns:a16="http://schemas.microsoft.com/office/drawing/2014/main" id="{5A8289CD-DFD9-256F-9FEB-32035456A69F}"/>
                </a:ext>
              </a:extLst>
            </p:cNvPr>
            <p:cNvSpPr/>
            <p:nvPr/>
          </p:nvSpPr>
          <p:spPr>
            <a:xfrm>
              <a:off x="9982614" y="1964554"/>
              <a:ext cx="154994" cy="78598"/>
            </a:xfrm>
            <a:custGeom>
              <a:avLst/>
              <a:gdLst>
                <a:gd name="connsiteX0" fmla="*/ 0 w 154994"/>
                <a:gd name="connsiteY0" fmla="*/ 78599 h 78598"/>
                <a:gd name="connsiteX1" fmla="*/ 154994 w 154994"/>
                <a:gd name="connsiteY1" fmla="*/ 0 h 78598"/>
                <a:gd name="connsiteX2" fmla="*/ 154994 w 154994"/>
                <a:gd name="connsiteY2" fmla="*/ 73373 h 78598"/>
                <a:gd name="connsiteX3" fmla="*/ 0 w 154994"/>
                <a:gd name="connsiteY3" fmla="*/ 78599 h 78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4994" h="78598">
                  <a:moveTo>
                    <a:pt x="0" y="78599"/>
                  </a:moveTo>
                  <a:lnTo>
                    <a:pt x="154994" y="0"/>
                  </a:lnTo>
                  <a:lnTo>
                    <a:pt x="154994" y="73373"/>
                  </a:lnTo>
                  <a:lnTo>
                    <a:pt x="0" y="78599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1" name="Freeform 560">
              <a:extLst>
                <a:ext uri="{FF2B5EF4-FFF2-40B4-BE49-F238E27FC236}">
                  <a16:creationId xmlns:a16="http://schemas.microsoft.com/office/drawing/2014/main" id="{835B3D78-CA84-439E-7B34-9461C138391E}"/>
                </a:ext>
              </a:extLst>
            </p:cNvPr>
            <p:cNvSpPr/>
            <p:nvPr/>
          </p:nvSpPr>
          <p:spPr>
            <a:xfrm>
              <a:off x="10137608" y="2037927"/>
              <a:ext cx="174941" cy="165836"/>
            </a:xfrm>
            <a:custGeom>
              <a:avLst/>
              <a:gdLst>
                <a:gd name="connsiteX0" fmla="*/ 28375 w 174941"/>
                <a:gd name="connsiteY0" fmla="*/ 139281 h 165836"/>
                <a:gd name="connsiteX1" fmla="*/ 0 w 174941"/>
                <a:gd name="connsiteY1" fmla="*/ 0 h 165836"/>
                <a:gd name="connsiteX2" fmla="*/ 174942 w 174941"/>
                <a:gd name="connsiteY2" fmla="*/ 165836 h 165836"/>
                <a:gd name="connsiteX3" fmla="*/ 28375 w 174941"/>
                <a:gd name="connsiteY3" fmla="*/ 139281 h 1658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4941" h="165836">
                  <a:moveTo>
                    <a:pt x="28375" y="139281"/>
                  </a:moveTo>
                  <a:lnTo>
                    <a:pt x="0" y="0"/>
                  </a:lnTo>
                  <a:lnTo>
                    <a:pt x="174942" y="165836"/>
                  </a:lnTo>
                  <a:lnTo>
                    <a:pt x="28375" y="139281"/>
                  </a:lnTo>
                  <a:close/>
                </a:path>
              </a:pathLst>
            </a:custGeom>
            <a:grpFill/>
            <a:ln w="9525" cap="rnd">
              <a:solidFill>
                <a:srgbClr val="FF7D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2" name="Freeform 561">
              <a:extLst>
                <a:ext uri="{FF2B5EF4-FFF2-40B4-BE49-F238E27FC236}">
                  <a16:creationId xmlns:a16="http://schemas.microsoft.com/office/drawing/2014/main" id="{EBFE4ABD-6DCE-95BF-2694-199578321D26}"/>
                </a:ext>
              </a:extLst>
            </p:cNvPr>
            <p:cNvSpPr/>
            <p:nvPr/>
          </p:nvSpPr>
          <p:spPr>
            <a:xfrm>
              <a:off x="9884370" y="1964554"/>
              <a:ext cx="253238" cy="78598"/>
            </a:xfrm>
            <a:custGeom>
              <a:avLst/>
              <a:gdLst>
                <a:gd name="connsiteX0" fmla="*/ 0 w 253238"/>
                <a:gd name="connsiteY0" fmla="*/ 30821 h 78598"/>
                <a:gd name="connsiteX1" fmla="*/ 253239 w 253238"/>
                <a:gd name="connsiteY1" fmla="*/ 0 h 78598"/>
                <a:gd name="connsiteX2" fmla="*/ 98245 w 253238"/>
                <a:gd name="connsiteY2" fmla="*/ 78599 h 78598"/>
                <a:gd name="connsiteX3" fmla="*/ 0 w 253238"/>
                <a:gd name="connsiteY3" fmla="*/ 30821 h 78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3238" h="78598">
                  <a:moveTo>
                    <a:pt x="0" y="30821"/>
                  </a:moveTo>
                  <a:lnTo>
                    <a:pt x="253239" y="0"/>
                  </a:lnTo>
                  <a:lnTo>
                    <a:pt x="98245" y="78599"/>
                  </a:lnTo>
                  <a:lnTo>
                    <a:pt x="0" y="30821"/>
                  </a:lnTo>
                  <a:close/>
                </a:path>
              </a:pathLst>
            </a:custGeom>
            <a:grpFill/>
            <a:ln w="9525" cap="rnd">
              <a:solidFill>
                <a:srgbClr val="7030A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3" name="Freeform 562">
              <a:extLst>
                <a:ext uri="{FF2B5EF4-FFF2-40B4-BE49-F238E27FC236}">
                  <a16:creationId xmlns:a16="http://schemas.microsoft.com/office/drawing/2014/main" id="{7B22BEEF-4A5C-E874-8566-4693B39C7A62}"/>
                </a:ext>
              </a:extLst>
            </p:cNvPr>
            <p:cNvSpPr/>
            <p:nvPr/>
          </p:nvSpPr>
          <p:spPr>
            <a:xfrm>
              <a:off x="9755297" y="1855241"/>
              <a:ext cx="152540" cy="205615"/>
            </a:xfrm>
            <a:custGeom>
              <a:avLst/>
              <a:gdLst>
                <a:gd name="connsiteX0" fmla="*/ 152540 w 152540"/>
                <a:gd name="connsiteY0" fmla="*/ 0 h 205615"/>
                <a:gd name="connsiteX1" fmla="*/ 0 w 152540"/>
                <a:gd name="connsiteY1" fmla="*/ 205615 h 205615"/>
                <a:gd name="connsiteX2" fmla="*/ 129073 w 152540"/>
                <a:gd name="connsiteY2" fmla="*/ 140134 h 205615"/>
                <a:gd name="connsiteX3" fmla="*/ 152540 w 152540"/>
                <a:gd name="connsiteY3" fmla="*/ 0 h 2056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540" h="205615">
                  <a:moveTo>
                    <a:pt x="152540" y="0"/>
                  </a:moveTo>
                  <a:lnTo>
                    <a:pt x="0" y="205615"/>
                  </a:lnTo>
                  <a:lnTo>
                    <a:pt x="129073" y="140134"/>
                  </a:lnTo>
                  <a:lnTo>
                    <a:pt x="152540" y="0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4" name="Freeform 563">
              <a:extLst>
                <a:ext uri="{FF2B5EF4-FFF2-40B4-BE49-F238E27FC236}">
                  <a16:creationId xmlns:a16="http://schemas.microsoft.com/office/drawing/2014/main" id="{2878C15E-9436-C136-0263-1AF73F1B9AF1}"/>
                </a:ext>
              </a:extLst>
            </p:cNvPr>
            <p:cNvSpPr/>
            <p:nvPr/>
          </p:nvSpPr>
          <p:spPr>
            <a:xfrm>
              <a:off x="9755297" y="1855241"/>
              <a:ext cx="152540" cy="205615"/>
            </a:xfrm>
            <a:custGeom>
              <a:avLst/>
              <a:gdLst>
                <a:gd name="connsiteX0" fmla="*/ 152540 w 152540"/>
                <a:gd name="connsiteY0" fmla="*/ 0 h 205615"/>
                <a:gd name="connsiteX1" fmla="*/ 69443 w 152540"/>
                <a:gd name="connsiteY1" fmla="*/ 20690 h 205615"/>
                <a:gd name="connsiteX2" fmla="*/ 0 w 152540"/>
                <a:gd name="connsiteY2" fmla="*/ 205615 h 205615"/>
                <a:gd name="connsiteX3" fmla="*/ 152540 w 152540"/>
                <a:gd name="connsiteY3" fmla="*/ 0 h 2056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540" h="205615">
                  <a:moveTo>
                    <a:pt x="152540" y="0"/>
                  </a:moveTo>
                  <a:lnTo>
                    <a:pt x="69443" y="20690"/>
                  </a:lnTo>
                  <a:lnTo>
                    <a:pt x="0" y="205615"/>
                  </a:lnTo>
                  <a:lnTo>
                    <a:pt x="152540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5" name="Freeform 564">
              <a:extLst>
                <a:ext uri="{FF2B5EF4-FFF2-40B4-BE49-F238E27FC236}">
                  <a16:creationId xmlns:a16="http://schemas.microsoft.com/office/drawing/2014/main" id="{8C71DF4E-5F9F-350A-F287-4A429DDC172E}"/>
                </a:ext>
              </a:extLst>
            </p:cNvPr>
            <p:cNvSpPr/>
            <p:nvPr/>
          </p:nvSpPr>
          <p:spPr>
            <a:xfrm>
              <a:off x="9739403" y="1820154"/>
              <a:ext cx="85337" cy="137041"/>
            </a:xfrm>
            <a:custGeom>
              <a:avLst/>
              <a:gdLst>
                <a:gd name="connsiteX0" fmla="*/ 27628 w 85337"/>
                <a:gd name="connsiteY0" fmla="*/ 0 h 137041"/>
                <a:gd name="connsiteX1" fmla="*/ 85337 w 85337"/>
                <a:gd name="connsiteY1" fmla="*/ 55777 h 137041"/>
                <a:gd name="connsiteX2" fmla="*/ 0 w 85337"/>
                <a:gd name="connsiteY2" fmla="*/ 137042 h 137041"/>
                <a:gd name="connsiteX3" fmla="*/ 27628 w 85337"/>
                <a:gd name="connsiteY3" fmla="*/ 0 h 1370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5337" h="137041">
                  <a:moveTo>
                    <a:pt x="27628" y="0"/>
                  </a:moveTo>
                  <a:lnTo>
                    <a:pt x="85337" y="55777"/>
                  </a:lnTo>
                  <a:lnTo>
                    <a:pt x="0" y="137042"/>
                  </a:lnTo>
                  <a:lnTo>
                    <a:pt x="27628" y="0"/>
                  </a:lnTo>
                  <a:close/>
                </a:path>
              </a:pathLst>
            </a:custGeom>
            <a:grpFill/>
            <a:ln w="9525" cap="flat">
              <a:solidFill>
                <a:srgbClr val="FF7D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6" name="Freeform 565">
              <a:extLst>
                <a:ext uri="{FF2B5EF4-FFF2-40B4-BE49-F238E27FC236}">
                  <a16:creationId xmlns:a16="http://schemas.microsoft.com/office/drawing/2014/main" id="{1F38CBD7-2807-B939-9CCF-34D75DC95C78}"/>
                </a:ext>
              </a:extLst>
            </p:cNvPr>
            <p:cNvSpPr/>
            <p:nvPr/>
          </p:nvSpPr>
          <p:spPr>
            <a:xfrm>
              <a:off x="9628891" y="1820154"/>
              <a:ext cx="138140" cy="137041"/>
            </a:xfrm>
            <a:custGeom>
              <a:avLst/>
              <a:gdLst>
                <a:gd name="connsiteX0" fmla="*/ 0 w 138140"/>
                <a:gd name="connsiteY0" fmla="*/ 4799 h 137041"/>
                <a:gd name="connsiteX1" fmla="*/ 138140 w 138140"/>
                <a:gd name="connsiteY1" fmla="*/ 0 h 137041"/>
                <a:gd name="connsiteX2" fmla="*/ 110512 w 138140"/>
                <a:gd name="connsiteY2" fmla="*/ 137042 h 137041"/>
                <a:gd name="connsiteX3" fmla="*/ 0 w 138140"/>
                <a:gd name="connsiteY3" fmla="*/ 4799 h 1370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8140" h="137041">
                  <a:moveTo>
                    <a:pt x="0" y="4799"/>
                  </a:moveTo>
                  <a:lnTo>
                    <a:pt x="138140" y="0"/>
                  </a:lnTo>
                  <a:lnTo>
                    <a:pt x="110512" y="137042"/>
                  </a:lnTo>
                  <a:lnTo>
                    <a:pt x="0" y="4799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7" name="Freeform 566">
              <a:extLst>
                <a:ext uri="{FF2B5EF4-FFF2-40B4-BE49-F238E27FC236}">
                  <a16:creationId xmlns:a16="http://schemas.microsoft.com/office/drawing/2014/main" id="{02C1BEBC-F990-CB66-95DA-CE00BDC64019}"/>
                </a:ext>
              </a:extLst>
            </p:cNvPr>
            <p:cNvSpPr/>
            <p:nvPr/>
          </p:nvSpPr>
          <p:spPr>
            <a:xfrm>
              <a:off x="9514005" y="1790506"/>
              <a:ext cx="114885" cy="50337"/>
            </a:xfrm>
            <a:custGeom>
              <a:avLst/>
              <a:gdLst>
                <a:gd name="connsiteX0" fmla="*/ 0 w 114885"/>
                <a:gd name="connsiteY0" fmla="*/ 50337 h 50337"/>
                <a:gd name="connsiteX1" fmla="*/ 114885 w 114885"/>
                <a:gd name="connsiteY1" fmla="*/ 34447 h 50337"/>
                <a:gd name="connsiteX2" fmla="*/ 0 w 114885"/>
                <a:gd name="connsiteY2" fmla="*/ 0 h 50337"/>
                <a:gd name="connsiteX3" fmla="*/ 0 w 114885"/>
                <a:gd name="connsiteY3" fmla="*/ 50337 h 503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4885" h="50337">
                  <a:moveTo>
                    <a:pt x="0" y="50337"/>
                  </a:moveTo>
                  <a:lnTo>
                    <a:pt x="114885" y="34447"/>
                  </a:lnTo>
                  <a:lnTo>
                    <a:pt x="0" y="0"/>
                  </a:lnTo>
                  <a:lnTo>
                    <a:pt x="0" y="50337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8" name="Freeform 567">
              <a:extLst>
                <a:ext uri="{FF2B5EF4-FFF2-40B4-BE49-F238E27FC236}">
                  <a16:creationId xmlns:a16="http://schemas.microsoft.com/office/drawing/2014/main" id="{48E0D109-A9C2-948C-C6CA-56341AEDCB98}"/>
                </a:ext>
              </a:extLst>
            </p:cNvPr>
            <p:cNvSpPr/>
            <p:nvPr/>
          </p:nvSpPr>
          <p:spPr>
            <a:xfrm>
              <a:off x="9514005" y="1824953"/>
              <a:ext cx="225397" cy="132242"/>
            </a:xfrm>
            <a:custGeom>
              <a:avLst/>
              <a:gdLst>
                <a:gd name="connsiteX0" fmla="*/ 225397 w 225397"/>
                <a:gd name="connsiteY0" fmla="*/ 132242 h 132242"/>
                <a:gd name="connsiteX1" fmla="*/ 0 w 225397"/>
                <a:gd name="connsiteY1" fmla="*/ 15890 h 132242"/>
                <a:gd name="connsiteX2" fmla="*/ 114885 w 225397"/>
                <a:gd name="connsiteY2" fmla="*/ 0 h 132242"/>
                <a:gd name="connsiteX3" fmla="*/ 225397 w 225397"/>
                <a:gd name="connsiteY3" fmla="*/ 132242 h 1322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5397" h="132242">
                  <a:moveTo>
                    <a:pt x="225397" y="132242"/>
                  </a:moveTo>
                  <a:lnTo>
                    <a:pt x="0" y="15890"/>
                  </a:lnTo>
                  <a:lnTo>
                    <a:pt x="114885" y="0"/>
                  </a:lnTo>
                  <a:lnTo>
                    <a:pt x="225397" y="132242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9" name="Freeform 568">
              <a:extLst>
                <a:ext uri="{FF2B5EF4-FFF2-40B4-BE49-F238E27FC236}">
                  <a16:creationId xmlns:a16="http://schemas.microsoft.com/office/drawing/2014/main" id="{78F2428F-6023-1FDC-2DFF-50E5A7946BD8}"/>
                </a:ext>
              </a:extLst>
            </p:cNvPr>
            <p:cNvSpPr/>
            <p:nvPr/>
          </p:nvSpPr>
          <p:spPr>
            <a:xfrm>
              <a:off x="9514005" y="1840844"/>
              <a:ext cx="225397" cy="206682"/>
            </a:xfrm>
            <a:custGeom>
              <a:avLst/>
              <a:gdLst>
                <a:gd name="connsiteX0" fmla="*/ 221130 w 225397"/>
                <a:gd name="connsiteY0" fmla="*/ 206682 h 206682"/>
                <a:gd name="connsiteX1" fmla="*/ 0 w 225397"/>
                <a:gd name="connsiteY1" fmla="*/ 0 h 206682"/>
                <a:gd name="connsiteX2" fmla="*/ 225397 w 225397"/>
                <a:gd name="connsiteY2" fmla="*/ 116352 h 206682"/>
                <a:gd name="connsiteX3" fmla="*/ 221130 w 225397"/>
                <a:gd name="connsiteY3" fmla="*/ 206682 h 2066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5397" h="206682">
                  <a:moveTo>
                    <a:pt x="221130" y="206682"/>
                  </a:moveTo>
                  <a:lnTo>
                    <a:pt x="0" y="0"/>
                  </a:lnTo>
                  <a:lnTo>
                    <a:pt x="225397" y="116352"/>
                  </a:lnTo>
                  <a:lnTo>
                    <a:pt x="221130" y="206682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0" name="Freeform 569">
              <a:extLst>
                <a:ext uri="{FF2B5EF4-FFF2-40B4-BE49-F238E27FC236}">
                  <a16:creationId xmlns:a16="http://schemas.microsoft.com/office/drawing/2014/main" id="{BBE770F0-C424-12C0-E55B-737E2C5216DE}"/>
                </a:ext>
              </a:extLst>
            </p:cNvPr>
            <p:cNvSpPr/>
            <p:nvPr/>
          </p:nvSpPr>
          <p:spPr>
            <a:xfrm>
              <a:off x="9302902" y="1807036"/>
              <a:ext cx="125872" cy="198256"/>
            </a:xfrm>
            <a:custGeom>
              <a:avLst/>
              <a:gdLst>
                <a:gd name="connsiteX0" fmla="*/ 0 w 125872"/>
                <a:gd name="connsiteY0" fmla="*/ 0 h 198256"/>
                <a:gd name="connsiteX1" fmla="*/ 21868 w 125872"/>
                <a:gd name="connsiteY1" fmla="*/ 198257 h 198256"/>
                <a:gd name="connsiteX2" fmla="*/ 125873 w 125872"/>
                <a:gd name="connsiteY2" fmla="*/ 23676 h 198256"/>
                <a:gd name="connsiteX3" fmla="*/ 0 w 125872"/>
                <a:gd name="connsiteY3" fmla="*/ 0 h 198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5872" h="198256">
                  <a:moveTo>
                    <a:pt x="0" y="0"/>
                  </a:moveTo>
                  <a:lnTo>
                    <a:pt x="21868" y="198257"/>
                  </a:lnTo>
                  <a:lnTo>
                    <a:pt x="125873" y="23676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1" name="Freeform 570">
              <a:extLst>
                <a:ext uri="{FF2B5EF4-FFF2-40B4-BE49-F238E27FC236}">
                  <a16:creationId xmlns:a16="http://schemas.microsoft.com/office/drawing/2014/main" id="{7999B0A2-44CB-2FDE-69AB-E6C7FFBF6ACC}"/>
                </a:ext>
              </a:extLst>
            </p:cNvPr>
            <p:cNvSpPr/>
            <p:nvPr/>
          </p:nvSpPr>
          <p:spPr>
            <a:xfrm>
              <a:off x="9428774" y="1790506"/>
              <a:ext cx="85230" cy="50337"/>
            </a:xfrm>
            <a:custGeom>
              <a:avLst/>
              <a:gdLst>
                <a:gd name="connsiteX0" fmla="*/ 85231 w 85230"/>
                <a:gd name="connsiteY0" fmla="*/ 50337 h 50337"/>
                <a:gd name="connsiteX1" fmla="*/ 0 w 85230"/>
                <a:gd name="connsiteY1" fmla="*/ 40206 h 50337"/>
                <a:gd name="connsiteX2" fmla="*/ 85231 w 85230"/>
                <a:gd name="connsiteY2" fmla="*/ 0 h 50337"/>
                <a:gd name="connsiteX3" fmla="*/ 85231 w 85230"/>
                <a:gd name="connsiteY3" fmla="*/ 50337 h 503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5230" h="50337">
                  <a:moveTo>
                    <a:pt x="85231" y="50337"/>
                  </a:moveTo>
                  <a:lnTo>
                    <a:pt x="0" y="40206"/>
                  </a:lnTo>
                  <a:lnTo>
                    <a:pt x="85231" y="0"/>
                  </a:lnTo>
                  <a:lnTo>
                    <a:pt x="85231" y="50337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2" name="Freeform 571">
              <a:extLst>
                <a:ext uri="{FF2B5EF4-FFF2-40B4-BE49-F238E27FC236}">
                  <a16:creationId xmlns:a16="http://schemas.microsoft.com/office/drawing/2014/main" id="{97326526-4D72-F3A7-BC2B-A261D416F44A}"/>
                </a:ext>
              </a:extLst>
            </p:cNvPr>
            <p:cNvSpPr/>
            <p:nvPr/>
          </p:nvSpPr>
          <p:spPr>
            <a:xfrm>
              <a:off x="9146521" y="1815675"/>
              <a:ext cx="178248" cy="189618"/>
            </a:xfrm>
            <a:custGeom>
              <a:avLst/>
              <a:gdLst>
                <a:gd name="connsiteX0" fmla="*/ 91311 w 178248"/>
                <a:gd name="connsiteY0" fmla="*/ 0 h 189618"/>
                <a:gd name="connsiteX1" fmla="*/ 178248 w 178248"/>
                <a:gd name="connsiteY1" fmla="*/ 189618 h 189618"/>
                <a:gd name="connsiteX2" fmla="*/ 0 w 178248"/>
                <a:gd name="connsiteY2" fmla="*/ 60256 h 189618"/>
                <a:gd name="connsiteX3" fmla="*/ 91311 w 178248"/>
                <a:gd name="connsiteY3" fmla="*/ 0 h 1896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8248" h="189618">
                  <a:moveTo>
                    <a:pt x="91311" y="0"/>
                  </a:moveTo>
                  <a:lnTo>
                    <a:pt x="178248" y="189618"/>
                  </a:lnTo>
                  <a:lnTo>
                    <a:pt x="0" y="60256"/>
                  </a:lnTo>
                  <a:lnTo>
                    <a:pt x="91311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3" name="Freeform 572">
              <a:extLst>
                <a:ext uri="{FF2B5EF4-FFF2-40B4-BE49-F238E27FC236}">
                  <a16:creationId xmlns:a16="http://schemas.microsoft.com/office/drawing/2014/main" id="{26588BF2-96E5-0D35-9CAC-61BB91D66576}"/>
                </a:ext>
              </a:extLst>
            </p:cNvPr>
            <p:cNvSpPr/>
            <p:nvPr/>
          </p:nvSpPr>
          <p:spPr>
            <a:xfrm>
              <a:off x="9237832" y="1807036"/>
              <a:ext cx="86937" cy="198256"/>
            </a:xfrm>
            <a:custGeom>
              <a:avLst/>
              <a:gdLst>
                <a:gd name="connsiteX0" fmla="*/ 65070 w 86937"/>
                <a:gd name="connsiteY0" fmla="*/ 0 h 198256"/>
                <a:gd name="connsiteX1" fmla="*/ 86937 w 86937"/>
                <a:gd name="connsiteY1" fmla="*/ 198257 h 198256"/>
                <a:gd name="connsiteX2" fmla="*/ 0 w 86937"/>
                <a:gd name="connsiteY2" fmla="*/ 8638 h 198256"/>
                <a:gd name="connsiteX3" fmla="*/ 65070 w 86937"/>
                <a:gd name="connsiteY3" fmla="*/ 0 h 198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937" h="198256">
                  <a:moveTo>
                    <a:pt x="65070" y="0"/>
                  </a:moveTo>
                  <a:lnTo>
                    <a:pt x="86937" y="198257"/>
                  </a:lnTo>
                  <a:lnTo>
                    <a:pt x="0" y="8638"/>
                  </a:lnTo>
                  <a:lnTo>
                    <a:pt x="65070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4" name="Freeform 573">
              <a:extLst>
                <a:ext uri="{FF2B5EF4-FFF2-40B4-BE49-F238E27FC236}">
                  <a16:creationId xmlns:a16="http://schemas.microsoft.com/office/drawing/2014/main" id="{E0792D84-E034-14A2-5999-610C7C28F0BA}"/>
                </a:ext>
              </a:extLst>
            </p:cNvPr>
            <p:cNvSpPr/>
            <p:nvPr/>
          </p:nvSpPr>
          <p:spPr>
            <a:xfrm>
              <a:off x="9113666" y="1875931"/>
              <a:ext cx="211103" cy="129362"/>
            </a:xfrm>
            <a:custGeom>
              <a:avLst/>
              <a:gdLst>
                <a:gd name="connsiteX0" fmla="*/ 0 w 211103"/>
                <a:gd name="connsiteY0" fmla="*/ 103661 h 129362"/>
                <a:gd name="connsiteX1" fmla="*/ 32855 w 211103"/>
                <a:gd name="connsiteY1" fmla="*/ 0 h 129362"/>
                <a:gd name="connsiteX2" fmla="*/ 211103 w 211103"/>
                <a:gd name="connsiteY2" fmla="*/ 129363 h 129362"/>
                <a:gd name="connsiteX3" fmla="*/ 0 w 211103"/>
                <a:gd name="connsiteY3" fmla="*/ 103661 h 1293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1103" h="129362">
                  <a:moveTo>
                    <a:pt x="0" y="103661"/>
                  </a:moveTo>
                  <a:lnTo>
                    <a:pt x="32855" y="0"/>
                  </a:lnTo>
                  <a:lnTo>
                    <a:pt x="211103" y="129363"/>
                  </a:lnTo>
                  <a:lnTo>
                    <a:pt x="0" y="103661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5" name="Freeform 574">
              <a:extLst>
                <a:ext uri="{FF2B5EF4-FFF2-40B4-BE49-F238E27FC236}">
                  <a16:creationId xmlns:a16="http://schemas.microsoft.com/office/drawing/2014/main" id="{9277A223-A324-2358-FAFC-BCD2A4271770}"/>
                </a:ext>
              </a:extLst>
            </p:cNvPr>
            <p:cNvSpPr/>
            <p:nvPr/>
          </p:nvSpPr>
          <p:spPr>
            <a:xfrm>
              <a:off x="8783944" y="1831459"/>
              <a:ext cx="196275" cy="233343"/>
            </a:xfrm>
            <a:custGeom>
              <a:avLst/>
              <a:gdLst>
                <a:gd name="connsiteX0" fmla="*/ 196276 w 196275"/>
                <a:gd name="connsiteY0" fmla="*/ 233344 h 233343"/>
                <a:gd name="connsiteX1" fmla="*/ 184222 w 196275"/>
                <a:gd name="connsiteY1" fmla="*/ 0 h 233343"/>
                <a:gd name="connsiteX2" fmla="*/ 0 w 196275"/>
                <a:gd name="connsiteY2" fmla="*/ 98329 h 233343"/>
                <a:gd name="connsiteX3" fmla="*/ 196276 w 196275"/>
                <a:gd name="connsiteY3" fmla="*/ 233344 h 2333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6275" h="233343">
                  <a:moveTo>
                    <a:pt x="196276" y="233344"/>
                  </a:moveTo>
                  <a:lnTo>
                    <a:pt x="184222" y="0"/>
                  </a:lnTo>
                  <a:lnTo>
                    <a:pt x="0" y="98329"/>
                  </a:lnTo>
                  <a:lnTo>
                    <a:pt x="196276" y="233344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8" name="Freeform 127">
              <a:extLst>
                <a:ext uri="{FF2B5EF4-FFF2-40B4-BE49-F238E27FC236}">
                  <a16:creationId xmlns:a16="http://schemas.microsoft.com/office/drawing/2014/main" id="{2E357646-03B9-62D2-8671-32C68081ABE5}"/>
                </a:ext>
              </a:extLst>
            </p:cNvPr>
            <p:cNvSpPr/>
            <p:nvPr/>
          </p:nvSpPr>
          <p:spPr>
            <a:xfrm>
              <a:off x="8626176" y="1929787"/>
              <a:ext cx="214090" cy="131069"/>
            </a:xfrm>
            <a:custGeom>
              <a:avLst/>
              <a:gdLst>
                <a:gd name="connsiteX0" fmla="*/ 0 w 214090"/>
                <a:gd name="connsiteY0" fmla="*/ 27408 h 131069"/>
                <a:gd name="connsiteX1" fmla="*/ 157768 w 214090"/>
                <a:gd name="connsiteY1" fmla="*/ 0 h 131069"/>
                <a:gd name="connsiteX2" fmla="*/ 214090 w 214090"/>
                <a:gd name="connsiteY2" fmla="*/ 131069 h 131069"/>
                <a:gd name="connsiteX3" fmla="*/ 0 w 214090"/>
                <a:gd name="connsiteY3" fmla="*/ 27408 h 1310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4090" h="131069">
                  <a:moveTo>
                    <a:pt x="0" y="27408"/>
                  </a:moveTo>
                  <a:lnTo>
                    <a:pt x="157768" y="0"/>
                  </a:lnTo>
                  <a:lnTo>
                    <a:pt x="214090" y="131069"/>
                  </a:lnTo>
                  <a:lnTo>
                    <a:pt x="0" y="27408"/>
                  </a:lnTo>
                  <a:close/>
                </a:path>
              </a:pathLst>
            </a:custGeom>
            <a:grpFill/>
            <a:ln w="9525" cap="rnd">
              <a:solidFill>
                <a:srgbClr val="7030A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9" name="Freeform 128">
              <a:extLst>
                <a:ext uri="{FF2B5EF4-FFF2-40B4-BE49-F238E27FC236}">
                  <a16:creationId xmlns:a16="http://schemas.microsoft.com/office/drawing/2014/main" id="{37FCEDE0-5BCC-385C-0D61-8E5F65CF2210}"/>
                </a:ext>
              </a:extLst>
            </p:cNvPr>
            <p:cNvSpPr/>
            <p:nvPr/>
          </p:nvSpPr>
          <p:spPr>
            <a:xfrm>
              <a:off x="8765810" y="1712867"/>
              <a:ext cx="100698" cy="216920"/>
            </a:xfrm>
            <a:custGeom>
              <a:avLst/>
              <a:gdLst>
                <a:gd name="connsiteX0" fmla="*/ 100698 w 100698"/>
                <a:gd name="connsiteY0" fmla="*/ 20156 h 216920"/>
                <a:gd name="connsiteX1" fmla="*/ 18134 w 100698"/>
                <a:gd name="connsiteY1" fmla="*/ 216920 h 216920"/>
                <a:gd name="connsiteX2" fmla="*/ 0 w 100698"/>
                <a:gd name="connsiteY2" fmla="*/ 0 h 216920"/>
                <a:gd name="connsiteX3" fmla="*/ 100698 w 100698"/>
                <a:gd name="connsiteY3" fmla="*/ 20156 h 216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0698" h="216920">
                  <a:moveTo>
                    <a:pt x="100698" y="20156"/>
                  </a:moveTo>
                  <a:lnTo>
                    <a:pt x="18134" y="216920"/>
                  </a:lnTo>
                  <a:lnTo>
                    <a:pt x="0" y="0"/>
                  </a:lnTo>
                  <a:lnTo>
                    <a:pt x="100698" y="20156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Freeform 129">
              <a:extLst>
                <a:ext uri="{FF2B5EF4-FFF2-40B4-BE49-F238E27FC236}">
                  <a16:creationId xmlns:a16="http://schemas.microsoft.com/office/drawing/2014/main" id="{8F7FBC6D-9ABA-78BF-22AC-C509F1E8F462}"/>
                </a:ext>
              </a:extLst>
            </p:cNvPr>
            <p:cNvSpPr/>
            <p:nvPr/>
          </p:nvSpPr>
          <p:spPr>
            <a:xfrm>
              <a:off x="8968166" y="1685352"/>
              <a:ext cx="145500" cy="294239"/>
            </a:xfrm>
            <a:custGeom>
              <a:avLst/>
              <a:gdLst>
                <a:gd name="connsiteX0" fmla="*/ 0 w 145500"/>
                <a:gd name="connsiteY0" fmla="*/ 146107 h 294239"/>
                <a:gd name="connsiteX1" fmla="*/ 12267 w 145500"/>
                <a:gd name="connsiteY1" fmla="*/ 0 h 294239"/>
                <a:gd name="connsiteX2" fmla="*/ 145500 w 145500"/>
                <a:gd name="connsiteY2" fmla="*/ 294239 h 294239"/>
                <a:gd name="connsiteX3" fmla="*/ 0 w 145500"/>
                <a:gd name="connsiteY3" fmla="*/ 146107 h 294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5500" h="294239">
                  <a:moveTo>
                    <a:pt x="0" y="146107"/>
                  </a:moveTo>
                  <a:lnTo>
                    <a:pt x="12267" y="0"/>
                  </a:lnTo>
                  <a:lnTo>
                    <a:pt x="145500" y="294239"/>
                  </a:lnTo>
                  <a:lnTo>
                    <a:pt x="0" y="146107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Freeform 130">
              <a:extLst>
                <a:ext uri="{FF2B5EF4-FFF2-40B4-BE49-F238E27FC236}">
                  <a16:creationId xmlns:a16="http://schemas.microsoft.com/office/drawing/2014/main" id="{3E47E847-CFBE-F034-DACE-8B689D93DD08}"/>
                </a:ext>
              </a:extLst>
            </p:cNvPr>
            <p:cNvSpPr/>
            <p:nvPr/>
          </p:nvSpPr>
          <p:spPr>
            <a:xfrm>
              <a:off x="8783944" y="1733023"/>
              <a:ext cx="184221" cy="196763"/>
            </a:xfrm>
            <a:custGeom>
              <a:avLst/>
              <a:gdLst>
                <a:gd name="connsiteX0" fmla="*/ 82564 w 184221"/>
                <a:gd name="connsiteY0" fmla="*/ 0 h 196763"/>
                <a:gd name="connsiteX1" fmla="*/ 184222 w 184221"/>
                <a:gd name="connsiteY1" fmla="*/ 98435 h 196763"/>
                <a:gd name="connsiteX2" fmla="*/ 0 w 184221"/>
                <a:gd name="connsiteY2" fmla="*/ 196764 h 196763"/>
                <a:gd name="connsiteX3" fmla="*/ 82564 w 184221"/>
                <a:gd name="connsiteY3" fmla="*/ 0 h 1967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4221" h="196763">
                  <a:moveTo>
                    <a:pt x="82564" y="0"/>
                  </a:moveTo>
                  <a:lnTo>
                    <a:pt x="184222" y="98435"/>
                  </a:lnTo>
                  <a:lnTo>
                    <a:pt x="0" y="196764"/>
                  </a:lnTo>
                  <a:lnTo>
                    <a:pt x="82564" y="0"/>
                  </a:lnTo>
                  <a:close/>
                </a:path>
              </a:pathLst>
            </a:custGeom>
            <a:grpFill/>
            <a:ln w="9525" cap="flat">
              <a:solidFill>
                <a:srgbClr val="FF7D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Freeform 131">
              <a:extLst>
                <a:ext uri="{FF2B5EF4-FFF2-40B4-BE49-F238E27FC236}">
                  <a16:creationId xmlns:a16="http://schemas.microsoft.com/office/drawing/2014/main" id="{286314C4-76D6-F14D-FA64-C8F5353FAB80}"/>
                </a:ext>
              </a:extLst>
            </p:cNvPr>
            <p:cNvSpPr/>
            <p:nvPr/>
          </p:nvSpPr>
          <p:spPr>
            <a:xfrm>
              <a:off x="8980433" y="1600781"/>
              <a:ext cx="185182" cy="119977"/>
            </a:xfrm>
            <a:custGeom>
              <a:avLst/>
              <a:gdLst>
                <a:gd name="connsiteX0" fmla="*/ 0 w 185182"/>
                <a:gd name="connsiteY0" fmla="*/ 84571 h 119977"/>
                <a:gd name="connsiteX1" fmla="*/ 131526 w 185182"/>
                <a:gd name="connsiteY1" fmla="*/ 119978 h 119977"/>
                <a:gd name="connsiteX2" fmla="*/ 185182 w 185182"/>
                <a:gd name="connsiteY2" fmla="*/ 0 h 119977"/>
                <a:gd name="connsiteX3" fmla="*/ 0 w 185182"/>
                <a:gd name="connsiteY3" fmla="*/ 84571 h 1199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5182" h="119977">
                  <a:moveTo>
                    <a:pt x="0" y="84571"/>
                  </a:moveTo>
                  <a:lnTo>
                    <a:pt x="131526" y="119978"/>
                  </a:lnTo>
                  <a:lnTo>
                    <a:pt x="185182" y="0"/>
                  </a:lnTo>
                  <a:lnTo>
                    <a:pt x="0" y="84571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215F1171-CE97-C204-24AA-4E5D9DD2F621}"/>
                </a:ext>
              </a:extLst>
            </p:cNvPr>
            <p:cNvSpPr/>
            <p:nvPr/>
          </p:nvSpPr>
          <p:spPr>
            <a:xfrm>
              <a:off x="9111960" y="1695804"/>
              <a:ext cx="167047" cy="119871"/>
            </a:xfrm>
            <a:custGeom>
              <a:avLst/>
              <a:gdLst>
                <a:gd name="connsiteX0" fmla="*/ 167048 w 167047"/>
                <a:gd name="connsiteY0" fmla="*/ 0 h 119871"/>
                <a:gd name="connsiteX1" fmla="*/ 0 w 167047"/>
                <a:gd name="connsiteY1" fmla="*/ 24955 h 119871"/>
                <a:gd name="connsiteX2" fmla="*/ 125873 w 167047"/>
                <a:gd name="connsiteY2" fmla="*/ 119871 h 119871"/>
                <a:gd name="connsiteX3" fmla="*/ 167048 w 167047"/>
                <a:gd name="connsiteY3" fmla="*/ 0 h 119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7047" h="119871">
                  <a:moveTo>
                    <a:pt x="167048" y="0"/>
                  </a:moveTo>
                  <a:lnTo>
                    <a:pt x="0" y="24955"/>
                  </a:lnTo>
                  <a:lnTo>
                    <a:pt x="125873" y="119871"/>
                  </a:lnTo>
                  <a:lnTo>
                    <a:pt x="167048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AB686286-45EC-D3D8-1D66-E8806B89C4AB}"/>
                </a:ext>
              </a:extLst>
            </p:cNvPr>
            <p:cNvSpPr/>
            <p:nvPr/>
          </p:nvSpPr>
          <p:spPr>
            <a:xfrm>
              <a:off x="9237832" y="1695804"/>
              <a:ext cx="65069" cy="119871"/>
            </a:xfrm>
            <a:custGeom>
              <a:avLst/>
              <a:gdLst>
                <a:gd name="connsiteX0" fmla="*/ 65070 w 65069"/>
                <a:gd name="connsiteY0" fmla="*/ 111233 h 119871"/>
                <a:gd name="connsiteX1" fmla="*/ 0 w 65069"/>
                <a:gd name="connsiteY1" fmla="*/ 119871 h 119871"/>
                <a:gd name="connsiteX2" fmla="*/ 41175 w 65069"/>
                <a:gd name="connsiteY2" fmla="*/ 0 h 119871"/>
                <a:gd name="connsiteX3" fmla="*/ 65070 w 65069"/>
                <a:gd name="connsiteY3" fmla="*/ 111233 h 119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5069" h="119871">
                  <a:moveTo>
                    <a:pt x="65070" y="111233"/>
                  </a:moveTo>
                  <a:lnTo>
                    <a:pt x="0" y="119871"/>
                  </a:lnTo>
                  <a:lnTo>
                    <a:pt x="41175" y="0"/>
                  </a:lnTo>
                  <a:lnTo>
                    <a:pt x="65070" y="111233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5" name="Freeform 134">
              <a:extLst>
                <a:ext uri="{FF2B5EF4-FFF2-40B4-BE49-F238E27FC236}">
                  <a16:creationId xmlns:a16="http://schemas.microsoft.com/office/drawing/2014/main" id="{356B2FD7-6A89-9A79-0E42-9CA2BE676314}"/>
                </a:ext>
              </a:extLst>
            </p:cNvPr>
            <p:cNvSpPr/>
            <p:nvPr/>
          </p:nvSpPr>
          <p:spPr>
            <a:xfrm>
              <a:off x="9302902" y="1699429"/>
              <a:ext cx="211103" cy="107606"/>
            </a:xfrm>
            <a:custGeom>
              <a:avLst/>
              <a:gdLst>
                <a:gd name="connsiteX0" fmla="*/ 211103 w 211103"/>
                <a:gd name="connsiteY0" fmla="*/ 91077 h 107606"/>
                <a:gd name="connsiteX1" fmla="*/ 140060 w 211103"/>
                <a:gd name="connsiteY1" fmla="*/ 0 h 107606"/>
                <a:gd name="connsiteX2" fmla="*/ 0 w 211103"/>
                <a:gd name="connsiteY2" fmla="*/ 107607 h 107606"/>
                <a:gd name="connsiteX3" fmla="*/ 211103 w 211103"/>
                <a:gd name="connsiteY3" fmla="*/ 91077 h 1076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1103" h="107606">
                  <a:moveTo>
                    <a:pt x="211103" y="91077"/>
                  </a:moveTo>
                  <a:lnTo>
                    <a:pt x="140060" y="0"/>
                  </a:lnTo>
                  <a:lnTo>
                    <a:pt x="0" y="107607"/>
                  </a:lnTo>
                  <a:lnTo>
                    <a:pt x="211103" y="91077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D365BD05-8DBE-7877-80E2-8469C87DE852}"/>
                </a:ext>
              </a:extLst>
            </p:cNvPr>
            <p:cNvSpPr/>
            <p:nvPr/>
          </p:nvSpPr>
          <p:spPr>
            <a:xfrm>
              <a:off x="9111960" y="1600781"/>
              <a:ext cx="167047" cy="119977"/>
            </a:xfrm>
            <a:custGeom>
              <a:avLst/>
              <a:gdLst>
                <a:gd name="connsiteX0" fmla="*/ 53656 w 167047"/>
                <a:gd name="connsiteY0" fmla="*/ 0 h 119977"/>
                <a:gd name="connsiteX1" fmla="*/ 0 w 167047"/>
                <a:gd name="connsiteY1" fmla="*/ 119978 h 119977"/>
                <a:gd name="connsiteX2" fmla="*/ 167048 w 167047"/>
                <a:gd name="connsiteY2" fmla="*/ 95023 h 119977"/>
                <a:gd name="connsiteX3" fmla="*/ 53656 w 167047"/>
                <a:gd name="connsiteY3" fmla="*/ 0 h 1199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7047" h="119977">
                  <a:moveTo>
                    <a:pt x="53656" y="0"/>
                  </a:moveTo>
                  <a:lnTo>
                    <a:pt x="0" y="119978"/>
                  </a:lnTo>
                  <a:lnTo>
                    <a:pt x="167048" y="95023"/>
                  </a:lnTo>
                  <a:lnTo>
                    <a:pt x="53656" y="0"/>
                  </a:lnTo>
                  <a:close/>
                </a:path>
              </a:pathLst>
            </a:custGeom>
            <a:grpFill/>
            <a:ln w="9525" cap="rnd">
              <a:solidFill>
                <a:srgbClr val="FF7D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AFF4EB69-9177-0071-E2AA-108EC9ECA835}"/>
                </a:ext>
              </a:extLst>
            </p:cNvPr>
            <p:cNvSpPr/>
            <p:nvPr/>
          </p:nvSpPr>
          <p:spPr>
            <a:xfrm>
              <a:off x="8866508" y="1685352"/>
              <a:ext cx="113925" cy="146106"/>
            </a:xfrm>
            <a:custGeom>
              <a:avLst/>
              <a:gdLst>
                <a:gd name="connsiteX0" fmla="*/ 113925 w 113925"/>
                <a:gd name="connsiteY0" fmla="*/ 0 h 146106"/>
                <a:gd name="connsiteX1" fmla="*/ 0 w 113925"/>
                <a:gd name="connsiteY1" fmla="*/ 47671 h 146106"/>
                <a:gd name="connsiteX2" fmla="*/ 101658 w 113925"/>
                <a:gd name="connsiteY2" fmla="*/ 146107 h 146106"/>
                <a:gd name="connsiteX3" fmla="*/ 113925 w 113925"/>
                <a:gd name="connsiteY3" fmla="*/ 0 h 1461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3925" h="146106">
                  <a:moveTo>
                    <a:pt x="113925" y="0"/>
                  </a:moveTo>
                  <a:lnTo>
                    <a:pt x="0" y="47671"/>
                  </a:lnTo>
                  <a:lnTo>
                    <a:pt x="101658" y="146107"/>
                  </a:lnTo>
                  <a:lnTo>
                    <a:pt x="113925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8" name="Freeform 137">
              <a:extLst>
                <a:ext uri="{FF2B5EF4-FFF2-40B4-BE49-F238E27FC236}">
                  <a16:creationId xmlns:a16="http://schemas.microsoft.com/office/drawing/2014/main" id="{4F101AAA-079F-395D-9FFA-083DB3E38C64}"/>
                </a:ext>
              </a:extLst>
            </p:cNvPr>
            <p:cNvSpPr/>
            <p:nvPr/>
          </p:nvSpPr>
          <p:spPr>
            <a:xfrm>
              <a:off x="8626176" y="1855241"/>
              <a:ext cx="157767" cy="101954"/>
            </a:xfrm>
            <a:custGeom>
              <a:avLst/>
              <a:gdLst>
                <a:gd name="connsiteX0" fmla="*/ 103792 w 157767"/>
                <a:gd name="connsiteY0" fmla="*/ 0 h 101954"/>
                <a:gd name="connsiteX1" fmla="*/ 0 w 157767"/>
                <a:gd name="connsiteY1" fmla="*/ 101955 h 101954"/>
                <a:gd name="connsiteX2" fmla="*/ 157768 w 157767"/>
                <a:gd name="connsiteY2" fmla="*/ 74546 h 101954"/>
                <a:gd name="connsiteX3" fmla="*/ 103792 w 157767"/>
                <a:gd name="connsiteY3" fmla="*/ 0 h 101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7767" h="101954">
                  <a:moveTo>
                    <a:pt x="103792" y="0"/>
                  </a:moveTo>
                  <a:lnTo>
                    <a:pt x="0" y="101955"/>
                  </a:lnTo>
                  <a:lnTo>
                    <a:pt x="157768" y="74546"/>
                  </a:lnTo>
                  <a:lnTo>
                    <a:pt x="103792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9" name="Freeform 138">
              <a:extLst>
                <a:ext uri="{FF2B5EF4-FFF2-40B4-BE49-F238E27FC236}">
                  <a16:creationId xmlns:a16="http://schemas.microsoft.com/office/drawing/2014/main" id="{2199CA04-5EC1-C5C5-08DE-F6D732629527}"/>
                </a:ext>
              </a:extLst>
            </p:cNvPr>
            <p:cNvSpPr/>
            <p:nvPr/>
          </p:nvSpPr>
          <p:spPr>
            <a:xfrm>
              <a:off x="8509797" y="1733023"/>
              <a:ext cx="104004" cy="294772"/>
            </a:xfrm>
            <a:custGeom>
              <a:avLst/>
              <a:gdLst>
                <a:gd name="connsiteX0" fmla="*/ 55043 w 104004"/>
                <a:gd name="connsiteY0" fmla="*/ 294773 h 294772"/>
                <a:gd name="connsiteX1" fmla="*/ 0 w 104004"/>
                <a:gd name="connsiteY1" fmla="*/ 107820 h 294772"/>
                <a:gd name="connsiteX2" fmla="*/ 104005 w 104004"/>
                <a:gd name="connsiteY2" fmla="*/ 0 h 294772"/>
                <a:gd name="connsiteX3" fmla="*/ 55043 w 104004"/>
                <a:gd name="connsiteY3" fmla="*/ 294773 h 2947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4004" h="294772">
                  <a:moveTo>
                    <a:pt x="55043" y="294773"/>
                  </a:moveTo>
                  <a:lnTo>
                    <a:pt x="0" y="107820"/>
                  </a:lnTo>
                  <a:lnTo>
                    <a:pt x="104005" y="0"/>
                  </a:lnTo>
                  <a:lnTo>
                    <a:pt x="55043" y="294773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0" name="Freeform 139">
              <a:extLst>
                <a:ext uri="{FF2B5EF4-FFF2-40B4-BE49-F238E27FC236}">
                  <a16:creationId xmlns:a16="http://schemas.microsoft.com/office/drawing/2014/main" id="{0C19A7AD-A3E2-EF49-FD9A-6D3411A3B0FD}"/>
                </a:ext>
              </a:extLst>
            </p:cNvPr>
            <p:cNvSpPr/>
            <p:nvPr/>
          </p:nvSpPr>
          <p:spPr>
            <a:xfrm>
              <a:off x="8134953" y="1840844"/>
              <a:ext cx="374844" cy="123710"/>
            </a:xfrm>
            <a:custGeom>
              <a:avLst/>
              <a:gdLst>
                <a:gd name="connsiteX0" fmla="*/ 276173 w 374844"/>
                <a:gd name="connsiteY0" fmla="*/ 123711 h 123710"/>
                <a:gd name="connsiteX1" fmla="*/ 374845 w 374844"/>
                <a:gd name="connsiteY1" fmla="*/ 0 h 123710"/>
                <a:gd name="connsiteX2" fmla="*/ 0 w 374844"/>
                <a:gd name="connsiteY2" fmla="*/ 35087 h 123710"/>
                <a:gd name="connsiteX3" fmla="*/ 276173 w 374844"/>
                <a:gd name="connsiteY3" fmla="*/ 123711 h 1237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4844" h="123710">
                  <a:moveTo>
                    <a:pt x="276173" y="123711"/>
                  </a:moveTo>
                  <a:lnTo>
                    <a:pt x="374845" y="0"/>
                  </a:lnTo>
                  <a:lnTo>
                    <a:pt x="0" y="35087"/>
                  </a:lnTo>
                  <a:lnTo>
                    <a:pt x="276173" y="123711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1" name="Freeform 140">
              <a:extLst>
                <a:ext uri="{FF2B5EF4-FFF2-40B4-BE49-F238E27FC236}">
                  <a16:creationId xmlns:a16="http://schemas.microsoft.com/office/drawing/2014/main" id="{CF9F9B59-9067-8C3D-31BE-F23EFE8282C2}"/>
                </a:ext>
              </a:extLst>
            </p:cNvPr>
            <p:cNvSpPr/>
            <p:nvPr/>
          </p:nvSpPr>
          <p:spPr>
            <a:xfrm>
              <a:off x="8411126" y="1840844"/>
              <a:ext cx="153714" cy="186952"/>
            </a:xfrm>
            <a:custGeom>
              <a:avLst/>
              <a:gdLst>
                <a:gd name="connsiteX0" fmla="*/ 98671 w 153714"/>
                <a:gd name="connsiteY0" fmla="*/ 0 h 186952"/>
                <a:gd name="connsiteX1" fmla="*/ 0 w 153714"/>
                <a:gd name="connsiteY1" fmla="*/ 123711 h 186952"/>
                <a:gd name="connsiteX2" fmla="*/ 153714 w 153714"/>
                <a:gd name="connsiteY2" fmla="*/ 186952 h 186952"/>
                <a:gd name="connsiteX3" fmla="*/ 98671 w 153714"/>
                <a:gd name="connsiteY3" fmla="*/ 0 h 18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3714" h="186952">
                  <a:moveTo>
                    <a:pt x="98671" y="0"/>
                  </a:moveTo>
                  <a:lnTo>
                    <a:pt x="0" y="123711"/>
                  </a:lnTo>
                  <a:lnTo>
                    <a:pt x="153714" y="186952"/>
                  </a:lnTo>
                  <a:lnTo>
                    <a:pt x="98671" y="0"/>
                  </a:lnTo>
                  <a:close/>
                </a:path>
              </a:pathLst>
            </a:custGeom>
            <a:grpFill/>
            <a:ln w="9525" cap="flat">
              <a:solidFill>
                <a:srgbClr val="FF7D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2" name="Freeform 141">
              <a:extLst>
                <a:ext uri="{FF2B5EF4-FFF2-40B4-BE49-F238E27FC236}">
                  <a16:creationId xmlns:a16="http://schemas.microsoft.com/office/drawing/2014/main" id="{DAE1500A-50B5-87A9-2CC9-CA16579F117C}"/>
                </a:ext>
              </a:extLst>
            </p:cNvPr>
            <p:cNvSpPr/>
            <p:nvPr/>
          </p:nvSpPr>
          <p:spPr>
            <a:xfrm>
              <a:off x="8134953" y="1875931"/>
              <a:ext cx="276173" cy="88623"/>
            </a:xfrm>
            <a:custGeom>
              <a:avLst/>
              <a:gdLst>
                <a:gd name="connsiteX0" fmla="*/ 148380 w 276173"/>
                <a:gd name="connsiteY0" fmla="*/ 88624 h 88623"/>
                <a:gd name="connsiteX1" fmla="*/ 0 w 276173"/>
                <a:gd name="connsiteY1" fmla="*/ 0 h 88623"/>
                <a:gd name="connsiteX2" fmla="*/ 276173 w 276173"/>
                <a:gd name="connsiteY2" fmla="*/ 88624 h 88623"/>
                <a:gd name="connsiteX3" fmla="*/ 148380 w 276173"/>
                <a:gd name="connsiteY3" fmla="*/ 88624 h 886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6173" h="88623">
                  <a:moveTo>
                    <a:pt x="148380" y="88624"/>
                  </a:moveTo>
                  <a:lnTo>
                    <a:pt x="0" y="0"/>
                  </a:lnTo>
                  <a:lnTo>
                    <a:pt x="276173" y="88624"/>
                  </a:lnTo>
                  <a:lnTo>
                    <a:pt x="148380" y="88624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3" name="Freeform 142">
              <a:extLst>
                <a:ext uri="{FF2B5EF4-FFF2-40B4-BE49-F238E27FC236}">
                  <a16:creationId xmlns:a16="http://schemas.microsoft.com/office/drawing/2014/main" id="{70D1A529-0813-98B6-E4D7-5A4552C9153C}"/>
                </a:ext>
              </a:extLst>
            </p:cNvPr>
            <p:cNvSpPr/>
            <p:nvPr/>
          </p:nvSpPr>
          <p:spPr>
            <a:xfrm>
              <a:off x="7906035" y="2027796"/>
              <a:ext cx="234144" cy="119444"/>
            </a:xfrm>
            <a:custGeom>
              <a:avLst/>
              <a:gdLst>
                <a:gd name="connsiteX0" fmla="*/ 205130 w 234144"/>
                <a:gd name="connsiteY0" fmla="*/ 0 h 119444"/>
                <a:gd name="connsiteX1" fmla="*/ 0 w 234144"/>
                <a:gd name="connsiteY1" fmla="*/ 64521 h 119444"/>
                <a:gd name="connsiteX2" fmla="*/ 234144 w 234144"/>
                <a:gd name="connsiteY2" fmla="*/ 119444 h 119444"/>
                <a:gd name="connsiteX3" fmla="*/ 205130 w 234144"/>
                <a:gd name="connsiteY3" fmla="*/ 0 h 1194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4144" h="119444">
                  <a:moveTo>
                    <a:pt x="205130" y="0"/>
                  </a:moveTo>
                  <a:lnTo>
                    <a:pt x="0" y="64521"/>
                  </a:lnTo>
                  <a:lnTo>
                    <a:pt x="234144" y="119444"/>
                  </a:lnTo>
                  <a:lnTo>
                    <a:pt x="205130" y="0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4" name="Freeform 143">
              <a:extLst>
                <a:ext uri="{FF2B5EF4-FFF2-40B4-BE49-F238E27FC236}">
                  <a16:creationId xmlns:a16="http://schemas.microsoft.com/office/drawing/2014/main" id="{E5A7984F-3835-D809-60C0-3433572C37A0}"/>
                </a:ext>
              </a:extLst>
            </p:cNvPr>
            <p:cNvSpPr/>
            <p:nvPr/>
          </p:nvSpPr>
          <p:spPr>
            <a:xfrm>
              <a:off x="7906035" y="2092317"/>
              <a:ext cx="360017" cy="127763"/>
            </a:xfrm>
            <a:custGeom>
              <a:avLst/>
              <a:gdLst>
                <a:gd name="connsiteX0" fmla="*/ 360017 w 360017"/>
                <a:gd name="connsiteY0" fmla="*/ 127763 h 127763"/>
                <a:gd name="connsiteX1" fmla="*/ 0 w 360017"/>
                <a:gd name="connsiteY1" fmla="*/ 0 h 127763"/>
                <a:gd name="connsiteX2" fmla="*/ 234144 w 360017"/>
                <a:gd name="connsiteY2" fmla="*/ 54923 h 127763"/>
                <a:gd name="connsiteX3" fmla="*/ 360017 w 360017"/>
                <a:gd name="connsiteY3" fmla="*/ 127763 h 1277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0017" h="127763">
                  <a:moveTo>
                    <a:pt x="360017" y="127763"/>
                  </a:moveTo>
                  <a:lnTo>
                    <a:pt x="0" y="0"/>
                  </a:lnTo>
                  <a:lnTo>
                    <a:pt x="234144" y="54923"/>
                  </a:lnTo>
                  <a:lnTo>
                    <a:pt x="360017" y="127763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5" name="Freeform 144">
              <a:extLst>
                <a:ext uri="{FF2B5EF4-FFF2-40B4-BE49-F238E27FC236}">
                  <a16:creationId xmlns:a16="http://schemas.microsoft.com/office/drawing/2014/main" id="{538CF2FE-A854-F48D-FB62-25F2C031C3F0}"/>
                </a:ext>
              </a:extLst>
            </p:cNvPr>
            <p:cNvSpPr/>
            <p:nvPr/>
          </p:nvSpPr>
          <p:spPr>
            <a:xfrm>
              <a:off x="7906035" y="2092317"/>
              <a:ext cx="360017" cy="229397"/>
            </a:xfrm>
            <a:custGeom>
              <a:avLst/>
              <a:gdLst>
                <a:gd name="connsiteX0" fmla="*/ 220277 w 360017"/>
                <a:gd name="connsiteY0" fmla="*/ 229398 h 229397"/>
                <a:gd name="connsiteX1" fmla="*/ 0 w 360017"/>
                <a:gd name="connsiteY1" fmla="*/ 0 h 229397"/>
                <a:gd name="connsiteX2" fmla="*/ 360017 w 360017"/>
                <a:gd name="connsiteY2" fmla="*/ 127763 h 229397"/>
                <a:gd name="connsiteX3" fmla="*/ 220277 w 360017"/>
                <a:gd name="connsiteY3" fmla="*/ 229398 h 2293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0017" h="229397">
                  <a:moveTo>
                    <a:pt x="220277" y="229398"/>
                  </a:moveTo>
                  <a:lnTo>
                    <a:pt x="0" y="0"/>
                  </a:lnTo>
                  <a:lnTo>
                    <a:pt x="360017" y="127763"/>
                  </a:lnTo>
                  <a:lnTo>
                    <a:pt x="220277" y="229398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6" name="Freeform 145">
              <a:extLst>
                <a:ext uri="{FF2B5EF4-FFF2-40B4-BE49-F238E27FC236}">
                  <a16:creationId xmlns:a16="http://schemas.microsoft.com/office/drawing/2014/main" id="{E6337B7B-7710-7141-7B7E-61479CDAA472}"/>
                </a:ext>
              </a:extLst>
            </p:cNvPr>
            <p:cNvSpPr/>
            <p:nvPr/>
          </p:nvSpPr>
          <p:spPr>
            <a:xfrm>
              <a:off x="7762989" y="2600597"/>
              <a:ext cx="198836" cy="163596"/>
            </a:xfrm>
            <a:custGeom>
              <a:avLst/>
              <a:gdLst>
                <a:gd name="connsiteX0" fmla="*/ 85231 w 198836"/>
                <a:gd name="connsiteY0" fmla="*/ 163597 h 163596"/>
                <a:gd name="connsiteX1" fmla="*/ 198836 w 198836"/>
                <a:gd name="connsiteY1" fmla="*/ 0 h 163596"/>
                <a:gd name="connsiteX2" fmla="*/ 0 w 198836"/>
                <a:gd name="connsiteY2" fmla="*/ 85744 h 163596"/>
                <a:gd name="connsiteX3" fmla="*/ 85231 w 198836"/>
                <a:gd name="connsiteY3" fmla="*/ 163597 h 1635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8836" h="163596">
                  <a:moveTo>
                    <a:pt x="85231" y="163597"/>
                  </a:moveTo>
                  <a:lnTo>
                    <a:pt x="198836" y="0"/>
                  </a:lnTo>
                  <a:lnTo>
                    <a:pt x="0" y="85744"/>
                  </a:lnTo>
                  <a:lnTo>
                    <a:pt x="85231" y="163597"/>
                  </a:lnTo>
                  <a:close/>
                </a:path>
              </a:pathLst>
            </a:custGeom>
            <a:grpFill/>
            <a:ln w="9525" cap="flat">
              <a:solidFill>
                <a:srgbClr val="7030A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7" name="Freeform 146">
              <a:extLst>
                <a:ext uri="{FF2B5EF4-FFF2-40B4-BE49-F238E27FC236}">
                  <a16:creationId xmlns:a16="http://schemas.microsoft.com/office/drawing/2014/main" id="{3CC6A190-662A-7475-8F20-505418FC810E}"/>
                </a:ext>
              </a:extLst>
            </p:cNvPr>
            <p:cNvSpPr/>
            <p:nvPr/>
          </p:nvSpPr>
          <p:spPr>
            <a:xfrm>
              <a:off x="7677438" y="2490217"/>
              <a:ext cx="284386" cy="110379"/>
            </a:xfrm>
            <a:custGeom>
              <a:avLst/>
              <a:gdLst>
                <a:gd name="connsiteX0" fmla="*/ 0 w 284386"/>
                <a:gd name="connsiteY0" fmla="*/ 110380 h 110379"/>
                <a:gd name="connsiteX1" fmla="*/ 284387 w 284386"/>
                <a:gd name="connsiteY1" fmla="*/ 110380 h 110379"/>
                <a:gd name="connsiteX2" fmla="*/ 85551 w 284386"/>
                <a:gd name="connsiteY2" fmla="*/ 0 h 110379"/>
                <a:gd name="connsiteX3" fmla="*/ 0 w 284386"/>
                <a:gd name="connsiteY3" fmla="*/ 110380 h 1103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4386" h="110379">
                  <a:moveTo>
                    <a:pt x="0" y="110380"/>
                  </a:moveTo>
                  <a:lnTo>
                    <a:pt x="284387" y="110380"/>
                  </a:lnTo>
                  <a:lnTo>
                    <a:pt x="85551" y="0"/>
                  </a:lnTo>
                  <a:lnTo>
                    <a:pt x="0" y="110380"/>
                  </a:lnTo>
                  <a:close/>
                </a:path>
              </a:pathLst>
            </a:custGeom>
            <a:grpFill/>
            <a:ln w="9525" cap="flat">
              <a:solidFill>
                <a:srgbClr val="FF7D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8" name="Freeform 147">
              <a:extLst>
                <a:ext uri="{FF2B5EF4-FFF2-40B4-BE49-F238E27FC236}">
                  <a16:creationId xmlns:a16="http://schemas.microsoft.com/office/drawing/2014/main" id="{5822A938-B7C9-6487-92D4-AF26F82CD365}"/>
                </a:ext>
              </a:extLst>
            </p:cNvPr>
            <p:cNvSpPr/>
            <p:nvPr/>
          </p:nvSpPr>
          <p:spPr>
            <a:xfrm>
              <a:off x="7762989" y="2436041"/>
              <a:ext cx="337936" cy="54176"/>
            </a:xfrm>
            <a:custGeom>
              <a:avLst/>
              <a:gdLst>
                <a:gd name="connsiteX0" fmla="*/ 337936 w 337936"/>
                <a:gd name="connsiteY0" fmla="*/ 41805 h 54176"/>
                <a:gd name="connsiteX1" fmla="*/ 0 w 337936"/>
                <a:gd name="connsiteY1" fmla="*/ 54177 h 54176"/>
                <a:gd name="connsiteX2" fmla="*/ 121179 w 337936"/>
                <a:gd name="connsiteY2" fmla="*/ 0 h 54176"/>
                <a:gd name="connsiteX3" fmla="*/ 337936 w 337936"/>
                <a:gd name="connsiteY3" fmla="*/ 41805 h 541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936" h="54176">
                  <a:moveTo>
                    <a:pt x="337936" y="41805"/>
                  </a:moveTo>
                  <a:lnTo>
                    <a:pt x="0" y="54177"/>
                  </a:lnTo>
                  <a:lnTo>
                    <a:pt x="121179" y="0"/>
                  </a:lnTo>
                  <a:lnTo>
                    <a:pt x="337936" y="41805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9" name="Freeform 148">
              <a:extLst>
                <a:ext uri="{FF2B5EF4-FFF2-40B4-BE49-F238E27FC236}">
                  <a16:creationId xmlns:a16="http://schemas.microsoft.com/office/drawing/2014/main" id="{C0CE0E2E-761B-3BEF-A0D5-41BD31FF7C1E}"/>
                </a:ext>
              </a:extLst>
            </p:cNvPr>
            <p:cNvSpPr/>
            <p:nvPr/>
          </p:nvSpPr>
          <p:spPr>
            <a:xfrm>
              <a:off x="7714133" y="2283109"/>
              <a:ext cx="203743" cy="88836"/>
            </a:xfrm>
            <a:custGeom>
              <a:avLst/>
              <a:gdLst>
                <a:gd name="connsiteX0" fmla="*/ 0 w 203743"/>
                <a:gd name="connsiteY0" fmla="*/ 88837 h 88836"/>
                <a:gd name="connsiteX1" fmla="*/ 203743 w 203743"/>
                <a:gd name="connsiteY1" fmla="*/ 63881 h 88836"/>
                <a:gd name="connsiteX2" fmla="*/ 139633 w 203743"/>
                <a:gd name="connsiteY2" fmla="*/ 0 h 88836"/>
                <a:gd name="connsiteX3" fmla="*/ 0 w 203743"/>
                <a:gd name="connsiteY3" fmla="*/ 88837 h 888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743" h="88836">
                  <a:moveTo>
                    <a:pt x="0" y="88837"/>
                  </a:moveTo>
                  <a:lnTo>
                    <a:pt x="203743" y="63881"/>
                  </a:lnTo>
                  <a:lnTo>
                    <a:pt x="139633" y="0"/>
                  </a:lnTo>
                  <a:lnTo>
                    <a:pt x="0" y="88837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0" name="Freeform 149">
              <a:extLst>
                <a:ext uri="{FF2B5EF4-FFF2-40B4-BE49-F238E27FC236}">
                  <a16:creationId xmlns:a16="http://schemas.microsoft.com/office/drawing/2014/main" id="{8C7C0130-E38C-988A-B092-456FCB3C0DF7}"/>
                </a:ext>
              </a:extLst>
            </p:cNvPr>
            <p:cNvSpPr/>
            <p:nvPr/>
          </p:nvSpPr>
          <p:spPr>
            <a:xfrm>
              <a:off x="7894621" y="2172089"/>
              <a:ext cx="134086" cy="174901"/>
            </a:xfrm>
            <a:custGeom>
              <a:avLst/>
              <a:gdLst>
                <a:gd name="connsiteX0" fmla="*/ 0 w 134086"/>
                <a:gd name="connsiteY0" fmla="*/ 0 h 174901"/>
                <a:gd name="connsiteX1" fmla="*/ 23255 w 134086"/>
                <a:gd name="connsiteY1" fmla="*/ 174901 h 174901"/>
                <a:gd name="connsiteX2" fmla="*/ 134086 w 134086"/>
                <a:gd name="connsiteY2" fmla="*/ 130643 h 174901"/>
                <a:gd name="connsiteX3" fmla="*/ 0 w 134086"/>
                <a:gd name="connsiteY3" fmla="*/ 0 h 1749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4086" h="174901">
                  <a:moveTo>
                    <a:pt x="0" y="0"/>
                  </a:moveTo>
                  <a:lnTo>
                    <a:pt x="23255" y="174901"/>
                  </a:lnTo>
                  <a:lnTo>
                    <a:pt x="134086" y="130643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rnd">
              <a:solidFill>
                <a:srgbClr val="FF7D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1" name="Freeform 150">
              <a:extLst>
                <a:ext uri="{FF2B5EF4-FFF2-40B4-BE49-F238E27FC236}">
                  <a16:creationId xmlns:a16="http://schemas.microsoft.com/office/drawing/2014/main" id="{408C5774-D2E3-6D59-DAD3-2BCCCDF2957F}"/>
                </a:ext>
              </a:extLst>
            </p:cNvPr>
            <p:cNvSpPr/>
            <p:nvPr/>
          </p:nvSpPr>
          <p:spPr>
            <a:xfrm>
              <a:off x="7917876" y="2321715"/>
              <a:ext cx="208436" cy="156131"/>
            </a:xfrm>
            <a:custGeom>
              <a:avLst/>
              <a:gdLst>
                <a:gd name="connsiteX0" fmla="*/ 208437 w 208436"/>
                <a:gd name="connsiteY0" fmla="*/ 0 h 156131"/>
                <a:gd name="connsiteX1" fmla="*/ 0 w 208436"/>
                <a:gd name="connsiteY1" fmla="*/ 25275 h 156131"/>
                <a:gd name="connsiteX2" fmla="*/ 183049 w 208436"/>
                <a:gd name="connsiteY2" fmla="*/ 156131 h 156131"/>
                <a:gd name="connsiteX3" fmla="*/ 208437 w 208436"/>
                <a:gd name="connsiteY3" fmla="*/ 0 h 156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8436" h="156131">
                  <a:moveTo>
                    <a:pt x="208437" y="0"/>
                  </a:moveTo>
                  <a:lnTo>
                    <a:pt x="0" y="25275"/>
                  </a:lnTo>
                  <a:lnTo>
                    <a:pt x="183049" y="156131"/>
                  </a:lnTo>
                  <a:lnTo>
                    <a:pt x="208437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2" name="Freeform 151">
              <a:extLst>
                <a:ext uri="{FF2B5EF4-FFF2-40B4-BE49-F238E27FC236}">
                  <a16:creationId xmlns:a16="http://schemas.microsoft.com/office/drawing/2014/main" id="{F291B725-201F-2234-417F-35900C58DB57}"/>
                </a:ext>
              </a:extLst>
            </p:cNvPr>
            <p:cNvSpPr/>
            <p:nvPr/>
          </p:nvSpPr>
          <p:spPr>
            <a:xfrm>
              <a:off x="8443021" y="1616778"/>
              <a:ext cx="170781" cy="116245"/>
            </a:xfrm>
            <a:custGeom>
              <a:avLst/>
              <a:gdLst>
                <a:gd name="connsiteX0" fmla="*/ 0 w 170781"/>
                <a:gd name="connsiteY0" fmla="*/ 99288 h 116245"/>
                <a:gd name="connsiteX1" fmla="*/ 153714 w 170781"/>
                <a:gd name="connsiteY1" fmla="*/ 0 h 116245"/>
                <a:gd name="connsiteX2" fmla="*/ 170781 w 170781"/>
                <a:gd name="connsiteY2" fmla="*/ 116245 h 116245"/>
                <a:gd name="connsiteX3" fmla="*/ 0 w 170781"/>
                <a:gd name="connsiteY3" fmla="*/ 99288 h 1162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0781" h="116245">
                  <a:moveTo>
                    <a:pt x="0" y="99288"/>
                  </a:moveTo>
                  <a:lnTo>
                    <a:pt x="153714" y="0"/>
                  </a:lnTo>
                  <a:lnTo>
                    <a:pt x="170781" y="116245"/>
                  </a:lnTo>
                  <a:lnTo>
                    <a:pt x="0" y="99288"/>
                  </a:lnTo>
                  <a:close/>
                </a:path>
              </a:pathLst>
            </a:custGeom>
            <a:grpFill/>
            <a:ln w="9525" cap="flat">
              <a:solidFill>
                <a:srgbClr val="FF7D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3" name="Freeform 152">
              <a:extLst>
                <a:ext uri="{FF2B5EF4-FFF2-40B4-BE49-F238E27FC236}">
                  <a16:creationId xmlns:a16="http://schemas.microsoft.com/office/drawing/2014/main" id="{6D714AC9-4B0F-8AD5-722B-E7249F30E42B}"/>
                </a:ext>
              </a:extLst>
            </p:cNvPr>
            <p:cNvSpPr/>
            <p:nvPr/>
          </p:nvSpPr>
          <p:spPr>
            <a:xfrm>
              <a:off x="8626176" y="1668075"/>
              <a:ext cx="103791" cy="289120"/>
            </a:xfrm>
            <a:custGeom>
              <a:avLst/>
              <a:gdLst>
                <a:gd name="connsiteX0" fmla="*/ 103792 w 103791"/>
                <a:gd name="connsiteY0" fmla="*/ 187166 h 289120"/>
                <a:gd name="connsiteX1" fmla="*/ 42349 w 103791"/>
                <a:gd name="connsiteY1" fmla="*/ 0 h 289120"/>
                <a:gd name="connsiteX2" fmla="*/ 0 w 103791"/>
                <a:gd name="connsiteY2" fmla="*/ 289120 h 289120"/>
                <a:gd name="connsiteX3" fmla="*/ 103792 w 103791"/>
                <a:gd name="connsiteY3" fmla="*/ 187166 h 2891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3791" h="289120">
                  <a:moveTo>
                    <a:pt x="103792" y="187166"/>
                  </a:moveTo>
                  <a:lnTo>
                    <a:pt x="42349" y="0"/>
                  </a:lnTo>
                  <a:lnTo>
                    <a:pt x="0" y="289120"/>
                  </a:lnTo>
                  <a:lnTo>
                    <a:pt x="103792" y="187166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4" name="Freeform 153">
              <a:extLst>
                <a:ext uri="{FF2B5EF4-FFF2-40B4-BE49-F238E27FC236}">
                  <a16:creationId xmlns:a16="http://schemas.microsoft.com/office/drawing/2014/main" id="{A85A3146-90A7-CF43-6930-86D5BA16270B}"/>
                </a:ext>
              </a:extLst>
            </p:cNvPr>
            <p:cNvSpPr/>
            <p:nvPr/>
          </p:nvSpPr>
          <p:spPr>
            <a:xfrm>
              <a:off x="8668525" y="1668075"/>
              <a:ext cx="97284" cy="187165"/>
            </a:xfrm>
            <a:custGeom>
              <a:avLst/>
              <a:gdLst>
                <a:gd name="connsiteX0" fmla="*/ 97285 w 97284"/>
                <a:gd name="connsiteY0" fmla="*/ 44792 h 187165"/>
                <a:gd name="connsiteX1" fmla="*/ 0 w 97284"/>
                <a:gd name="connsiteY1" fmla="*/ 0 h 187165"/>
                <a:gd name="connsiteX2" fmla="*/ 61443 w 97284"/>
                <a:gd name="connsiteY2" fmla="*/ 187166 h 187165"/>
                <a:gd name="connsiteX3" fmla="*/ 97285 w 97284"/>
                <a:gd name="connsiteY3" fmla="*/ 44792 h 1871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7284" h="187165">
                  <a:moveTo>
                    <a:pt x="97285" y="44792"/>
                  </a:moveTo>
                  <a:lnTo>
                    <a:pt x="0" y="0"/>
                  </a:lnTo>
                  <a:lnTo>
                    <a:pt x="61443" y="187166"/>
                  </a:lnTo>
                  <a:lnTo>
                    <a:pt x="97285" y="44792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5" name="Freeform 154">
              <a:extLst>
                <a:ext uri="{FF2B5EF4-FFF2-40B4-BE49-F238E27FC236}">
                  <a16:creationId xmlns:a16="http://schemas.microsoft.com/office/drawing/2014/main" id="{66837A5B-7EB9-7F80-3B0B-96AD3ED13B80}"/>
                </a:ext>
              </a:extLst>
            </p:cNvPr>
            <p:cNvSpPr/>
            <p:nvPr/>
          </p:nvSpPr>
          <p:spPr>
            <a:xfrm>
              <a:off x="8980433" y="1685352"/>
              <a:ext cx="166087" cy="190578"/>
            </a:xfrm>
            <a:custGeom>
              <a:avLst/>
              <a:gdLst>
                <a:gd name="connsiteX0" fmla="*/ 0 w 166087"/>
                <a:gd name="connsiteY0" fmla="*/ 0 h 190578"/>
                <a:gd name="connsiteX1" fmla="*/ 166088 w 166087"/>
                <a:gd name="connsiteY1" fmla="*/ 190579 h 190578"/>
                <a:gd name="connsiteX2" fmla="*/ 131526 w 166087"/>
                <a:gd name="connsiteY2" fmla="*/ 35407 h 190578"/>
                <a:gd name="connsiteX3" fmla="*/ 0 w 166087"/>
                <a:gd name="connsiteY3" fmla="*/ 0 h 1905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6087" h="190578">
                  <a:moveTo>
                    <a:pt x="0" y="0"/>
                  </a:moveTo>
                  <a:lnTo>
                    <a:pt x="166088" y="190579"/>
                  </a:lnTo>
                  <a:lnTo>
                    <a:pt x="131526" y="35407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rnd">
              <a:solidFill>
                <a:srgbClr val="7030A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6" name="Freeform 155">
              <a:extLst>
                <a:ext uri="{FF2B5EF4-FFF2-40B4-BE49-F238E27FC236}">
                  <a16:creationId xmlns:a16="http://schemas.microsoft.com/office/drawing/2014/main" id="{9F1F5770-78D6-AC3B-7269-003ED9B5D0A7}"/>
                </a:ext>
              </a:extLst>
            </p:cNvPr>
            <p:cNvSpPr/>
            <p:nvPr/>
          </p:nvSpPr>
          <p:spPr>
            <a:xfrm>
              <a:off x="9324769" y="1840844"/>
              <a:ext cx="189235" cy="223958"/>
            </a:xfrm>
            <a:custGeom>
              <a:avLst/>
              <a:gdLst>
                <a:gd name="connsiteX0" fmla="*/ 0 w 189235"/>
                <a:gd name="connsiteY0" fmla="*/ 164450 h 223958"/>
                <a:gd name="connsiteX1" fmla="*/ 189236 w 189235"/>
                <a:gd name="connsiteY1" fmla="*/ 0 h 223958"/>
                <a:gd name="connsiteX2" fmla="*/ 131313 w 189235"/>
                <a:gd name="connsiteY2" fmla="*/ 223959 h 223958"/>
                <a:gd name="connsiteX3" fmla="*/ 0 w 189235"/>
                <a:gd name="connsiteY3" fmla="*/ 164450 h 223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9235" h="223958">
                  <a:moveTo>
                    <a:pt x="0" y="164450"/>
                  </a:moveTo>
                  <a:lnTo>
                    <a:pt x="189236" y="0"/>
                  </a:lnTo>
                  <a:lnTo>
                    <a:pt x="131313" y="223959"/>
                  </a:lnTo>
                  <a:lnTo>
                    <a:pt x="0" y="164450"/>
                  </a:lnTo>
                  <a:close/>
                </a:path>
              </a:pathLst>
            </a:custGeom>
            <a:grpFill/>
            <a:ln w="9525" cap="rnd">
              <a:solidFill>
                <a:srgbClr val="FF7D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7" name="Freeform 156">
              <a:extLst>
                <a:ext uri="{FF2B5EF4-FFF2-40B4-BE49-F238E27FC236}">
                  <a16:creationId xmlns:a16="http://schemas.microsoft.com/office/drawing/2014/main" id="{0A56A358-BAED-BEB4-1F88-CB46BC1F1BF3}"/>
                </a:ext>
              </a:extLst>
            </p:cNvPr>
            <p:cNvSpPr/>
            <p:nvPr/>
          </p:nvSpPr>
          <p:spPr>
            <a:xfrm>
              <a:off x="10209719" y="2381971"/>
              <a:ext cx="126192" cy="73266"/>
            </a:xfrm>
            <a:custGeom>
              <a:avLst/>
              <a:gdLst>
                <a:gd name="connsiteX0" fmla="*/ 0 w 126192"/>
                <a:gd name="connsiteY0" fmla="*/ 0 h 73266"/>
                <a:gd name="connsiteX1" fmla="*/ 119259 w 126192"/>
                <a:gd name="connsiteY1" fmla="*/ 10132 h 73266"/>
                <a:gd name="connsiteX2" fmla="*/ 126193 w 126192"/>
                <a:gd name="connsiteY2" fmla="*/ 73266 h 73266"/>
                <a:gd name="connsiteX3" fmla="*/ 0 w 126192"/>
                <a:gd name="connsiteY3" fmla="*/ 0 h 732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192" h="73266">
                  <a:moveTo>
                    <a:pt x="0" y="0"/>
                  </a:moveTo>
                  <a:lnTo>
                    <a:pt x="119259" y="10132"/>
                  </a:lnTo>
                  <a:lnTo>
                    <a:pt x="126193" y="73266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8" name="Freeform 157">
              <a:extLst>
                <a:ext uri="{FF2B5EF4-FFF2-40B4-BE49-F238E27FC236}">
                  <a16:creationId xmlns:a16="http://schemas.microsoft.com/office/drawing/2014/main" id="{90DC0196-5F54-4AAD-117F-193F40B85BBF}"/>
                </a:ext>
              </a:extLst>
            </p:cNvPr>
            <p:cNvSpPr/>
            <p:nvPr/>
          </p:nvSpPr>
          <p:spPr>
            <a:xfrm>
              <a:off x="10089713" y="2381971"/>
              <a:ext cx="246198" cy="165089"/>
            </a:xfrm>
            <a:custGeom>
              <a:avLst/>
              <a:gdLst>
                <a:gd name="connsiteX0" fmla="*/ 0 w 246198"/>
                <a:gd name="connsiteY0" fmla="*/ 165090 h 165089"/>
                <a:gd name="connsiteX1" fmla="*/ 120006 w 246198"/>
                <a:gd name="connsiteY1" fmla="*/ 0 h 165089"/>
                <a:gd name="connsiteX2" fmla="*/ 246198 w 246198"/>
                <a:gd name="connsiteY2" fmla="*/ 73266 h 165089"/>
                <a:gd name="connsiteX3" fmla="*/ 0 w 246198"/>
                <a:gd name="connsiteY3" fmla="*/ 165090 h 1650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6198" h="165089">
                  <a:moveTo>
                    <a:pt x="0" y="165090"/>
                  </a:moveTo>
                  <a:lnTo>
                    <a:pt x="120006" y="0"/>
                  </a:lnTo>
                  <a:lnTo>
                    <a:pt x="246198" y="73266"/>
                  </a:lnTo>
                  <a:lnTo>
                    <a:pt x="0" y="165090"/>
                  </a:lnTo>
                  <a:close/>
                </a:path>
              </a:pathLst>
            </a:custGeom>
            <a:grpFill/>
            <a:ln w="9525" cap="rnd">
              <a:solidFill>
                <a:srgbClr val="7030A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9" name="Freeform 158">
              <a:extLst>
                <a:ext uri="{FF2B5EF4-FFF2-40B4-BE49-F238E27FC236}">
                  <a16:creationId xmlns:a16="http://schemas.microsoft.com/office/drawing/2014/main" id="{441F5B87-5935-C939-E654-2464D3D12465}"/>
                </a:ext>
              </a:extLst>
            </p:cNvPr>
            <p:cNvSpPr/>
            <p:nvPr/>
          </p:nvSpPr>
          <p:spPr>
            <a:xfrm>
              <a:off x="10089713" y="2538102"/>
              <a:ext cx="222837" cy="136401"/>
            </a:xfrm>
            <a:custGeom>
              <a:avLst/>
              <a:gdLst>
                <a:gd name="connsiteX0" fmla="*/ 222837 w 222837"/>
                <a:gd name="connsiteY0" fmla="*/ 136401 h 136401"/>
                <a:gd name="connsiteX1" fmla="*/ 0 w 222837"/>
                <a:gd name="connsiteY1" fmla="*/ 8958 h 136401"/>
                <a:gd name="connsiteX2" fmla="*/ 188702 w 222837"/>
                <a:gd name="connsiteY2" fmla="*/ 0 h 136401"/>
                <a:gd name="connsiteX3" fmla="*/ 222837 w 222837"/>
                <a:gd name="connsiteY3" fmla="*/ 136401 h 136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2837" h="136401">
                  <a:moveTo>
                    <a:pt x="222837" y="136401"/>
                  </a:moveTo>
                  <a:lnTo>
                    <a:pt x="0" y="8958"/>
                  </a:lnTo>
                  <a:lnTo>
                    <a:pt x="188702" y="0"/>
                  </a:lnTo>
                  <a:lnTo>
                    <a:pt x="222837" y="136401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0" name="Freeform 159">
              <a:extLst>
                <a:ext uri="{FF2B5EF4-FFF2-40B4-BE49-F238E27FC236}">
                  <a16:creationId xmlns:a16="http://schemas.microsoft.com/office/drawing/2014/main" id="{AEA4A0BE-1CE4-01F0-6C9B-580F9DADB6BB}"/>
                </a:ext>
              </a:extLst>
            </p:cNvPr>
            <p:cNvSpPr/>
            <p:nvPr/>
          </p:nvSpPr>
          <p:spPr>
            <a:xfrm>
              <a:off x="10089713" y="2455237"/>
              <a:ext cx="246198" cy="91823"/>
            </a:xfrm>
            <a:custGeom>
              <a:avLst/>
              <a:gdLst>
                <a:gd name="connsiteX0" fmla="*/ 246198 w 246198"/>
                <a:gd name="connsiteY0" fmla="*/ 0 h 91823"/>
                <a:gd name="connsiteX1" fmla="*/ 188702 w 246198"/>
                <a:gd name="connsiteY1" fmla="*/ 82865 h 91823"/>
                <a:gd name="connsiteX2" fmla="*/ 0 w 246198"/>
                <a:gd name="connsiteY2" fmla="*/ 91823 h 91823"/>
                <a:gd name="connsiteX3" fmla="*/ 246198 w 246198"/>
                <a:gd name="connsiteY3" fmla="*/ 0 h 918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6198" h="91823">
                  <a:moveTo>
                    <a:pt x="246198" y="0"/>
                  </a:moveTo>
                  <a:lnTo>
                    <a:pt x="188702" y="82865"/>
                  </a:lnTo>
                  <a:lnTo>
                    <a:pt x="0" y="91823"/>
                  </a:lnTo>
                  <a:lnTo>
                    <a:pt x="246198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1" name="Freeform 160">
              <a:extLst>
                <a:ext uri="{FF2B5EF4-FFF2-40B4-BE49-F238E27FC236}">
                  <a16:creationId xmlns:a16="http://schemas.microsoft.com/office/drawing/2014/main" id="{679B27B8-E7E5-F50A-B658-00D8FEA5ED73}"/>
                </a:ext>
              </a:extLst>
            </p:cNvPr>
            <p:cNvSpPr/>
            <p:nvPr/>
          </p:nvSpPr>
          <p:spPr>
            <a:xfrm>
              <a:off x="10328977" y="2392102"/>
              <a:ext cx="139526" cy="92462"/>
            </a:xfrm>
            <a:custGeom>
              <a:avLst/>
              <a:gdLst>
                <a:gd name="connsiteX0" fmla="*/ 139527 w 139526"/>
                <a:gd name="connsiteY0" fmla="*/ 92463 h 92462"/>
                <a:gd name="connsiteX1" fmla="*/ 6934 w 139526"/>
                <a:gd name="connsiteY1" fmla="*/ 63135 h 92462"/>
                <a:gd name="connsiteX2" fmla="*/ 0 w 139526"/>
                <a:gd name="connsiteY2" fmla="*/ 0 h 92462"/>
                <a:gd name="connsiteX3" fmla="*/ 139527 w 139526"/>
                <a:gd name="connsiteY3" fmla="*/ 92463 h 924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9526" h="92462">
                  <a:moveTo>
                    <a:pt x="139527" y="92463"/>
                  </a:moveTo>
                  <a:lnTo>
                    <a:pt x="6934" y="63135"/>
                  </a:lnTo>
                  <a:lnTo>
                    <a:pt x="0" y="0"/>
                  </a:lnTo>
                  <a:lnTo>
                    <a:pt x="139527" y="92463"/>
                  </a:lnTo>
                  <a:close/>
                </a:path>
              </a:pathLst>
            </a:custGeom>
            <a:grpFill/>
            <a:ln w="9525" cap="flat">
              <a:solidFill>
                <a:srgbClr val="FF7D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2" name="Freeform 161">
              <a:extLst>
                <a:ext uri="{FF2B5EF4-FFF2-40B4-BE49-F238E27FC236}">
                  <a16:creationId xmlns:a16="http://schemas.microsoft.com/office/drawing/2014/main" id="{83C1143D-16E5-3718-F8C8-99D91F3F3DA9}"/>
                </a:ext>
              </a:extLst>
            </p:cNvPr>
            <p:cNvSpPr/>
            <p:nvPr/>
          </p:nvSpPr>
          <p:spPr>
            <a:xfrm>
              <a:off x="10278415" y="2504721"/>
              <a:ext cx="248972" cy="131175"/>
            </a:xfrm>
            <a:custGeom>
              <a:avLst/>
              <a:gdLst>
                <a:gd name="connsiteX0" fmla="*/ 0 w 248972"/>
                <a:gd name="connsiteY0" fmla="*/ 33381 h 131175"/>
                <a:gd name="connsiteX1" fmla="*/ 160541 w 248972"/>
                <a:gd name="connsiteY1" fmla="*/ 0 h 131175"/>
                <a:gd name="connsiteX2" fmla="*/ 248972 w 248972"/>
                <a:gd name="connsiteY2" fmla="*/ 131176 h 131175"/>
                <a:gd name="connsiteX3" fmla="*/ 0 w 248972"/>
                <a:gd name="connsiteY3" fmla="*/ 33381 h 1311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8972" h="131175">
                  <a:moveTo>
                    <a:pt x="0" y="33381"/>
                  </a:moveTo>
                  <a:lnTo>
                    <a:pt x="160541" y="0"/>
                  </a:lnTo>
                  <a:lnTo>
                    <a:pt x="248972" y="131176"/>
                  </a:lnTo>
                  <a:lnTo>
                    <a:pt x="0" y="33381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3" name="Freeform 162">
              <a:extLst>
                <a:ext uri="{FF2B5EF4-FFF2-40B4-BE49-F238E27FC236}">
                  <a16:creationId xmlns:a16="http://schemas.microsoft.com/office/drawing/2014/main" id="{B29343AF-53DD-7B34-4198-F104C62FBEB0}"/>
                </a:ext>
              </a:extLst>
            </p:cNvPr>
            <p:cNvSpPr/>
            <p:nvPr/>
          </p:nvSpPr>
          <p:spPr>
            <a:xfrm>
              <a:off x="10312550" y="2674503"/>
              <a:ext cx="258145" cy="84037"/>
            </a:xfrm>
            <a:custGeom>
              <a:avLst/>
              <a:gdLst>
                <a:gd name="connsiteX0" fmla="*/ 0 w 258145"/>
                <a:gd name="connsiteY0" fmla="*/ 0 h 84037"/>
                <a:gd name="connsiteX1" fmla="*/ 258146 w 258145"/>
                <a:gd name="connsiteY1" fmla="*/ 14611 h 84037"/>
                <a:gd name="connsiteX2" fmla="*/ 86191 w 258145"/>
                <a:gd name="connsiteY2" fmla="*/ 84038 h 84037"/>
                <a:gd name="connsiteX3" fmla="*/ 0 w 258145"/>
                <a:gd name="connsiteY3" fmla="*/ 0 h 840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145" h="84037">
                  <a:moveTo>
                    <a:pt x="0" y="0"/>
                  </a:moveTo>
                  <a:lnTo>
                    <a:pt x="258146" y="14611"/>
                  </a:lnTo>
                  <a:lnTo>
                    <a:pt x="86191" y="84038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solidFill>
                <a:srgbClr val="FF7D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4" name="Freeform 163">
              <a:extLst>
                <a:ext uri="{FF2B5EF4-FFF2-40B4-BE49-F238E27FC236}">
                  <a16:creationId xmlns:a16="http://schemas.microsoft.com/office/drawing/2014/main" id="{B6F50F5B-91D1-81B4-E0A3-2F61BA59A0F9}"/>
                </a:ext>
              </a:extLst>
            </p:cNvPr>
            <p:cNvSpPr/>
            <p:nvPr/>
          </p:nvSpPr>
          <p:spPr>
            <a:xfrm>
              <a:off x="9749216" y="2597078"/>
              <a:ext cx="115738" cy="123390"/>
            </a:xfrm>
            <a:custGeom>
              <a:avLst/>
              <a:gdLst>
                <a:gd name="connsiteX0" fmla="*/ 85871 w 115738"/>
                <a:gd name="connsiteY0" fmla="*/ 123390 h 123390"/>
                <a:gd name="connsiteX1" fmla="*/ 115739 w 115738"/>
                <a:gd name="connsiteY1" fmla="*/ 0 h 123390"/>
                <a:gd name="connsiteX2" fmla="*/ 0 w 115738"/>
                <a:gd name="connsiteY2" fmla="*/ 115605 h 123390"/>
                <a:gd name="connsiteX3" fmla="*/ 85871 w 115738"/>
                <a:gd name="connsiteY3" fmla="*/ 123390 h 1233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5738" h="123390">
                  <a:moveTo>
                    <a:pt x="85871" y="123390"/>
                  </a:moveTo>
                  <a:lnTo>
                    <a:pt x="115739" y="0"/>
                  </a:lnTo>
                  <a:lnTo>
                    <a:pt x="0" y="115605"/>
                  </a:lnTo>
                  <a:lnTo>
                    <a:pt x="85871" y="12339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5" name="Freeform 164">
              <a:extLst>
                <a:ext uri="{FF2B5EF4-FFF2-40B4-BE49-F238E27FC236}">
                  <a16:creationId xmlns:a16="http://schemas.microsoft.com/office/drawing/2014/main" id="{47EFCDB7-9E9C-C6C2-D329-DDAC5F5680BB}"/>
                </a:ext>
              </a:extLst>
            </p:cNvPr>
            <p:cNvSpPr/>
            <p:nvPr/>
          </p:nvSpPr>
          <p:spPr>
            <a:xfrm>
              <a:off x="9835087" y="2694127"/>
              <a:ext cx="98458" cy="87983"/>
            </a:xfrm>
            <a:custGeom>
              <a:avLst/>
              <a:gdLst>
                <a:gd name="connsiteX0" fmla="*/ 98458 w 98458"/>
                <a:gd name="connsiteY0" fmla="*/ 0 h 87983"/>
                <a:gd name="connsiteX1" fmla="*/ 0 w 98458"/>
                <a:gd name="connsiteY1" fmla="*/ 26342 h 87983"/>
                <a:gd name="connsiteX2" fmla="*/ 39362 w 98458"/>
                <a:gd name="connsiteY2" fmla="*/ 87984 h 87983"/>
                <a:gd name="connsiteX3" fmla="*/ 98458 w 98458"/>
                <a:gd name="connsiteY3" fmla="*/ 0 h 87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8458" h="87983">
                  <a:moveTo>
                    <a:pt x="98458" y="0"/>
                  </a:moveTo>
                  <a:lnTo>
                    <a:pt x="0" y="26342"/>
                  </a:lnTo>
                  <a:lnTo>
                    <a:pt x="39362" y="87984"/>
                  </a:lnTo>
                  <a:lnTo>
                    <a:pt x="98458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6" name="Freeform 165">
              <a:extLst>
                <a:ext uri="{FF2B5EF4-FFF2-40B4-BE49-F238E27FC236}">
                  <a16:creationId xmlns:a16="http://schemas.microsoft.com/office/drawing/2014/main" id="{0E215D8E-6EE7-47E4-7110-679D10EAF764}"/>
                </a:ext>
              </a:extLst>
            </p:cNvPr>
            <p:cNvSpPr/>
            <p:nvPr/>
          </p:nvSpPr>
          <p:spPr>
            <a:xfrm>
              <a:off x="9874449" y="2704791"/>
              <a:ext cx="200223" cy="127762"/>
            </a:xfrm>
            <a:custGeom>
              <a:avLst/>
              <a:gdLst>
                <a:gd name="connsiteX0" fmla="*/ 92698 w 200223"/>
                <a:gd name="connsiteY0" fmla="*/ 0 h 127762"/>
                <a:gd name="connsiteX1" fmla="*/ 200223 w 200223"/>
                <a:gd name="connsiteY1" fmla="*/ 127763 h 127762"/>
                <a:gd name="connsiteX2" fmla="*/ 0 w 200223"/>
                <a:gd name="connsiteY2" fmla="*/ 77319 h 127762"/>
                <a:gd name="connsiteX3" fmla="*/ 92698 w 200223"/>
                <a:gd name="connsiteY3" fmla="*/ 0 h 127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0223" h="127762">
                  <a:moveTo>
                    <a:pt x="92698" y="0"/>
                  </a:moveTo>
                  <a:lnTo>
                    <a:pt x="200223" y="127763"/>
                  </a:lnTo>
                  <a:lnTo>
                    <a:pt x="0" y="77319"/>
                  </a:lnTo>
                  <a:lnTo>
                    <a:pt x="92698" y="0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7" name="Freeform 166">
              <a:extLst>
                <a:ext uri="{FF2B5EF4-FFF2-40B4-BE49-F238E27FC236}">
                  <a16:creationId xmlns:a16="http://schemas.microsoft.com/office/drawing/2014/main" id="{252B6F9A-19A0-D0AA-9505-27740558428F}"/>
                </a:ext>
              </a:extLst>
            </p:cNvPr>
            <p:cNvSpPr/>
            <p:nvPr/>
          </p:nvSpPr>
          <p:spPr>
            <a:xfrm>
              <a:off x="9967147" y="2674503"/>
              <a:ext cx="185608" cy="107607"/>
            </a:xfrm>
            <a:custGeom>
              <a:avLst/>
              <a:gdLst>
                <a:gd name="connsiteX0" fmla="*/ 185609 w 185608"/>
                <a:gd name="connsiteY0" fmla="*/ 0 h 107607"/>
                <a:gd name="connsiteX1" fmla="*/ 165768 w 185608"/>
                <a:gd name="connsiteY1" fmla="*/ 107607 h 107607"/>
                <a:gd name="connsiteX2" fmla="*/ 0 w 185608"/>
                <a:gd name="connsiteY2" fmla="*/ 30288 h 107607"/>
                <a:gd name="connsiteX3" fmla="*/ 185609 w 185608"/>
                <a:gd name="connsiteY3" fmla="*/ 0 h 1076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5608" h="107607">
                  <a:moveTo>
                    <a:pt x="185609" y="0"/>
                  </a:moveTo>
                  <a:lnTo>
                    <a:pt x="165768" y="107607"/>
                  </a:lnTo>
                  <a:lnTo>
                    <a:pt x="0" y="30288"/>
                  </a:lnTo>
                  <a:lnTo>
                    <a:pt x="185609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8" name="Freeform 167">
              <a:extLst>
                <a:ext uri="{FF2B5EF4-FFF2-40B4-BE49-F238E27FC236}">
                  <a16:creationId xmlns:a16="http://schemas.microsoft.com/office/drawing/2014/main" id="{69439BB0-9115-869F-425F-AFC8693BF23F}"/>
                </a:ext>
              </a:extLst>
            </p:cNvPr>
            <p:cNvSpPr/>
            <p:nvPr/>
          </p:nvSpPr>
          <p:spPr>
            <a:xfrm>
              <a:off x="10152756" y="2674503"/>
              <a:ext cx="152434" cy="179060"/>
            </a:xfrm>
            <a:custGeom>
              <a:avLst/>
              <a:gdLst>
                <a:gd name="connsiteX0" fmla="*/ 48216 w 152434"/>
                <a:gd name="connsiteY0" fmla="*/ 179060 h 179060"/>
                <a:gd name="connsiteX1" fmla="*/ 0 w 152434"/>
                <a:gd name="connsiteY1" fmla="*/ 0 h 179060"/>
                <a:gd name="connsiteX2" fmla="*/ 152434 w 152434"/>
                <a:gd name="connsiteY2" fmla="*/ 90757 h 179060"/>
                <a:gd name="connsiteX3" fmla="*/ 48216 w 152434"/>
                <a:gd name="connsiteY3" fmla="*/ 179060 h 179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434" h="179060">
                  <a:moveTo>
                    <a:pt x="48216" y="179060"/>
                  </a:moveTo>
                  <a:lnTo>
                    <a:pt x="0" y="0"/>
                  </a:lnTo>
                  <a:lnTo>
                    <a:pt x="152434" y="90757"/>
                  </a:lnTo>
                  <a:lnTo>
                    <a:pt x="48216" y="179060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9" name="Freeform 168">
              <a:extLst>
                <a:ext uri="{FF2B5EF4-FFF2-40B4-BE49-F238E27FC236}">
                  <a16:creationId xmlns:a16="http://schemas.microsoft.com/office/drawing/2014/main" id="{AE2C1DDB-F102-40C3-7C85-5F23786A9844}"/>
                </a:ext>
              </a:extLst>
            </p:cNvPr>
            <p:cNvSpPr/>
            <p:nvPr/>
          </p:nvSpPr>
          <p:spPr>
            <a:xfrm>
              <a:off x="10133235" y="2857830"/>
              <a:ext cx="117018" cy="94702"/>
            </a:xfrm>
            <a:custGeom>
              <a:avLst/>
              <a:gdLst>
                <a:gd name="connsiteX0" fmla="*/ 25921 w 117018"/>
                <a:gd name="connsiteY0" fmla="*/ 0 h 94702"/>
                <a:gd name="connsiteX1" fmla="*/ 117019 w 117018"/>
                <a:gd name="connsiteY1" fmla="*/ 37753 h 94702"/>
                <a:gd name="connsiteX2" fmla="*/ 0 w 117018"/>
                <a:gd name="connsiteY2" fmla="*/ 94703 h 94702"/>
                <a:gd name="connsiteX3" fmla="*/ 25921 w 117018"/>
                <a:gd name="connsiteY3" fmla="*/ 0 h 94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7018" h="94702">
                  <a:moveTo>
                    <a:pt x="25921" y="0"/>
                  </a:moveTo>
                  <a:lnTo>
                    <a:pt x="117019" y="37753"/>
                  </a:lnTo>
                  <a:lnTo>
                    <a:pt x="0" y="94703"/>
                  </a:lnTo>
                  <a:lnTo>
                    <a:pt x="25921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0" name="Freeform 169">
              <a:extLst>
                <a:ext uri="{FF2B5EF4-FFF2-40B4-BE49-F238E27FC236}">
                  <a16:creationId xmlns:a16="http://schemas.microsoft.com/office/drawing/2014/main" id="{2CCA7326-E2A4-3F42-324B-7CF260766C88}"/>
                </a:ext>
              </a:extLst>
            </p:cNvPr>
            <p:cNvSpPr/>
            <p:nvPr/>
          </p:nvSpPr>
          <p:spPr>
            <a:xfrm>
              <a:off x="10305190" y="2765260"/>
              <a:ext cx="114565" cy="88303"/>
            </a:xfrm>
            <a:custGeom>
              <a:avLst/>
              <a:gdLst>
                <a:gd name="connsiteX0" fmla="*/ 0 w 114565"/>
                <a:gd name="connsiteY0" fmla="*/ 0 h 88303"/>
                <a:gd name="connsiteX1" fmla="*/ 114565 w 114565"/>
                <a:gd name="connsiteY1" fmla="*/ 57163 h 88303"/>
                <a:gd name="connsiteX2" fmla="*/ 63150 w 114565"/>
                <a:gd name="connsiteY2" fmla="*/ 88304 h 88303"/>
                <a:gd name="connsiteX3" fmla="*/ 0 w 114565"/>
                <a:gd name="connsiteY3" fmla="*/ 0 h 88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4565" h="88303">
                  <a:moveTo>
                    <a:pt x="0" y="0"/>
                  </a:moveTo>
                  <a:lnTo>
                    <a:pt x="114565" y="57163"/>
                  </a:lnTo>
                  <a:lnTo>
                    <a:pt x="63150" y="88304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1" name="Freeform 170">
              <a:extLst>
                <a:ext uri="{FF2B5EF4-FFF2-40B4-BE49-F238E27FC236}">
                  <a16:creationId xmlns:a16="http://schemas.microsoft.com/office/drawing/2014/main" id="{77E12803-2FF2-E0AD-639A-F8CAAD2A9E06}"/>
                </a:ext>
              </a:extLst>
            </p:cNvPr>
            <p:cNvSpPr/>
            <p:nvPr/>
          </p:nvSpPr>
          <p:spPr>
            <a:xfrm>
              <a:off x="10566855" y="3007349"/>
              <a:ext cx="229771" cy="108886"/>
            </a:xfrm>
            <a:custGeom>
              <a:avLst/>
              <a:gdLst>
                <a:gd name="connsiteX0" fmla="*/ 229771 w 229771"/>
                <a:gd name="connsiteY0" fmla="*/ 0 h 108886"/>
                <a:gd name="connsiteX1" fmla="*/ 0 w 229771"/>
                <a:gd name="connsiteY1" fmla="*/ 79879 h 108886"/>
                <a:gd name="connsiteX2" fmla="*/ 157661 w 229771"/>
                <a:gd name="connsiteY2" fmla="*/ 108887 h 108886"/>
                <a:gd name="connsiteX3" fmla="*/ 229771 w 229771"/>
                <a:gd name="connsiteY3" fmla="*/ 0 h 1088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9771" h="108886">
                  <a:moveTo>
                    <a:pt x="229771" y="0"/>
                  </a:moveTo>
                  <a:lnTo>
                    <a:pt x="0" y="79879"/>
                  </a:lnTo>
                  <a:lnTo>
                    <a:pt x="157661" y="108887"/>
                  </a:lnTo>
                  <a:lnTo>
                    <a:pt x="229771" y="0"/>
                  </a:lnTo>
                  <a:close/>
                </a:path>
              </a:pathLst>
            </a:custGeom>
            <a:grpFill/>
            <a:ln w="9525" cap="flat">
              <a:solidFill>
                <a:srgbClr val="FF7D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2" name="Freeform 171">
              <a:extLst>
                <a:ext uri="{FF2B5EF4-FFF2-40B4-BE49-F238E27FC236}">
                  <a16:creationId xmlns:a16="http://schemas.microsoft.com/office/drawing/2014/main" id="{094E472F-A28C-7EF7-25C4-1E145DBECF5A}"/>
                </a:ext>
              </a:extLst>
            </p:cNvPr>
            <p:cNvSpPr/>
            <p:nvPr/>
          </p:nvSpPr>
          <p:spPr>
            <a:xfrm>
              <a:off x="9246046" y="2237997"/>
              <a:ext cx="267959" cy="167542"/>
            </a:xfrm>
            <a:custGeom>
              <a:avLst/>
              <a:gdLst>
                <a:gd name="connsiteX0" fmla="*/ 0 w 267959"/>
                <a:gd name="connsiteY0" fmla="*/ 167542 h 167542"/>
                <a:gd name="connsiteX1" fmla="*/ 40109 w 267959"/>
                <a:gd name="connsiteY1" fmla="*/ 0 h 167542"/>
                <a:gd name="connsiteX2" fmla="*/ 267960 w 267959"/>
                <a:gd name="connsiteY2" fmla="*/ 111553 h 167542"/>
                <a:gd name="connsiteX3" fmla="*/ 0 w 267959"/>
                <a:gd name="connsiteY3" fmla="*/ 167542 h 1675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7959" h="167542">
                  <a:moveTo>
                    <a:pt x="0" y="167542"/>
                  </a:moveTo>
                  <a:lnTo>
                    <a:pt x="40109" y="0"/>
                  </a:lnTo>
                  <a:lnTo>
                    <a:pt x="267960" y="111553"/>
                  </a:lnTo>
                  <a:lnTo>
                    <a:pt x="0" y="167542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4" name="Freeform 173">
              <a:extLst>
                <a:ext uri="{FF2B5EF4-FFF2-40B4-BE49-F238E27FC236}">
                  <a16:creationId xmlns:a16="http://schemas.microsoft.com/office/drawing/2014/main" id="{00FC02BC-1538-C04D-9B66-6A154F8885C3}"/>
                </a:ext>
              </a:extLst>
            </p:cNvPr>
            <p:cNvSpPr/>
            <p:nvPr/>
          </p:nvSpPr>
          <p:spPr>
            <a:xfrm>
              <a:off x="8653697" y="3222563"/>
              <a:ext cx="261879" cy="156344"/>
            </a:xfrm>
            <a:custGeom>
              <a:avLst/>
              <a:gdLst>
                <a:gd name="connsiteX0" fmla="*/ 261879 w 261879"/>
                <a:gd name="connsiteY0" fmla="*/ 156345 h 156344"/>
                <a:gd name="connsiteX1" fmla="*/ 152647 w 261879"/>
                <a:gd name="connsiteY1" fmla="*/ 146107 h 156344"/>
                <a:gd name="connsiteX2" fmla="*/ 0 w 261879"/>
                <a:gd name="connsiteY2" fmla="*/ 0 h 156344"/>
                <a:gd name="connsiteX3" fmla="*/ 261879 w 261879"/>
                <a:gd name="connsiteY3" fmla="*/ 156345 h 156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1879" h="156344">
                  <a:moveTo>
                    <a:pt x="261879" y="156345"/>
                  </a:moveTo>
                  <a:lnTo>
                    <a:pt x="152647" y="146107"/>
                  </a:lnTo>
                  <a:lnTo>
                    <a:pt x="0" y="0"/>
                  </a:lnTo>
                  <a:lnTo>
                    <a:pt x="261879" y="156345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5" name="Freeform 174">
              <a:extLst>
                <a:ext uri="{FF2B5EF4-FFF2-40B4-BE49-F238E27FC236}">
                  <a16:creationId xmlns:a16="http://schemas.microsoft.com/office/drawing/2014/main" id="{E7A996DA-EBC2-35AC-1B89-C81E645B51C1}"/>
                </a:ext>
              </a:extLst>
            </p:cNvPr>
            <p:cNvSpPr/>
            <p:nvPr/>
          </p:nvSpPr>
          <p:spPr>
            <a:xfrm>
              <a:off x="9600409" y="3083388"/>
              <a:ext cx="290147" cy="188231"/>
            </a:xfrm>
            <a:custGeom>
              <a:avLst/>
              <a:gdLst>
                <a:gd name="connsiteX0" fmla="*/ 186249 w 290147"/>
                <a:gd name="connsiteY0" fmla="*/ 0 h 188231"/>
                <a:gd name="connsiteX1" fmla="*/ 290147 w 290147"/>
                <a:gd name="connsiteY1" fmla="*/ 179700 h 188231"/>
                <a:gd name="connsiteX2" fmla="*/ 0 w 290147"/>
                <a:gd name="connsiteY2" fmla="*/ 188232 h 188231"/>
                <a:gd name="connsiteX3" fmla="*/ 186249 w 290147"/>
                <a:gd name="connsiteY3" fmla="*/ 0 h 1882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0147" h="188231">
                  <a:moveTo>
                    <a:pt x="186249" y="0"/>
                  </a:moveTo>
                  <a:lnTo>
                    <a:pt x="290147" y="179700"/>
                  </a:lnTo>
                  <a:lnTo>
                    <a:pt x="0" y="188232"/>
                  </a:lnTo>
                  <a:lnTo>
                    <a:pt x="186249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9" name="Freeform 178">
              <a:extLst>
                <a:ext uri="{FF2B5EF4-FFF2-40B4-BE49-F238E27FC236}">
                  <a16:creationId xmlns:a16="http://schemas.microsoft.com/office/drawing/2014/main" id="{077BD26F-D3A3-C0FB-9A20-73B05F735FA6}"/>
                </a:ext>
              </a:extLst>
            </p:cNvPr>
            <p:cNvSpPr/>
            <p:nvPr/>
          </p:nvSpPr>
          <p:spPr>
            <a:xfrm>
              <a:off x="8601215" y="2708097"/>
              <a:ext cx="355003" cy="267363"/>
            </a:xfrm>
            <a:custGeom>
              <a:avLst/>
              <a:gdLst>
                <a:gd name="connsiteX0" fmla="*/ 99311 w 355003"/>
                <a:gd name="connsiteY0" fmla="*/ 50444 h 267363"/>
                <a:gd name="connsiteX1" fmla="*/ 0 w 355003"/>
                <a:gd name="connsiteY1" fmla="*/ 267364 h 267363"/>
                <a:gd name="connsiteX2" fmla="*/ 355004 w 355003"/>
                <a:gd name="connsiteY2" fmla="*/ 0 h 267363"/>
                <a:gd name="connsiteX3" fmla="*/ 99311 w 355003"/>
                <a:gd name="connsiteY3" fmla="*/ 50444 h 267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55003" h="267363">
                  <a:moveTo>
                    <a:pt x="99311" y="50444"/>
                  </a:moveTo>
                  <a:lnTo>
                    <a:pt x="0" y="267364"/>
                  </a:lnTo>
                  <a:lnTo>
                    <a:pt x="355004" y="0"/>
                  </a:lnTo>
                  <a:lnTo>
                    <a:pt x="99311" y="50444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7" name="Freeform 186">
              <a:extLst>
                <a:ext uri="{FF2B5EF4-FFF2-40B4-BE49-F238E27FC236}">
                  <a16:creationId xmlns:a16="http://schemas.microsoft.com/office/drawing/2014/main" id="{9FE68006-5B8E-04EA-9CC4-A8DE04F88346}"/>
                </a:ext>
              </a:extLst>
            </p:cNvPr>
            <p:cNvSpPr/>
            <p:nvPr/>
          </p:nvSpPr>
          <p:spPr>
            <a:xfrm>
              <a:off x="8601215" y="2975461"/>
              <a:ext cx="182728" cy="247101"/>
            </a:xfrm>
            <a:custGeom>
              <a:avLst/>
              <a:gdLst>
                <a:gd name="connsiteX0" fmla="*/ 182729 w 182728"/>
                <a:gd name="connsiteY0" fmla="*/ 15144 h 247101"/>
                <a:gd name="connsiteX1" fmla="*/ 0 w 182728"/>
                <a:gd name="connsiteY1" fmla="*/ 0 h 247101"/>
                <a:gd name="connsiteX2" fmla="*/ 52482 w 182728"/>
                <a:gd name="connsiteY2" fmla="*/ 247101 h 247101"/>
                <a:gd name="connsiteX3" fmla="*/ 182729 w 182728"/>
                <a:gd name="connsiteY3" fmla="*/ 15144 h 2471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28" h="247101">
                  <a:moveTo>
                    <a:pt x="182729" y="15144"/>
                  </a:moveTo>
                  <a:lnTo>
                    <a:pt x="0" y="0"/>
                  </a:lnTo>
                  <a:lnTo>
                    <a:pt x="52482" y="247101"/>
                  </a:lnTo>
                  <a:lnTo>
                    <a:pt x="182729" y="15144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8" name="Freeform 187">
              <a:extLst>
                <a:ext uri="{FF2B5EF4-FFF2-40B4-BE49-F238E27FC236}">
                  <a16:creationId xmlns:a16="http://schemas.microsoft.com/office/drawing/2014/main" id="{120650A7-C336-9BE8-A034-4204437185CE}"/>
                </a:ext>
              </a:extLst>
            </p:cNvPr>
            <p:cNvSpPr/>
            <p:nvPr/>
          </p:nvSpPr>
          <p:spPr>
            <a:xfrm>
              <a:off x="8555666" y="1957196"/>
              <a:ext cx="284600" cy="262884"/>
            </a:xfrm>
            <a:custGeom>
              <a:avLst/>
              <a:gdLst>
                <a:gd name="connsiteX0" fmla="*/ 70510 w 284600"/>
                <a:gd name="connsiteY0" fmla="*/ 0 h 262884"/>
                <a:gd name="connsiteX1" fmla="*/ 0 w 284600"/>
                <a:gd name="connsiteY1" fmla="*/ 262885 h 262884"/>
                <a:gd name="connsiteX2" fmla="*/ 284600 w 284600"/>
                <a:gd name="connsiteY2" fmla="*/ 103661 h 262884"/>
                <a:gd name="connsiteX3" fmla="*/ 70510 w 284600"/>
                <a:gd name="connsiteY3" fmla="*/ 0 h 2628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4600" h="262884">
                  <a:moveTo>
                    <a:pt x="70510" y="0"/>
                  </a:moveTo>
                  <a:lnTo>
                    <a:pt x="0" y="262885"/>
                  </a:lnTo>
                  <a:lnTo>
                    <a:pt x="284600" y="103661"/>
                  </a:lnTo>
                  <a:lnTo>
                    <a:pt x="70510" y="0"/>
                  </a:lnTo>
                  <a:close/>
                </a:path>
              </a:pathLst>
            </a:custGeom>
            <a:grpFill/>
            <a:ln w="9525" cap="rnd">
              <a:solidFill>
                <a:srgbClr val="7030A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9" name="Freeform 188">
              <a:extLst>
                <a:ext uri="{FF2B5EF4-FFF2-40B4-BE49-F238E27FC236}">
                  <a16:creationId xmlns:a16="http://schemas.microsoft.com/office/drawing/2014/main" id="{6A04A838-2000-0185-9366-04E578920F17}"/>
                </a:ext>
              </a:extLst>
            </p:cNvPr>
            <p:cNvSpPr/>
            <p:nvPr/>
          </p:nvSpPr>
          <p:spPr>
            <a:xfrm>
              <a:off x="10229026" y="3176918"/>
              <a:ext cx="376124" cy="172341"/>
            </a:xfrm>
            <a:custGeom>
              <a:avLst/>
              <a:gdLst>
                <a:gd name="connsiteX0" fmla="*/ 0 w 376124"/>
                <a:gd name="connsiteY0" fmla="*/ 0 h 172341"/>
                <a:gd name="connsiteX1" fmla="*/ 150407 w 376124"/>
                <a:gd name="connsiteY1" fmla="*/ 135975 h 172341"/>
                <a:gd name="connsiteX2" fmla="*/ 376124 w 376124"/>
                <a:gd name="connsiteY2" fmla="*/ 172342 h 172341"/>
                <a:gd name="connsiteX3" fmla="*/ 0 w 376124"/>
                <a:gd name="connsiteY3" fmla="*/ 0 h 172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6124" h="172341">
                  <a:moveTo>
                    <a:pt x="0" y="0"/>
                  </a:moveTo>
                  <a:lnTo>
                    <a:pt x="150407" y="135975"/>
                  </a:lnTo>
                  <a:lnTo>
                    <a:pt x="376124" y="172342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rnd">
              <a:solidFill>
                <a:srgbClr val="7030A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0" name="Freeform 189">
              <a:extLst>
                <a:ext uri="{FF2B5EF4-FFF2-40B4-BE49-F238E27FC236}">
                  <a16:creationId xmlns:a16="http://schemas.microsoft.com/office/drawing/2014/main" id="{0626D29B-21FA-D58A-7497-85DD474D16B4}"/>
                </a:ext>
              </a:extLst>
            </p:cNvPr>
            <p:cNvSpPr/>
            <p:nvPr/>
          </p:nvSpPr>
          <p:spPr>
            <a:xfrm>
              <a:off x="9257460" y="2477846"/>
              <a:ext cx="152647" cy="104727"/>
            </a:xfrm>
            <a:custGeom>
              <a:avLst/>
              <a:gdLst>
                <a:gd name="connsiteX0" fmla="*/ 152647 w 152647"/>
                <a:gd name="connsiteY0" fmla="*/ 104727 h 104727"/>
                <a:gd name="connsiteX1" fmla="*/ 0 w 152647"/>
                <a:gd name="connsiteY1" fmla="*/ 0 h 104727"/>
                <a:gd name="connsiteX2" fmla="*/ 28695 w 152647"/>
                <a:gd name="connsiteY2" fmla="*/ 82332 h 104727"/>
                <a:gd name="connsiteX3" fmla="*/ 152647 w 152647"/>
                <a:gd name="connsiteY3" fmla="*/ 104727 h 1047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647" h="104727">
                  <a:moveTo>
                    <a:pt x="152647" y="104727"/>
                  </a:moveTo>
                  <a:lnTo>
                    <a:pt x="0" y="0"/>
                  </a:lnTo>
                  <a:lnTo>
                    <a:pt x="28695" y="82332"/>
                  </a:lnTo>
                  <a:lnTo>
                    <a:pt x="152647" y="104727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1" name="Freeform 190">
              <a:extLst>
                <a:ext uri="{FF2B5EF4-FFF2-40B4-BE49-F238E27FC236}">
                  <a16:creationId xmlns:a16="http://schemas.microsoft.com/office/drawing/2014/main" id="{25D84397-271F-C4EB-5680-A8358FE96092}"/>
                </a:ext>
              </a:extLst>
            </p:cNvPr>
            <p:cNvSpPr/>
            <p:nvPr/>
          </p:nvSpPr>
          <p:spPr>
            <a:xfrm>
              <a:off x="9456082" y="2438280"/>
              <a:ext cx="235211" cy="153358"/>
            </a:xfrm>
            <a:custGeom>
              <a:avLst/>
              <a:gdLst>
                <a:gd name="connsiteX0" fmla="*/ 235211 w 235211"/>
                <a:gd name="connsiteY0" fmla="*/ 0 h 153358"/>
                <a:gd name="connsiteX1" fmla="*/ 67843 w 235211"/>
                <a:gd name="connsiteY1" fmla="*/ 153359 h 153358"/>
                <a:gd name="connsiteX2" fmla="*/ 0 w 235211"/>
                <a:gd name="connsiteY2" fmla="*/ 39566 h 153358"/>
                <a:gd name="connsiteX3" fmla="*/ 235211 w 235211"/>
                <a:gd name="connsiteY3" fmla="*/ 0 h 1533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5211" h="153358">
                  <a:moveTo>
                    <a:pt x="235211" y="0"/>
                  </a:moveTo>
                  <a:lnTo>
                    <a:pt x="67843" y="153359"/>
                  </a:lnTo>
                  <a:lnTo>
                    <a:pt x="0" y="39566"/>
                  </a:lnTo>
                  <a:lnTo>
                    <a:pt x="235211" y="0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6" name="Freeform 575">
              <a:extLst>
                <a:ext uri="{FF2B5EF4-FFF2-40B4-BE49-F238E27FC236}">
                  <a16:creationId xmlns:a16="http://schemas.microsoft.com/office/drawing/2014/main" id="{8CDCFAC4-8003-2E61-40C3-C51AEB44FAB8}"/>
                </a:ext>
              </a:extLst>
            </p:cNvPr>
            <p:cNvSpPr/>
            <p:nvPr/>
          </p:nvSpPr>
          <p:spPr>
            <a:xfrm>
              <a:off x="10419755" y="2793521"/>
              <a:ext cx="243958" cy="125310"/>
            </a:xfrm>
            <a:custGeom>
              <a:avLst/>
              <a:gdLst>
                <a:gd name="connsiteX0" fmla="*/ 0 w 243958"/>
                <a:gd name="connsiteY0" fmla="*/ 28902 h 125310"/>
                <a:gd name="connsiteX1" fmla="*/ 86618 w 243958"/>
                <a:gd name="connsiteY1" fmla="*/ 0 h 125310"/>
                <a:gd name="connsiteX2" fmla="*/ 243959 w 243958"/>
                <a:gd name="connsiteY2" fmla="*/ 125310 h 125310"/>
                <a:gd name="connsiteX3" fmla="*/ 0 w 243958"/>
                <a:gd name="connsiteY3" fmla="*/ 28902 h 1253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3958" h="125310">
                  <a:moveTo>
                    <a:pt x="0" y="28902"/>
                  </a:moveTo>
                  <a:lnTo>
                    <a:pt x="86618" y="0"/>
                  </a:lnTo>
                  <a:lnTo>
                    <a:pt x="243959" y="125310"/>
                  </a:lnTo>
                  <a:lnTo>
                    <a:pt x="0" y="28902"/>
                  </a:lnTo>
                  <a:close/>
                </a:path>
              </a:pathLst>
            </a:custGeom>
            <a:grpFill/>
            <a:ln w="9525" cap="flat">
              <a:solidFill>
                <a:srgbClr val="7030A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7" name="Freeform 576">
              <a:extLst>
                <a:ext uri="{FF2B5EF4-FFF2-40B4-BE49-F238E27FC236}">
                  <a16:creationId xmlns:a16="http://schemas.microsoft.com/office/drawing/2014/main" id="{ABA60EE7-4483-5325-674A-6BA7D204199F}"/>
                </a:ext>
              </a:extLst>
            </p:cNvPr>
            <p:cNvSpPr/>
            <p:nvPr/>
          </p:nvSpPr>
          <p:spPr>
            <a:xfrm>
              <a:off x="10605150" y="3206566"/>
              <a:ext cx="237238" cy="142693"/>
            </a:xfrm>
            <a:custGeom>
              <a:avLst/>
              <a:gdLst>
                <a:gd name="connsiteX0" fmla="*/ 0 w 237238"/>
                <a:gd name="connsiteY0" fmla="*/ 142694 h 142693"/>
                <a:gd name="connsiteX1" fmla="*/ 14294 w 237238"/>
                <a:gd name="connsiteY1" fmla="*/ 30394 h 142693"/>
                <a:gd name="connsiteX2" fmla="*/ 237238 w 237238"/>
                <a:gd name="connsiteY2" fmla="*/ 0 h 142693"/>
                <a:gd name="connsiteX3" fmla="*/ 0 w 237238"/>
                <a:gd name="connsiteY3" fmla="*/ 142694 h 14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7238" h="142693">
                  <a:moveTo>
                    <a:pt x="0" y="142694"/>
                  </a:moveTo>
                  <a:lnTo>
                    <a:pt x="14294" y="30394"/>
                  </a:lnTo>
                  <a:lnTo>
                    <a:pt x="237238" y="0"/>
                  </a:lnTo>
                  <a:lnTo>
                    <a:pt x="0" y="142694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8" name="Freeform 577">
              <a:extLst>
                <a:ext uri="{FF2B5EF4-FFF2-40B4-BE49-F238E27FC236}">
                  <a16:creationId xmlns:a16="http://schemas.microsoft.com/office/drawing/2014/main" id="{496C6106-F058-0B88-FB36-FBFBB7B423E9}"/>
                </a:ext>
              </a:extLst>
            </p:cNvPr>
            <p:cNvSpPr/>
            <p:nvPr/>
          </p:nvSpPr>
          <p:spPr>
            <a:xfrm>
              <a:off x="10570696" y="3349259"/>
              <a:ext cx="249398" cy="91929"/>
            </a:xfrm>
            <a:custGeom>
              <a:avLst/>
              <a:gdLst>
                <a:gd name="connsiteX0" fmla="*/ 34455 w 249398"/>
                <a:gd name="connsiteY0" fmla="*/ 0 h 91929"/>
                <a:gd name="connsiteX1" fmla="*/ 0 w 249398"/>
                <a:gd name="connsiteY1" fmla="*/ 91930 h 91929"/>
                <a:gd name="connsiteX2" fmla="*/ 249399 w 249398"/>
                <a:gd name="connsiteY2" fmla="*/ 0 h 91929"/>
                <a:gd name="connsiteX3" fmla="*/ 34455 w 249398"/>
                <a:gd name="connsiteY3" fmla="*/ 0 h 919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9398" h="91929">
                  <a:moveTo>
                    <a:pt x="34455" y="0"/>
                  </a:moveTo>
                  <a:lnTo>
                    <a:pt x="0" y="91930"/>
                  </a:lnTo>
                  <a:lnTo>
                    <a:pt x="249399" y="0"/>
                  </a:lnTo>
                  <a:lnTo>
                    <a:pt x="34455" y="0"/>
                  </a:lnTo>
                  <a:close/>
                </a:path>
              </a:pathLst>
            </a:custGeom>
            <a:grpFill/>
            <a:ln w="9525" cap="flat">
              <a:solidFill>
                <a:srgbClr val="FF7D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9" name="Freeform 578">
              <a:extLst>
                <a:ext uri="{FF2B5EF4-FFF2-40B4-BE49-F238E27FC236}">
                  <a16:creationId xmlns:a16="http://schemas.microsoft.com/office/drawing/2014/main" id="{D5884406-7C56-C97B-297B-A6D0372CA955}"/>
                </a:ext>
              </a:extLst>
            </p:cNvPr>
            <p:cNvSpPr/>
            <p:nvPr/>
          </p:nvSpPr>
          <p:spPr>
            <a:xfrm>
              <a:off x="10541787" y="3087227"/>
              <a:ext cx="182728" cy="131175"/>
            </a:xfrm>
            <a:custGeom>
              <a:avLst/>
              <a:gdLst>
                <a:gd name="connsiteX0" fmla="*/ 0 w 182728"/>
                <a:gd name="connsiteY0" fmla="*/ 131176 h 131175"/>
                <a:gd name="connsiteX1" fmla="*/ 25068 w 182728"/>
                <a:gd name="connsiteY1" fmla="*/ 0 h 131175"/>
                <a:gd name="connsiteX2" fmla="*/ 182729 w 182728"/>
                <a:gd name="connsiteY2" fmla="*/ 29008 h 131175"/>
                <a:gd name="connsiteX3" fmla="*/ 0 w 182728"/>
                <a:gd name="connsiteY3" fmla="*/ 131176 h 1311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28" h="131175">
                  <a:moveTo>
                    <a:pt x="0" y="131176"/>
                  </a:moveTo>
                  <a:lnTo>
                    <a:pt x="25068" y="0"/>
                  </a:lnTo>
                  <a:lnTo>
                    <a:pt x="182729" y="29008"/>
                  </a:lnTo>
                  <a:lnTo>
                    <a:pt x="0" y="131176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0" name="Freeform 579">
              <a:extLst>
                <a:ext uri="{FF2B5EF4-FFF2-40B4-BE49-F238E27FC236}">
                  <a16:creationId xmlns:a16="http://schemas.microsoft.com/office/drawing/2014/main" id="{80D319EA-0F49-DBC7-D152-7D8EA48A320F}"/>
                </a:ext>
              </a:extLst>
            </p:cNvPr>
            <p:cNvSpPr/>
            <p:nvPr/>
          </p:nvSpPr>
          <p:spPr>
            <a:xfrm>
              <a:off x="10427862" y="2888651"/>
              <a:ext cx="199476" cy="101954"/>
            </a:xfrm>
            <a:custGeom>
              <a:avLst/>
              <a:gdLst>
                <a:gd name="connsiteX0" fmla="*/ 0 w 199476"/>
                <a:gd name="connsiteY0" fmla="*/ 36900 h 101954"/>
                <a:gd name="connsiteX1" fmla="*/ 77017 w 199476"/>
                <a:gd name="connsiteY1" fmla="*/ 0 h 101954"/>
                <a:gd name="connsiteX2" fmla="*/ 199476 w 199476"/>
                <a:gd name="connsiteY2" fmla="*/ 101955 h 101954"/>
                <a:gd name="connsiteX3" fmla="*/ 0 w 199476"/>
                <a:gd name="connsiteY3" fmla="*/ 36900 h 101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9476" h="101954">
                  <a:moveTo>
                    <a:pt x="0" y="36900"/>
                  </a:moveTo>
                  <a:lnTo>
                    <a:pt x="77017" y="0"/>
                  </a:lnTo>
                  <a:lnTo>
                    <a:pt x="199476" y="101955"/>
                  </a:lnTo>
                  <a:lnTo>
                    <a:pt x="0" y="36900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1" name="Freeform 580">
              <a:extLst>
                <a:ext uri="{FF2B5EF4-FFF2-40B4-BE49-F238E27FC236}">
                  <a16:creationId xmlns:a16="http://schemas.microsoft.com/office/drawing/2014/main" id="{F362899E-6889-265F-934A-71F6BBC0FFDB}"/>
                </a:ext>
              </a:extLst>
            </p:cNvPr>
            <p:cNvSpPr/>
            <p:nvPr/>
          </p:nvSpPr>
          <p:spPr>
            <a:xfrm>
              <a:off x="10074672" y="3358538"/>
              <a:ext cx="97711" cy="223745"/>
            </a:xfrm>
            <a:custGeom>
              <a:avLst/>
              <a:gdLst>
                <a:gd name="connsiteX0" fmla="*/ 70510 w 97711"/>
                <a:gd name="connsiteY0" fmla="*/ 0 h 223745"/>
                <a:gd name="connsiteX1" fmla="*/ 0 w 97711"/>
                <a:gd name="connsiteY1" fmla="*/ 61749 h 223745"/>
                <a:gd name="connsiteX2" fmla="*/ 97711 w 97711"/>
                <a:gd name="connsiteY2" fmla="*/ 223746 h 223745"/>
                <a:gd name="connsiteX3" fmla="*/ 70510 w 97711"/>
                <a:gd name="connsiteY3" fmla="*/ 0 h 2237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7711" h="223745">
                  <a:moveTo>
                    <a:pt x="70510" y="0"/>
                  </a:moveTo>
                  <a:lnTo>
                    <a:pt x="0" y="61749"/>
                  </a:lnTo>
                  <a:lnTo>
                    <a:pt x="97711" y="223746"/>
                  </a:lnTo>
                  <a:lnTo>
                    <a:pt x="70510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2" name="Freeform 581">
              <a:extLst>
                <a:ext uri="{FF2B5EF4-FFF2-40B4-BE49-F238E27FC236}">
                  <a16:creationId xmlns:a16="http://schemas.microsoft.com/office/drawing/2014/main" id="{3154AFAD-8C28-B9EC-7E38-4B512A6BDB9C}"/>
                </a:ext>
              </a:extLst>
            </p:cNvPr>
            <p:cNvSpPr/>
            <p:nvPr/>
          </p:nvSpPr>
          <p:spPr>
            <a:xfrm>
              <a:off x="10053764" y="3034331"/>
              <a:ext cx="175261" cy="184072"/>
            </a:xfrm>
            <a:custGeom>
              <a:avLst/>
              <a:gdLst>
                <a:gd name="connsiteX0" fmla="*/ 0 w 175261"/>
                <a:gd name="connsiteY0" fmla="*/ 184073 h 184072"/>
                <a:gd name="connsiteX1" fmla="*/ 30722 w 175261"/>
                <a:gd name="connsiteY1" fmla="*/ 0 h 184072"/>
                <a:gd name="connsiteX2" fmla="*/ 175262 w 175261"/>
                <a:gd name="connsiteY2" fmla="*/ 142587 h 184072"/>
                <a:gd name="connsiteX3" fmla="*/ 0 w 175261"/>
                <a:gd name="connsiteY3" fmla="*/ 184073 h 184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5261" h="184072">
                  <a:moveTo>
                    <a:pt x="0" y="184073"/>
                  </a:moveTo>
                  <a:lnTo>
                    <a:pt x="30722" y="0"/>
                  </a:lnTo>
                  <a:lnTo>
                    <a:pt x="175262" y="142587"/>
                  </a:lnTo>
                  <a:lnTo>
                    <a:pt x="0" y="184073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3" name="Freeform 582">
              <a:extLst>
                <a:ext uri="{FF2B5EF4-FFF2-40B4-BE49-F238E27FC236}">
                  <a16:creationId xmlns:a16="http://schemas.microsoft.com/office/drawing/2014/main" id="{E2C8EB62-2375-8C55-9659-4EFC99E53513}"/>
                </a:ext>
              </a:extLst>
            </p:cNvPr>
            <p:cNvSpPr/>
            <p:nvPr/>
          </p:nvSpPr>
          <p:spPr>
            <a:xfrm>
              <a:off x="9164015" y="3388079"/>
              <a:ext cx="116165" cy="126270"/>
            </a:xfrm>
            <a:custGeom>
              <a:avLst/>
              <a:gdLst>
                <a:gd name="connsiteX0" fmla="*/ 116165 w 116165"/>
                <a:gd name="connsiteY0" fmla="*/ 126270 h 126270"/>
                <a:gd name="connsiteX1" fmla="*/ 15254 w 116165"/>
                <a:gd name="connsiteY1" fmla="*/ 122004 h 126270"/>
                <a:gd name="connsiteX2" fmla="*/ 0 w 116165"/>
                <a:gd name="connsiteY2" fmla="*/ 0 h 126270"/>
                <a:gd name="connsiteX3" fmla="*/ 116165 w 116165"/>
                <a:gd name="connsiteY3" fmla="*/ 126270 h 126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165" h="126270">
                  <a:moveTo>
                    <a:pt x="116165" y="126270"/>
                  </a:moveTo>
                  <a:lnTo>
                    <a:pt x="15254" y="122004"/>
                  </a:lnTo>
                  <a:lnTo>
                    <a:pt x="0" y="0"/>
                  </a:lnTo>
                  <a:lnTo>
                    <a:pt x="116165" y="12627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4" name="Freeform 583">
              <a:extLst>
                <a:ext uri="{FF2B5EF4-FFF2-40B4-BE49-F238E27FC236}">
                  <a16:creationId xmlns:a16="http://schemas.microsoft.com/office/drawing/2014/main" id="{D25A0833-AB48-F990-89A0-CC865E030584}"/>
                </a:ext>
              </a:extLst>
            </p:cNvPr>
            <p:cNvSpPr/>
            <p:nvPr/>
          </p:nvSpPr>
          <p:spPr>
            <a:xfrm>
              <a:off x="9516565" y="3263088"/>
              <a:ext cx="373991" cy="176074"/>
            </a:xfrm>
            <a:custGeom>
              <a:avLst/>
              <a:gdLst>
                <a:gd name="connsiteX0" fmla="*/ 83844 w 373991"/>
                <a:gd name="connsiteY0" fmla="*/ 8532 h 176074"/>
                <a:gd name="connsiteX1" fmla="*/ 0 w 373991"/>
                <a:gd name="connsiteY1" fmla="*/ 176074 h 176074"/>
                <a:gd name="connsiteX2" fmla="*/ 373991 w 373991"/>
                <a:gd name="connsiteY2" fmla="*/ 0 h 176074"/>
                <a:gd name="connsiteX3" fmla="*/ 83844 w 373991"/>
                <a:gd name="connsiteY3" fmla="*/ 8532 h 176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3991" h="176074">
                  <a:moveTo>
                    <a:pt x="83844" y="8532"/>
                  </a:moveTo>
                  <a:lnTo>
                    <a:pt x="0" y="176074"/>
                  </a:lnTo>
                  <a:lnTo>
                    <a:pt x="373991" y="0"/>
                  </a:lnTo>
                  <a:lnTo>
                    <a:pt x="83844" y="8532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716" name="Rectangle 1227">
            <a:extLst>
              <a:ext uri="{FF2B5EF4-FFF2-40B4-BE49-F238E27FC236}">
                <a16:creationId xmlns:a16="http://schemas.microsoft.com/office/drawing/2014/main" id="{52559943-7E93-261A-A2FD-A53C69893B2D}"/>
              </a:ext>
            </a:extLst>
          </p:cNvPr>
          <p:cNvSpPr/>
          <p:nvPr userDrawn="1"/>
        </p:nvSpPr>
        <p:spPr>
          <a:xfrm rot="13500000">
            <a:off x="11215513" y="2853912"/>
            <a:ext cx="1905843" cy="1905843"/>
          </a:xfrm>
          <a:custGeom>
            <a:avLst/>
            <a:gdLst>
              <a:gd name="connsiteX0" fmla="*/ 0 w 1905843"/>
              <a:gd name="connsiteY0" fmla="*/ 0 h 1905843"/>
              <a:gd name="connsiteX1" fmla="*/ 1905843 w 1905843"/>
              <a:gd name="connsiteY1" fmla="*/ 0 h 1905843"/>
              <a:gd name="connsiteX2" fmla="*/ 1905843 w 1905843"/>
              <a:gd name="connsiteY2" fmla="*/ 1905843 h 1905843"/>
              <a:gd name="connsiteX3" fmla="*/ 0 w 1905843"/>
              <a:gd name="connsiteY3" fmla="*/ 1905843 h 1905843"/>
              <a:gd name="connsiteX4" fmla="*/ 0 w 1905843"/>
              <a:gd name="connsiteY4" fmla="*/ 0 h 1905843"/>
              <a:gd name="connsiteX0" fmla="*/ 0 w 1905843"/>
              <a:gd name="connsiteY0" fmla="*/ 0 h 1905843"/>
              <a:gd name="connsiteX1" fmla="*/ 1905843 w 1905843"/>
              <a:gd name="connsiteY1" fmla="*/ 0 h 1905843"/>
              <a:gd name="connsiteX2" fmla="*/ 1905843 w 1905843"/>
              <a:gd name="connsiteY2" fmla="*/ 1905843 h 1905843"/>
              <a:gd name="connsiteX3" fmla="*/ 0 w 1905843"/>
              <a:gd name="connsiteY3" fmla="*/ 0 h 19058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5843" h="1905843">
                <a:moveTo>
                  <a:pt x="0" y="0"/>
                </a:moveTo>
                <a:lnTo>
                  <a:pt x="1905843" y="0"/>
                </a:lnTo>
                <a:lnTo>
                  <a:pt x="1905843" y="1905843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bg1">
                  <a:alpha val="17723"/>
                </a:schemeClr>
              </a:gs>
              <a:gs pos="100000">
                <a:schemeClr val="bg1">
                  <a:alpha val="29237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717" name="Rectangle 1227">
            <a:extLst>
              <a:ext uri="{FF2B5EF4-FFF2-40B4-BE49-F238E27FC236}">
                <a16:creationId xmlns:a16="http://schemas.microsoft.com/office/drawing/2014/main" id="{DD2EA4A4-DC57-9B9D-BA32-5DB152B90156}"/>
              </a:ext>
            </a:extLst>
          </p:cNvPr>
          <p:cNvSpPr/>
          <p:nvPr userDrawn="1"/>
        </p:nvSpPr>
        <p:spPr>
          <a:xfrm rot="13500000">
            <a:off x="11227295" y="2657272"/>
            <a:ext cx="1905843" cy="1905843"/>
          </a:xfrm>
          <a:custGeom>
            <a:avLst/>
            <a:gdLst>
              <a:gd name="connsiteX0" fmla="*/ 0 w 1905843"/>
              <a:gd name="connsiteY0" fmla="*/ 0 h 1905843"/>
              <a:gd name="connsiteX1" fmla="*/ 1905843 w 1905843"/>
              <a:gd name="connsiteY1" fmla="*/ 0 h 1905843"/>
              <a:gd name="connsiteX2" fmla="*/ 1905843 w 1905843"/>
              <a:gd name="connsiteY2" fmla="*/ 1905843 h 1905843"/>
              <a:gd name="connsiteX3" fmla="*/ 0 w 1905843"/>
              <a:gd name="connsiteY3" fmla="*/ 1905843 h 1905843"/>
              <a:gd name="connsiteX4" fmla="*/ 0 w 1905843"/>
              <a:gd name="connsiteY4" fmla="*/ 0 h 1905843"/>
              <a:gd name="connsiteX0" fmla="*/ 0 w 1905843"/>
              <a:gd name="connsiteY0" fmla="*/ 0 h 1905843"/>
              <a:gd name="connsiteX1" fmla="*/ 1905843 w 1905843"/>
              <a:gd name="connsiteY1" fmla="*/ 0 h 1905843"/>
              <a:gd name="connsiteX2" fmla="*/ 1905843 w 1905843"/>
              <a:gd name="connsiteY2" fmla="*/ 1905843 h 1905843"/>
              <a:gd name="connsiteX3" fmla="*/ 0 w 1905843"/>
              <a:gd name="connsiteY3" fmla="*/ 0 h 19058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5843" h="1905843">
                <a:moveTo>
                  <a:pt x="0" y="0"/>
                </a:moveTo>
                <a:lnTo>
                  <a:pt x="1905843" y="0"/>
                </a:lnTo>
                <a:lnTo>
                  <a:pt x="1905843" y="1905843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bg1">
                  <a:alpha val="15000"/>
                </a:schemeClr>
              </a:gs>
              <a:gs pos="100000">
                <a:schemeClr val="bg1">
                  <a:alpha val="29237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718" name="Rectangle 1227">
            <a:extLst>
              <a:ext uri="{FF2B5EF4-FFF2-40B4-BE49-F238E27FC236}">
                <a16:creationId xmlns:a16="http://schemas.microsoft.com/office/drawing/2014/main" id="{332F23DB-3B4B-C4C4-89D9-181443B1F11E}"/>
              </a:ext>
            </a:extLst>
          </p:cNvPr>
          <p:cNvSpPr/>
          <p:nvPr userDrawn="1"/>
        </p:nvSpPr>
        <p:spPr>
          <a:xfrm rot="13500000">
            <a:off x="11239077" y="2465816"/>
            <a:ext cx="1905843" cy="1905843"/>
          </a:xfrm>
          <a:custGeom>
            <a:avLst/>
            <a:gdLst>
              <a:gd name="connsiteX0" fmla="*/ 0 w 1905843"/>
              <a:gd name="connsiteY0" fmla="*/ 0 h 1905843"/>
              <a:gd name="connsiteX1" fmla="*/ 1905843 w 1905843"/>
              <a:gd name="connsiteY1" fmla="*/ 0 h 1905843"/>
              <a:gd name="connsiteX2" fmla="*/ 1905843 w 1905843"/>
              <a:gd name="connsiteY2" fmla="*/ 1905843 h 1905843"/>
              <a:gd name="connsiteX3" fmla="*/ 0 w 1905843"/>
              <a:gd name="connsiteY3" fmla="*/ 1905843 h 1905843"/>
              <a:gd name="connsiteX4" fmla="*/ 0 w 1905843"/>
              <a:gd name="connsiteY4" fmla="*/ 0 h 1905843"/>
              <a:gd name="connsiteX0" fmla="*/ 0 w 1905843"/>
              <a:gd name="connsiteY0" fmla="*/ 0 h 1905843"/>
              <a:gd name="connsiteX1" fmla="*/ 1905843 w 1905843"/>
              <a:gd name="connsiteY1" fmla="*/ 0 h 1905843"/>
              <a:gd name="connsiteX2" fmla="*/ 1905843 w 1905843"/>
              <a:gd name="connsiteY2" fmla="*/ 1905843 h 1905843"/>
              <a:gd name="connsiteX3" fmla="*/ 0 w 1905843"/>
              <a:gd name="connsiteY3" fmla="*/ 0 h 19058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5843" h="1905843">
                <a:moveTo>
                  <a:pt x="0" y="0"/>
                </a:moveTo>
                <a:lnTo>
                  <a:pt x="1905843" y="0"/>
                </a:lnTo>
                <a:lnTo>
                  <a:pt x="1905843" y="1905843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bg1">
                  <a:alpha val="22857"/>
                </a:schemeClr>
              </a:gs>
              <a:gs pos="100000">
                <a:schemeClr val="bg1">
                  <a:alpha val="29237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721" name="Title 1">
            <a:extLst>
              <a:ext uri="{FF2B5EF4-FFF2-40B4-BE49-F238E27FC236}">
                <a16:creationId xmlns:a16="http://schemas.microsoft.com/office/drawing/2014/main" id="{294BD90D-FDB3-48E8-6DA2-12979CE9D0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95620" y="2948941"/>
            <a:ext cx="5587502" cy="1403902"/>
          </a:xfrm>
        </p:spPr>
        <p:txBody>
          <a:bodyPr anchor="ctr">
            <a:noAutofit/>
          </a:bodyPr>
          <a:lstStyle>
            <a:lvl1pPr algn="l">
              <a:defRPr sz="4800" b="1">
                <a:solidFill>
                  <a:srgbClr val="7030A0"/>
                </a:solidFill>
                <a:latin typeface="Century Gothic" panose="020B0502020202020204" pitchFamily="34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95B473C-14D6-91C1-AC6C-4EDB086CC90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98023" y="998"/>
            <a:ext cx="2220685" cy="559241"/>
          </a:xfrm>
          <a:prstGeom prst="rect">
            <a:avLst/>
          </a:prstGeom>
        </p:spPr>
      </p:pic>
      <p:sp>
        <p:nvSpPr>
          <p:cNvPr id="726" name="Subtitle 2">
            <a:extLst>
              <a:ext uri="{FF2B5EF4-FFF2-40B4-BE49-F238E27FC236}">
                <a16:creationId xmlns:a16="http://schemas.microsoft.com/office/drawing/2014/main" id="{2D9AD196-A3DF-E96B-8C7E-B130821C412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5620" y="5217202"/>
            <a:ext cx="5600380" cy="300975"/>
          </a:xfrm>
        </p:spPr>
        <p:txBody>
          <a:bodyPr/>
          <a:lstStyle>
            <a:lvl1pPr marL="0" indent="0" algn="l">
              <a:buNone/>
              <a:defRPr sz="1800">
                <a:solidFill>
                  <a:srgbClr val="484848"/>
                </a:solidFill>
                <a:latin typeface="Century Gothic" panose="020B0502020202020204" pitchFamily="34" charset="0"/>
                <a:ea typeface="Roboto" panose="02000000000000000000" pitchFamily="2" charset="0"/>
                <a:cs typeface="Poppins Light" panose="00000400000000000000" pitchFamily="50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Email/Contact:</a:t>
            </a:r>
          </a:p>
        </p:txBody>
      </p:sp>
    </p:spTree>
    <p:extLst>
      <p:ext uri="{BB962C8B-B14F-4D97-AF65-F5344CB8AC3E}">
        <p14:creationId xmlns:p14="http://schemas.microsoft.com/office/powerpoint/2010/main" val="34862260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>
            <a:extLst>
              <a:ext uri="{FF2B5EF4-FFF2-40B4-BE49-F238E27FC236}">
                <a16:creationId xmlns:a16="http://schemas.microsoft.com/office/drawing/2014/main" id="{09CDDAC4-E622-D963-4CDD-516EABC3A76C}"/>
              </a:ext>
            </a:extLst>
          </p:cNvPr>
          <p:cNvSpPr/>
          <p:nvPr userDrawn="1"/>
        </p:nvSpPr>
        <p:spPr>
          <a:xfrm>
            <a:off x="6417129" y="1"/>
            <a:ext cx="5774871" cy="796450"/>
          </a:xfrm>
          <a:custGeom>
            <a:avLst/>
            <a:gdLst>
              <a:gd name="connsiteX0" fmla="*/ 0 w 7774379"/>
              <a:gd name="connsiteY0" fmla="*/ 0 h 1072215"/>
              <a:gd name="connsiteX1" fmla="*/ 7774379 w 7774379"/>
              <a:gd name="connsiteY1" fmla="*/ 0 h 1072215"/>
              <a:gd name="connsiteX2" fmla="*/ 7774379 w 7774379"/>
              <a:gd name="connsiteY2" fmla="*/ 1072215 h 1072215"/>
              <a:gd name="connsiteX3" fmla="*/ 0 w 7774379"/>
              <a:gd name="connsiteY3" fmla="*/ 1072215 h 1072215"/>
              <a:gd name="connsiteX4" fmla="*/ 0 w 7774379"/>
              <a:gd name="connsiteY4" fmla="*/ 0 h 1072215"/>
              <a:gd name="connsiteX0" fmla="*/ 0 w 7774379"/>
              <a:gd name="connsiteY0" fmla="*/ 0 h 1072215"/>
              <a:gd name="connsiteX1" fmla="*/ 7774379 w 7774379"/>
              <a:gd name="connsiteY1" fmla="*/ 0 h 1072215"/>
              <a:gd name="connsiteX2" fmla="*/ 7774379 w 7774379"/>
              <a:gd name="connsiteY2" fmla="*/ 1072215 h 1072215"/>
              <a:gd name="connsiteX3" fmla="*/ 0 w 7774379"/>
              <a:gd name="connsiteY3" fmla="*/ 0 h 10722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774379" h="1072215">
                <a:moveTo>
                  <a:pt x="0" y="0"/>
                </a:moveTo>
                <a:lnTo>
                  <a:pt x="7774379" y="0"/>
                </a:lnTo>
                <a:lnTo>
                  <a:pt x="7774379" y="1072215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13BE0675-E9C2-6810-B552-82BFD90425D1}"/>
              </a:ext>
            </a:extLst>
          </p:cNvPr>
          <p:cNvSpPr/>
          <p:nvPr userDrawn="1"/>
        </p:nvSpPr>
        <p:spPr>
          <a:xfrm>
            <a:off x="11206978" y="0"/>
            <a:ext cx="985021" cy="1182025"/>
          </a:xfrm>
          <a:custGeom>
            <a:avLst/>
            <a:gdLst>
              <a:gd name="connsiteX0" fmla="*/ 0 w 1326078"/>
              <a:gd name="connsiteY0" fmla="*/ 0 h 1591294"/>
              <a:gd name="connsiteX1" fmla="*/ 1326078 w 1326078"/>
              <a:gd name="connsiteY1" fmla="*/ 0 h 1591294"/>
              <a:gd name="connsiteX2" fmla="*/ 1326078 w 1326078"/>
              <a:gd name="connsiteY2" fmla="*/ 1591294 h 1591294"/>
              <a:gd name="connsiteX3" fmla="*/ 0 w 1326078"/>
              <a:gd name="connsiteY3" fmla="*/ 1591294 h 1591294"/>
              <a:gd name="connsiteX4" fmla="*/ 0 w 1326078"/>
              <a:gd name="connsiteY4" fmla="*/ 0 h 1591294"/>
              <a:gd name="connsiteX0" fmla="*/ 0 w 1326078"/>
              <a:gd name="connsiteY0" fmla="*/ 0 h 1591294"/>
              <a:gd name="connsiteX1" fmla="*/ 1326078 w 1326078"/>
              <a:gd name="connsiteY1" fmla="*/ 0 h 1591294"/>
              <a:gd name="connsiteX2" fmla="*/ 1326078 w 1326078"/>
              <a:gd name="connsiteY2" fmla="*/ 1591294 h 1591294"/>
              <a:gd name="connsiteX3" fmla="*/ 997528 w 1326078"/>
              <a:gd name="connsiteY3" fmla="*/ 1567544 h 1591294"/>
              <a:gd name="connsiteX4" fmla="*/ 0 w 1326078"/>
              <a:gd name="connsiteY4" fmla="*/ 0 h 15912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26078" h="1591294">
                <a:moveTo>
                  <a:pt x="0" y="0"/>
                </a:moveTo>
                <a:lnTo>
                  <a:pt x="1326078" y="0"/>
                </a:lnTo>
                <a:lnTo>
                  <a:pt x="1326078" y="1591294"/>
                </a:lnTo>
                <a:lnTo>
                  <a:pt x="997528" y="1567544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E14619E-CAE3-C579-99C1-91782B57AD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8293" y="269887"/>
            <a:ext cx="11219428" cy="571285"/>
          </a:xfrm>
        </p:spPr>
        <p:txBody>
          <a:bodyPr vert="horz" lIns="91440" tIns="45720" rIns="91440" bIns="45720" rtlCol="0" anchor="t">
            <a:noAutofit/>
          </a:bodyPr>
          <a:lstStyle>
            <a:lvl1pPr>
              <a:defRPr lang="en-US" sz="3200" dirty="0">
                <a:solidFill>
                  <a:schemeClr val="tx1">
                    <a:lumMod val="65000"/>
                    <a:lumOff val="35000"/>
                  </a:schemeClr>
                </a:solidFill>
                <a:ea typeface="Roboto" panose="02000000000000000000" pitchFamily="2" charset="0"/>
                <a:cs typeface="Poppins" panose="00000500000000000000" pitchFamily="50" charset="0"/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A3E96E-B3D5-AE12-D12B-C2A056C19B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8292" y="1698171"/>
            <a:ext cx="11219427" cy="4887356"/>
          </a:xfrm>
        </p:spPr>
        <p:txBody>
          <a:bodyPr>
            <a:normAutofit/>
          </a:bodyPr>
          <a:lstStyle>
            <a:lvl1pPr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Century Gothic" panose="020B0502020202020204" pitchFamily="34" charset="0"/>
                <a:ea typeface="Roboto Light" panose="02000000000000000000" pitchFamily="2" charset="0"/>
                <a:cs typeface="Poppins Light" panose="00000400000000000000" pitchFamily="50" charset="0"/>
              </a:defRPr>
            </a:lvl1pPr>
            <a:lvl2pPr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Century Gothic" panose="020B0502020202020204" pitchFamily="34" charset="0"/>
                <a:ea typeface="Roboto Light" panose="02000000000000000000" pitchFamily="2" charset="0"/>
                <a:cs typeface="Poppins Light" panose="00000400000000000000" pitchFamily="50" charset="0"/>
              </a:defRPr>
            </a:lvl2pPr>
            <a:lvl3pPr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Century Gothic" panose="020B0502020202020204" pitchFamily="34" charset="0"/>
                <a:ea typeface="Roboto Light" panose="02000000000000000000" pitchFamily="2" charset="0"/>
                <a:cs typeface="Poppins Light" panose="00000400000000000000" pitchFamily="50" charset="0"/>
              </a:defRPr>
            </a:lvl3pPr>
            <a:lvl4pPr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Century Gothic" panose="020B0502020202020204" pitchFamily="34" charset="0"/>
                <a:ea typeface="Roboto Light" panose="02000000000000000000" pitchFamily="2" charset="0"/>
                <a:cs typeface="Poppins Light" panose="00000400000000000000" pitchFamily="50" charset="0"/>
              </a:defRPr>
            </a:lvl4pPr>
            <a:lvl5pPr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Century Gothic" panose="020B0502020202020204" pitchFamily="34" charset="0"/>
                <a:ea typeface="Roboto Light" panose="02000000000000000000" pitchFamily="2" charset="0"/>
                <a:cs typeface="Poppins Light" panose="00000400000000000000" pitchFamily="50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439311E6-520F-6EFE-5184-8351896DC106}"/>
              </a:ext>
            </a:extLst>
          </p:cNvPr>
          <p:cNvSpPr>
            <a:spLocks noGrp="1"/>
          </p:cNvSpPr>
          <p:nvPr>
            <p:ph type="subTitle" idx="10"/>
          </p:nvPr>
        </p:nvSpPr>
        <p:spPr>
          <a:xfrm>
            <a:off x="478292" y="936410"/>
            <a:ext cx="11219428" cy="571285"/>
          </a:xfrm>
        </p:spPr>
        <p:txBody>
          <a:bodyPr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  <a:latin typeface="Century Gothic" panose="020B0502020202020204" pitchFamily="34" charset="0"/>
                <a:ea typeface="Roboto" panose="02000000000000000000" pitchFamily="2" charset="0"/>
                <a:cs typeface="Poppins" panose="00000500000000000000" pitchFamily="50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6A2B515-E263-8B2E-8898-123F59F9678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1771145" y="-40023"/>
            <a:ext cx="324566" cy="559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04131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8C21C6D3-934B-FA96-2CB1-7AFB36404D9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6200000">
            <a:off x="-602349" y="5745212"/>
            <a:ext cx="1556327" cy="391934"/>
          </a:xfrm>
          <a:prstGeom prst="rect">
            <a:avLst/>
          </a:prstGeom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CD9E09F0-2D7E-D9AB-0113-EB6D395310DA}"/>
              </a:ext>
            </a:extLst>
          </p:cNvPr>
          <p:cNvGrpSpPr/>
          <p:nvPr userDrawn="1"/>
        </p:nvGrpSpPr>
        <p:grpSpPr>
          <a:xfrm rot="10800000">
            <a:off x="0" y="5992318"/>
            <a:ext cx="4233333" cy="865681"/>
            <a:chOff x="4417621" y="-1"/>
            <a:chExt cx="7781708" cy="1591294"/>
          </a:xfrm>
        </p:grpSpPr>
        <p:sp>
          <p:nvSpPr>
            <p:cNvPr id="6" name="Rectangle 2">
              <a:extLst>
                <a:ext uri="{FF2B5EF4-FFF2-40B4-BE49-F238E27FC236}">
                  <a16:creationId xmlns:a16="http://schemas.microsoft.com/office/drawing/2014/main" id="{2C1DFEE5-366C-B582-A86C-D1A870E51626}"/>
                </a:ext>
              </a:extLst>
            </p:cNvPr>
            <p:cNvSpPr/>
            <p:nvPr/>
          </p:nvSpPr>
          <p:spPr>
            <a:xfrm>
              <a:off x="4417621" y="0"/>
              <a:ext cx="7774379" cy="1072215"/>
            </a:xfrm>
            <a:custGeom>
              <a:avLst/>
              <a:gdLst>
                <a:gd name="connsiteX0" fmla="*/ 0 w 7774379"/>
                <a:gd name="connsiteY0" fmla="*/ 0 h 1072215"/>
                <a:gd name="connsiteX1" fmla="*/ 7774379 w 7774379"/>
                <a:gd name="connsiteY1" fmla="*/ 0 h 1072215"/>
                <a:gd name="connsiteX2" fmla="*/ 7774379 w 7774379"/>
                <a:gd name="connsiteY2" fmla="*/ 1072215 h 1072215"/>
                <a:gd name="connsiteX3" fmla="*/ 0 w 7774379"/>
                <a:gd name="connsiteY3" fmla="*/ 1072215 h 1072215"/>
                <a:gd name="connsiteX4" fmla="*/ 0 w 7774379"/>
                <a:gd name="connsiteY4" fmla="*/ 0 h 1072215"/>
                <a:gd name="connsiteX0" fmla="*/ 0 w 7774379"/>
                <a:gd name="connsiteY0" fmla="*/ 0 h 1072215"/>
                <a:gd name="connsiteX1" fmla="*/ 7774379 w 7774379"/>
                <a:gd name="connsiteY1" fmla="*/ 0 h 1072215"/>
                <a:gd name="connsiteX2" fmla="*/ 7774379 w 7774379"/>
                <a:gd name="connsiteY2" fmla="*/ 1072215 h 1072215"/>
                <a:gd name="connsiteX3" fmla="*/ 0 w 7774379"/>
                <a:gd name="connsiteY3" fmla="*/ 0 h 10722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74379" h="1072215">
                  <a:moveTo>
                    <a:pt x="0" y="0"/>
                  </a:moveTo>
                  <a:lnTo>
                    <a:pt x="7774379" y="0"/>
                  </a:lnTo>
                  <a:lnTo>
                    <a:pt x="7774379" y="107221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  <a:alpha val="28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8" name="Rectangle 3">
              <a:extLst>
                <a:ext uri="{FF2B5EF4-FFF2-40B4-BE49-F238E27FC236}">
                  <a16:creationId xmlns:a16="http://schemas.microsoft.com/office/drawing/2014/main" id="{161C39F8-B4C0-437F-99A3-702C253617E0}"/>
                </a:ext>
              </a:extLst>
            </p:cNvPr>
            <p:cNvSpPr/>
            <p:nvPr/>
          </p:nvSpPr>
          <p:spPr>
            <a:xfrm>
              <a:off x="10873252" y="-1"/>
              <a:ext cx="1326077" cy="1591294"/>
            </a:xfrm>
            <a:custGeom>
              <a:avLst/>
              <a:gdLst>
                <a:gd name="connsiteX0" fmla="*/ 0 w 1326078"/>
                <a:gd name="connsiteY0" fmla="*/ 0 h 1591294"/>
                <a:gd name="connsiteX1" fmla="*/ 1326078 w 1326078"/>
                <a:gd name="connsiteY1" fmla="*/ 0 h 1591294"/>
                <a:gd name="connsiteX2" fmla="*/ 1326078 w 1326078"/>
                <a:gd name="connsiteY2" fmla="*/ 1591294 h 1591294"/>
                <a:gd name="connsiteX3" fmla="*/ 0 w 1326078"/>
                <a:gd name="connsiteY3" fmla="*/ 1591294 h 1591294"/>
                <a:gd name="connsiteX4" fmla="*/ 0 w 1326078"/>
                <a:gd name="connsiteY4" fmla="*/ 0 h 1591294"/>
                <a:gd name="connsiteX0" fmla="*/ 0 w 1326078"/>
                <a:gd name="connsiteY0" fmla="*/ 0 h 1591294"/>
                <a:gd name="connsiteX1" fmla="*/ 1326078 w 1326078"/>
                <a:gd name="connsiteY1" fmla="*/ 0 h 1591294"/>
                <a:gd name="connsiteX2" fmla="*/ 1326078 w 1326078"/>
                <a:gd name="connsiteY2" fmla="*/ 1591294 h 1591294"/>
                <a:gd name="connsiteX3" fmla="*/ 997528 w 1326078"/>
                <a:gd name="connsiteY3" fmla="*/ 1567544 h 1591294"/>
                <a:gd name="connsiteX4" fmla="*/ 0 w 1326078"/>
                <a:gd name="connsiteY4" fmla="*/ 0 h 15912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26078" h="1591294">
                  <a:moveTo>
                    <a:pt x="0" y="0"/>
                  </a:moveTo>
                  <a:lnTo>
                    <a:pt x="1326078" y="0"/>
                  </a:lnTo>
                  <a:lnTo>
                    <a:pt x="1326078" y="1591294"/>
                  </a:lnTo>
                  <a:lnTo>
                    <a:pt x="997528" y="15675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  <a:alpha val="27057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E14619E-CAE3-C579-99C1-91782B57AD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8293" y="269887"/>
            <a:ext cx="11219428" cy="571285"/>
          </a:xfrm>
        </p:spPr>
        <p:txBody>
          <a:bodyPr vert="horz" lIns="91440" tIns="45720" rIns="91440" bIns="45720" rtlCol="0" anchor="t">
            <a:noAutofit/>
          </a:bodyPr>
          <a:lstStyle>
            <a:lvl1pPr>
              <a:defRPr lang="en-US" sz="3200">
                <a:solidFill>
                  <a:schemeClr val="tx1">
                    <a:lumMod val="65000"/>
                    <a:lumOff val="35000"/>
                  </a:schemeClr>
                </a:solidFill>
                <a:ea typeface="Roboto" panose="02000000000000000000" pitchFamily="2" charset="0"/>
                <a:cs typeface="Poppins" panose="00000500000000000000" pitchFamily="50" charset="0"/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A3E96E-B3D5-AE12-D12B-C2A056C19B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782" y="1443871"/>
            <a:ext cx="11219427" cy="4887356"/>
          </a:xfrm>
        </p:spPr>
        <p:txBody>
          <a:bodyPr>
            <a:normAutofit/>
          </a:bodyPr>
          <a:lstStyle>
            <a:lvl1pPr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Century Gothic" panose="020B0502020202020204" pitchFamily="34" charset="0"/>
                <a:ea typeface="Roboto Light" panose="02000000000000000000" pitchFamily="2" charset="0"/>
                <a:cs typeface="Poppins Light" panose="00000400000000000000" pitchFamily="50" charset="0"/>
              </a:defRPr>
            </a:lvl1pPr>
            <a:lvl2pPr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Century Gothic" panose="020B0502020202020204" pitchFamily="34" charset="0"/>
                <a:ea typeface="Roboto Light" panose="02000000000000000000" pitchFamily="2" charset="0"/>
                <a:cs typeface="Poppins Light" panose="00000400000000000000" pitchFamily="50" charset="0"/>
              </a:defRPr>
            </a:lvl2pPr>
            <a:lvl3pPr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Century Gothic" panose="020B0502020202020204" pitchFamily="34" charset="0"/>
                <a:ea typeface="Roboto Light" panose="02000000000000000000" pitchFamily="2" charset="0"/>
                <a:cs typeface="Poppins Light" panose="00000400000000000000" pitchFamily="50" charset="0"/>
              </a:defRPr>
            </a:lvl3pPr>
            <a:lvl4pPr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Century Gothic" panose="020B0502020202020204" pitchFamily="34" charset="0"/>
                <a:ea typeface="Roboto Light" panose="02000000000000000000" pitchFamily="2" charset="0"/>
                <a:cs typeface="Poppins Light" panose="00000400000000000000" pitchFamily="50" charset="0"/>
              </a:defRPr>
            </a:lvl4pPr>
            <a:lvl5pPr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Century Gothic" panose="020B0502020202020204" pitchFamily="34" charset="0"/>
                <a:ea typeface="Roboto Light" panose="02000000000000000000" pitchFamily="2" charset="0"/>
                <a:cs typeface="Poppins Light" panose="00000400000000000000" pitchFamily="50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439311E6-520F-6EFE-5184-8351896DC106}"/>
              </a:ext>
            </a:extLst>
          </p:cNvPr>
          <p:cNvSpPr>
            <a:spLocks noGrp="1"/>
          </p:cNvSpPr>
          <p:nvPr>
            <p:ph type="subTitle" idx="10"/>
          </p:nvPr>
        </p:nvSpPr>
        <p:spPr>
          <a:xfrm>
            <a:off x="478292" y="936410"/>
            <a:ext cx="11219428" cy="571285"/>
          </a:xfrm>
        </p:spPr>
        <p:txBody>
          <a:bodyPr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  <a:latin typeface="Century Gothic" panose="020B0502020202020204" pitchFamily="34" charset="0"/>
                <a:ea typeface="Roboto" panose="02000000000000000000" pitchFamily="2" charset="0"/>
                <a:cs typeface="Poppins" panose="00000500000000000000" pitchFamily="50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6A2B515-E263-8B2E-8898-123F59F9678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1771145" y="-40023"/>
            <a:ext cx="324566" cy="559241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9C3745F-C8DF-D373-EFEB-208F0AE106F0}"/>
              </a:ext>
            </a:extLst>
          </p:cNvPr>
          <p:cNvCxnSpPr/>
          <p:nvPr userDrawn="1"/>
        </p:nvCxnSpPr>
        <p:spPr>
          <a:xfrm flipV="1">
            <a:off x="209267" y="1698171"/>
            <a:ext cx="0" cy="3353331"/>
          </a:xfrm>
          <a:prstGeom prst="line">
            <a:avLst/>
          </a:prstGeom>
          <a:ln>
            <a:solidFill>
              <a:srgbClr val="FF77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B3478FA-95F8-5D1C-0DD5-B8EA8F2388BF}"/>
              </a:ext>
            </a:extLst>
          </p:cNvPr>
          <p:cNvCxnSpPr>
            <a:cxnSpLocks/>
          </p:cNvCxnSpPr>
          <p:nvPr userDrawn="1"/>
        </p:nvCxnSpPr>
        <p:spPr>
          <a:xfrm flipV="1">
            <a:off x="209267" y="269887"/>
            <a:ext cx="0" cy="1428284"/>
          </a:xfrm>
          <a:prstGeom prst="line">
            <a:avLst/>
          </a:prstGeom>
          <a:ln>
            <a:solidFill>
              <a:srgbClr val="753A7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472458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2">
            <a:extLst>
              <a:ext uri="{FF2B5EF4-FFF2-40B4-BE49-F238E27FC236}">
                <a16:creationId xmlns:a16="http://schemas.microsoft.com/office/drawing/2014/main" id="{C57A78C1-E4EA-FAAB-A81A-47388B7B6C60}"/>
              </a:ext>
            </a:extLst>
          </p:cNvPr>
          <p:cNvSpPr/>
          <p:nvPr/>
        </p:nvSpPr>
        <p:spPr>
          <a:xfrm>
            <a:off x="-1" y="1"/>
            <a:ext cx="12192001" cy="6858001"/>
          </a:xfrm>
          <a:custGeom>
            <a:avLst/>
            <a:gdLst/>
            <a:ahLst/>
            <a:cxnLst/>
            <a:rect l="l" t="t" r="r" b="b"/>
            <a:pathLst>
              <a:path w="9144000" h="5144770">
                <a:moveTo>
                  <a:pt x="9144000" y="0"/>
                </a:moveTo>
                <a:lnTo>
                  <a:pt x="0" y="0"/>
                </a:lnTo>
                <a:lnTo>
                  <a:pt x="0" y="5144401"/>
                </a:lnTo>
                <a:lnTo>
                  <a:pt x="9144000" y="5144401"/>
                </a:lnTo>
                <a:lnTo>
                  <a:pt x="9144000" y="0"/>
                </a:lnTo>
                <a:close/>
              </a:path>
            </a:pathLst>
          </a:custGeom>
          <a:solidFill>
            <a:srgbClr val="2C2C2C"/>
          </a:solidFill>
        </p:spPr>
        <p:txBody>
          <a:bodyPr wrap="square" lIns="0" tIns="0" rIns="0" bIns="0" rtlCol="0"/>
          <a:lstStyle/>
          <a:p>
            <a:endParaRPr sz="1351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14BB551-F599-A348-BC78-117BBA10942A}"/>
              </a:ext>
            </a:extLst>
          </p:cNvPr>
          <p:cNvSpPr txBox="1"/>
          <p:nvPr/>
        </p:nvSpPr>
        <p:spPr>
          <a:xfrm>
            <a:off x="11835812" y="6551115"/>
            <a:ext cx="34817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fld id="{111F478C-84AE-4601-9BE4-60468A3A6C06}" type="slidenum">
              <a:rPr lang="en-US" sz="1000" b="0" i="0" smtClean="0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</a:rPr>
              <a:pPr algn="l"/>
              <a:t>‹#›</a:t>
            </a:fld>
            <a:endParaRPr lang="en-US" sz="1000" b="0" i="0">
              <a:solidFill>
                <a:schemeClr val="bg1">
                  <a:alpha val="50000"/>
                </a:schemeClr>
              </a:solidFill>
              <a:latin typeface="Arial" panose="020B0604020202020204" pitchFamily="34" charset="0"/>
            </a:endParaRP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BDB1C471-51C1-C94A-89DA-93D78758C302}"/>
              </a:ext>
            </a:extLst>
          </p:cNvPr>
          <p:cNvSpPr txBox="1"/>
          <p:nvPr/>
        </p:nvSpPr>
        <p:spPr>
          <a:xfrm>
            <a:off x="54504" y="6548295"/>
            <a:ext cx="2678938" cy="215444"/>
          </a:xfrm>
          <a:prstGeom prst="rect">
            <a:avLst/>
          </a:prstGeom>
          <a:noFill/>
          <a:effectLst/>
        </p:spPr>
        <p:txBody>
          <a:bodyPr wrap="none" rtlCol="0">
            <a:spAutoFit/>
          </a:bodyPr>
          <a:lstStyle/>
          <a:p>
            <a:pPr marL="0" marR="0" indent="0" algn="r" defTabSz="121914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b="0" i="0" kern="1200">
                <a:solidFill>
                  <a:schemeClr val="bg1">
                    <a:lumMod val="50000"/>
                  </a:schemeClr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© Hitachi Digital Services 2024. All Rights Reserved.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0787B10-3BD6-D500-D991-5E7D837DD0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67938" y="1696435"/>
            <a:ext cx="8745231" cy="3465133"/>
          </a:xfrm>
          <a:prstGeom prst="rect">
            <a:avLst/>
          </a:prstGeom>
          <a:effectLst/>
        </p:spPr>
        <p:txBody>
          <a:bodyPr anchor="ctr">
            <a:noAutofit/>
          </a:bodyPr>
          <a:lstStyle>
            <a:lvl1pPr>
              <a:lnSpc>
                <a:spcPct val="90000"/>
              </a:lnSpc>
              <a:defRPr sz="3600" b="0" i="0" cap="none" baseline="0">
                <a:solidFill>
                  <a:schemeClr val="accent2"/>
                </a:solidFill>
                <a:latin typeface="+mn-lt"/>
              </a:defRPr>
            </a:lvl1pPr>
          </a:lstStyle>
          <a:p>
            <a:r>
              <a:rPr lang="en-US"/>
              <a:t>Divider Slide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63FA90C7-9A84-146D-A000-3DC56EB8FBEE}"/>
              </a:ext>
            </a:extLst>
          </p:cNvPr>
          <p:cNvPicPr>
            <a:picLocks noChangeAspect="1"/>
          </p:cNvPicPr>
          <p:nvPr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479757" y="46655"/>
            <a:ext cx="2712243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90466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rrow: Down 1">
            <a:extLst>
              <a:ext uri="{FF2B5EF4-FFF2-40B4-BE49-F238E27FC236}">
                <a16:creationId xmlns:a16="http://schemas.microsoft.com/office/drawing/2014/main" id="{0C63B744-466E-3585-D30E-09FA81DE1237}"/>
              </a:ext>
            </a:extLst>
          </p:cNvPr>
          <p:cNvSpPr/>
          <p:nvPr/>
        </p:nvSpPr>
        <p:spPr>
          <a:xfrm flipH="1">
            <a:off x="1" y="-1"/>
            <a:ext cx="827476" cy="945727"/>
          </a:xfrm>
          <a:prstGeom prst="downArrow">
            <a:avLst>
              <a:gd name="adj1" fmla="val 100000"/>
              <a:gd name="adj2" fmla="val 15811"/>
            </a:avLst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rIns="0" rtlCol="0" anchor="ctr"/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9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637968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8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96C0CFA-2647-BBDF-5BB9-88EB868FEB7E}"/>
              </a:ext>
            </a:extLst>
          </p:cNvPr>
          <p:cNvSpPr/>
          <p:nvPr/>
        </p:nvSpPr>
        <p:spPr>
          <a:xfrm>
            <a:off x="0" y="0"/>
            <a:ext cx="12192000" cy="124733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>
              <a:latin typeface="+mj-lt"/>
            </a:endParaRP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0872160-6852-1BEC-B09C-1DD28D0DDA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996295" y="2697480"/>
            <a:ext cx="6199411" cy="146304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D3C86BDE-29C3-97C3-667F-6D114A75833A}"/>
              </a:ext>
            </a:extLst>
          </p:cNvPr>
          <p:cNvSpPr/>
          <p:nvPr/>
        </p:nvSpPr>
        <p:spPr>
          <a:xfrm>
            <a:off x="0" y="5610664"/>
            <a:ext cx="12192000" cy="124733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0767343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 1"/>
          <p:cNvSpPr>
            <a:spLocks noGrp="1"/>
          </p:cNvSpPr>
          <p:nvPr>
            <p:ph type="title" hasCustomPrompt="1"/>
          </p:nvPr>
        </p:nvSpPr>
        <p:spPr>
          <a:xfrm>
            <a:off x="424510" y="239585"/>
            <a:ext cx="9180000" cy="313932"/>
          </a:xfrm>
          <a:prstGeom prst="rect">
            <a:avLst/>
          </a:prstGeom>
        </p:spPr>
        <p:txBody>
          <a:bodyPr vert="horz" lIns="0" tIns="0" rIns="91440" bIns="0" rtlCol="0" anchor="ctr">
            <a:spAutoFit/>
          </a:bodyPr>
          <a:lstStyle>
            <a:lvl1pPr>
              <a:defRPr sz="2400" b="1"/>
            </a:lvl1pPr>
          </a:lstStyle>
          <a:p>
            <a:pPr lvl="0"/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8436955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Content + Dark Panel (Left)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C708B21F-AE0F-36C9-8AC4-725205DB8B34}"/>
              </a:ext>
            </a:extLst>
          </p:cNvPr>
          <p:cNvSpPr/>
          <p:nvPr userDrawn="1"/>
        </p:nvSpPr>
        <p:spPr>
          <a:xfrm>
            <a:off x="0" y="0"/>
            <a:ext cx="4068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8633B39-B882-BF79-7F74-05AD44C7A3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4476" y="566738"/>
            <a:ext cx="3636962" cy="425450"/>
          </a:xfrm>
        </p:spPr>
        <p:txBody>
          <a:bodyPr/>
          <a:lstStyle>
            <a:lvl1pPr>
              <a:defRPr sz="2400"/>
            </a:lvl1pPr>
          </a:lstStyle>
          <a:p>
            <a:r>
              <a:rPr lang="en-US"/>
              <a:t>Click to edit Master title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DB2158D-1601-CA22-AB4C-F9815F8429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25D936B2-9603-44E6-BBA6-5171B43C6FC5}" type="datetime1">
              <a:rPr lang="en-US" smtClean="0"/>
              <a:t>4/7/2026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A04FCA3-5670-609F-3C6F-8C6A3106C2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2836031-D6CD-47E0-B7E1-F15DFFC6DDD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E64F084A-6BF4-6C0E-8150-3BC4D9D6013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44475" y="995357"/>
            <a:ext cx="3636963" cy="37623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Click to edit Master subtitle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B98C651-179B-0BDA-AB91-DB75E411D029}"/>
              </a:ext>
            </a:extLst>
          </p:cNvPr>
          <p:cNvSpPr txBox="1"/>
          <p:nvPr userDrawn="1"/>
        </p:nvSpPr>
        <p:spPr>
          <a:xfrm>
            <a:off x="246063" y="6429600"/>
            <a:ext cx="2916000" cy="205200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lstStyle/>
          <a:p>
            <a:r>
              <a:rPr lang="en-GB" sz="850">
                <a:solidFill>
                  <a:schemeClr val="bg1"/>
                </a:solidFill>
              </a:rPr>
              <a:t>© Hitachi Digital Services 2024. All Rights Reserved</a:t>
            </a:r>
            <a:endParaRPr lang="en-US" sz="850">
              <a:solidFill>
                <a:schemeClr val="bg1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7115BE4-64B1-24EA-B513-0C87ECAE1EC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031730" y="214070"/>
            <a:ext cx="1915795" cy="207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002072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4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icture containing outdoor, outdoor object, clouds&#10;&#10;Description automatically generated">
            <a:extLst>
              <a:ext uri="{FF2B5EF4-FFF2-40B4-BE49-F238E27FC236}">
                <a16:creationId xmlns:a16="http://schemas.microsoft.com/office/drawing/2014/main" id="{F97EEF74-D615-3E40-902C-C6413F3E799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924801" y="0"/>
            <a:ext cx="4300219" cy="6876288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86272875-7CFB-E54E-A464-DFC119BD2050}"/>
              </a:ext>
            </a:extLst>
          </p:cNvPr>
          <p:cNvSpPr/>
          <p:nvPr userDrawn="1"/>
        </p:nvSpPr>
        <p:spPr>
          <a:xfrm>
            <a:off x="0" y="0"/>
            <a:ext cx="7924800" cy="6876288"/>
          </a:xfrm>
          <a:prstGeom prst="rect">
            <a:avLst/>
          </a:prstGeom>
          <a:gradFill>
            <a:gsLst>
              <a:gs pos="0">
                <a:schemeClr val="accent2">
                  <a:lumMod val="42000"/>
                </a:schemeClr>
              </a:gs>
              <a:gs pos="93000">
                <a:schemeClr val="accent2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b="0" i="0">
              <a:latin typeface="Neue Haas Grotesk Text Pro" panose="020B0504020202020204" pitchFamily="34" charset="77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2148" y="6553934"/>
            <a:ext cx="356188" cy="256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111F478C-84AE-4601-9BE4-60468A3A6C06}" type="slidenum">
              <a:rPr lang="en-US" sz="1067" b="0" i="0" smtClean="0">
                <a:solidFill>
                  <a:prstClr val="white">
                    <a:alpha val="50000"/>
                  </a:prstClr>
                </a:solidFill>
                <a:latin typeface="Neue Haas Grotesk Text Pro" panose="020B0504020202020204" pitchFamily="34" charset="77"/>
              </a:rPr>
              <a:pPr/>
              <a:t>‹#›</a:t>
            </a:fld>
            <a:endParaRPr lang="en-US" sz="1067" b="0" i="0">
              <a:solidFill>
                <a:prstClr val="white">
                  <a:alpha val="50000"/>
                </a:prstClr>
              </a:solidFill>
              <a:latin typeface="Neue Haas Grotesk Text Pro" panose="020B0504020202020204" pitchFamily="34" charset="7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F6F85EA-1CAA-F34C-8631-AB308554EFA3}"/>
              </a:ext>
            </a:extLst>
          </p:cNvPr>
          <p:cNvSpPr txBox="1"/>
          <p:nvPr userDrawn="1"/>
        </p:nvSpPr>
        <p:spPr>
          <a:xfrm>
            <a:off x="2148" y="6553934"/>
            <a:ext cx="356188" cy="256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111F478C-84AE-4601-9BE4-60468A3A6C06}" type="slidenum">
              <a:rPr lang="en-US" sz="1067" b="0" i="0" smtClean="0">
                <a:solidFill>
                  <a:prstClr val="white">
                    <a:alpha val="50000"/>
                  </a:prstClr>
                </a:solidFill>
                <a:latin typeface="Neue Haas Grotesk Text Pro" panose="020B0504020202020204" pitchFamily="34" charset="77"/>
              </a:rPr>
              <a:pPr/>
              <a:t>‹#›</a:t>
            </a:fld>
            <a:endParaRPr lang="en-US" sz="1067" b="0" i="0">
              <a:solidFill>
                <a:prstClr val="white">
                  <a:alpha val="50000"/>
                </a:prstClr>
              </a:solidFill>
              <a:latin typeface="Neue Haas Grotesk Text Pro" panose="020B0504020202020204" pitchFamily="34" charset="77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930F984-17D6-BE42-A775-2C3D858C4394}"/>
              </a:ext>
            </a:extLst>
          </p:cNvPr>
          <p:cNvSpPr txBox="1"/>
          <p:nvPr userDrawn="1"/>
        </p:nvSpPr>
        <p:spPr>
          <a:xfrm>
            <a:off x="9596421" y="6548295"/>
            <a:ext cx="254268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b="0" i="0" kern="1200">
                <a:solidFill>
                  <a:schemeClr val="bg1">
                    <a:lumMod val="95000"/>
                  </a:schemeClr>
                </a:solidFill>
                <a:latin typeface="Neue Haas Grotesk Text Pro" panose="020B0504020202020204" pitchFamily="34" charset="77"/>
                <a:ea typeface="+mn-ea"/>
                <a:cs typeface="+mn-cs"/>
              </a:rPr>
              <a:t>© Hitachi Vantara LLC 2023. All Rights Reserved.</a:t>
            </a:r>
          </a:p>
        </p:txBody>
      </p:sp>
      <p:sp>
        <p:nvSpPr>
          <p:cNvPr id="36" name="Subtitle 2">
            <a:extLst>
              <a:ext uri="{FF2B5EF4-FFF2-40B4-BE49-F238E27FC236}">
                <a16:creationId xmlns:a16="http://schemas.microsoft.com/office/drawing/2014/main" id="{81B74A4B-4103-8C47-B406-C674AEEF293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08465" y="3737490"/>
            <a:ext cx="5715233" cy="410369"/>
          </a:xfrm>
          <a:prstGeom prst="rect">
            <a:avLst/>
          </a:prstGeom>
          <a:effectLst/>
        </p:spPr>
        <p:txBody>
          <a:bodyPr/>
          <a:lstStyle>
            <a:lvl1pPr marL="0" marR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Wingdings" charset="2"/>
              <a:buNone/>
              <a:tabLst/>
              <a:defRPr sz="2667" b="0" i="0" cap="none" baseline="0">
                <a:solidFill>
                  <a:schemeClr val="bg1"/>
                </a:solidFill>
                <a:latin typeface="Neue Haas Grotesk Text Pro" panose="020B0504020202020204" pitchFamily="34" charset="77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Subtitle placeholder 20pt Regular</a:t>
            </a:r>
          </a:p>
        </p:txBody>
      </p:sp>
      <p:sp>
        <p:nvSpPr>
          <p:cNvPr id="56" name="Title 1">
            <a:extLst>
              <a:ext uri="{FF2B5EF4-FFF2-40B4-BE49-F238E27FC236}">
                <a16:creationId xmlns:a16="http://schemas.microsoft.com/office/drawing/2014/main" id="{F3449615-5EC8-0443-93DD-7C12058E586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08465" y="967698"/>
            <a:ext cx="6864479" cy="2761725"/>
          </a:xfrm>
          <a:prstGeom prst="rect">
            <a:avLst/>
          </a:prstGeom>
          <a:effectLst/>
        </p:spPr>
        <p:txBody>
          <a:bodyPr lIns="0" rIns="0" anchor="b" anchorCtr="0">
            <a:noAutofit/>
          </a:bodyPr>
          <a:lstStyle>
            <a:lvl1pPr>
              <a:lnSpc>
                <a:spcPct val="90000"/>
              </a:lnSpc>
              <a:defRPr sz="5333" b="1" i="0" cap="none" baseline="0">
                <a:solidFill>
                  <a:schemeClr val="bg1"/>
                </a:solidFill>
                <a:latin typeface="Neue Haas Grotesk Text Pro" panose="020B0504020202020204" pitchFamily="34" charset="77"/>
              </a:defRPr>
            </a:lvl1pPr>
          </a:lstStyle>
          <a:p>
            <a:r>
              <a:rPr lang="en-US"/>
              <a:t>Section Title Slide Placeholder </a:t>
            </a:r>
          </a:p>
        </p:txBody>
      </p:sp>
      <p:sp>
        <p:nvSpPr>
          <p:cNvPr id="57" name="Text Placeholder 6">
            <a:extLst>
              <a:ext uri="{FF2B5EF4-FFF2-40B4-BE49-F238E27FC236}">
                <a16:creationId xmlns:a16="http://schemas.microsoft.com/office/drawing/2014/main" id="{E30C1AAE-0A6B-F046-8B92-C3C170DCEAE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08465" y="5207079"/>
            <a:ext cx="4725881" cy="287259"/>
          </a:xfrm>
        </p:spPr>
        <p:txBody>
          <a:bodyPr anchor="t"/>
          <a:lstStyle>
            <a:lvl1pPr marL="0" indent="0">
              <a:spcBef>
                <a:spcPts val="0"/>
              </a:spcBef>
              <a:spcAft>
                <a:spcPts val="400"/>
              </a:spcAft>
              <a:buNone/>
              <a:defRPr sz="1867" b="1" baseline="0">
                <a:solidFill>
                  <a:schemeClr val="bg1"/>
                </a:solidFill>
              </a:defRPr>
            </a:lvl1pPr>
            <a:lvl2pPr marL="374640" indent="0">
              <a:buNone/>
              <a:defRPr/>
            </a:lvl2pPr>
            <a:lvl3pPr marL="766214" indent="0">
              <a:buNone/>
              <a:defRPr/>
            </a:lvl3pPr>
            <a:lvl4pPr marL="1140855" indent="0">
              <a:buNone/>
              <a:defRPr/>
            </a:lvl4pPr>
            <a:lvl5pPr marL="1454114" indent="0">
              <a:buNone/>
              <a:defRPr/>
            </a:lvl5pPr>
          </a:lstStyle>
          <a:p>
            <a:pPr lvl="0"/>
            <a:r>
              <a:rPr lang="en-US"/>
              <a:t>Optional Subtitle here 14pt Bold</a:t>
            </a:r>
          </a:p>
        </p:txBody>
      </p:sp>
      <p:sp>
        <p:nvSpPr>
          <p:cNvPr id="69" name="Text Placeholder 8">
            <a:extLst>
              <a:ext uri="{FF2B5EF4-FFF2-40B4-BE49-F238E27FC236}">
                <a16:creationId xmlns:a16="http://schemas.microsoft.com/office/drawing/2014/main" id="{744DFF1F-F65B-4049-A569-3EDCDB16BA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08465" y="5512868"/>
            <a:ext cx="4725881" cy="246221"/>
          </a:xfrm>
        </p:spPr>
        <p:txBody>
          <a:bodyPr anchor="t"/>
          <a:lstStyle>
            <a:lvl1pPr marL="0" indent="0">
              <a:spcBef>
                <a:spcPts val="0"/>
              </a:spcBef>
              <a:spcAft>
                <a:spcPts val="400"/>
              </a:spcAft>
              <a:buNone/>
              <a:defRPr sz="1600">
                <a:solidFill>
                  <a:schemeClr val="bg1"/>
                </a:solidFill>
              </a:defRPr>
            </a:lvl1pPr>
            <a:lvl2pPr marL="374640" indent="0">
              <a:buNone/>
              <a:defRPr/>
            </a:lvl2pPr>
            <a:lvl3pPr marL="766214" indent="0">
              <a:buNone/>
              <a:defRPr/>
            </a:lvl3pPr>
            <a:lvl4pPr marL="1140855" indent="0">
              <a:buNone/>
              <a:defRPr/>
            </a:lvl4pPr>
            <a:lvl5pPr marL="1454114" indent="0">
              <a:buNone/>
              <a:defRPr/>
            </a:lvl5pPr>
          </a:lstStyle>
          <a:p>
            <a:pPr lvl="0"/>
            <a:r>
              <a:rPr lang="en-US"/>
              <a:t>Optional text here 12pt Regular</a:t>
            </a:r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576D9C02-7180-DD49-8B44-DC85DB92567B}"/>
              </a:ext>
            </a:extLst>
          </p:cNvPr>
          <p:cNvGrpSpPr/>
          <p:nvPr userDrawn="1"/>
        </p:nvGrpSpPr>
        <p:grpSpPr>
          <a:xfrm>
            <a:off x="10246555" y="301096"/>
            <a:ext cx="1663868" cy="475553"/>
            <a:chOff x="2751138" y="3262313"/>
            <a:chExt cx="4665662" cy="1333500"/>
          </a:xfrm>
          <a:solidFill>
            <a:schemeClr val="tx2"/>
          </a:solidFill>
        </p:grpSpPr>
        <p:sp>
          <p:nvSpPr>
            <p:cNvPr id="74" name="Freeform 1">
              <a:extLst>
                <a:ext uri="{FF2B5EF4-FFF2-40B4-BE49-F238E27FC236}">
                  <a16:creationId xmlns:a16="http://schemas.microsoft.com/office/drawing/2014/main" id="{3234AA91-7A6B-E345-9967-BD638086E38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80138" y="3275013"/>
              <a:ext cx="673100" cy="631825"/>
            </a:xfrm>
            <a:custGeom>
              <a:avLst/>
              <a:gdLst>
                <a:gd name="T0" fmla="*/ 465 w 1868"/>
                <a:gd name="T1" fmla="*/ 0 h 1755"/>
                <a:gd name="T2" fmla="*/ 465 w 1868"/>
                <a:gd name="T3" fmla="*/ 700 h 1755"/>
                <a:gd name="T4" fmla="*/ 1402 w 1868"/>
                <a:gd name="T5" fmla="*/ 700 h 1755"/>
                <a:gd name="T6" fmla="*/ 1402 w 1868"/>
                <a:gd name="T7" fmla="*/ 0 h 1755"/>
                <a:gd name="T8" fmla="*/ 1867 w 1868"/>
                <a:gd name="T9" fmla="*/ 0 h 1755"/>
                <a:gd name="T10" fmla="*/ 1867 w 1868"/>
                <a:gd name="T11" fmla="*/ 1754 h 1755"/>
                <a:gd name="T12" fmla="*/ 1402 w 1868"/>
                <a:gd name="T13" fmla="*/ 1754 h 1755"/>
                <a:gd name="T14" fmla="*/ 1402 w 1868"/>
                <a:gd name="T15" fmla="*/ 983 h 1755"/>
                <a:gd name="T16" fmla="*/ 465 w 1868"/>
                <a:gd name="T17" fmla="*/ 983 h 1755"/>
                <a:gd name="T18" fmla="*/ 465 w 1868"/>
                <a:gd name="T19" fmla="*/ 1754 h 1755"/>
                <a:gd name="T20" fmla="*/ 0 w 1868"/>
                <a:gd name="T21" fmla="*/ 1754 h 1755"/>
                <a:gd name="T22" fmla="*/ 0 w 1868"/>
                <a:gd name="T23" fmla="*/ 0 h 1755"/>
                <a:gd name="T24" fmla="*/ 465 w 1868"/>
                <a:gd name="T25" fmla="*/ 0 h 1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868" h="1755">
                  <a:moveTo>
                    <a:pt x="465" y="0"/>
                  </a:moveTo>
                  <a:cubicBezTo>
                    <a:pt x="465" y="0"/>
                    <a:pt x="465" y="705"/>
                    <a:pt x="465" y="700"/>
                  </a:cubicBezTo>
                  <a:lnTo>
                    <a:pt x="1402" y="700"/>
                  </a:lnTo>
                  <a:cubicBezTo>
                    <a:pt x="1402" y="705"/>
                    <a:pt x="1402" y="0"/>
                    <a:pt x="1402" y="0"/>
                  </a:cubicBezTo>
                  <a:cubicBezTo>
                    <a:pt x="1402" y="0"/>
                    <a:pt x="1863" y="0"/>
                    <a:pt x="1867" y="0"/>
                  </a:cubicBezTo>
                  <a:cubicBezTo>
                    <a:pt x="1867" y="0"/>
                    <a:pt x="1867" y="1750"/>
                    <a:pt x="1867" y="1754"/>
                  </a:cubicBezTo>
                  <a:lnTo>
                    <a:pt x="1402" y="1754"/>
                  </a:lnTo>
                  <a:cubicBezTo>
                    <a:pt x="1402" y="1754"/>
                    <a:pt x="1402" y="987"/>
                    <a:pt x="1402" y="983"/>
                  </a:cubicBezTo>
                  <a:cubicBezTo>
                    <a:pt x="1402" y="987"/>
                    <a:pt x="465" y="983"/>
                    <a:pt x="465" y="983"/>
                  </a:cubicBezTo>
                  <a:cubicBezTo>
                    <a:pt x="465" y="987"/>
                    <a:pt x="465" y="1754"/>
                    <a:pt x="465" y="1754"/>
                  </a:cubicBezTo>
                  <a:lnTo>
                    <a:pt x="0" y="1754"/>
                  </a:lnTo>
                  <a:cubicBezTo>
                    <a:pt x="0" y="1754"/>
                    <a:pt x="4" y="0"/>
                    <a:pt x="0" y="0"/>
                  </a:cubicBezTo>
                  <a:lnTo>
                    <a:pt x="465" y="0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75" name="Freeform 2">
              <a:extLst>
                <a:ext uri="{FF2B5EF4-FFF2-40B4-BE49-F238E27FC236}">
                  <a16:creationId xmlns:a16="http://schemas.microsoft.com/office/drawing/2014/main" id="{4E45FB29-3F4D-984B-87C7-05098A2832C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83050" y="3275013"/>
              <a:ext cx="677863" cy="631825"/>
            </a:xfrm>
            <a:custGeom>
              <a:avLst/>
              <a:gdLst>
                <a:gd name="T0" fmla="*/ 1883 w 1884"/>
                <a:gd name="T1" fmla="*/ 0 h 1755"/>
                <a:gd name="T2" fmla="*/ 1883 w 1884"/>
                <a:gd name="T3" fmla="*/ 298 h 1755"/>
                <a:gd name="T4" fmla="*/ 1174 w 1884"/>
                <a:gd name="T5" fmla="*/ 298 h 1755"/>
                <a:gd name="T6" fmla="*/ 1174 w 1884"/>
                <a:gd name="T7" fmla="*/ 1754 h 1755"/>
                <a:gd name="T8" fmla="*/ 709 w 1884"/>
                <a:gd name="T9" fmla="*/ 1754 h 1755"/>
                <a:gd name="T10" fmla="*/ 709 w 1884"/>
                <a:gd name="T11" fmla="*/ 298 h 1755"/>
                <a:gd name="T12" fmla="*/ 0 w 1884"/>
                <a:gd name="T13" fmla="*/ 298 h 1755"/>
                <a:gd name="T14" fmla="*/ 0 w 1884"/>
                <a:gd name="T15" fmla="*/ 0 h 1755"/>
                <a:gd name="T16" fmla="*/ 1883 w 1884"/>
                <a:gd name="T17" fmla="*/ 0 h 1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884" h="1755">
                  <a:moveTo>
                    <a:pt x="1883" y="0"/>
                  </a:moveTo>
                  <a:cubicBezTo>
                    <a:pt x="1883" y="4"/>
                    <a:pt x="1883" y="298"/>
                    <a:pt x="1883" y="298"/>
                  </a:cubicBezTo>
                  <a:lnTo>
                    <a:pt x="1174" y="298"/>
                  </a:lnTo>
                  <a:lnTo>
                    <a:pt x="1174" y="1754"/>
                  </a:lnTo>
                  <a:lnTo>
                    <a:pt x="709" y="1754"/>
                  </a:lnTo>
                  <a:lnTo>
                    <a:pt x="709" y="298"/>
                  </a:lnTo>
                  <a:lnTo>
                    <a:pt x="0" y="298"/>
                  </a:lnTo>
                  <a:lnTo>
                    <a:pt x="0" y="0"/>
                  </a:lnTo>
                  <a:lnTo>
                    <a:pt x="1883" y="0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76" name="Freeform 3">
              <a:extLst>
                <a:ext uri="{FF2B5EF4-FFF2-40B4-BE49-F238E27FC236}">
                  <a16:creationId xmlns:a16="http://schemas.microsoft.com/office/drawing/2014/main" id="{18CC5F91-9460-884F-99E4-13DC582C5F9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14863" y="3275013"/>
              <a:ext cx="796925" cy="631825"/>
            </a:xfrm>
            <a:custGeom>
              <a:avLst/>
              <a:gdLst>
                <a:gd name="T0" fmla="*/ 2214 w 2215"/>
                <a:gd name="T1" fmla="*/ 1754 h 1755"/>
                <a:gd name="T2" fmla="*/ 1695 w 2215"/>
                <a:gd name="T3" fmla="*/ 1754 h 1755"/>
                <a:gd name="T4" fmla="*/ 1542 w 2215"/>
                <a:gd name="T5" fmla="*/ 1377 h 1755"/>
                <a:gd name="T6" fmla="*/ 672 w 2215"/>
                <a:gd name="T7" fmla="*/ 1377 h 1755"/>
                <a:gd name="T8" fmla="*/ 518 w 2215"/>
                <a:gd name="T9" fmla="*/ 1754 h 1755"/>
                <a:gd name="T10" fmla="*/ 0 w 2215"/>
                <a:gd name="T11" fmla="*/ 1754 h 1755"/>
                <a:gd name="T12" fmla="*/ 825 w 2215"/>
                <a:gd name="T13" fmla="*/ 0 h 1755"/>
                <a:gd name="T14" fmla="*/ 1392 w 2215"/>
                <a:gd name="T15" fmla="*/ 0 h 1755"/>
                <a:gd name="T16" fmla="*/ 2214 w 2215"/>
                <a:gd name="T17" fmla="*/ 1754 h 1755"/>
                <a:gd name="T18" fmla="*/ 788 w 2215"/>
                <a:gd name="T19" fmla="*/ 1095 h 1755"/>
                <a:gd name="T20" fmla="*/ 1434 w 2215"/>
                <a:gd name="T21" fmla="*/ 1095 h 1755"/>
                <a:gd name="T22" fmla="*/ 1107 w 2215"/>
                <a:gd name="T23" fmla="*/ 298 h 1755"/>
                <a:gd name="T24" fmla="*/ 788 w 2215"/>
                <a:gd name="T25" fmla="*/ 1095 h 1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15" h="1755">
                  <a:moveTo>
                    <a:pt x="2214" y="1754"/>
                  </a:moveTo>
                  <a:cubicBezTo>
                    <a:pt x="2214" y="1754"/>
                    <a:pt x="1691" y="1754"/>
                    <a:pt x="1695" y="1754"/>
                  </a:cubicBezTo>
                  <a:lnTo>
                    <a:pt x="1542" y="1377"/>
                  </a:lnTo>
                  <a:lnTo>
                    <a:pt x="672" y="1377"/>
                  </a:lnTo>
                  <a:cubicBezTo>
                    <a:pt x="672" y="1377"/>
                    <a:pt x="522" y="1754"/>
                    <a:pt x="518" y="1754"/>
                  </a:cubicBezTo>
                  <a:lnTo>
                    <a:pt x="0" y="1754"/>
                  </a:lnTo>
                  <a:lnTo>
                    <a:pt x="825" y="0"/>
                  </a:lnTo>
                  <a:lnTo>
                    <a:pt x="1392" y="0"/>
                  </a:lnTo>
                  <a:lnTo>
                    <a:pt x="2214" y="1754"/>
                  </a:lnTo>
                  <a:close/>
                  <a:moveTo>
                    <a:pt x="788" y="1095"/>
                  </a:moveTo>
                  <a:lnTo>
                    <a:pt x="1434" y="1095"/>
                  </a:lnTo>
                  <a:lnTo>
                    <a:pt x="1107" y="298"/>
                  </a:lnTo>
                  <a:lnTo>
                    <a:pt x="788" y="1095"/>
                  </a:lnTo>
                  <a:close/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77" name="Freeform 4">
              <a:extLst>
                <a:ext uri="{FF2B5EF4-FFF2-40B4-BE49-F238E27FC236}">
                  <a16:creationId xmlns:a16="http://schemas.microsoft.com/office/drawing/2014/main" id="{E9128DEF-365E-C84D-B8F7-BA15BEF217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985000" y="3275013"/>
              <a:ext cx="166688" cy="631825"/>
            </a:xfrm>
            <a:custGeom>
              <a:avLst/>
              <a:gdLst>
                <a:gd name="T0" fmla="*/ 232 w 465"/>
                <a:gd name="T1" fmla="*/ 1754 h 1755"/>
                <a:gd name="T2" fmla="*/ 0 w 465"/>
                <a:gd name="T3" fmla="*/ 1754 h 1755"/>
                <a:gd name="T4" fmla="*/ 0 w 465"/>
                <a:gd name="T5" fmla="*/ 0 h 1755"/>
                <a:gd name="T6" fmla="*/ 464 w 465"/>
                <a:gd name="T7" fmla="*/ 0 h 1755"/>
                <a:gd name="T8" fmla="*/ 464 w 465"/>
                <a:gd name="T9" fmla="*/ 1754 h 1755"/>
                <a:gd name="T10" fmla="*/ 232 w 465"/>
                <a:gd name="T11" fmla="*/ 1754 h 1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65" h="1755">
                  <a:moveTo>
                    <a:pt x="232" y="1754"/>
                  </a:moveTo>
                  <a:lnTo>
                    <a:pt x="0" y="1754"/>
                  </a:lnTo>
                  <a:lnTo>
                    <a:pt x="0" y="0"/>
                  </a:lnTo>
                  <a:lnTo>
                    <a:pt x="464" y="0"/>
                  </a:lnTo>
                  <a:lnTo>
                    <a:pt x="464" y="1754"/>
                  </a:lnTo>
                  <a:lnTo>
                    <a:pt x="232" y="1754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78" name="Freeform 5">
              <a:extLst>
                <a:ext uri="{FF2B5EF4-FFF2-40B4-BE49-F238E27FC236}">
                  <a16:creationId xmlns:a16="http://schemas.microsoft.com/office/drawing/2014/main" id="{56FA26D3-7324-E847-A7BC-44433E4D287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49588" y="3275013"/>
              <a:ext cx="673100" cy="631825"/>
            </a:xfrm>
            <a:custGeom>
              <a:avLst/>
              <a:gdLst>
                <a:gd name="T0" fmla="*/ 465 w 1868"/>
                <a:gd name="T1" fmla="*/ 0 h 1755"/>
                <a:gd name="T2" fmla="*/ 465 w 1868"/>
                <a:gd name="T3" fmla="*/ 700 h 1755"/>
                <a:gd name="T4" fmla="*/ 1402 w 1868"/>
                <a:gd name="T5" fmla="*/ 700 h 1755"/>
                <a:gd name="T6" fmla="*/ 1402 w 1868"/>
                <a:gd name="T7" fmla="*/ 0 h 1755"/>
                <a:gd name="T8" fmla="*/ 1867 w 1868"/>
                <a:gd name="T9" fmla="*/ 0 h 1755"/>
                <a:gd name="T10" fmla="*/ 1867 w 1868"/>
                <a:gd name="T11" fmla="*/ 1754 h 1755"/>
                <a:gd name="T12" fmla="*/ 1402 w 1868"/>
                <a:gd name="T13" fmla="*/ 1754 h 1755"/>
                <a:gd name="T14" fmla="*/ 1402 w 1868"/>
                <a:gd name="T15" fmla="*/ 983 h 1755"/>
                <a:gd name="T16" fmla="*/ 465 w 1868"/>
                <a:gd name="T17" fmla="*/ 983 h 1755"/>
                <a:gd name="T18" fmla="*/ 465 w 1868"/>
                <a:gd name="T19" fmla="*/ 1754 h 1755"/>
                <a:gd name="T20" fmla="*/ 0 w 1868"/>
                <a:gd name="T21" fmla="*/ 1754 h 1755"/>
                <a:gd name="T22" fmla="*/ 0 w 1868"/>
                <a:gd name="T23" fmla="*/ 0 h 1755"/>
                <a:gd name="T24" fmla="*/ 465 w 1868"/>
                <a:gd name="T25" fmla="*/ 0 h 1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868" h="1755">
                  <a:moveTo>
                    <a:pt x="465" y="0"/>
                  </a:moveTo>
                  <a:cubicBezTo>
                    <a:pt x="465" y="0"/>
                    <a:pt x="465" y="705"/>
                    <a:pt x="465" y="700"/>
                  </a:cubicBezTo>
                  <a:lnTo>
                    <a:pt x="1402" y="700"/>
                  </a:lnTo>
                  <a:cubicBezTo>
                    <a:pt x="1402" y="705"/>
                    <a:pt x="1402" y="0"/>
                    <a:pt x="1402" y="0"/>
                  </a:cubicBezTo>
                  <a:cubicBezTo>
                    <a:pt x="1402" y="0"/>
                    <a:pt x="1863" y="0"/>
                    <a:pt x="1867" y="0"/>
                  </a:cubicBezTo>
                  <a:cubicBezTo>
                    <a:pt x="1867" y="0"/>
                    <a:pt x="1867" y="1750"/>
                    <a:pt x="1867" y="1754"/>
                  </a:cubicBezTo>
                  <a:lnTo>
                    <a:pt x="1402" y="1754"/>
                  </a:lnTo>
                  <a:cubicBezTo>
                    <a:pt x="1402" y="1754"/>
                    <a:pt x="1402" y="987"/>
                    <a:pt x="1402" y="983"/>
                  </a:cubicBezTo>
                  <a:cubicBezTo>
                    <a:pt x="1402" y="987"/>
                    <a:pt x="465" y="983"/>
                    <a:pt x="465" y="983"/>
                  </a:cubicBezTo>
                  <a:cubicBezTo>
                    <a:pt x="465" y="987"/>
                    <a:pt x="465" y="1754"/>
                    <a:pt x="465" y="1754"/>
                  </a:cubicBezTo>
                  <a:lnTo>
                    <a:pt x="0" y="1754"/>
                  </a:lnTo>
                  <a:cubicBezTo>
                    <a:pt x="0" y="1754"/>
                    <a:pt x="5" y="0"/>
                    <a:pt x="0" y="0"/>
                  </a:cubicBezTo>
                  <a:lnTo>
                    <a:pt x="465" y="0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80" name="Freeform 6">
              <a:extLst>
                <a:ext uri="{FF2B5EF4-FFF2-40B4-BE49-F238E27FC236}">
                  <a16:creationId xmlns:a16="http://schemas.microsoft.com/office/drawing/2014/main" id="{56A0DE5E-A282-9946-9D3B-FE8786D11C2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54450" y="3275013"/>
              <a:ext cx="168275" cy="631825"/>
            </a:xfrm>
            <a:custGeom>
              <a:avLst/>
              <a:gdLst>
                <a:gd name="T0" fmla="*/ 233 w 466"/>
                <a:gd name="T1" fmla="*/ 1754 h 1755"/>
                <a:gd name="T2" fmla="*/ 0 w 466"/>
                <a:gd name="T3" fmla="*/ 1754 h 1755"/>
                <a:gd name="T4" fmla="*/ 0 w 466"/>
                <a:gd name="T5" fmla="*/ 0 h 1755"/>
                <a:gd name="T6" fmla="*/ 465 w 466"/>
                <a:gd name="T7" fmla="*/ 0 h 1755"/>
                <a:gd name="T8" fmla="*/ 465 w 466"/>
                <a:gd name="T9" fmla="*/ 1754 h 1755"/>
                <a:gd name="T10" fmla="*/ 233 w 466"/>
                <a:gd name="T11" fmla="*/ 1754 h 1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66" h="1755">
                  <a:moveTo>
                    <a:pt x="233" y="1754"/>
                  </a:moveTo>
                  <a:lnTo>
                    <a:pt x="0" y="1754"/>
                  </a:lnTo>
                  <a:lnTo>
                    <a:pt x="0" y="0"/>
                  </a:lnTo>
                  <a:lnTo>
                    <a:pt x="465" y="0"/>
                  </a:lnTo>
                  <a:lnTo>
                    <a:pt x="465" y="1754"/>
                  </a:lnTo>
                  <a:lnTo>
                    <a:pt x="233" y="1754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81" name="Freeform 7">
              <a:extLst>
                <a:ext uri="{FF2B5EF4-FFF2-40B4-BE49-F238E27FC236}">
                  <a16:creationId xmlns:a16="http://schemas.microsoft.com/office/drawing/2014/main" id="{AA5C1A3F-FE42-094B-8CD8-A03CAF6E1C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83213" y="3262313"/>
              <a:ext cx="715962" cy="663575"/>
            </a:xfrm>
            <a:custGeom>
              <a:avLst/>
              <a:gdLst>
                <a:gd name="T0" fmla="*/ 62 w 1988"/>
                <a:gd name="T1" fmla="*/ 1307 h 1842"/>
                <a:gd name="T2" fmla="*/ 0 w 1988"/>
                <a:gd name="T3" fmla="*/ 933 h 1842"/>
                <a:gd name="T4" fmla="*/ 120 w 1988"/>
                <a:gd name="T5" fmla="*/ 423 h 1842"/>
                <a:gd name="T6" fmla="*/ 518 w 1988"/>
                <a:gd name="T7" fmla="*/ 91 h 1842"/>
                <a:gd name="T8" fmla="*/ 1033 w 1988"/>
                <a:gd name="T9" fmla="*/ 0 h 1842"/>
                <a:gd name="T10" fmla="*/ 1618 w 1988"/>
                <a:gd name="T11" fmla="*/ 125 h 1842"/>
                <a:gd name="T12" fmla="*/ 1950 w 1988"/>
                <a:gd name="T13" fmla="*/ 531 h 1842"/>
                <a:gd name="T14" fmla="*/ 1966 w 1988"/>
                <a:gd name="T15" fmla="*/ 643 h 1842"/>
                <a:gd name="T16" fmla="*/ 1481 w 1988"/>
                <a:gd name="T17" fmla="*/ 643 h 1842"/>
                <a:gd name="T18" fmla="*/ 1456 w 1988"/>
                <a:gd name="T19" fmla="*/ 506 h 1842"/>
                <a:gd name="T20" fmla="*/ 1240 w 1988"/>
                <a:gd name="T21" fmla="*/ 303 h 1842"/>
                <a:gd name="T22" fmla="*/ 1037 w 1988"/>
                <a:gd name="T23" fmla="*/ 274 h 1842"/>
                <a:gd name="T24" fmla="*/ 809 w 1988"/>
                <a:gd name="T25" fmla="*/ 315 h 1842"/>
                <a:gd name="T26" fmla="*/ 556 w 1988"/>
                <a:gd name="T27" fmla="*/ 573 h 1842"/>
                <a:gd name="T28" fmla="*/ 494 w 1988"/>
                <a:gd name="T29" fmla="*/ 942 h 1842"/>
                <a:gd name="T30" fmla="*/ 539 w 1988"/>
                <a:gd name="T31" fmla="*/ 1249 h 1842"/>
                <a:gd name="T32" fmla="*/ 792 w 1988"/>
                <a:gd name="T33" fmla="*/ 1527 h 1842"/>
                <a:gd name="T34" fmla="*/ 1041 w 1988"/>
                <a:gd name="T35" fmla="*/ 1572 h 1842"/>
                <a:gd name="T36" fmla="*/ 1257 w 1988"/>
                <a:gd name="T37" fmla="*/ 1539 h 1842"/>
                <a:gd name="T38" fmla="*/ 1460 w 1988"/>
                <a:gd name="T39" fmla="*/ 1356 h 1842"/>
                <a:gd name="T40" fmla="*/ 1497 w 1988"/>
                <a:gd name="T41" fmla="*/ 1170 h 1842"/>
                <a:gd name="T42" fmla="*/ 1987 w 1988"/>
                <a:gd name="T43" fmla="*/ 1170 h 1842"/>
                <a:gd name="T44" fmla="*/ 1962 w 1988"/>
                <a:gd name="T45" fmla="*/ 1336 h 1842"/>
                <a:gd name="T46" fmla="*/ 1638 w 1988"/>
                <a:gd name="T47" fmla="*/ 1721 h 1842"/>
                <a:gd name="T48" fmla="*/ 1041 w 1988"/>
                <a:gd name="T49" fmla="*/ 1841 h 1842"/>
                <a:gd name="T50" fmla="*/ 568 w 1988"/>
                <a:gd name="T51" fmla="*/ 1771 h 1842"/>
                <a:gd name="T52" fmla="*/ 62 w 1988"/>
                <a:gd name="T53" fmla="*/ 1307 h 18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1988" h="1842">
                  <a:moveTo>
                    <a:pt x="62" y="1307"/>
                  </a:moveTo>
                  <a:cubicBezTo>
                    <a:pt x="21" y="1191"/>
                    <a:pt x="0" y="1066"/>
                    <a:pt x="0" y="933"/>
                  </a:cubicBezTo>
                  <a:cubicBezTo>
                    <a:pt x="0" y="751"/>
                    <a:pt x="33" y="573"/>
                    <a:pt x="120" y="423"/>
                  </a:cubicBezTo>
                  <a:cubicBezTo>
                    <a:pt x="211" y="270"/>
                    <a:pt x="348" y="154"/>
                    <a:pt x="518" y="91"/>
                  </a:cubicBezTo>
                  <a:cubicBezTo>
                    <a:pt x="680" y="33"/>
                    <a:pt x="850" y="0"/>
                    <a:pt x="1033" y="0"/>
                  </a:cubicBezTo>
                  <a:cubicBezTo>
                    <a:pt x="1240" y="0"/>
                    <a:pt x="1439" y="46"/>
                    <a:pt x="1618" y="125"/>
                  </a:cubicBezTo>
                  <a:cubicBezTo>
                    <a:pt x="1784" y="195"/>
                    <a:pt x="1912" y="349"/>
                    <a:pt x="1950" y="531"/>
                  </a:cubicBezTo>
                  <a:cubicBezTo>
                    <a:pt x="1958" y="568"/>
                    <a:pt x="1962" y="606"/>
                    <a:pt x="1966" y="643"/>
                  </a:cubicBezTo>
                  <a:lnTo>
                    <a:pt x="1481" y="643"/>
                  </a:lnTo>
                  <a:cubicBezTo>
                    <a:pt x="1481" y="597"/>
                    <a:pt x="1472" y="552"/>
                    <a:pt x="1456" y="506"/>
                  </a:cubicBezTo>
                  <a:cubicBezTo>
                    <a:pt x="1419" y="411"/>
                    <a:pt x="1340" y="332"/>
                    <a:pt x="1240" y="303"/>
                  </a:cubicBezTo>
                  <a:cubicBezTo>
                    <a:pt x="1174" y="282"/>
                    <a:pt x="1107" y="274"/>
                    <a:pt x="1037" y="274"/>
                  </a:cubicBezTo>
                  <a:cubicBezTo>
                    <a:pt x="958" y="274"/>
                    <a:pt x="879" y="286"/>
                    <a:pt x="809" y="315"/>
                  </a:cubicBezTo>
                  <a:cubicBezTo>
                    <a:pt x="688" y="357"/>
                    <a:pt x="597" y="452"/>
                    <a:pt x="556" y="573"/>
                  </a:cubicBezTo>
                  <a:cubicBezTo>
                    <a:pt x="514" y="689"/>
                    <a:pt x="494" y="813"/>
                    <a:pt x="494" y="942"/>
                  </a:cubicBezTo>
                  <a:cubicBezTo>
                    <a:pt x="494" y="1050"/>
                    <a:pt x="510" y="1153"/>
                    <a:pt x="539" y="1249"/>
                  </a:cubicBezTo>
                  <a:cubicBezTo>
                    <a:pt x="572" y="1377"/>
                    <a:pt x="672" y="1481"/>
                    <a:pt x="792" y="1527"/>
                  </a:cubicBezTo>
                  <a:cubicBezTo>
                    <a:pt x="871" y="1556"/>
                    <a:pt x="954" y="1572"/>
                    <a:pt x="1041" y="1572"/>
                  </a:cubicBezTo>
                  <a:cubicBezTo>
                    <a:pt x="1116" y="1572"/>
                    <a:pt x="1186" y="1560"/>
                    <a:pt x="1257" y="1539"/>
                  </a:cubicBezTo>
                  <a:cubicBezTo>
                    <a:pt x="1348" y="1510"/>
                    <a:pt x="1423" y="1444"/>
                    <a:pt x="1460" y="1356"/>
                  </a:cubicBezTo>
                  <a:cubicBezTo>
                    <a:pt x="1485" y="1298"/>
                    <a:pt x="1497" y="1236"/>
                    <a:pt x="1497" y="1170"/>
                  </a:cubicBezTo>
                  <a:lnTo>
                    <a:pt x="1987" y="1170"/>
                  </a:lnTo>
                  <a:cubicBezTo>
                    <a:pt x="1983" y="1228"/>
                    <a:pt x="1974" y="1282"/>
                    <a:pt x="1962" y="1336"/>
                  </a:cubicBezTo>
                  <a:cubicBezTo>
                    <a:pt x="1920" y="1510"/>
                    <a:pt x="1800" y="1655"/>
                    <a:pt x="1638" y="1721"/>
                  </a:cubicBezTo>
                  <a:cubicBezTo>
                    <a:pt x="1456" y="1800"/>
                    <a:pt x="1253" y="1841"/>
                    <a:pt x="1041" y="1841"/>
                  </a:cubicBezTo>
                  <a:cubicBezTo>
                    <a:pt x="875" y="1841"/>
                    <a:pt x="718" y="1817"/>
                    <a:pt x="568" y="1771"/>
                  </a:cubicBezTo>
                  <a:cubicBezTo>
                    <a:pt x="336" y="1692"/>
                    <a:pt x="137" y="1527"/>
                    <a:pt x="62" y="1307"/>
                  </a:cubicBez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82" name="Freeform 8">
              <a:extLst>
                <a:ext uri="{FF2B5EF4-FFF2-40B4-BE49-F238E27FC236}">
                  <a16:creationId xmlns:a16="http://schemas.microsoft.com/office/drawing/2014/main" id="{E3A1082D-CD08-D543-95DC-17168CA2DD9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51138" y="4083050"/>
              <a:ext cx="153987" cy="398463"/>
            </a:xfrm>
            <a:custGeom>
              <a:avLst/>
              <a:gdLst>
                <a:gd name="T0" fmla="*/ 415 w 428"/>
                <a:gd name="T1" fmla="*/ 0 h 1109"/>
                <a:gd name="T2" fmla="*/ 0 w 428"/>
                <a:gd name="T3" fmla="*/ 38 h 1109"/>
                <a:gd name="T4" fmla="*/ 0 w 428"/>
                <a:gd name="T5" fmla="*/ 100 h 1109"/>
                <a:gd name="T6" fmla="*/ 12 w 428"/>
                <a:gd name="T7" fmla="*/ 100 h 1109"/>
                <a:gd name="T8" fmla="*/ 178 w 428"/>
                <a:gd name="T9" fmla="*/ 241 h 1109"/>
                <a:gd name="T10" fmla="*/ 178 w 428"/>
                <a:gd name="T11" fmla="*/ 1108 h 1109"/>
                <a:gd name="T12" fmla="*/ 427 w 428"/>
                <a:gd name="T13" fmla="*/ 1108 h 1109"/>
                <a:gd name="T14" fmla="*/ 427 w 428"/>
                <a:gd name="T15" fmla="*/ 0 h 1109"/>
                <a:gd name="T16" fmla="*/ 415 w 428"/>
                <a:gd name="T17" fmla="*/ 0 h 11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28" h="1109">
                  <a:moveTo>
                    <a:pt x="415" y="0"/>
                  </a:moveTo>
                  <a:lnTo>
                    <a:pt x="0" y="38"/>
                  </a:lnTo>
                  <a:lnTo>
                    <a:pt x="0" y="100"/>
                  </a:lnTo>
                  <a:lnTo>
                    <a:pt x="12" y="100"/>
                  </a:lnTo>
                  <a:cubicBezTo>
                    <a:pt x="178" y="121"/>
                    <a:pt x="178" y="121"/>
                    <a:pt x="178" y="241"/>
                  </a:cubicBezTo>
                  <a:lnTo>
                    <a:pt x="178" y="1108"/>
                  </a:lnTo>
                  <a:lnTo>
                    <a:pt x="427" y="1108"/>
                  </a:lnTo>
                  <a:lnTo>
                    <a:pt x="427" y="0"/>
                  </a:lnTo>
                  <a:lnTo>
                    <a:pt x="415" y="0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83" name="Freeform 9">
              <a:extLst>
                <a:ext uri="{FF2B5EF4-FFF2-40B4-BE49-F238E27FC236}">
                  <a16:creationId xmlns:a16="http://schemas.microsoft.com/office/drawing/2014/main" id="{C80DDDF0-780F-1940-82E5-571AC9BF212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86088" y="4198938"/>
              <a:ext cx="315912" cy="282575"/>
            </a:xfrm>
            <a:custGeom>
              <a:avLst/>
              <a:gdLst>
                <a:gd name="T0" fmla="*/ 643 w 876"/>
                <a:gd name="T1" fmla="*/ 4 h 785"/>
                <a:gd name="T2" fmla="*/ 353 w 876"/>
                <a:gd name="T3" fmla="*/ 170 h 785"/>
                <a:gd name="T4" fmla="*/ 353 w 876"/>
                <a:gd name="T5" fmla="*/ 0 h 785"/>
                <a:gd name="T6" fmla="*/ 336 w 876"/>
                <a:gd name="T7" fmla="*/ 4 h 785"/>
                <a:gd name="T8" fmla="*/ 0 w 876"/>
                <a:gd name="T9" fmla="*/ 58 h 785"/>
                <a:gd name="T10" fmla="*/ 0 w 876"/>
                <a:gd name="T11" fmla="*/ 116 h 785"/>
                <a:gd name="T12" fmla="*/ 17 w 876"/>
                <a:gd name="T13" fmla="*/ 116 h 785"/>
                <a:gd name="T14" fmla="*/ 145 w 876"/>
                <a:gd name="T15" fmla="*/ 240 h 785"/>
                <a:gd name="T16" fmla="*/ 145 w 876"/>
                <a:gd name="T17" fmla="*/ 784 h 785"/>
                <a:gd name="T18" fmla="*/ 353 w 876"/>
                <a:gd name="T19" fmla="*/ 784 h 785"/>
                <a:gd name="T20" fmla="*/ 353 w 876"/>
                <a:gd name="T21" fmla="*/ 386 h 785"/>
                <a:gd name="T22" fmla="*/ 560 w 876"/>
                <a:gd name="T23" fmla="*/ 141 h 785"/>
                <a:gd name="T24" fmla="*/ 664 w 876"/>
                <a:gd name="T25" fmla="*/ 361 h 785"/>
                <a:gd name="T26" fmla="*/ 664 w 876"/>
                <a:gd name="T27" fmla="*/ 784 h 785"/>
                <a:gd name="T28" fmla="*/ 871 w 876"/>
                <a:gd name="T29" fmla="*/ 784 h 785"/>
                <a:gd name="T30" fmla="*/ 871 w 876"/>
                <a:gd name="T31" fmla="*/ 240 h 785"/>
                <a:gd name="T32" fmla="*/ 643 w 876"/>
                <a:gd name="T33" fmla="*/ 4 h 7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876" h="785">
                  <a:moveTo>
                    <a:pt x="643" y="4"/>
                  </a:moveTo>
                  <a:cubicBezTo>
                    <a:pt x="490" y="4"/>
                    <a:pt x="398" y="108"/>
                    <a:pt x="353" y="170"/>
                  </a:cubicBezTo>
                  <a:cubicBezTo>
                    <a:pt x="353" y="112"/>
                    <a:pt x="353" y="0"/>
                    <a:pt x="353" y="0"/>
                  </a:cubicBezTo>
                  <a:lnTo>
                    <a:pt x="336" y="4"/>
                  </a:lnTo>
                  <a:lnTo>
                    <a:pt x="0" y="58"/>
                  </a:lnTo>
                  <a:lnTo>
                    <a:pt x="0" y="116"/>
                  </a:lnTo>
                  <a:lnTo>
                    <a:pt x="17" y="116"/>
                  </a:lnTo>
                  <a:cubicBezTo>
                    <a:pt x="124" y="120"/>
                    <a:pt x="145" y="141"/>
                    <a:pt x="145" y="240"/>
                  </a:cubicBezTo>
                  <a:lnTo>
                    <a:pt x="145" y="784"/>
                  </a:lnTo>
                  <a:lnTo>
                    <a:pt x="353" y="784"/>
                  </a:lnTo>
                  <a:lnTo>
                    <a:pt x="353" y="386"/>
                  </a:lnTo>
                  <a:cubicBezTo>
                    <a:pt x="353" y="278"/>
                    <a:pt x="452" y="141"/>
                    <a:pt x="560" y="141"/>
                  </a:cubicBezTo>
                  <a:cubicBezTo>
                    <a:pt x="660" y="141"/>
                    <a:pt x="664" y="224"/>
                    <a:pt x="664" y="361"/>
                  </a:cubicBezTo>
                  <a:lnTo>
                    <a:pt x="664" y="784"/>
                  </a:lnTo>
                  <a:lnTo>
                    <a:pt x="871" y="784"/>
                  </a:lnTo>
                  <a:lnTo>
                    <a:pt x="871" y="240"/>
                  </a:lnTo>
                  <a:cubicBezTo>
                    <a:pt x="875" y="87"/>
                    <a:pt x="792" y="4"/>
                    <a:pt x="643" y="4"/>
                  </a:cubicBez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84" name="Freeform 10">
              <a:extLst>
                <a:ext uri="{FF2B5EF4-FFF2-40B4-BE49-F238E27FC236}">
                  <a16:creationId xmlns:a16="http://schemas.microsoft.com/office/drawing/2014/main" id="{A098B9E5-33CB-3A46-9ABB-BBE4416B5E6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6138" y="4200525"/>
              <a:ext cx="212725" cy="288925"/>
            </a:xfrm>
            <a:custGeom>
              <a:avLst/>
              <a:gdLst>
                <a:gd name="T0" fmla="*/ 348 w 590"/>
                <a:gd name="T1" fmla="*/ 303 h 802"/>
                <a:gd name="T2" fmla="*/ 195 w 590"/>
                <a:gd name="T3" fmla="*/ 170 h 802"/>
                <a:gd name="T4" fmla="*/ 307 w 590"/>
                <a:gd name="T5" fmla="*/ 100 h 802"/>
                <a:gd name="T6" fmla="*/ 502 w 590"/>
                <a:gd name="T7" fmla="*/ 166 h 802"/>
                <a:gd name="T8" fmla="*/ 535 w 590"/>
                <a:gd name="T9" fmla="*/ 187 h 802"/>
                <a:gd name="T10" fmla="*/ 535 w 590"/>
                <a:gd name="T11" fmla="*/ 162 h 802"/>
                <a:gd name="T12" fmla="*/ 535 w 590"/>
                <a:gd name="T13" fmla="*/ 33 h 802"/>
                <a:gd name="T14" fmla="*/ 506 w 590"/>
                <a:gd name="T15" fmla="*/ 25 h 802"/>
                <a:gd name="T16" fmla="*/ 315 w 590"/>
                <a:gd name="T17" fmla="*/ 0 h 802"/>
                <a:gd name="T18" fmla="*/ 0 w 590"/>
                <a:gd name="T19" fmla="*/ 224 h 802"/>
                <a:gd name="T20" fmla="*/ 228 w 590"/>
                <a:gd name="T21" fmla="*/ 465 h 802"/>
                <a:gd name="T22" fmla="*/ 390 w 590"/>
                <a:gd name="T23" fmla="*/ 606 h 802"/>
                <a:gd name="T24" fmla="*/ 249 w 590"/>
                <a:gd name="T25" fmla="*/ 697 h 802"/>
                <a:gd name="T26" fmla="*/ 20 w 590"/>
                <a:gd name="T27" fmla="*/ 618 h 802"/>
                <a:gd name="T28" fmla="*/ 0 w 590"/>
                <a:gd name="T29" fmla="*/ 606 h 802"/>
                <a:gd name="T30" fmla="*/ 0 w 590"/>
                <a:gd name="T31" fmla="*/ 767 h 802"/>
                <a:gd name="T32" fmla="*/ 16 w 590"/>
                <a:gd name="T33" fmla="*/ 771 h 802"/>
                <a:gd name="T34" fmla="*/ 244 w 590"/>
                <a:gd name="T35" fmla="*/ 801 h 802"/>
                <a:gd name="T36" fmla="*/ 580 w 590"/>
                <a:gd name="T37" fmla="*/ 568 h 802"/>
                <a:gd name="T38" fmla="*/ 348 w 590"/>
                <a:gd name="T39" fmla="*/ 303 h 8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590" h="802">
                  <a:moveTo>
                    <a:pt x="348" y="303"/>
                  </a:moveTo>
                  <a:cubicBezTo>
                    <a:pt x="265" y="261"/>
                    <a:pt x="195" y="228"/>
                    <a:pt x="195" y="170"/>
                  </a:cubicBezTo>
                  <a:cubicBezTo>
                    <a:pt x="195" y="104"/>
                    <a:pt x="274" y="100"/>
                    <a:pt x="307" y="100"/>
                  </a:cubicBezTo>
                  <a:cubicBezTo>
                    <a:pt x="394" y="100"/>
                    <a:pt x="468" y="145"/>
                    <a:pt x="502" y="166"/>
                  </a:cubicBezTo>
                  <a:lnTo>
                    <a:pt x="535" y="187"/>
                  </a:lnTo>
                  <a:lnTo>
                    <a:pt x="535" y="162"/>
                  </a:lnTo>
                  <a:lnTo>
                    <a:pt x="535" y="33"/>
                  </a:lnTo>
                  <a:lnTo>
                    <a:pt x="506" y="25"/>
                  </a:lnTo>
                  <a:cubicBezTo>
                    <a:pt x="468" y="17"/>
                    <a:pt x="398" y="0"/>
                    <a:pt x="315" y="0"/>
                  </a:cubicBezTo>
                  <a:cubicBezTo>
                    <a:pt x="120" y="0"/>
                    <a:pt x="0" y="83"/>
                    <a:pt x="0" y="224"/>
                  </a:cubicBezTo>
                  <a:cubicBezTo>
                    <a:pt x="0" y="353"/>
                    <a:pt x="124" y="411"/>
                    <a:pt x="228" y="465"/>
                  </a:cubicBezTo>
                  <a:cubicBezTo>
                    <a:pt x="311" y="506"/>
                    <a:pt x="390" y="543"/>
                    <a:pt x="390" y="606"/>
                  </a:cubicBezTo>
                  <a:cubicBezTo>
                    <a:pt x="390" y="664"/>
                    <a:pt x="340" y="697"/>
                    <a:pt x="249" y="697"/>
                  </a:cubicBezTo>
                  <a:cubicBezTo>
                    <a:pt x="149" y="697"/>
                    <a:pt x="70" y="647"/>
                    <a:pt x="20" y="618"/>
                  </a:cubicBezTo>
                  <a:lnTo>
                    <a:pt x="0" y="606"/>
                  </a:lnTo>
                  <a:lnTo>
                    <a:pt x="0" y="767"/>
                  </a:lnTo>
                  <a:lnTo>
                    <a:pt x="16" y="771"/>
                  </a:lnTo>
                  <a:cubicBezTo>
                    <a:pt x="58" y="780"/>
                    <a:pt x="137" y="801"/>
                    <a:pt x="244" y="801"/>
                  </a:cubicBezTo>
                  <a:cubicBezTo>
                    <a:pt x="456" y="801"/>
                    <a:pt x="580" y="713"/>
                    <a:pt x="580" y="568"/>
                  </a:cubicBezTo>
                  <a:cubicBezTo>
                    <a:pt x="589" y="419"/>
                    <a:pt x="460" y="357"/>
                    <a:pt x="348" y="303"/>
                  </a:cubicBez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85" name="Freeform 11">
              <a:extLst>
                <a:ext uri="{FF2B5EF4-FFF2-40B4-BE49-F238E27FC236}">
                  <a16:creationId xmlns:a16="http://schemas.microsoft.com/office/drawing/2014/main" id="{BA697FED-5A15-044F-9E0C-B981BDC353A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35375" y="4198938"/>
              <a:ext cx="325438" cy="396875"/>
            </a:xfrm>
            <a:custGeom>
              <a:avLst/>
              <a:gdLst>
                <a:gd name="T0" fmla="*/ 577 w 906"/>
                <a:gd name="T1" fmla="*/ 4 h 1104"/>
                <a:gd name="T2" fmla="*/ 357 w 906"/>
                <a:gd name="T3" fmla="*/ 112 h 1104"/>
                <a:gd name="T4" fmla="*/ 357 w 906"/>
                <a:gd name="T5" fmla="*/ 0 h 1104"/>
                <a:gd name="T6" fmla="*/ 336 w 906"/>
                <a:gd name="T7" fmla="*/ 4 h 1104"/>
                <a:gd name="T8" fmla="*/ 0 w 906"/>
                <a:gd name="T9" fmla="*/ 58 h 1104"/>
                <a:gd name="T10" fmla="*/ 0 w 906"/>
                <a:gd name="T11" fmla="*/ 116 h 1104"/>
                <a:gd name="T12" fmla="*/ 13 w 906"/>
                <a:gd name="T13" fmla="*/ 116 h 1104"/>
                <a:gd name="T14" fmla="*/ 137 w 906"/>
                <a:gd name="T15" fmla="*/ 240 h 1104"/>
                <a:gd name="T16" fmla="*/ 137 w 906"/>
                <a:gd name="T17" fmla="*/ 1103 h 1104"/>
                <a:gd name="T18" fmla="*/ 345 w 906"/>
                <a:gd name="T19" fmla="*/ 1103 h 1104"/>
                <a:gd name="T20" fmla="*/ 345 w 906"/>
                <a:gd name="T21" fmla="*/ 709 h 1104"/>
                <a:gd name="T22" fmla="*/ 560 w 906"/>
                <a:gd name="T23" fmla="*/ 800 h 1104"/>
                <a:gd name="T24" fmla="*/ 896 w 906"/>
                <a:gd name="T25" fmla="*/ 390 h 1104"/>
                <a:gd name="T26" fmla="*/ 577 w 906"/>
                <a:gd name="T27" fmla="*/ 4 h 1104"/>
                <a:gd name="T28" fmla="*/ 515 w 906"/>
                <a:gd name="T29" fmla="*/ 120 h 1104"/>
                <a:gd name="T30" fmla="*/ 672 w 906"/>
                <a:gd name="T31" fmla="*/ 394 h 1104"/>
                <a:gd name="T32" fmla="*/ 515 w 906"/>
                <a:gd name="T33" fmla="*/ 688 h 1104"/>
                <a:gd name="T34" fmla="*/ 349 w 906"/>
                <a:gd name="T35" fmla="*/ 456 h 1104"/>
                <a:gd name="T36" fmla="*/ 349 w 906"/>
                <a:gd name="T37" fmla="*/ 390 h 1104"/>
                <a:gd name="T38" fmla="*/ 515 w 906"/>
                <a:gd name="T39" fmla="*/ 120 h 11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906" h="1104">
                  <a:moveTo>
                    <a:pt x="577" y="4"/>
                  </a:moveTo>
                  <a:cubicBezTo>
                    <a:pt x="498" y="4"/>
                    <a:pt x="424" y="41"/>
                    <a:pt x="357" y="112"/>
                  </a:cubicBezTo>
                  <a:cubicBezTo>
                    <a:pt x="357" y="75"/>
                    <a:pt x="357" y="0"/>
                    <a:pt x="357" y="0"/>
                  </a:cubicBezTo>
                  <a:lnTo>
                    <a:pt x="336" y="4"/>
                  </a:lnTo>
                  <a:lnTo>
                    <a:pt x="0" y="58"/>
                  </a:lnTo>
                  <a:lnTo>
                    <a:pt x="0" y="116"/>
                  </a:lnTo>
                  <a:lnTo>
                    <a:pt x="13" y="116"/>
                  </a:lnTo>
                  <a:cubicBezTo>
                    <a:pt x="117" y="120"/>
                    <a:pt x="137" y="141"/>
                    <a:pt x="137" y="240"/>
                  </a:cubicBezTo>
                  <a:lnTo>
                    <a:pt x="137" y="1103"/>
                  </a:lnTo>
                  <a:lnTo>
                    <a:pt x="345" y="1103"/>
                  </a:lnTo>
                  <a:cubicBezTo>
                    <a:pt x="345" y="1103"/>
                    <a:pt x="345" y="775"/>
                    <a:pt x="345" y="709"/>
                  </a:cubicBezTo>
                  <a:cubicBezTo>
                    <a:pt x="382" y="755"/>
                    <a:pt x="444" y="800"/>
                    <a:pt x="560" y="800"/>
                  </a:cubicBezTo>
                  <a:cubicBezTo>
                    <a:pt x="780" y="800"/>
                    <a:pt x="896" y="659"/>
                    <a:pt x="896" y="390"/>
                  </a:cubicBezTo>
                  <a:cubicBezTo>
                    <a:pt x="905" y="145"/>
                    <a:pt x="784" y="4"/>
                    <a:pt x="577" y="4"/>
                  </a:cubicBezTo>
                  <a:close/>
                  <a:moveTo>
                    <a:pt x="515" y="120"/>
                  </a:moveTo>
                  <a:cubicBezTo>
                    <a:pt x="656" y="120"/>
                    <a:pt x="672" y="274"/>
                    <a:pt x="672" y="394"/>
                  </a:cubicBezTo>
                  <a:cubicBezTo>
                    <a:pt x="672" y="593"/>
                    <a:pt x="623" y="688"/>
                    <a:pt x="515" y="688"/>
                  </a:cubicBezTo>
                  <a:cubicBezTo>
                    <a:pt x="378" y="688"/>
                    <a:pt x="349" y="560"/>
                    <a:pt x="349" y="456"/>
                  </a:cubicBezTo>
                  <a:lnTo>
                    <a:pt x="349" y="390"/>
                  </a:lnTo>
                  <a:cubicBezTo>
                    <a:pt x="353" y="307"/>
                    <a:pt x="370" y="120"/>
                    <a:pt x="515" y="120"/>
                  </a:cubicBezTo>
                  <a:close/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86" name="Freeform 12">
              <a:extLst>
                <a:ext uri="{FF2B5EF4-FFF2-40B4-BE49-F238E27FC236}">
                  <a16:creationId xmlns:a16="http://schemas.microsoft.com/office/drawing/2014/main" id="{A3C8F6B7-6BD1-324C-ACDB-1B9E3CE989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13200" y="4198938"/>
              <a:ext cx="123825" cy="282575"/>
            </a:xfrm>
            <a:custGeom>
              <a:avLst/>
              <a:gdLst>
                <a:gd name="T0" fmla="*/ 0 w 345"/>
                <a:gd name="T1" fmla="*/ 58 h 785"/>
                <a:gd name="T2" fmla="*/ 0 w 345"/>
                <a:gd name="T3" fmla="*/ 116 h 785"/>
                <a:gd name="T4" fmla="*/ 12 w 345"/>
                <a:gd name="T5" fmla="*/ 116 h 785"/>
                <a:gd name="T6" fmla="*/ 137 w 345"/>
                <a:gd name="T7" fmla="*/ 240 h 785"/>
                <a:gd name="T8" fmla="*/ 137 w 345"/>
                <a:gd name="T9" fmla="*/ 784 h 785"/>
                <a:gd name="T10" fmla="*/ 344 w 345"/>
                <a:gd name="T11" fmla="*/ 784 h 785"/>
                <a:gd name="T12" fmla="*/ 344 w 345"/>
                <a:gd name="T13" fmla="*/ 0 h 785"/>
                <a:gd name="T14" fmla="*/ 328 w 345"/>
                <a:gd name="T15" fmla="*/ 4 h 785"/>
                <a:gd name="T16" fmla="*/ 0 w 345"/>
                <a:gd name="T17" fmla="*/ 58 h 7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45" h="785">
                  <a:moveTo>
                    <a:pt x="0" y="58"/>
                  </a:moveTo>
                  <a:lnTo>
                    <a:pt x="0" y="116"/>
                  </a:lnTo>
                  <a:lnTo>
                    <a:pt x="12" y="116"/>
                  </a:lnTo>
                  <a:cubicBezTo>
                    <a:pt x="116" y="120"/>
                    <a:pt x="137" y="141"/>
                    <a:pt x="137" y="240"/>
                  </a:cubicBezTo>
                  <a:lnTo>
                    <a:pt x="137" y="784"/>
                  </a:lnTo>
                  <a:lnTo>
                    <a:pt x="344" y="784"/>
                  </a:lnTo>
                  <a:lnTo>
                    <a:pt x="344" y="0"/>
                  </a:lnTo>
                  <a:lnTo>
                    <a:pt x="328" y="4"/>
                  </a:lnTo>
                  <a:lnTo>
                    <a:pt x="0" y="58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87" name="Freeform 13">
              <a:extLst>
                <a:ext uri="{FF2B5EF4-FFF2-40B4-BE49-F238E27FC236}">
                  <a16:creationId xmlns:a16="http://schemas.microsoft.com/office/drawing/2014/main" id="{C4FFE3EC-2F32-D048-93F8-068A60C2A1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56063" y="4084638"/>
              <a:ext cx="93662" cy="82550"/>
            </a:xfrm>
            <a:custGeom>
              <a:avLst/>
              <a:gdLst>
                <a:gd name="T0" fmla="*/ 129 w 262"/>
                <a:gd name="T1" fmla="*/ 228 h 229"/>
                <a:gd name="T2" fmla="*/ 261 w 262"/>
                <a:gd name="T3" fmla="*/ 112 h 229"/>
                <a:gd name="T4" fmla="*/ 133 w 262"/>
                <a:gd name="T5" fmla="*/ 0 h 229"/>
                <a:gd name="T6" fmla="*/ 4 w 262"/>
                <a:gd name="T7" fmla="*/ 112 h 229"/>
                <a:gd name="T8" fmla="*/ 129 w 262"/>
                <a:gd name="T9" fmla="*/ 228 h 2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62" h="229">
                  <a:moveTo>
                    <a:pt x="129" y="228"/>
                  </a:moveTo>
                  <a:cubicBezTo>
                    <a:pt x="199" y="228"/>
                    <a:pt x="261" y="178"/>
                    <a:pt x="261" y="112"/>
                  </a:cubicBezTo>
                  <a:cubicBezTo>
                    <a:pt x="261" y="49"/>
                    <a:pt x="203" y="0"/>
                    <a:pt x="133" y="0"/>
                  </a:cubicBezTo>
                  <a:cubicBezTo>
                    <a:pt x="62" y="0"/>
                    <a:pt x="4" y="49"/>
                    <a:pt x="4" y="112"/>
                  </a:cubicBezTo>
                  <a:cubicBezTo>
                    <a:pt x="0" y="178"/>
                    <a:pt x="58" y="228"/>
                    <a:pt x="129" y="228"/>
                  </a:cubicBez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88" name="Freeform 14">
              <a:extLst>
                <a:ext uri="{FF2B5EF4-FFF2-40B4-BE49-F238E27FC236}">
                  <a16:creationId xmlns:a16="http://schemas.microsoft.com/office/drawing/2014/main" id="{805C7907-D6A3-8B4D-8B63-B9E23571AA7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1638" y="4200525"/>
              <a:ext cx="244475" cy="280988"/>
            </a:xfrm>
            <a:custGeom>
              <a:avLst/>
              <a:gdLst>
                <a:gd name="T0" fmla="*/ 676 w 677"/>
                <a:gd name="T1" fmla="*/ 174 h 781"/>
                <a:gd name="T2" fmla="*/ 676 w 677"/>
                <a:gd name="T3" fmla="*/ 12 h 781"/>
                <a:gd name="T4" fmla="*/ 663 w 677"/>
                <a:gd name="T5" fmla="*/ 12 h 781"/>
                <a:gd name="T6" fmla="*/ 564 w 677"/>
                <a:gd name="T7" fmla="*/ 4 h 781"/>
                <a:gd name="T8" fmla="*/ 348 w 677"/>
                <a:gd name="T9" fmla="*/ 158 h 781"/>
                <a:gd name="T10" fmla="*/ 348 w 677"/>
                <a:gd name="T11" fmla="*/ 0 h 781"/>
                <a:gd name="T12" fmla="*/ 331 w 677"/>
                <a:gd name="T13" fmla="*/ 0 h 781"/>
                <a:gd name="T14" fmla="*/ 0 w 677"/>
                <a:gd name="T15" fmla="*/ 54 h 781"/>
                <a:gd name="T16" fmla="*/ 0 w 677"/>
                <a:gd name="T17" fmla="*/ 112 h 781"/>
                <a:gd name="T18" fmla="*/ 12 w 677"/>
                <a:gd name="T19" fmla="*/ 112 h 781"/>
                <a:gd name="T20" fmla="*/ 141 w 677"/>
                <a:gd name="T21" fmla="*/ 236 h 781"/>
                <a:gd name="T22" fmla="*/ 141 w 677"/>
                <a:gd name="T23" fmla="*/ 780 h 781"/>
                <a:gd name="T24" fmla="*/ 348 w 677"/>
                <a:gd name="T25" fmla="*/ 780 h 781"/>
                <a:gd name="T26" fmla="*/ 348 w 677"/>
                <a:gd name="T27" fmla="*/ 390 h 781"/>
                <a:gd name="T28" fmla="*/ 568 w 677"/>
                <a:gd name="T29" fmla="*/ 170 h 781"/>
                <a:gd name="T30" fmla="*/ 643 w 677"/>
                <a:gd name="T31" fmla="*/ 183 h 781"/>
                <a:gd name="T32" fmla="*/ 676 w 677"/>
                <a:gd name="T33" fmla="*/ 191 h 781"/>
                <a:gd name="T34" fmla="*/ 676 w 677"/>
                <a:gd name="T35" fmla="*/ 174 h 78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677" h="781">
                  <a:moveTo>
                    <a:pt x="676" y="174"/>
                  </a:moveTo>
                  <a:lnTo>
                    <a:pt x="676" y="12"/>
                  </a:lnTo>
                  <a:lnTo>
                    <a:pt x="663" y="12"/>
                  </a:lnTo>
                  <a:cubicBezTo>
                    <a:pt x="630" y="8"/>
                    <a:pt x="593" y="4"/>
                    <a:pt x="564" y="4"/>
                  </a:cubicBezTo>
                  <a:cubicBezTo>
                    <a:pt x="443" y="4"/>
                    <a:pt x="381" y="91"/>
                    <a:pt x="348" y="158"/>
                  </a:cubicBezTo>
                  <a:cubicBezTo>
                    <a:pt x="348" y="95"/>
                    <a:pt x="348" y="0"/>
                    <a:pt x="348" y="0"/>
                  </a:cubicBezTo>
                  <a:lnTo>
                    <a:pt x="331" y="0"/>
                  </a:lnTo>
                  <a:lnTo>
                    <a:pt x="0" y="54"/>
                  </a:lnTo>
                  <a:lnTo>
                    <a:pt x="0" y="112"/>
                  </a:lnTo>
                  <a:lnTo>
                    <a:pt x="12" y="112"/>
                  </a:lnTo>
                  <a:cubicBezTo>
                    <a:pt x="116" y="116"/>
                    <a:pt x="141" y="137"/>
                    <a:pt x="141" y="236"/>
                  </a:cubicBezTo>
                  <a:lnTo>
                    <a:pt x="141" y="780"/>
                  </a:lnTo>
                  <a:lnTo>
                    <a:pt x="348" y="780"/>
                  </a:lnTo>
                  <a:lnTo>
                    <a:pt x="348" y="390"/>
                  </a:lnTo>
                  <a:cubicBezTo>
                    <a:pt x="348" y="324"/>
                    <a:pt x="369" y="170"/>
                    <a:pt x="568" y="170"/>
                  </a:cubicBezTo>
                  <a:cubicBezTo>
                    <a:pt x="593" y="170"/>
                    <a:pt x="618" y="178"/>
                    <a:pt x="643" y="183"/>
                  </a:cubicBezTo>
                  <a:lnTo>
                    <a:pt x="676" y="191"/>
                  </a:lnTo>
                  <a:lnTo>
                    <a:pt x="676" y="174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89" name="Freeform 15">
              <a:extLst>
                <a:ext uri="{FF2B5EF4-FFF2-40B4-BE49-F238E27FC236}">
                  <a16:creationId xmlns:a16="http://schemas.microsoft.com/office/drawing/2014/main" id="{EC8D11A7-3E36-5845-A5BA-B01BA8A1808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6275" y="4200525"/>
              <a:ext cx="266700" cy="287338"/>
            </a:xfrm>
            <a:custGeom>
              <a:avLst/>
              <a:gdLst>
                <a:gd name="T0" fmla="*/ 738 w 743"/>
                <a:gd name="T1" fmla="*/ 315 h 797"/>
                <a:gd name="T2" fmla="*/ 390 w 743"/>
                <a:gd name="T3" fmla="*/ 0 h 797"/>
                <a:gd name="T4" fmla="*/ 0 w 743"/>
                <a:gd name="T5" fmla="*/ 373 h 797"/>
                <a:gd name="T6" fmla="*/ 456 w 743"/>
                <a:gd name="T7" fmla="*/ 796 h 797"/>
                <a:gd name="T8" fmla="*/ 713 w 743"/>
                <a:gd name="T9" fmla="*/ 755 h 797"/>
                <a:gd name="T10" fmla="*/ 726 w 743"/>
                <a:gd name="T11" fmla="*/ 751 h 797"/>
                <a:gd name="T12" fmla="*/ 726 w 743"/>
                <a:gd name="T13" fmla="*/ 651 h 797"/>
                <a:gd name="T14" fmla="*/ 705 w 743"/>
                <a:gd name="T15" fmla="*/ 660 h 797"/>
                <a:gd name="T16" fmla="*/ 543 w 743"/>
                <a:gd name="T17" fmla="*/ 684 h 797"/>
                <a:gd name="T18" fmla="*/ 232 w 743"/>
                <a:gd name="T19" fmla="*/ 332 h 797"/>
                <a:gd name="T20" fmla="*/ 742 w 743"/>
                <a:gd name="T21" fmla="*/ 332 h 797"/>
                <a:gd name="T22" fmla="*/ 742 w 743"/>
                <a:gd name="T23" fmla="*/ 315 h 797"/>
                <a:gd name="T24" fmla="*/ 738 w 743"/>
                <a:gd name="T25" fmla="*/ 315 h 797"/>
                <a:gd name="T26" fmla="*/ 386 w 743"/>
                <a:gd name="T27" fmla="*/ 83 h 797"/>
                <a:gd name="T28" fmla="*/ 531 w 743"/>
                <a:gd name="T29" fmla="*/ 236 h 797"/>
                <a:gd name="T30" fmla="*/ 228 w 743"/>
                <a:gd name="T31" fmla="*/ 236 h 797"/>
                <a:gd name="T32" fmla="*/ 386 w 743"/>
                <a:gd name="T33" fmla="*/ 83 h 7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743" h="797">
                  <a:moveTo>
                    <a:pt x="738" y="315"/>
                  </a:moveTo>
                  <a:cubicBezTo>
                    <a:pt x="738" y="104"/>
                    <a:pt x="622" y="0"/>
                    <a:pt x="390" y="0"/>
                  </a:cubicBezTo>
                  <a:cubicBezTo>
                    <a:pt x="128" y="0"/>
                    <a:pt x="0" y="124"/>
                    <a:pt x="0" y="373"/>
                  </a:cubicBezTo>
                  <a:cubicBezTo>
                    <a:pt x="0" y="639"/>
                    <a:pt x="170" y="796"/>
                    <a:pt x="456" y="796"/>
                  </a:cubicBezTo>
                  <a:cubicBezTo>
                    <a:pt x="581" y="796"/>
                    <a:pt x="676" y="763"/>
                    <a:pt x="713" y="755"/>
                  </a:cubicBezTo>
                  <a:lnTo>
                    <a:pt x="726" y="751"/>
                  </a:lnTo>
                  <a:lnTo>
                    <a:pt x="726" y="651"/>
                  </a:lnTo>
                  <a:lnTo>
                    <a:pt x="705" y="660"/>
                  </a:lnTo>
                  <a:cubicBezTo>
                    <a:pt x="672" y="672"/>
                    <a:pt x="610" y="684"/>
                    <a:pt x="543" y="684"/>
                  </a:cubicBezTo>
                  <a:cubicBezTo>
                    <a:pt x="319" y="684"/>
                    <a:pt x="236" y="498"/>
                    <a:pt x="232" y="332"/>
                  </a:cubicBezTo>
                  <a:cubicBezTo>
                    <a:pt x="261" y="332"/>
                    <a:pt x="742" y="332"/>
                    <a:pt x="742" y="332"/>
                  </a:cubicBezTo>
                  <a:lnTo>
                    <a:pt x="742" y="315"/>
                  </a:lnTo>
                  <a:lnTo>
                    <a:pt x="738" y="315"/>
                  </a:lnTo>
                  <a:close/>
                  <a:moveTo>
                    <a:pt x="386" y="83"/>
                  </a:moveTo>
                  <a:cubicBezTo>
                    <a:pt x="498" y="83"/>
                    <a:pt x="527" y="166"/>
                    <a:pt x="531" y="236"/>
                  </a:cubicBezTo>
                  <a:cubicBezTo>
                    <a:pt x="506" y="236"/>
                    <a:pt x="257" y="236"/>
                    <a:pt x="228" y="236"/>
                  </a:cubicBezTo>
                  <a:cubicBezTo>
                    <a:pt x="232" y="183"/>
                    <a:pt x="269" y="83"/>
                    <a:pt x="386" y="83"/>
                  </a:cubicBezTo>
                  <a:close/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90" name="Freeform 16">
              <a:extLst>
                <a:ext uri="{FF2B5EF4-FFF2-40B4-BE49-F238E27FC236}">
                  <a16:creationId xmlns:a16="http://schemas.microsoft.com/office/drawing/2014/main" id="{9C7DDBFB-36BC-B248-A23E-0287202A824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10175" y="4071938"/>
              <a:ext cx="314325" cy="409575"/>
            </a:xfrm>
            <a:custGeom>
              <a:avLst/>
              <a:gdLst>
                <a:gd name="T0" fmla="*/ 634 w 872"/>
                <a:gd name="T1" fmla="*/ 357 h 1138"/>
                <a:gd name="T2" fmla="*/ 348 w 872"/>
                <a:gd name="T3" fmla="*/ 523 h 1138"/>
                <a:gd name="T4" fmla="*/ 348 w 872"/>
                <a:gd name="T5" fmla="*/ 0 h 1138"/>
                <a:gd name="T6" fmla="*/ 332 w 872"/>
                <a:gd name="T7" fmla="*/ 4 h 1138"/>
                <a:gd name="T8" fmla="*/ 0 w 872"/>
                <a:gd name="T9" fmla="*/ 46 h 1138"/>
                <a:gd name="T10" fmla="*/ 0 w 872"/>
                <a:gd name="T11" fmla="*/ 104 h 1138"/>
                <a:gd name="T12" fmla="*/ 16 w 872"/>
                <a:gd name="T13" fmla="*/ 104 h 1138"/>
                <a:gd name="T14" fmla="*/ 141 w 872"/>
                <a:gd name="T15" fmla="*/ 233 h 1138"/>
                <a:gd name="T16" fmla="*/ 141 w 872"/>
                <a:gd name="T17" fmla="*/ 1137 h 1138"/>
                <a:gd name="T18" fmla="*/ 348 w 872"/>
                <a:gd name="T19" fmla="*/ 1137 h 1138"/>
                <a:gd name="T20" fmla="*/ 348 w 872"/>
                <a:gd name="T21" fmla="*/ 747 h 1138"/>
                <a:gd name="T22" fmla="*/ 547 w 872"/>
                <a:gd name="T23" fmla="*/ 494 h 1138"/>
                <a:gd name="T24" fmla="*/ 663 w 872"/>
                <a:gd name="T25" fmla="*/ 660 h 1138"/>
                <a:gd name="T26" fmla="*/ 663 w 872"/>
                <a:gd name="T27" fmla="*/ 1137 h 1138"/>
                <a:gd name="T28" fmla="*/ 871 w 872"/>
                <a:gd name="T29" fmla="*/ 1137 h 1138"/>
                <a:gd name="T30" fmla="*/ 871 w 872"/>
                <a:gd name="T31" fmla="*/ 635 h 1138"/>
                <a:gd name="T32" fmla="*/ 634 w 872"/>
                <a:gd name="T33" fmla="*/ 357 h 1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872" h="1138">
                  <a:moveTo>
                    <a:pt x="634" y="357"/>
                  </a:moveTo>
                  <a:cubicBezTo>
                    <a:pt x="481" y="357"/>
                    <a:pt x="394" y="452"/>
                    <a:pt x="348" y="523"/>
                  </a:cubicBezTo>
                  <a:cubicBezTo>
                    <a:pt x="348" y="440"/>
                    <a:pt x="348" y="0"/>
                    <a:pt x="348" y="0"/>
                  </a:cubicBezTo>
                  <a:lnTo>
                    <a:pt x="332" y="4"/>
                  </a:lnTo>
                  <a:lnTo>
                    <a:pt x="0" y="46"/>
                  </a:lnTo>
                  <a:lnTo>
                    <a:pt x="0" y="104"/>
                  </a:lnTo>
                  <a:lnTo>
                    <a:pt x="16" y="104"/>
                  </a:lnTo>
                  <a:cubicBezTo>
                    <a:pt x="120" y="108"/>
                    <a:pt x="141" y="133"/>
                    <a:pt x="141" y="233"/>
                  </a:cubicBezTo>
                  <a:lnTo>
                    <a:pt x="141" y="1137"/>
                  </a:lnTo>
                  <a:lnTo>
                    <a:pt x="348" y="1137"/>
                  </a:lnTo>
                  <a:lnTo>
                    <a:pt x="348" y="747"/>
                  </a:lnTo>
                  <a:cubicBezTo>
                    <a:pt x="348" y="606"/>
                    <a:pt x="456" y="494"/>
                    <a:pt x="547" y="494"/>
                  </a:cubicBezTo>
                  <a:cubicBezTo>
                    <a:pt x="663" y="494"/>
                    <a:pt x="663" y="581"/>
                    <a:pt x="663" y="660"/>
                  </a:cubicBezTo>
                  <a:lnTo>
                    <a:pt x="663" y="1137"/>
                  </a:lnTo>
                  <a:lnTo>
                    <a:pt x="871" y="1137"/>
                  </a:lnTo>
                  <a:lnTo>
                    <a:pt x="871" y="635"/>
                  </a:lnTo>
                  <a:cubicBezTo>
                    <a:pt x="871" y="552"/>
                    <a:pt x="871" y="357"/>
                    <a:pt x="634" y="357"/>
                  </a:cubicBez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91" name="Freeform 17">
              <a:extLst>
                <a:ext uri="{FF2B5EF4-FFF2-40B4-BE49-F238E27FC236}">
                  <a16:creationId xmlns:a16="http://schemas.microsoft.com/office/drawing/2014/main" id="{430B678B-0C1E-884C-B3CC-8013BD98284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94350" y="4200525"/>
              <a:ext cx="266700" cy="287338"/>
            </a:xfrm>
            <a:custGeom>
              <a:avLst/>
              <a:gdLst>
                <a:gd name="T0" fmla="*/ 742 w 743"/>
                <a:gd name="T1" fmla="*/ 315 h 797"/>
                <a:gd name="T2" fmla="*/ 394 w 743"/>
                <a:gd name="T3" fmla="*/ 0 h 797"/>
                <a:gd name="T4" fmla="*/ 0 w 743"/>
                <a:gd name="T5" fmla="*/ 373 h 797"/>
                <a:gd name="T6" fmla="*/ 456 w 743"/>
                <a:gd name="T7" fmla="*/ 796 h 797"/>
                <a:gd name="T8" fmla="*/ 713 w 743"/>
                <a:gd name="T9" fmla="*/ 755 h 797"/>
                <a:gd name="T10" fmla="*/ 726 w 743"/>
                <a:gd name="T11" fmla="*/ 751 h 797"/>
                <a:gd name="T12" fmla="*/ 726 w 743"/>
                <a:gd name="T13" fmla="*/ 651 h 797"/>
                <a:gd name="T14" fmla="*/ 705 w 743"/>
                <a:gd name="T15" fmla="*/ 660 h 797"/>
                <a:gd name="T16" fmla="*/ 543 w 743"/>
                <a:gd name="T17" fmla="*/ 684 h 797"/>
                <a:gd name="T18" fmla="*/ 232 w 743"/>
                <a:gd name="T19" fmla="*/ 332 h 797"/>
                <a:gd name="T20" fmla="*/ 742 w 743"/>
                <a:gd name="T21" fmla="*/ 332 h 797"/>
                <a:gd name="T22" fmla="*/ 742 w 743"/>
                <a:gd name="T23" fmla="*/ 315 h 797"/>
                <a:gd name="T24" fmla="*/ 386 w 743"/>
                <a:gd name="T25" fmla="*/ 83 h 797"/>
                <a:gd name="T26" fmla="*/ 531 w 743"/>
                <a:gd name="T27" fmla="*/ 236 h 797"/>
                <a:gd name="T28" fmla="*/ 228 w 743"/>
                <a:gd name="T29" fmla="*/ 236 h 797"/>
                <a:gd name="T30" fmla="*/ 386 w 743"/>
                <a:gd name="T31" fmla="*/ 83 h 7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743" h="797">
                  <a:moveTo>
                    <a:pt x="742" y="315"/>
                  </a:moveTo>
                  <a:cubicBezTo>
                    <a:pt x="742" y="104"/>
                    <a:pt x="626" y="0"/>
                    <a:pt x="394" y="0"/>
                  </a:cubicBezTo>
                  <a:cubicBezTo>
                    <a:pt x="133" y="0"/>
                    <a:pt x="0" y="124"/>
                    <a:pt x="0" y="373"/>
                  </a:cubicBezTo>
                  <a:cubicBezTo>
                    <a:pt x="0" y="639"/>
                    <a:pt x="170" y="796"/>
                    <a:pt x="456" y="796"/>
                  </a:cubicBezTo>
                  <a:cubicBezTo>
                    <a:pt x="581" y="796"/>
                    <a:pt x="676" y="763"/>
                    <a:pt x="713" y="755"/>
                  </a:cubicBezTo>
                  <a:lnTo>
                    <a:pt x="726" y="751"/>
                  </a:lnTo>
                  <a:lnTo>
                    <a:pt x="726" y="651"/>
                  </a:lnTo>
                  <a:lnTo>
                    <a:pt x="705" y="660"/>
                  </a:lnTo>
                  <a:cubicBezTo>
                    <a:pt x="672" y="672"/>
                    <a:pt x="610" y="684"/>
                    <a:pt x="543" y="684"/>
                  </a:cubicBezTo>
                  <a:cubicBezTo>
                    <a:pt x="319" y="684"/>
                    <a:pt x="236" y="498"/>
                    <a:pt x="232" y="332"/>
                  </a:cubicBezTo>
                  <a:cubicBezTo>
                    <a:pt x="261" y="332"/>
                    <a:pt x="742" y="332"/>
                    <a:pt x="742" y="332"/>
                  </a:cubicBezTo>
                  <a:lnTo>
                    <a:pt x="742" y="315"/>
                  </a:lnTo>
                  <a:close/>
                  <a:moveTo>
                    <a:pt x="386" y="83"/>
                  </a:moveTo>
                  <a:cubicBezTo>
                    <a:pt x="498" y="83"/>
                    <a:pt x="527" y="166"/>
                    <a:pt x="531" y="236"/>
                  </a:cubicBezTo>
                  <a:cubicBezTo>
                    <a:pt x="506" y="236"/>
                    <a:pt x="257" y="236"/>
                    <a:pt x="228" y="236"/>
                  </a:cubicBezTo>
                  <a:cubicBezTo>
                    <a:pt x="236" y="183"/>
                    <a:pt x="270" y="83"/>
                    <a:pt x="386" y="83"/>
                  </a:cubicBezTo>
                  <a:close/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92" name="Freeform 18">
              <a:extLst>
                <a:ext uri="{FF2B5EF4-FFF2-40B4-BE49-F238E27FC236}">
                  <a16:creationId xmlns:a16="http://schemas.microsoft.com/office/drawing/2014/main" id="{8F15238E-0125-B341-B455-34A77E321AB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64113" y="4121150"/>
              <a:ext cx="212725" cy="366713"/>
            </a:xfrm>
            <a:custGeom>
              <a:avLst/>
              <a:gdLst>
                <a:gd name="T0" fmla="*/ 141 w 589"/>
                <a:gd name="T1" fmla="*/ 237 h 1017"/>
                <a:gd name="T2" fmla="*/ 0 w 589"/>
                <a:gd name="T3" fmla="*/ 237 h 1017"/>
                <a:gd name="T4" fmla="*/ 0 w 589"/>
                <a:gd name="T5" fmla="*/ 328 h 1017"/>
                <a:gd name="T6" fmla="*/ 141 w 589"/>
                <a:gd name="T7" fmla="*/ 328 h 1017"/>
                <a:gd name="T8" fmla="*/ 141 w 589"/>
                <a:gd name="T9" fmla="*/ 797 h 1017"/>
                <a:gd name="T10" fmla="*/ 427 w 589"/>
                <a:gd name="T11" fmla="*/ 1016 h 1017"/>
                <a:gd name="T12" fmla="*/ 551 w 589"/>
                <a:gd name="T13" fmla="*/ 1004 h 1017"/>
                <a:gd name="T14" fmla="*/ 564 w 589"/>
                <a:gd name="T15" fmla="*/ 1004 h 1017"/>
                <a:gd name="T16" fmla="*/ 564 w 589"/>
                <a:gd name="T17" fmla="*/ 909 h 1017"/>
                <a:gd name="T18" fmla="*/ 547 w 589"/>
                <a:gd name="T19" fmla="*/ 913 h 1017"/>
                <a:gd name="T20" fmla="*/ 485 w 589"/>
                <a:gd name="T21" fmla="*/ 917 h 1017"/>
                <a:gd name="T22" fmla="*/ 352 w 589"/>
                <a:gd name="T23" fmla="*/ 772 h 1017"/>
                <a:gd name="T24" fmla="*/ 352 w 589"/>
                <a:gd name="T25" fmla="*/ 328 h 1017"/>
                <a:gd name="T26" fmla="*/ 588 w 589"/>
                <a:gd name="T27" fmla="*/ 328 h 1017"/>
                <a:gd name="T28" fmla="*/ 588 w 589"/>
                <a:gd name="T29" fmla="*/ 237 h 1017"/>
                <a:gd name="T30" fmla="*/ 352 w 589"/>
                <a:gd name="T31" fmla="*/ 237 h 1017"/>
                <a:gd name="T32" fmla="*/ 352 w 589"/>
                <a:gd name="T33" fmla="*/ 0 h 1017"/>
                <a:gd name="T34" fmla="*/ 141 w 589"/>
                <a:gd name="T35" fmla="*/ 0 h 1017"/>
                <a:gd name="T36" fmla="*/ 141 w 589"/>
                <a:gd name="T37" fmla="*/ 237 h 10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89" h="1017">
                  <a:moveTo>
                    <a:pt x="141" y="237"/>
                  </a:moveTo>
                  <a:lnTo>
                    <a:pt x="0" y="237"/>
                  </a:lnTo>
                  <a:lnTo>
                    <a:pt x="0" y="328"/>
                  </a:lnTo>
                  <a:lnTo>
                    <a:pt x="141" y="328"/>
                  </a:lnTo>
                  <a:lnTo>
                    <a:pt x="141" y="797"/>
                  </a:lnTo>
                  <a:cubicBezTo>
                    <a:pt x="141" y="1000"/>
                    <a:pt x="270" y="1016"/>
                    <a:pt x="427" y="1016"/>
                  </a:cubicBezTo>
                  <a:cubicBezTo>
                    <a:pt x="464" y="1016"/>
                    <a:pt x="505" y="1012"/>
                    <a:pt x="551" y="1004"/>
                  </a:cubicBezTo>
                  <a:lnTo>
                    <a:pt x="564" y="1004"/>
                  </a:lnTo>
                  <a:lnTo>
                    <a:pt x="564" y="909"/>
                  </a:lnTo>
                  <a:lnTo>
                    <a:pt x="547" y="913"/>
                  </a:lnTo>
                  <a:cubicBezTo>
                    <a:pt x="530" y="917"/>
                    <a:pt x="510" y="917"/>
                    <a:pt x="485" y="917"/>
                  </a:cubicBezTo>
                  <a:cubicBezTo>
                    <a:pt x="360" y="917"/>
                    <a:pt x="352" y="880"/>
                    <a:pt x="352" y="772"/>
                  </a:cubicBezTo>
                  <a:lnTo>
                    <a:pt x="352" y="328"/>
                  </a:lnTo>
                  <a:lnTo>
                    <a:pt x="588" y="328"/>
                  </a:lnTo>
                  <a:lnTo>
                    <a:pt x="588" y="237"/>
                  </a:lnTo>
                  <a:lnTo>
                    <a:pt x="352" y="237"/>
                  </a:lnTo>
                  <a:lnTo>
                    <a:pt x="352" y="0"/>
                  </a:lnTo>
                  <a:lnTo>
                    <a:pt x="141" y="0"/>
                  </a:lnTo>
                  <a:lnTo>
                    <a:pt x="141" y="237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93" name="Freeform 19">
              <a:extLst>
                <a:ext uri="{FF2B5EF4-FFF2-40B4-BE49-F238E27FC236}">
                  <a16:creationId xmlns:a16="http://schemas.microsoft.com/office/drawing/2014/main" id="{4D78D84C-60D8-EE4A-9B47-0FFC6AADE6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49963" y="4087813"/>
              <a:ext cx="450850" cy="395287"/>
            </a:xfrm>
            <a:custGeom>
              <a:avLst/>
              <a:gdLst>
                <a:gd name="T0" fmla="*/ 1245 w 1254"/>
                <a:gd name="T1" fmla="*/ 0 h 1096"/>
                <a:gd name="T2" fmla="*/ 1033 w 1254"/>
                <a:gd name="T3" fmla="*/ 0 h 1096"/>
                <a:gd name="T4" fmla="*/ 1033 w 1254"/>
                <a:gd name="T5" fmla="*/ 829 h 1096"/>
                <a:gd name="T6" fmla="*/ 485 w 1254"/>
                <a:gd name="T7" fmla="*/ 0 h 1096"/>
                <a:gd name="T8" fmla="*/ 0 w 1254"/>
                <a:gd name="T9" fmla="*/ 0 h 1096"/>
                <a:gd name="T10" fmla="*/ 0 w 1254"/>
                <a:gd name="T11" fmla="*/ 62 h 1096"/>
                <a:gd name="T12" fmla="*/ 42 w 1254"/>
                <a:gd name="T13" fmla="*/ 70 h 1096"/>
                <a:gd name="T14" fmla="*/ 178 w 1254"/>
                <a:gd name="T15" fmla="*/ 220 h 1096"/>
                <a:gd name="T16" fmla="*/ 178 w 1254"/>
                <a:gd name="T17" fmla="*/ 1095 h 1096"/>
                <a:gd name="T18" fmla="*/ 403 w 1254"/>
                <a:gd name="T19" fmla="*/ 1095 h 1096"/>
                <a:gd name="T20" fmla="*/ 403 w 1254"/>
                <a:gd name="T21" fmla="*/ 228 h 1096"/>
                <a:gd name="T22" fmla="*/ 975 w 1254"/>
                <a:gd name="T23" fmla="*/ 1095 h 1096"/>
                <a:gd name="T24" fmla="*/ 1253 w 1254"/>
                <a:gd name="T25" fmla="*/ 1095 h 1096"/>
                <a:gd name="T26" fmla="*/ 1253 w 1254"/>
                <a:gd name="T27" fmla="*/ 0 h 1096"/>
                <a:gd name="T28" fmla="*/ 1245 w 1254"/>
                <a:gd name="T29" fmla="*/ 0 h 10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54" h="1096">
                  <a:moveTo>
                    <a:pt x="1245" y="0"/>
                  </a:moveTo>
                  <a:lnTo>
                    <a:pt x="1033" y="0"/>
                  </a:lnTo>
                  <a:cubicBezTo>
                    <a:pt x="1033" y="0"/>
                    <a:pt x="1033" y="751"/>
                    <a:pt x="1033" y="829"/>
                  </a:cubicBezTo>
                  <a:cubicBezTo>
                    <a:pt x="992" y="763"/>
                    <a:pt x="485" y="0"/>
                    <a:pt x="485" y="0"/>
                  </a:cubicBezTo>
                  <a:lnTo>
                    <a:pt x="0" y="0"/>
                  </a:lnTo>
                  <a:lnTo>
                    <a:pt x="0" y="62"/>
                  </a:lnTo>
                  <a:lnTo>
                    <a:pt x="42" y="70"/>
                  </a:lnTo>
                  <a:cubicBezTo>
                    <a:pt x="170" y="91"/>
                    <a:pt x="178" y="95"/>
                    <a:pt x="178" y="220"/>
                  </a:cubicBezTo>
                  <a:lnTo>
                    <a:pt x="178" y="1095"/>
                  </a:lnTo>
                  <a:lnTo>
                    <a:pt x="403" y="1095"/>
                  </a:lnTo>
                  <a:cubicBezTo>
                    <a:pt x="403" y="1095"/>
                    <a:pt x="403" y="307"/>
                    <a:pt x="403" y="228"/>
                  </a:cubicBezTo>
                  <a:cubicBezTo>
                    <a:pt x="448" y="294"/>
                    <a:pt x="975" y="1095"/>
                    <a:pt x="975" y="1095"/>
                  </a:cubicBezTo>
                  <a:lnTo>
                    <a:pt x="1253" y="1095"/>
                  </a:lnTo>
                  <a:lnTo>
                    <a:pt x="1253" y="0"/>
                  </a:lnTo>
                  <a:lnTo>
                    <a:pt x="1245" y="0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94" name="Freeform 20">
              <a:extLst>
                <a:ext uri="{FF2B5EF4-FFF2-40B4-BE49-F238E27FC236}">
                  <a16:creationId xmlns:a16="http://schemas.microsoft.com/office/drawing/2014/main" id="{CD2513F2-B4CA-9148-9351-D2245CC76FC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73838" y="4200525"/>
              <a:ext cx="266700" cy="287338"/>
            </a:xfrm>
            <a:custGeom>
              <a:avLst/>
              <a:gdLst>
                <a:gd name="T0" fmla="*/ 390 w 740"/>
                <a:gd name="T1" fmla="*/ 0 h 797"/>
                <a:gd name="T2" fmla="*/ 0 w 740"/>
                <a:gd name="T3" fmla="*/ 373 h 797"/>
                <a:gd name="T4" fmla="*/ 456 w 740"/>
                <a:gd name="T5" fmla="*/ 796 h 797"/>
                <a:gd name="T6" fmla="*/ 714 w 740"/>
                <a:gd name="T7" fmla="*/ 755 h 797"/>
                <a:gd name="T8" fmla="*/ 726 w 740"/>
                <a:gd name="T9" fmla="*/ 751 h 797"/>
                <a:gd name="T10" fmla="*/ 726 w 740"/>
                <a:gd name="T11" fmla="*/ 651 h 797"/>
                <a:gd name="T12" fmla="*/ 705 w 740"/>
                <a:gd name="T13" fmla="*/ 660 h 797"/>
                <a:gd name="T14" fmla="*/ 539 w 740"/>
                <a:gd name="T15" fmla="*/ 684 h 797"/>
                <a:gd name="T16" fmla="*/ 228 w 740"/>
                <a:gd name="T17" fmla="*/ 332 h 797"/>
                <a:gd name="T18" fmla="*/ 739 w 740"/>
                <a:gd name="T19" fmla="*/ 332 h 797"/>
                <a:gd name="T20" fmla="*/ 739 w 740"/>
                <a:gd name="T21" fmla="*/ 315 h 797"/>
                <a:gd name="T22" fmla="*/ 390 w 740"/>
                <a:gd name="T23" fmla="*/ 0 h 797"/>
                <a:gd name="T24" fmla="*/ 386 w 740"/>
                <a:gd name="T25" fmla="*/ 83 h 797"/>
                <a:gd name="T26" fmla="*/ 531 w 740"/>
                <a:gd name="T27" fmla="*/ 236 h 797"/>
                <a:gd name="T28" fmla="*/ 228 w 740"/>
                <a:gd name="T29" fmla="*/ 236 h 797"/>
                <a:gd name="T30" fmla="*/ 386 w 740"/>
                <a:gd name="T31" fmla="*/ 83 h 7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740" h="797">
                  <a:moveTo>
                    <a:pt x="390" y="0"/>
                  </a:moveTo>
                  <a:cubicBezTo>
                    <a:pt x="129" y="0"/>
                    <a:pt x="0" y="124"/>
                    <a:pt x="0" y="373"/>
                  </a:cubicBezTo>
                  <a:cubicBezTo>
                    <a:pt x="0" y="639"/>
                    <a:pt x="170" y="796"/>
                    <a:pt x="456" y="796"/>
                  </a:cubicBezTo>
                  <a:cubicBezTo>
                    <a:pt x="581" y="796"/>
                    <a:pt x="676" y="767"/>
                    <a:pt x="714" y="755"/>
                  </a:cubicBezTo>
                  <a:lnTo>
                    <a:pt x="726" y="751"/>
                  </a:lnTo>
                  <a:lnTo>
                    <a:pt x="726" y="651"/>
                  </a:lnTo>
                  <a:lnTo>
                    <a:pt x="705" y="660"/>
                  </a:lnTo>
                  <a:cubicBezTo>
                    <a:pt x="672" y="672"/>
                    <a:pt x="610" y="684"/>
                    <a:pt x="539" y="684"/>
                  </a:cubicBezTo>
                  <a:cubicBezTo>
                    <a:pt x="315" y="684"/>
                    <a:pt x="232" y="498"/>
                    <a:pt x="228" y="332"/>
                  </a:cubicBezTo>
                  <a:lnTo>
                    <a:pt x="739" y="332"/>
                  </a:lnTo>
                  <a:lnTo>
                    <a:pt x="739" y="315"/>
                  </a:lnTo>
                  <a:cubicBezTo>
                    <a:pt x="739" y="104"/>
                    <a:pt x="622" y="0"/>
                    <a:pt x="390" y="0"/>
                  </a:cubicBezTo>
                  <a:close/>
                  <a:moveTo>
                    <a:pt x="386" y="83"/>
                  </a:moveTo>
                  <a:cubicBezTo>
                    <a:pt x="498" y="83"/>
                    <a:pt x="527" y="162"/>
                    <a:pt x="531" y="236"/>
                  </a:cubicBezTo>
                  <a:lnTo>
                    <a:pt x="228" y="236"/>
                  </a:lnTo>
                  <a:cubicBezTo>
                    <a:pt x="232" y="187"/>
                    <a:pt x="270" y="83"/>
                    <a:pt x="386" y="83"/>
                  </a:cubicBezTo>
                  <a:close/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95" name="Freeform 21">
              <a:extLst>
                <a:ext uri="{FF2B5EF4-FFF2-40B4-BE49-F238E27FC236}">
                  <a16:creationId xmlns:a16="http://schemas.microsoft.com/office/drawing/2014/main" id="{E418EEC2-DD4D-1E4C-8329-E4B8AF75E74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204075" y="4121150"/>
              <a:ext cx="212725" cy="366713"/>
            </a:xfrm>
            <a:custGeom>
              <a:avLst/>
              <a:gdLst>
                <a:gd name="T0" fmla="*/ 141 w 590"/>
                <a:gd name="T1" fmla="*/ 237 h 1017"/>
                <a:gd name="T2" fmla="*/ 0 w 590"/>
                <a:gd name="T3" fmla="*/ 237 h 1017"/>
                <a:gd name="T4" fmla="*/ 0 w 590"/>
                <a:gd name="T5" fmla="*/ 328 h 1017"/>
                <a:gd name="T6" fmla="*/ 141 w 590"/>
                <a:gd name="T7" fmla="*/ 328 h 1017"/>
                <a:gd name="T8" fmla="*/ 141 w 590"/>
                <a:gd name="T9" fmla="*/ 797 h 1017"/>
                <a:gd name="T10" fmla="*/ 427 w 590"/>
                <a:gd name="T11" fmla="*/ 1016 h 1017"/>
                <a:gd name="T12" fmla="*/ 551 w 590"/>
                <a:gd name="T13" fmla="*/ 1004 h 1017"/>
                <a:gd name="T14" fmla="*/ 564 w 590"/>
                <a:gd name="T15" fmla="*/ 1004 h 1017"/>
                <a:gd name="T16" fmla="*/ 564 w 590"/>
                <a:gd name="T17" fmla="*/ 909 h 1017"/>
                <a:gd name="T18" fmla="*/ 547 w 590"/>
                <a:gd name="T19" fmla="*/ 913 h 1017"/>
                <a:gd name="T20" fmla="*/ 485 w 590"/>
                <a:gd name="T21" fmla="*/ 917 h 1017"/>
                <a:gd name="T22" fmla="*/ 352 w 590"/>
                <a:gd name="T23" fmla="*/ 772 h 1017"/>
                <a:gd name="T24" fmla="*/ 352 w 590"/>
                <a:gd name="T25" fmla="*/ 328 h 1017"/>
                <a:gd name="T26" fmla="*/ 589 w 590"/>
                <a:gd name="T27" fmla="*/ 328 h 1017"/>
                <a:gd name="T28" fmla="*/ 589 w 590"/>
                <a:gd name="T29" fmla="*/ 237 h 1017"/>
                <a:gd name="T30" fmla="*/ 352 w 590"/>
                <a:gd name="T31" fmla="*/ 237 h 1017"/>
                <a:gd name="T32" fmla="*/ 352 w 590"/>
                <a:gd name="T33" fmla="*/ 0 h 1017"/>
                <a:gd name="T34" fmla="*/ 141 w 590"/>
                <a:gd name="T35" fmla="*/ 0 h 1017"/>
                <a:gd name="T36" fmla="*/ 141 w 590"/>
                <a:gd name="T37" fmla="*/ 237 h 10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90" h="1017">
                  <a:moveTo>
                    <a:pt x="141" y="237"/>
                  </a:moveTo>
                  <a:lnTo>
                    <a:pt x="0" y="237"/>
                  </a:lnTo>
                  <a:lnTo>
                    <a:pt x="0" y="328"/>
                  </a:lnTo>
                  <a:lnTo>
                    <a:pt x="141" y="328"/>
                  </a:lnTo>
                  <a:lnTo>
                    <a:pt x="141" y="797"/>
                  </a:lnTo>
                  <a:cubicBezTo>
                    <a:pt x="141" y="1000"/>
                    <a:pt x="269" y="1016"/>
                    <a:pt x="427" y="1016"/>
                  </a:cubicBezTo>
                  <a:cubicBezTo>
                    <a:pt x="464" y="1016"/>
                    <a:pt x="506" y="1012"/>
                    <a:pt x="551" y="1004"/>
                  </a:cubicBezTo>
                  <a:lnTo>
                    <a:pt x="564" y="1004"/>
                  </a:lnTo>
                  <a:lnTo>
                    <a:pt x="564" y="909"/>
                  </a:lnTo>
                  <a:lnTo>
                    <a:pt x="547" y="913"/>
                  </a:lnTo>
                  <a:cubicBezTo>
                    <a:pt x="531" y="917"/>
                    <a:pt x="510" y="917"/>
                    <a:pt x="485" y="917"/>
                  </a:cubicBezTo>
                  <a:cubicBezTo>
                    <a:pt x="361" y="917"/>
                    <a:pt x="352" y="880"/>
                    <a:pt x="352" y="772"/>
                  </a:cubicBezTo>
                  <a:lnTo>
                    <a:pt x="352" y="328"/>
                  </a:lnTo>
                  <a:lnTo>
                    <a:pt x="589" y="328"/>
                  </a:lnTo>
                  <a:lnTo>
                    <a:pt x="589" y="237"/>
                  </a:lnTo>
                  <a:lnTo>
                    <a:pt x="352" y="237"/>
                  </a:lnTo>
                  <a:lnTo>
                    <a:pt x="352" y="0"/>
                  </a:lnTo>
                  <a:lnTo>
                    <a:pt x="141" y="0"/>
                  </a:lnTo>
                  <a:lnTo>
                    <a:pt x="141" y="237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96" name="Freeform 22">
              <a:extLst>
                <a:ext uri="{FF2B5EF4-FFF2-40B4-BE49-F238E27FC236}">
                  <a16:creationId xmlns:a16="http://schemas.microsoft.com/office/drawing/2014/main" id="{187EA819-B390-9948-829C-9433BE50CB8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50063" y="4206875"/>
              <a:ext cx="331787" cy="274638"/>
            </a:xfrm>
            <a:custGeom>
              <a:avLst/>
              <a:gdLst>
                <a:gd name="T0" fmla="*/ 705 w 921"/>
                <a:gd name="T1" fmla="*/ 248 h 764"/>
                <a:gd name="T2" fmla="*/ 920 w 921"/>
                <a:gd name="T3" fmla="*/ 0 h 764"/>
                <a:gd name="T4" fmla="*/ 701 w 921"/>
                <a:gd name="T5" fmla="*/ 0 h 764"/>
                <a:gd name="T6" fmla="*/ 497 w 921"/>
                <a:gd name="T7" fmla="*/ 236 h 764"/>
                <a:gd name="T8" fmla="*/ 319 w 921"/>
                <a:gd name="T9" fmla="*/ 0 h 764"/>
                <a:gd name="T10" fmla="*/ 0 w 921"/>
                <a:gd name="T11" fmla="*/ 0 h 764"/>
                <a:gd name="T12" fmla="*/ 0 w 921"/>
                <a:gd name="T13" fmla="*/ 62 h 764"/>
                <a:gd name="T14" fmla="*/ 12 w 921"/>
                <a:gd name="T15" fmla="*/ 62 h 764"/>
                <a:gd name="T16" fmla="*/ 211 w 921"/>
                <a:gd name="T17" fmla="*/ 178 h 764"/>
                <a:gd name="T18" fmla="*/ 344 w 921"/>
                <a:gd name="T19" fmla="*/ 352 h 764"/>
                <a:gd name="T20" fmla="*/ 128 w 921"/>
                <a:gd name="T21" fmla="*/ 601 h 764"/>
                <a:gd name="T22" fmla="*/ 348 w 921"/>
                <a:gd name="T23" fmla="*/ 601 h 764"/>
                <a:gd name="T24" fmla="*/ 443 w 921"/>
                <a:gd name="T25" fmla="*/ 489 h 764"/>
                <a:gd name="T26" fmla="*/ 651 w 921"/>
                <a:gd name="T27" fmla="*/ 763 h 764"/>
                <a:gd name="T28" fmla="*/ 900 w 921"/>
                <a:gd name="T29" fmla="*/ 763 h 764"/>
                <a:gd name="T30" fmla="*/ 506 w 921"/>
                <a:gd name="T31" fmla="*/ 248 h 764"/>
                <a:gd name="T32" fmla="*/ 705 w 921"/>
                <a:gd name="T33" fmla="*/ 248 h 76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921" h="764">
                  <a:moveTo>
                    <a:pt x="705" y="248"/>
                  </a:moveTo>
                  <a:lnTo>
                    <a:pt x="920" y="0"/>
                  </a:lnTo>
                  <a:lnTo>
                    <a:pt x="701" y="0"/>
                  </a:lnTo>
                  <a:lnTo>
                    <a:pt x="497" y="236"/>
                  </a:lnTo>
                  <a:lnTo>
                    <a:pt x="319" y="0"/>
                  </a:lnTo>
                  <a:lnTo>
                    <a:pt x="0" y="0"/>
                  </a:lnTo>
                  <a:lnTo>
                    <a:pt x="0" y="62"/>
                  </a:lnTo>
                  <a:lnTo>
                    <a:pt x="12" y="62"/>
                  </a:lnTo>
                  <a:cubicBezTo>
                    <a:pt x="120" y="70"/>
                    <a:pt x="145" y="87"/>
                    <a:pt x="211" y="178"/>
                  </a:cubicBezTo>
                  <a:lnTo>
                    <a:pt x="344" y="352"/>
                  </a:lnTo>
                  <a:lnTo>
                    <a:pt x="128" y="601"/>
                  </a:lnTo>
                  <a:lnTo>
                    <a:pt x="348" y="601"/>
                  </a:lnTo>
                  <a:lnTo>
                    <a:pt x="443" y="489"/>
                  </a:lnTo>
                  <a:lnTo>
                    <a:pt x="651" y="763"/>
                  </a:lnTo>
                  <a:lnTo>
                    <a:pt x="900" y="763"/>
                  </a:lnTo>
                  <a:lnTo>
                    <a:pt x="506" y="248"/>
                  </a:lnTo>
                  <a:lnTo>
                    <a:pt x="705" y="248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97" name="Freeform 23">
              <a:extLst>
                <a:ext uri="{FF2B5EF4-FFF2-40B4-BE49-F238E27FC236}">
                  <a16:creationId xmlns:a16="http://schemas.microsoft.com/office/drawing/2014/main" id="{A95A0C30-31FF-A74B-ACC6-5EA00F3238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5500" y="4010025"/>
              <a:ext cx="176213" cy="111125"/>
            </a:xfrm>
            <a:custGeom>
              <a:avLst/>
              <a:gdLst>
                <a:gd name="T0" fmla="*/ 224 w 490"/>
                <a:gd name="T1" fmla="*/ 307 h 308"/>
                <a:gd name="T2" fmla="*/ 0 w 490"/>
                <a:gd name="T3" fmla="*/ 307 h 308"/>
                <a:gd name="T4" fmla="*/ 269 w 490"/>
                <a:gd name="T5" fmla="*/ 0 h 308"/>
                <a:gd name="T6" fmla="*/ 489 w 490"/>
                <a:gd name="T7" fmla="*/ 0 h 308"/>
                <a:gd name="T8" fmla="*/ 224 w 490"/>
                <a:gd name="T9" fmla="*/ 307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90" h="308">
                  <a:moveTo>
                    <a:pt x="224" y="307"/>
                  </a:moveTo>
                  <a:lnTo>
                    <a:pt x="0" y="307"/>
                  </a:lnTo>
                  <a:lnTo>
                    <a:pt x="269" y="0"/>
                  </a:lnTo>
                  <a:lnTo>
                    <a:pt x="489" y="0"/>
                  </a:lnTo>
                  <a:lnTo>
                    <a:pt x="224" y="307"/>
                  </a:lnTo>
                </a:path>
              </a:pathLst>
            </a:custGeom>
            <a:solidFill>
              <a:schemeClr val="accent2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454251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icture containing text&#10;&#10;Description automatically generated">
            <a:extLst>
              <a:ext uri="{FF2B5EF4-FFF2-40B4-BE49-F238E27FC236}">
                <a16:creationId xmlns:a16="http://schemas.microsoft.com/office/drawing/2014/main" id="{1F64E7BF-A90A-D046-8CF7-57C6617BDD5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908979" y="0"/>
            <a:ext cx="4283020" cy="6876288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86272875-7CFB-E54E-A464-DFC119BD2050}"/>
              </a:ext>
            </a:extLst>
          </p:cNvPr>
          <p:cNvSpPr/>
          <p:nvPr userDrawn="1"/>
        </p:nvSpPr>
        <p:spPr>
          <a:xfrm>
            <a:off x="0" y="0"/>
            <a:ext cx="7940040" cy="6876288"/>
          </a:xfrm>
          <a:prstGeom prst="rect">
            <a:avLst/>
          </a:prstGeom>
          <a:gradFill>
            <a:gsLst>
              <a:gs pos="0">
                <a:schemeClr val="accent2">
                  <a:lumMod val="42000"/>
                </a:schemeClr>
              </a:gs>
              <a:gs pos="93000">
                <a:schemeClr val="accent2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b="0" i="0">
              <a:latin typeface="Neue Haas Grotesk Text Pro" panose="020B0504020202020204" pitchFamily="34" charset="77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2148" y="6553934"/>
            <a:ext cx="356188" cy="256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111F478C-84AE-4601-9BE4-60468A3A6C06}" type="slidenum">
              <a:rPr lang="en-US" sz="1067" b="0" i="0" smtClean="0">
                <a:solidFill>
                  <a:prstClr val="white">
                    <a:alpha val="50000"/>
                  </a:prstClr>
                </a:solidFill>
                <a:latin typeface="Neue Haas Grotesk Text Pro" panose="020B0504020202020204" pitchFamily="34" charset="77"/>
              </a:rPr>
              <a:pPr/>
              <a:t>‹#›</a:t>
            </a:fld>
            <a:endParaRPr lang="en-US" sz="1067" b="0" i="0">
              <a:solidFill>
                <a:prstClr val="white">
                  <a:alpha val="50000"/>
                </a:prstClr>
              </a:solidFill>
              <a:latin typeface="Neue Haas Grotesk Text Pro" panose="020B0504020202020204" pitchFamily="34" charset="7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F6F85EA-1CAA-F34C-8631-AB308554EFA3}"/>
              </a:ext>
            </a:extLst>
          </p:cNvPr>
          <p:cNvSpPr txBox="1"/>
          <p:nvPr userDrawn="1"/>
        </p:nvSpPr>
        <p:spPr>
          <a:xfrm>
            <a:off x="2148" y="6553934"/>
            <a:ext cx="356188" cy="256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111F478C-84AE-4601-9BE4-60468A3A6C06}" type="slidenum">
              <a:rPr lang="en-US" sz="1067" b="0" i="0" smtClean="0">
                <a:solidFill>
                  <a:prstClr val="white">
                    <a:alpha val="50000"/>
                  </a:prstClr>
                </a:solidFill>
                <a:latin typeface="Neue Haas Grotesk Text Pro" panose="020B0504020202020204" pitchFamily="34" charset="77"/>
              </a:rPr>
              <a:pPr/>
              <a:t>‹#›</a:t>
            </a:fld>
            <a:endParaRPr lang="en-US" sz="1067" b="0" i="0">
              <a:solidFill>
                <a:prstClr val="white">
                  <a:alpha val="50000"/>
                </a:prstClr>
              </a:solidFill>
              <a:latin typeface="Neue Haas Grotesk Text Pro" panose="020B0504020202020204" pitchFamily="34" charset="77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A4A9F135-63EB-41DD-9D10-F093A1C6C474}"/>
              </a:ext>
            </a:extLst>
          </p:cNvPr>
          <p:cNvSpPr/>
          <p:nvPr userDrawn="1"/>
        </p:nvSpPr>
        <p:spPr>
          <a:xfrm>
            <a:off x="7938732" y="0"/>
            <a:ext cx="4251120" cy="6876288"/>
          </a:xfrm>
          <a:prstGeom prst="rect">
            <a:avLst/>
          </a:prstGeom>
          <a:gradFill flip="none" rotWithShape="1">
            <a:gsLst>
              <a:gs pos="62000">
                <a:schemeClr val="tx2">
                  <a:alpha val="0"/>
                </a:schemeClr>
              </a:gs>
              <a:gs pos="100000">
                <a:schemeClr val="tx2">
                  <a:alpha val="40922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b="0" i="0">
              <a:latin typeface="Neue Haas Grotesk Text Pro" panose="020B0504020202020204" pitchFamily="34" charset="77"/>
            </a:endParaRPr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B90C0EE3-5415-442B-8861-FC590BA875A6}"/>
              </a:ext>
            </a:extLst>
          </p:cNvPr>
          <p:cNvGrpSpPr/>
          <p:nvPr userDrawn="1"/>
        </p:nvGrpSpPr>
        <p:grpSpPr>
          <a:xfrm>
            <a:off x="10246555" y="301096"/>
            <a:ext cx="1663868" cy="475553"/>
            <a:chOff x="2751138" y="3262313"/>
            <a:chExt cx="4665662" cy="1333500"/>
          </a:xfrm>
          <a:solidFill>
            <a:schemeClr val="bg1"/>
          </a:solidFill>
        </p:grpSpPr>
        <p:sp>
          <p:nvSpPr>
            <p:cNvPr id="43" name="Freeform 1">
              <a:extLst>
                <a:ext uri="{FF2B5EF4-FFF2-40B4-BE49-F238E27FC236}">
                  <a16:creationId xmlns:a16="http://schemas.microsoft.com/office/drawing/2014/main" id="{56ACEAE8-6449-4338-9CF1-03ED13F3898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80138" y="3275013"/>
              <a:ext cx="673100" cy="631825"/>
            </a:xfrm>
            <a:custGeom>
              <a:avLst/>
              <a:gdLst>
                <a:gd name="T0" fmla="*/ 465 w 1868"/>
                <a:gd name="T1" fmla="*/ 0 h 1755"/>
                <a:gd name="T2" fmla="*/ 465 w 1868"/>
                <a:gd name="T3" fmla="*/ 700 h 1755"/>
                <a:gd name="T4" fmla="*/ 1402 w 1868"/>
                <a:gd name="T5" fmla="*/ 700 h 1755"/>
                <a:gd name="T6" fmla="*/ 1402 w 1868"/>
                <a:gd name="T7" fmla="*/ 0 h 1755"/>
                <a:gd name="T8" fmla="*/ 1867 w 1868"/>
                <a:gd name="T9" fmla="*/ 0 h 1755"/>
                <a:gd name="T10" fmla="*/ 1867 w 1868"/>
                <a:gd name="T11" fmla="*/ 1754 h 1755"/>
                <a:gd name="T12" fmla="*/ 1402 w 1868"/>
                <a:gd name="T13" fmla="*/ 1754 h 1755"/>
                <a:gd name="T14" fmla="*/ 1402 w 1868"/>
                <a:gd name="T15" fmla="*/ 983 h 1755"/>
                <a:gd name="T16" fmla="*/ 465 w 1868"/>
                <a:gd name="T17" fmla="*/ 983 h 1755"/>
                <a:gd name="T18" fmla="*/ 465 w 1868"/>
                <a:gd name="T19" fmla="*/ 1754 h 1755"/>
                <a:gd name="T20" fmla="*/ 0 w 1868"/>
                <a:gd name="T21" fmla="*/ 1754 h 1755"/>
                <a:gd name="T22" fmla="*/ 0 w 1868"/>
                <a:gd name="T23" fmla="*/ 0 h 1755"/>
                <a:gd name="T24" fmla="*/ 465 w 1868"/>
                <a:gd name="T25" fmla="*/ 0 h 1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868" h="1755">
                  <a:moveTo>
                    <a:pt x="465" y="0"/>
                  </a:moveTo>
                  <a:cubicBezTo>
                    <a:pt x="465" y="0"/>
                    <a:pt x="465" y="705"/>
                    <a:pt x="465" y="700"/>
                  </a:cubicBezTo>
                  <a:lnTo>
                    <a:pt x="1402" y="700"/>
                  </a:lnTo>
                  <a:cubicBezTo>
                    <a:pt x="1402" y="705"/>
                    <a:pt x="1402" y="0"/>
                    <a:pt x="1402" y="0"/>
                  </a:cubicBezTo>
                  <a:cubicBezTo>
                    <a:pt x="1402" y="0"/>
                    <a:pt x="1863" y="0"/>
                    <a:pt x="1867" y="0"/>
                  </a:cubicBezTo>
                  <a:cubicBezTo>
                    <a:pt x="1867" y="0"/>
                    <a:pt x="1867" y="1750"/>
                    <a:pt x="1867" y="1754"/>
                  </a:cubicBezTo>
                  <a:lnTo>
                    <a:pt x="1402" y="1754"/>
                  </a:lnTo>
                  <a:cubicBezTo>
                    <a:pt x="1402" y="1754"/>
                    <a:pt x="1402" y="987"/>
                    <a:pt x="1402" y="983"/>
                  </a:cubicBezTo>
                  <a:cubicBezTo>
                    <a:pt x="1402" y="987"/>
                    <a:pt x="465" y="983"/>
                    <a:pt x="465" y="983"/>
                  </a:cubicBezTo>
                  <a:cubicBezTo>
                    <a:pt x="465" y="987"/>
                    <a:pt x="465" y="1754"/>
                    <a:pt x="465" y="1754"/>
                  </a:cubicBezTo>
                  <a:lnTo>
                    <a:pt x="0" y="1754"/>
                  </a:lnTo>
                  <a:cubicBezTo>
                    <a:pt x="0" y="1754"/>
                    <a:pt x="4" y="0"/>
                    <a:pt x="0" y="0"/>
                  </a:cubicBezTo>
                  <a:lnTo>
                    <a:pt x="465" y="0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44" name="Freeform 2">
              <a:extLst>
                <a:ext uri="{FF2B5EF4-FFF2-40B4-BE49-F238E27FC236}">
                  <a16:creationId xmlns:a16="http://schemas.microsoft.com/office/drawing/2014/main" id="{81E02AE2-8D19-4B52-B6CE-052102609F7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83050" y="3275013"/>
              <a:ext cx="677863" cy="631825"/>
            </a:xfrm>
            <a:custGeom>
              <a:avLst/>
              <a:gdLst>
                <a:gd name="T0" fmla="*/ 1883 w 1884"/>
                <a:gd name="T1" fmla="*/ 0 h 1755"/>
                <a:gd name="T2" fmla="*/ 1883 w 1884"/>
                <a:gd name="T3" fmla="*/ 298 h 1755"/>
                <a:gd name="T4" fmla="*/ 1174 w 1884"/>
                <a:gd name="T5" fmla="*/ 298 h 1755"/>
                <a:gd name="T6" fmla="*/ 1174 w 1884"/>
                <a:gd name="T7" fmla="*/ 1754 h 1755"/>
                <a:gd name="T8" fmla="*/ 709 w 1884"/>
                <a:gd name="T9" fmla="*/ 1754 h 1755"/>
                <a:gd name="T10" fmla="*/ 709 w 1884"/>
                <a:gd name="T11" fmla="*/ 298 h 1755"/>
                <a:gd name="T12" fmla="*/ 0 w 1884"/>
                <a:gd name="T13" fmla="*/ 298 h 1755"/>
                <a:gd name="T14" fmla="*/ 0 w 1884"/>
                <a:gd name="T15" fmla="*/ 0 h 1755"/>
                <a:gd name="T16" fmla="*/ 1883 w 1884"/>
                <a:gd name="T17" fmla="*/ 0 h 1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884" h="1755">
                  <a:moveTo>
                    <a:pt x="1883" y="0"/>
                  </a:moveTo>
                  <a:cubicBezTo>
                    <a:pt x="1883" y="4"/>
                    <a:pt x="1883" y="298"/>
                    <a:pt x="1883" y="298"/>
                  </a:cubicBezTo>
                  <a:lnTo>
                    <a:pt x="1174" y="298"/>
                  </a:lnTo>
                  <a:lnTo>
                    <a:pt x="1174" y="1754"/>
                  </a:lnTo>
                  <a:lnTo>
                    <a:pt x="709" y="1754"/>
                  </a:lnTo>
                  <a:lnTo>
                    <a:pt x="709" y="298"/>
                  </a:lnTo>
                  <a:lnTo>
                    <a:pt x="0" y="298"/>
                  </a:lnTo>
                  <a:lnTo>
                    <a:pt x="0" y="0"/>
                  </a:lnTo>
                  <a:lnTo>
                    <a:pt x="1883" y="0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45" name="Freeform 3">
              <a:extLst>
                <a:ext uri="{FF2B5EF4-FFF2-40B4-BE49-F238E27FC236}">
                  <a16:creationId xmlns:a16="http://schemas.microsoft.com/office/drawing/2014/main" id="{C4296AD6-0E74-4C36-A0DD-F8542B079F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14863" y="3275013"/>
              <a:ext cx="796925" cy="631825"/>
            </a:xfrm>
            <a:custGeom>
              <a:avLst/>
              <a:gdLst>
                <a:gd name="T0" fmla="*/ 2214 w 2215"/>
                <a:gd name="T1" fmla="*/ 1754 h 1755"/>
                <a:gd name="T2" fmla="*/ 1695 w 2215"/>
                <a:gd name="T3" fmla="*/ 1754 h 1755"/>
                <a:gd name="T4" fmla="*/ 1542 w 2215"/>
                <a:gd name="T5" fmla="*/ 1377 h 1755"/>
                <a:gd name="T6" fmla="*/ 672 w 2215"/>
                <a:gd name="T7" fmla="*/ 1377 h 1755"/>
                <a:gd name="T8" fmla="*/ 518 w 2215"/>
                <a:gd name="T9" fmla="*/ 1754 h 1755"/>
                <a:gd name="T10" fmla="*/ 0 w 2215"/>
                <a:gd name="T11" fmla="*/ 1754 h 1755"/>
                <a:gd name="T12" fmla="*/ 825 w 2215"/>
                <a:gd name="T13" fmla="*/ 0 h 1755"/>
                <a:gd name="T14" fmla="*/ 1392 w 2215"/>
                <a:gd name="T15" fmla="*/ 0 h 1755"/>
                <a:gd name="T16" fmla="*/ 2214 w 2215"/>
                <a:gd name="T17" fmla="*/ 1754 h 1755"/>
                <a:gd name="T18" fmla="*/ 788 w 2215"/>
                <a:gd name="T19" fmla="*/ 1095 h 1755"/>
                <a:gd name="T20" fmla="*/ 1434 w 2215"/>
                <a:gd name="T21" fmla="*/ 1095 h 1755"/>
                <a:gd name="T22" fmla="*/ 1107 w 2215"/>
                <a:gd name="T23" fmla="*/ 298 h 1755"/>
                <a:gd name="T24" fmla="*/ 788 w 2215"/>
                <a:gd name="T25" fmla="*/ 1095 h 1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15" h="1755">
                  <a:moveTo>
                    <a:pt x="2214" y="1754"/>
                  </a:moveTo>
                  <a:cubicBezTo>
                    <a:pt x="2214" y="1754"/>
                    <a:pt x="1691" y="1754"/>
                    <a:pt x="1695" y="1754"/>
                  </a:cubicBezTo>
                  <a:lnTo>
                    <a:pt x="1542" y="1377"/>
                  </a:lnTo>
                  <a:lnTo>
                    <a:pt x="672" y="1377"/>
                  </a:lnTo>
                  <a:cubicBezTo>
                    <a:pt x="672" y="1377"/>
                    <a:pt x="522" y="1754"/>
                    <a:pt x="518" y="1754"/>
                  </a:cubicBezTo>
                  <a:lnTo>
                    <a:pt x="0" y="1754"/>
                  </a:lnTo>
                  <a:lnTo>
                    <a:pt x="825" y="0"/>
                  </a:lnTo>
                  <a:lnTo>
                    <a:pt x="1392" y="0"/>
                  </a:lnTo>
                  <a:lnTo>
                    <a:pt x="2214" y="1754"/>
                  </a:lnTo>
                  <a:close/>
                  <a:moveTo>
                    <a:pt x="788" y="1095"/>
                  </a:moveTo>
                  <a:lnTo>
                    <a:pt x="1434" y="1095"/>
                  </a:lnTo>
                  <a:lnTo>
                    <a:pt x="1107" y="298"/>
                  </a:lnTo>
                  <a:lnTo>
                    <a:pt x="788" y="1095"/>
                  </a:lnTo>
                  <a:close/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46" name="Freeform 4">
              <a:extLst>
                <a:ext uri="{FF2B5EF4-FFF2-40B4-BE49-F238E27FC236}">
                  <a16:creationId xmlns:a16="http://schemas.microsoft.com/office/drawing/2014/main" id="{F0C6B104-44D3-4FB8-8BC4-1DA6E1F1BF8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985000" y="3275013"/>
              <a:ext cx="166688" cy="631825"/>
            </a:xfrm>
            <a:custGeom>
              <a:avLst/>
              <a:gdLst>
                <a:gd name="T0" fmla="*/ 232 w 465"/>
                <a:gd name="T1" fmla="*/ 1754 h 1755"/>
                <a:gd name="T2" fmla="*/ 0 w 465"/>
                <a:gd name="T3" fmla="*/ 1754 h 1755"/>
                <a:gd name="T4" fmla="*/ 0 w 465"/>
                <a:gd name="T5" fmla="*/ 0 h 1755"/>
                <a:gd name="T6" fmla="*/ 464 w 465"/>
                <a:gd name="T7" fmla="*/ 0 h 1755"/>
                <a:gd name="T8" fmla="*/ 464 w 465"/>
                <a:gd name="T9" fmla="*/ 1754 h 1755"/>
                <a:gd name="T10" fmla="*/ 232 w 465"/>
                <a:gd name="T11" fmla="*/ 1754 h 1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65" h="1755">
                  <a:moveTo>
                    <a:pt x="232" y="1754"/>
                  </a:moveTo>
                  <a:lnTo>
                    <a:pt x="0" y="1754"/>
                  </a:lnTo>
                  <a:lnTo>
                    <a:pt x="0" y="0"/>
                  </a:lnTo>
                  <a:lnTo>
                    <a:pt x="464" y="0"/>
                  </a:lnTo>
                  <a:lnTo>
                    <a:pt x="464" y="1754"/>
                  </a:lnTo>
                  <a:lnTo>
                    <a:pt x="232" y="1754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48" name="Freeform 5">
              <a:extLst>
                <a:ext uri="{FF2B5EF4-FFF2-40B4-BE49-F238E27FC236}">
                  <a16:creationId xmlns:a16="http://schemas.microsoft.com/office/drawing/2014/main" id="{D44DCD55-A511-4BD0-8F05-83B4B4D6EDB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49588" y="3275013"/>
              <a:ext cx="673100" cy="631825"/>
            </a:xfrm>
            <a:custGeom>
              <a:avLst/>
              <a:gdLst>
                <a:gd name="T0" fmla="*/ 465 w 1868"/>
                <a:gd name="T1" fmla="*/ 0 h 1755"/>
                <a:gd name="T2" fmla="*/ 465 w 1868"/>
                <a:gd name="T3" fmla="*/ 700 h 1755"/>
                <a:gd name="T4" fmla="*/ 1402 w 1868"/>
                <a:gd name="T5" fmla="*/ 700 h 1755"/>
                <a:gd name="T6" fmla="*/ 1402 w 1868"/>
                <a:gd name="T7" fmla="*/ 0 h 1755"/>
                <a:gd name="T8" fmla="*/ 1867 w 1868"/>
                <a:gd name="T9" fmla="*/ 0 h 1755"/>
                <a:gd name="T10" fmla="*/ 1867 w 1868"/>
                <a:gd name="T11" fmla="*/ 1754 h 1755"/>
                <a:gd name="T12" fmla="*/ 1402 w 1868"/>
                <a:gd name="T13" fmla="*/ 1754 h 1755"/>
                <a:gd name="T14" fmla="*/ 1402 w 1868"/>
                <a:gd name="T15" fmla="*/ 983 h 1755"/>
                <a:gd name="T16" fmla="*/ 465 w 1868"/>
                <a:gd name="T17" fmla="*/ 983 h 1755"/>
                <a:gd name="T18" fmla="*/ 465 w 1868"/>
                <a:gd name="T19" fmla="*/ 1754 h 1755"/>
                <a:gd name="T20" fmla="*/ 0 w 1868"/>
                <a:gd name="T21" fmla="*/ 1754 h 1755"/>
                <a:gd name="T22" fmla="*/ 0 w 1868"/>
                <a:gd name="T23" fmla="*/ 0 h 1755"/>
                <a:gd name="T24" fmla="*/ 465 w 1868"/>
                <a:gd name="T25" fmla="*/ 0 h 1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868" h="1755">
                  <a:moveTo>
                    <a:pt x="465" y="0"/>
                  </a:moveTo>
                  <a:cubicBezTo>
                    <a:pt x="465" y="0"/>
                    <a:pt x="465" y="705"/>
                    <a:pt x="465" y="700"/>
                  </a:cubicBezTo>
                  <a:lnTo>
                    <a:pt x="1402" y="700"/>
                  </a:lnTo>
                  <a:cubicBezTo>
                    <a:pt x="1402" y="705"/>
                    <a:pt x="1402" y="0"/>
                    <a:pt x="1402" y="0"/>
                  </a:cubicBezTo>
                  <a:cubicBezTo>
                    <a:pt x="1402" y="0"/>
                    <a:pt x="1863" y="0"/>
                    <a:pt x="1867" y="0"/>
                  </a:cubicBezTo>
                  <a:cubicBezTo>
                    <a:pt x="1867" y="0"/>
                    <a:pt x="1867" y="1750"/>
                    <a:pt x="1867" y="1754"/>
                  </a:cubicBezTo>
                  <a:lnTo>
                    <a:pt x="1402" y="1754"/>
                  </a:lnTo>
                  <a:cubicBezTo>
                    <a:pt x="1402" y="1754"/>
                    <a:pt x="1402" y="987"/>
                    <a:pt x="1402" y="983"/>
                  </a:cubicBezTo>
                  <a:cubicBezTo>
                    <a:pt x="1402" y="987"/>
                    <a:pt x="465" y="983"/>
                    <a:pt x="465" y="983"/>
                  </a:cubicBezTo>
                  <a:cubicBezTo>
                    <a:pt x="465" y="987"/>
                    <a:pt x="465" y="1754"/>
                    <a:pt x="465" y="1754"/>
                  </a:cubicBezTo>
                  <a:lnTo>
                    <a:pt x="0" y="1754"/>
                  </a:lnTo>
                  <a:cubicBezTo>
                    <a:pt x="0" y="1754"/>
                    <a:pt x="5" y="0"/>
                    <a:pt x="0" y="0"/>
                  </a:cubicBezTo>
                  <a:lnTo>
                    <a:pt x="465" y="0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49" name="Freeform 6">
              <a:extLst>
                <a:ext uri="{FF2B5EF4-FFF2-40B4-BE49-F238E27FC236}">
                  <a16:creationId xmlns:a16="http://schemas.microsoft.com/office/drawing/2014/main" id="{F35E04CD-FC82-42ED-9FBB-283CC785B15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54450" y="3275013"/>
              <a:ext cx="168275" cy="631825"/>
            </a:xfrm>
            <a:custGeom>
              <a:avLst/>
              <a:gdLst>
                <a:gd name="T0" fmla="*/ 233 w 466"/>
                <a:gd name="T1" fmla="*/ 1754 h 1755"/>
                <a:gd name="T2" fmla="*/ 0 w 466"/>
                <a:gd name="T3" fmla="*/ 1754 h 1755"/>
                <a:gd name="T4" fmla="*/ 0 w 466"/>
                <a:gd name="T5" fmla="*/ 0 h 1755"/>
                <a:gd name="T6" fmla="*/ 465 w 466"/>
                <a:gd name="T7" fmla="*/ 0 h 1755"/>
                <a:gd name="T8" fmla="*/ 465 w 466"/>
                <a:gd name="T9" fmla="*/ 1754 h 1755"/>
                <a:gd name="T10" fmla="*/ 233 w 466"/>
                <a:gd name="T11" fmla="*/ 1754 h 1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66" h="1755">
                  <a:moveTo>
                    <a:pt x="233" y="1754"/>
                  </a:moveTo>
                  <a:lnTo>
                    <a:pt x="0" y="1754"/>
                  </a:lnTo>
                  <a:lnTo>
                    <a:pt x="0" y="0"/>
                  </a:lnTo>
                  <a:lnTo>
                    <a:pt x="465" y="0"/>
                  </a:lnTo>
                  <a:lnTo>
                    <a:pt x="465" y="1754"/>
                  </a:lnTo>
                  <a:lnTo>
                    <a:pt x="233" y="1754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50" name="Freeform 7">
              <a:extLst>
                <a:ext uri="{FF2B5EF4-FFF2-40B4-BE49-F238E27FC236}">
                  <a16:creationId xmlns:a16="http://schemas.microsoft.com/office/drawing/2014/main" id="{257F3B36-6697-47CE-AA92-1CBBD3AF8D1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83213" y="3262313"/>
              <a:ext cx="715962" cy="663575"/>
            </a:xfrm>
            <a:custGeom>
              <a:avLst/>
              <a:gdLst>
                <a:gd name="T0" fmla="*/ 62 w 1988"/>
                <a:gd name="T1" fmla="*/ 1307 h 1842"/>
                <a:gd name="T2" fmla="*/ 0 w 1988"/>
                <a:gd name="T3" fmla="*/ 933 h 1842"/>
                <a:gd name="T4" fmla="*/ 120 w 1988"/>
                <a:gd name="T5" fmla="*/ 423 h 1842"/>
                <a:gd name="T6" fmla="*/ 518 w 1988"/>
                <a:gd name="T7" fmla="*/ 91 h 1842"/>
                <a:gd name="T8" fmla="*/ 1033 w 1988"/>
                <a:gd name="T9" fmla="*/ 0 h 1842"/>
                <a:gd name="T10" fmla="*/ 1618 w 1988"/>
                <a:gd name="T11" fmla="*/ 125 h 1842"/>
                <a:gd name="T12" fmla="*/ 1950 w 1988"/>
                <a:gd name="T13" fmla="*/ 531 h 1842"/>
                <a:gd name="T14" fmla="*/ 1966 w 1988"/>
                <a:gd name="T15" fmla="*/ 643 h 1842"/>
                <a:gd name="T16" fmla="*/ 1481 w 1988"/>
                <a:gd name="T17" fmla="*/ 643 h 1842"/>
                <a:gd name="T18" fmla="*/ 1456 w 1988"/>
                <a:gd name="T19" fmla="*/ 506 h 1842"/>
                <a:gd name="T20" fmla="*/ 1240 w 1988"/>
                <a:gd name="T21" fmla="*/ 303 h 1842"/>
                <a:gd name="T22" fmla="*/ 1037 w 1988"/>
                <a:gd name="T23" fmla="*/ 274 h 1842"/>
                <a:gd name="T24" fmla="*/ 809 w 1988"/>
                <a:gd name="T25" fmla="*/ 315 h 1842"/>
                <a:gd name="T26" fmla="*/ 556 w 1988"/>
                <a:gd name="T27" fmla="*/ 573 h 1842"/>
                <a:gd name="T28" fmla="*/ 494 w 1988"/>
                <a:gd name="T29" fmla="*/ 942 h 1842"/>
                <a:gd name="T30" fmla="*/ 539 w 1988"/>
                <a:gd name="T31" fmla="*/ 1249 h 1842"/>
                <a:gd name="T32" fmla="*/ 792 w 1988"/>
                <a:gd name="T33" fmla="*/ 1527 h 1842"/>
                <a:gd name="T34" fmla="*/ 1041 w 1988"/>
                <a:gd name="T35" fmla="*/ 1572 h 1842"/>
                <a:gd name="T36" fmla="*/ 1257 w 1988"/>
                <a:gd name="T37" fmla="*/ 1539 h 1842"/>
                <a:gd name="T38" fmla="*/ 1460 w 1988"/>
                <a:gd name="T39" fmla="*/ 1356 h 1842"/>
                <a:gd name="T40" fmla="*/ 1497 w 1988"/>
                <a:gd name="T41" fmla="*/ 1170 h 1842"/>
                <a:gd name="T42" fmla="*/ 1987 w 1988"/>
                <a:gd name="T43" fmla="*/ 1170 h 1842"/>
                <a:gd name="T44" fmla="*/ 1962 w 1988"/>
                <a:gd name="T45" fmla="*/ 1336 h 1842"/>
                <a:gd name="T46" fmla="*/ 1638 w 1988"/>
                <a:gd name="T47" fmla="*/ 1721 h 1842"/>
                <a:gd name="T48" fmla="*/ 1041 w 1988"/>
                <a:gd name="T49" fmla="*/ 1841 h 1842"/>
                <a:gd name="T50" fmla="*/ 568 w 1988"/>
                <a:gd name="T51" fmla="*/ 1771 h 1842"/>
                <a:gd name="T52" fmla="*/ 62 w 1988"/>
                <a:gd name="T53" fmla="*/ 1307 h 18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1988" h="1842">
                  <a:moveTo>
                    <a:pt x="62" y="1307"/>
                  </a:moveTo>
                  <a:cubicBezTo>
                    <a:pt x="21" y="1191"/>
                    <a:pt x="0" y="1066"/>
                    <a:pt x="0" y="933"/>
                  </a:cubicBezTo>
                  <a:cubicBezTo>
                    <a:pt x="0" y="751"/>
                    <a:pt x="33" y="573"/>
                    <a:pt x="120" y="423"/>
                  </a:cubicBezTo>
                  <a:cubicBezTo>
                    <a:pt x="211" y="270"/>
                    <a:pt x="348" y="154"/>
                    <a:pt x="518" y="91"/>
                  </a:cubicBezTo>
                  <a:cubicBezTo>
                    <a:pt x="680" y="33"/>
                    <a:pt x="850" y="0"/>
                    <a:pt x="1033" y="0"/>
                  </a:cubicBezTo>
                  <a:cubicBezTo>
                    <a:pt x="1240" y="0"/>
                    <a:pt x="1439" y="46"/>
                    <a:pt x="1618" y="125"/>
                  </a:cubicBezTo>
                  <a:cubicBezTo>
                    <a:pt x="1784" y="195"/>
                    <a:pt x="1912" y="349"/>
                    <a:pt x="1950" y="531"/>
                  </a:cubicBezTo>
                  <a:cubicBezTo>
                    <a:pt x="1958" y="568"/>
                    <a:pt x="1962" y="606"/>
                    <a:pt x="1966" y="643"/>
                  </a:cubicBezTo>
                  <a:lnTo>
                    <a:pt x="1481" y="643"/>
                  </a:lnTo>
                  <a:cubicBezTo>
                    <a:pt x="1481" y="597"/>
                    <a:pt x="1472" y="552"/>
                    <a:pt x="1456" y="506"/>
                  </a:cubicBezTo>
                  <a:cubicBezTo>
                    <a:pt x="1419" y="411"/>
                    <a:pt x="1340" y="332"/>
                    <a:pt x="1240" y="303"/>
                  </a:cubicBezTo>
                  <a:cubicBezTo>
                    <a:pt x="1174" y="282"/>
                    <a:pt x="1107" y="274"/>
                    <a:pt x="1037" y="274"/>
                  </a:cubicBezTo>
                  <a:cubicBezTo>
                    <a:pt x="958" y="274"/>
                    <a:pt x="879" y="286"/>
                    <a:pt x="809" y="315"/>
                  </a:cubicBezTo>
                  <a:cubicBezTo>
                    <a:pt x="688" y="357"/>
                    <a:pt x="597" y="452"/>
                    <a:pt x="556" y="573"/>
                  </a:cubicBezTo>
                  <a:cubicBezTo>
                    <a:pt x="514" y="689"/>
                    <a:pt x="494" y="813"/>
                    <a:pt x="494" y="942"/>
                  </a:cubicBezTo>
                  <a:cubicBezTo>
                    <a:pt x="494" y="1050"/>
                    <a:pt x="510" y="1153"/>
                    <a:pt x="539" y="1249"/>
                  </a:cubicBezTo>
                  <a:cubicBezTo>
                    <a:pt x="572" y="1377"/>
                    <a:pt x="672" y="1481"/>
                    <a:pt x="792" y="1527"/>
                  </a:cubicBezTo>
                  <a:cubicBezTo>
                    <a:pt x="871" y="1556"/>
                    <a:pt x="954" y="1572"/>
                    <a:pt x="1041" y="1572"/>
                  </a:cubicBezTo>
                  <a:cubicBezTo>
                    <a:pt x="1116" y="1572"/>
                    <a:pt x="1186" y="1560"/>
                    <a:pt x="1257" y="1539"/>
                  </a:cubicBezTo>
                  <a:cubicBezTo>
                    <a:pt x="1348" y="1510"/>
                    <a:pt x="1423" y="1444"/>
                    <a:pt x="1460" y="1356"/>
                  </a:cubicBezTo>
                  <a:cubicBezTo>
                    <a:pt x="1485" y="1298"/>
                    <a:pt x="1497" y="1236"/>
                    <a:pt x="1497" y="1170"/>
                  </a:cubicBezTo>
                  <a:lnTo>
                    <a:pt x="1987" y="1170"/>
                  </a:lnTo>
                  <a:cubicBezTo>
                    <a:pt x="1983" y="1228"/>
                    <a:pt x="1974" y="1282"/>
                    <a:pt x="1962" y="1336"/>
                  </a:cubicBezTo>
                  <a:cubicBezTo>
                    <a:pt x="1920" y="1510"/>
                    <a:pt x="1800" y="1655"/>
                    <a:pt x="1638" y="1721"/>
                  </a:cubicBezTo>
                  <a:cubicBezTo>
                    <a:pt x="1456" y="1800"/>
                    <a:pt x="1253" y="1841"/>
                    <a:pt x="1041" y="1841"/>
                  </a:cubicBezTo>
                  <a:cubicBezTo>
                    <a:pt x="875" y="1841"/>
                    <a:pt x="718" y="1817"/>
                    <a:pt x="568" y="1771"/>
                  </a:cubicBezTo>
                  <a:cubicBezTo>
                    <a:pt x="336" y="1692"/>
                    <a:pt x="137" y="1527"/>
                    <a:pt x="62" y="1307"/>
                  </a:cubicBez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51" name="Freeform 8">
              <a:extLst>
                <a:ext uri="{FF2B5EF4-FFF2-40B4-BE49-F238E27FC236}">
                  <a16:creationId xmlns:a16="http://schemas.microsoft.com/office/drawing/2014/main" id="{3A0032F3-6986-4082-826E-C6E5889CD29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51138" y="4083050"/>
              <a:ext cx="153987" cy="398463"/>
            </a:xfrm>
            <a:custGeom>
              <a:avLst/>
              <a:gdLst>
                <a:gd name="T0" fmla="*/ 415 w 428"/>
                <a:gd name="T1" fmla="*/ 0 h 1109"/>
                <a:gd name="T2" fmla="*/ 0 w 428"/>
                <a:gd name="T3" fmla="*/ 38 h 1109"/>
                <a:gd name="T4" fmla="*/ 0 w 428"/>
                <a:gd name="T5" fmla="*/ 100 h 1109"/>
                <a:gd name="T6" fmla="*/ 12 w 428"/>
                <a:gd name="T7" fmla="*/ 100 h 1109"/>
                <a:gd name="T8" fmla="*/ 178 w 428"/>
                <a:gd name="T9" fmla="*/ 241 h 1109"/>
                <a:gd name="T10" fmla="*/ 178 w 428"/>
                <a:gd name="T11" fmla="*/ 1108 h 1109"/>
                <a:gd name="T12" fmla="*/ 427 w 428"/>
                <a:gd name="T13" fmla="*/ 1108 h 1109"/>
                <a:gd name="T14" fmla="*/ 427 w 428"/>
                <a:gd name="T15" fmla="*/ 0 h 1109"/>
                <a:gd name="T16" fmla="*/ 415 w 428"/>
                <a:gd name="T17" fmla="*/ 0 h 11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28" h="1109">
                  <a:moveTo>
                    <a:pt x="415" y="0"/>
                  </a:moveTo>
                  <a:lnTo>
                    <a:pt x="0" y="38"/>
                  </a:lnTo>
                  <a:lnTo>
                    <a:pt x="0" y="100"/>
                  </a:lnTo>
                  <a:lnTo>
                    <a:pt x="12" y="100"/>
                  </a:lnTo>
                  <a:cubicBezTo>
                    <a:pt x="178" y="121"/>
                    <a:pt x="178" y="121"/>
                    <a:pt x="178" y="241"/>
                  </a:cubicBezTo>
                  <a:lnTo>
                    <a:pt x="178" y="1108"/>
                  </a:lnTo>
                  <a:lnTo>
                    <a:pt x="427" y="1108"/>
                  </a:lnTo>
                  <a:lnTo>
                    <a:pt x="427" y="0"/>
                  </a:lnTo>
                  <a:lnTo>
                    <a:pt x="415" y="0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52" name="Freeform 9">
              <a:extLst>
                <a:ext uri="{FF2B5EF4-FFF2-40B4-BE49-F238E27FC236}">
                  <a16:creationId xmlns:a16="http://schemas.microsoft.com/office/drawing/2014/main" id="{4FAF6955-B0AB-4172-8FF1-04F9BD3974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86088" y="4198938"/>
              <a:ext cx="315912" cy="282575"/>
            </a:xfrm>
            <a:custGeom>
              <a:avLst/>
              <a:gdLst>
                <a:gd name="T0" fmla="*/ 643 w 876"/>
                <a:gd name="T1" fmla="*/ 4 h 785"/>
                <a:gd name="T2" fmla="*/ 353 w 876"/>
                <a:gd name="T3" fmla="*/ 170 h 785"/>
                <a:gd name="T4" fmla="*/ 353 w 876"/>
                <a:gd name="T5" fmla="*/ 0 h 785"/>
                <a:gd name="T6" fmla="*/ 336 w 876"/>
                <a:gd name="T7" fmla="*/ 4 h 785"/>
                <a:gd name="T8" fmla="*/ 0 w 876"/>
                <a:gd name="T9" fmla="*/ 58 h 785"/>
                <a:gd name="T10" fmla="*/ 0 w 876"/>
                <a:gd name="T11" fmla="*/ 116 h 785"/>
                <a:gd name="T12" fmla="*/ 17 w 876"/>
                <a:gd name="T13" fmla="*/ 116 h 785"/>
                <a:gd name="T14" fmla="*/ 145 w 876"/>
                <a:gd name="T15" fmla="*/ 240 h 785"/>
                <a:gd name="T16" fmla="*/ 145 w 876"/>
                <a:gd name="T17" fmla="*/ 784 h 785"/>
                <a:gd name="T18" fmla="*/ 353 w 876"/>
                <a:gd name="T19" fmla="*/ 784 h 785"/>
                <a:gd name="T20" fmla="*/ 353 w 876"/>
                <a:gd name="T21" fmla="*/ 386 h 785"/>
                <a:gd name="T22" fmla="*/ 560 w 876"/>
                <a:gd name="T23" fmla="*/ 141 h 785"/>
                <a:gd name="T24" fmla="*/ 664 w 876"/>
                <a:gd name="T25" fmla="*/ 361 h 785"/>
                <a:gd name="T26" fmla="*/ 664 w 876"/>
                <a:gd name="T27" fmla="*/ 784 h 785"/>
                <a:gd name="T28" fmla="*/ 871 w 876"/>
                <a:gd name="T29" fmla="*/ 784 h 785"/>
                <a:gd name="T30" fmla="*/ 871 w 876"/>
                <a:gd name="T31" fmla="*/ 240 h 785"/>
                <a:gd name="T32" fmla="*/ 643 w 876"/>
                <a:gd name="T33" fmla="*/ 4 h 7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876" h="785">
                  <a:moveTo>
                    <a:pt x="643" y="4"/>
                  </a:moveTo>
                  <a:cubicBezTo>
                    <a:pt x="490" y="4"/>
                    <a:pt x="398" y="108"/>
                    <a:pt x="353" y="170"/>
                  </a:cubicBezTo>
                  <a:cubicBezTo>
                    <a:pt x="353" y="112"/>
                    <a:pt x="353" y="0"/>
                    <a:pt x="353" y="0"/>
                  </a:cubicBezTo>
                  <a:lnTo>
                    <a:pt x="336" y="4"/>
                  </a:lnTo>
                  <a:lnTo>
                    <a:pt x="0" y="58"/>
                  </a:lnTo>
                  <a:lnTo>
                    <a:pt x="0" y="116"/>
                  </a:lnTo>
                  <a:lnTo>
                    <a:pt x="17" y="116"/>
                  </a:lnTo>
                  <a:cubicBezTo>
                    <a:pt x="124" y="120"/>
                    <a:pt x="145" y="141"/>
                    <a:pt x="145" y="240"/>
                  </a:cubicBezTo>
                  <a:lnTo>
                    <a:pt x="145" y="784"/>
                  </a:lnTo>
                  <a:lnTo>
                    <a:pt x="353" y="784"/>
                  </a:lnTo>
                  <a:lnTo>
                    <a:pt x="353" y="386"/>
                  </a:lnTo>
                  <a:cubicBezTo>
                    <a:pt x="353" y="278"/>
                    <a:pt x="452" y="141"/>
                    <a:pt x="560" y="141"/>
                  </a:cubicBezTo>
                  <a:cubicBezTo>
                    <a:pt x="660" y="141"/>
                    <a:pt x="664" y="224"/>
                    <a:pt x="664" y="361"/>
                  </a:cubicBezTo>
                  <a:lnTo>
                    <a:pt x="664" y="784"/>
                  </a:lnTo>
                  <a:lnTo>
                    <a:pt x="871" y="784"/>
                  </a:lnTo>
                  <a:lnTo>
                    <a:pt x="871" y="240"/>
                  </a:lnTo>
                  <a:cubicBezTo>
                    <a:pt x="875" y="87"/>
                    <a:pt x="792" y="4"/>
                    <a:pt x="643" y="4"/>
                  </a:cubicBez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53" name="Freeform 10">
              <a:extLst>
                <a:ext uri="{FF2B5EF4-FFF2-40B4-BE49-F238E27FC236}">
                  <a16:creationId xmlns:a16="http://schemas.microsoft.com/office/drawing/2014/main" id="{48B7FEA2-1920-449F-8526-87A09E573E1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6138" y="4200525"/>
              <a:ext cx="212725" cy="288925"/>
            </a:xfrm>
            <a:custGeom>
              <a:avLst/>
              <a:gdLst>
                <a:gd name="T0" fmla="*/ 348 w 590"/>
                <a:gd name="T1" fmla="*/ 303 h 802"/>
                <a:gd name="T2" fmla="*/ 195 w 590"/>
                <a:gd name="T3" fmla="*/ 170 h 802"/>
                <a:gd name="T4" fmla="*/ 307 w 590"/>
                <a:gd name="T5" fmla="*/ 100 h 802"/>
                <a:gd name="T6" fmla="*/ 502 w 590"/>
                <a:gd name="T7" fmla="*/ 166 h 802"/>
                <a:gd name="T8" fmla="*/ 535 w 590"/>
                <a:gd name="T9" fmla="*/ 187 h 802"/>
                <a:gd name="T10" fmla="*/ 535 w 590"/>
                <a:gd name="T11" fmla="*/ 162 h 802"/>
                <a:gd name="T12" fmla="*/ 535 w 590"/>
                <a:gd name="T13" fmla="*/ 33 h 802"/>
                <a:gd name="T14" fmla="*/ 506 w 590"/>
                <a:gd name="T15" fmla="*/ 25 h 802"/>
                <a:gd name="T16" fmla="*/ 315 w 590"/>
                <a:gd name="T17" fmla="*/ 0 h 802"/>
                <a:gd name="T18" fmla="*/ 0 w 590"/>
                <a:gd name="T19" fmla="*/ 224 h 802"/>
                <a:gd name="T20" fmla="*/ 228 w 590"/>
                <a:gd name="T21" fmla="*/ 465 h 802"/>
                <a:gd name="T22" fmla="*/ 390 w 590"/>
                <a:gd name="T23" fmla="*/ 606 h 802"/>
                <a:gd name="T24" fmla="*/ 249 w 590"/>
                <a:gd name="T25" fmla="*/ 697 h 802"/>
                <a:gd name="T26" fmla="*/ 20 w 590"/>
                <a:gd name="T27" fmla="*/ 618 h 802"/>
                <a:gd name="T28" fmla="*/ 0 w 590"/>
                <a:gd name="T29" fmla="*/ 606 h 802"/>
                <a:gd name="T30" fmla="*/ 0 w 590"/>
                <a:gd name="T31" fmla="*/ 767 h 802"/>
                <a:gd name="T32" fmla="*/ 16 w 590"/>
                <a:gd name="T33" fmla="*/ 771 h 802"/>
                <a:gd name="T34" fmla="*/ 244 w 590"/>
                <a:gd name="T35" fmla="*/ 801 h 802"/>
                <a:gd name="T36" fmla="*/ 580 w 590"/>
                <a:gd name="T37" fmla="*/ 568 h 802"/>
                <a:gd name="T38" fmla="*/ 348 w 590"/>
                <a:gd name="T39" fmla="*/ 303 h 8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590" h="802">
                  <a:moveTo>
                    <a:pt x="348" y="303"/>
                  </a:moveTo>
                  <a:cubicBezTo>
                    <a:pt x="265" y="261"/>
                    <a:pt x="195" y="228"/>
                    <a:pt x="195" y="170"/>
                  </a:cubicBezTo>
                  <a:cubicBezTo>
                    <a:pt x="195" y="104"/>
                    <a:pt x="274" y="100"/>
                    <a:pt x="307" y="100"/>
                  </a:cubicBezTo>
                  <a:cubicBezTo>
                    <a:pt x="394" y="100"/>
                    <a:pt x="468" y="145"/>
                    <a:pt x="502" y="166"/>
                  </a:cubicBezTo>
                  <a:lnTo>
                    <a:pt x="535" y="187"/>
                  </a:lnTo>
                  <a:lnTo>
                    <a:pt x="535" y="162"/>
                  </a:lnTo>
                  <a:lnTo>
                    <a:pt x="535" y="33"/>
                  </a:lnTo>
                  <a:lnTo>
                    <a:pt x="506" y="25"/>
                  </a:lnTo>
                  <a:cubicBezTo>
                    <a:pt x="468" y="17"/>
                    <a:pt x="398" y="0"/>
                    <a:pt x="315" y="0"/>
                  </a:cubicBezTo>
                  <a:cubicBezTo>
                    <a:pt x="120" y="0"/>
                    <a:pt x="0" y="83"/>
                    <a:pt x="0" y="224"/>
                  </a:cubicBezTo>
                  <a:cubicBezTo>
                    <a:pt x="0" y="353"/>
                    <a:pt x="124" y="411"/>
                    <a:pt x="228" y="465"/>
                  </a:cubicBezTo>
                  <a:cubicBezTo>
                    <a:pt x="311" y="506"/>
                    <a:pt x="390" y="543"/>
                    <a:pt x="390" y="606"/>
                  </a:cubicBezTo>
                  <a:cubicBezTo>
                    <a:pt x="390" y="664"/>
                    <a:pt x="340" y="697"/>
                    <a:pt x="249" y="697"/>
                  </a:cubicBezTo>
                  <a:cubicBezTo>
                    <a:pt x="149" y="697"/>
                    <a:pt x="70" y="647"/>
                    <a:pt x="20" y="618"/>
                  </a:cubicBezTo>
                  <a:lnTo>
                    <a:pt x="0" y="606"/>
                  </a:lnTo>
                  <a:lnTo>
                    <a:pt x="0" y="767"/>
                  </a:lnTo>
                  <a:lnTo>
                    <a:pt x="16" y="771"/>
                  </a:lnTo>
                  <a:cubicBezTo>
                    <a:pt x="58" y="780"/>
                    <a:pt x="137" y="801"/>
                    <a:pt x="244" y="801"/>
                  </a:cubicBezTo>
                  <a:cubicBezTo>
                    <a:pt x="456" y="801"/>
                    <a:pt x="580" y="713"/>
                    <a:pt x="580" y="568"/>
                  </a:cubicBezTo>
                  <a:cubicBezTo>
                    <a:pt x="589" y="419"/>
                    <a:pt x="460" y="357"/>
                    <a:pt x="348" y="303"/>
                  </a:cubicBez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54" name="Freeform 11">
              <a:extLst>
                <a:ext uri="{FF2B5EF4-FFF2-40B4-BE49-F238E27FC236}">
                  <a16:creationId xmlns:a16="http://schemas.microsoft.com/office/drawing/2014/main" id="{475F10B7-138E-4E71-8ABC-722F53E161C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35375" y="4198938"/>
              <a:ext cx="325438" cy="396875"/>
            </a:xfrm>
            <a:custGeom>
              <a:avLst/>
              <a:gdLst>
                <a:gd name="T0" fmla="*/ 577 w 906"/>
                <a:gd name="T1" fmla="*/ 4 h 1104"/>
                <a:gd name="T2" fmla="*/ 357 w 906"/>
                <a:gd name="T3" fmla="*/ 112 h 1104"/>
                <a:gd name="T4" fmla="*/ 357 w 906"/>
                <a:gd name="T5" fmla="*/ 0 h 1104"/>
                <a:gd name="T6" fmla="*/ 336 w 906"/>
                <a:gd name="T7" fmla="*/ 4 h 1104"/>
                <a:gd name="T8" fmla="*/ 0 w 906"/>
                <a:gd name="T9" fmla="*/ 58 h 1104"/>
                <a:gd name="T10" fmla="*/ 0 w 906"/>
                <a:gd name="T11" fmla="*/ 116 h 1104"/>
                <a:gd name="T12" fmla="*/ 13 w 906"/>
                <a:gd name="T13" fmla="*/ 116 h 1104"/>
                <a:gd name="T14" fmla="*/ 137 w 906"/>
                <a:gd name="T15" fmla="*/ 240 h 1104"/>
                <a:gd name="T16" fmla="*/ 137 w 906"/>
                <a:gd name="T17" fmla="*/ 1103 h 1104"/>
                <a:gd name="T18" fmla="*/ 345 w 906"/>
                <a:gd name="T19" fmla="*/ 1103 h 1104"/>
                <a:gd name="T20" fmla="*/ 345 w 906"/>
                <a:gd name="T21" fmla="*/ 709 h 1104"/>
                <a:gd name="T22" fmla="*/ 560 w 906"/>
                <a:gd name="T23" fmla="*/ 800 h 1104"/>
                <a:gd name="T24" fmla="*/ 896 w 906"/>
                <a:gd name="T25" fmla="*/ 390 h 1104"/>
                <a:gd name="T26" fmla="*/ 577 w 906"/>
                <a:gd name="T27" fmla="*/ 4 h 1104"/>
                <a:gd name="T28" fmla="*/ 515 w 906"/>
                <a:gd name="T29" fmla="*/ 120 h 1104"/>
                <a:gd name="T30" fmla="*/ 672 w 906"/>
                <a:gd name="T31" fmla="*/ 394 h 1104"/>
                <a:gd name="T32" fmla="*/ 515 w 906"/>
                <a:gd name="T33" fmla="*/ 688 h 1104"/>
                <a:gd name="T34" fmla="*/ 349 w 906"/>
                <a:gd name="T35" fmla="*/ 456 h 1104"/>
                <a:gd name="T36" fmla="*/ 349 w 906"/>
                <a:gd name="T37" fmla="*/ 390 h 1104"/>
                <a:gd name="T38" fmla="*/ 515 w 906"/>
                <a:gd name="T39" fmla="*/ 120 h 11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906" h="1104">
                  <a:moveTo>
                    <a:pt x="577" y="4"/>
                  </a:moveTo>
                  <a:cubicBezTo>
                    <a:pt x="498" y="4"/>
                    <a:pt x="424" y="41"/>
                    <a:pt x="357" y="112"/>
                  </a:cubicBezTo>
                  <a:cubicBezTo>
                    <a:pt x="357" y="75"/>
                    <a:pt x="357" y="0"/>
                    <a:pt x="357" y="0"/>
                  </a:cubicBezTo>
                  <a:lnTo>
                    <a:pt x="336" y="4"/>
                  </a:lnTo>
                  <a:lnTo>
                    <a:pt x="0" y="58"/>
                  </a:lnTo>
                  <a:lnTo>
                    <a:pt x="0" y="116"/>
                  </a:lnTo>
                  <a:lnTo>
                    <a:pt x="13" y="116"/>
                  </a:lnTo>
                  <a:cubicBezTo>
                    <a:pt x="117" y="120"/>
                    <a:pt x="137" y="141"/>
                    <a:pt x="137" y="240"/>
                  </a:cubicBezTo>
                  <a:lnTo>
                    <a:pt x="137" y="1103"/>
                  </a:lnTo>
                  <a:lnTo>
                    <a:pt x="345" y="1103"/>
                  </a:lnTo>
                  <a:cubicBezTo>
                    <a:pt x="345" y="1103"/>
                    <a:pt x="345" y="775"/>
                    <a:pt x="345" y="709"/>
                  </a:cubicBezTo>
                  <a:cubicBezTo>
                    <a:pt x="382" y="755"/>
                    <a:pt x="444" y="800"/>
                    <a:pt x="560" y="800"/>
                  </a:cubicBezTo>
                  <a:cubicBezTo>
                    <a:pt x="780" y="800"/>
                    <a:pt x="896" y="659"/>
                    <a:pt x="896" y="390"/>
                  </a:cubicBezTo>
                  <a:cubicBezTo>
                    <a:pt x="905" y="145"/>
                    <a:pt x="784" y="4"/>
                    <a:pt x="577" y="4"/>
                  </a:cubicBezTo>
                  <a:close/>
                  <a:moveTo>
                    <a:pt x="515" y="120"/>
                  </a:moveTo>
                  <a:cubicBezTo>
                    <a:pt x="656" y="120"/>
                    <a:pt x="672" y="274"/>
                    <a:pt x="672" y="394"/>
                  </a:cubicBezTo>
                  <a:cubicBezTo>
                    <a:pt x="672" y="593"/>
                    <a:pt x="623" y="688"/>
                    <a:pt x="515" y="688"/>
                  </a:cubicBezTo>
                  <a:cubicBezTo>
                    <a:pt x="378" y="688"/>
                    <a:pt x="349" y="560"/>
                    <a:pt x="349" y="456"/>
                  </a:cubicBezTo>
                  <a:lnTo>
                    <a:pt x="349" y="390"/>
                  </a:lnTo>
                  <a:cubicBezTo>
                    <a:pt x="353" y="307"/>
                    <a:pt x="370" y="120"/>
                    <a:pt x="515" y="120"/>
                  </a:cubicBezTo>
                  <a:close/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55" name="Freeform 12">
              <a:extLst>
                <a:ext uri="{FF2B5EF4-FFF2-40B4-BE49-F238E27FC236}">
                  <a16:creationId xmlns:a16="http://schemas.microsoft.com/office/drawing/2014/main" id="{F3D64A36-15B6-44A3-A0E7-663C92A2E20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13200" y="4198938"/>
              <a:ext cx="123825" cy="282575"/>
            </a:xfrm>
            <a:custGeom>
              <a:avLst/>
              <a:gdLst>
                <a:gd name="T0" fmla="*/ 0 w 345"/>
                <a:gd name="T1" fmla="*/ 58 h 785"/>
                <a:gd name="T2" fmla="*/ 0 w 345"/>
                <a:gd name="T3" fmla="*/ 116 h 785"/>
                <a:gd name="T4" fmla="*/ 12 w 345"/>
                <a:gd name="T5" fmla="*/ 116 h 785"/>
                <a:gd name="T6" fmla="*/ 137 w 345"/>
                <a:gd name="T7" fmla="*/ 240 h 785"/>
                <a:gd name="T8" fmla="*/ 137 w 345"/>
                <a:gd name="T9" fmla="*/ 784 h 785"/>
                <a:gd name="T10" fmla="*/ 344 w 345"/>
                <a:gd name="T11" fmla="*/ 784 h 785"/>
                <a:gd name="T12" fmla="*/ 344 w 345"/>
                <a:gd name="T13" fmla="*/ 0 h 785"/>
                <a:gd name="T14" fmla="*/ 328 w 345"/>
                <a:gd name="T15" fmla="*/ 4 h 785"/>
                <a:gd name="T16" fmla="*/ 0 w 345"/>
                <a:gd name="T17" fmla="*/ 58 h 7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45" h="785">
                  <a:moveTo>
                    <a:pt x="0" y="58"/>
                  </a:moveTo>
                  <a:lnTo>
                    <a:pt x="0" y="116"/>
                  </a:lnTo>
                  <a:lnTo>
                    <a:pt x="12" y="116"/>
                  </a:lnTo>
                  <a:cubicBezTo>
                    <a:pt x="116" y="120"/>
                    <a:pt x="137" y="141"/>
                    <a:pt x="137" y="240"/>
                  </a:cubicBezTo>
                  <a:lnTo>
                    <a:pt x="137" y="784"/>
                  </a:lnTo>
                  <a:lnTo>
                    <a:pt x="344" y="784"/>
                  </a:lnTo>
                  <a:lnTo>
                    <a:pt x="344" y="0"/>
                  </a:lnTo>
                  <a:lnTo>
                    <a:pt x="328" y="4"/>
                  </a:lnTo>
                  <a:lnTo>
                    <a:pt x="0" y="58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59" name="Freeform 13">
              <a:extLst>
                <a:ext uri="{FF2B5EF4-FFF2-40B4-BE49-F238E27FC236}">
                  <a16:creationId xmlns:a16="http://schemas.microsoft.com/office/drawing/2014/main" id="{DE1AE0B2-507C-42CC-ADC7-AB629C1217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56063" y="4084638"/>
              <a:ext cx="93662" cy="82550"/>
            </a:xfrm>
            <a:custGeom>
              <a:avLst/>
              <a:gdLst>
                <a:gd name="T0" fmla="*/ 129 w 262"/>
                <a:gd name="T1" fmla="*/ 228 h 229"/>
                <a:gd name="T2" fmla="*/ 261 w 262"/>
                <a:gd name="T3" fmla="*/ 112 h 229"/>
                <a:gd name="T4" fmla="*/ 133 w 262"/>
                <a:gd name="T5" fmla="*/ 0 h 229"/>
                <a:gd name="T6" fmla="*/ 4 w 262"/>
                <a:gd name="T7" fmla="*/ 112 h 229"/>
                <a:gd name="T8" fmla="*/ 129 w 262"/>
                <a:gd name="T9" fmla="*/ 228 h 2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62" h="229">
                  <a:moveTo>
                    <a:pt x="129" y="228"/>
                  </a:moveTo>
                  <a:cubicBezTo>
                    <a:pt x="199" y="228"/>
                    <a:pt x="261" y="178"/>
                    <a:pt x="261" y="112"/>
                  </a:cubicBezTo>
                  <a:cubicBezTo>
                    <a:pt x="261" y="49"/>
                    <a:pt x="203" y="0"/>
                    <a:pt x="133" y="0"/>
                  </a:cubicBezTo>
                  <a:cubicBezTo>
                    <a:pt x="62" y="0"/>
                    <a:pt x="4" y="49"/>
                    <a:pt x="4" y="112"/>
                  </a:cubicBezTo>
                  <a:cubicBezTo>
                    <a:pt x="0" y="178"/>
                    <a:pt x="58" y="228"/>
                    <a:pt x="129" y="228"/>
                  </a:cubicBez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60" name="Freeform 14">
              <a:extLst>
                <a:ext uri="{FF2B5EF4-FFF2-40B4-BE49-F238E27FC236}">
                  <a16:creationId xmlns:a16="http://schemas.microsoft.com/office/drawing/2014/main" id="{E4C0953A-E12D-4EF7-89F0-7C078A45A2C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1638" y="4200525"/>
              <a:ext cx="244475" cy="280988"/>
            </a:xfrm>
            <a:custGeom>
              <a:avLst/>
              <a:gdLst>
                <a:gd name="T0" fmla="*/ 676 w 677"/>
                <a:gd name="T1" fmla="*/ 174 h 781"/>
                <a:gd name="T2" fmla="*/ 676 w 677"/>
                <a:gd name="T3" fmla="*/ 12 h 781"/>
                <a:gd name="T4" fmla="*/ 663 w 677"/>
                <a:gd name="T5" fmla="*/ 12 h 781"/>
                <a:gd name="T6" fmla="*/ 564 w 677"/>
                <a:gd name="T7" fmla="*/ 4 h 781"/>
                <a:gd name="T8" fmla="*/ 348 w 677"/>
                <a:gd name="T9" fmla="*/ 158 h 781"/>
                <a:gd name="T10" fmla="*/ 348 w 677"/>
                <a:gd name="T11" fmla="*/ 0 h 781"/>
                <a:gd name="T12" fmla="*/ 331 w 677"/>
                <a:gd name="T13" fmla="*/ 0 h 781"/>
                <a:gd name="T14" fmla="*/ 0 w 677"/>
                <a:gd name="T15" fmla="*/ 54 h 781"/>
                <a:gd name="T16" fmla="*/ 0 w 677"/>
                <a:gd name="T17" fmla="*/ 112 h 781"/>
                <a:gd name="T18" fmla="*/ 12 w 677"/>
                <a:gd name="T19" fmla="*/ 112 h 781"/>
                <a:gd name="T20" fmla="*/ 141 w 677"/>
                <a:gd name="T21" fmla="*/ 236 h 781"/>
                <a:gd name="T22" fmla="*/ 141 w 677"/>
                <a:gd name="T23" fmla="*/ 780 h 781"/>
                <a:gd name="T24" fmla="*/ 348 w 677"/>
                <a:gd name="T25" fmla="*/ 780 h 781"/>
                <a:gd name="T26" fmla="*/ 348 w 677"/>
                <a:gd name="T27" fmla="*/ 390 h 781"/>
                <a:gd name="T28" fmla="*/ 568 w 677"/>
                <a:gd name="T29" fmla="*/ 170 h 781"/>
                <a:gd name="T30" fmla="*/ 643 w 677"/>
                <a:gd name="T31" fmla="*/ 183 h 781"/>
                <a:gd name="T32" fmla="*/ 676 w 677"/>
                <a:gd name="T33" fmla="*/ 191 h 781"/>
                <a:gd name="T34" fmla="*/ 676 w 677"/>
                <a:gd name="T35" fmla="*/ 174 h 78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677" h="781">
                  <a:moveTo>
                    <a:pt x="676" y="174"/>
                  </a:moveTo>
                  <a:lnTo>
                    <a:pt x="676" y="12"/>
                  </a:lnTo>
                  <a:lnTo>
                    <a:pt x="663" y="12"/>
                  </a:lnTo>
                  <a:cubicBezTo>
                    <a:pt x="630" y="8"/>
                    <a:pt x="593" y="4"/>
                    <a:pt x="564" y="4"/>
                  </a:cubicBezTo>
                  <a:cubicBezTo>
                    <a:pt x="443" y="4"/>
                    <a:pt x="381" y="91"/>
                    <a:pt x="348" y="158"/>
                  </a:cubicBezTo>
                  <a:cubicBezTo>
                    <a:pt x="348" y="95"/>
                    <a:pt x="348" y="0"/>
                    <a:pt x="348" y="0"/>
                  </a:cubicBezTo>
                  <a:lnTo>
                    <a:pt x="331" y="0"/>
                  </a:lnTo>
                  <a:lnTo>
                    <a:pt x="0" y="54"/>
                  </a:lnTo>
                  <a:lnTo>
                    <a:pt x="0" y="112"/>
                  </a:lnTo>
                  <a:lnTo>
                    <a:pt x="12" y="112"/>
                  </a:lnTo>
                  <a:cubicBezTo>
                    <a:pt x="116" y="116"/>
                    <a:pt x="141" y="137"/>
                    <a:pt x="141" y="236"/>
                  </a:cubicBezTo>
                  <a:lnTo>
                    <a:pt x="141" y="780"/>
                  </a:lnTo>
                  <a:lnTo>
                    <a:pt x="348" y="780"/>
                  </a:lnTo>
                  <a:lnTo>
                    <a:pt x="348" y="390"/>
                  </a:lnTo>
                  <a:cubicBezTo>
                    <a:pt x="348" y="324"/>
                    <a:pt x="369" y="170"/>
                    <a:pt x="568" y="170"/>
                  </a:cubicBezTo>
                  <a:cubicBezTo>
                    <a:pt x="593" y="170"/>
                    <a:pt x="618" y="178"/>
                    <a:pt x="643" y="183"/>
                  </a:cubicBezTo>
                  <a:lnTo>
                    <a:pt x="676" y="191"/>
                  </a:lnTo>
                  <a:lnTo>
                    <a:pt x="676" y="174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61" name="Freeform 15">
              <a:extLst>
                <a:ext uri="{FF2B5EF4-FFF2-40B4-BE49-F238E27FC236}">
                  <a16:creationId xmlns:a16="http://schemas.microsoft.com/office/drawing/2014/main" id="{A9AA110B-7D63-4F2A-A139-D6E0C6BEFA6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6275" y="4200525"/>
              <a:ext cx="266700" cy="287338"/>
            </a:xfrm>
            <a:custGeom>
              <a:avLst/>
              <a:gdLst>
                <a:gd name="T0" fmla="*/ 738 w 743"/>
                <a:gd name="T1" fmla="*/ 315 h 797"/>
                <a:gd name="T2" fmla="*/ 390 w 743"/>
                <a:gd name="T3" fmla="*/ 0 h 797"/>
                <a:gd name="T4" fmla="*/ 0 w 743"/>
                <a:gd name="T5" fmla="*/ 373 h 797"/>
                <a:gd name="T6" fmla="*/ 456 w 743"/>
                <a:gd name="T7" fmla="*/ 796 h 797"/>
                <a:gd name="T8" fmla="*/ 713 w 743"/>
                <a:gd name="T9" fmla="*/ 755 h 797"/>
                <a:gd name="T10" fmla="*/ 726 w 743"/>
                <a:gd name="T11" fmla="*/ 751 h 797"/>
                <a:gd name="T12" fmla="*/ 726 w 743"/>
                <a:gd name="T13" fmla="*/ 651 h 797"/>
                <a:gd name="T14" fmla="*/ 705 w 743"/>
                <a:gd name="T15" fmla="*/ 660 h 797"/>
                <a:gd name="T16" fmla="*/ 543 w 743"/>
                <a:gd name="T17" fmla="*/ 684 h 797"/>
                <a:gd name="T18" fmla="*/ 232 w 743"/>
                <a:gd name="T19" fmla="*/ 332 h 797"/>
                <a:gd name="T20" fmla="*/ 742 w 743"/>
                <a:gd name="T21" fmla="*/ 332 h 797"/>
                <a:gd name="T22" fmla="*/ 742 w 743"/>
                <a:gd name="T23" fmla="*/ 315 h 797"/>
                <a:gd name="T24" fmla="*/ 738 w 743"/>
                <a:gd name="T25" fmla="*/ 315 h 797"/>
                <a:gd name="T26" fmla="*/ 386 w 743"/>
                <a:gd name="T27" fmla="*/ 83 h 797"/>
                <a:gd name="T28" fmla="*/ 531 w 743"/>
                <a:gd name="T29" fmla="*/ 236 h 797"/>
                <a:gd name="T30" fmla="*/ 228 w 743"/>
                <a:gd name="T31" fmla="*/ 236 h 797"/>
                <a:gd name="T32" fmla="*/ 386 w 743"/>
                <a:gd name="T33" fmla="*/ 83 h 7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743" h="797">
                  <a:moveTo>
                    <a:pt x="738" y="315"/>
                  </a:moveTo>
                  <a:cubicBezTo>
                    <a:pt x="738" y="104"/>
                    <a:pt x="622" y="0"/>
                    <a:pt x="390" y="0"/>
                  </a:cubicBezTo>
                  <a:cubicBezTo>
                    <a:pt x="128" y="0"/>
                    <a:pt x="0" y="124"/>
                    <a:pt x="0" y="373"/>
                  </a:cubicBezTo>
                  <a:cubicBezTo>
                    <a:pt x="0" y="639"/>
                    <a:pt x="170" y="796"/>
                    <a:pt x="456" y="796"/>
                  </a:cubicBezTo>
                  <a:cubicBezTo>
                    <a:pt x="581" y="796"/>
                    <a:pt x="676" y="763"/>
                    <a:pt x="713" y="755"/>
                  </a:cubicBezTo>
                  <a:lnTo>
                    <a:pt x="726" y="751"/>
                  </a:lnTo>
                  <a:lnTo>
                    <a:pt x="726" y="651"/>
                  </a:lnTo>
                  <a:lnTo>
                    <a:pt x="705" y="660"/>
                  </a:lnTo>
                  <a:cubicBezTo>
                    <a:pt x="672" y="672"/>
                    <a:pt x="610" y="684"/>
                    <a:pt x="543" y="684"/>
                  </a:cubicBezTo>
                  <a:cubicBezTo>
                    <a:pt x="319" y="684"/>
                    <a:pt x="236" y="498"/>
                    <a:pt x="232" y="332"/>
                  </a:cubicBezTo>
                  <a:cubicBezTo>
                    <a:pt x="261" y="332"/>
                    <a:pt x="742" y="332"/>
                    <a:pt x="742" y="332"/>
                  </a:cubicBezTo>
                  <a:lnTo>
                    <a:pt x="742" y="315"/>
                  </a:lnTo>
                  <a:lnTo>
                    <a:pt x="738" y="315"/>
                  </a:lnTo>
                  <a:close/>
                  <a:moveTo>
                    <a:pt x="386" y="83"/>
                  </a:moveTo>
                  <a:cubicBezTo>
                    <a:pt x="498" y="83"/>
                    <a:pt x="527" y="166"/>
                    <a:pt x="531" y="236"/>
                  </a:cubicBezTo>
                  <a:cubicBezTo>
                    <a:pt x="506" y="236"/>
                    <a:pt x="257" y="236"/>
                    <a:pt x="228" y="236"/>
                  </a:cubicBezTo>
                  <a:cubicBezTo>
                    <a:pt x="232" y="183"/>
                    <a:pt x="269" y="83"/>
                    <a:pt x="386" y="83"/>
                  </a:cubicBezTo>
                  <a:close/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62" name="Freeform 16">
              <a:extLst>
                <a:ext uri="{FF2B5EF4-FFF2-40B4-BE49-F238E27FC236}">
                  <a16:creationId xmlns:a16="http://schemas.microsoft.com/office/drawing/2014/main" id="{0D2A40E0-540C-4C96-8276-7FDF7C2E31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10175" y="4071938"/>
              <a:ext cx="314325" cy="409575"/>
            </a:xfrm>
            <a:custGeom>
              <a:avLst/>
              <a:gdLst>
                <a:gd name="T0" fmla="*/ 634 w 872"/>
                <a:gd name="T1" fmla="*/ 357 h 1138"/>
                <a:gd name="T2" fmla="*/ 348 w 872"/>
                <a:gd name="T3" fmla="*/ 523 h 1138"/>
                <a:gd name="T4" fmla="*/ 348 w 872"/>
                <a:gd name="T5" fmla="*/ 0 h 1138"/>
                <a:gd name="T6" fmla="*/ 332 w 872"/>
                <a:gd name="T7" fmla="*/ 4 h 1138"/>
                <a:gd name="T8" fmla="*/ 0 w 872"/>
                <a:gd name="T9" fmla="*/ 46 h 1138"/>
                <a:gd name="T10" fmla="*/ 0 w 872"/>
                <a:gd name="T11" fmla="*/ 104 h 1138"/>
                <a:gd name="T12" fmla="*/ 16 w 872"/>
                <a:gd name="T13" fmla="*/ 104 h 1138"/>
                <a:gd name="T14" fmla="*/ 141 w 872"/>
                <a:gd name="T15" fmla="*/ 233 h 1138"/>
                <a:gd name="T16" fmla="*/ 141 w 872"/>
                <a:gd name="T17" fmla="*/ 1137 h 1138"/>
                <a:gd name="T18" fmla="*/ 348 w 872"/>
                <a:gd name="T19" fmla="*/ 1137 h 1138"/>
                <a:gd name="T20" fmla="*/ 348 w 872"/>
                <a:gd name="T21" fmla="*/ 747 h 1138"/>
                <a:gd name="T22" fmla="*/ 547 w 872"/>
                <a:gd name="T23" fmla="*/ 494 h 1138"/>
                <a:gd name="T24" fmla="*/ 663 w 872"/>
                <a:gd name="T25" fmla="*/ 660 h 1138"/>
                <a:gd name="T26" fmla="*/ 663 w 872"/>
                <a:gd name="T27" fmla="*/ 1137 h 1138"/>
                <a:gd name="T28" fmla="*/ 871 w 872"/>
                <a:gd name="T29" fmla="*/ 1137 h 1138"/>
                <a:gd name="T30" fmla="*/ 871 w 872"/>
                <a:gd name="T31" fmla="*/ 635 h 1138"/>
                <a:gd name="T32" fmla="*/ 634 w 872"/>
                <a:gd name="T33" fmla="*/ 357 h 1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872" h="1138">
                  <a:moveTo>
                    <a:pt x="634" y="357"/>
                  </a:moveTo>
                  <a:cubicBezTo>
                    <a:pt x="481" y="357"/>
                    <a:pt x="394" y="452"/>
                    <a:pt x="348" y="523"/>
                  </a:cubicBezTo>
                  <a:cubicBezTo>
                    <a:pt x="348" y="440"/>
                    <a:pt x="348" y="0"/>
                    <a:pt x="348" y="0"/>
                  </a:cubicBezTo>
                  <a:lnTo>
                    <a:pt x="332" y="4"/>
                  </a:lnTo>
                  <a:lnTo>
                    <a:pt x="0" y="46"/>
                  </a:lnTo>
                  <a:lnTo>
                    <a:pt x="0" y="104"/>
                  </a:lnTo>
                  <a:lnTo>
                    <a:pt x="16" y="104"/>
                  </a:lnTo>
                  <a:cubicBezTo>
                    <a:pt x="120" y="108"/>
                    <a:pt x="141" y="133"/>
                    <a:pt x="141" y="233"/>
                  </a:cubicBezTo>
                  <a:lnTo>
                    <a:pt x="141" y="1137"/>
                  </a:lnTo>
                  <a:lnTo>
                    <a:pt x="348" y="1137"/>
                  </a:lnTo>
                  <a:lnTo>
                    <a:pt x="348" y="747"/>
                  </a:lnTo>
                  <a:cubicBezTo>
                    <a:pt x="348" y="606"/>
                    <a:pt x="456" y="494"/>
                    <a:pt x="547" y="494"/>
                  </a:cubicBezTo>
                  <a:cubicBezTo>
                    <a:pt x="663" y="494"/>
                    <a:pt x="663" y="581"/>
                    <a:pt x="663" y="660"/>
                  </a:cubicBezTo>
                  <a:lnTo>
                    <a:pt x="663" y="1137"/>
                  </a:lnTo>
                  <a:lnTo>
                    <a:pt x="871" y="1137"/>
                  </a:lnTo>
                  <a:lnTo>
                    <a:pt x="871" y="635"/>
                  </a:lnTo>
                  <a:cubicBezTo>
                    <a:pt x="871" y="552"/>
                    <a:pt x="871" y="357"/>
                    <a:pt x="634" y="357"/>
                  </a:cubicBez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63" name="Freeform 17">
              <a:extLst>
                <a:ext uri="{FF2B5EF4-FFF2-40B4-BE49-F238E27FC236}">
                  <a16:creationId xmlns:a16="http://schemas.microsoft.com/office/drawing/2014/main" id="{1E9AD429-C15F-41FC-96D0-740795FE11C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94350" y="4200525"/>
              <a:ext cx="266700" cy="287338"/>
            </a:xfrm>
            <a:custGeom>
              <a:avLst/>
              <a:gdLst>
                <a:gd name="T0" fmla="*/ 742 w 743"/>
                <a:gd name="T1" fmla="*/ 315 h 797"/>
                <a:gd name="T2" fmla="*/ 394 w 743"/>
                <a:gd name="T3" fmla="*/ 0 h 797"/>
                <a:gd name="T4" fmla="*/ 0 w 743"/>
                <a:gd name="T5" fmla="*/ 373 h 797"/>
                <a:gd name="T6" fmla="*/ 456 w 743"/>
                <a:gd name="T7" fmla="*/ 796 h 797"/>
                <a:gd name="T8" fmla="*/ 713 w 743"/>
                <a:gd name="T9" fmla="*/ 755 h 797"/>
                <a:gd name="T10" fmla="*/ 726 w 743"/>
                <a:gd name="T11" fmla="*/ 751 h 797"/>
                <a:gd name="T12" fmla="*/ 726 w 743"/>
                <a:gd name="T13" fmla="*/ 651 h 797"/>
                <a:gd name="T14" fmla="*/ 705 w 743"/>
                <a:gd name="T15" fmla="*/ 660 h 797"/>
                <a:gd name="T16" fmla="*/ 543 w 743"/>
                <a:gd name="T17" fmla="*/ 684 h 797"/>
                <a:gd name="T18" fmla="*/ 232 w 743"/>
                <a:gd name="T19" fmla="*/ 332 h 797"/>
                <a:gd name="T20" fmla="*/ 742 w 743"/>
                <a:gd name="T21" fmla="*/ 332 h 797"/>
                <a:gd name="T22" fmla="*/ 742 w 743"/>
                <a:gd name="T23" fmla="*/ 315 h 797"/>
                <a:gd name="T24" fmla="*/ 386 w 743"/>
                <a:gd name="T25" fmla="*/ 83 h 797"/>
                <a:gd name="T26" fmla="*/ 531 w 743"/>
                <a:gd name="T27" fmla="*/ 236 h 797"/>
                <a:gd name="T28" fmla="*/ 228 w 743"/>
                <a:gd name="T29" fmla="*/ 236 h 797"/>
                <a:gd name="T30" fmla="*/ 386 w 743"/>
                <a:gd name="T31" fmla="*/ 83 h 7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743" h="797">
                  <a:moveTo>
                    <a:pt x="742" y="315"/>
                  </a:moveTo>
                  <a:cubicBezTo>
                    <a:pt x="742" y="104"/>
                    <a:pt x="626" y="0"/>
                    <a:pt x="394" y="0"/>
                  </a:cubicBezTo>
                  <a:cubicBezTo>
                    <a:pt x="133" y="0"/>
                    <a:pt x="0" y="124"/>
                    <a:pt x="0" y="373"/>
                  </a:cubicBezTo>
                  <a:cubicBezTo>
                    <a:pt x="0" y="639"/>
                    <a:pt x="170" y="796"/>
                    <a:pt x="456" y="796"/>
                  </a:cubicBezTo>
                  <a:cubicBezTo>
                    <a:pt x="581" y="796"/>
                    <a:pt x="676" y="763"/>
                    <a:pt x="713" y="755"/>
                  </a:cubicBezTo>
                  <a:lnTo>
                    <a:pt x="726" y="751"/>
                  </a:lnTo>
                  <a:lnTo>
                    <a:pt x="726" y="651"/>
                  </a:lnTo>
                  <a:lnTo>
                    <a:pt x="705" y="660"/>
                  </a:lnTo>
                  <a:cubicBezTo>
                    <a:pt x="672" y="672"/>
                    <a:pt x="610" y="684"/>
                    <a:pt x="543" y="684"/>
                  </a:cubicBezTo>
                  <a:cubicBezTo>
                    <a:pt x="319" y="684"/>
                    <a:pt x="236" y="498"/>
                    <a:pt x="232" y="332"/>
                  </a:cubicBezTo>
                  <a:cubicBezTo>
                    <a:pt x="261" y="332"/>
                    <a:pt x="742" y="332"/>
                    <a:pt x="742" y="332"/>
                  </a:cubicBezTo>
                  <a:lnTo>
                    <a:pt x="742" y="315"/>
                  </a:lnTo>
                  <a:close/>
                  <a:moveTo>
                    <a:pt x="386" y="83"/>
                  </a:moveTo>
                  <a:cubicBezTo>
                    <a:pt x="498" y="83"/>
                    <a:pt x="527" y="166"/>
                    <a:pt x="531" y="236"/>
                  </a:cubicBezTo>
                  <a:cubicBezTo>
                    <a:pt x="506" y="236"/>
                    <a:pt x="257" y="236"/>
                    <a:pt x="228" y="236"/>
                  </a:cubicBezTo>
                  <a:cubicBezTo>
                    <a:pt x="236" y="183"/>
                    <a:pt x="270" y="83"/>
                    <a:pt x="386" y="83"/>
                  </a:cubicBezTo>
                  <a:close/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64" name="Freeform 18">
              <a:extLst>
                <a:ext uri="{FF2B5EF4-FFF2-40B4-BE49-F238E27FC236}">
                  <a16:creationId xmlns:a16="http://schemas.microsoft.com/office/drawing/2014/main" id="{BD85DBF2-321D-4C52-8ABC-59167AE0016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64113" y="4121150"/>
              <a:ext cx="212725" cy="366713"/>
            </a:xfrm>
            <a:custGeom>
              <a:avLst/>
              <a:gdLst>
                <a:gd name="T0" fmla="*/ 141 w 589"/>
                <a:gd name="T1" fmla="*/ 237 h 1017"/>
                <a:gd name="T2" fmla="*/ 0 w 589"/>
                <a:gd name="T3" fmla="*/ 237 h 1017"/>
                <a:gd name="T4" fmla="*/ 0 w 589"/>
                <a:gd name="T5" fmla="*/ 328 h 1017"/>
                <a:gd name="T6" fmla="*/ 141 w 589"/>
                <a:gd name="T7" fmla="*/ 328 h 1017"/>
                <a:gd name="T8" fmla="*/ 141 w 589"/>
                <a:gd name="T9" fmla="*/ 797 h 1017"/>
                <a:gd name="T10" fmla="*/ 427 w 589"/>
                <a:gd name="T11" fmla="*/ 1016 h 1017"/>
                <a:gd name="T12" fmla="*/ 551 w 589"/>
                <a:gd name="T13" fmla="*/ 1004 h 1017"/>
                <a:gd name="T14" fmla="*/ 564 w 589"/>
                <a:gd name="T15" fmla="*/ 1004 h 1017"/>
                <a:gd name="T16" fmla="*/ 564 w 589"/>
                <a:gd name="T17" fmla="*/ 909 h 1017"/>
                <a:gd name="T18" fmla="*/ 547 w 589"/>
                <a:gd name="T19" fmla="*/ 913 h 1017"/>
                <a:gd name="T20" fmla="*/ 485 w 589"/>
                <a:gd name="T21" fmla="*/ 917 h 1017"/>
                <a:gd name="T22" fmla="*/ 352 w 589"/>
                <a:gd name="T23" fmla="*/ 772 h 1017"/>
                <a:gd name="T24" fmla="*/ 352 w 589"/>
                <a:gd name="T25" fmla="*/ 328 h 1017"/>
                <a:gd name="T26" fmla="*/ 588 w 589"/>
                <a:gd name="T27" fmla="*/ 328 h 1017"/>
                <a:gd name="T28" fmla="*/ 588 w 589"/>
                <a:gd name="T29" fmla="*/ 237 h 1017"/>
                <a:gd name="T30" fmla="*/ 352 w 589"/>
                <a:gd name="T31" fmla="*/ 237 h 1017"/>
                <a:gd name="T32" fmla="*/ 352 w 589"/>
                <a:gd name="T33" fmla="*/ 0 h 1017"/>
                <a:gd name="T34" fmla="*/ 141 w 589"/>
                <a:gd name="T35" fmla="*/ 0 h 1017"/>
                <a:gd name="T36" fmla="*/ 141 w 589"/>
                <a:gd name="T37" fmla="*/ 237 h 10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89" h="1017">
                  <a:moveTo>
                    <a:pt x="141" y="237"/>
                  </a:moveTo>
                  <a:lnTo>
                    <a:pt x="0" y="237"/>
                  </a:lnTo>
                  <a:lnTo>
                    <a:pt x="0" y="328"/>
                  </a:lnTo>
                  <a:lnTo>
                    <a:pt x="141" y="328"/>
                  </a:lnTo>
                  <a:lnTo>
                    <a:pt x="141" y="797"/>
                  </a:lnTo>
                  <a:cubicBezTo>
                    <a:pt x="141" y="1000"/>
                    <a:pt x="270" y="1016"/>
                    <a:pt x="427" y="1016"/>
                  </a:cubicBezTo>
                  <a:cubicBezTo>
                    <a:pt x="464" y="1016"/>
                    <a:pt x="505" y="1012"/>
                    <a:pt x="551" y="1004"/>
                  </a:cubicBezTo>
                  <a:lnTo>
                    <a:pt x="564" y="1004"/>
                  </a:lnTo>
                  <a:lnTo>
                    <a:pt x="564" y="909"/>
                  </a:lnTo>
                  <a:lnTo>
                    <a:pt x="547" y="913"/>
                  </a:lnTo>
                  <a:cubicBezTo>
                    <a:pt x="530" y="917"/>
                    <a:pt x="510" y="917"/>
                    <a:pt x="485" y="917"/>
                  </a:cubicBezTo>
                  <a:cubicBezTo>
                    <a:pt x="360" y="917"/>
                    <a:pt x="352" y="880"/>
                    <a:pt x="352" y="772"/>
                  </a:cubicBezTo>
                  <a:lnTo>
                    <a:pt x="352" y="328"/>
                  </a:lnTo>
                  <a:lnTo>
                    <a:pt x="588" y="328"/>
                  </a:lnTo>
                  <a:lnTo>
                    <a:pt x="588" y="237"/>
                  </a:lnTo>
                  <a:lnTo>
                    <a:pt x="352" y="237"/>
                  </a:lnTo>
                  <a:lnTo>
                    <a:pt x="352" y="0"/>
                  </a:lnTo>
                  <a:lnTo>
                    <a:pt x="141" y="0"/>
                  </a:lnTo>
                  <a:lnTo>
                    <a:pt x="141" y="237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65" name="Freeform 19">
              <a:extLst>
                <a:ext uri="{FF2B5EF4-FFF2-40B4-BE49-F238E27FC236}">
                  <a16:creationId xmlns:a16="http://schemas.microsoft.com/office/drawing/2014/main" id="{F1F5A064-3C78-4116-8DEB-F7D546E673B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49963" y="4087813"/>
              <a:ext cx="450850" cy="395287"/>
            </a:xfrm>
            <a:custGeom>
              <a:avLst/>
              <a:gdLst>
                <a:gd name="T0" fmla="*/ 1245 w 1254"/>
                <a:gd name="T1" fmla="*/ 0 h 1096"/>
                <a:gd name="T2" fmla="*/ 1033 w 1254"/>
                <a:gd name="T3" fmla="*/ 0 h 1096"/>
                <a:gd name="T4" fmla="*/ 1033 w 1254"/>
                <a:gd name="T5" fmla="*/ 829 h 1096"/>
                <a:gd name="T6" fmla="*/ 485 w 1254"/>
                <a:gd name="T7" fmla="*/ 0 h 1096"/>
                <a:gd name="T8" fmla="*/ 0 w 1254"/>
                <a:gd name="T9" fmla="*/ 0 h 1096"/>
                <a:gd name="T10" fmla="*/ 0 w 1254"/>
                <a:gd name="T11" fmla="*/ 62 h 1096"/>
                <a:gd name="T12" fmla="*/ 42 w 1254"/>
                <a:gd name="T13" fmla="*/ 70 h 1096"/>
                <a:gd name="T14" fmla="*/ 178 w 1254"/>
                <a:gd name="T15" fmla="*/ 220 h 1096"/>
                <a:gd name="T16" fmla="*/ 178 w 1254"/>
                <a:gd name="T17" fmla="*/ 1095 h 1096"/>
                <a:gd name="T18" fmla="*/ 403 w 1254"/>
                <a:gd name="T19" fmla="*/ 1095 h 1096"/>
                <a:gd name="T20" fmla="*/ 403 w 1254"/>
                <a:gd name="T21" fmla="*/ 228 h 1096"/>
                <a:gd name="T22" fmla="*/ 975 w 1254"/>
                <a:gd name="T23" fmla="*/ 1095 h 1096"/>
                <a:gd name="T24" fmla="*/ 1253 w 1254"/>
                <a:gd name="T25" fmla="*/ 1095 h 1096"/>
                <a:gd name="T26" fmla="*/ 1253 w 1254"/>
                <a:gd name="T27" fmla="*/ 0 h 1096"/>
                <a:gd name="T28" fmla="*/ 1245 w 1254"/>
                <a:gd name="T29" fmla="*/ 0 h 10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54" h="1096">
                  <a:moveTo>
                    <a:pt x="1245" y="0"/>
                  </a:moveTo>
                  <a:lnTo>
                    <a:pt x="1033" y="0"/>
                  </a:lnTo>
                  <a:cubicBezTo>
                    <a:pt x="1033" y="0"/>
                    <a:pt x="1033" y="751"/>
                    <a:pt x="1033" y="829"/>
                  </a:cubicBezTo>
                  <a:cubicBezTo>
                    <a:pt x="992" y="763"/>
                    <a:pt x="485" y="0"/>
                    <a:pt x="485" y="0"/>
                  </a:cubicBezTo>
                  <a:lnTo>
                    <a:pt x="0" y="0"/>
                  </a:lnTo>
                  <a:lnTo>
                    <a:pt x="0" y="62"/>
                  </a:lnTo>
                  <a:lnTo>
                    <a:pt x="42" y="70"/>
                  </a:lnTo>
                  <a:cubicBezTo>
                    <a:pt x="170" y="91"/>
                    <a:pt x="178" y="95"/>
                    <a:pt x="178" y="220"/>
                  </a:cubicBezTo>
                  <a:lnTo>
                    <a:pt x="178" y="1095"/>
                  </a:lnTo>
                  <a:lnTo>
                    <a:pt x="403" y="1095"/>
                  </a:lnTo>
                  <a:cubicBezTo>
                    <a:pt x="403" y="1095"/>
                    <a:pt x="403" y="307"/>
                    <a:pt x="403" y="228"/>
                  </a:cubicBezTo>
                  <a:cubicBezTo>
                    <a:pt x="448" y="294"/>
                    <a:pt x="975" y="1095"/>
                    <a:pt x="975" y="1095"/>
                  </a:cubicBezTo>
                  <a:lnTo>
                    <a:pt x="1253" y="1095"/>
                  </a:lnTo>
                  <a:lnTo>
                    <a:pt x="1253" y="0"/>
                  </a:lnTo>
                  <a:lnTo>
                    <a:pt x="1245" y="0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66" name="Freeform 20">
              <a:extLst>
                <a:ext uri="{FF2B5EF4-FFF2-40B4-BE49-F238E27FC236}">
                  <a16:creationId xmlns:a16="http://schemas.microsoft.com/office/drawing/2014/main" id="{592E7FCE-E4E4-4FD3-951F-C1D4856D2FF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73838" y="4200525"/>
              <a:ext cx="266700" cy="287338"/>
            </a:xfrm>
            <a:custGeom>
              <a:avLst/>
              <a:gdLst>
                <a:gd name="T0" fmla="*/ 390 w 740"/>
                <a:gd name="T1" fmla="*/ 0 h 797"/>
                <a:gd name="T2" fmla="*/ 0 w 740"/>
                <a:gd name="T3" fmla="*/ 373 h 797"/>
                <a:gd name="T4" fmla="*/ 456 w 740"/>
                <a:gd name="T5" fmla="*/ 796 h 797"/>
                <a:gd name="T6" fmla="*/ 714 w 740"/>
                <a:gd name="T7" fmla="*/ 755 h 797"/>
                <a:gd name="T8" fmla="*/ 726 w 740"/>
                <a:gd name="T9" fmla="*/ 751 h 797"/>
                <a:gd name="T10" fmla="*/ 726 w 740"/>
                <a:gd name="T11" fmla="*/ 651 h 797"/>
                <a:gd name="T12" fmla="*/ 705 w 740"/>
                <a:gd name="T13" fmla="*/ 660 h 797"/>
                <a:gd name="T14" fmla="*/ 539 w 740"/>
                <a:gd name="T15" fmla="*/ 684 h 797"/>
                <a:gd name="T16" fmla="*/ 228 w 740"/>
                <a:gd name="T17" fmla="*/ 332 h 797"/>
                <a:gd name="T18" fmla="*/ 739 w 740"/>
                <a:gd name="T19" fmla="*/ 332 h 797"/>
                <a:gd name="T20" fmla="*/ 739 w 740"/>
                <a:gd name="T21" fmla="*/ 315 h 797"/>
                <a:gd name="T22" fmla="*/ 390 w 740"/>
                <a:gd name="T23" fmla="*/ 0 h 797"/>
                <a:gd name="T24" fmla="*/ 386 w 740"/>
                <a:gd name="T25" fmla="*/ 83 h 797"/>
                <a:gd name="T26" fmla="*/ 531 w 740"/>
                <a:gd name="T27" fmla="*/ 236 h 797"/>
                <a:gd name="T28" fmla="*/ 228 w 740"/>
                <a:gd name="T29" fmla="*/ 236 h 797"/>
                <a:gd name="T30" fmla="*/ 386 w 740"/>
                <a:gd name="T31" fmla="*/ 83 h 7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740" h="797">
                  <a:moveTo>
                    <a:pt x="390" y="0"/>
                  </a:moveTo>
                  <a:cubicBezTo>
                    <a:pt x="129" y="0"/>
                    <a:pt x="0" y="124"/>
                    <a:pt x="0" y="373"/>
                  </a:cubicBezTo>
                  <a:cubicBezTo>
                    <a:pt x="0" y="639"/>
                    <a:pt x="170" y="796"/>
                    <a:pt x="456" y="796"/>
                  </a:cubicBezTo>
                  <a:cubicBezTo>
                    <a:pt x="581" y="796"/>
                    <a:pt x="676" y="767"/>
                    <a:pt x="714" y="755"/>
                  </a:cubicBezTo>
                  <a:lnTo>
                    <a:pt x="726" y="751"/>
                  </a:lnTo>
                  <a:lnTo>
                    <a:pt x="726" y="651"/>
                  </a:lnTo>
                  <a:lnTo>
                    <a:pt x="705" y="660"/>
                  </a:lnTo>
                  <a:cubicBezTo>
                    <a:pt x="672" y="672"/>
                    <a:pt x="610" y="684"/>
                    <a:pt x="539" y="684"/>
                  </a:cubicBezTo>
                  <a:cubicBezTo>
                    <a:pt x="315" y="684"/>
                    <a:pt x="232" y="498"/>
                    <a:pt x="228" y="332"/>
                  </a:cubicBezTo>
                  <a:lnTo>
                    <a:pt x="739" y="332"/>
                  </a:lnTo>
                  <a:lnTo>
                    <a:pt x="739" y="315"/>
                  </a:lnTo>
                  <a:cubicBezTo>
                    <a:pt x="739" y="104"/>
                    <a:pt x="622" y="0"/>
                    <a:pt x="390" y="0"/>
                  </a:cubicBezTo>
                  <a:close/>
                  <a:moveTo>
                    <a:pt x="386" y="83"/>
                  </a:moveTo>
                  <a:cubicBezTo>
                    <a:pt x="498" y="83"/>
                    <a:pt x="527" y="162"/>
                    <a:pt x="531" y="236"/>
                  </a:cubicBezTo>
                  <a:lnTo>
                    <a:pt x="228" y="236"/>
                  </a:lnTo>
                  <a:cubicBezTo>
                    <a:pt x="232" y="187"/>
                    <a:pt x="270" y="83"/>
                    <a:pt x="386" y="83"/>
                  </a:cubicBezTo>
                  <a:close/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67" name="Freeform 21">
              <a:extLst>
                <a:ext uri="{FF2B5EF4-FFF2-40B4-BE49-F238E27FC236}">
                  <a16:creationId xmlns:a16="http://schemas.microsoft.com/office/drawing/2014/main" id="{FBCA0AD0-38DE-474C-927C-C21FD5DCC9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204075" y="4121150"/>
              <a:ext cx="212725" cy="366713"/>
            </a:xfrm>
            <a:custGeom>
              <a:avLst/>
              <a:gdLst>
                <a:gd name="T0" fmla="*/ 141 w 590"/>
                <a:gd name="T1" fmla="*/ 237 h 1017"/>
                <a:gd name="T2" fmla="*/ 0 w 590"/>
                <a:gd name="T3" fmla="*/ 237 h 1017"/>
                <a:gd name="T4" fmla="*/ 0 w 590"/>
                <a:gd name="T5" fmla="*/ 328 h 1017"/>
                <a:gd name="T6" fmla="*/ 141 w 590"/>
                <a:gd name="T7" fmla="*/ 328 h 1017"/>
                <a:gd name="T8" fmla="*/ 141 w 590"/>
                <a:gd name="T9" fmla="*/ 797 h 1017"/>
                <a:gd name="T10" fmla="*/ 427 w 590"/>
                <a:gd name="T11" fmla="*/ 1016 h 1017"/>
                <a:gd name="T12" fmla="*/ 551 w 590"/>
                <a:gd name="T13" fmla="*/ 1004 h 1017"/>
                <a:gd name="T14" fmla="*/ 564 w 590"/>
                <a:gd name="T15" fmla="*/ 1004 h 1017"/>
                <a:gd name="T16" fmla="*/ 564 w 590"/>
                <a:gd name="T17" fmla="*/ 909 h 1017"/>
                <a:gd name="T18" fmla="*/ 547 w 590"/>
                <a:gd name="T19" fmla="*/ 913 h 1017"/>
                <a:gd name="T20" fmla="*/ 485 w 590"/>
                <a:gd name="T21" fmla="*/ 917 h 1017"/>
                <a:gd name="T22" fmla="*/ 352 w 590"/>
                <a:gd name="T23" fmla="*/ 772 h 1017"/>
                <a:gd name="T24" fmla="*/ 352 w 590"/>
                <a:gd name="T25" fmla="*/ 328 h 1017"/>
                <a:gd name="T26" fmla="*/ 589 w 590"/>
                <a:gd name="T27" fmla="*/ 328 h 1017"/>
                <a:gd name="T28" fmla="*/ 589 w 590"/>
                <a:gd name="T29" fmla="*/ 237 h 1017"/>
                <a:gd name="T30" fmla="*/ 352 w 590"/>
                <a:gd name="T31" fmla="*/ 237 h 1017"/>
                <a:gd name="T32" fmla="*/ 352 w 590"/>
                <a:gd name="T33" fmla="*/ 0 h 1017"/>
                <a:gd name="T34" fmla="*/ 141 w 590"/>
                <a:gd name="T35" fmla="*/ 0 h 1017"/>
                <a:gd name="T36" fmla="*/ 141 w 590"/>
                <a:gd name="T37" fmla="*/ 237 h 10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90" h="1017">
                  <a:moveTo>
                    <a:pt x="141" y="237"/>
                  </a:moveTo>
                  <a:lnTo>
                    <a:pt x="0" y="237"/>
                  </a:lnTo>
                  <a:lnTo>
                    <a:pt x="0" y="328"/>
                  </a:lnTo>
                  <a:lnTo>
                    <a:pt x="141" y="328"/>
                  </a:lnTo>
                  <a:lnTo>
                    <a:pt x="141" y="797"/>
                  </a:lnTo>
                  <a:cubicBezTo>
                    <a:pt x="141" y="1000"/>
                    <a:pt x="269" y="1016"/>
                    <a:pt x="427" y="1016"/>
                  </a:cubicBezTo>
                  <a:cubicBezTo>
                    <a:pt x="464" y="1016"/>
                    <a:pt x="506" y="1012"/>
                    <a:pt x="551" y="1004"/>
                  </a:cubicBezTo>
                  <a:lnTo>
                    <a:pt x="564" y="1004"/>
                  </a:lnTo>
                  <a:lnTo>
                    <a:pt x="564" y="909"/>
                  </a:lnTo>
                  <a:lnTo>
                    <a:pt x="547" y="913"/>
                  </a:lnTo>
                  <a:cubicBezTo>
                    <a:pt x="531" y="917"/>
                    <a:pt x="510" y="917"/>
                    <a:pt x="485" y="917"/>
                  </a:cubicBezTo>
                  <a:cubicBezTo>
                    <a:pt x="361" y="917"/>
                    <a:pt x="352" y="880"/>
                    <a:pt x="352" y="772"/>
                  </a:cubicBezTo>
                  <a:lnTo>
                    <a:pt x="352" y="328"/>
                  </a:lnTo>
                  <a:lnTo>
                    <a:pt x="589" y="328"/>
                  </a:lnTo>
                  <a:lnTo>
                    <a:pt x="589" y="237"/>
                  </a:lnTo>
                  <a:lnTo>
                    <a:pt x="352" y="237"/>
                  </a:lnTo>
                  <a:lnTo>
                    <a:pt x="352" y="0"/>
                  </a:lnTo>
                  <a:lnTo>
                    <a:pt x="141" y="0"/>
                  </a:lnTo>
                  <a:lnTo>
                    <a:pt x="141" y="237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68" name="Freeform 22">
              <a:extLst>
                <a:ext uri="{FF2B5EF4-FFF2-40B4-BE49-F238E27FC236}">
                  <a16:creationId xmlns:a16="http://schemas.microsoft.com/office/drawing/2014/main" id="{7CB68009-4CE7-46C3-89EF-CA8DD2CD39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50063" y="4206875"/>
              <a:ext cx="331787" cy="274638"/>
            </a:xfrm>
            <a:custGeom>
              <a:avLst/>
              <a:gdLst>
                <a:gd name="T0" fmla="*/ 705 w 921"/>
                <a:gd name="T1" fmla="*/ 248 h 764"/>
                <a:gd name="T2" fmla="*/ 920 w 921"/>
                <a:gd name="T3" fmla="*/ 0 h 764"/>
                <a:gd name="T4" fmla="*/ 701 w 921"/>
                <a:gd name="T5" fmla="*/ 0 h 764"/>
                <a:gd name="T6" fmla="*/ 497 w 921"/>
                <a:gd name="T7" fmla="*/ 236 h 764"/>
                <a:gd name="T8" fmla="*/ 319 w 921"/>
                <a:gd name="T9" fmla="*/ 0 h 764"/>
                <a:gd name="T10" fmla="*/ 0 w 921"/>
                <a:gd name="T11" fmla="*/ 0 h 764"/>
                <a:gd name="T12" fmla="*/ 0 w 921"/>
                <a:gd name="T13" fmla="*/ 62 h 764"/>
                <a:gd name="T14" fmla="*/ 12 w 921"/>
                <a:gd name="T15" fmla="*/ 62 h 764"/>
                <a:gd name="T16" fmla="*/ 211 w 921"/>
                <a:gd name="T17" fmla="*/ 178 h 764"/>
                <a:gd name="T18" fmla="*/ 344 w 921"/>
                <a:gd name="T19" fmla="*/ 352 h 764"/>
                <a:gd name="T20" fmla="*/ 128 w 921"/>
                <a:gd name="T21" fmla="*/ 601 h 764"/>
                <a:gd name="T22" fmla="*/ 348 w 921"/>
                <a:gd name="T23" fmla="*/ 601 h 764"/>
                <a:gd name="T24" fmla="*/ 443 w 921"/>
                <a:gd name="T25" fmla="*/ 489 h 764"/>
                <a:gd name="T26" fmla="*/ 651 w 921"/>
                <a:gd name="T27" fmla="*/ 763 h 764"/>
                <a:gd name="T28" fmla="*/ 900 w 921"/>
                <a:gd name="T29" fmla="*/ 763 h 764"/>
                <a:gd name="T30" fmla="*/ 506 w 921"/>
                <a:gd name="T31" fmla="*/ 248 h 764"/>
                <a:gd name="T32" fmla="*/ 705 w 921"/>
                <a:gd name="T33" fmla="*/ 248 h 76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921" h="764">
                  <a:moveTo>
                    <a:pt x="705" y="248"/>
                  </a:moveTo>
                  <a:lnTo>
                    <a:pt x="920" y="0"/>
                  </a:lnTo>
                  <a:lnTo>
                    <a:pt x="701" y="0"/>
                  </a:lnTo>
                  <a:lnTo>
                    <a:pt x="497" y="236"/>
                  </a:lnTo>
                  <a:lnTo>
                    <a:pt x="319" y="0"/>
                  </a:lnTo>
                  <a:lnTo>
                    <a:pt x="0" y="0"/>
                  </a:lnTo>
                  <a:lnTo>
                    <a:pt x="0" y="62"/>
                  </a:lnTo>
                  <a:lnTo>
                    <a:pt x="12" y="62"/>
                  </a:lnTo>
                  <a:cubicBezTo>
                    <a:pt x="120" y="70"/>
                    <a:pt x="145" y="87"/>
                    <a:pt x="211" y="178"/>
                  </a:cubicBezTo>
                  <a:lnTo>
                    <a:pt x="344" y="352"/>
                  </a:lnTo>
                  <a:lnTo>
                    <a:pt x="128" y="601"/>
                  </a:lnTo>
                  <a:lnTo>
                    <a:pt x="348" y="601"/>
                  </a:lnTo>
                  <a:lnTo>
                    <a:pt x="443" y="489"/>
                  </a:lnTo>
                  <a:lnTo>
                    <a:pt x="651" y="763"/>
                  </a:lnTo>
                  <a:lnTo>
                    <a:pt x="900" y="763"/>
                  </a:lnTo>
                  <a:lnTo>
                    <a:pt x="506" y="248"/>
                  </a:lnTo>
                  <a:lnTo>
                    <a:pt x="705" y="248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70" name="Freeform 23">
              <a:extLst>
                <a:ext uri="{FF2B5EF4-FFF2-40B4-BE49-F238E27FC236}">
                  <a16:creationId xmlns:a16="http://schemas.microsoft.com/office/drawing/2014/main" id="{8D7FC1D0-818D-49B9-BA5F-4F689DC67B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5500" y="4010025"/>
              <a:ext cx="176213" cy="111125"/>
            </a:xfrm>
            <a:custGeom>
              <a:avLst/>
              <a:gdLst>
                <a:gd name="T0" fmla="*/ 224 w 490"/>
                <a:gd name="T1" fmla="*/ 307 h 308"/>
                <a:gd name="T2" fmla="*/ 0 w 490"/>
                <a:gd name="T3" fmla="*/ 307 h 308"/>
                <a:gd name="T4" fmla="*/ 269 w 490"/>
                <a:gd name="T5" fmla="*/ 0 h 308"/>
                <a:gd name="T6" fmla="*/ 489 w 490"/>
                <a:gd name="T7" fmla="*/ 0 h 308"/>
                <a:gd name="T8" fmla="*/ 224 w 490"/>
                <a:gd name="T9" fmla="*/ 307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90" h="308">
                  <a:moveTo>
                    <a:pt x="224" y="307"/>
                  </a:moveTo>
                  <a:lnTo>
                    <a:pt x="0" y="307"/>
                  </a:lnTo>
                  <a:lnTo>
                    <a:pt x="269" y="0"/>
                  </a:lnTo>
                  <a:lnTo>
                    <a:pt x="489" y="0"/>
                  </a:lnTo>
                  <a:lnTo>
                    <a:pt x="224" y="307"/>
                  </a:lnTo>
                </a:path>
              </a:pathLst>
            </a:custGeom>
            <a:solidFill>
              <a:schemeClr val="accent2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</p:grpSp>
      <p:sp>
        <p:nvSpPr>
          <p:cNvPr id="71" name="TextBox 70">
            <a:extLst>
              <a:ext uri="{FF2B5EF4-FFF2-40B4-BE49-F238E27FC236}">
                <a16:creationId xmlns:a16="http://schemas.microsoft.com/office/drawing/2014/main" id="{DF71123C-018F-4E44-BF40-3D8E854CE3C5}"/>
              </a:ext>
            </a:extLst>
          </p:cNvPr>
          <p:cNvSpPr txBox="1"/>
          <p:nvPr userDrawn="1"/>
        </p:nvSpPr>
        <p:spPr>
          <a:xfrm>
            <a:off x="9596421" y="6548295"/>
            <a:ext cx="254268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b="0" i="0" kern="1200">
                <a:solidFill>
                  <a:schemeClr val="bg1">
                    <a:lumMod val="95000"/>
                  </a:schemeClr>
                </a:solidFill>
                <a:latin typeface="Neue Haas Grotesk Text Pro" panose="020B0504020202020204" pitchFamily="34" charset="77"/>
                <a:ea typeface="+mn-ea"/>
                <a:cs typeface="+mn-cs"/>
              </a:rPr>
              <a:t>© Hitachi Vantara LLC 2023. All Rights Reserved.</a:t>
            </a:r>
          </a:p>
        </p:txBody>
      </p:sp>
      <p:sp>
        <p:nvSpPr>
          <p:cNvPr id="36" name="Subtitle 2">
            <a:extLst>
              <a:ext uri="{FF2B5EF4-FFF2-40B4-BE49-F238E27FC236}">
                <a16:creationId xmlns:a16="http://schemas.microsoft.com/office/drawing/2014/main" id="{2B8E7BD2-3B32-0A4A-ABDB-7E2799AA934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08465" y="3737490"/>
            <a:ext cx="5715233" cy="410369"/>
          </a:xfrm>
          <a:prstGeom prst="rect">
            <a:avLst/>
          </a:prstGeom>
          <a:effectLst/>
        </p:spPr>
        <p:txBody>
          <a:bodyPr/>
          <a:lstStyle>
            <a:lvl1pPr marL="0" marR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Wingdings" charset="2"/>
              <a:buNone/>
              <a:tabLst/>
              <a:defRPr sz="2667" b="0" i="0" cap="none" baseline="0">
                <a:solidFill>
                  <a:schemeClr val="bg1"/>
                </a:solidFill>
                <a:latin typeface="Neue Haas Grotesk Text Pro" panose="020B0504020202020204" pitchFamily="34" charset="77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Subtitle placeholder 20pt Regular</a:t>
            </a:r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D242396F-1945-F44A-BE64-D05A3FB7668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08465" y="967698"/>
            <a:ext cx="6864479" cy="2761725"/>
          </a:xfrm>
          <a:prstGeom prst="rect">
            <a:avLst/>
          </a:prstGeom>
          <a:effectLst/>
        </p:spPr>
        <p:txBody>
          <a:bodyPr lIns="0" rIns="0" anchor="b" anchorCtr="0">
            <a:noAutofit/>
          </a:bodyPr>
          <a:lstStyle>
            <a:lvl1pPr>
              <a:lnSpc>
                <a:spcPct val="90000"/>
              </a:lnSpc>
              <a:defRPr sz="5333" b="1" i="0" cap="none" baseline="0">
                <a:solidFill>
                  <a:schemeClr val="bg1"/>
                </a:solidFill>
                <a:latin typeface="Neue Haas Grotesk Text Pro" panose="020B0504020202020204" pitchFamily="34" charset="77"/>
              </a:defRPr>
            </a:lvl1pPr>
          </a:lstStyle>
          <a:p>
            <a:r>
              <a:rPr lang="en-US"/>
              <a:t>Section Title Slide Placeholder </a:t>
            </a:r>
          </a:p>
        </p:txBody>
      </p:sp>
      <p:sp>
        <p:nvSpPr>
          <p:cNvPr id="69" name="Text Placeholder 6">
            <a:extLst>
              <a:ext uri="{FF2B5EF4-FFF2-40B4-BE49-F238E27FC236}">
                <a16:creationId xmlns:a16="http://schemas.microsoft.com/office/drawing/2014/main" id="{59F31F78-822A-454E-8AF0-5009AA4F736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08465" y="5207079"/>
            <a:ext cx="4725881" cy="287259"/>
          </a:xfrm>
        </p:spPr>
        <p:txBody>
          <a:bodyPr anchor="t"/>
          <a:lstStyle>
            <a:lvl1pPr marL="0" indent="0">
              <a:spcBef>
                <a:spcPts val="0"/>
              </a:spcBef>
              <a:spcAft>
                <a:spcPts val="400"/>
              </a:spcAft>
              <a:buNone/>
              <a:defRPr sz="1867" b="1" baseline="0">
                <a:solidFill>
                  <a:schemeClr val="bg1"/>
                </a:solidFill>
              </a:defRPr>
            </a:lvl1pPr>
            <a:lvl2pPr marL="374640" indent="0">
              <a:buNone/>
              <a:defRPr/>
            </a:lvl2pPr>
            <a:lvl3pPr marL="766214" indent="0">
              <a:buNone/>
              <a:defRPr/>
            </a:lvl3pPr>
            <a:lvl4pPr marL="1140855" indent="0">
              <a:buNone/>
              <a:defRPr/>
            </a:lvl4pPr>
            <a:lvl5pPr marL="1454114" indent="0">
              <a:buNone/>
              <a:defRPr/>
            </a:lvl5pPr>
          </a:lstStyle>
          <a:p>
            <a:pPr lvl="0"/>
            <a:r>
              <a:rPr lang="en-US"/>
              <a:t>Optional Subtitle here 14pt Bold</a:t>
            </a:r>
          </a:p>
        </p:txBody>
      </p:sp>
      <p:sp>
        <p:nvSpPr>
          <p:cNvPr id="72" name="Text Placeholder 8">
            <a:extLst>
              <a:ext uri="{FF2B5EF4-FFF2-40B4-BE49-F238E27FC236}">
                <a16:creationId xmlns:a16="http://schemas.microsoft.com/office/drawing/2014/main" id="{5F88184B-F7AD-634F-BD60-9D652B0F961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08465" y="5512868"/>
            <a:ext cx="4725881" cy="246221"/>
          </a:xfrm>
        </p:spPr>
        <p:txBody>
          <a:bodyPr anchor="t"/>
          <a:lstStyle>
            <a:lvl1pPr marL="0" indent="0">
              <a:spcBef>
                <a:spcPts val="0"/>
              </a:spcBef>
              <a:spcAft>
                <a:spcPts val="400"/>
              </a:spcAft>
              <a:buNone/>
              <a:defRPr sz="1600">
                <a:solidFill>
                  <a:schemeClr val="bg1"/>
                </a:solidFill>
              </a:defRPr>
            </a:lvl1pPr>
            <a:lvl2pPr marL="374640" indent="0">
              <a:buNone/>
              <a:defRPr/>
            </a:lvl2pPr>
            <a:lvl3pPr marL="766214" indent="0">
              <a:buNone/>
              <a:defRPr/>
            </a:lvl3pPr>
            <a:lvl4pPr marL="1140855" indent="0">
              <a:buNone/>
              <a:defRPr/>
            </a:lvl4pPr>
            <a:lvl5pPr marL="1454114" indent="0">
              <a:buNone/>
              <a:defRPr/>
            </a:lvl5pPr>
          </a:lstStyle>
          <a:p>
            <a:pPr lvl="0"/>
            <a:r>
              <a:rPr lang="en-US"/>
              <a:t>Optional text here 12pt Regular</a:t>
            </a:r>
          </a:p>
        </p:txBody>
      </p:sp>
    </p:spTree>
    <p:extLst>
      <p:ext uri="{BB962C8B-B14F-4D97-AF65-F5344CB8AC3E}">
        <p14:creationId xmlns:p14="http://schemas.microsoft.com/office/powerpoint/2010/main" val="659065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0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black grey gradient">
            <a:extLst>
              <a:ext uri="{FF2B5EF4-FFF2-40B4-BE49-F238E27FC236}">
                <a16:creationId xmlns:a16="http://schemas.microsoft.com/office/drawing/2014/main" id="{F52260E3-062C-9D4B-8D84-FD84B3F5172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>
            <a:off x="0" y="0"/>
            <a:ext cx="12192000" cy="68580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2148" y="6553934"/>
            <a:ext cx="356188" cy="256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111F478C-84AE-4601-9BE4-60468A3A6C06}" type="slidenum">
              <a:rPr lang="en-US" sz="1067" b="0" i="0" smtClean="0">
                <a:solidFill>
                  <a:prstClr val="white">
                    <a:alpha val="50000"/>
                  </a:prstClr>
                </a:solidFill>
                <a:latin typeface="Neue Haas Grotesk Text Pro" panose="020B0504020202020204" pitchFamily="34" charset="77"/>
              </a:rPr>
              <a:pPr/>
              <a:t>‹#›</a:t>
            </a:fld>
            <a:endParaRPr lang="en-US" sz="1067" b="0" i="0">
              <a:solidFill>
                <a:prstClr val="white">
                  <a:alpha val="50000"/>
                </a:prstClr>
              </a:solidFill>
              <a:latin typeface="Neue Haas Grotesk Text Pro" panose="020B0504020202020204" pitchFamily="34" charset="7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F6F85EA-1CAA-F34C-8631-AB308554EFA3}"/>
              </a:ext>
            </a:extLst>
          </p:cNvPr>
          <p:cNvSpPr txBox="1"/>
          <p:nvPr userDrawn="1"/>
        </p:nvSpPr>
        <p:spPr>
          <a:xfrm>
            <a:off x="2148" y="6553934"/>
            <a:ext cx="356188" cy="256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111F478C-84AE-4601-9BE4-60468A3A6C06}" type="slidenum">
              <a:rPr lang="en-US" sz="1067" b="0" i="0" smtClean="0">
                <a:solidFill>
                  <a:schemeClr val="bg1">
                    <a:lumMod val="50000"/>
                  </a:schemeClr>
                </a:solidFill>
                <a:latin typeface="Neue Haas Grotesk Text Pro" panose="020B0504020202020204" pitchFamily="34" charset="77"/>
              </a:rPr>
              <a:pPr/>
              <a:t>‹#›</a:t>
            </a:fld>
            <a:endParaRPr lang="en-US" sz="1067" b="0" i="0">
              <a:solidFill>
                <a:schemeClr val="bg1">
                  <a:lumMod val="50000"/>
                </a:schemeClr>
              </a:solidFill>
              <a:latin typeface="Neue Haas Grotesk Text Pro" panose="020B0504020202020204" pitchFamily="34" charset="77"/>
            </a:endParaRPr>
          </a:p>
        </p:txBody>
      </p:sp>
      <p:pic>
        <p:nvPicPr>
          <p:cNvPr id="3" name="Picture 2" descr="Timeline&#10;&#10;Description automatically generated with medium confidence">
            <a:extLst>
              <a:ext uri="{FF2B5EF4-FFF2-40B4-BE49-F238E27FC236}">
                <a16:creationId xmlns:a16="http://schemas.microsoft.com/office/drawing/2014/main" id="{5C6DD302-5518-0547-B454-1CDB88ED2F9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933907" y="-1"/>
            <a:ext cx="4257350" cy="6840000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50698823-E4EF-7447-9049-DD8EA44A7D27}"/>
              </a:ext>
            </a:extLst>
          </p:cNvPr>
          <p:cNvSpPr txBox="1"/>
          <p:nvPr userDrawn="1"/>
        </p:nvSpPr>
        <p:spPr>
          <a:xfrm>
            <a:off x="9596421" y="6548295"/>
            <a:ext cx="254268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b="0" i="0" kern="1200">
                <a:solidFill>
                  <a:schemeClr val="bg1">
                    <a:lumMod val="95000"/>
                  </a:schemeClr>
                </a:solidFill>
                <a:latin typeface="Neue Haas Grotesk Text Pro" panose="020B0504020202020204" pitchFamily="34" charset="77"/>
                <a:ea typeface="+mn-ea"/>
                <a:cs typeface="+mn-cs"/>
              </a:rPr>
              <a:t>© Hitachi Vantara LLC 2023. All Rights Reserved.</a:t>
            </a:r>
          </a:p>
        </p:txBody>
      </p:sp>
      <p:grpSp>
        <p:nvGrpSpPr>
          <p:cNvPr id="44" name="Hitachi CS Logo">
            <a:extLst>
              <a:ext uri="{FF2B5EF4-FFF2-40B4-BE49-F238E27FC236}">
                <a16:creationId xmlns:a16="http://schemas.microsoft.com/office/drawing/2014/main" id="{328E6179-48B3-814F-91D8-1088A81B4254}"/>
              </a:ext>
            </a:extLst>
          </p:cNvPr>
          <p:cNvGrpSpPr/>
          <p:nvPr userDrawn="1"/>
        </p:nvGrpSpPr>
        <p:grpSpPr>
          <a:xfrm>
            <a:off x="10246555" y="301096"/>
            <a:ext cx="1663868" cy="475553"/>
            <a:chOff x="2751138" y="3262313"/>
            <a:chExt cx="4665662" cy="1333500"/>
          </a:xfrm>
          <a:solidFill>
            <a:schemeClr val="bg1"/>
          </a:solidFill>
        </p:grpSpPr>
        <p:sp>
          <p:nvSpPr>
            <p:cNvPr id="51" name="Freeform 1">
              <a:extLst>
                <a:ext uri="{FF2B5EF4-FFF2-40B4-BE49-F238E27FC236}">
                  <a16:creationId xmlns:a16="http://schemas.microsoft.com/office/drawing/2014/main" id="{745CDC7F-3FC5-3741-923C-6DFE2D2991E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80138" y="3275013"/>
              <a:ext cx="673100" cy="631825"/>
            </a:xfrm>
            <a:custGeom>
              <a:avLst/>
              <a:gdLst>
                <a:gd name="T0" fmla="*/ 465 w 1868"/>
                <a:gd name="T1" fmla="*/ 0 h 1755"/>
                <a:gd name="T2" fmla="*/ 465 w 1868"/>
                <a:gd name="T3" fmla="*/ 700 h 1755"/>
                <a:gd name="T4" fmla="*/ 1402 w 1868"/>
                <a:gd name="T5" fmla="*/ 700 h 1755"/>
                <a:gd name="T6" fmla="*/ 1402 w 1868"/>
                <a:gd name="T7" fmla="*/ 0 h 1755"/>
                <a:gd name="T8" fmla="*/ 1867 w 1868"/>
                <a:gd name="T9" fmla="*/ 0 h 1755"/>
                <a:gd name="T10" fmla="*/ 1867 w 1868"/>
                <a:gd name="T11" fmla="*/ 1754 h 1755"/>
                <a:gd name="T12" fmla="*/ 1402 w 1868"/>
                <a:gd name="T13" fmla="*/ 1754 h 1755"/>
                <a:gd name="T14" fmla="*/ 1402 w 1868"/>
                <a:gd name="T15" fmla="*/ 983 h 1755"/>
                <a:gd name="T16" fmla="*/ 465 w 1868"/>
                <a:gd name="T17" fmla="*/ 983 h 1755"/>
                <a:gd name="T18" fmla="*/ 465 w 1868"/>
                <a:gd name="T19" fmla="*/ 1754 h 1755"/>
                <a:gd name="T20" fmla="*/ 0 w 1868"/>
                <a:gd name="T21" fmla="*/ 1754 h 1755"/>
                <a:gd name="T22" fmla="*/ 0 w 1868"/>
                <a:gd name="T23" fmla="*/ 0 h 1755"/>
                <a:gd name="T24" fmla="*/ 465 w 1868"/>
                <a:gd name="T25" fmla="*/ 0 h 1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868" h="1755">
                  <a:moveTo>
                    <a:pt x="465" y="0"/>
                  </a:moveTo>
                  <a:cubicBezTo>
                    <a:pt x="465" y="0"/>
                    <a:pt x="465" y="705"/>
                    <a:pt x="465" y="700"/>
                  </a:cubicBezTo>
                  <a:lnTo>
                    <a:pt x="1402" y="700"/>
                  </a:lnTo>
                  <a:cubicBezTo>
                    <a:pt x="1402" y="705"/>
                    <a:pt x="1402" y="0"/>
                    <a:pt x="1402" y="0"/>
                  </a:cubicBezTo>
                  <a:cubicBezTo>
                    <a:pt x="1402" y="0"/>
                    <a:pt x="1863" y="0"/>
                    <a:pt x="1867" y="0"/>
                  </a:cubicBezTo>
                  <a:cubicBezTo>
                    <a:pt x="1867" y="0"/>
                    <a:pt x="1867" y="1750"/>
                    <a:pt x="1867" y="1754"/>
                  </a:cubicBezTo>
                  <a:lnTo>
                    <a:pt x="1402" y="1754"/>
                  </a:lnTo>
                  <a:cubicBezTo>
                    <a:pt x="1402" y="1754"/>
                    <a:pt x="1402" y="987"/>
                    <a:pt x="1402" y="983"/>
                  </a:cubicBezTo>
                  <a:cubicBezTo>
                    <a:pt x="1402" y="987"/>
                    <a:pt x="465" y="983"/>
                    <a:pt x="465" y="983"/>
                  </a:cubicBezTo>
                  <a:cubicBezTo>
                    <a:pt x="465" y="987"/>
                    <a:pt x="465" y="1754"/>
                    <a:pt x="465" y="1754"/>
                  </a:cubicBezTo>
                  <a:lnTo>
                    <a:pt x="0" y="1754"/>
                  </a:lnTo>
                  <a:cubicBezTo>
                    <a:pt x="0" y="1754"/>
                    <a:pt x="4" y="0"/>
                    <a:pt x="0" y="0"/>
                  </a:cubicBezTo>
                  <a:lnTo>
                    <a:pt x="465" y="0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52" name="Freeform 2">
              <a:extLst>
                <a:ext uri="{FF2B5EF4-FFF2-40B4-BE49-F238E27FC236}">
                  <a16:creationId xmlns:a16="http://schemas.microsoft.com/office/drawing/2014/main" id="{AA230A3D-601E-774B-873F-3DFC4AB2FDA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83050" y="3275013"/>
              <a:ext cx="677863" cy="631825"/>
            </a:xfrm>
            <a:custGeom>
              <a:avLst/>
              <a:gdLst>
                <a:gd name="T0" fmla="*/ 1883 w 1884"/>
                <a:gd name="T1" fmla="*/ 0 h 1755"/>
                <a:gd name="T2" fmla="*/ 1883 w 1884"/>
                <a:gd name="T3" fmla="*/ 298 h 1755"/>
                <a:gd name="T4" fmla="*/ 1174 w 1884"/>
                <a:gd name="T5" fmla="*/ 298 h 1755"/>
                <a:gd name="T6" fmla="*/ 1174 w 1884"/>
                <a:gd name="T7" fmla="*/ 1754 h 1755"/>
                <a:gd name="T8" fmla="*/ 709 w 1884"/>
                <a:gd name="T9" fmla="*/ 1754 h 1755"/>
                <a:gd name="T10" fmla="*/ 709 w 1884"/>
                <a:gd name="T11" fmla="*/ 298 h 1755"/>
                <a:gd name="T12" fmla="*/ 0 w 1884"/>
                <a:gd name="T13" fmla="*/ 298 h 1755"/>
                <a:gd name="T14" fmla="*/ 0 w 1884"/>
                <a:gd name="T15" fmla="*/ 0 h 1755"/>
                <a:gd name="T16" fmla="*/ 1883 w 1884"/>
                <a:gd name="T17" fmla="*/ 0 h 1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884" h="1755">
                  <a:moveTo>
                    <a:pt x="1883" y="0"/>
                  </a:moveTo>
                  <a:cubicBezTo>
                    <a:pt x="1883" y="4"/>
                    <a:pt x="1883" y="298"/>
                    <a:pt x="1883" y="298"/>
                  </a:cubicBezTo>
                  <a:lnTo>
                    <a:pt x="1174" y="298"/>
                  </a:lnTo>
                  <a:lnTo>
                    <a:pt x="1174" y="1754"/>
                  </a:lnTo>
                  <a:lnTo>
                    <a:pt x="709" y="1754"/>
                  </a:lnTo>
                  <a:lnTo>
                    <a:pt x="709" y="298"/>
                  </a:lnTo>
                  <a:lnTo>
                    <a:pt x="0" y="298"/>
                  </a:lnTo>
                  <a:lnTo>
                    <a:pt x="0" y="0"/>
                  </a:lnTo>
                  <a:lnTo>
                    <a:pt x="1883" y="0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53" name="Freeform 3">
              <a:extLst>
                <a:ext uri="{FF2B5EF4-FFF2-40B4-BE49-F238E27FC236}">
                  <a16:creationId xmlns:a16="http://schemas.microsoft.com/office/drawing/2014/main" id="{54C82C29-9DCB-9E4D-BEE3-0DF43ECAF1F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14863" y="3275013"/>
              <a:ext cx="796925" cy="631825"/>
            </a:xfrm>
            <a:custGeom>
              <a:avLst/>
              <a:gdLst>
                <a:gd name="T0" fmla="*/ 2214 w 2215"/>
                <a:gd name="T1" fmla="*/ 1754 h 1755"/>
                <a:gd name="T2" fmla="*/ 1695 w 2215"/>
                <a:gd name="T3" fmla="*/ 1754 h 1755"/>
                <a:gd name="T4" fmla="*/ 1542 w 2215"/>
                <a:gd name="T5" fmla="*/ 1377 h 1755"/>
                <a:gd name="T6" fmla="*/ 672 w 2215"/>
                <a:gd name="T7" fmla="*/ 1377 h 1755"/>
                <a:gd name="T8" fmla="*/ 518 w 2215"/>
                <a:gd name="T9" fmla="*/ 1754 h 1755"/>
                <a:gd name="T10" fmla="*/ 0 w 2215"/>
                <a:gd name="T11" fmla="*/ 1754 h 1755"/>
                <a:gd name="T12" fmla="*/ 825 w 2215"/>
                <a:gd name="T13" fmla="*/ 0 h 1755"/>
                <a:gd name="T14" fmla="*/ 1392 w 2215"/>
                <a:gd name="T15" fmla="*/ 0 h 1755"/>
                <a:gd name="T16" fmla="*/ 2214 w 2215"/>
                <a:gd name="T17" fmla="*/ 1754 h 1755"/>
                <a:gd name="T18" fmla="*/ 788 w 2215"/>
                <a:gd name="T19" fmla="*/ 1095 h 1755"/>
                <a:gd name="T20" fmla="*/ 1434 w 2215"/>
                <a:gd name="T21" fmla="*/ 1095 h 1755"/>
                <a:gd name="T22" fmla="*/ 1107 w 2215"/>
                <a:gd name="T23" fmla="*/ 298 h 1755"/>
                <a:gd name="T24" fmla="*/ 788 w 2215"/>
                <a:gd name="T25" fmla="*/ 1095 h 1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15" h="1755">
                  <a:moveTo>
                    <a:pt x="2214" y="1754"/>
                  </a:moveTo>
                  <a:cubicBezTo>
                    <a:pt x="2214" y="1754"/>
                    <a:pt x="1691" y="1754"/>
                    <a:pt x="1695" y="1754"/>
                  </a:cubicBezTo>
                  <a:lnTo>
                    <a:pt x="1542" y="1377"/>
                  </a:lnTo>
                  <a:lnTo>
                    <a:pt x="672" y="1377"/>
                  </a:lnTo>
                  <a:cubicBezTo>
                    <a:pt x="672" y="1377"/>
                    <a:pt x="522" y="1754"/>
                    <a:pt x="518" y="1754"/>
                  </a:cubicBezTo>
                  <a:lnTo>
                    <a:pt x="0" y="1754"/>
                  </a:lnTo>
                  <a:lnTo>
                    <a:pt x="825" y="0"/>
                  </a:lnTo>
                  <a:lnTo>
                    <a:pt x="1392" y="0"/>
                  </a:lnTo>
                  <a:lnTo>
                    <a:pt x="2214" y="1754"/>
                  </a:lnTo>
                  <a:close/>
                  <a:moveTo>
                    <a:pt x="788" y="1095"/>
                  </a:moveTo>
                  <a:lnTo>
                    <a:pt x="1434" y="1095"/>
                  </a:lnTo>
                  <a:lnTo>
                    <a:pt x="1107" y="298"/>
                  </a:lnTo>
                  <a:lnTo>
                    <a:pt x="788" y="1095"/>
                  </a:lnTo>
                  <a:close/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54" name="Freeform 4">
              <a:extLst>
                <a:ext uri="{FF2B5EF4-FFF2-40B4-BE49-F238E27FC236}">
                  <a16:creationId xmlns:a16="http://schemas.microsoft.com/office/drawing/2014/main" id="{766A7C11-DB14-5A4D-AA24-2CF15F1CB1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985000" y="3275013"/>
              <a:ext cx="166688" cy="631825"/>
            </a:xfrm>
            <a:custGeom>
              <a:avLst/>
              <a:gdLst>
                <a:gd name="T0" fmla="*/ 232 w 465"/>
                <a:gd name="T1" fmla="*/ 1754 h 1755"/>
                <a:gd name="T2" fmla="*/ 0 w 465"/>
                <a:gd name="T3" fmla="*/ 1754 h 1755"/>
                <a:gd name="T4" fmla="*/ 0 w 465"/>
                <a:gd name="T5" fmla="*/ 0 h 1755"/>
                <a:gd name="T6" fmla="*/ 464 w 465"/>
                <a:gd name="T7" fmla="*/ 0 h 1755"/>
                <a:gd name="T8" fmla="*/ 464 w 465"/>
                <a:gd name="T9" fmla="*/ 1754 h 1755"/>
                <a:gd name="T10" fmla="*/ 232 w 465"/>
                <a:gd name="T11" fmla="*/ 1754 h 1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65" h="1755">
                  <a:moveTo>
                    <a:pt x="232" y="1754"/>
                  </a:moveTo>
                  <a:lnTo>
                    <a:pt x="0" y="1754"/>
                  </a:lnTo>
                  <a:lnTo>
                    <a:pt x="0" y="0"/>
                  </a:lnTo>
                  <a:lnTo>
                    <a:pt x="464" y="0"/>
                  </a:lnTo>
                  <a:lnTo>
                    <a:pt x="464" y="1754"/>
                  </a:lnTo>
                  <a:lnTo>
                    <a:pt x="232" y="1754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55" name="Freeform 5">
              <a:extLst>
                <a:ext uri="{FF2B5EF4-FFF2-40B4-BE49-F238E27FC236}">
                  <a16:creationId xmlns:a16="http://schemas.microsoft.com/office/drawing/2014/main" id="{3807CEA3-6FCC-D748-A8EF-EE3CC0E30A9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49588" y="3275013"/>
              <a:ext cx="673100" cy="631825"/>
            </a:xfrm>
            <a:custGeom>
              <a:avLst/>
              <a:gdLst>
                <a:gd name="T0" fmla="*/ 465 w 1868"/>
                <a:gd name="T1" fmla="*/ 0 h 1755"/>
                <a:gd name="T2" fmla="*/ 465 w 1868"/>
                <a:gd name="T3" fmla="*/ 700 h 1755"/>
                <a:gd name="T4" fmla="*/ 1402 w 1868"/>
                <a:gd name="T5" fmla="*/ 700 h 1755"/>
                <a:gd name="T6" fmla="*/ 1402 w 1868"/>
                <a:gd name="T7" fmla="*/ 0 h 1755"/>
                <a:gd name="T8" fmla="*/ 1867 w 1868"/>
                <a:gd name="T9" fmla="*/ 0 h 1755"/>
                <a:gd name="T10" fmla="*/ 1867 w 1868"/>
                <a:gd name="T11" fmla="*/ 1754 h 1755"/>
                <a:gd name="T12" fmla="*/ 1402 w 1868"/>
                <a:gd name="T13" fmla="*/ 1754 h 1755"/>
                <a:gd name="T14" fmla="*/ 1402 w 1868"/>
                <a:gd name="T15" fmla="*/ 983 h 1755"/>
                <a:gd name="T16" fmla="*/ 465 w 1868"/>
                <a:gd name="T17" fmla="*/ 983 h 1755"/>
                <a:gd name="T18" fmla="*/ 465 w 1868"/>
                <a:gd name="T19" fmla="*/ 1754 h 1755"/>
                <a:gd name="T20" fmla="*/ 0 w 1868"/>
                <a:gd name="T21" fmla="*/ 1754 h 1755"/>
                <a:gd name="T22" fmla="*/ 0 w 1868"/>
                <a:gd name="T23" fmla="*/ 0 h 1755"/>
                <a:gd name="T24" fmla="*/ 465 w 1868"/>
                <a:gd name="T25" fmla="*/ 0 h 1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868" h="1755">
                  <a:moveTo>
                    <a:pt x="465" y="0"/>
                  </a:moveTo>
                  <a:cubicBezTo>
                    <a:pt x="465" y="0"/>
                    <a:pt x="465" y="705"/>
                    <a:pt x="465" y="700"/>
                  </a:cubicBezTo>
                  <a:lnTo>
                    <a:pt x="1402" y="700"/>
                  </a:lnTo>
                  <a:cubicBezTo>
                    <a:pt x="1402" y="705"/>
                    <a:pt x="1402" y="0"/>
                    <a:pt x="1402" y="0"/>
                  </a:cubicBezTo>
                  <a:cubicBezTo>
                    <a:pt x="1402" y="0"/>
                    <a:pt x="1863" y="0"/>
                    <a:pt x="1867" y="0"/>
                  </a:cubicBezTo>
                  <a:cubicBezTo>
                    <a:pt x="1867" y="0"/>
                    <a:pt x="1867" y="1750"/>
                    <a:pt x="1867" y="1754"/>
                  </a:cubicBezTo>
                  <a:lnTo>
                    <a:pt x="1402" y="1754"/>
                  </a:lnTo>
                  <a:cubicBezTo>
                    <a:pt x="1402" y="1754"/>
                    <a:pt x="1402" y="987"/>
                    <a:pt x="1402" y="983"/>
                  </a:cubicBezTo>
                  <a:cubicBezTo>
                    <a:pt x="1402" y="987"/>
                    <a:pt x="465" y="983"/>
                    <a:pt x="465" y="983"/>
                  </a:cubicBezTo>
                  <a:cubicBezTo>
                    <a:pt x="465" y="987"/>
                    <a:pt x="465" y="1754"/>
                    <a:pt x="465" y="1754"/>
                  </a:cubicBezTo>
                  <a:lnTo>
                    <a:pt x="0" y="1754"/>
                  </a:lnTo>
                  <a:cubicBezTo>
                    <a:pt x="0" y="1754"/>
                    <a:pt x="5" y="0"/>
                    <a:pt x="0" y="0"/>
                  </a:cubicBezTo>
                  <a:lnTo>
                    <a:pt x="465" y="0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56" name="Freeform 6">
              <a:extLst>
                <a:ext uri="{FF2B5EF4-FFF2-40B4-BE49-F238E27FC236}">
                  <a16:creationId xmlns:a16="http://schemas.microsoft.com/office/drawing/2014/main" id="{192357B4-23D6-4940-9D0B-A2CD367A31C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54450" y="3275013"/>
              <a:ext cx="168275" cy="631825"/>
            </a:xfrm>
            <a:custGeom>
              <a:avLst/>
              <a:gdLst>
                <a:gd name="T0" fmla="*/ 233 w 466"/>
                <a:gd name="T1" fmla="*/ 1754 h 1755"/>
                <a:gd name="T2" fmla="*/ 0 w 466"/>
                <a:gd name="T3" fmla="*/ 1754 h 1755"/>
                <a:gd name="T4" fmla="*/ 0 w 466"/>
                <a:gd name="T5" fmla="*/ 0 h 1755"/>
                <a:gd name="T6" fmla="*/ 465 w 466"/>
                <a:gd name="T7" fmla="*/ 0 h 1755"/>
                <a:gd name="T8" fmla="*/ 465 w 466"/>
                <a:gd name="T9" fmla="*/ 1754 h 1755"/>
                <a:gd name="T10" fmla="*/ 233 w 466"/>
                <a:gd name="T11" fmla="*/ 1754 h 1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66" h="1755">
                  <a:moveTo>
                    <a:pt x="233" y="1754"/>
                  </a:moveTo>
                  <a:lnTo>
                    <a:pt x="0" y="1754"/>
                  </a:lnTo>
                  <a:lnTo>
                    <a:pt x="0" y="0"/>
                  </a:lnTo>
                  <a:lnTo>
                    <a:pt x="465" y="0"/>
                  </a:lnTo>
                  <a:lnTo>
                    <a:pt x="465" y="1754"/>
                  </a:lnTo>
                  <a:lnTo>
                    <a:pt x="233" y="1754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57" name="Freeform 7">
              <a:extLst>
                <a:ext uri="{FF2B5EF4-FFF2-40B4-BE49-F238E27FC236}">
                  <a16:creationId xmlns:a16="http://schemas.microsoft.com/office/drawing/2014/main" id="{4C008212-901B-E54C-9266-A69D2B32963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83213" y="3262313"/>
              <a:ext cx="715962" cy="663575"/>
            </a:xfrm>
            <a:custGeom>
              <a:avLst/>
              <a:gdLst>
                <a:gd name="T0" fmla="*/ 62 w 1988"/>
                <a:gd name="T1" fmla="*/ 1307 h 1842"/>
                <a:gd name="T2" fmla="*/ 0 w 1988"/>
                <a:gd name="T3" fmla="*/ 933 h 1842"/>
                <a:gd name="T4" fmla="*/ 120 w 1988"/>
                <a:gd name="T5" fmla="*/ 423 h 1842"/>
                <a:gd name="T6" fmla="*/ 518 w 1988"/>
                <a:gd name="T7" fmla="*/ 91 h 1842"/>
                <a:gd name="T8" fmla="*/ 1033 w 1988"/>
                <a:gd name="T9" fmla="*/ 0 h 1842"/>
                <a:gd name="T10" fmla="*/ 1618 w 1988"/>
                <a:gd name="T11" fmla="*/ 125 h 1842"/>
                <a:gd name="T12" fmla="*/ 1950 w 1988"/>
                <a:gd name="T13" fmla="*/ 531 h 1842"/>
                <a:gd name="T14" fmla="*/ 1966 w 1988"/>
                <a:gd name="T15" fmla="*/ 643 h 1842"/>
                <a:gd name="T16" fmla="*/ 1481 w 1988"/>
                <a:gd name="T17" fmla="*/ 643 h 1842"/>
                <a:gd name="T18" fmla="*/ 1456 w 1988"/>
                <a:gd name="T19" fmla="*/ 506 h 1842"/>
                <a:gd name="T20" fmla="*/ 1240 w 1988"/>
                <a:gd name="T21" fmla="*/ 303 h 1842"/>
                <a:gd name="T22" fmla="*/ 1037 w 1988"/>
                <a:gd name="T23" fmla="*/ 274 h 1842"/>
                <a:gd name="T24" fmla="*/ 809 w 1988"/>
                <a:gd name="T25" fmla="*/ 315 h 1842"/>
                <a:gd name="T26" fmla="*/ 556 w 1988"/>
                <a:gd name="T27" fmla="*/ 573 h 1842"/>
                <a:gd name="T28" fmla="*/ 494 w 1988"/>
                <a:gd name="T29" fmla="*/ 942 h 1842"/>
                <a:gd name="T30" fmla="*/ 539 w 1988"/>
                <a:gd name="T31" fmla="*/ 1249 h 1842"/>
                <a:gd name="T32" fmla="*/ 792 w 1988"/>
                <a:gd name="T33" fmla="*/ 1527 h 1842"/>
                <a:gd name="T34" fmla="*/ 1041 w 1988"/>
                <a:gd name="T35" fmla="*/ 1572 h 1842"/>
                <a:gd name="T36" fmla="*/ 1257 w 1988"/>
                <a:gd name="T37" fmla="*/ 1539 h 1842"/>
                <a:gd name="T38" fmla="*/ 1460 w 1988"/>
                <a:gd name="T39" fmla="*/ 1356 h 1842"/>
                <a:gd name="T40" fmla="*/ 1497 w 1988"/>
                <a:gd name="T41" fmla="*/ 1170 h 1842"/>
                <a:gd name="T42" fmla="*/ 1987 w 1988"/>
                <a:gd name="T43" fmla="*/ 1170 h 1842"/>
                <a:gd name="T44" fmla="*/ 1962 w 1988"/>
                <a:gd name="T45" fmla="*/ 1336 h 1842"/>
                <a:gd name="T46" fmla="*/ 1638 w 1988"/>
                <a:gd name="T47" fmla="*/ 1721 h 1842"/>
                <a:gd name="T48" fmla="*/ 1041 w 1988"/>
                <a:gd name="T49" fmla="*/ 1841 h 1842"/>
                <a:gd name="T50" fmla="*/ 568 w 1988"/>
                <a:gd name="T51" fmla="*/ 1771 h 1842"/>
                <a:gd name="T52" fmla="*/ 62 w 1988"/>
                <a:gd name="T53" fmla="*/ 1307 h 18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1988" h="1842">
                  <a:moveTo>
                    <a:pt x="62" y="1307"/>
                  </a:moveTo>
                  <a:cubicBezTo>
                    <a:pt x="21" y="1191"/>
                    <a:pt x="0" y="1066"/>
                    <a:pt x="0" y="933"/>
                  </a:cubicBezTo>
                  <a:cubicBezTo>
                    <a:pt x="0" y="751"/>
                    <a:pt x="33" y="573"/>
                    <a:pt x="120" y="423"/>
                  </a:cubicBezTo>
                  <a:cubicBezTo>
                    <a:pt x="211" y="270"/>
                    <a:pt x="348" y="154"/>
                    <a:pt x="518" y="91"/>
                  </a:cubicBezTo>
                  <a:cubicBezTo>
                    <a:pt x="680" y="33"/>
                    <a:pt x="850" y="0"/>
                    <a:pt x="1033" y="0"/>
                  </a:cubicBezTo>
                  <a:cubicBezTo>
                    <a:pt x="1240" y="0"/>
                    <a:pt x="1439" y="46"/>
                    <a:pt x="1618" y="125"/>
                  </a:cubicBezTo>
                  <a:cubicBezTo>
                    <a:pt x="1784" y="195"/>
                    <a:pt x="1912" y="349"/>
                    <a:pt x="1950" y="531"/>
                  </a:cubicBezTo>
                  <a:cubicBezTo>
                    <a:pt x="1958" y="568"/>
                    <a:pt x="1962" y="606"/>
                    <a:pt x="1966" y="643"/>
                  </a:cubicBezTo>
                  <a:lnTo>
                    <a:pt x="1481" y="643"/>
                  </a:lnTo>
                  <a:cubicBezTo>
                    <a:pt x="1481" y="597"/>
                    <a:pt x="1472" y="552"/>
                    <a:pt x="1456" y="506"/>
                  </a:cubicBezTo>
                  <a:cubicBezTo>
                    <a:pt x="1419" y="411"/>
                    <a:pt x="1340" y="332"/>
                    <a:pt x="1240" y="303"/>
                  </a:cubicBezTo>
                  <a:cubicBezTo>
                    <a:pt x="1174" y="282"/>
                    <a:pt x="1107" y="274"/>
                    <a:pt x="1037" y="274"/>
                  </a:cubicBezTo>
                  <a:cubicBezTo>
                    <a:pt x="958" y="274"/>
                    <a:pt x="879" y="286"/>
                    <a:pt x="809" y="315"/>
                  </a:cubicBezTo>
                  <a:cubicBezTo>
                    <a:pt x="688" y="357"/>
                    <a:pt x="597" y="452"/>
                    <a:pt x="556" y="573"/>
                  </a:cubicBezTo>
                  <a:cubicBezTo>
                    <a:pt x="514" y="689"/>
                    <a:pt x="494" y="813"/>
                    <a:pt x="494" y="942"/>
                  </a:cubicBezTo>
                  <a:cubicBezTo>
                    <a:pt x="494" y="1050"/>
                    <a:pt x="510" y="1153"/>
                    <a:pt x="539" y="1249"/>
                  </a:cubicBezTo>
                  <a:cubicBezTo>
                    <a:pt x="572" y="1377"/>
                    <a:pt x="672" y="1481"/>
                    <a:pt x="792" y="1527"/>
                  </a:cubicBezTo>
                  <a:cubicBezTo>
                    <a:pt x="871" y="1556"/>
                    <a:pt x="954" y="1572"/>
                    <a:pt x="1041" y="1572"/>
                  </a:cubicBezTo>
                  <a:cubicBezTo>
                    <a:pt x="1116" y="1572"/>
                    <a:pt x="1186" y="1560"/>
                    <a:pt x="1257" y="1539"/>
                  </a:cubicBezTo>
                  <a:cubicBezTo>
                    <a:pt x="1348" y="1510"/>
                    <a:pt x="1423" y="1444"/>
                    <a:pt x="1460" y="1356"/>
                  </a:cubicBezTo>
                  <a:cubicBezTo>
                    <a:pt x="1485" y="1298"/>
                    <a:pt x="1497" y="1236"/>
                    <a:pt x="1497" y="1170"/>
                  </a:cubicBezTo>
                  <a:lnTo>
                    <a:pt x="1987" y="1170"/>
                  </a:lnTo>
                  <a:cubicBezTo>
                    <a:pt x="1983" y="1228"/>
                    <a:pt x="1974" y="1282"/>
                    <a:pt x="1962" y="1336"/>
                  </a:cubicBezTo>
                  <a:cubicBezTo>
                    <a:pt x="1920" y="1510"/>
                    <a:pt x="1800" y="1655"/>
                    <a:pt x="1638" y="1721"/>
                  </a:cubicBezTo>
                  <a:cubicBezTo>
                    <a:pt x="1456" y="1800"/>
                    <a:pt x="1253" y="1841"/>
                    <a:pt x="1041" y="1841"/>
                  </a:cubicBezTo>
                  <a:cubicBezTo>
                    <a:pt x="875" y="1841"/>
                    <a:pt x="718" y="1817"/>
                    <a:pt x="568" y="1771"/>
                  </a:cubicBezTo>
                  <a:cubicBezTo>
                    <a:pt x="336" y="1692"/>
                    <a:pt x="137" y="1527"/>
                    <a:pt x="62" y="1307"/>
                  </a:cubicBez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58" name="Freeform 8">
              <a:extLst>
                <a:ext uri="{FF2B5EF4-FFF2-40B4-BE49-F238E27FC236}">
                  <a16:creationId xmlns:a16="http://schemas.microsoft.com/office/drawing/2014/main" id="{EEFF04CF-A0F0-B143-B4ED-C95C42646A6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51138" y="4083050"/>
              <a:ext cx="153987" cy="398463"/>
            </a:xfrm>
            <a:custGeom>
              <a:avLst/>
              <a:gdLst>
                <a:gd name="T0" fmla="*/ 415 w 428"/>
                <a:gd name="T1" fmla="*/ 0 h 1109"/>
                <a:gd name="T2" fmla="*/ 0 w 428"/>
                <a:gd name="T3" fmla="*/ 38 h 1109"/>
                <a:gd name="T4" fmla="*/ 0 w 428"/>
                <a:gd name="T5" fmla="*/ 100 h 1109"/>
                <a:gd name="T6" fmla="*/ 12 w 428"/>
                <a:gd name="T7" fmla="*/ 100 h 1109"/>
                <a:gd name="T8" fmla="*/ 178 w 428"/>
                <a:gd name="T9" fmla="*/ 241 h 1109"/>
                <a:gd name="T10" fmla="*/ 178 w 428"/>
                <a:gd name="T11" fmla="*/ 1108 h 1109"/>
                <a:gd name="T12" fmla="*/ 427 w 428"/>
                <a:gd name="T13" fmla="*/ 1108 h 1109"/>
                <a:gd name="T14" fmla="*/ 427 w 428"/>
                <a:gd name="T15" fmla="*/ 0 h 1109"/>
                <a:gd name="T16" fmla="*/ 415 w 428"/>
                <a:gd name="T17" fmla="*/ 0 h 11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28" h="1109">
                  <a:moveTo>
                    <a:pt x="415" y="0"/>
                  </a:moveTo>
                  <a:lnTo>
                    <a:pt x="0" y="38"/>
                  </a:lnTo>
                  <a:lnTo>
                    <a:pt x="0" y="100"/>
                  </a:lnTo>
                  <a:lnTo>
                    <a:pt x="12" y="100"/>
                  </a:lnTo>
                  <a:cubicBezTo>
                    <a:pt x="178" y="121"/>
                    <a:pt x="178" y="121"/>
                    <a:pt x="178" y="241"/>
                  </a:cubicBezTo>
                  <a:lnTo>
                    <a:pt x="178" y="1108"/>
                  </a:lnTo>
                  <a:lnTo>
                    <a:pt x="427" y="1108"/>
                  </a:lnTo>
                  <a:lnTo>
                    <a:pt x="427" y="0"/>
                  </a:lnTo>
                  <a:lnTo>
                    <a:pt x="415" y="0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59" name="Freeform 9">
              <a:extLst>
                <a:ext uri="{FF2B5EF4-FFF2-40B4-BE49-F238E27FC236}">
                  <a16:creationId xmlns:a16="http://schemas.microsoft.com/office/drawing/2014/main" id="{E93546FE-2ABA-1A46-B854-C483A3A1587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86088" y="4198938"/>
              <a:ext cx="315912" cy="282575"/>
            </a:xfrm>
            <a:custGeom>
              <a:avLst/>
              <a:gdLst>
                <a:gd name="T0" fmla="*/ 643 w 876"/>
                <a:gd name="T1" fmla="*/ 4 h 785"/>
                <a:gd name="T2" fmla="*/ 353 w 876"/>
                <a:gd name="T3" fmla="*/ 170 h 785"/>
                <a:gd name="T4" fmla="*/ 353 w 876"/>
                <a:gd name="T5" fmla="*/ 0 h 785"/>
                <a:gd name="T6" fmla="*/ 336 w 876"/>
                <a:gd name="T7" fmla="*/ 4 h 785"/>
                <a:gd name="T8" fmla="*/ 0 w 876"/>
                <a:gd name="T9" fmla="*/ 58 h 785"/>
                <a:gd name="T10" fmla="*/ 0 w 876"/>
                <a:gd name="T11" fmla="*/ 116 h 785"/>
                <a:gd name="T12" fmla="*/ 17 w 876"/>
                <a:gd name="T13" fmla="*/ 116 h 785"/>
                <a:gd name="T14" fmla="*/ 145 w 876"/>
                <a:gd name="T15" fmla="*/ 240 h 785"/>
                <a:gd name="T16" fmla="*/ 145 w 876"/>
                <a:gd name="T17" fmla="*/ 784 h 785"/>
                <a:gd name="T18" fmla="*/ 353 w 876"/>
                <a:gd name="T19" fmla="*/ 784 h 785"/>
                <a:gd name="T20" fmla="*/ 353 w 876"/>
                <a:gd name="T21" fmla="*/ 386 h 785"/>
                <a:gd name="T22" fmla="*/ 560 w 876"/>
                <a:gd name="T23" fmla="*/ 141 h 785"/>
                <a:gd name="T24" fmla="*/ 664 w 876"/>
                <a:gd name="T25" fmla="*/ 361 h 785"/>
                <a:gd name="T26" fmla="*/ 664 w 876"/>
                <a:gd name="T27" fmla="*/ 784 h 785"/>
                <a:gd name="T28" fmla="*/ 871 w 876"/>
                <a:gd name="T29" fmla="*/ 784 h 785"/>
                <a:gd name="T30" fmla="*/ 871 w 876"/>
                <a:gd name="T31" fmla="*/ 240 h 785"/>
                <a:gd name="T32" fmla="*/ 643 w 876"/>
                <a:gd name="T33" fmla="*/ 4 h 7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876" h="785">
                  <a:moveTo>
                    <a:pt x="643" y="4"/>
                  </a:moveTo>
                  <a:cubicBezTo>
                    <a:pt x="490" y="4"/>
                    <a:pt x="398" y="108"/>
                    <a:pt x="353" y="170"/>
                  </a:cubicBezTo>
                  <a:cubicBezTo>
                    <a:pt x="353" y="112"/>
                    <a:pt x="353" y="0"/>
                    <a:pt x="353" y="0"/>
                  </a:cubicBezTo>
                  <a:lnTo>
                    <a:pt x="336" y="4"/>
                  </a:lnTo>
                  <a:lnTo>
                    <a:pt x="0" y="58"/>
                  </a:lnTo>
                  <a:lnTo>
                    <a:pt x="0" y="116"/>
                  </a:lnTo>
                  <a:lnTo>
                    <a:pt x="17" y="116"/>
                  </a:lnTo>
                  <a:cubicBezTo>
                    <a:pt x="124" y="120"/>
                    <a:pt x="145" y="141"/>
                    <a:pt x="145" y="240"/>
                  </a:cubicBezTo>
                  <a:lnTo>
                    <a:pt x="145" y="784"/>
                  </a:lnTo>
                  <a:lnTo>
                    <a:pt x="353" y="784"/>
                  </a:lnTo>
                  <a:lnTo>
                    <a:pt x="353" y="386"/>
                  </a:lnTo>
                  <a:cubicBezTo>
                    <a:pt x="353" y="278"/>
                    <a:pt x="452" y="141"/>
                    <a:pt x="560" y="141"/>
                  </a:cubicBezTo>
                  <a:cubicBezTo>
                    <a:pt x="660" y="141"/>
                    <a:pt x="664" y="224"/>
                    <a:pt x="664" y="361"/>
                  </a:cubicBezTo>
                  <a:lnTo>
                    <a:pt x="664" y="784"/>
                  </a:lnTo>
                  <a:lnTo>
                    <a:pt x="871" y="784"/>
                  </a:lnTo>
                  <a:lnTo>
                    <a:pt x="871" y="240"/>
                  </a:lnTo>
                  <a:cubicBezTo>
                    <a:pt x="875" y="87"/>
                    <a:pt x="792" y="4"/>
                    <a:pt x="643" y="4"/>
                  </a:cubicBez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60" name="Freeform 10">
              <a:extLst>
                <a:ext uri="{FF2B5EF4-FFF2-40B4-BE49-F238E27FC236}">
                  <a16:creationId xmlns:a16="http://schemas.microsoft.com/office/drawing/2014/main" id="{376DCE57-3197-C148-BE61-CD0EBC561FE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6138" y="4200525"/>
              <a:ext cx="212725" cy="288925"/>
            </a:xfrm>
            <a:custGeom>
              <a:avLst/>
              <a:gdLst>
                <a:gd name="T0" fmla="*/ 348 w 590"/>
                <a:gd name="T1" fmla="*/ 303 h 802"/>
                <a:gd name="T2" fmla="*/ 195 w 590"/>
                <a:gd name="T3" fmla="*/ 170 h 802"/>
                <a:gd name="T4" fmla="*/ 307 w 590"/>
                <a:gd name="T5" fmla="*/ 100 h 802"/>
                <a:gd name="T6" fmla="*/ 502 w 590"/>
                <a:gd name="T7" fmla="*/ 166 h 802"/>
                <a:gd name="T8" fmla="*/ 535 w 590"/>
                <a:gd name="T9" fmla="*/ 187 h 802"/>
                <a:gd name="T10" fmla="*/ 535 w 590"/>
                <a:gd name="T11" fmla="*/ 162 h 802"/>
                <a:gd name="T12" fmla="*/ 535 w 590"/>
                <a:gd name="T13" fmla="*/ 33 h 802"/>
                <a:gd name="T14" fmla="*/ 506 w 590"/>
                <a:gd name="T15" fmla="*/ 25 h 802"/>
                <a:gd name="T16" fmla="*/ 315 w 590"/>
                <a:gd name="T17" fmla="*/ 0 h 802"/>
                <a:gd name="T18" fmla="*/ 0 w 590"/>
                <a:gd name="T19" fmla="*/ 224 h 802"/>
                <a:gd name="T20" fmla="*/ 228 w 590"/>
                <a:gd name="T21" fmla="*/ 465 h 802"/>
                <a:gd name="T22" fmla="*/ 390 w 590"/>
                <a:gd name="T23" fmla="*/ 606 h 802"/>
                <a:gd name="T24" fmla="*/ 249 w 590"/>
                <a:gd name="T25" fmla="*/ 697 h 802"/>
                <a:gd name="T26" fmla="*/ 20 w 590"/>
                <a:gd name="T27" fmla="*/ 618 h 802"/>
                <a:gd name="T28" fmla="*/ 0 w 590"/>
                <a:gd name="T29" fmla="*/ 606 h 802"/>
                <a:gd name="T30" fmla="*/ 0 w 590"/>
                <a:gd name="T31" fmla="*/ 767 h 802"/>
                <a:gd name="T32" fmla="*/ 16 w 590"/>
                <a:gd name="T33" fmla="*/ 771 h 802"/>
                <a:gd name="T34" fmla="*/ 244 w 590"/>
                <a:gd name="T35" fmla="*/ 801 h 802"/>
                <a:gd name="T36" fmla="*/ 580 w 590"/>
                <a:gd name="T37" fmla="*/ 568 h 802"/>
                <a:gd name="T38" fmla="*/ 348 w 590"/>
                <a:gd name="T39" fmla="*/ 303 h 8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590" h="802">
                  <a:moveTo>
                    <a:pt x="348" y="303"/>
                  </a:moveTo>
                  <a:cubicBezTo>
                    <a:pt x="265" y="261"/>
                    <a:pt x="195" y="228"/>
                    <a:pt x="195" y="170"/>
                  </a:cubicBezTo>
                  <a:cubicBezTo>
                    <a:pt x="195" y="104"/>
                    <a:pt x="274" y="100"/>
                    <a:pt x="307" y="100"/>
                  </a:cubicBezTo>
                  <a:cubicBezTo>
                    <a:pt x="394" y="100"/>
                    <a:pt x="468" y="145"/>
                    <a:pt x="502" y="166"/>
                  </a:cubicBezTo>
                  <a:lnTo>
                    <a:pt x="535" y="187"/>
                  </a:lnTo>
                  <a:lnTo>
                    <a:pt x="535" y="162"/>
                  </a:lnTo>
                  <a:lnTo>
                    <a:pt x="535" y="33"/>
                  </a:lnTo>
                  <a:lnTo>
                    <a:pt x="506" y="25"/>
                  </a:lnTo>
                  <a:cubicBezTo>
                    <a:pt x="468" y="17"/>
                    <a:pt x="398" y="0"/>
                    <a:pt x="315" y="0"/>
                  </a:cubicBezTo>
                  <a:cubicBezTo>
                    <a:pt x="120" y="0"/>
                    <a:pt x="0" y="83"/>
                    <a:pt x="0" y="224"/>
                  </a:cubicBezTo>
                  <a:cubicBezTo>
                    <a:pt x="0" y="353"/>
                    <a:pt x="124" y="411"/>
                    <a:pt x="228" y="465"/>
                  </a:cubicBezTo>
                  <a:cubicBezTo>
                    <a:pt x="311" y="506"/>
                    <a:pt x="390" y="543"/>
                    <a:pt x="390" y="606"/>
                  </a:cubicBezTo>
                  <a:cubicBezTo>
                    <a:pt x="390" y="664"/>
                    <a:pt x="340" y="697"/>
                    <a:pt x="249" y="697"/>
                  </a:cubicBezTo>
                  <a:cubicBezTo>
                    <a:pt x="149" y="697"/>
                    <a:pt x="70" y="647"/>
                    <a:pt x="20" y="618"/>
                  </a:cubicBezTo>
                  <a:lnTo>
                    <a:pt x="0" y="606"/>
                  </a:lnTo>
                  <a:lnTo>
                    <a:pt x="0" y="767"/>
                  </a:lnTo>
                  <a:lnTo>
                    <a:pt x="16" y="771"/>
                  </a:lnTo>
                  <a:cubicBezTo>
                    <a:pt x="58" y="780"/>
                    <a:pt x="137" y="801"/>
                    <a:pt x="244" y="801"/>
                  </a:cubicBezTo>
                  <a:cubicBezTo>
                    <a:pt x="456" y="801"/>
                    <a:pt x="580" y="713"/>
                    <a:pt x="580" y="568"/>
                  </a:cubicBezTo>
                  <a:cubicBezTo>
                    <a:pt x="589" y="419"/>
                    <a:pt x="460" y="357"/>
                    <a:pt x="348" y="303"/>
                  </a:cubicBez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61" name="Freeform 11">
              <a:extLst>
                <a:ext uri="{FF2B5EF4-FFF2-40B4-BE49-F238E27FC236}">
                  <a16:creationId xmlns:a16="http://schemas.microsoft.com/office/drawing/2014/main" id="{1723C34E-306E-6846-AE1F-35FBC46E4DD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35375" y="4198938"/>
              <a:ext cx="325438" cy="396875"/>
            </a:xfrm>
            <a:custGeom>
              <a:avLst/>
              <a:gdLst>
                <a:gd name="T0" fmla="*/ 577 w 906"/>
                <a:gd name="T1" fmla="*/ 4 h 1104"/>
                <a:gd name="T2" fmla="*/ 357 w 906"/>
                <a:gd name="T3" fmla="*/ 112 h 1104"/>
                <a:gd name="T4" fmla="*/ 357 w 906"/>
                <a:gd name="T5" fmla="*/ 0 h 1104"/>
                <a:gd name="T6" fmla="*/ 336 w 906"/>
                <a:gd name="T7" fmla="*/ 4 h 1104"/>
                <a:gd name="T8" fmla="*/ 0 w 906"/>
                <a:gd name="T9" fmla="*/ 58 h 1104"/>
                <a:gd name="T10" fmla="*/ 0 w 906"/>
                <a:gd name="T11" fmla="*/ 116 h 1104"/>
                <a:gd name="T12" fmla="*/ 13 w 906"/>
                <a:gd name="T13" fmla="*/ 116 h 1104"/>
                <a:gd name="T14" fmla="*/ 137 w 906"/>
                <a:gd name="T15" fmla="*/ 240 h 1104"/>
                <a:gd name="T16" fmla="*/ 137 w 906"/>
                <a:gd name="T17" fmla="*/ 1103 h 1104"/>
                <a:gd name="T18" fmla="*/ 345 w 906"/>
                <a:gd name="T19" fmla="*/ 1103 h 1104"/>
                <a:gd name="T20" fmla="*/ 345 w 906"/>
                <a:gd name="T21" fmla="*/ 709 h 1104"/>
                <a:gd name="T22" fmla="*/ 560 w 906"/>
                <a:gd name="T23" fmla="*/ 800 h 1104"/>
                <a:gd name="T24" fmla="*/ 896 w 906"/>
                <a:gd name="T25" fmla="*/ 390 h 1104"/>
                <a:gd name="T26" fmla="*/ 577 w 906"/>
                <a:gd name="T27" fmla="*/ 4 h 1104"/>
                <a:gd name="T28" fmla="*/ 515 w 906"/>
                <a:gd name="T29" fmla="*/ 120 h 1104"/>
                <a:gd name="T30" fmla="*/ 672 w 906"/>
                <a:gd name="T31" fmla="*/ 394 h 1104"/>
                <a:gd name="T32" fmla="*/ 515 w 906"/>
                <a:gd name="T33" fmla="*/ 688 h 1104"/>
                <a:gd name="T34" fmla="*/ 349 w 906"/>
                <a:gd name="T35" fmla="*/ 456 h 1104"/>
                <a:gd name="T36" fmla="*/ 349 w 906"/>
                <a:gd name="T37" fmla="*/ 390 h 1104"/>
                <a:gd name="T38" fmla="*/ 515 w 906"/>
                <a:gd name="T39" fmla="*/ 120 h 11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906" h="1104">
                  <a:moveTo>
                    <a:pt x="577" y="4"/>
                  </a:moveTo>
                  <a:cubicBezTo>
                    <a:pt x="498" y="4"/>
                    <a:pt x="424" y="41"/>
                    <a:pt x="357" y="112"/>
                  </a:cubicBezTo>
                  <a:cubicBezTo>
                    <a:pt x="357" y="75"/>
                    <a:pt x="357" y="0"/>
                    <a:pt x="357" y="0"/>
                  </a:cubicBezTo>
                  <a:lnTo>
                    <a:pt x="336" y="4"/>
                  </a:lnTo>
                  <a:lnTo>
                    <a:pt x="0" y="58"/>
                  </a:lnTo>
                  <a:lnTo>
                    <a:pt x="0" y="116"/>
                  </a:lnTo>
                  <a:lnTo>
                    <a:pt x="13" y="116"/>
                  </a:lnTo>
                  <a:cubicBezTo>
                    <a:pt x="117" y="120"/>
                    <a:pt x="137" y="141"/>
                    <a:pt x="137" y="240"/>
                  </a:cubicBezTo>
                  <a:lnTo>
                    <a:pt x="137" y="1103"/>
                  </a:lnTo>
                  <a:lnTo>
                    <a:pt x="345" y="1103"/>
                  </a:lnTo>
                  <a:cubicBezTo>
                    <a:pt x="345" y="1103"/>
                    <a:pt x="345" y="775"/>
                    <a:pt x="345" y="709"/>
                  </a:cubicBezTo>
                  <a:cubicBezTo>
                    <a:pt x="382" y="755"/>
                    <a:pt x="444" y="800"/>
                    <a:pt x="560" y="800"/>
                  </a:cubicBezTo>
                  <a:cubicBezTo>
                    <a:pt x="780" y="800"/>
                    <a:pt x="896" y="659"/>
                    <a:pt x="896" y="390"/>
                  </a:cubicBezTo>
                  <a:cubicBezTo>
                    <a:pt x="905" y="145"/>
                    <a:pt x="784" y="4"/>
                    <a:pt x="577" y="4"/>
                  </a:cubicBezTo>
                  <a:close/>
                  <a:moveTo>
                    <a:pt x="515" y="120"/>
                  </a:moveTo>
                  <a:cubicBezTo>
                    <a:pt x="656" y="120"/>
                    <a:pt x="672" y="274"/>
                    <a:pt x="672" y="394"/>
                  </a:cubicBezTo>
                  <a:cubicBezTo>
                    <a:pt x="672" y="593"/>
                    <a:pt x="623" y="688"/>
                    <a:pt x="515" y="688"/>
                  </a:cubicBezTo>
                  <a:cubicBezTo>
                    <a:pt x="378" y="688"/>
                    <a:pt x="349" y="560"/>
                    <a:pt x="349" y="456"/>
                  </a:cubicBezTo>
                  <a:lnTo>
                    <a:pt x="349" y="390"/>
                  </a:lnTo>
                  <a:cubicBezTo>
                    <a:pt x="353" y="307"/>
                    <a:pt x="370" y="120"/>
                    <a:pt x="515" y="120"/>
                  </a:cubicBezTo>
                  <a:close/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62" name="Freeform 12">
              <a:extLst>
                <a:ext uri="{FF2B5EF4-FFF2-40B4-BE49-F238E27FC236}">
                  <a16:creationId xmlns:a16="http://schemas.microsoft.com/office/drawing/2014/main" id="{6368EDDA-7319-3E45-9454-9EA986C6F7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13200" y="4198938"/>
              <a:ext cx="123825" cy="282575"/>
            </a:xfrm>
            <a:custGeom>
              <a:avLst/>
              <a:gdLst>
                <a:gd name="T0" fmla="*/ 0 w 345"/>
                <a:gd name="T1" fmla="*/ 58 h 785"/>
                <a:gd name="T2" fmla="*/ 0 w 345"/>
                <a:gd name="T3" fmla="*/ 116 h 785"/>
                <a:gd name="T4" fmla="*/ 12 w 345"/>
                <a:gd name="T5" fmla="*/ 116 h 785"/>
                <a:gd name="T6" fmla="*/ 137 w 345"/>
                <a:gd name="T7" fmla="*/ 240 h 785"/>
                <a:gd name="T8" fmla="*/ 137 w 345"/>
                <a:gd name="T9" fmla="*/ 784 h 785"/>
                <a:gd name="T10" fmla="*/ 344 w 345"/>
                <a:gd name="T11" fmla="*/ 784 h 785"/>
                <a:gd name="T12" fmla="*/ 344 w 345"/>
                <a:gd name="T13" fmla="*/ 0 h 785"/>
                <a:gd name="T14" fmla="*/ 328 w 345"/>
                <a:gd name="T15" fmla="*/ 4 h 785"/>
                <a:gd name="T16" fmla="*/ 0 w 345"/>
                <a:gd name="T17" fmla="*/ 58 h 7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45" h="785">
                  <a:moveTo>
                    <a:pt x="0" y="58"/>
                  </a:moveTo>
                  <a:lnTo>
                    <a:pt x="0" y="116"/>
                  </a:lnTo>
                  <a:lnTo>
                    <a:pt x="12" y="116"/>
                  </a:lnTo>
                  <a:cubicBezTo>
                    <a:pt x="116" y="120"/>
                    <a:pt x="137" y="141"/>
                    <a:pt x="137" y="240"/>
                  </a:cubicBezTo>
                  <a:lnTo>
                    <a:pt x="137" y="784"/>
                  </a:lnTo>
                  <a:lnTo>
                    <a:pt x="344" y="784"/>
                  </a:lnTo>
                  <a:lnTo>
                    <a:pt x="344" y="0"/>
                  </a:lnTo>
                  <a:lnTo>
                    <a:pt x="328" y="4"/>
                  </a:lnTo>
                  <a:lnTo>
                    <a:pt x="0" y="58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63" name="Freeform 13">
              <a:extLst>
                <a:ext uri="{FF2B5EF4-FFF2-40B4-BE49-F238E27FC236}">
                  <a16:creationId xmlns:a16="http://schemas.microsoft.com/office/drawing/2014/main" id="{B891E73F-A712-584E-8A50-0242B137E38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56063" y="4084638"/>
              <a:ext cx="93662" cy="82550"/>
            </a:xfrm>
            <a:custGeom>
              <a:avLst/>
              <a:gdLst>
                <a:gd name="T0" fmla="*/ 129 w 262"/>
                <a:gd name="T1" fmla="*/ 228 h 229"/>
                <a:gd name="T2" fmla="*/ 261 w 262"/>
                <a:gd name="T3" fmla="*/ 112 h 229"/>
                <a:gd name="T4" fmla="*/ 133 w 262"/>
                <a:gd name="T5" fmla="*/ 0 h 229"/>
                <a:gd name="T6" fmla="*/ 4 w 262"/>
                <a:gd name="T7" fmla="*/ 112 h 229"/>
                <a:gd name="T8" fmla="*/ 129 w 262"/>
                <a:gd name="T9" fmla="*/ 228 h 2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62" h="229">
                  <a:moveTo>
                    <a:pt x="129" y="228"/>
                  </a:moveTo>
                  <a:cubicBezTo>
                    <a:pt x="199" y="228"/>
                    <a:pt x="261" y="178"/>
                    <a:pt x="261" y="112"/>
                  </a:cubicBezTo>
                  <a:cubicBezTo>
                    <a:pt x="261" y="49"/>
                    <a:pt x="203" y="0"/>
                    <a:pt x="133" y="0"/>
                  </a:cubicBezTo>
                  <a:cubicBezTo>
                    <a:pt x="62" y="0"/>
                    <a:pt x="4" y="49"/>
                    <a:pt x="4" y="112"/>
                  </a:cubicBezTo>
                  <a:cubicBezTo>
                    <a:pt x="0" y="178"/>
                    <a:pt x="58" y="228"/>
                    <a:pt x="129" y="228"/>
                  </a:cubicBez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64" name="Freeform 14">
              <a:extLst>
                <a:ext uri="{FF2B5EF4-FFF2-40B4-BE49-F238E27FC236}">
                  <a16:creationId xmlns:a16="http://schemas.microsoft.com/office/drawing/2014/main" id="{C5B9662F-1B33-9045-9C10-9F8813A1B2E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1638" y="4200525"/>
              <a:ext cx="244475" cy="280988"/>
            </a:xfrm>
            <a:custGeom>
              <a:avLst/>
              <a:gdLst>
                <a:gd name="T0" fmla="*/ 676 w 677"/>
                <a:gd name="T1" fmla="*/ 174 h 781"/>
                <a:gd name="T2" fmla="*/ 676 w 677"/>
                <a:gd name="T3" fmla="*/ 12 h 781"/>
                <a:gd name="T4" fmla="*/ 663 w 677"/>
                <a:gd name="T5" fmla="*/ 12 h 781"/>
                <a:gd name="T6" fmla="*/ 564 w 677"/>
                <a:gd name="T7" fmla="*/ 4 h 781"/>
                <a:gd name="T8" fmla="*/ 348 w 677"/>
                <a:gd name="T9" fmla="*/ 158 h 781"/>
                <a:gd name="T10" fmla="*/ 348 w 677"/>
                <a:gd name="T11" fmla="*/ 0 h 781"/>
                <a:gd name="T12" fmla="*/ 331 w 677"/>
                <a:gd name="T13" fmla="*/ 0 h 781"/>
                <a:gd name="T14" fmla="*/ 0 w 677"/>
                <a:gd name="T15" fmla="*/ 54 h 781"/>
                <a:gd name="T16" fmla="*/ 0 w 677"/>
                <a:gd name="T17" fmla="*/ 112 h 781"/>
                <a:gd name="T18" fmla="*/ 12 w 677"/>
                <a:gd name="T19" fmla="*/ 112 h 781"/>
                <a:gd name="T20" fmla="*/ 141 w 677"/>
                <a:gd name="T21" fmla="*/ 236 h 781"/>
                <a:gd name="T22" fmla="*/ 141 w 677"/>
                <a:gd name="T23" fmla="*/ 780 h 781"/>
                <a:gd name="T24" fmla="*/ 348 w 677"/>
                <a:gd name="T25" fmla="*/ 780 h 781"/>
                <a:gd name="T26" fmla="*/ 348 w 677"/>
                <a:gd name="T27" fmla="*/ 390 h 781"/>
                <a:gd name="T28" fmla="*/ 568 w 677"/>
                <a:gd name="T29" fmla="*/ 170 h 781"/>
                <a:gd name="T30" fmla="*/ 643 w 677"/>
                <a:gd name="T31" fmla="*/ 183 h 781"/>
                <a:gd name="T32" fmla="*/ 676 w 677"/>
                <a:gd name="T33" fmla="*/ 191 h 781"/>
                <a:gd name="T34" fmla="*/ 676 w 677"/>
                <a:gd name="T35" fmla="*/ 174 h 78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677" h="781">
                  <a:moveTo>
                    <a:pt x="676" y="174"/>
                  </a:moveTo>
                  <a:lnTo>
                    <a:pt x="676" y="12"/>
                  </a:lnTo>
                  <a:lnTo>
                    <a:pt x="663" y="12"/>
                  </a:lnTo>
                  <a:cubicBezTo>
                    <a:pt x="630" y="8"/>
                    <a:pt x="593" y="4"/>
                    <a:pt x="564" y="4"/>
                  </a:cubicBezTo>
                  <a:cubicBezTo>
                    <a:pt x="443" y="4"/>
                    <a:pt x="381" y="91"/>
                    <a:pt x="348" y="158"/>
                  </a:cubicBezTo>
                  <a:cubicBezTo>
                    <a:pt x="348" y="95"/>
                    <a:pt x="348" y="0"/>
                    <a:pt x="348" y="0"/>
                  </a:cubicBezTo>
                  <a:lnTo>
                    <a:pt x="331" y="0"/>
                  </a:lnTo>
                  <a:lnTo>
                    <a:pt x="0" y="54"/>
                  </a:lnTo>
                  <a:lnTo>
                    <a:pt x="0" y="112"/>
                  </a:lnTo>
                  <a:lnTo>
                    <a:pt x="12" y="112"/>
                  </a:lnTo>
                  <a:cubicBezTo>
                    <a:pt x="116" y="116"/>
                    <a:pt x="141" y="137"/>
                    <a:pt x="141" y="236"/>
                  </a:cubicBezTo>
                  <a:lnTo>
                    <a:pt x="141" y="780"/>
                  </a:lnTo>
                  <a:lnTo>
                    <a:pt x="348" y="780"/>
                  </a:lnTo>
                  <a:lnTo>
                    <a:pt x="348" y="390"/>
                  </a:lnTo>
                  <a:cubicBezTo>
                    <a:pt x="348" y="324"/>
                    <a:pt x="369" y="170"/>
                    <a:pt x="568" y="170"/>
                  </a:cubicBezTo>
                  <a:cubicBezTo>
                    <a:pt x="593" y="170"/>
                    <a:pt x="618" y="178"/>
                    <a:pt x="643" y="183"/>
                  </a:cubicBezTo>
                  <a:lnTo>
                    <a:pt x="676" y="191"/>
                  </a:lnTo>
                  <a:lnTo>
                    <a:pt x="676" y="174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65" name="Freeform 15">
              <a:extLst>
                <a:ext uri="{FF2B5EF4-FFF2-40B4-BE49-F238E27FC236}">
                  <a16:creationId xmlns:a16="http://schemas.microsoft.com/office/drawing/2014/main" id="{022C74EE-BDDD-8E48-9FCB-1CF16CA3D01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6275" y="4200525"/>
              <a:ext cx="266700" cy="287338"/>
            </a:xfrm>
            <a:custGeom>
              <a:avLst/>
              <a:gdLst>
                <a:gd name="T0" fmla="*/ 738 w 743"/>
                <a:gd name="T1" fmla="*/ 315 h 797"/>
                <a:gd name="T2" fmla="*/ 390 w 743"/>
                <a:gd name="T3" fmla="*/ 0 h 797"/>
                <a:gd name="T4" fmla="*/ 0 w 743"/>
                <a:gd name="T5" fmla="*/ 373 h 797"/>
                <a:gd name="T6" fmla="*/ 456 w 743"/>
                <a:gd name="T7" fmla="*/ 796 h 797"/>
                <a:gd name="T8" fmla="*/ 713 w 743"/>
                <a:gd name="T9" fmla="*/ 755 h 797"/>
                <a:gd name="T10" fmla="*/ 726 w 743"/>
                <a:gd name="T11" fmla="*/ 751 h 797"/>
                <a:gd name="T12" fmla="*/ 726 w 743"/>
                <a:gd name="T13" fmla="*/ 651 h 797"/>
                <a:gd name="T14" fmla="*/ 705 w 743"/>
                <a:gd name="T15" fmla="*/ 660 h 797"/>
                <a:gd name="T16" fmla="*/ 543 w 743"/>
                <a:gd name="T17" fmla="*/ 684 h 797"/>
                <a:gd name="T18" fmla="*/ 232 w 743"/>
                <a:gd name="T19" fmla="*/ 332 h 797"/>
                <a:gd name="T20" fmla="*/ 742 w 743"/>
                <a:gd name="T21" fmla="*/ 332 h 797"/>
                <a:gd name="T22" fmla="*/ 742 w 743"/>
                <a:gd name="T23" fmla="*/ 315 h 797"/>
                <a:gd name="T24" fmla="*/ 738 w 743"/>
                <a:gd name="T25" fmla="*/ 315 h 797"/>
                <a:gd name="T26" fmla="*/ 386 w 743"/>
                <a:gd name="T27" fmla="*/ 83 h 797"/>
                <a:gd name="T28" fmla="*/ 531 w 743"/>
                <a:gd name="T29" fmla="*/ 236 h 797"/>
                <a:gd name="T30" fmla="*/ 228 w 743"/>
                <a:gd name="T31" fmla="*/ 236 h 797"/>
                <a:gd name="T32" fmla="*/ 386 w 743"/>
                <a:gd name="T33" fmla="*/ 83 h 7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743" h="797">
                  <a:moveTo>
                    <a:pt x="738" y="315"/>
                  </a:moveTo>
                  <a:cubicBezTo>
                    <a:pt x="738" y="104"/>
                    <a:pt x="622" y="0"/>
                    <a:pt x="390" y="0"/>
                  </a:cubicBezTo>
                  <a:cubicBezTo>
                    <a:pt x="128" y="0"/>
                    <a:pt x="0" y="124"/>
                    <a:pt x="0" y="373"/>
                  </a:cubicBezTo>
                  <a:cubicBezTo>
                    <a:pt x="0" y="639"/>
                    <a:pt x="170" y="796"/>
                    <a:pt x="456" y="796"/>
                  </a:cubicBezTo>
                  <a:cubicBezTo>
                    <a:pt x="581" y="796"/>
                    <a:pt x="676" y="763"/>
                    <a:pt x="713" y="755"/>
                  </a:cubicBezTo>
                  <a:lnTo>
                    <a:pt x="726" y="751"/>
                  </a:lnTo>
                  <a:lnTo>
                    <a:pt x="726" y="651"/>
                  </a:lnTo>
                  <a:lnTo>
                    <a:pt x="705" y="660"/>
                  </a:lnTo>
                  <a:cubicBezTo>
                    <a:pt x="672" y="672"/>
                    <a:pt x="610" y="684"/>
                    <a:pt x="543" y="684"/>
                  </a:cubicBezTo>
                  <a:cubicBezTo>
                    <a:pt x="319" y="684"/>
                    <a:pt x="236" y="498"/>
                    <a:pt x="232" y="332"/>
                  </a:cubicBezTo>
                  <a:cubicBezTo>
                    <a:pt x="261" y="332"/>
                    <a:pt x="742" y="332"/>
                    <a:pt x="742" y="332"/>
                  </a:cubicBezTo>
                  <a:lnTo>
                    <a:pt x="742" y="315"/>
                  </a:lnTo>
                  <a:lnTo>
                    <a:pt x="738" y="315"/>
                  </a:lnTo>
                  <a:close/>
                  <a:moveTo>
                    <a:pt x="386" y="83"/>
                  </a:moveTo>
                  <a:cubicBezTo>
                    <a:pt x="498" y="83"/>
                    <a:pt x="527" y="166"/>
                    <a:pt x="531" y="236"/>
                  </a:cubicBezTo>
                  <a:cubicBezTo>
                    <a:pt x="506" y="236"/>
                    <a:pt x="257" y="236"/>
                    <a:pt x="228" y="236"/>
                  </a:cubicBezTo>
                  <a:cubicBezTo>
                    <a:pt x="232" y="183"/>
                    <a:pt x="269" y="83"/>
                    <a:pt x="386" y="83"/>
                  </a:cubicBezTo>
                  <a:close/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66" name="Freeform 16">
              <a:extLst>
                <a:ext uri="{FF2B5EF4-FFF2-40B4-BE49-F238E27FC236}">
                  <a16:creationId xmlns:a16="http://schemas.microsoft.com/office/drawing/2014/main" id="{86CB1141-CBF4-3743-B5A8-9E0BAFEFB7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10175" y="4071938"/>
              <a:ext cx="314325" cy="409575"/>
            </a:xfrm>
            <a:custGeom>
              <a:avLst/>
              <a:gdLst>
                <a:gd name="T0" fmla="*/ 634 w 872"/>
                <a:gd name="T1" fmla="*/ 357 h 1138"/>
                <a:gd name="T2" fmla="*/ 348 w 872"/>
                <a:gd name="T3" fmla="*/ 523 h 1138"/>
                <a:gd name="T4" fmla="*/ 348 w 872"/>
                <a:gd name="T5" fmla="*/ 0 h 1138"/>
                <a:gd name="T6" fmla="*/ 332 w 872"/>
                <a:gd name="T7" fmla="*/ 4 h 1138"/>
                <a:gd name="T8" fmla="*/ 0 w 872"/>
                <a:gd name="T9" fmla="*/ 46 h 1138"/>
                <a:gd name="T10" fmla="*/ 0 w 872"/>
                <a:gd name="T11" fmla="*/ 104 h 1138"/>
                <a:gd name="T12" fmla="*/ 16 w 872"/>
                <a:gd name="T13" fmla="*/ 104 h 1138"/>
                <a:gd name="T14" fmla="*/ 141 w 872"/>
                <a:gd name="T15" fmla="*/ 233 h 1138"/>
                <a:gd name="T16" fmla="*/ 141 w 872"/>
                <a:gd name="T17" fmla="*/ 1137 h 1138"/>
                <a:gd name="T18" fmla="*/ 348 w 872"/>
                <a:gd name="T19" fmla="*/ 1137 h 1138"/>
                <a:gd name="T20" fmla="*/ 348 w 872"/>
                <a:gd name="T21" fmla="*/ 747 h 1138"/>
                <a:gd name="T22" fmla="*/ 547 w 872"/>
                <a:gd name="T23" fmla="*/ 494 h 1138"/>
                <a:gd name="T24" fmla="*/ 663 w 872"/>
                <a:gd name="T25" fmla="*/ 660 h 1138"/>
                <a:gd name="T26" fmla="*/ 663 w 872"/>
                <a:gd name="T27" fmla="*/ 1137 h 1138"/>
                <a:gd name="T28" fmla="*/ 871 w 872"/>
                <a:gd name="T29" fmla="*/ 1137 h 1138"/>
                <a:gd name="T30" fmla="*/ 871 w 872"/>
                <a:gd name="T31" fmla="*/ 635 h 1138"/>
                <a:gd name="T32" fmla="*/ 634 w 872"/>
                <a:gd name="T33" fmla="*/ 357 h 1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872" h="1138">
                  <a:moveTo>
                    <a:pt x="634" y="357"/>
                  </a:moveTo>
                  <a:cubicBezTo>
                    <a:pt x="481" y="357"/>
                    <a:pt x="394" y="452"/>
                    <a:pt x="348" y="523"/>
                  </a:cubicBezTo>
                  <a:cubicBezTo>
                    <a:pt x="348" y="440"/>
                    <a:pt x="348" y="0"/>
                    <a:pt x="348" y="0"/>
                  </a:cubicBezTo>
                  <a:lnTo>
                    <a:pt x="332" y="4"/>
                  </a:lnTo>
                  <a:lnTo>
                    <a:pt x="0" y="46"/>
                  </a:lnTo>
                  <a:lnTo>
                    <a:pt x="0" y="104"/>
                  </a:lnTo>
                  <a:lnTo>
                    <a:pt x="16" y="104"/>
                  </a:lnTo>
                  <a:cubicBezTo>
                    <a:pt x="120" y="108"/>
                    <a:pt x="141" y="133"/>
                    <a:pt x="141" y="233"/>
                  </a:cubicBezTo>
                  <a:lnTo>
                    <a:pt x="141" y="1137"/>
                  </a:lnTo>
                  <a:lnTo>
                    <a:pt x="348" y="1137"/>
                  </a:lnTo>
                  <a:lnTo>
                    <a:pt x="348" y="747"/>
                  </a:lnTo>
                  <a:cubicBezTo>
                    <a:pt x="348" y="606"/>
                    <a:pt x="456" y="494"/>
                    <a:pt x="547" y="494"/>
                  </a:cubicBezTo>
                  <a:cubicBezTo>
                    <a:pt x="663" y="494"/>
                    <a:pt x="663" y="581"/>
                    <a:pt x="663" y="660"/>
                  </a:cubicBezTo>
                  <a:lnTo>
                    <a:pt x="663" y="1137"/>
                  </a:lnTo>
                  <a:lnTo>
                    <a:pt x="871" y="1137"/>
                  </a:lnTo>
                  <a:lnTo>
                    <a:pt x="871" y="635"/>
                  </a:lnTo>
                  <a:cubicBezTo>
                    <a:pt x="871" y="552"/>
                    <a:pt x="871" y="357"/>
                    <a:pt x="634" y="357"/>
                  </a:cubicBez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67" name="Freeform 17">
              <a:extLst>
                <a:ext uri="{FF2B5EF4-FFF2-40B4-BE49-F238E27FC236}">
                  <a16:creationId xmlns:a16="http://schemas.microsoft.com/office/drawing/2014/main" id="{BA916E3D-A1D4-3F47-808F-0C4E18A7828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94350" y="4200525"/>
              <a:ext cx="266700" cy="287338"/>
            </a:xfrm>
            <a:custGeom>
              <a:avLst/>
              <a:gdLst>
                <a:gd name="T0" fmla="*/ 742 w 743"/>
                <a:gd name="T1" fmla="*/ 315 h 797"/>
                <a:gd name="T2" fmla="*/ 394 w 743"/>
                <a:gd name="T3" fmla="*/ 0 h 797"/>
                <a:gd name="T4" fmla="*/ 0 w 743"/>
                <a:gd name="T5" fmla="*/ 373 h 797"/>
                <a:gd name="T6" fmla="*/ 456 w 743"/>
                <a:gd name="T7" fmla="*/ 796 h 797"/>
                <a:gd name="T8" fmla="*/ 713 w 743"/>
                <a:gd name="T9" fmla="*/ 755 h 797"/>
                <a:gd name="T10" fmla="*/ 726 w 743"/>
                <a:gd name="T11" fmla="*/ 751 h 797"/>
                <a:gd name="T12" fmla="*/ 726 w 743"/>
                <a:gd name="T13" fmla="*/ 651 h 797"/>
                <a:gd name="T14" fmla="*/ 705 w 743"/>
                <a:gd name="T15" fmla="*/ 660 h 797"/>
                <a:gd name="T16" fmla="*/ 543 w 743"/>
                <a:gd name="T17" fmla="*/ 684 h 797"/>
                <a:gd name="T18" fmla="*/ 232 w 743"/>
                <a:gd name="T19" fmla="*/ 332 h 797"/>
                <a:gd name="T20" fmla="*/ 742 w 743"/>
                <a:gd name="T21" fmla="*/ 332 h 797"/>
                <a:gd name="T22" fmla="*/ 742 w 743"/>
                <a:gd name="T23" fmla="*/ 315 h 797"/>
                <a:gd name="T24" fmla="*/ 386 w 743"/>
                <a:gd name="T25" fmla="*/ 83 h 797"/>
                <a:gd name="T26" fmla="*/ 531 w 743"/>
                <a:gd name="T27" fmla="*/ 236 h 797"/>
                <a:gd name="T28" fmla="*/ 228 w 743"/>
                <a:gd name="T29" fmla="*/ 236 h 797"/>
                <a:gd name="T30" fmla="*/ 386 w 743"/>
                <a:gd name="T31" fmla="*/ 83 h 7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743" h="797">
                  <a:moveTo>
                    <a:pt x="742" y="315"/>
                  </a:moveTo>
                  <a:cubicBezTo>
                    <a:pt x="742" y="104"/>
                    <a:pt x="626" y="0"/>
                    <a:pt x="394" y="0"/>
                  </a:cubicBezTo>
                  <a:cubicBezTo>
                    <a:pt x="133" y="0"/>
                    <a:pt x="0" y="124"/>
                    <a:pt x="0" y="373"/>
                  </a:cubicBezTo>
                  <a:cubicBezTo>
                    <a:pt x="0" y="639"/>
                    <a:pt x="170" y="796"/>
                    <a:pt x="456" y="796"/>
                  </a:cubicBezTo>
                  <a:cubicBezTo>
                    <a:pt x="581" y="796"/>
                    <a:pt x="676" y="763"/>
                    <a:pt x="713" y="755"/>
                  </a:cubicBezTo>
                  <a:lnTo>
                    <a:pt x="726" y="751"/>
                  </a:lnTo>
                  <a:lnTo>
                    <a:pt x="726" y="651"/>
                  </a:lnTo>
                  <a:lnTo>
                    <a:pt x="705" y="660"/>
                  </a:lnTo>
                  <a:cubicBezTo>
                    <a:pt x="672" y="672"/>
                    <a:pt x="610" y="684"/>
                    <a:pt x="543" y="684"/>
                  </a:cubicBezTo>
                  <a:cubicBezTo>
                    <a:pt x="319" y="684"/>
                    <a:pt x="236" y="498"/>
                    <a:pt x="232" y="332"/>
                  </a:cubicBezTo>
                  <a:cubicBezTo>
                    <a:pt x="261" y="332"/>
                    <a:pt x="742" y="332"/>
                    <a:pt x="742" y="332"/>
                  </a:cubicBezTo>
                  <a:lnTo>
                    <a:pt x="742" y="315"/>
                  </a:lnTo>
                  <a:close/>
                  <a:moveTo>
                    <a:pt x="386" y="83"/>
                  </a:moveTo>
                  <a:cubicBezTo>
                    <a:pt x="498" y="83"/>
                    <a:pt x="527" y="166"/>
                    <a:pt x="531" y="236"/>
                  </a:cubicBezTo>
                  <a:cubicBezTo>
                    <a:pt x="506" y="236"/>
                    <a:pt x="257" y="236"/>
                    <a:pt x="228" y="236"/>
                  </a:cubicBezTo>
                  <a:cubicBezTo>
                    <a:pt x="236" y="183"/>
                    <a:pt x="270" y="83"/>
                    <a:pt x="386" y="83"/>
                  </a:cubicBezTo>
                  <a:close/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69" name="Freeform 18">
              <a:extLst>
                <a:ext uri="{FF2B5EF4-FFF2-40B4-BE49-F238E27FC236}">
                  <a16:creationId xmlns:a16="http://schemas.microsoft.com/office/drawing/2014/main" id="{C45FBA33-2951-3C43-A2E0-2C8BCE6E7A2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64113" y="4121150"/>
              <a:ext cx="212725" cy="366713"/>
            </a:xfrm>
            <a:custGeom>
              <a:avLst/>
              <a:gdLst>
                <a:gd name="T0" fmla="*/ 141 w 589"/>
                <a:gd name="T1" fmla="*/ 237 h 1017"/>
                <a:gd name="T2" fmla="*/ 0 w 589"/>
                <a:gd name="T3" fmla="*/ 237 h 1017"/>
                <a:gd name="T4" fmla="*/ 0 w 589"/>
                <a:gd name="T5" fmla="*/ 328 h 1017"/>
                <a:gd name="T6" fmla="*/ 141 w 589"/>
                <a:gd name="T7" fmla="*/ 328 h 1017"/>
                <a:gd name="T8" fmla="*/ 141 w 589"/>
                <a:gd name="T9" fmla="*/ 797 h 1017"/>
                <a:gd name="T10" fmla="*/ 427 w 589"/>
                <a:gd name="T11" fmla="*/ 1016 h 1017"/>
                <a:gd name="T12" fmla="*/ 551 w 589"/>
                <a:gd name="T13" fmla="*/ 1004 h 1017"/>
                <a:gd name="T14" fmla="*/ 564 w 589"/>
                <a:gd name="T15" fmla="*/ 1004 h 1017"/>
                <a:gd name="T16" fmla="*/ 564 w 589"/>
                <a:gd name="T17" fmla="*/ 909 h 1017"/>
                <a:gd name="T18" fmla="*/ 547 w 589"/>
                <a:gd name="T19" fmla="*/ 913 h 1017"/>
                <a:gd name="T20" fmla="*/ 485 w 589"/>
                <a:gd name="T21" fmla="*/ 917 h 1017"/>
                <a:gd name="T22" fmla="*/ 352 w 589"/>
                <a:gd name="T23" fmla="*/ 772 h 1017"/>
                <a:gd name="T24" fmla="*/ 352 w 589"/>
                <a:gd name="T25" fmla="*/ 328 h 1017"/>
                <a:gd name="T26" fmla="*/ 588 w 589"/>
                <a:gd name="T27" fmla="*/ 328 h 1017"/>
                <a:gd name="T28" fmla="*/ 588 w 589"/>
                <a:gd name="T29" fmla="*/ 237 h 1017"/>
                <a:gd name="T30" fmla="*/ 352 w 589"/>
                <a:gd name="T31" fmla="*/ 237 h 1017"/>
                <a:gd name="T32" fmla="*/ 352 w 589"/>
                <a:gd name="T33" fmla="*/ 0 h 1017"/>
                <a:gd name="T34" fmla="*/ 141 w 589"/>
                <a:gd name="T35" fmla="*/ 0 h 1017"/>
                <a:gd name="T36" fmla="*/ 141 w 589"/>
                <a:gd name="T37" fmla="*/ 237 h 10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89" h="1017">
                  <a:moveTo>
                    <a:pt x="141" y="237"/>
                  </a:moveTo>
                  <a:lnTo>
                    <a:pt x="0" y="237"/>
                  </a:lnTo>
                  <a:lnTo>
                    <a:pt x="0" y="328"/>
                  </a:lnTo>
                  <a:lnTo>
                    <a:pt x="141" y="328"/>
                  </a:lnTo>
                  <a:lnTo>
                    <a:pt x="141" y="797"/>
                  </a:lnTo>
                  <a:cubicBezTo>
                    <a:pt x="141" y="1000"/>
                    <a:pt x="270" y="1016"/>
                    <a:pt x="427" y="1016"/>
                  </a:cubicBezTo>
                  <a:cubicBezTo>
                    <a:pt x="464" y="1016"/>
                    <a:pt x="505" y="1012"/>
                    <a:pt x="551" y="1004"/>
                  </a:cubicBezTo>
                  <a:lnTo>
                    <a:pt x="564" y="1004"/>
                  </a:lnTo>
                  <a:lnTo>
                    <a:pt x="564" y="909"/>
                  </a:lnTo>
                  <a:lnTo>
                    <a:pt x="547" y="913"/>
                  </a:lnTo>
                  <a:cubicBezTo>
                    <a:pt x="530" y="917"/>
                    <a:pt x="510" y="917"/>
                    <a:pt x="485" y="917"/>
                  </a:cubicBezTo>
                  <a:cubicBezTo>
                    <a:pt x="360" y="917"/>
                    <a:pt x="352" y="880"/>
                    <a:pt x="352" y="772"/>
                  </a:cubicBezTo>
                  <a:lnTo>
                    <a:pt x="352" y="328"/>
                  </a:lnTo>
                  <a:lnTo>
                    <a:pt x="588" y="328"/>
                  </a:lnTo>
                  <a:lnTo>
                    <a:pt x="588" y="237"/>
                  </a:lnTo>
                  <a:lnTo>
                    <a:pt x="352" y="237"/>
                  </a:lnTo>
                  <a:lnTo>
                    <a:pt x="352" y="0"/>
                  </a:lnTo>
                  <a:lnTo>
                    <a:pt x="141" y="0"/>
                  </a:lnTo>
                  <a:lnTo>
                    <a:pt x="141" y="237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70" name="Freeform 19">
              <a:extLst>
                <a:ext uri="{FF2B5EF4-FFF2-40B4-BE49-F238E27FC236}">
                  <a16:creationId xmlns:a16="http://schemas.microsoft.com/office/drawing/2014/main" id="{9616ED6B-1B74-0340-B76B-03450FA19D7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49963" y="4087813"/>
              <a:ext cx="450850" cy="395287"/>
            </a:xfrm>
            <a:custGeom>
              <a:avLst/>
              <a:gdLst>
                <a:gd name="T0" fmla="*/ 1245 w 1254"/>
                <a:gd name="T1" fmla="*/ 0 h 1096"/>
                <a:gd name="T2" fmla="*/ 1033 w 1254"/>
                <a:gd name="T3" fmla="*/ 0 h 1096"/>
                <a:gd name="T4" fmla="*/ 1033 w 1254"/>
                <a:gd name="T5" fmla="*/ 829 h 1096"/>
                <a:gd name="T6" fmla="*/ 485 w 1254"/>
                <a:gd name="T7" fmla="*/ 0 h 1096"/>
                <a:gd name="T8" fmla="*/ 0 w 1254"/>
                <a:gd name="T9" fmla="*/ 0 h 1096"/>
                <a:gd name="T10" fmla="*/ 0 w 1254"/>
                <a:gd name="T11" fmla="*/ 62 h 1096"/>
                <a:gd name="T12" fmla="*/ 42 w 1254"/>
                <a:gd name="T13" fmla="*/ 70 h 1096"/>
                <a:gd name="T14" fmla="*/ 178 w 1254"/>
                <a:gd name="T15" fmla="*/ 220 h 1096"/>
                <a:gd name="T16" fmla="*/ 178 w 1254"/>
                <a:gd name="T17" fmla="*/ 1095 h 1096"/>
                <a:gd name="T18" fmla="*/ 403 w 1254"/>
                <a:gd name="T19" fmla="*/ 1095 h 1096"/>
                <a:gd name="T20" fmla="*/ 403 w 1254"/>
                <a:gd name="T21" fmla="*/ 228 h 1096"/>
                <a:gd name="T22" fmla="*/ 975 w 1254"/>
                <a:gd name="T23" fmla="*/ 1095 h 1096"/>
                <a:gd name="T24" fmla="*/ 1253 w 1254"/>
                <a:gd name="T25" fmla="*/ 1095 h 1096"/>
                <a:gd name="T26" fmla="*/ 1253 w 1254"/>
                <a:gd name="T27" fmla="*/ 0 h 1096"/>
                <a:gd name="T28" fmla="*/ 1245 w 1254"/>
                <a:gd name="T29" fmla="*/ 0 h 10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54" h="1096">
                  <a:moveTo>
                    <a:pt x="1245" y="0"/>
                  </a:moveTo>
                  <a:lnTo>
                    <a:pt x="1033" y="0"/>
                  </a:lnTo>
                  <a:cubicBezTo>
                    <a:pt x="1033" y="0"/>
                    <a:pt x="1033" y="751"/>
                    <a:pt x="1033" y="829"/>
                  </a:cubicBezTo>
                  <a:cubicBezTo>
                    <a:pt x="992" y="763"/>
                    <a:pt x="485" y="0"/>
                    <a:pt x="485" y="0"/>
                  </a:cubicBezTo>
                  <a:lnTo>
                    <a:pt x="0" y="0"/>
                  </a:lnTo>
                  <a:lnTo>
                    <a:pt x="0" y="62"/>
                  </a:lnTo>
                  <a:lnTo>
                    <a:pt x="42" y="70"/>
                  </a:lnTo>
                  <a:cubicBezTo>
                    <a:pt x="170" y="91"/>
                    <a:pt x="178" y="95"/>
                    <a:pt x="178" y="220"/>
                  </a:cubicBezTo>
                  <a:lnTo>
                    <a:pt x="178" y="1095"/>
                  </a:lnTo>
                  <a:lnTo>
                    <a:pt x="403" y="1095"/>
                  </a:lnTo>
                  <a:cubicBezTo>
                    <a:pt x="403" y="1095"/>
                    <a:pt x="403" y="307"/>
                    <a:pt x="403" y="228"/>
                  </a:cubicBezTo>
                  <a:cubicBezTo>
                    <a:pt x="448" y="294"/>
                    <a:pt x="975" y="1095"/>
                    <a:pt x="975" y="1095"/>
                  </a:cubicBezTo>
                  <a:lnTo>
                    <a:pt x="1253" y="1095"/>
                  </a:lnTo>
                  <a:lnTo>
                    <a:pt x="1253" y="0"/>
                  </a:lnTo>
                  <a:lnTo>
                    <a:pt x="1245" y="0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71" name="Freeform 20">
              <a:extLst>
                <a:ext uri="{FF2B5EF4-FFF2-40B4-BE49-F238E27FC236}">
                  <a16:creationId xmlns:a16="http://schemas.microsoft.com/office/drawing/2014/main" id="{98DC9A5D-8CE9-6840-AAEB-59E56BB7434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73838" y="4200525"/>
              <a:ext cx="266700" cy="287338"/>
            </a:xfrm>
            <a:custGeom>
              <a:avLst/>
              <a:gdLst>
                <a:gd name="T0" fmla="*/ 390 w 740"/>
                <a:gd name="T1" fmla="*/ 0 h 797"/>
                <a:gd name="T2" fmla="*/ 0 w 740"/>
                <a:gd name="T3" fmla="*/ 373 h 797"/>
                <a:gd name="T4" fmla="*/ 456 w 740"/>
                <a:gd name="T5" fmla="*/ 796 h 797"/>
                <a:gd name="T6" fmla="*/ 714 w 740"/>
                <a:gd name="T7" fmla="*/ 755 h 797"/>
                <a:gd name="T8" fmla="*/ 726 w 740"/>
                <a:gd name="T9" fmla="*/ 751 h 797"/>
                <a:gd name="T10" fmla="*/ 726 w 740"/>
                <a:gd name="T11" fmla="*/ 651 h 797"/>
                <a:gd name="T12" fmla="*/ 705 w 740"/>
                <a:gd name="T13" fmla="*/ 660 h 797"/>
                <a:gd name="T14" fmla="*/ 539 w 740"/>
                <a:gd name="T15" fmla="*/ 684 h 797"/>
                <a:gd name="T16" fmla="*/ 228 w 740"/>
                <a:gd name="T17" fmla="*/ 332 h 797"/>
                <a:gd name="T18" fmla="*/ 739 w 740"/>
                <a:gd name="T19" fmla="*/ 332 h 797"/>
                <a:gd name="T20" fmla="*/ 739 w 740"/>
                <a:gd name="T21" fmla="*/ 315 h 797"/>
                <a:gd name="T22" fmla="*/ 390 w 740"/>
                <a:gd name="T23" fmla="*/ 0 h 797"/>
                <a:gd name="T24" fmla="*/ 386 w 740"/>
                <a:gd name="T25" fmla="*/ 83 h 797"/>
                <a:gd name="T26" fmla="*/ 531 w 740"/>
                <a:gd name="T27" fmla="*/ 236 h 797"/>
                <a:gd name="T28" fmla="*/ 228 w 740"/>
                <a:gd name="T29" fmla="*/ 236 h 797"/>
                <a:gd name="T30" fmla="*/ 386 w 740"/>
                <a:gd name="T31" fmla="*/ 83 h 7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740" h="797">
                  <a:moveTo>
                    <a:pt x="390" y="0"/>
                  </a:moveTo>
                  <a:cubicBezTo>
                    <a:pt x="129" y="0"/>
                    <a:pt x="0" y="124"/>
                    <a:pt x="0" y="373"/>
                  </a:cubicBezTo>
                  <a:cubicBezTo>
                    <a:pt x="0" y="639"/>
                    <a:pt x="170" y="796"/>
                    <a:pt x="456" y="796"/>
                  </a:cubicBezTo>
                  <a:cubicBezTo>
                    <a:pt x="581" y="796"/>
                    <a:pt x="676" y="767"/>
                    <a:pt x="714" y="755"/>
                  </a:cubicBezTo>
                  <a:lnTo>
                    <a:pt x="726" y="751"/>
                  </a:lnTo>
                  <a:lnTo>
                    <a:pt x="726" y="651"/>
                  </a:lnTo>
                  <a:lnTo>
                    <a:pt x="705" y="660"/>
                  </a:lnTo>
                  <a:cubicBezTo>
                    <a:pt x="672" y="672"/>
                    <a:pt x="610" y="684"/>
                    <a:pt x="539" y="684"/>
                  </a:cubicBezTo>
                  <a:cubicBezTo>
                    <a:pt x="315" y="684"/>
                    <a:pt x="232" y="498"/>
                    <a:pt x="228" y="332"/>
                  </a:cubicBezTo>
                  <a:lnTo>
                    <a:pt x="739" y="332"/>
                  </a:lnTo>
                  <a:lnTo>
                    <a:pt x="739" y="315"/>
                  </a:lnTo>
                  <a:cubicBezTo>
                    <a:pt x="739" y="104"/>
                    <a:pt x="622" y="0"/>
                    <a:pt x="390" y="0"/>
                  </a:cubicBezTo>
                  <a:close/>
                  <a:moveTo>
                    <a:pt x="386" y="83"/>
                  </a:moveTo>
                  <a:cubicBezTo>
                    <a:pt x="498" y="83"/>
                    <a:pt x="527" y="162"/>
                    <a:pt x="531" y="236"/>
                  </a:cubicBezTo>
                  <a:lnTo>
                    <a:pt x="228" y="236"/>
                  </a:lnTo>
                  <a:cubicBezTo>
                    <a:pt x="232" y="187"/>
                    <a:pt x="270" y="83"/>
                    <a:pt x="386" y="83"/>
                  </a:cubicBezTo>
                  <a:close/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72" name="Freeform 21">
              <a:extLst>
                <a:ext uri="{FF2B5EF4-FFF2-40B4-BE49-F238E27FC236}">
                  <a16:creationId xmlns:a16="http://schemas.microsoft.com/office/drawing/2014/main" id="{0DEAC24B-96CC-524C-8682-2EDB76E257E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204075" y="4121150"/>
              <a:ext cx="212725" cy="366713"/>
            </a:xfrm>
            <a:custGeom>
              <a:avLst/>
              <a:gdLst>
                <a:gd name="T0" fmla="*/ 141 w 590"/>
                <a:gd name="T1" fmla="*/ 237 h 1017"/>
                <a:gd name="T2" fmla="*/ 0 w 590"/>
                <a:gd name="T3" fmla="*/ 237 h 1017"/>
                <a:gd name="T4" fmla="*/ 0 w 590"/>
                <a:gd name="T5" fmla="*/ 328 h 1017"/>
                <a:gd name="T6" fmla="*/ 141 w 590"/>
                <a:gd name="T7" fmla="*/ 328 h 1017"/>
                <a:gd name="T8" fmla="*/ 141 w 590"/>
                <a:gd name="T9" fmla="*/ 797 h 1017"/>
                <a:gd name="T10" fmla="*/ 427 w 590"/>
                <a:gd name="T11" fmla="*/ 1016 h 1017"/>
                <a:gd name="T12" fmla="*/ 551 w 590"/>
                <a:gd name="T13" fmla="*/ 1004 h 1017"/>
                <a:gd name="T14" fmla="*/ 564 w 590"/>
                <a:gd name="T15" fmla="*/ 1004 h 1017"/>
                <a:gd name="T16" fmla="*/ 564 w 590"/>
                <a:gd name="T17" fmla="*/ 909 h 1017"/>
                <a:gd name="T18" fmla="*/ 547 w 590"/>
                <a:gd name="T19" fmla="*/ 913 h 1017"/>
                <a:gd name="T20" fmla="*/ 485 w 590"/>
                <a:gd name="T21" fmla="*/ 917 h 1017"/>
                <a:gd name="T22" fmla="*/ 352 w 590"/>
                <a:gd name="T23" fmla="*/ 772 h 1017"/>
                <a:gd name="T24" fmla="*/ 352 w 590"/>
                <a:gd name="T25" fmla="*/ 328 h 1017"/>
                <a:gd name="T26" fmla="*/ 589 w 590"/>
                <a:gd name="T27" fmla="*/ 328 h 1017"/>
                <a:gd name="T28" fmla="*/ 589 w 590"/>
                <a:gd name="T29" fmla="*/ 237 h 1017"/>
                <a:gd name="T30" fmla="*/ 352 w 590"/>
                <a:gd name="T31" fmla="*/ 237 h 1017"/>
                <a:gd name="T32" fmla="*/ 352 w 590"/>
                <a:gd name="T33" fmla="*/ 0 h 1017"/>
                <a:gd name="T34" fmla="*/ 141 w 590"/>
                <a:gd name="T35" fmla="*/ 0 h 1017"/>
                <a:gd name="T36" fmla="*/ 141 w 590"/>
                <a:gd name="T37" fmla="*/ 237 h 10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90" h="1017">
                  <a:moveTo>
                    <a:pt x="141" y="237"/>
                  </a:moveTo>
                  <a:lnTo>
                    <a:pt x="0" y="237"/>
                  </a:lnTo>
                  <a:lnTo>
                    <a:pt x="0" y="328"/>
                  </a:lnTo>
                  <a:lnTo>
                    <a:pt x="141" y="328"/>
                  </a:lnTo>
                  <a:lnTo>
                    <a:pt x="141" y="797"/>
                  </a:lnTo>
                  <a:cubicBezTo>
                    <a:pt x="141" y="1000"/>
                    <a:pt x="269" y="1016"/>
                    <a:pt x="427" y="1016"/>
                  </a:cubicBezTo>
                  <a:cubicBezTo>
                    <a:pt x="464" y="1016"/>
                    <a:pt x="506" y="1012"/>
                    <a:pt x="551" y="1004"/>
                  </a:cubicBezTo>
                  <a:lnTo>
                    <a:pt x="564" y="1004"/>
                  </a:lnTo>
                  <a:lnTo>
                    <a:pt x="564" y="909"/>
                  </a:lnTo>
                  <a:lnTo>
                    <a:pt x="547" y="913"/>
                  </a:lnTo>
                  <a:cubicBezTo>
                    <a:pt x="531" y="917"/>
                    <a:pt x="510" y="917"/>
                    <a:pt x="485" y="917"/>
                  </a:cubicBezTo>
                  <a:cubicBezTo>
                    <a:pt x="361" y="917"/>
                    <a:pt x="352" y="880"/>
                    <a:pt x="352" y="772"/>
                  </a:cubicBezTo>
                  <a:lnTo>
                    <a:pt x="352" y="328"/>
                  </a:lnTo>
                  <a:lnTo>
                    <a:pt x="589" y="328"/>
                  </a:lnTo>
                  <a:lnTo>
                    <a:pt x="589" y="237"/>
                  </a:lnTo>
                  <a:lnTo>
                    <a:pt x="352" y="237"/>
                  </a:lnTo>
                  <a:lnTo>
                    <a:pt x="352" y="0"/>
                  </a:lnTo>
                  <a:lnTo>
                    <a:pt x="141" y="0"/>
                  </a:lnTo>
                  <a:lnTo>
                    <a:pt x="141" y="237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73" name="Freeform 22">
              <a:extLst>
                <a:ext uri="{FF2B5EF4-FFF2-40B4-BE49-F238E27FC236}">
                  <a16:creationId xmlns:a16="http://schemas.microsoft.com/office/drawing/2014/main" id="{DC804C52-4539-3946-9355-F43A6CF972C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50063" y="4206875"/>
              <a:ext cx="331787" cy="274638"/>
            </a:xfrm>
            <a:custGeom>
              <a:avLst/>
              <a:gdLst>
                <a:gd name="T0" fmla="*/ 705 w 921"/>
                <a:gd name="T1" fmla="*/ 248 h 764"/>
                <a:gd name="T2" fmla="*/ 920 w 921"/>
                <a:gd name="T3" fmla="*/ 0 h 764"/>
                <a:gd name="T4" fmla="*/ 701 w 921"/>
                <a:gd name="T5" fmla="*/ 0 h 764"/>
                <a:gd name="T6" fmla="*/ 497 w 921"/>
                <a:gd name="T7" fmla="*/ 236 h 764"/>
                <a:gd name="T8" fmla="*/ 319 w 921"/>
                <a:gd name="T9" fmla="*/ 0 h 764"/>
                <a:gd name="T10" fmla="*/ 0 w 921"/>
                <a:gd name="T11" fmla="*/ 0 h 764"/>
                <a:gd name="T12" fmla="*/ 0 w 921"/>
                <a:gd name="T13" fmla="*/ 62 h 764"/>
                <a:gd name="T14" fmla="*/ 12 w 921"/>
                <a:gd name="T15" fmla="*/ 62 h 764"/>
                <a:gd name="T16" fmla="*/ 211 w 921"/>
                <a:gd name="T17" fmla="*/ 178 h 764"/>
                <a:gd name="T18" fmla="*/ 344 w 921"/>
                <a:gd name="T19" fmla="*/ 352 h 764"/>
                <a:gd name="T20" fmla="*/ 128 w 921"/>
                <a:gd name="T21" fmla="*/ 601 h 764"/>
                <a:gd name="T22" fmla="*/ 348 w 921"/>
                <a:gd name="T23" fmla="*/ 601 h 764"/>
                <a:gd name="T24" fmla="*/ 443 w 921"/>
                <a:gd name="T25" fmla="*/ 489 h 764"/>
                <a:gd name="T26" fmla="*/ 651 w 921"/>
                <a:gd name="T27" fmla="*/ 763 h 764"/>
                <a:gd name="T28" fmla="*/ 900 w 921"/>
                <a:gd name="T29" fmla="*/ 763 h 764"/>
                <a:gd name="T30" fmla="*/ 506 w 921"/>
                <a:gd name="T31" fmla="*/ 248 h 764"/>
                <a:gd name="T32" fmla="*/ 705 w 921"/>
                <a:gd name="T33" fmla="*/ 248 h 76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921" h="764">
                  <a:moveTo>
                    <a:pt x="705" y="248"/>
                  </a:moveTo>
                  <a:lnTo>
                    <a:pt x="920" y="0"/>
                  </a:lnTo>
                  <a:lnTo>
                    <a:pt x="701" y="0"/>
                  </a:lnTo>
                  <a:lnTo>
                    <a:pt x="497" y="236"/>
                  </a:lnTo>
                  <a:lnTo>
                    <a:pt x="319" y="0"/>
                  </a:lnTo>
                  <a:lnTo>
                    <a:pt x="0" y="0"/>
                  </a:lnTo>
                  <a:lnTo>
                    <a:pt x="0" y="62"/>
                  </a:lnTo>
                  <a:lnTo>
                    <a:pt x="12" y="62"/>
                  </a:lnTo>
                  <a:cubicBezTo>
                    <a:pt x="120" y="70"/>
                    <a:pt x="145" y="87"/>
                    <a:pt x="211" y="178"/>
                  </a:cubicBezTo>
                  <a:lnTo>
                    <a:pt x="344" y="352"/>
                  </a:lnTo>
                  <a:lnTo>
                    <a:pt x="128" y="601"/>
                  </a:lnTo>
                  <a:lnTo>
                    <a:pt x="348" y="601"/>
                  </a:lnTo>
                  <a:lnTo>
                    <a:pt x="443" y="489"/>
                  </a:lnTo>
                  <a:lnTo>
                    <a:pt x="651" y="763"/>
                  </a:lnTo>
                  <a:lnTo>
                    <a:pt x="900" y="763"/>
                  </a:lnTo>
                  <a:lnTo>
                    <a:pt x="506" y="248"/>
                  </a:lnTo>
                  <a:lnTo>
                    <a:pt x="705" y="248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79" name="Freeform 23">
              <a:extLst>
                <a:ext uri="{FF2B5EF4-FFF2-40B4-BE49-F238E27FC236}">
                  <a16:creationId xmlns:a16="http://schemas.microsoft.com/office/drawing/2014/main" id="{0F13D113-396D-BB43-8E31-86BCB4A978B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5500" y="4010025"/>
              <a:ext cx="176213" cy="111125"/>
            </a:xfrm>
            <a:custGeom>
              <a:avLst/>
              <a:gdLst>
                <a:gd name="T0" fmla="*/ 224 w 490"/>
                <a:gd name="T1" fmla="*/ 307 h 308"/>
                <a:gd name="T2" fmla="*/ 0 w 490"/>
                <a:gd name="T3" fmla="*/ 307 h 308"/>
                <a:gd name="T4" fmla="*/ 269 w 490"/>
                <a:gd name="T5" fmla="*/ 0 h 308"/>
                <a:gd name="T6" fmla="*/ 489 w 490"/>
                <a:gd name="T7" fmla="*/ 0 h 308"/>
                <a:gd name="T8" fmla="*/ 224 w 490"/>
                <a:gd name="T9" fmla="*/ 307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90" h="308">
                  <a:moveTo>
                    <a:pt x="224" y="307"/>
                  </a:moveTo>
                  <a:lnTo>
                    <a:pt x="0" y="307"/>
                  </a:lnTo>
                  <a:lnTo>
                    <a:pt x="269" y="0"/>
                  </a:lnTo>
                  <a:lnTo>
                    <a:pt x="489" y="0"/>
                  </a:lnTo>
                  <a:lnTo>
                    <a:pt x="224" y="307"/>
                  </a:lnTo>
                </a:path>
              </a:pathLst>
            </a:custGeom>
            <a:solidFill>
              <a:schemeClr val="accent2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</p:grpSp>
      <p:pic>
        <p:nvPicPr>
          <p:cNvPr id="37" name="Hitachi logo red">
            <a:extLst>
              <a:ext uri="{FF2B5EF4-FFF2-40B4-BE49-F238E27FC236}">
                <a16:creationId xmlns:a16="http://schemas.microsoft.com/office/drawing/2014/main" id="{7F55A050-9D2C-4043-AB68-E47BF02C6DE6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24533" y="0"/>
            <a:ext cx="2167467" cy="1083733"/>
          </a:xfrm>
          <a:prstGeom prst="rect">
            <a:avLst/>
          </a:prstGeom>
        </p:spPr>
      </p:pic>
      <p:sp>
        <p:nvSpPr>
          <p:cNvPr id="41" name="Subtitle 2">
            <a:extLst>
              <a:ext uri="{FF2B5EF4-FFF2-40B4-BE49-F238E27FC236}">
                <a16:creationId xmlns:a16="http://schemas.microsoft.com/office/drawing/2014/main" id="{6A8C2530-F64B-1642-AC15-2F5CB19455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08465" y="3737490"/>
            <a:ext cx="5715233" cy="410369"/>
          </a:xfrm>
          <a:prstGeom prst="rect">
            <a:avLst/>
          </a:prstGeom>
          <a:effectLst/>
        </p:spPr>
        <p:txBody>
          <a:bodyPr/>
          <a:lstStyle>
            <a:lvl1pPr marL="0" marR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Wingdings" charset="2"/>
              <a:buNone/>
              <a:tabLst/>
              <a:defRPr sz="2667" b="0" i="0" cap="none" baseline="0">
                <a:solidFill>
                  <a:schemeClr val="bg1"/>
                </a:solidFill>
                <a:latin typeface="Neue Haas Grotesk Text Pro" panose="020B0504020202020204" pitchFamily="34" charset="77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Subtitle placeholder 20pt Regular</a:t>
            </a:r>
          </a:p>
        </p:txBody>
      </p:sp>
      <p:sp>
        <p:nvSpPr>
          <p:cNvPr id="42" name="Title 1">
            <a:extLst>
              <a:ext uri="{FF2B5EF4-FFF2-40B4-BE49-F238E27FC236}">
                <a16:creationId xmlns:a16="http://schemas.microsoft.com/office/drawing/2014/main" id="{E86FD07E-5AF0-7541-81B3-7D9F00C177C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08465" y="967698"/>
            <a:ext cx="6864479" cy="2761725"/>
          </a:xfrm>
          <a:prstGeom prst="rect">
            <a:avLst/>
          </a:prstGeom>
          <a:effectLst/>
        </p:spPr>
        <p:txBody>
          <a:bodyPr lIns="0" rIns="0" anchor="b" anchorCtr="0">
            <a:noAutofit/>
          </a:bodyPr>
          <a:lstStyle>
            <a:lvl1pPr>
              <a:lnSpc>
                <a:spcPct val="90000"/>
              </a:lnSpc>
              <a:defRPr sz="5333" b="1" i="0" cap="none" baseline="0">
                <a:solidFill>
                  <a:schemeClr val="bg1"/>
                </a:solidFill>
                <a:latin typeface="Neue Haas Grotesk Text Pro" panose="020B0504020202020204" pitchFamily="34" charset="77"/>
              </a:defRPr>
            </a:lvl1pPr>
          </a:lstStyle>
          <a:p>
            <a:r>
              <a:rPr lang="en-US"/>
              <a:t>Section Title Slide Placeholder </a:t>
            </a:r>
          </a:p>
        </p:txBody>
      </p:sp>
      <p:sp>
        <p:nvSpPr>
          <p:cNvPr id="45" name="Text Placeholder 6">
            <a:extLst>
              <a:ext uri="{FF2B5EF4-FFF2-40B4-BE49-F238E27FC236}">
                <a16:creationId xmlns:a16="http://schemas.microsoft.com/office/drawing/2014/main" id="{61C5F958-8577-EB43-AE33-FB8E0A2ECA8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08465" y="5207079"/>
            <a:ext cx="4725881" cy="287259"/>
          </a:xfrm>
        </p:spPr>
        <p:txBody>
          <a:bodyPr anchor="t"/>
          <a:lstStyle>
            <a:lvl1pPr marL="0" indent="0">
              <a:spcBef>
                <a:spcPts val="0"/>
              </a:spcBef>
              <a:spcAft>
                <a:spcPts val="400"/>
              </a:spcAft>
              <a:buNone/>
              <a:defRPr sz="1867" b="1" baseline="0">
                <a:solidFill>
                  <a:schemeClr val="bg1"/>
                </a:solidFill>
              </a:defRPr>
            </a:lvl1pPr>
            <a:lvl2pPr marL="374640" indent="0">
              <a:buNone/>
              <a:defRPr/>
            </a:lvl2pPr>
            <a:lvl3pPr marL="766214" indent="0">
              <a:buNone/>
              <a:defRPr/>
            </a:lvl3pPr>
            <a:lvl4pPr marL="1140855" indent="0">
              <a:buNone/>
              <a:defRPr/>
            </a:lvl4pPr>
            <a:lvl5pPr marL="1454114" indent="0">
              <a:buNone/>
              <a:defRPr/>
            </a:lvl5pPr>
          </a:lstStyle>
          <a:p>
            <a:pPr lvl="0"/>
            <a:r>
              <a:rPr lang="en-US"/>
              <a:t>Optional Subtitle here 14pt Bold</a:t>
            </a:r>
          </a:p>
        </p:txBody>
      </p:sp>
      <p:sp>
        <p:nvSpPr>
          <p:cNvPr id="68" name="Text Placeholder 8">
            <a:extLst>
              <a:ext uri="{FF2B5EF4-FFF2-40B4-BE49-F238E27FC236}">
                <a16:creationId xmlns:a16="http://schemas.microsoft.com/office/drawing/2014/main" id="{53CE189D-850F-8E45-8E66-7E3614FEA1B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08465" y="5512868"/>
            <a:ext cx="4725881" cy="246221"/>
          </a:xfrm>
        </p:spPr>
        <p:txBody>
          <a:bodyPr anchor="t"/>
          <a:lstStyle>
            <a:lvl1pPr marL="0" indent="0">
              <a:spcBef>
                <a:spcPts val="0"/>
              </a:spcBef>
              <a:spcAft>
                <a:spcPts val="400"/>
              </a:spcAft>
              <a:buNone/>
              <a:defRPr sz="1600">
                <a:solidFill>
                  <a:schemeClr val="bg1"/>
                </a:solidFill>
              </a:defRPr>
            </a:lvl1pPr>
            <a:lvl2pPr marL="374640" indent="0">
              <a:buNone/>
              <a:defRPr/>
            </a:lvl2pPr>
            <a:lvl3pPr marL="766214" indent="0">
              <a:buNone/>
              <a:defRPr/>
            </a:lvl3pPr>
            <a:lvl4pPr marL="1140855" indent="0">
              <a:buNone/>
              <a:defRPr/>
            </a:lvl4pPr>
            <a:lvl5pPr marL="1454114" indent="0">
              <a:buNone/>
              <a:defRPr/>
            </a:lvl5pPr>
          </a:lstStyle>
          <a:p>
            <a:pPr lvl="0"/>
            <a:r>
              <a:rPr lang="en-US"/>
              <a:t>Optional text here 12pt Regular</a:t>
            </a:r>
          </a:p>
        </p:txBody>
      </p:sp>
    </p:spTree>
    <p:extLst>
      <p:ext uri="{BB962C8B-B14F-4D97-AF65-F5344CB8AC3E}">
        <p14:creationId xmlns:p14="http://schemas.microsoft.com/office/powerpoint/2010/main" val="31873513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E4A1A2BD-6A74-7546-8B2E-B54449241751}"/>
              </a:ext>
            </a:extLst>
          </p:cNvPr>
          <p:cNvSpPr/>
          <p:nvPr userDrawn="1"/>
        </p:nvSpPr>
        <p:spPr>
          <a:xfrm>
            <a:off x="0" y="0"/>
            <a:ext cx="12204192" cy="6876288"/>
          </a:xfrm>
          <a:prstGeom prst="rect">
            <a:avLst/>
          </a:prstGeom>
          <a:solidFill>
            <a:srgbClr val="B4B4B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b="0" i="0">
              <a:latin typeface="Neue Haas Grotesk Text Pro" panose="020B0504020202020204" pitchFamily="34" charset="77"/>
            </a:endParaRPr>
          </a:p>
        </p:txBody>
      </p:sp>
      <p:pic>
        <p:nvPicPr>
          <p:cNvPr id="4" name="Picture 3" descr="A person looking at a computer screen&#10;&#10;Description automatically generated with medium confidence">
            <a:extLst>
              <a:ext uri="{FF2B5EF4-FFF2-40B4-BE49-F238E27FC236}">
                <a16:creationId xmlns:a16="http://schemas.microsoft.com/office/drawing/2014/main" id="{B3E40909-A3FB-0A4B-8E30-D88ABD03ECC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938733" y="0"/>
            <a:ext cx="4253268" cy="6876288"/>
          </a:xfrm>
          <a:prstGeom prst="rect">
            <a:avLst/>
          </a:prstGeom>
        </p:spPr>
      </p:pic>
      <p:sp>
        <p:nvSpPr>
          <p:cNvPr id="99" name="Rectangle 98">
            <a:extLst>
              <a:ext uri="{FF2B5EF4-FFF2-40B4-BE49-F238E27FC236}">
                <a16:creationId xmlns:a16="http://schemas.microsoft.com/office/drawing/2014/main" id="{98204697-BC57-1745-9B9F-737893867867}"/>
              </a:ext>
            </a:extLst>
          </p:cNvPr>
          <p:cNvSpPr/>
          <p:nvPr userDrawn="1"/>
        </p:nvSpPr>
        <p:spPr>
          <a:xfrm>
            <a:off x="7938733" y="0"/>
            <a:ext cx="4253268" cy="5918200"/>
          </a:xfrm>
          <a:prstGeom prst="rect">
            <a:avLst/>
          </a:prstGeom>
          <a:gradFill flip="none" rotWithShape="1">
            <a:gsLst>
              <a:gs pos="71000">
                <a:schemeClr val="tx2">
                  <a:alpha val="0"/>
                </a:schemeClr>
              </a:gs>
              <a:gs pos="100000">
                <a:schemeClr val="tx2">
                  <a:alpha val="65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b="0" i="0">
              <a:latin typeface="Neue Haas Grotesk Text Pro" panose="020B0504020202020204" pitchFamily="34" charset="7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F6F85EA-1CAA-F34C-8631-AB308554EFA3}"/>
              </a:ext>
            </a:extLst>
          </p:cNvPr>
          <p:cNvSpPr txBox="1"/>
          <p:nvPr userDrawn="1"/>
        </p:nvSpPr>
        <p:spPr>
          <a:xfrm>
            <a:off x="2148" y="6553934"/>
            <a:ext cx="356188" cy="256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111F478C-84AE-4601-9BE4-60468A3A6C06}" type="slidenum">
              <a:rPr lang="en-US" sz="1067" b="0" i="0" smtClean="0">
                <a:solidFill>
                  <a:prstClr val="white">
                    <a:alpha val="50000"/>
                  </a:prstClr>
                </a:solidFill>
                <a:latin typeface="Neue Haas Grotesk Text Pro" panose="020B0504020202020204" pitchFamily="34" charset="77"/>
              </a:rPr>
              <a:pPr/>
              <a:t>‹#›</a:t>
            </a:fld>
            <a:endParaRPr lang="en-US" sz="1067" b="0" i="0">
              <a:solidFill>
                <a:prstClr val="white">
                  <a:alpha val="50000"/>
                </a:prstClr>
              </a:solidFill>
              <a:latin typeface="Neue Haas Grotesk Text Pro" panose="020B0504020202020204" pitchFamily="34" charset="77"/>
            </a:endParaRPr>
          </a:p>
        </p:txBody>
      </p:sp>
      <p:grpSp>
        <p:nvGrpSpPr>
          <p:cNvPr id="69" name="Hitachi CS Logo">
            <a:extLst>
              <a:ext uri="{FF2B5EF4-FFF2-40B4-BE49-F238E27FC236}">
                <a16:creationId xmlns:a16="http://schemas.microsoft.com/office/drawing/2014/main" id="{5EF654B2-8BB8-4F2C-A40F-F88E89DFF6C4}"/>
              </a:ext>
            </a:extLst>
          </p:cNvPr>
          <p:cNvGrpSpPr/>
          <p:nvPr userDrawn="1"/>
        </p:nvGrpSpPr>
        <p:grpSpPr>
          <a:xfrm>
            <a:off x="10246555" y="301096"/>
            <a:ext cx="1663868" cy="475553"/>
            <a:chOff x="2751138" y="3262313"/>
            <a:chExt cx="4665662" cy="1333500"/>
          </a:xfrm>
          <a:solidFill>
            <a:schemeClr val="bg1"/>
          </a:solidFill>
        </p:grpSpPr>
        <p:sp>
          <p:nvSpPr>
            <p:cNvPr id="70" name="Freeform 1">
              <a:extLst>
                <a:ext uri="{FF2B5EF4-FFF2-40B4-BE49-F238E27FC236}">
                  <a16:creationId xmlns:a16="http://schemas.microsoft.com/office/drawing/2014/main" id="{E6045AEC-14D3-4D48-B21D-CCBB39C9EE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80138" y="3275013"/>
              <a:ext cx="673100" cy="631825"/>
            </a:xfrm>
            <a:custGeom>
              <a:avLst/>
              <a:gdLst>
                <a:gd name="T0" fmla="*/ 465 w 1868"/>
                <a:gd name="T1" fmla="*/ 0 h 1755"/>
                <a:gd name="T2" fmla="*/ 465 w 1868"/>
                <a:gd name="T3" fmla="*/ 700 h 1755"/>
                <a:gd name="T4" fmla="*/ 1402 w 1868"/>
                <a:gd name="T5" fmla="*/ 700 h 1755"/>
                <a:gd name="T6" fmla="*/ 1402 w 1868"/>
                <a:gd name="T7" fmla="*/ 0 h 1755"/>
                <a:gd name="T8" fmla="*/ 1867 w 1868"/>
                <a:gd name="T9" fmla="*/ 0 h 1755"/>
                <a:gd name="T10" fmla="*/ 1867 w 1868"/>
                <a:gd name="T11" fmla="*/ 1754 h 1755"/>
                <a:gd name="T12" fmla="*/ 1402 w 1868"/>
                <a:gd name="T13" fmla="*/ 1754 h 1755"/>
                <a:gd name="T14" fmla="*/ 1402 w 1868"/>
                <a:gd name="T15" fmla="*/ 983 h 1755"/>
                <a:gd name="T16" fmla="*/ 465 w 1868"/>
                <a:gd name="T17" fmla="*/ 983 h 1755"/>
                <a:gd name="T18" fmla="*/ 465 w 1868"/>
                <a:gd name="T19" fmla="*/ 1754 h 1755"/>
                <a:gd name="T20" fmla="*/ 0 w 1868"/>
                <a:gd name="T21" fmla="*/ 1754 h 1755"/>
                <a:gd name="T22" fmla="*/ 0 w 1868"/>
                <a:gd name="T23" fmla="*/ 0 h 1755"/>
                <a:gd name="T24" fmla="*/ 465 w 1868"/>
                <a:gd name="T25" fmla="*/ 0 h 1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868" h="1755">
                  <a:moveTo>
                    <a:pt x="465" y="0"/>
                  </a:moveTo>
                  <a:cubicBezTo>
                    <a:pt x="465" y="0"/>
                    <a:pt x="465" y="705"/>
                    <a:pt x="465" y="700"/>
                  </a:cubicBezTo>
                  <a:lnTo>
                    <a:pt x="1402" y="700"/>
                  </a:lnTo>
                  <a:cubicBezTo>
                    <a:pt x="1402" y="705"/>
                    <a:pt x="1402" y="0"/>
                    <a:pt x="1402" y="0"/>
                  </a:cubicBezTo>
                  <a:cubicBezTo>
                    <a:pt x="1402" y="0"/>
                    <a:pt x="1863" y="0"/>
                    <a:pt x="1867" y="0"/>
                  </a:cubicBezTo>
                  <a:cubicBezTo>
                    <a:pt x="1867" y="0"/>
                    <a:pt x="1867" y="1750"/>
                    <a:pt x="1867" y="1754"/>
                  </a:cubicBezTo>
                  <a:lnTo>
                    <a:pt x="1402" y="1754"/>
                  </a:lnTo>
                  <a:cubicBezTo>
                    <a:pt x="1402" y="1754"/>
                    <a:pt x="1402" y="987"/>
                    <a:pt x="1402" y="983"/>
                  </a:cubicBezTo>
                  <a:cubicBezTo>
                    <a:pt x="1402" y="987"/>
                    <a:pt x="465" y="983"/>
                    <a:pt x="465" y="983"/>
                  </a:cubicBezTo>
                  <a:cubicBezTo>
                    <a:pt x="465" y="987"/>
                    <a:pt x="465" y="1754"/>
                    <a:pt x="465" y="1754"/>
                  </a:cubicBezTo>
                  <a:lnTo>
                    <a:pt x="0" y="1754"/>
                  </a:lnTo>
                  <a:cubicBezTo>
                    <a:pt x="0" y="1754"/>
                    <a:pt x="4" y="0"/>
                    <a:pt x="0" y="0"/>
                  </a:cubicBezTo>
                  <a:lnTo>
                    <a:pt x="465" y="0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71" name="Freeform 2">
              <a:extLst>
                <a:ext uri="{FF2B5EF4-FFF2-40B4-BE49-F238E27FC236}">
                  <a16:creationId xmlns:a16="http://schemas.microsoft.com/office/drawing/2014/main" id="{58DA6A83-3CD8-4867-A7C7-8D9749F826D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83050" y="3275013"/>
              <a:ext cx="677863" cy="631825"/>
            </a:xfrm>
            <a:custGeom>
              <a:avLst/>
              <a:gdLst>
                <a:gd name="T0" fmla="*/ 1883 w 1884"/>
                <a:gd name="T1" fmla="*/ 0 h 1755"/>
                <a:gd name="T2" fmla="*/ 1883 w 1884"/>
                <a:gd name="T3" fmla="*/ 298 h 1755"/>
                <a:gd name="T4" fmla="*/ 1174 w 1884"/>
                <a:gd name="T5" fmla="*/ 298 h 1755"/>
                <a:gd name="T6" fmla="*/ 1174 w 1884"/>
                <a:gd name="T7" fmla="*/ 1754 h 1755"/>
                <a:gd name="T8" fmla="*/ 709 w 1884"/>
                <a:gd name="T9" fmla="*/ 1754 h 1755"/>
                <a:gd name="T10" fmla="*/ 709 w 1884"/>
                <a:gd name="T11" fmla="*/ 298 h 1755"/>
                <a:gd name="T12" fmla="*/ 0 w 1884"/>
                <a:gd name="T13" fmla="*/ 298 h 1755"/>
                <a:gd name="T14" fmla="*/ 0 w 1884"/>
                <a:gd name="T15" fmla="*/ 0 h 1755"/>
                <a:gd name="T16" fmla="*/ 1883 w 1884"/>
                <a:gd name="T17" fmla="*/ 0 h 1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884" h="1755">
                  <a:moveTo>
                    <a:pt x="1883" y="0"/>
                  </a:moveTo>
                  <a:cubicBezTo>
                    <a:pt x="1883" y="4"/>
                    <a:pt x="1883" y="298"/>
                    <a:pt x="1883" y="298"/>
                  </a:cubicBezTo>
                  <a:lnTo>
                    <a:pt x="1174" y="298"/>
                  </a:lnTo>
                  <a:lnTo>
                    <a:pt x="1174" y="1754"/>
                  </a:lnTo>
                  <a:lnTo>
                    <a:pt x="709" y="1754"/>
                  </a:lnTo>
                  <a:lnTo>
                    <a:pt x="709" y="298"/>
                  </a:lnTo>
                  <a:lnTo>
                    <a:pt x="0" y="298"/>
                  </a:lnTo>
                  <a:lnTo>
                    <a:pt x="0" y="0"/>
                  </a:lnTo>
                  <a:lnTo>
                    <a:pt x="1883" y="0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72" name="Freeform 3">
              <a:extLst>
                <a:ext uri="{FF2B5EF4-FFF2-40B4-BE49-F238E27FC236}">
                  <a16:creationId xmlns:a16="http://schemas.microsoft.com/office/drawing/2014/main" id="{DDDD7FF9-1FF8-4510-8F56-604F78211E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14863" y="3275013"/>
              <a:ext cx="796925" cy="631825"/>
            </a:xfrm>
            <a:custGeom>
              <a:avLst/>
              <a:gdLst>
                <a:gd name="T0" fmla="*/ 2214 w 2215"/>
                <a:gd name="T1" fmla="*/ 1754 h 1755"/>
                <a:gd name="T2" fmla="*/ 1695 w 2215"/>
                <a:gd name="T3" fmla="*/ 1754 h 1755"/>
                <a:gd name="T4" fmla="*/ 1542 w 2215"/>
                <a:gd name="T5" fmla="*/ 1377 h 1755"/>
                <a:gd name="T6" fmla="*/ 672 w 2215"/>
                <a:gd name="T7" fmla="*/ 1377 h 1755"/>
                <a:gd name="T8" fmla="*/ 518 w 2215"/>
                <a:gd name="T9" fmla="*/ 1754 h 1755"/>
                <a:gd name="T10" fmla="*/ 0 w 2215"/>
                <a:gd name="T11" fmla="*/ 1754 h 1755"/>
                <a:gd name="T12" fmla="*/ 825 w 2215"/>
                <a:gd name="T13" fmla="*/ 0 h 1755"/>
                <a:gd name="T14" fmla="*/ 1392 w 2215"/>
                <a:gd name="T15" fmla="*/ 0 h 1755"/>
                <a:gd name="T16" fmla="*/ 2214 w 2215"/>
                <a:gd name="T17" fmla="*/ 1754 h 1755"/>
                <a:gd name="T18" fmla="*/ 788 w 2215"/>
                <a:gd name="T19" fmla="*/ 1095 h 1755"/>
                <a:gd name="T20" fmla="*/ 1434 w 2215"/>
                <a:gd name="T21" fmla="*/ 1095 h 1755"/>
                <a:gd name="T22" fmla="*/ 1107 w 2215"/>
                <a:gd name="T23" fmla="*/ 298 h 1755"/>
                <a:gd name="T24" fmla="*/ 788 w 2215"/>
                <a:gd name="T25" fmla="*/ 1095 h 1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15" h="1755">
                  <a:moveTo>
                    <a:pt x="2214" y="1754"/>
                  </a:moveTo>
                  <a:cubicBezTo>
                    <a:pt x="2214" y="1754"/>
                    <a:pt x="1691" y="1754"/>
                    <a:pt x="1695" y="1754"/>
                  </a:cubicBezTo>
                  <a:lnTo>
                    <a:pt x="1542" y="1377"/>
                  </a:lnTo>
                  <a:lnTo>
                    <a:pt x="672" y="1377"/>
                  </a:lnTo>
                  <a:cubicBezTo>
                    <a:pt x="672" y="1377"/>
                    <a:pt x="522" y="1754"/>
                    <a:pt x="518" y="1754"/>
                  </a:cubicBezTo>
                  <a:lnTo>
                    <a:pt x="0" y="1754"/>
                  </a:lnTo>
                  <a:lnTo>
                    <a:pt x="825" y="0"/>
                  </a:lnTo>
                  <a:lnTo>
                    <a:pt x="1392" y="0"/>
                  </a:lnTo>
                  <a:lnTo>
                    <a:pt x="2214" y="1754"/>
                  </a:lnTo>
                  <a:close/>
                  <a:moveTo>
                    <a:pt x="788" y="1095"/>
                  </a:moveTo>
                  <a:lnTo>
                    <a:pt x="1434" y="1095"/>
                  </a:lnTo>
                  <a:lnTo>
                    <a:pt x="1107" y="298"/>
                  </a:lnTo>
                  <a:lnTo>
                    <a:pt x="788" y="1095"/>
                  </a:lnTo>
                  <a:close/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73" name="Freeform 4">
              <a:extLst>
                <a:ext uri="{FF2B5EF4-FFF2-40B4-BE49-F238E27FC236}">
                  <a16:creationId xmlns:a16="http://schemas.microsoft.com/office/drawing/2014/main" id="{F3699851-A405-4CD7-ABEE-CB30D955B4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985000" y="3275013"/>
              <a:ext cx="166688" cy="631825"/>
            </a:xfrm>
            <a:custGeom>
              <a:avLst/>
              <a:gdLst>
                <a:gd name="T0" fmla="*/ 232 w 465"/>
                <a:gd name="T1" fmla="*/ 1754 h 1755"/>
                <a:gd name="T2" fmla="*/ 0 w 465"/>
                <a:gd name="T3" fmla="*/ 1754 h 1755"/>
                <a:gd name="T4" fmla="*/ 0 w 465"/>
                <a:gd name="T5" fmla="*/ 0 h 1755"/>
                <a:gd name="T6" fmla="*/ 464 w 465"/>
                <a:gd name="T7" fmla="*/ 0 h 1755"/>
                <a:gd name="T8" fmla="*/ 464 w 465"/>
                <a:gd name="T9" fmla="*/ 1754 h 1755"/>
                <a:gd name="T10" fmla="*/ 232 w 465"/>
                <a:gd name="T11" fmla="*/ 1754 h 1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65" h="1755">
                  <a:moveTo>
                    <a:pt x="232" y="1754"/>
                  </a:moveTo>
                  <a:lnTo>
                    <a:pt x="0" y="1754"/>
                  </a:lnTo>
                  <a:lnTo>
                    <a:pt x="0" y="0"/>
                  </a:lnTo>
                  <a:lnTo>
                    <a:pt x="464" y="0"/>
                  </a:lnTo>
                  <a:lnTo>
                    <a:pt x="464" y="1754"/>
                  </a:lnTo>
                  <a:lnTo>
                    <a:pt x="232" y="1754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74" name="Freeform 5">
              <a:extLst>
                <a:ext uri="{FF2B5EF4-FFF2-40B4-BE49-F238E27FC236}">
                  <a16:creationId xmlns:a16="http://schemas.microsoft.com/office/drawing/2014/main" id="{8F7E4BF6-183D-42D2-95F0-0CB21F3561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49588" y="3275013"/>
              <a:ext cx="673100" cy="631825"/>
            </a:xfrm>
            <a:custGeom>
              <a:avLst/>
              <a:gdLst>
                <a:gd name="T0" fmla="*/ 465 w 1868"/>
                <a:gd name="T1" fmla="*/ 0 h 1755"/>
                <a:gd name="T2" fmla="*/ 465 w 1868"/>
                <a:gd name="T3" fmla="*/ 700 h 1755"/>
                <a:gd name="T4" fmla="*/ 1402 w 1868"/>
                <a:gd name="T5" fmla="*/ 700 h 1755"/>
                <a:gd name="T6" fmla="*/ 1402 w 1868"/>
                <a:gd name="T7" fmla="*/ 0 h 1755"/>
                <a:gd name="T8" fmla="*/ 1867 w 1868"/>
                <a:gd name="T9" fmla="*/ 0 h 1755"/>
                <a:gd name="T10" fmla="*/ 1867 w 1868"/>
                <a:gd name="T11" fmla="*/ 1754 h 1755"/>
                <a:gd name="T12" fmla="*/ 1402 w 1868"/>
                <a:gd name="T13" fmla="*/ 1754 h 1755"/>
                <a:gd name="T14" fmla="*/ 1402 w 1868"/>
                <a:gd name="T15" fmla="*/ 983 h 1755"/>
                <a:gd name="T16" fmla="*/ 465 w 1868"/>
                <a:gd name="T17" fmla="*/ 983 h 1755"/>
                <a:gd name="T18" fmla="*/ 465 w 1868"/>
                <a:gd name="T19" fmla="*/ 1754 h 1755"/>
                <a:gd name="T20" fmla="*/ 0 w 1868"/>
                <a:gd name="T21" fmla="*/ 1754 h 1755"/>
                <a:gd name="T22" fmla="*/ 0 w 1868"/>
                <a:gd name="T23" fmla="*/ 0 h 1755"/>
                <a:gd name="T24" fmla="*/ 465 w 1868"/>
                <a:gd name="T25" fmla="*/ 0 h 1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868" h="1755">
                  <a:moveTo>
                    <a:pt x="465" y="0"/>
                  </a:moveTo>
                  <a:cubicBezTo>
                    <a:pt x="465" y="0"/>
                    <a:pt x="465" y="705"/>
                    <a:pt x="465" y="700"/>
                  </a:cubicBezTo>
                  <a:lnTo>
                    <a:pt x="1402" y="700"/>
                  </a:lnTo>
                  <a:cubicBezTo>
                    <a:pt x="1402" y="705"/>
                    <a:pt x="1402" y="0"/>
                    <a:pt x="1402" y="0"/>
                  </a:cubicBezTo>
                  <a:cubicBezTo>
                    <a:pt x="1402" y="0"/>
                    <a:pt x="1863" y="0"/>
                    <a:pt x="1867" y="0"/>
                  </a:cubicBezTo>
                  <a:cubicBezTo>
                    <a:pt x="1867" y="0"/>
                    <a:pt x="1867" y="1750"/>
                    <a:pt x="1867" y="1754"/>
                  </a:cubicBezTo>
                  <a:lnTo>
                    <a:pt x="1402" y="1754"/>
                  </a:lnTo>
                  <a:cubicBezTo>
                    <a:pt x="1402" y="1754"/>
                    <a:pt x="1402" y="987"/>
                    <a:pt x="1402" y="983"/>
                  </a:cubicBezTo>
                  <a:cubicBezTo>
                    <a:pt x="1402" y="987"/>
                    <a:pt x="465" y="983"/>
                    <a:pt x="465" y="983"/>
                  </a:cubicBezTo>
                  <a:cubicBezTo>
                    <a:pt x="465" y="987"/>
                    <a:pt x="465" y="1754"/>
                    <a:pt x="465" y="1754"/>
                  </a:cubicBezTo>
                  <a:lnTo>
                    <a:pt x="0" y="1754"/>
                  </a:lnTo>
                  <a:cubicBezTo>
                    <a:pt x="0" y="1754"/>
                    <a:pt x="5" y="0"/>
                    <a:pt x="0" y="0"/>
                  </a:cubicBezTo>
                  <a:lnTo>
                    <a:pt x="465" y="0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75" name="Freeform 6">
              <a:extLst>
                <a:ext uri="{FF2B5EF4-FFF2-40B4-BE49-F238E27FC236}">
                  <a16:creationId xmlns:a16="http://schemas.microsoft.com/office/drawing/2014/main" id="{C991DB39-B97A-423D-B9FD-A763210269E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54450" y="3275013"/>
              <a:ext cx="168275" cy="631825"/>
            </a:xfrm>
            <a:custGeom>
              <a:avLst/>
              <a:gdLst>
                <a:gd name="T0" fmla="*/ 233 w 466"/>
                <a:gd name="T1" fmla="*/ 1754 h 1755"/>
                <a:gd name="T2" fmla="*/ 0 w 466"/>
                <a:gd name="T3" fmla="*/ 1754 h 1755"/>
                <a:gd name="T4" fmla="*/ 0 w 466"/>
                <a:gd name="T5" fmla="*/ 0 h 1755"/>
                <a:gd name="T6" fmla="*/ 465 w 466"/>
                <a:gd name="T7" fmla="*/ 0 h 1755"/>
                <a:gd name="T8" fmla="*/ 465 w 466"/>
                <a:gd name="T9" fmla="*/ 1754 h 1755"/>
                <a:gd name="T10" fmla="*/ 233 w 466"/>
                <a:gd name="T11" fmla="*/ 1754 h 1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66" h="1755">
                  <a:moveTo>
                    <a:pt x="233" y="1754"/>
                  </a:moveTo>
                  <a:lnTo>
                    <a:pt x="0" y="1754"/>
                  </a:lnTo>
                  <a:lnTo>
                    <a:pt x="0" y="0"/>
                  </a:lnTo>
                  <a:lnTo>
                    <a:pt x="465" y="0"/>
                  </a:lnTo>
                  <a:lnTo>
                    <a:pt x="465" y="1754"/>
                  </a:lnTo>
                  <a:lnTo>
                    <a:pt x="233" y="1754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76" name="Freeform 7">
              <a:extLst>
                <a:ext uri="{FF2B5EF4-FFF2-40B4-BE49-F238E27FC236}">
                  <a16:creationId xmlns:a16="http://schemas.microsoft.com/office/drawing/2014/main" id="{A247C46E-4FB3-4CEF-BB41-D0E7C0A7389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83213" y="3262313"/>
              <a:ext cx="715962" cy="663575"/>
            </a:xfrm>
            <a:custGeom>
              <a:avLst/>
              <a:gdLst>
                <a:gd name="T0" fmla="*/ 62 w 1988"/>
                <a:gd name="T1" fmla="*/ 1307 h 1842"/>
                <a:gd name="T2" fmla="*/ 0 w 1988"/>
                <a:gd name="T3" fmla="*/ 933 h 1842"/>
                <a:gd name="T4" fmla="*/ 120 w 1988"/>
                <a:gd name="T5" fmla="*/ 423 h 1842"/>
                <a:gd name="T6" fmla="*/ 518 w 1988"/>
                <a:gd name="T7" fmla="*/ 91 h 1842"/>
                <a:gd name="T8" fmla="*/ 1033 w 1988"/>
                <a:gd name="T9" fmla="*/ 0 h 1842"/>
                <a:gd name="T10" fmla="*/ 1618 w 1988"/>
                <a:gd name="T11" fmla="*/ 125 h 1842"/>
                <a:gd name="T12" fmla="*/ 1950 w 1988"/>
                <a:gd name="T13" fmla="*/ 531 h 1842"/>
                <a:gd name="T14" fmla="*/ 1966 w 1988"/>
                <a:gd name="T15" fmla="*/ 643 h 1842"/>
                <a:gd name="T16" fmla="*/ 1481 w 1988"/>
                <a:gd name="T17" fmla="*/ 643 h 1842"/>
                <a:gd name="T18" fmla="*/ 1456 w 1988"/>
                <a:gd name="T19" fmla="*/ 506 h 1842"/>
                <a:gd name="T20" fmla="*/ 1240 w 1988"/>
                <a:gd name="T21" fmla="*/ 303 h 1842"/>
                <a:gd name="T22" fmla="*/ 1037 w 1988"/>
                <a:gd name="T23" fmla="*/ 274 h 1842"/>
                <a:gd name="T24" fmla="*/ 809 w 1988"/>
                <a:gd name="T25" fmla="*/ 315 h 1842"/>
                <a:gd name="T26" fmla="*/ 556 w 1988"/>
                <a:gd name="T27" fmla="*/ 573 h 1842"/>
                <a:gd name="T28" fmla="*/ 494 w 1988"/>
                <a:gd name="T29" fmla="*/ 942 h 1842"/>
                <a:gd name="T30" fmla="*/ 539 w 1988"/>
                <a:gd name="T31" fmla="*/ 1249 h 1842"/>
                <a:gd name="T32" fmla="*/ 792 w 1988"/>
                <a:gd name="T33" fmla="*/ 1527 h 1842"/>
                <a:gd name="T34" fmla="*/ 1041 w 1988"/>
                <a:gd name="T35" fmla="*/ 1572 h 1842"/>
                <a:gd name="T36" fmla="*/ 1257 w 1988"/>
                <a:gd name="T37" fmla="*/ 1539 h 1842"/>
                <a:gd name="T38" fmla="*/ 1460 w 1988"/>
                <a:gd name="T39" fmla="*/ 1356 h 1842"/>
                <a:gd name="T40" fmla="*/ 1497 w 1988"/>
                <a:gd name="T41" fmla="*/ 1170 h 1842"/>
                <a:gd name="T42" fmla="*/ 1987 w 1988"/>
                <a:gd name="T43" fmla="*/ 1170 h 1842"/>
                <a:gd name="T44" fmla="*/ 1962 w 1988"/>
                <a:gd name="T45" fmla="*/ 1336 h 1842"/>
                <a:gd name="T46" fmla="*/ 1638 w 1988"/>
                <a:gd name="T47" fmla="*/ 1721 h 1842"/>
                <a:gd name="T48" fmla="*/ 1041 w 1988"/>
                <a:gd name="T49" fmla="*/ 1841 h 1842"/>
                <a:gd name="T50" fmla="*/ 568 w 1988"/>
                <a:gd name="T51" fmla="*/ 1771 h 1842"/>
                <a:gd name="T52" fmla="*/ 62 w 1988"/>
                <a:gd name="T53" fmla="*/ 1307 h 18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1988" h="1842">
                  <a:moveTo>
                    <a:pt x="62" y="1307"/>
                  </a:moveTo>
                  <a:cubicBezTo>
                    <a:pt x="21" y="1191"/>
                    <a:pt x="0" y="1066"/>
                    <a:pt x="0" y="933"/>
                  </a:cubicBezTo>
                  <a:cubicBezTo>
                    <a:pt x="0" y="751"/>
                    <a:pt x="33" y="573"/>
                    <a:pt x="120" y="423"/>
                  </a:cubicBezTo>
                  <a:cubicBezTo>
                    <a:pt x="211" y="270"/>
                    <a:pt x="348" y="154"/>
                    <a:pt x="518" y="91"/>
                  </a:cubicBezTo>
                  <a:cubicBezTo>
                    <a:pt x="680" y="33"/>
                    <a:pt x="850" y="0"/>
                    <a:pt x="1033" y="0"/>
                  </a:cubicBezTo>
                  <a:cubicBezTo>
                    <a:pt x="1240" y="0"/>
                    <a:pt x="1439" y="46"/>
                    <a:pt x="1618" y="125"/>
                  </a:cubicBezTo>
                  <a:cubicBezTo>
                    <a:pt x="1784" y="195"/>
                    <a:pt x="1912" y="349"/>
                    <a:pt x="1950" y="531"/>
                  </a:cubicBezTo>
                  <a:cubicBezTo>
                    <a:pt x="1958" y="568"/>
                    <a:pt x="1962" y="606"/>
                    <a:pt x="1966" y="643"/>
                  </a:cubicBezTo>
                  <a:lnTo>
                    <a:pt x="1481" y="643"/>
                  </a:lnTo>
                  <a:cubicBezTo>
                    <a:pt x="1481" y="597"/>
                    <a:pt x="1472" y="552"/>
                    <a:pt x="1456" y="506"/>
                  </a:cubicBezTo>
                  <a:cubicBezTo>
                    <a:pt x="1419" y="411"/>
                    <a:pt x="1340" y="332"/>
                    <a:pt x="1240" y="303"/>
                  </a:cubicBezTo>
                  <a:cubicBezTo>
                    <a:pt x="1174" y="282"/>
                    <a:pt x="1107" y="274"/>
                    <a:pt x="1037" y="274"/>
                  </a:cubicBezTo>
                  <a:cubicBezTo>
                    <a:pt x="958" y="274"/>
                    <a:pt x="879" y="286"/>
                    <a:pt x="809" y="315"/>
                  </a:cubicBezTo>
                  <a:cubicBezTo>
                    <a:pt x="688" y="357"/>
                    <a:pt x="597" y="452"/>
                    <a:pt x="556" y="573"/>
                  </a:cubicBezTo>
                  <a:cubicBezTo>
                    <a:pt x="514" y="689"/>
                    <a:pt x="494" y="813"/>
                    <a:pt x="494" y="942"/>
                  </a:cubicBezTo>
                  <a:cubicBezTo>
                    <a:pt x="494" y="1050"/>
                    <a:pt x="510" y="1153"/>
                    <a:pt x="539" y="1249"/>
                  </a:cubicBezTo>
                  <a:cubicBezTo>
                    <a:pt x="572" y="1377"/>
                    <a:pt x="672" y="1481"/>
                    <a:pt x="792" y="1527"/>
                  </a:cubicBezTo>
                  <a:cubicBezTo>
                    <a:pt x="871" y="1556"/>
                    <a:pt x="954" y="1572"/>
                    <a:pt x="1041" y="1572"/>
                  </a:cubicBezTo>
                  <a:cubicBezTo>
                    <a:pt x="1116" y="1572"/>
                    <a:pt x="1186" y="1560"/>
                    <a:pt x="1257" y="1539"/>
                  </a:cubicBezTo>
                  <a:cubicBezTo>
                    <a:pt x="1348" y="1510"/>
                    <a:pt x="1423" y="1444"/>
                    <a:pt x="1460" y="1356"/>
                  </a:cubicBezTo>
                  <a:cubicBezTo>
                    <a:pt x="1485" y="1298"/>
                    <a:pt x="1497" y="1236"/>
                    <a:pt x="1497" y="1170"/>
                  </a:cubicBezTo>
                  <a:lnTo>
                    <a:pt x="1987" y="1170"/>
                  </a:lnTo>
                  <a:cubicBezTo>
                    <a:pt x="1983" y="1228"/>
                    <a:pt x="1974" y="1282"/>
                    <a:pt x="1962" y="1336"/>
                  </a:cubicBezTo>
                  <a:cubicBezTo>
                    <a:pt x="1920" y="1510"/>
                    <a:pt x="1800" y="1655"/>
                    <a:pt x="1638" y="1721"/>
                  </a:cubicBezTo>
                  <a:cubicBezTo>
                    <a:pt x="1456" y="1800"/>
                    <a:pt x="1253" y="1841"/>
                    <a:pt x="1041" y="1841"/>
                  </a:cubicBezTo>
                  <a:cubicBezTo>
                    <a:pt x="875" y="1841"/>
                    <a:pt x="718" y="1817"/>
                    <a:pt x="568" y="1771"/>
                  </a:cubicBezTo>
                  <a:cubicBezTo>
                    <a:pt x="336" y="1692"/>
                    <a:pt x="137" y="1527"/>
                    <a:pt x="62" y="1307"/>
                  </a:cubicBez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77" name="Freeform 8">
              <a:extLst>
                <a:ext uri="{FF2B5EF4-FFF2-40B4-BE49-F238E27FC236}">
                  <a16:creationId xmlns:a16="http://schemas.microsoft.com/office/drawing/2014/main" id="{67AB8C65-6208-49E4-BBF7-0DEA53214CE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51138" y="4083050"/>
              <a:ext cx="153987" cy="398463"/>
            </a:xfrm>
            <a:custGeom>
              <a:avLst/>
              <a:gdLst>
                <a:gd name="T0" fmla="*/ 415 w 428"/>
                <a:gd name="T1" fmla="*/ 0 h 1109"/>
                <a:gd name="T2" fmla="*/ 0 w 428"/>
                <a:gd name="T3" fmla="*/ 38 h 1109"/>
                <a:gd name="T4" fmla="*/ 0 w 428"/>
                <a:gd name="T5" fmla="*/ 100 h 1109"/>
                <a:gd name="T6" fmla="*/ 12 w 428"/>
                <a:gd name="T7" fmla="*/ 100 h 1109"/>
                <a:gd name="T8" fmla="*/ 178 w 428"/>
                <a:gd name="T9" fmla="*/ 241 h 1109"/>
                <a:gd name="T10" fmla="*/ 178 w 428"/>
                <a:gd name="T11" fmla="*/ 1108 h 1109"/>
                <a:gd name="T12" fmla="*/ 427 w 428"/>
                <a:gd name="T13" fmla="*/ 1108 h 1109"/>
                <a:gd name="T14" fmla="*/ 427 w 428"/>
                <a:gd name="T15" fmla="*/ 0 h 1109"/>
                <a:gd name="T16" fmla="*/ 415 w 428"/>
                <a:gd name="T17" fmla="*/ 0 h 11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28" h="1109">
                  <a:moveTo>
                    <a:pt x="415" y="0"/>
                  </a:moveTo>
                  <a:lnTo>
                    <a:pt x="0" y="38"/>
                  </a:lnTo>
                  <a:lnTo>
                    <a:pt x="0" y="100"/>
                  </a:lnTo>
                  <a:lnTo>
                    <a:pt x="12" y="100"/>
                  </a:lnTo>
                  <a:cubicBezTo>
                    <a:pt x="178" y="121"/>
                    <a:pt x="178" y="121"/>
                    <a:pt x="178" y="241"/>
                  </a:cubicBezTo>
                  <a:lnTo>
                    <a:pt x="178" y="1108"/>
                  </a:lnTo>
                  <a:lnTo>
                    <a:pt x="427" y="1108"/>
                  </a:lnTo>
                  <a:lnTo>
                    <a:pt x="427" y="0"/>
                  </a:lnTo>
                  <a:lnTo>
                    <a:pt x="415" y="0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78" name="Freeform 9">
              <a:extLst>
                <a:ext uri="{FF2B5EF4-FFF2-40B4-BE49-F238E27FC236}">
                  <a16:creationId xmlns:a16="http://schemas.microsoft.com/office/drawing/2014/main" id="{FE438021-C9BF-4B0A-8C78-857F810FAB7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86088" y="4198938"/>
              <a:ext cx="315912" cy="282575"/>
            </a:xfrm>
            <a:custGeom>
              <a:avLst/>
              <a:gdLst>
                <a:gd name="T0" fmla="*/ 643 w 876"/>
                <a:gd name="T1" fmla="*/ 4 h 785"/>
                <a:gd name="T2" fmla="*/ 353 w 876"/>
                <a:gd name="T3" fmla="*/ 170 h 785"/>
                <a:gd name="T4" fmla="*/ 353 w 876"/>
                <a:gd name="T5" fmla="*/ 0 h 785"/>
                <a:gd name="T6" fmla="*/ 336 w 876"/>
                <a:gd name="T7" fmla="*/ 4 h 785"/>
                <a:gd name="T8" fmla="*/ 0 w 876"/>
                <a:gd name="T9" fmla="*/ 58 h 785"/>
                <a:gd name="T10" fmla="*/ 0 w 876"/>
                <a:gd name="T11" fmla="*/ 116 h 785"/>
                <a:gd name="T12" fmla="*/ 17 w 876"/>
                <a:gd name="T13" fmla="*/ 116 h 785"/>
                <a:gd name="T14" fmla="*/ 145 w 876"/>
                <a:gd name="T15" fmla="*/ 240 h 785"/>
                <a:gd name="T16" fmla="*/ 145 w 876"/>
                <a:gd name="T17" fmla="*/ 784 h 785"/>
                <a:gd name="T18" fmla="*/ 353 w 876"/>
                <a:gd name="T19" fmla="*/ 784 h 785"/>
                <a:gd name="T20" fmla="*/ 353 w 876"/>
                <a:gd name="T21" fmla="*/ 386 h 785"/>
                <a:gd name="T22" fmla="*/ 560 w 876"/>
                <a:gd name="T23" fmla="*/ 141 h 785"/>
                <a:gd name="T24" fmla="*/ 664 w 876"/>
                <a:gd name="T25" fmla="*/ 361 h 785"/>
                <a:gd name="T26" fmla="*/ 664 w 876"/>
                <a:gd name="T27" fmla="*/ 784 h 785"/>
                <a:gd name="T28" fmla="*/ 871 w 876"/>
                <a:gd name="T29" fmla="*/ 784 h 785"/>
                <a:gd name="T30" fmla="*/ 871 w 876"/>
                <a:gd name="T31" fmla="*/ 240 h 785"/>
                <a:gd name="T32" fmla="*/ 643 w 876"/>
                <a:gd name="T33" fmla="*/ 4 h 7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876" h="785">
                  <a:moveTo>
                    <a:pt x="643" y="4"/>
                  </a:moveTo>
                  <a:cubicBezTo>
                    <a:pt x="490" y="4"/>
                    <a:pt x="398" y="108"/>
                    <a:pt x="353" y="170"/>
                  </a:cubicBezTo>
                  <a:cubicBezTo>
                    <a:pt x="353" y="112"/>
                    <a:pt x="353" y="0"/>
                    <a:pt x="353" y="0"/>
                  </a:cubicBezTo>
                  <a:lnTo>
                    <a:pt x="336" y="4"/>
                  </a:lnTo>
                  <a:lnTo>
                    <a:pt x="0" y="58"/>
                  </a:lnTo>
                  <a:lnTo>
                    <a:pt x="0" y="116"/>
                  </a:lnTo>
                  <a:lnTo>
                    <a:pt x="17" y="116"/>
                  </a:lnTo>
                  <a:cubicBezTo>
                    <a:pt x="124" y="120"/>
                    <a:pt x="145" y="141"/>
                    <a:pt x="145" y="240"/>
                  </a:cubicBezTo>
                  <a:lnTo>
                    <a:pt x="145" y="784"/>
                  </a:lnTo>
                  <a:lnTo>
                    <a:pt x="353" y="784"/>
                  </a:lnTo>
                  <a:lnTo>
                    <a:pt x="353" y="386"/>
                  </a:lnTo>
                  <a:cubicBezTo>
                    <a:pt x="353" y="278"/>
                    <a:pt x="452" y="141"/>
                    <a:pt x="560" y="141"/>
                  </a:cubicBezTo>
                  <a:cubicBezTo>
                    <a:pt x="660" y="141"/>
                    <a:pt x="664" y="224"/>
                    <a:pt x="664" y="361"/>
                  </a:cubicBezTo>
                  <a:lnTo>
                    <a:pt x="664" y="784"/>
                  </a:lnTo>
                  <a:lnTo>
                    <a:pt x="871" y="784"/>
                  </a:lnTo>
                  <a:lnTo>
                    <a:pt x="871" y="240"/>
                  </a:lnTo>
                  <a:cubicBezTo>
                    <a:pt x="875" y="87"/>
                    <a:pt x="792" y="4"/>
                    <a:pt x="643" y="4"/>
                  </a:cubicBez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80" name="Freeform 10">
              <a:extLst>
                <a:ext uri="{FF2B5EF4-FFF2-40B4-BE49-F238E27FC236}">
                  <a16:creationId xmlns:a16="http://schemas.microsoft.com/office/drawing/2014/main" id="{849292BF-951E-4A5B-9806-8EA5E70F40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6138" y="4200525"/>
              <a:ext cx="212725" cy="288925"/>
            </a:xfrm>
            <a:custGeom>
              <a:avLst/>
              <a:gdLst>
                <a:gd name="T0" fmla="*/ 348 w 590"/>
                <a:gd name="T1" fmla="*/ 303 h 802"/>
                <a:gd name="T2" fmla="*/ 195 w 590"/>
                <a:gd name="T3" fmla="*/ 170 h 802"/>
                <a:gd name="T4" fmla="*/ 307 w 590"/>
                <a:gd name="T5" fmla="*/ 100 h 802"/>
                <a:gd name="T6" fmla="*/ 502 w 590"/>
                <a:gd name="T7" fmla="*/ 166 h 802"/>
                <a:gd name="T8" fmla="*/ 535 w 590"/>
                <a:gd name="T9" fmla="*/ 187 h 802"/>
                <a:gd name="T10" fmla="*/ 535 w 590"/>
                <a:gd name="T11" fmla="*/ 162 h 802"/>
                <a:gd name="T12" fmla="*/ 535 w 590"/>
                <a:gd name="T13" fmla="*/ 33 h 802"/>
                <a:gd name="T14" fmla="*/ 506 w 590"/>
                <a:gd name="T15" fmla="*/ 25 h 802"/>
                <a:gd name="T16" fmla="*/ 315 w 590"/>
                <a:gd name="T17" fmla="*/ 0 h 802"/>
                <a:gd name="T18" fmla="*/ 0 w 590"/>
                <a:gd name="T19" fmla="*/ 224 h 802"/>
                <a:gd name="T20" fmla="*/ 228 w 590"/>
                <a:gd name="T21" fmla="*/ 465 h 802"/>
                <a:gd name="T22" fmla="*/ 390 w 590"/>
                <a:gd name="T23" fmla="*/ 606 h 802"/>
                <a:gd name="T24" fmla="*/ 249 w 590"/>
                <a:gd name="T25" fmla="*/ 697 h 802"/>
                <a:gd name="T26" fmla="*/ 20 w 590"/>
                <a:gd name="T27" fmla="*/ 618 h 802"/>
                <a:gd name="T28" fmla="*/ 0 w 590"/>
                <a:gd name="T29" fmla="*/ 606 h 802"/>
                <a:gd name="T30" fmla="*/ 0 w 590"/>
                <a:gd name="T31" fmla="*/ 767 h 802"/>
                <a:gd name="T32" fmla="*/ 16 w 590"/>
                <a:gd name="T33" fmla="*/ 771 h 802"/>
                <a:gd name="T34" fmla="*/ 244 w 590"/>
                <a:gd name="T35" fmla="*/ 801 h 802"/>
                <a:gd name="T36" fmla="*/ 580 w 590"/>
                <a:gd name="T37" fmla="*/ 568 h 802"/>
                <a:gd name="T38" fmla="*/ 348 w 590"/>
                <a:gd name="T39" fmla="*/ 303 h 8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590" h="802">
                  <a:moveTo>
                    <a:pt x="348" y="303"/>
                  </a:moveTo>
                  <a:cubicBezTo>
                    <a:pt x="265" y="261"/>
                    <a:pt x="195" y="228"/>
                    <a:pt x="195" y="170"/>
                  </a:cubicBezTo>
                  <a:cubicBezTo>
                    <a:pt x="195" y="104"/>
                    <a:pt x="274" y="100"/>
                    <a:pt x="307" y="100"/>
                  </a:cubicBezTo>
                  <a:cubicBezTo>
                    <a:pt x="394" y="100"/>
                    <a:pt x="468" y="145"/>
                    <a:pt x="502" y="166"/>
                  </a:cubicBezTo>
                  <a:lnTo>
                    <a:pt x="535" y="187"/>
                  </a:lnTo>
                  <a:lnTo>
                    <a:pt x="535" y="162"/>
                  </a:lnTo>
                  <a:lnTo>
                    <a:pt x="535" y="33"/>
                  </a:lnTo>
                  <a:lnTo>
                    <a:pt x="506" y="25"/>
                  </a:lnTo>
                  <a:cubicBezTo>
                    <a:pt x="468" y="17"/>
                    <a:pt x="398" y="0"/>
                    <a:pt x="315" y="0"/>
                  </a:cubicBezTo>
                  <a:cubicBezTo>
                    <a:pt x="120" y="0"/>
                    <a:pt x="0" y="83"/>
                    <a:pt x="0" y="224"/>
                  </a:cubicBezTo>
                  <a:cubicBezTo>
                    <a:pt x="0" y="353"/>
                    <a:pt x="124" y="411"/>
                    <a:pt x="228" y="465"/>
                  </a:cubicBezTo>
                  <a:cubicBezTo>
                    <a:pt x="311" y="506"/>
                    <a:pt x="390" y="543"/>
                    <a:pt x="390" y="606"/>
                  </a:cubicBezTo>
                  <a:cubicBezTo>
                    <a:pt x="390" y="664"/>
                    <a:pt x="340" y="697"/>
                    <a:pt x="249" y="697"/>
                  </a:cubicBezTo>
                  <a:cubicBezTo>
                    <a:pt x="149" y="697"/>
                    <a:pt x="70" y="647"/>
                    <a:pt x="20" y="618"/>
                  </a:cubicBezTo>
                  <a:lnTo>
                    <a:pt x="0" y="606"/>
                  </a:lnTo>
                  <a:lnTo>
                    <a:pt x="0" y="767"/>
                  </a:lnTo>
                  <a:lnTo>
                    <a:pt x="16" y="771"/>
                  </a:lnTo>
                  <a:cubicBezTo>
                    <a:pt x="58" y="780"/>
                    <a:pt x="137" y="801"/>
                    <a:pt x="244" y="801"/>
                  </a:cubicBezTo>
                  <a:cubicBezTo>
                    <a:pt x="456" y="801"/>
                    <a:pt x="580" y="713"/>
                    <a:pt x="580" y="568"/>
                  </a:cubicBezTo>
                  <a:cubicBezTo>
                    <a:pt x="589" y="419"/>
                    <a:pt x="460" y="357"/>
                    <a:pt x="348" y="303"/>
                  </a:cubicBez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81" name="Freeform 11">
              <a:extLst>
                <a:ext uri="{FF2B5EF4-FFF2-40B4-BE49-F238E27FC236}">
                  <a16:creationId xmlns:a16="http://schemas.microsoft.com/office/drawing/2014/main" id="{EBEE6AD6-AFD9-4ED1-B568-6795CABBDE0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35375" y="4198938"/>
              <a:ext cx="325438" cy="396875"/>
            </a:xfrm>
            <a:custGeom>
              <a:avLst/>
              <a:gdLst>
                <a:gd name="T0" fmla="*/ 577 w 906"/>
                <a:gd name="T1" fmla="*/ 4 h 1104"/>
                <a:gd name="T2" fmla="*/ 357 w 906"/>
                <a:gd name="T3" fmla="*/ 112 h 1104"/>
                <a:gd name="T4" fmla="*/ 357 w 906"/>
                <a:gd name="T5" fmla="*/ 0 h 1104"/>
                <a:gd name="T6" fmla="*/ 336 w 906"/>
                <a:gd name="T7" fmla="*/ 4 h 1104"/>
                <a:gd name="T8" fmla="*/ 0 w 906"/>
                <a:gd name="T9" fmla="*/ 58 h 1104"/>
                <a:gd name="T10" fmla="*/ 0 w 906"/>
                <a:gd name="T11" fmla="*/ 116 h 1104"/>
                <a:gd name="T12" fmla="*/ 13 w 906"/>
                <a:gd name="T13" fmla="*/ 116 h 1104"/>
                <a:gd name="T14" fmla="*/ 137 w 906"/>
                <a:gd name="T15" fmla="*/ 240 h 1104"/>
                <a:gd name="T16" fmla="*/ 137 w 906"/>
                <a:gd name="T17" fmla="*/ 1103 h 1104"/>
                <a:gd name="T18" fmla="*/ 345 w 906"/>
                <a:gd name="T19" fmla="*/ 1103 h 1104"/>
                <a:gd name="T20" fmla="*/ 345 w 906"/>
                <a:gd name="T21" fmla="*/ 709 h 1104"/>
                <a:gd name="T22" fmla="*/ 560 w 906"/>
                <a:gd name="T23" fmla="*/ 800 h 1104"/>
                <a:gd name="T24" fmla="*/ 896 w 906"/>
                <a:gd name="T25" fmla="*/ 390 h 1104"/>
                <a:gd name="T26" fmla="*/ 577 w 906"/>
                <a:gd name="T27" fmla="*/ 4 h 1104"/>
                <a:gd name="T28" fmla="*/ 515 w 906"/>
                <a:gd name="T29" fmla="*/ 120 h 1104"/>
                <a:gd name="T30" fmla="*/ 672 w 906"/>
                <a:gd name="T31" fmla="*/ 394 h 1104"/>
                <a:gd name="T32" fmla="*/ 515 w 906"/>
                <a:gd name="T33" fmla="*/ 688 h 1104"/>
                <a:gd name="T34" fmla="*/ 349 w 906"/>
                <a:gd name="T35" fmla="*/ 456 h 1104"/>
                <a:gd name="T36" fmla="*/ 349 w 906"/>
                <a:gd name="T37" fmla="*/ 390 h 1104"/>
                <a:gd name="T38" fmla="*/ 515 w 906"/>
                <a:gd name="T39" fmla="*/ 120 h 11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906" h="1104">
                  <a:moveTo>
                    <a:pt x="577" y="4"/>
                  </a:moveTo>
                  <a:cubicBezTo>
                    <a:pt x="498" y="4"/>
                    <a:pt x="424" y="41"/>
                    <a:pt x="357" y="112"/>
                  </a:cubicBezTo>
                  <a:cubicBezTo>
                    <a:pt x="357" y="75"/>
                    <a:pt x="357" y="0"/>
                    <a:pt x="357" y="0"/>
                  </a:cubicBezTo>
                  <a:lnTo>
                    <a:pt x="336" y="4"/>
                  </a:lnTo>
                  <a:lnTo>
                    <a:pt x="0" y="58"/>
                  </a:lnTo>
                  <a:lnTo>
                    <a:pt x="0" y="116"/>
                  </a:lnTo>
                  <a:lnTo>
                    <a:pt x="13" y="116"/>
                  </a:lnTo>
                  <a:cubicBezTo>
                    <a:pt x="117" y="120"/>
                    <a:pt x="137" y="141"/>
                    <a:pt x="137" y="240"/>
                  </a:cubicBezTo>
                  <a:lnTo>
                    <a:pt x="137" y="1103"/>
                  </a:lnTo>
                  <a:lnTo>
                    <a:pt x="345" y="1103"/>
                  </a:lnTo>
                  <a:cubicBezTo>
                    <a:pt x="345" y="1103"/>
                    <a:pt x="345" y="775"/>
                    <a:pt x="345" y="709"/>
                  </a:cubicBezTo>
                  <a:cubicBezTo>
                    <a:pt x="382" y="755"/>
                    <a:pt x="444" y="800"/>
                    <a:pt x="560" y="800"/>
                  </a:cubicBezTo>
                  <a:cubicBezTo>
                    <a:pt x="780" y="800"/>
                    <a:pt x="896" y="659"/>
                    <a:pt x="896" y="390"/>
                  </a:cubicBezTo>
                  <a:cubicBezTo>
                    <a:pt x="905" y="145"/>
                    <a:pt x="784" y="4"/>
                    <a:pt x="577" y="4"/>
                  </a:cubicBezTo>
                  <a:close/>
                  <a:moveTo>
                    <a:pt x="515" y="120"/>
                  </a:moveTo>
                  <a:cubicBezTo>
                    <a:pt x="656" y="120"/>
                    <a:pt x="672" y="274"/>
                    <a:pt x="672" y="394"/>
                  </a:cubicBezTo>
                  <a:cubicBezTo>
                    <a:pt x="672" y="593"/>
                    <a:pt x="623" y="688"/>
                    <a:pt x="515" y="688"/>
                  </a:cubicBezTo>
                  <a:cubicBezTo>
                    <a:pt x="378" y="688"/>
                    <a:pt x="349" y="560"/>
                    <a:pt x="349" y="456"/>
                  </a:cubicBezTo>
                  <a:lnTo>
                    <a:pt x="349" y="390"/>
                  </a:lnTo>
                  <a:cubicBezTo>
                    <a:pt x="353" y="307"/>
                    <a:pt x="370" y="120"/>
                    <a:pt x="515" y="120"/>
                  </a:cubicBezTo>
                  <a:close/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82" name="Freeform 12">
              <a:extLst>
                <a:ext uri="{FF2B5EF4-FFF2-40B4-BE49-F238E27FC236}">
                  <a16:creationId xmlns:a16="http://schemas.microsoft.com/office/drawing/2014/main" id="{B20C81A5-EB9D-4064-83CE-2A3793E9C55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13200" y="4198938"/>
              <a:ext cx="123825" cy="282575"/>
            </a:xfrm>
            <a:custGeom>
              <a:avLst/>
              <a:gdLst>
                <a:gd name="T0" fmla="*/ 0 w 345"/>
                <a:gd name="T1" fmla="*/ 58 h 785"/>
                <a:gd name="T2" fmla="*/ 0 w 345"/>
                <a:gd name="T3" fmla="*/ 116 h 785"/>
                <a:gd name="T4" fmla="*/ 12 w 345"/>
                <a:gd name="T5" fmla="*/ 116 h 785"/>
                <a:gd name="T6" fmla="*/ 137 w 345"/>
                <a:gd name="T7" fmla="*/ 240 h 785"/>
                <a:gd name="T8" fmla="*/ 137 w 345"/>
                <a:gd name="T9" fmla="*/ 784 h 785"/>
                <a:gd name="T10" fmla="*/ 344 w 345"/>
                <a:gd name="T11" fmla="*/ 784 h 785"/>
                <a:gd name="T12" fmla="*/ 344 w 345"/>
                <a:gd name="T13" fmla="*/ 0 h 785"/>
                <a:gd name="T14" fmla="*/ 328 w 345"/>
                <a:gd name="T15" fmla="*/ 4 h 785"/>
                <a:gd name="T16" fmla="*/ 0 w 345"/>
                <a:gd name="T17" fmla="*/ 58 h 7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45" h="785">
                  <a:moveTo>
                    <a:pt x="0" y="58"/>
                  </a:moveTo>
                  <a:lnTo>
                    <a:pt x="0" y="116"/>
                  </a:lnTo>
                  <a:lnTo>
                    <a:pt x="12" y="116"/>
                  </a:lnTo>
                  <a:cubicBezTo>
                    <a:pt x="116" y="120"/>
                    <a:pt x="137" y="141"/>
                    <a:pt x="137" y="240"/>
                  </a:cubicBezTo>
                  <a:lnTo>
                    <a:pt x="137" y="784"/>
                  </a:lnTo>
                  <a:lnTo>
                    <a:pt x="344" y="784"/>
                  </a:lnTo>
                  <a:lnTo>
                    <a:pt x="344" y="0"/>
                  </a:lnTo>
                  <a:lnTo>
                    <a:pt x="328" y="4"/>
                  </a:lnTo>
                  <a:lnTo>
                    <a:pt x="0" y="58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83" name="Freeform 13">
              <a:extLst>
                <a:ext uri="{FF2B5EF4-FFF2-40B4-BE49-F238E27FC236}">
                  <a16:creationId xmlns:a16="http://schemas.microsoft.com/office/drawing/2014/main" id="{5ACAC193-4B39-411E-A98B-65D4586316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56063" y="4084638"/>
              <a:ext cx="93662" cy="82550"/>
            </a:xfrm>
            <a:custGeom>
              <a:avLst/>
              <a:gdLst>
                <a:gd name="T0" fmla="*/ 129 w 262"/>
                <a:gd name="T1" fmla="*/ 228 h 229"/>
                <a:gd name="T2" fmla="*/ 261 w 262"/>
                <a:gd name="T3" fmla="*/ 112 h 229"/>
                <a:gd name="T4" fmla="*/ 133 w 262"/>
                <a:gd name="T5" fmla="*/ 0 h 229"/>
                <a:gd name="T6" fmla="*/ 4 w 262"/>
                <a:gd name="T7" fmla="*/ 112 h 229"/>
                <a:gd name="T8" fmla="*/ 129 w 262"/>
                <a:gd name="T9" fmla="*/ 228 h 2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62" h="229">
                  <a:moveTo>
                    <a:pt x="129" y="228"/>
                  </a:moveTo>
                  <a:cubicBezTo>
                    <a:pt x="199" y="228"/>
                    <a:pt x="261" y="178"/>
                    <a:pt x="261" y="112"/>
                  </a:cubicBezTo>
                  <a:cubicBezTo>
                    <a:pt x="261" y="49"/>
                    <a:pt x="203" y="0"/>
                    <a:pt x="133" y="0"/>
                  </a:cubicBezTo>
                  <a:cubicBezTo>
                    <a:pt x="62" y="0"/>
                    <a:pt x="4" y="49"/>
                    <a:pt x="4" y="112"/>
                  </a:cubicBezTo>
                  <a:cubicBezTo>
                    <a:pt x="0" y="178"/>
                    <a:pt x="58" y="228"/>
                    <a:pt x="129" y="228"/>
                  </a:cubicBez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84" name="Freeform 14">
              <a:extLst>
                <a:ext uri="{FF2B5EF4-FFF2-40B4-BE49-F238E27FC236}">
                  <a16:creationId xmlns:a16="http://schemas.microsoft.com/office/drawing/2014/main" id="{F1CF25A4-83BA-48B6-B573-44A5EC8B8A9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1638" y="4200525"/>
              <a:ext cx="244475" cy="280988"/>
            </a:xfrm>
            <a:custGeom>
              <a:avLst/>
              <a:gdLst>
                <a:gd name="T0" fmla="*/ 676 w 677"/>
                <a:gd name="T1" fmla="*/ 174 h 781"/>
                <a:gd name="T2" fmla="*/ 676 w 677"/>
                <a:gd name="T3" fmla="*/ 12 h 781"/>
                <a:gd name="T4" fmla="*/ 663 w 677"/>
                <a:gd name="T5" fmla="*/ 12 h 781"/>
                <a:gd name="T6" fmla="*/ 564 w 677"/>
                <a:gd name="T7" fmla="*/ 4 h 781"/>
                <a:gd name="T8" fmla="*/ 348 w 677"/>
                <a:gd name="T9" fmla="*/ 158 h 781"/>
                <a:gd name="T10" fmla="*/ 348 w 677"/>
                <a:gd name="T11" fmla="*/ 0 h 781"/>
                <a:gd name="T12" fmla="*/ 331 w 677"/>
                <a:gd name="T13" fmla="*/ 0 h 781"/>
                <a:gd name="T14" fmla="*/ 0 w 677"/>
                <a:gd name="T15" fmla="*/ 54 h 781"/>
                <a:gd name="T16" fmla="*/ 0 w 677"/>
                <a:gd name="T17" fmla="*/ 112 h 781"/>
                <a:gd name="T18" fmla="*/ 12 w 677"/>
                <a:gd name="T19" fmla="*/ 112 h 781"/>
                <a:gd name="T20" fmla="*/ 141 w 677"/>
                <a:gd name="T21" fmla="*/ 236 h 781"/>
                <a:gd name="T22" fmla="*/ 141 w 677"/>
                <a:gd name="T23" fmla="*/ 780 h 781"/>
                <a:gd name="T24" fmla="*/ 348 w 677"/>
                <a:gd name="T25" fmla="*/ 780 h 781"/>
                <a:gd name="T26" fmla="*/ 348 w 677"/>
                <a:gd name="T27" fmla="*/ 390 h 781"/>
                <a:gd name="T28" fmla="*/ 568 w 677"/>
                <a:gd name="T29" fmla="*/ 170 h 781"/>
                <a:gd name="T30" fmla="*/ 643 w 677"/>
                <a:gd name="T31" fmla="*/ 183 h 781"/>
                <a:gd name="T32" fmla="*/ 676 w 677"/>
                <a:gd name="T33" fmla="*/ 191 h 781"/>
                <a:gd name="T34" fmla="*/ 676 w 677"/>
                <a:gd name="T35" fmla="*/ 174 h 78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677" h="781">
                  <a:moveTo>
                    <a:pt x="676" y="174"/>
                  </a:moveTo>
                  <a:lnTo>
                    <a:pt x="676" y="12"/>
                  </a:lnTo>
                  <a:lnTo>
                    <a:pt x="663" y="12"/>
                  </a:lnTo>
                  <a:cubicBezTo>
                    <a:pt x="630" y="8"/>
                    <a:pt x="593" y="4"/>
                    <a:pt x="564" y="4"/>
                  </a:cubicBezTo>
                  <a:cubicBezTo>
                    <a:pt x="443" y="4"/>
                    <a:pt x="381" y="91"/>
                    <a:pt x="348" y="158"/>
                  </a:cubicBezTo>
                  <a:cubicBezTo>
                    <a:pt x="348" y="95"/>
                    <a:pt x="348" y="0"/>
                    <a:pt x="348" y="0"/>
                  </a:cubicBezTo>
                  <a:lnTo>
                    <a:pt x="331" y="0"/>
                  </a:lnTo>
                  <a:lnTo>
                    <a:pt x="0" y="54"/>
                  </a:lnTo>
                  <a:lnTo>
                    <a:pt x="0" y="112"/>
                  </a:lnTo>
                  <a:lnTo>
                    <a:pt x="12" y="112"/>
                  </a:lnTo>
                  <a:cubicBezTo>
                    <a:pt x="116" y="116"/>
                    <a:pt x="141" y="137"/>
                    <a:pt x="141" y="236"/>
                  </a:cubicBezTo>
                  <a:lnTo>
                    <a:pt x="141" y="780"/>
                  </a:lnTo>
                  <a:lnTo>
                    <a:pt x="348" y="780"/>
                  </a:lnTo>
                  <a:lnTo>
                    <a:pt x="348" y="390"/>
                  </a:lnTo>
                  <a:cubicBezTo>
                    <a:pt x="348" y="324"/>
                    <a:pt x="369" y="170"/>
                    <a:pt x="568" y="170"/>
                  </a:cubicBezTo>
                  <a:cubicBezTo>
                    <a:pt x="593" y="170"/>
                    <a:pt x="618" y="178"/>
                    <a:pt x="643" y="183"/>
                  </a:cubicBezTo>
                  <a:lnTo>
                    <a:pt x="676" y="191"/>
                  </a:lnTo>
                  <a:lnTo>
                    <a:pt x="676" y="174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85" name="Freeform 15">
              <a:extLst>
                <a:ext uri="{FF2B5EF4-FFF2-40B4-BE49-F238E27FC236}">
                  <a16:creationId xmlns:a16="http://schemas.microsoft.com/office/drawing/2014/main" id="{78D87D0B-F45C-400C-B730-924F0D44E1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6275" y="4200525"/>
              <a:ext cx="266700" cy="287338"/>
            </a:xfrm>
            <a:custGeom>
              <a:avLst/>
              <a:gdLst>
                <a:gd name="T0" fmla="*/ 738 w 743"/>
                <a:gd name="T1" fmla="*/ 315 h 797"/>
                <a:gd name="T2" fmla="*/ 390 w 743"/>
                <a:gd name="T3" fmla="*/ 0 h 797"/>
                <a:gd name="T4" fmla="*/ 0 w 743"/>
                <a:gd name="T5" fmla="*/ 373 h 797"/>
                <a:gd name="T6" fmla="*/ 456 w 743"/>
                <a:gd name="T7" fmla="*/ 796 h 797"/>
                <a:gd name="T8" fmla="*/ 713 w 743"/>
                <a:gd name="T9" fmla="*/ 755 h 797"/>
                <a:gd name="T10" fmla="*/ 726 w 743"/>
                <a:gd name="T11" fmla="*/ 751 h 797"/>
                <a:gd name="T12" fmla="*/ 726 w 743"/>
                <a:gd name="T13" fmla="*/ 651 h 797"/>
                <a:gd name="T14" fmla="*/ 705 w 743"/>
                <a:gd name="T15" fmla="*/ 660 h 797"/>
                <a:gd name="T16" fmla="*/ 543 w 743"/>
                <a:gd name="T17" fmla="*/ 684 h 797"/>
                <a:gd name="T18" fmla="*/ 232 w 743"/>
                <a:gd name="T19" fmla="*/ 332 h 797"/>
                <a:gd name="T20" fmla="*/ 742 w 743"/>
                <a:gd name="T21" fmla="*/ 332 h 797"/>
                <a:gd name="T22" fmla="*/ 742 w 743"/>
                <a:gd name="T23" fmla="*/ 315 h 797"/>
                <a:gd name="T24" fmla="*/ 738 w 743"/>
                <a:gd name="T25" fmla="*/ 315 h 797"/>
                <a:gd name="T26" fmla="*/ 386 w 743"/>
                <a:gd name="T27" fmla="*/ 83 h 797"/>
                <a:gd name="T28" fmla="*/ 531 w 743"/>
                <a:gd name="T29" fmla="*/ 236 h 797"/>
                <a:gd name="T30" fmla="*/ 228 w 743"/>
                <a:gd name="T31" fmla="*/ 236 h 797"/>
                <a:gd name="T32" fmla="*/ 386 w 743"/>
                <a:gd name="T33" fmla="*/ 83 h 7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743" h="797">
                  <a:moveTo>
                    <a:pt x="738" y="315"/>
                  </a:moveTo>
                  <a:cubicBezTo>
                    <a:pt x="738" y="104"/>
                    <a:pt x="622" y="0"/>
                    <a:pt x="390" y="0"/>
                  </a:cubicBezTo>
                  <a:cubicBezTo>
                    <a:pt x="128" y="0"/>
                    <a:pt x="0" y="124"/>
                    <a:pt x="0" y="373"/>
                  </a:cubicBezTo>
                  <a:cubicBezTo>
                    <a:pt x="0" y="639"/>
                    <a:pt x="170" y="796"/>
                    <a:pt x="456" y="796"/>
                  </a:cubicBezTo>
                  <a:cubicBezTo>
                    <a:pt x="581" y="796"/>
                    <a:pt x="676" y="763"/>
                    <a:pt x="713" y="755"/>
                  </a:cubicBezTo>
                  <a:lnTo>
                    <a:pt x="726" y="751"/>
                  </a:lnTo>
                  <a:lnTo>
                    <a:pt x="726" y="651"/>
                  </a:lnTo>
                  <a:lnTo>
                    <a:pt x="705" y="660"/>
                  </a:lnTo>
                  <a:cubicBezTo>
                    <a:pt x="672" y="672"/>
                    <a:pt x="610" y="684"/>
                    <a:pt x="543" y="684"/>
                  </a:cubicBezTo>
                  <a:cubicBezTo>
                    <a:pt x="319" y="684"/>
                    <a:pt x="236" y="498"/>
                    <a:pt x="232" y="332"/>
                  </a:cubicBezTo>
                  <a:cubicBezTo>
                    <a:pt x="261" y="332"/>
                    <a:pt x="742" y="332"/>
                    <a:pt x="742" y="332"/>
                  </a:cubicBezTo>
                  <a:lnTo>
                    <a:pt x="742" y="315"/>
                  </a:lnTo>
                  <a:lnTo>
                    <a:pt x="738" y="315"/>
                  </a:lnTo>
                  <a:close/>
                  <a:moveTo>
                    <a:pt x="386" y="83"/>
                  </a:moveTo>
                  <a:cubicBezTo>
                    <a:pt x="498" y="83"/>
                    <a:pt x="527" y="166"/>
                    <a:pt x="531" y="236"/>
                  </a:cubicBezTo>
                  <a:cubicBezTo>
                    <a:pt x="506" y="236"/>
                    <a:pt x="257" y="236"/>
                    <a:pt x="228" y="236"/>
                  </a:cubicBezTo>
                  <a:cubicBezTo>
                    <a:pt x="232" y="183"/>
                    <a:pt x="269" y="83"/>
                    <a:pt x="386" y="83"/>
                  </a:cubicBezTo>
                  <a:close/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86" name="Freeform 16">
              <a:extLst>
                <a:ext uri="{FF2B5EF4-FFF2-40B4-BE49-F238E27FC236}">
                  <a16:creationId xmlns:a16="http://schemas.microsoft.com/office/drawing/2014/main" id="{5DA571E1-6F5E-44FD-AA33-AA301120462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10175" y="4071938"/>
              <a:ext cx="314325" cy="409575"/>
            </a:xfrm>
            <a:custGeom>
              <a:avLst/>
              <a:gdLst>
                <a:gd name="T0" fmla="*/ 634 w 872"/>
                <a:gd name="T1" fmla="*/ 357 h 1138"/>
                <a:gd name="T2" fmla="*/ 348 w 872"/>
                <a:gd name="T3" fmla="*/ 523 h 1138"/>
                <a:gd name="T4" fmla="*/ 348 w 872"/>
                <a:gd name="T5" fmla="*/ 0 h 1138"/>
                <a:gd name="T6" fmla="*/ 332 w 872"/>
                <a:gd name="T7" fmla="*/ 4 h 1138"/>
                <a:gd name="T8" fmla="*/ 0 w 872"/>
                <a:gd name="T9" fmla="*/ 46 h 1138"/>
                <a:gd name="T10" fmla="*/ 0 w 872"/>
                <a:gd name="T11" fmla="*/ 104 h 1138"/>
                <a:gd name="T12" fmla="*/ 16 w 872"/>
                <a:gd name="T13" fmla="*/ 104 h 1138"/>
                <a:gd name="T14" fmla="*/ 141 w 872"/>
                <a:gd name="T15" fmla="*/ 233 h 1138"/>
                <a:gd name="T16" fmla="*/ 141 w 872"/>
                <a:gd name="T17" fmla="*/ 1137 h 1138"/>
                <a:gd name="T18" fmla="*/ 348 w 872"/>
                <a:gd name="T19" fmla="*/ 1137 h 1138"/>
                <a:gd name="T20" fmla="*/ 348 w 872"/>
                <a:gd name="T21" fmla="*/ 747 h 1138"/>
                <a:gd name="T22" fmla="*/ 547 w 872"/>
                <a:gd name="T23" fmla="*/ 494 h 1138"/>
                <a:gd name="T24" fmla="*/ 663 w 872"/>
                <a:gd name="T25" fmla="*/ 660 h 1138"/>
                <a:gd name="T26" fmla="*/ 663 w 872"/>
                <a:gd name="T27" fmla="*/ 1137 h 1138"/>
                <a:gd name="T28" fmla="*/ 871 w 872"/>
                <a:gd name="T29" fmla="*/ 1137 h 1138"/>
                <a:gd name="T30" fmla="*/ 871 w 872"/>
                <a:gd name="T31" fmla="*/ 635 h 1138"/>
                <a:gd name="T32" fmla="*/ 634 w 872"/>
                <a:gd name="T33" fmla="*/ 357 h 1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872" h="1138">
                  <a:moveTo>
                    <a:pt x="634" y="357"/>
                  </a:moveTo>
                  <a:cubicBezTo>
                    <a:pt x="481" y="357"/>
                    <a:pt x="394" y="452"/>
                    <a:pt x="348" y="523"/>
                  </a:cubicBezTo>
                  <a:cubicBezTo>
                    <a:pt x="348" y="440"/>
                    <a:pt x="348" y="0"/>
                    <a:pt x="348" y="0"/>
                  </a:cubicBezTo>
                  <a:lnTo>
                    <a:pt x="332" y="4"/>
                  </a:lnTo>
                  <a:lnTo>
                    <a:pt x="0" y="46"/>
                  </a:lnTo>
                  <a:lnTo>
                    <a:pt x="0" y="104"/>
                  </a:lnTo>
                  <a:lnTo>
                    <a:pt x="16" y="104"/>
                  </a:lnTo>
                  <a:cubicBezTo>
                    <a:pt x="120" y="108"/>
                    <a:pt x="141" y="133"/>
                    <a:pt x="141" y="233"/>
                  </a:cubicBezTo>
                  <a:lnTo>
                    <a:pt x="141" y="1137"/>
                  </a:lnTo>
                  <a:lnTo>
                    <a:pt x="348" y="1137"/>
                  </a:lnTo>
                  <a:lnTo>
                    <a:pt x="348" y="747"/>
                  </a:lnTo>
                  <a:cubicBezTo>
                    <a:pt x="348" y="606"/>
                    <a:pt x="456" y="494"/>
                    <a:pt x="547" y="494"/>
                  </a:cubicBezTo>
                  <a:cubicBezTo>
                    <a:pt x="663" y="494"/>
                    <a:pt x="663" y="581"/>
                    <a:pt x="663" y="660"/>
                  </a:cubicBezTo>
                  <a:lnTo>
                    <a:pt x="663" y="1137"/>
                  </a:lnTo>
                  <a:lnTo>
                    <a:pt x="871" y="1137"/>
                  </a:lnTo>
                  <a:lnTo>
                    <a:pt x="871" y="635"/>
                  </a:lnTo>
                  <a:cubicBezTo>
                    <a:pt x="871" y="552"/>
                    <a:pt x="871" y="357"/>
                    <a:pt x="634" y="357"/>
                  </a:cubicBez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87" name="Freeform 17">
              <a:extLst>
                <a:ext uri="{FF2B5EF4-FFF2-40B4-BE49-F238E27FC236}">
                  <a16:creationId xmlns:a16="http://schemas.microsoft.com/office/drawing/2014/main" id="{8A783239-18B5-4286-9249-829D8BF8316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94350" y="4200525"/>
              <a:ext cx="266700" cy="287338"/>
            </a:xfrm>
            <a:custGeom>
              <a:avLst/>
              <a:gdLst>
                <a:gd name="T0" fmla="*/ 742 w 743"/>
                <a:gd name="T1" fmla="*/ 315 h 797"/>
                <a:gd name="T2" fmla="*/ 394 w 743"/>
                <a:gd name="T3" fmla="*/ 0 h 797"/>
                <a:gd name="T4" fmla="*/ 0 w 743"/>
                <a:gd name="T5" fmla="*/ 373 h 797"/>
                <a:gd name="T6" fmla="*/ 456 w 743"/>
                <a:gd name="T7" fmla="*/ 796 h 797"/>
                <a:gd name="T8" fmla="*/ 713 w 743"/>
                <a:gd name="T9" fmla="*/ 755 h 797"/>
                <a:gd name="T10" fmla="*/ 726 w 743"/>
                <a:gd name="T11" fmla="*/ 751 h 797"/>
                <a:gd name="T12" fmla="*/ 726 w 743"/>
                <a:gd name="T13" fmla="*/ 651 h 797"/>
                <a:gd name="T14" fmla="*/ 705 w 743"/>
                <a:gd name="T15" fmla="*/ 660 h 797"/>
                <a:gd name="T16" fmla="*/ 543 w 743"/>
                <a:gd name="T17" fmla="*/ 684 h 797"/>
                <a:gd name="T18" fmla="*/ 232 w 743"/>
                <a:gd name="T19" fmla="*/ 332 h 797"/>
                <a:gd name="T20" fmla="*/ 742 w 743"/>
                <a:gd name="T21" fmla="*/ 332 h 797"/>
                <a:gd name="T22" fmla="*/ 742 w 743"/>
                <a:gd name="T23" fmla="*/ 315 h 797"/>
                <a:gd name="T24" fmla="*/ 386 w 743"/>
                <a:gd name="T25" fmla="*/ 83 h 797"/>
                <a:gd name="T26" fmla="*/ 531 w 743"/>
                <a:gd name="T27" fmla="*/ 236 h 797"/>
                <a:gd name="T28" fmla="*/ 228 w 743"/>
                <a:gd name="T29" fmla="*/ 236 h 797"/>
                <a:gd name="T30" fmla="*/ 386 w 743"/>
                <a:gd name="T31" fmla="*/ 83 h 7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743" h="797">
                  <a:moveTo>
                    <a:pt x="742" y="315"/>
                  </a:moveTo>
                  <a:cubicBezTo>
                    <a:pt x="742" y="104"/>
                    <a:pt x="626" y="0"/>
                    <a:pt x="394" y="0"/>
                  </a:cubicBezTo>
                  <a:cubicBezTo>
                    <a:pt x="133" y="0"/>
                    <a:pt x="0" y="124"/>
                    <a:pt x="0" y="373"/>
                  </a:cubicBezTo>
                  <a:cubicBezTo>
                    <a:pt x="0" y="639"/>
                    <a:pt x="170" y="796"/>
                    <a:pt x="456" y="796"/>
                  </a:cubicBezTo>
                  <a:cubicBezTo>
                    <a:pt x="581" y="796"/>
                    <a:pt x="676" y="763"/>
                    <a:pt x="713" y="755"/>
                  </a:cubicBezTo>
                  <a:lnTo>
                    <a:pt x="726" y="751"/>
                  </a:lnTo>
                  <a:lnTo>
                    <a:pt x="726" y="651"/>
                  </a:lnTo>
                  <a:lnTo>
                    <a:pt x="705" y="660"/>
                  </a:lnTo>
                  <a:cubicBezTo>
                    <a:pt x="672" y="672"/>
                    <a:pt x="610" y="684"/>
                    <a:pt x="543" y="684"/>
                  </a:cubicBezTo>
                  <a:cubicBezTo>
                    <a:pt x="319" y="684"/>
                    <a:pt x="236" y="498"/>
                    <a:pt x="232" y="332"/>
                  </a:cubicBezTo>
                  <a:cubicBezTo>
                    <a:pt x="261" y="332"/>
                    <a:pt x="742" y="332"/>
                    <a:pt x="742" y="332"/>
                  </a:cubicBezTo>
                  <a:lnTo>
                    <a:pt x="742" y="315"/>
                  </a:lnTo>
                  <a:close/>
                  <a:moveTo>
                    <a:pt x="386" y="83"/>
                  </a:moveTo>
                  <a:cubicBezTo>
                    <a:pt x="498" y="83"/>
                    <a:pt x="527" y="166"/>
                    <a:pt x="531" y="236"/>
                  </a:cubicBezTo>
                  <a:cubicBezTo>
                    <a:pt x="506" y="236"/>
                    <a:pt x="257" y="236"/>
                    <a:pt x="228" y="236"/>
                  </a:cubicBezTo>
                  <a:cubicBezTo>
                    <a:pt x="236" y="183"/>
                    <a:pt x="270" y="83"/>
                    <a:pt x="386" y="83"/>
                  </a:cubicBezTo>
                  <a:close/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88" name="Freeform 18">
              <a:extLst>
                <a:ext uri="{FF2B5EF4-FFF2-40B4-BE49-F238E27FC236}">
                  <a16:creationId xmlns:a16="http://schemas.microsoft.com/office/drawing/2014/main" id="{779A855E-5C63-4836-927D-4F009B99579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64113" y="4121150"/>
              <a:ext cx="212725" cy="366713"/>
            </a:xfrm>
            <a:custGeom>
              <a:avLst/>
              <a:gdLst>
                <a:gd name="T0" fmla="*/ 141 w 589"/>
                <a:gd name="T1" fmla="*/ 237 h 1017"/>
                <a:gd name="T2" fmla="*/ 0 w 589"/>
                <a:gd name="T3" fmla="*/ 237 h 1017"/>
                <a:gd name="T4" fmla="*/ 0 w 589"/>
                <a:gd name="T5" fmla="*/ 328 h 1017"/>
                <a:gd name="T6" fmla="*/ 141 w 589"/>
                <a:gd name="T7" fmla="*/ 328 h 1017"/>
                <a:gd name="T8" fmla="*/ 141 w 589"/>
                <a:gd name="T9" fmla="*/ 797 h 1017"/>
                <a:gd name="T10" fmla="*/ 427 w 589"/>
                <a:gd name="T11" fmla="*/ 1016 h 1017"/>
                <a:gd name="T12" fmla="*/ 551 w 589"/>
                <a:gd name="T13" fmla="*/ 1004 h 1017"/>
                <a:gd name="T14" fmla="*/ 564 w 589"/>
                <a:gd name="T15" fmla="*/ 1004 h 1017"/>
                <a:gd name="T16" fmla="*/ 564 w 589"/>
                <a:gd name="T17" fmla="*/ 909 h 1017"/>
                <a:gd name="T18" fmla="*/ 547 w 589"/>
                <a:gd name="T19" fmla="*/ 913 h 1017"/>
                <a:gd name="T20" fmla="*/ 485 w 589"/>
                <a:gd name="T21" fmla="*/ 917 h 1017"/>
                <a:gd name="T22" fmla="*/ 352 w 589"/>
                <a:gd name="T23" fmla="*/ 772 h 1017"/>
                <a:gd name="T24" fmla="*/ 352 w 589"/>
                <a:gd name="T25" fmla="*/ 328 h 1017"/>
                <a:gd name="T26" fmla="*/ 588 w 589"/>
                <a:gd name="T27" fmla="*/ 328 h 1017"/>
                <a:gd name="T28" fmla="*/ 588 w 589"/>
                <a:gd name="T29" fmla="*/ 237 h 1017"/>
                <a:gd name="T30" fmla="*/ 352 w 589"/>
                <a:gd name="T31" fmla="*/ 237 h 1017"/>
                <a:gd name="T32" fmla="*/ 352 w 589"/>
                <a:gd name="T33" fmla="*/ 0 h 1017"/>
                <a:gd name="T34" fmla="*/ 141 w 589"/>
                <a:gd name="T35" fmla="*/ 0 h 1017"/>
                <a:gd name="T36" fmla="*/ 141 w 589"/>
                <a:gd name="T37" fmla="*/ 237 h 10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89" h="1017">
                  <a:moveTo>
                    <a:pt x="141" y="237"/>
                  </a:moveTo>
                  <a:lnTo>
                    <a:pt x="0" y="237"/>
                  </a:lnTo>
                  <a:lnTo>
                    <a:pt x="0" y="328"/>
                  </a:lnTo>
                  <a:lnTo>
                    <a:pt x="141" y="328"/>
                  </a:lnTo>
                  <a:lnTo>
                    <a:pt x="141" y="797"/>
                  </a:lnTo>
                  <a:cubicBezTo>
                    <a:pt x="141" y="1000"/>
                    <a:pt x="270" y="1016"/>
                    <a:pt x="427" y="1016"/>
                  </a:cubicBezTo>
                  <a:cubicBezTo>
                    <a:pt x="464" y="1016"/>
                    <a:pt x="505" y="1012"/>
                    <a:pt x="551" y="1004"/>
                  </a:cubicBezTo>
                  <a:lnTo>
                    <a:pt x="564" y="1004"/>
                  </a:lnTo>
                  <a:lnTo>
                    <a:pt x="564" y="909"/>
                  </a:lnTo>
                  <a:lnTo>
                    <a:pt x="547" y="913"/>
                  </a:lnTo>
                  <a:cubicBezTo>
                    <a:pt x="530" y="917"/>
                    <a:pt x="510" y="917"/>
                    <a:pt x="485" y="917"/>
                  </a:cubicBezTo>
                  <a:cubicBezTo>
                    <a:pt x="360" y="917"/>
                    <a:pt x="352" y="880"/>
                    <a:pt x="352" y="772"/>
                  </a:cubicBezTo>
                  <a:lnTo>
                    <a:pt x="352" y="328"/>
                  </a:lnTo>
                  <a:lnTo>
                    <a:pt x="588" y="328"/>
                  </a:lnTo>
                  <a:lnTo>
                    <a:pt x="588" y="237"/>
                  </a:lnTo>
                  <a:lnTo>
                    <a:pt x="352" y="237"/>
                  </a:lnTo>
                  <a:lnTo>
                    <a:pt x="352" y="0"/>
                  </a:lnTo>
                  <a:lnTo>
                    <a:pt x="141" y="0"/>
                  </a:lnTo>
                  <a:lnTo>
                    <a:pt x="141" y="237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89" name="Freeform 19">
              <a:extLst>
                <a:ext uri="{FF2B5EF4-FFF2-40B4-BE49-F238E27FC236}">
                  <a16:creationId xmlns:a16="http://schemas.microsoft.com/office/drawing/2014/main" id="{AC178BB8-2394-495B-8CE7-0EF10E807EC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49963" y="4087813"/>
              <a:ext cx="450850" cy="395287"/>
            </a:xfrm>
            <a:custGeom>
              <a:avLst/>
              <a:gdLst>
                <a:gd name="T0" fmla="*/ 1245 w 1254"/>
                <a:gd name="T1" fmla="*/ 0 h 1096"/>
                <a:gd name="T2" fmla="*/ 1033 w 1254"/>
                <a:gd name="T3" fmla="*/ 0 h 1096"/>
                <a:gd name="T4" fmla="*/ 1033 w 1254"/>
                <a:gd name="T5" fmla="*/ 829 h 1096"/>
                <a:gd name="T6" fmla="*/ 485 w 1254"/>
                <a:gd name="T7" fmla="*/ 0 h 1096"/>
                <a:gd name="T8" fmla="*/ 0 w 1254"/>
                <a:gd name="T9" fmla="*/ 0 h 1096"/>
                <a:gd name="T10" fmla="*/ 0 w 1254"/>
                <a:gd name="T11" fmla="*/ 62 h 1096"/>
                <a:gd name="T12" fmla="*/ 42 w 1254"/>
                <a:gd name="T13" fmla="*/ 70 h 1096"/>
                <a:gd name="T14" fmla="*/ 178 w 1254"/>
                <a:gd name="T15" fmla="*/ 220 h 1096"/>
                <a:gd name="T16" fmla="*/ 178 w 1254"/>
                <a:gd name="T17" fmla="*/ 1095 h 1096"/>
                <a:gd name="T18" fmla="*/ 403 w 1254"/>
                <a:gd name="T19" fmla="*/ 1095 h 1096"/>
                <a:gd name="T20" fmla="*/ 403 w 1254"/>
                <a:gd name="T21" fmla="*/ 228 h 1096"/>
                <a:gd name="T22" fmla="*/ 975 w 1254"/>
                <a:gd name="T23" fmla="*/ 1095 h 1096"/>
                <a:gd name="T24" fmla="*/ 1253 w 1254"/>
                <a:gd name="T25" fmla="*/ 1095 h 1096"/>
                <a:gd name="T26" fmla="*/ 1253 w 1254"/>
                <a:gd name="T27" fmla="*/ 0 h 1096"/>
                <a:gd name="T28" fmla="*/ 1245 w 1254"/>
                <a:gd name="T29" fmla="*/ 0 h 10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54" h="1096">
                  <a:moveTo>
                    <a:pt x="1245" y="0"/>
                  </a:moveTo>
                  <a:lnTo>
                    <a:pt x="1033" y="0"/>
                  </a:lnTo>
                  <a:cubicBezTo>
                    <a:pt x="1033" y="0"/>
                    <a:pt x="1033" y="751"/>
                    <a:pt x="1033" y="829"/>
                  </a:cubicBezTo>
                  <a:cubicBezTo>
                    <a:pt x="992" y="763"/>
                    <a:pt x="485" y="0"/>
                    <a:pt x="485" y="0"/>
                  </a:cubicBezTo>
                  <a:lnTo>
                    <a:pt x="0" y="0"/>
                  </a:lnTo>
                  <a:lnTo>
                    <a:pt x="0" y="62"/>
                  </a:lnTo>
                  <a:lnTo>
                    <a:pt x="42" y="70"/>
                  </a:lnTo>
                  <a:cubicBezTo>
                    <a:pt x="170" y="91"/>
                    <a:pt x="178" y="95"/>
                    <a:pt x="178" y="220"/>
                  </a:cubicBezTo>
                  <a:lnTo>
                    <a:pt x="178" y="1095"/>
                  </a:lnTo>
                  <a:lnTo>
                    <a:pt x="403" y="1095"/>
                  </a:lnTo>
                  <a:cubicBezTo>
                    <a:pt x="403" y="1095"/>
                    <a:pt x="403" y="307"/>
                    <a:pt x="403" y="228"/>
                  </a:cubicBezTo>
                  <a:cubicBezTo>
                    <a:pt x="448" y="294"/>
                    <a:pt x="975" y="1095"/>
                    <a:pt x="975" y="1095"/>
                  </a:cubicBezTo>
                  <a:lnTo>
                    <a:pt x="1253" y="1095"/>
                  </a:lnTo>
                  <a:lnTo>
                    <a:pt x="1253" y="0"/>
                  </a:lnTo>
                  <a:lnTo>
                    <a:pt x="1245" y="0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90" name="Freeform 20">
              <a:extLst>
                <a:ext uri="{FF2B5EF4-FFF2-40B4-BE49-F238E27FC236}">
                  <a16:creationId xmlns:a16="http://schemas.microsoft.com/office/drawing/2014/main" id="{BAE0FA7D-59D2-45BA-B10E-18134EFB9CD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73838" y="4200525"/>
              <a:ext cx="266700" cy="287338"/>
            </a:xfrm>
            <a:custGeom>
              <a:avLst/>
              <a:gdLst>
                <a:gd name="T0" fmla="*/ 390 w 740"/>
                <a:gd name="T1" fmla="*/ 0 h 797"/>
                <a:gd name="T2" fmla="*/ 0 w 740"/>
                <a:gd name="T3" fmla="*/ 373 h 797"/>
                <a:gd name="T4" fmla="*/ 456 w 740"/>
                <a:gd name="T5" fmla="*/ 796 h 797"/>
                <a:gd name="T6" fmla="*/ 714 w 740"/>
                <a:gd name="T7" fmla="*/ 755 h 797"/>
                <a:gd name="T8" fmla="*/ 726 w 740"/>
                <a:gd name="T9" fmla="*/ 751 h 797"/>
                <a:gd name="T10" fmla="*/ 726 w 740"/>
                <a:gd name="T11" fmla="*/ 651 h 797"/>
                <a:gd name="T12" fmla="*/ 705 w 740"/>
                <a:gd name="T13" fmla="*/ 660 h 797"/>
                <a:gd name="T14" fmla="*/ 539 w 740"/>
                <a:gd name="T15" fmla="*/ 684 h 797"/>
                <a:gd name="T16" fmla="*/ 228 w 740"/>
                <a:gd name="T17" fmla="*/ 332 h 797"/>
                <a:gd name="T18" fmla="*/ 739 w 740"/>
                <a:gd name="T19" fmla="*/ 332 h 797"/>
                <a:gd name="T20" fmla="*/ 739 w 740"/>
                <a:gd name="T21" fmla="*/ 315 h 797"/>
                <a:gd name="T22" fmla="*/ 390 w 740"/>
                <a:gd name="T23" fmla="*/ 0 h 797"/>
                <a:gd name="T24" fmla="*/ 386 w 740"/>
                <a:gd name="T25" fmla="*/ 83 h 797"/>
                <a:gd name="T26" fmla="*/ 531 w 740"/>
                <a:gd name="T27" fmla="*/ 236 h 797"/>
                <a:gd name="T28" fmla="*/ 228 w 740"/>
                <a:gd name="T29" fmla="*/ 236 h 797"/>
                <a:gd name="T30" fmla="*/ 386 w 740"/>
                <a:gd name="T31" fmla="*/ 83 h 7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740" h="797">
                  <a:moveTo>
                    <a:pt x="390" y="0"/>
                  </a:moveTo>
                  <a:cubicBezTo>
                    <a:pt x="129" y="0"/>
                    <a:pt x="0" y="124"/>
                    <a:pt x="0" y="373"/>
                  </a:cubicBezTo>
                  <a:cubicBezTo>
                    <a:pt x="0" y="639"/>
                    <a:pt x="170" y="796"/>
                    <a:pt x="456" y="796"/>
                  </a:cubicBezTo>
                  <a:cubicBezTo>
                    <a:pt x="581" y="796"/>
                    <a:pt x="676" y="767"/>
                    <a:pt x="714" y="755"/>
                  </a:cubicBezTo>
                  <a:lnTo>
                    <a:pt x="726" y="751"/>
                  </a:lnTo>
                  <a:lnTo>
                    <a:pt x="726" y="651"/>
                  </a:lnTo>
                  <a:lnTo>
                    <a:pt x="705" y="660"/>
                  </a:lnTo>
                  <a:cubicBezTo>
                    <a:pt x="672" y="672"/>
                    <a:pt x="610" y="684"/>
                    <a:pt x="539" y="684"/>
                  </a:cubicBezTo>
                  <a:cubicBezTo>
                    <a:pt x="315" y="684"/>
                    <a:pt x="232" y="498"/>
                    <a:pt x="228" y="332"/>
                  </a:cubicBezTo>
                  <a:lnTo>
                    <a:pt x="739" y="332"/>
                  </a:lnTo>
                  <a:lnTo>
                    <a:pt x="739" y="315"/>
                  </a:lnTo>
                  <a:cubicBezTo>
                    <a:pt x="739" y="104"/>
                    <a:pt x="622" y="0"/>
                    <a:pt x="390" y="0"/>
                  </a:cubicBezTo>
                  <a:close/>
                  <a:moveTo>
                    <a:pt x="386" y="83"/>
                  </a:moveTo>
                  <a:cubicBezTo>
                    <a:pt x="498" y="83"/>
                    <a:pt x="527" y="162"/>
                    <a:pt x="531" y="236"/>
                  </a:cubicBezTo>
                  <a:lnTo>
                    <a:pt x="228" y="236"/>
                  </a:lnTo>
                  <a:cubicBezTo>
                    <a:pt x="232" y="187"/>
                    <a:pt x="270" y="83"/>
                    <a:pt x="386" y="83"/>
                  </a:cubicBezTo>
                  <a:close/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94" name="Freeform 21">
              <a:extLst>
                <a:ext uri="{FF2B5EF4-FFF2-40B4-BE49-F238E27FC236}">
                  <a16:creationId xmlns:a16="http://schemas.microsoft.com/office/drawing/2014/main" id="{046260FB-FF8D-4FC7-BCB2-4E9C22CBDE7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204075" y="4121150"/>
              <a:ext cx="212725" cy="366713"/>
            </a:xfrm>
            <a:custGeom>
              <a:avLst/>
              <a:gdLst>
                <a:gd name="T0" fmla="*/ 141 w 590"/>
                <a:gd name="T1" fmla="*/ 237 h 1017"/>
                <a:gd name="T2" fmla="*/ 0 w 590"/>
                <a:gd name="T3" fmla="*/ 237 h 1017"/>
                <a:gd name="T4" fmla="*/ 0 w 590"/>
                <a:gd name="T5" fmla="*/ 328 h 1017"/>
                <a:gd name="T6" fmla="*/ 141 w 590"/>
                <a:gd name="T7" fmla="*/ 328 h 1017"/>
                <a:gd name="T8" fmla="*/ 141 w 590"/>
                <a:gd name="T9" fmla="*/ 797 h 1017"/>
                <a:gd name="T10" fmla="*/ 427 w 590"/>
                <a:gd name="T11" fmla="*/ 1016 h 1017"/>
                <a:gd name="T12" fmla="*/ 551 w 590"/>
                <a:gd name="T13" fmla="*/ 1004 h 1017"/>
                <a:gd name="T14" fmla="*/ 564 w 590"/>
                <a:gd name="T15" fmla="*/ 1004 h 1017"/>
                <a:gd name="T16" fmla="*/ 564 w 590"/>
                <a:gd name="T17" fmla="*/ 909 h 1017"/>
                <a:gd name="T18" fmla="*/ 547 w 590"/>
                <a:gd name="T19" fmla="*/ 913 h 1017"/>
                <a:gd name="T20" fmla="*/ 485 w 590"/>
                <a:gd name="T21" fmla="*/ 917 h 1017"/>
                <a:gd name="T22" fmla="*/ 352 w 590"/>
                <a:gd name="T23" fmla="*/ 772 h 1017"/>
                <a:gd name="T24" fmla="*/ 352 w 590"/>
                <a:gd name="T25" fmla="*/ 328 h 1017"/>
                <a:gd name="T26" fmla="*/ 589 w 590"/>
                <a:gd name="T27" fmla="*/ 328 h 1017"/>
                <a:gd name="T28" fmla="*/ 589 w 590"/>
                <a:gd name="T29" fmla="*/ 237 h 1017"/>
                <a:gd name="T30" fmla="*/ 352 w 590"/>
                <a:gd name="T31" fmla="*/ 237 h 1017"/>
                <a:gd name="T32" fmla="*/ 352 w 590"/>
                <a:gd name="T33" fmla="*/ 0 h 1017"/>
                <a:gd name="T34" fmla="*/ 141 w 590"/>
                <a:gd name="T35" fmla="*/ 0 h 1017"/>
                <a:gd name="T36" fmla="*/ 141 w 590"/>
                <a:gd name="T37" fmla="*/ 237 h 10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90" h="1017">
                  <a:moveTo>
                    <a:pt x="141" y="237"/>
                  </a:moveTo>
                  <a:lnTo>
                    <a:pt x="0" y="237"/>
                  </a:lnTo>
                  <a:lnTo>
                    <a:pt x="0" y="328"/>
                  </a:lnTo>
                  <a:lnTo>
                    <a:pt x="141" y="328"/>
                  </a:lnTo>
                  <a:lnTo>
                    <a:pt x="141" y="797"/>
                  </a:lnTo>
                  <a:cubicBezTo>
                    <a:pt x="141" y="1000"/>
                    <a:pt x="269" y="1016"/>
                    <a:pt x="427" y="1016"/>
                  </a:cubicBezTo>
                  <a:cubicBezTo>
                    <a:pt x="464" y="1016"/>
                    <a:pt x="506" y="1012"/>
                    <a:pt x="551" y="1004"/>
                  </a:cubicBezTo>
                  <a:lnTo>
                    <a:pt x="564" y="1004"/>
                  </a:lnTo>
                  <a:lnTo>
                    <a:pt x="564" y="909"/>
                  </a:lnTo>
                  <a:lnTo>
                    <a:pt x="547" y="913"/>
                  </a:lnTo>
                  <a:cubicBezTo>
                    <a:pt x="531" y="917"/>
                    <a:pt x="510" y="917"/>
                    <a:pt x="485" y="917"/>
                  </a:cubicBezTo>
                  <a:cubicBezTo>
                    <a:pt x="361" y="917"/>
                    <a:pt x="352" y="880"/>
                    <a:pt x="352" y="772"/>
                  </a:cubicBezTo>
                  <a:lnTo>
                    <a:pt x="352" y="328"/>
                  </a:lnTo>
                  <a:lnTo>
                    <a:pt x="589" y="328"/>
                  </a:lnTo>
                  <a:lnTo>
                    <a:pt x="589" y="237"/>
                  </a:lnTo>
                  <a:lnTo>
                    <a:pt x="352" y="237"/>
                  </a:lnTo>
                  <a:lnTo>
                    <a:pt x="352" y="0"/>
                  </a:lnTo>
                  <a:lnTo>
                    <a:pt x="141" y="0"/>
                  </a:lnTo>
                  <a:lnTo>
                    <a:pt x="141" y="237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95" name="Freeform 22">
              <a:extLst>
                <a:ext uri="{FF2B5EF4-FFF2-40B4-BE49-F238E27FC236}">
                  <a16:creationId xmlns:a16="http://schemas.microsoft.com/office/drawing/2014/main" id="{4B01A9DB-8ABF-44F7-9CA3-DFB04D7DC9C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50063" y="4206875"/>
              <a:ext cx="331787" cy="274638"/>
            </a:xfrm>
            <a:custGeom>
              <a:avLst/>
              <a:gdLst>
                <a:gd name="T0" fmla="*/ 705 w 921"/>
                <a:gd name="T1" fmla="*/ 248 h 764"/>
                <a:gd name="T2" fmla="*/ 920 w 921"/>
                <a:gd name="T3" fmla="*/ 0 h 764"/>
                <a:gd name="T4" fmla="*/ 701 w 921"/>
                <a:gd name="T5" fmla="*/ 0 h 764"/>
                <a:gd name="T6" fmla="*/ 497 w 921"/>
                <a:gd name="T7" fmla="*/ 236 h 764"/>
                <a:gd name="T8" fmla="*/ 319 w 921"/>
                <a:gd name="T9" fmla="*/ 0 h 764"/>
                <a:gd name="T10" fmla="*/ 0 w 921"/>
                <a:gd name="T11" fmla="*/ 0 h 764"/>
                <a:gd name="T12" fmla="*/ 0 w 921"/>
                <a:gd name="T13" fmla="*/ 62 h 764"/>
                <a:gd name="T14" fmla="*/ 12 w 921"/>
                <a:gd name="T15" fmla="*/ 62 h 764"/>
                <a:gd name="T16" fmla="*/ 211 w 921"/>
                <a:gd name="T17" fmla="*/ 178 h 764"/>
                <a:gd name="T18" fmla="*/ 344 w 921"/>
                <a:gd name="T19" fmla="*/ 352 h 764"/>
                <a:gd name="T20" fmla="*/ 128 w 921"/>
                <a:gd name="T21" fmla="*/ 601 h 764"/>
                <a:gd name="T22" fmla="*/ 348 w 921"/>
                <a:gd name="T23" fmla="*/ 601 h 764"/>
                <a:gd name="T24" fmla="*/ 443 w 921"/>
                <a:gd name="T25" fmla="*/ 489 h 764"/>
                <a:gd name="T26" fmla="*/ 651 w 921"/>
                <a:gd name="T27" fmla="*/ 763 h 764"/>
                <a:gd name="T28" fmla="*/ 900 w 921"/>
                <a:gd name="T29" fmla="*/ 763 h 764"/>
                <a:gd name="T30" fmla="*/ 506 w 921"/>
                <a:gd name="T31" fmla="*/ 248 h 764"/>
                <a:gd name="T32" fmla="*/ 705 w 921"/>
                <a:gd name="T33" fmla="*/ 248 h 76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921" h="764">
                  <a:moveTo>
                    <a:pt x="705" y="248"/>
                  </a:moveTo>
                  <a:lnTo>
                    <a:pt x="920" y="0"/>
                  </a:lnTo>
                  <a:lnTo>
                    <a:pt x="701" y="0"/>
                  </a:lnTo>
                  <a:lnTo>
                    <a:pt x="497" y="236"/>
                  </a:lnTo>
                  <a:lnTo>
                    <a:pt x="319" y="0"/>
                  </a:lnTo>
                  <a:lnTo>
                    <a:pt x="0" y="0"/>
                  </a:lnTo>
                  <a:lnTo>
                    <a:pt x="0" y="62"/>
                  </a:lnTo>
                  <a:lnTo>
                    <a:pt x="12" y="62"/>
                  </a:lnTo>
                  <a:cubicBezTo>
                    <a:pt x="120" y="70"/>
                    <a:pt x="145" y="87"/>
                    <a:pt x="211" y="178"/>
                  </a:cubicBezTo>
                  <a:lnTo>
                    <a:pt x="344" y="352"/>
                  </a:lnTo>
                  <a:lnTo>
                    <a:pt x="128" y="601"/>
                  </a:lnTo>
                  <a:lnTo>
                    <a:pt x="348" y="601"/>
                  </a:lnTo>
                  <a:lnTo>
                    <a:pt x="443" y="489"/>
                  </a:lnTo>
                  <a:lnTo>
                    <a:pt x="651" y="763"/>
                  </a:lnTo>
                  <a:lnTo>
                    <a:pt x="900" y="763"/>
                  </a:lnTo>
                  <a:lnTo>
                    <a:pt x="506" y="248"/>
                  </a:lnTo>
                  <a:lnTo>
                    <a:pt x="705" y="248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96" name="Freeform 23">
              <a:extLst>
                <a:ext uri="{FF2B5EF4-FFF2-40B4-BE49-F238E27FC236}">
                  <a16:creationId xmlns:a16="http://schemas.microsoft.com/office/drawing/2014/main" id="{8A01B638-F96C-40CF-B004-E8C37B46867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5500" y="4010025"/>
              <a:ext cx="176213" cy="111125"/>
            </a:xfrm>
            <a:custGeom>
              <a:avLst/>
              <a:gdLst>
                <a:gd name="T0" fmla="*/ 224 w 490"/>
                <a:gd name="T1" fmla="*/ 307 h 308"/>
                <a:gd name="T2" fmla="*/ 0 w 490"/>
                <a:gd name="T3" fmla="*/ 307 h 308"/>
                <a:gd name="T4" fmla="*/ 269 w 490"/>
                <a:gd name="T5" fmla="*/ 0 h 308"/>
                <a:gd name="T6" fmla="*/ 489 w 490"/>
                <a:gd name="T7" fmla="*/ 0 h 308"/>
                <a:gd name="T8" fmla="*/ 224 w 490"/>
                <a:gd name="T9" fmla="*/ 307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90" h="308">
                  <a:moveTo>
                    <a:pt x="224" y="307"/>
                  </a:moveTo>
                  <a:lnTo>
                    <a:pt x="0" y="307"/>
                  </a:lnTo>
                  <a:lnTo>
                    <a:pt x="269" y="0"/>
                  </a:lnTo>
                  <a:lnTo>
                    <a:pt x="489" y="0"/>
                  </a:lnTo>
                  <a:lnTo>
                    <a:pt x="224" y="307"/>
                  </a:lnTo>
                </a:path>
              </a:pathLst>
            </a:custGeom>
            <a:solidFill>
              <a:schemeClr val="accent2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</p:grpSp>
      <p:sp>
        <p:nvSpPr>
          <p:cNvPr id="40" name="Footer">
            <a:extLst>
              <a:ext uri="{FF2B5EF4-FFF2-40B4-BE49-F238E27FC236}">
                <a16:creationId xmlns:a16="http://schemas.microsoft.com/office/drawing/2014/main" id="{411635A3-60DB-BC40-8F1D-9692EA50CF6F}"/>
              </a:ext>
            </a:extLst>
          </p:cNvPr>
          <p:cNvSpPr txBox="1"/>
          <p:nvPr userDrawn="1"/>
        </p:nvSpPr>
        <p:spPr>
          <a:xfrm>
            <a:off x="9596421" y="6548295"/>
            <a:ext cx="2542683" cy="215444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pPr marL="0" marR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b="0" i="0" kern="1200">
                <a:solidFill>
                  <a:schemeClr val="bg1">
                    <a:lumMod val="9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Neue Haas Grotesk Text Pro" panose="020B0504020202020204" pitchFamily="34" charset="77"/>
                <a:ea typeface="+mn-ea"/>
                <a:cs typeface="+mn-cs"/>
              </a:rPr>
              <a:t>© Hitachi Vantara LLC 2023. All Rights Reserved.</a:t>
            </a:r>
          </a:p>
        </p:txBody>
      </p:sp>
      <p:sp>
        <p:nvSpPr>
          <p:cNvPr id="35" name="Subtitle 2">
            <a:extLst>
              <a:ext uri="{FF2B5EF4-FFF2-40B4-BE49-F238E27FC236}">
                <a16:creationId xmlns:a16="http://schemas.microsoft.com/office/drawing/2014/main" id="{4CBECA70-7A69-7C4D-A404-B084FAA5B2F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08465" y="3737490"/>
            <a:ext cx="5715233" cy="410369"/>
          </a:xfrm>
          <a:prstGeom prst="rect">
            <a:avLst/>
          </a:prstGeom>
          <a:effectLst/>
        </p:spPr>
        <p:txBody>
          <a:bodyPr/>
          <a:lstStyle>
            <a:lvl1pPr marL="0" marR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Wingdings" charset="2"/>
              <a:buNone/>
              <a:tabLst/>
              <a:defRPr sz="2667" b="0" i="0" cap="none" baseline="0">
                <a:solidFill>
                  <a:schemeClr val="tx1"/>
                </a:solidFill>
                <a:latin typeface="Neue Haas Grotesk Text Pro" panose="020B0504020202020204" pitchFamily="34" charset="77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Subtitle placeholder 20pt Regular</a:t>
            </a:r>
          </a:p>
        </p:txBody>
      </p:sp>
      <p:sp>
        <p:nvSpPr>
          <p:cNvPr id="42" name="Title 1">
            <a:extLst>
              <a:ext uri="{FF2B5EF4-FFF2-40B4-BE49-F238E27FC236}">
                <a16:creationId xmlns:a16="http://schemas.microsoft.com/office/drawing/2014/main" id="{9935A9F9-2BFD-FE4C-B0C7-B958D9E858E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08465" y="967698"/>
            <a:ext cx="6864479" cy="2761725"/>
          </a:xfrm>
          <a:prstGeom prst="rect">
            <a:avLst/>
          </a:prstGeom>
          <a:effectLst/>
        </p:spPr>
        <p:txBody>
          <a:bodyPr lIns="0" rIns="0" anchor="b" anchorCtr="0">
            <a:noAutofit/>
          </a:bodyPr>
          <a:lstStyle>
            <a:lvl1pPr>
              <a:lnSpc>
                <a:spcPct val="90000"/>
              </a:lnSpc>
              <a:defRPr sz="5333" b="1" i="0" cap="none" baseline="0">
                <a:solidFill>
                  <a:schemeClr val="bg1"/>
                </a:solidFill>
                <a:latin typeface="Neue Haas Grotesk Text Pro" panose="020B0504020202020204" pitchFamily="34" charset="77"/>
              </a:defRPr>
            </a:lvl1pPr>
          </a:lstStyle>
          <a:p>
            <a:r>
              <a:rPr lang="en-US"/>
              <a:t>Section Title Slide Placeholder </a:t>
            </a:r>
          </a:p>
        </p:txBody>
      </p:sp>
      <p:sp>
        <p:nvSpPr>
          <p:cNvPr id="43" name="Text Placeholder 6">
            <a:extLst>
              <a:ext uri="{FF2B5EF4-FFF2-40B4-BE49-F238E27FC236}">
                <a16:creationId xmlns:a16="http://schemas.microsoft.com/office/drawing/2014/main" id="{2B33A0D8-E631-9F46-B069-10A09D0668C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08465" y="5207079"/>
            <a:ext cx="4725881" cy="287259"/>
          </a:xfrm>
        </p:spPr>
        <p:txBody>
          <a:bodyPr anchor="t"/>
          <a:lstStyle>
            <a:lvl1pPr marL="0" indent="0">
              <a:spcBef>
                <a:spcPts val="0"/>
              </a:spcBef>
              <a:spcAft>
                <a:spcPts val="400"/>
              </a:spcAft>
              <a:buNone/>
              <a:defRPr sz="1867" b="1" baseline="0">
                <a:solidFill>
                  <a:schemeClr val="tx1"/>
                </a:solidFill>
              </a:defRPr>
            </a:lvl1pPr>
            <a:lvl2pPr marL="374640" indent="0">
              <a:buNone/>
              <a:defRPr/>
            </a:lvl2pPr>
            <a:lvl3pPr marL="766214" indent="0">
              <a:buNone/>
              <a:defRPr/>
            </a:lvl3pPr>
            <a:lvl4pPr marL="1140855" indent="0">
              <a:buNone/>
              <a:defRPr/>
            </a:lvl4pPr>
            <a:lvl5pPr marL="1454114" indent="0">
              <a:buNone/>
              <a:defRPr/>
            </a:lvl5pPr>
          </a:lstStyle>
          <a:p>
            <a:pPr lvl="0"/>
            <a:r>
              <a:rPr lang="en-US"/>
              <a:t>Optional Subtitle here 14pt Bold</a:t>
            </a:r>
          </a:p>
        </p:txBody>
      </p:sp>
      <p:sp>
        <p:nvSpPr>
          <p:cNvPr id="44" name="Text Placeholder 8">
            <a:extLst>
              <a:ext uri="{FF2B5EF4-FFF2-40B4-BE49-F238E27FC236}">
                <a16:creationId xmlns:a16="http://schemas.microsoft.com/office/drawing/2014/main" id="{79E4877C-4D42-FE4D-9710-DC8027F1FF6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08465" y="5512868"/>
            <a:ext cx="4725881" cy="246221"/>
          </a:xfrm>
        </p:spPr>
        <p:txBody>
          <a:bodyPr anchor="t"/>
          <a:lstStyle>
            <a:lvl1pPr marL="0" indent="0">
              <a:spcBef>
                <a:spcPts val="0"/>
              </a:spcBef>
              <a:spcAft>
                <a:spcPts val="400"/>
              </a:spcAft>
              <a:buNone/>
              <a:defRPr sz="1600">
                <a:solidFill>
                  <a:schemeClr val="tx1"/>
                </a:solidFill>
              </a:defRPr>
            </a:lvl1pPr>
            <a:lvl2pPr marL="374640" indent="0">
              <a:buNone/>
              <a:defRPr/>
            </a:lvl2pPr>
            <a:lvl3pPr marL="766214" indent="0">
              <a:buNone/>
              <a:defRPr/>
            </a:lvl3pPr>
            <a:lvl4pPr marL="1140855" indent="0">
              <a:buNone/>
              <a:defRPr/>
            </a:lvl4pPr>
            <a:lvl5pPr marL="1454114" indent="0">
              <a:buNone/>
              <a:defRPr/>
            </a:lvl5pPr>
          </a:lstStyle>
          <a:p>
            <a:pPr lvl="0"/>
            <a:r>
              <a:rPr lang="en-US"/>
              <a:t>Optional text here 12pt Regular</a:t>
            </a:r>
          </a:p>
        </p:txBody>
      </p:sp>
      <p:pic>
        <p:nvPicPr>
          <p:cNvPr id="37" name="Hitachi logo red">
            <a:extLst>
              <a:ext uri="{FF2B5EF4-FFF2-40B4-BE49-F238E27FC236}">
                <a16:creationId xmlns:a16="http://schemas.microsoft.com/office/drawing/2014/main" id="{701A357B-4997-A748-B103-F1B95F745E71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24533" y="0"/>
            <a:ext cx="2167467" cy="1083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48143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7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Image Shade">
            <a:extLst>
              <a:ext uri="{FF2B5EF4-FFF2-40B4-BE49-F238E27FC236}">
                <a16:creationId xmlns:a16="http://schemas.microsoft.com/office/drawing/2014/main" id="{1EDF1E12-23BF-BB42-BF11-6A1FF254B2D9}"/>
              </a:ext>
            </a:extLst>
          </p:cNvPr>
          <p:cNvSpPr/>
          <p:nvPr userDrawn="1"/>
        </p:nvSpPr>
        <p:spPr>
          <a:xfrm>
            <a:off x="-2" y="0"/>
            <a:ext cx="8029897" cy="6858000"/>
          </a:xfrm>
          <a:prstGeom prst="rect">
            <a:avLst/>
          </a:prstGeom>
          <a:gradFill flip="none" rotWithShape="1">
            <a:gsLst>
              <a:gs pos="34000">
                <a:schemeClr val="accent3"/>
              </a:gs>
              <a:gs pos="100000">
                <a:schemeClr val="accent1"/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>
              <a:latin typeface="Neue Haas Grotesk Text Pro" panose="020B0504020202020204" pitchFamily="34" charset="0"/>
            </a:endParaRPr>
          </a:p>
        </p:txBody>
      </p:sp>
      <p:pic>
        <p:nvPicPr>
          <p:cNvPr id="3" name="Picture 2" descr="A picture containing text&#10;&#10;Description automatically generated">
            <a:extLst>
              <a:ext uri="{FF2B5EF4-FFF2-40B4-BE49-F238E27FC236}">
                <a16:creationId xmlns:a16="http://schemas.microsoft.com/office/drawing/2014/main" id="{29CCA336-0624-F243-81D7-3DB18D18EFA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-1"/>
          <a:stretch/>
        </p:blipFill>
        <p:spPr>
          <a:xfrm>
            <a:off x="7938733" y="0"/>
            <a:ext cx="4253268" cy="6858000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1F6F85EA-1CAA-F34C-8631-AB308554EFA3}"/>
              </a:ext>
            </a:extLst>
          </p:cNvPr>
          <p:cNvSpPr txBox="1"/>
          <p:nvPr userDrawn="1"/>
        </p:nvSpPr>
        <p:spPr>
          <a:xfrm>
            <a:off x="2148" y="6553934"/>
            <a:ext cx="356188" cy="256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111F478C-84AE-4601-9BE4-60468A3A6C06}" type="slidenum">
              <a:rPr lang="en-US" sz="1067" b="0" i="0" smtClean="0">
                <a:solidFill>
                  <a:prstClr val="white">
                    <a:alpha val="50000"/>
                  </a:prstClr>
                </a:solidFill>
                <a:latin typeface="Neue Haas Grotesk Text Pro" panose="020B0504020202020204" pitchFamily="34" charset="77"/>
              </a:rPr>
              <a:pPr/>
              <a:t>‹#›</a:t>
            </a:fld>
            <a:endParaRPr lang="en-US" sz="1067" b="0" i="0">
              <a:solidFill>
                <a:prstClr val="white">
                  <a:alpha val="50000"/>
                </a:prstClr>
              </a:solidFill>
              <a:latin typeface="Neue Haas Grotesk Text Pro" panose="020B0504020202020204" pitchFamily="34" charset="77"/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7DA7DCDF-9687-BF49-B8F6-8C31F682BE1E}"/>
              </a:ext>
            </a:extLst>
          </p:cNvPr>
          <p:cNvSpPr/>
          <p:nvPr userDrawn="1"/>
        </p:nvSpPr>
        <p:spPr>
          <a:xfrm>
            <a:off x="7938733" y="0"/>
            <a:ext cx="4253268" cy="6858000"/>
          </a:xfrm>
          <a:prstGeom prst="rect">
            <a:avLst/>
          </a:prstGeom>
          <a:gradFill flip="none" rotWithShape="1">
            <a:gsLst>
              <a:gs pos="66000">
                <a:schemeClr val="tx2">
                  <a:alpha val="0"/>
                </a:schemeClr>
              </a:gs>
              <a:gs pos="86000">
                <a:schemeClr val="tx2">
                  <a:alpha val="69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b="0" i="0">
              <a:latin typeface="Neue Haas Grotesk Text Pro" panose="020B0504020202020204" pitchFamily="34" charset="77"/>
            </a:endParaRPr>
          </a:p>
        </p:txBody>
      </p:sp>
      <p:grpSp>
        <p:nvGrpSpPr>
          <p:cNvPr id="44" name="Hitachi CS Logo">
            <a:extLst>
              <a:ext uri="{FF2B5EF4-FFF2-40B4-BE49-F238E27FC236}">
                <a16:creationId xmlns:a16="http://schemas.microsoft.com/office/drawing/2014/main" id="{18D8EC0B-9E5B-7848-ABF4-FCF786D0FBBA}"/>
              </a:ext>
            </a:extLst>
          </p:cNvPr>
          <p:cNvGrpSpPr/>
          <p:nvPr userDrawn="1"/>
        </p:nvGrpSpPr>
        <p:grpSpPr>
          <a:xfrm>
            <a:off x="10246555" y="301096"/>
            <a:ext cx="1663868" cy="475553"/>
            <a:chOff x="2751138" y="3262313"/>
            <a:chExt cx="4665662" cy="1333500"/>
          </a:xfrm>
          <a:solidFill>
            <a:schemeClr val="bg1"/>
          </a:solidFill>
        </p:grpSpPr>
        <p:sp>
          <p:nvSpPr>
            <p:cNvPr id="45" name="Freeform 1">
              <a:extLst>
                <a:ext uri="{FF2B5EF4-FFF2-40B4-BE49-F238E27FC236}">
                  <a16:creationId xmlns:a16="http://schemas.microsoft.com/office/drawing/2014/main" id="{CD5B8358-6996-F247-AD74-8ADD0F156E7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80138" y="3275013"/>
              <a:ext cx="673100" cy="631825"/>
            </a:xfrm>
            <a:custGeom>
              <a:avLst/>
              <a:gdLst>
                <a:gd name="T0" fmla="*/ 465 w 1868"/>
                <a:gd name="T1" fmla="*/ 0 h 1755"/>
                <a:gd name="T2" fmla="*/ 465 w 1868"/>
                <a:gd name="T3" fmla="*/ 700 h 1755"/>
                <a:gd name="T4" fmla="*/ 1402 w 1868"/>
                <a:gd name="T5" fmla="*/ 700 h 1755"/>
                <a:gd name="T6" fmla="*/ 1402 w 1868"/>
                <a:gd name="T7" fmla="*/ 0 h 1755"/>
                <a:gd name="T8" fmla="*/ 1867 w 1868"/>
                <a:gd name="T9" fmla="*/ 0 h 1755"/>
                <a:gd name="T10" fmla="*/ 1867 w 1868"/>
                <a:gd name="T11" fmla="*/ 1754 h 1755"/>
                <a:gd name="T12" fmla="*/ 1402 w 1868"/>
                <a:gd name="T13" fmla="*/ 1754 h 1755"/>
                <a:gd name="T14" fmla="*/ 1402 w 1868"/>
                <a:gd name="T15" fmla="*/ 983 h 1755"/>
                <a:gd name="T16" fmla="*/ 465 w 1868"/>
                <a:gd name="T17" fmla="*/ 983 h 1755"/>
                <a:gd name="T18" fmla="*/ 465 w 1868"/>
                <a:gd name="T19" fmla="*/ 1754 h 1755"/>
                <a:gd name="T20" fmla="*/ 0 w 1868"/>
                <a:gd name="T21" fmla="*/ 1754 h 1755"/>
                <a:gd name="T22" fmla="*/ 0 w 1868"/>
                <a:gd name="T23" fmla="*/ 0 h 1755"/>
                <a:gd name="T24" fmla="*/ 465 w 1868"/>
                <a:gd name="T25" fmla="*/ 0 h 1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868" h="1755">
                  <a:moveTo>
                    <a:pt x="465" y="0"/>
                  </a:moveTo>
                  <a:cubicBezTo>
                    <a:pt x="465" y="0"/>
                    <a:pt x="465" y="705"/>
                    <a:pt x="465" y="700"/>
                  </a:cubicBezTo>
                  <a:lnTo>
                    <a:pt x="1402" y="700"/>
                  </a:lnTo>
                  <a:cubicBezTo>
                    <a:pt x="1402" y="705"/>
                    <a:pt x="1402" y="0"/>
                    <a:pt x="1402" y="0"/>
                  </a:cubicBezTo>
                  <a:cubicBezTo>
                    <a:pt x="1402" y="0"/>
                    <a:pt x="1863" y="0"/>
                    <a:pt x="1867" y="0"/>
                  </a:cubicBezTo>
                  <a:cubicBezTo>
                    <a:pt x="1867" y="0"/>
                    <a:pt x="1867" y="1750"/>
                    <a:pt x="1867" y="1754"/>
                  </a:cubicBezTo>
                  <a:lnTo>
                    <a:pt x="1402" y="1754"/>
                  </a:lnTo>
                  <a:cubicBezTo>
                    <a:pt x="1402" y="1754"/>
                    <a:pt x="1402" y="987"/>
                    <a:pt x="1402" y="983"/>
                  </a:cubicBezTo>
                  <a:cubicBezTo>
                    <a:pt x="1402" y="987"/>
                    <a:pt x="465" y="983"/>
                    <a:pt x="465" y="983"/>
                  </a:cubicBezTo>
                  <a:cubicBezTo>
                    <a:pt x="465" y="987"/>
                    <a:pt x="465" y="1754"/>
                    <a:pt x="465" y="1754"/>
                  </a:cubicBezTo>
                  <a:lnTo>
                    <a:pt x="0" y="1754"/>
                  </a:lnTo>
                  <a:cubicBezTo>
                    <a:pt x="0" y="1754"/>
                    <a:pt x="4" y="0"/>
                    <a:pt x="0" y="0"/>
                  </a:cubicBezTo>
                  <a:lnTo>
                    <a:pt x="465" y="0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46" name="Freeform 2">
              <a:extLst>
                <a:ext uri="{FF2B5EF4-FFF2-40B4-BE49-F238E27FC236}">
                  <a16:creationId xmlns:a16="http://schemas.microsoft.com/office/drawing/2014/main" id="{61E1DF9D-38DF-8B47-99C5-994408C0BE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83050" y="3275013"/>
              <a:ext cx="677863" cy="631825"/>
            </a:xfrm>
            <a:custGeom>
              <a:avLst/>
              <a:gdLst>
                <a:gd name="T0" fmla="*/ 1883 w 1884"/>
                <a:gd name="T1" fmla="*/ 0 h 1755"/>
                <a:gd name="T2" fmla="*/ 1883 w 1884"/>
                <a:gd name="T3" fmla="*/ 298 h 1755"/>
                <a:gd name="T4" fmla="*/ 1174 w 1884"/>
                <a:gd name="T5" fmla="*/ 298 h 1755"/>
                <a:gd name="T6" fmla="*/ 1174 w 1884"/>
                <a:gd name="T7" fmla="*/ 1754 h 1755"/>
                <a:gd name="T8" fmla="*/ 709 w 1884"/>
                <a:gd name="T9" fmla="*/ 1754 h 1755"/>
                <a:gd name="T10" fmla="*/ 709 w 1884"/>
                <a:gd name="T11" fmla="*/ 298 h 1755"/>
                <a:gd name="T12" fmla="*/ 0 w 1884"/>
                <a:gd name="T13" fmla="*/ 298 h 1755"/>
                <a:gd name="T14" fmla="*/ 0 w 1884"/>
                <a:gd name="T15" fmla="*/ 0 h 1755"/>
                <a:gd name="T16" fmla="*/ 1883 w 1884"/>
                <a:gd name="T17" fmla="*/ 0 h 1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884" h="1755">
                  <a:moveTo>
                    <a:pt x="1883" y="0"/>
                  </a:moveTo>
                  <a:cubicBezTo>
                    <a:pt x="1883" y="4"/>
                    <a:pt x="1883" y="298"/>
                    <a:pt x="1883" y="298"/>
                  </a:cubicBezTo>
                  <a:lnTo>
                    <a:pt x="1174" y="298"/>
                  </a:lnTo>
                  <a:lnTo>
                    <a:pt x="1174" y="1754"/>
                  </a:lnTo>
                  <a:lnTo>
                    <a:pt x="709" y="1754"/>
                  </a:lnTo>
                  <a:lnTo>
                    <a:pt x="709" y="298"/>
                  </a:lnTo>
                  <a:lnTo>
                    <a:pt x="0" y="298"/>
                  </a:lnTo>
                  <a:lnTo>
                    <a:pt x="0" y="0"/>
                  </a:lnTo>
                  <a:lnTo>
                    <a:pt x="1883" y="0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48" name="Freeform 3">
              <a:extLst>
                <a:ext uri="{FF2B5EF4-FFF2-40B4-BE49-F238E27FC236}">
                  <a16:creationId xmlns:a16="http://schemas.microsoft.com/office/drawing/2014/main" id="{E5AF21FF-4CD6-4A42-A1BA-C0D12C7598F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14863" y="3275013"/>
              <a:ext cx="796925" cy="631825"/>
            </a:xfrm>
            <a:custGeom>
              <a:avLst/>
              <a:gdLst>
                <a:gd name="T0" fmla="*/ 2214 w 2215"/>
                <a:gd name="T1" fmla="*/ 1754 h 1755"/>
                <a:gd name="T2" fmla="*/ 1695 w 2215"/>
                <a:gd name="T3" fmla="*/ 1754 h 1755"/>
                <a:gd name="T4" fmla="*/ 1542 w 2215"/>
                <a:gd name="T5" fmla="*/ 1377 h 1755"/>
                <a:gd name="T6" fmla="*/ 672 w 2215"/>
                <a:gd name="T7" fmla="*/ 1377 h 1755"/>
                <a:gd name="T8" fmla="*/ 518 w 2215"/>
                <a:gd name="T9" fmla="*/ 1754 h 1755"/>
                <a:gd name="T10" fmla="*/ 0 w 2215"/>
                <a:gd name="T11" fmla="*/ 1754 h 1755"/>
                <a:gd name="T12" fmla="*/ 825 w 2215"/>
                <a:gd name="T13" fmla="*/ 0 h 1755"/>
                <a:gd name="T14" fmla="*/ 1392 w 2215"/>
                <a:gd name="T15" fmla="*/ 0 h 1755"/>
                <a:gd name="T16" fmla="*/ 2214 w 2215"/>
                <a:gd name="T17" fmla="*/ 1754 h 1755"/>
                <a:gd name="T18" fmla="*/ 788 w 2215"/>
                <a:gd name="T19" fmla="*/ 1095 h 1755"/>
                <a:gd name="T20" fmla="*/ 1434 w 2215"/>
                <a:gd name="T21" fmla="*/ 1095 h 1755"/>
                <a:gd name="T22" fmla="*/ 1107 w 2215"/>
                <a:gd name="T23" fmla="*/ 298 h 1755"/>
                <a:gd name="T24" fmla="*/ 788 w 2215"/>
                <a:gd name="T25" fmla="*/ 1095 h 1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15" h="1755">
                  <a:moveTo>
                    <a:pt x="2214" y="1754"/>
                  </a:moveTo>
                  <a:cubicBezTo>
                    <a:pt x="2214" y="1754"/>
                    <a:pt x="1691" y="1754"/>
                    <a:pt x="1695" y="1754"/>
                  </a:cubicBezTo>
                  <a:lnTo>
                    <a:pt x="1542" y="1377"/>
                  </a:lnTo>
                  <a:lnTo>
                    <a:pt x="672" y="1377"/>
                  </a:lnTo>
                  <a:cubicBezTo>
                    <a:pt x="672" y="1377"/>
                    <a:pt x="522" y="1754"/>
                    <a:pt x="518" y="1754"/>
                  </a:cubicBezTo>
                  <a:lnTo>
                    <a:pt x="0" y="1754"/>
                  </a:lnTo>
                  <a:lnTo>
                    <a:pt x="825" y="0"/>
                  </a:lnTo>
                  <a:lnTo>
                    <a:pt x="1392" y="0"/>
                  </a:lnTo>
                  <a:lnTo>
                    <a:pt x="2214" y="1754"/>
                  </a:lnTo>
                  <a:close/>
                  <a:moveTo>
                    <a:pt x="788" y="1095"/>
                  </a:moveTo>
                  <a:lnTo>
                    <a:pt x="1434" y="1095"/>
                  </a:lnTo>
                  <a:lnTo>
                    <a:pt x="1107" y="298"/>
                  </a:lnTo>
                  <a:lnTo>
                    <a:pt x="788" y="1095"/>
                  </a:lnTo>
                  <a:close/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49" name="Freeform 4">
              <a:extLst>
                <a:ext uri="{FF2B5EF4-FFF2-40B4-BE49-F238E27FC236}">
                  <a16:creationId xmlns:a16="http://schemas.microsoft.com/office/drawing/2014/main" id="{BE0978A0-9705-5C41-ABD3-22224DEB677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985000" y="3275013"/>
              <a:ext cx="166688" cy="631825"/>
            </a:xfrm>
            <a:custGeom>
              <a:avLst/>
              <a:gdLst>
                <a:gd name="T0" fmla="*/ 232 w 465"/>
                <a:gd name="T1" fmla="*/ 1754 h 1755"/>
                <a:gd name="T2" fmla="*/ 0 w 465"/>
                <a:gd name="T3" fmla="*/ 1754 h 1755"/>
                <a:gd name="T4" fmla="*/ 0 w 465"/>
                <a:gd name="T5" fmla="*/ 0 h 1755"/>
                <a:gd name="T6" fmla="*/ 464 w 465"/>
                <a:gd name="T7" fmla="*/ 0 h 1755"/>
                <a:gd name="T8" fmla="*/ 464 w 465"/>
                <a:gd name="T9" fmla="*/ 1754 h 1755"/>
                <a:gd name="T10" fmla="*/ 232 w 465"/>
                <a:gd name="T11" fmla="*/ 1754 h 1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65" h="1755">
                  <a:moveTo>
                    <a:pt x="232" y="1754"/>
                  </a:moveTo>
                  <a:lnTo>
                    <a:pt x="0" y="1754"/>
                  </a:lnTo>
                  <a:lnTo>
                    <a:pt x="0" y="0"/>
                  </a:lnTo>
                  <a:lnTo>
                    <a:pt x="464" y="0"/>
                  </a:lnTo>
                  <a:lnTo>
                    <a:pt x="464" y="1754"/>
                  </a:lnTo>
                  <a:lnTo>
                    <a:pt x="232" y="1754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50" name="Freeform 5">
              <a:extLst>
                <a:ext uri="{FF2B5EF4-FFF2-40B4-BE49-F238E27FC236}">
                  <a16:creationId xmlns:a16="http://schemas.microsoft.com/office/drawing/2014/main" id="{91C1523C-9E31-C24C-878C-212A6E9E35B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49588" y="3275013"/>
              <a:ext cx="673100" cy="631825"/>
            </a:xfrm>
            <a:custGeom>
              <a:avLst/>
              <a:gdLst>
                <a:gd name="T0" fmla="*/ 465 w 1868"/>
                <a:gd name="T1" fmla="*/ 0 h 1755"/>
                <a:gd name="T2" fmla="*/ 465 w 1868"/>
                <a:gd name="T3" fmla="*/ 700 h 1755"/>
                <a:gd name="T4" fmla="*/ 1402 w 1868"/>
                <a:gd name="T5" fmla="*/ 700 h 1755"/>
                <a:gd name="T6" fmla="*/ 1402 w 1868"/>
                <a:gd name="T7" fmla="*/ 0 h 1755"/>
                <a:gd name="T8" fmla="*/ 1867 w 1868"/>
                <a:gd name="T9" fmla="*/ 0 h 1755"/>
                <a:gd name="T10" fmla="*/ 1867 w 1868"/>
                <a:gd name="T11" fmla="*/ 1754 h 1755"/>
                <a:gd name="T12" fmla="*/ 1402 w 1868"/>
                <a:gd name="T13" fmla="*/ 1754 h 1755"/>
                <a:gd name="T14" fmla="*/ 1402 w 1868"/>
                <a:gd name="T15" fmla="*/ 983 h 1755"/>
                <a:gd name="T16" fmla="*/ 465 w 1868"/>
                <a:gd name="T17" fmla="*/ 983 h 1755"/>
                <a:gd name="T18" fmla="*/ 465 w 1868"/>
                <a:gd name="T19" fmla="*/ 1754 h 1755"/>
                <a:gd name="T20" fmla="*/ 0 w 1868"/>
                <a:gd name="T21" fmla="*/ 1754 h 1755"/>
                <a:gd name="T22" fmla="*/ 0 w 1868"/>
                <a:gd name="T23" fmla="*/ 0 h 1755"/>
                <a:gd name="T24" fmla="*/ 465 w 1868"/>
                <a:gd name="T25" fmla="*/ 0 h 1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868" h="1755">
                  <a:moveTo>
                    <a:pt x="465" y="0"/>
                  </a:moveTo>
                  <a:cubicBezTo>
                    <a:pt x="465" y="0"/>
                    <a:pt x="465" y="705"/>
                    <a:pt x="465" y="700"/>
                  </a:cubicBezTo>
                  <a:lnTo>
                    <a:pt x="1402" y="700"/>
                  </a:lnTo>
                  <a:cubicBezTo>
                    <a:pt x="1402" y="705"/>
                    <a:pt x="1402" y="0"/>
                    <a:pt x="1402" y="0"/>
                  </a:cubicBezTo>
                  <a:cubicBezTo>
                    <a:pt x="1402" y="0"/>
                    <a:pt x="1863" y="0"/>
                    <a:pt x="1867" y="0"/>
                  </a:cubicBezTo>
                  <a:cubicBezTo>
                    <a:pt x="1867" y="0"/>
                    <a:pt x="1867" y="1750"/>
                    <a:pt x="1867" y="1754"/>
                  </a:cubicBezTo>
                  <a:lnTo>
                    <a:pt x="1402" y="1754"/>
                  </a:lnTo>
                  <a:cubicBezTo>
                    <a:pt x="1402" y="1754"/>
                    <a:pt x="1402" y="987"/>
                    <a:pt x="1402" y="983"/>
                  </a:cubicBezTo>
                  <a:cubicBezTo>
                    <a:pt x="1402" y="987"/>
                    <a:pt x="465" y="983"/>
                    <a:pt x="465" y="983"/>
                  </a:cubicBezTo>
                  <a:cubicBezTo>
                    <a:pt x="465" y="987"/>
                    <a:pt x="465" y="1754"/>
                    <a:pt x="465" y="1754"/>
                  </a:cubicBezTo>
                  <a:lnTo>
                    <a:pt x="0" y="1754"/>
                  </a:lnTo>
                  <a:cubicBezTo>
                    <a:pt x="0" y="1754"/>
                    <a:pt x="5" y="0"/>
                    <a:pt x="0" y="0"/>
                  </a:cubicBezTo>
                  <a:lnTo>
                    <a:pt x="465" y="0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51" name="Freeform 6">
              <a:extLst>
                <a:ext uri="{FF2B5EF4-FFF2-40B4-BE49-F238E27FC236}">
                  <a16:creationId xmlns:a16="http://schemas.microsoft.com/office/drawing/2014/main" id="{30ED9753-1F08-954B-B024-18C0E83AE7A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54450" y="3275013"/>
              <a:ext cx="168275" cy="631825"/>
            </a:xfrm>
            <a:custGeom>
              <a:avLst/>
              <a:gdLst>
                <a:gd name="T0" fmla="*/ 233 w 466"/>
                <a:gd name="T1" fmla="*/ 1754 h 1755"/>
                <a:gd name="T2" fmla="*/ 0 w 466"/>
                <a:gd name="T3" fmla="*/ 1754 h 1755"/>
                <a:gd name="T4" fmla="*/ 0 w 466"/>
                <a:gd name="T5" fmla="*/ 0 h 1755"/>
                <a:gd name="T6" fmla="*/ 465 w 466"/>
                <a:gd name="T7" fmla="*/ 0 h 1755"/>
                <a:gd name="T8" fmla="*/ 465 w 466"/>
                <a:gd name="T9" fmla="*/ 1754 h 1755"/>
                <a:gd name="T10" fmla="*/ 233 w 466"/>
                <a:gd name="T11" fmla="*/ 1754 h 1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66" h="1755">
                  <a:moveTo>
                    <a:pt x="233" y="1754"/>
                  </a:moveTo>
                  <a:lnTo>
                    <a:pt x="0" y="1754"/>
                  </a:lnTo>
                  <a:lnTo>
                    <a:pt x="0" y="0"/>
                  </a:lnTo>
                  <a:lnTo>
                    <a:pt x="465" y="0"/>
                  </a:lnTo>
                  <a:lnTo>
                    <a:pt x="465" y="1754"/>
                  </a:lnTo>
                  <a:lnTo>
                    <a:pt x="233" y="1754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52" name="Freeform 7">
              <a:extLst>
                <a:ext uri="{FF2B5EF4-FFF2-40B4-BE49-F238E27FC236}">
                  <a16:creationId xmlns:a16="http://schemas.microsoft.com/office/drawing/2014/main" id="{F90C692D-6727-254E-9A6D-86638CBD76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83213" y="3262313"/>
              <a:ext cx="715962" cy="663575"/>
            </a:xfrm>
            <a:custGeom>
              <a:avLst/>
              <a:gdLst>
                <a:gd name="T0" fmla="*/ 62 w 1988"/>
                <a:gd name="T1" fmla="*/ 1307 h 1842"/>
                <a:gd name="T2" fmla="*/ 0 w 1988"/>
                <a:gd name="T3" fmla="*/ 933 h 1842"/>
                <a:gd name="T4" fmla="*/ 120 w 1988"/>
                <a:gd name="T5" fmla="*/ 423 h 1842"/>
                <a:gd name="T6" fmla="*/ 518 w 1988"/>
                <a:gd name="T7" fmla="*/ 91 h 1842"/>
                <a:gd name="T8" fmla="*/ 1033 w 1988"/>
                <a:gd name="T9" fmla="*/ 0 h 1842"/>
                <a:gd name="T10" fmla="*/ 1618 w 1988"/>
                <a:gd name="T11" fmla="*/ 125 h 1842"/>
                <a:gd name="T12" fmla="*/ 1950 w 1988"/>
                <a:gd name="T13" fmla="*/ 531 h 1842"/>
                <a:gd name="T14" fmla="*/ 1966 w 1988"/>
                <a:gd name="T15" fmla="*/ 643 h 1842"/>
                <a:gd name="T16" fmla="*/ 1481 w 1988"/>
                <a:gd name="T17" fmla="*/ 643 h 1842"/>
                <a:gd name="T18" fmla="*/ 1456 w 1988"/>
                <a:gd name="T19" fmla="*/ 506 h 1842"/>
                <a:gd name="T20" fmla="*/ 1240 w 1988"/>
                <a:gd name="T21" fmla="*/ 303 h 1842"/>
                <a:gd name="T22" fmla="*/ 1037 w 1988"/>
                <a:gd name="T23" fmla="*/ 274 h 1842"/>
                <a:gd name="T24" fmla="*/ 809 w 1988"/>
                <a:gd name="T25" fmla="*/ 315 h 1842"/>
                <a:gd name="T26" fmla="*/ 556 w 1988"/>
                <a:gd name="T27" fmla="*/ 573 h 1842"/>
                <a:gd name="T28" fmla="*/ 494 w 1988"/>
                <a:gd name="T29" fmla="*/ 942 h 1842"/>
                <a:gd name="T30" fmla="*/ 539 w 1988"/>
                <a:gd name="T31" fmla="*/ 1249 h 1842"/>
                <a:gd name="T32" fmla="*/ 792 w 1988"/>
                <a:gd name="T33" fmla="*/ 1527 h 1842"/>
                <a:gd name="T34" fmla="*/ 1041 w 1988"/>
                <a:gd name="T35" fmla="*/ 1572 h 1842"/>
                <a:gd name="T36" fmla="*/ 1257 w 1988"/>
                <a:gd name="T37" fmla="*/ 1539 h 1842"/>
                <a:gd name="T38" fmla="*/ 1460 w 1988"/>
                <a:gd name="T39" fmla="*/ 1356 h 1842"/>
                <a:gd name="T40" fmla="*/ 1497 w 1988"/>
                <a:gd name="T41" fmla="*/ 1170 h 1842"/>
                <a:gd name="T42" fmla="*/ 1987 w 1988"/>
                <a:gd name="T43" fmla="*/ 1170 h 1842"/>
                <a:gd name="T44" fmla="*/ 1962 w 1988"/>
                <a:gd name="T45" fmla="*/ 1336 h 1842"/>
                <a:gd name="T46" fmla="*/ 1638 w 1988"/>
                <a:gd name="T47" fmla="*/ 1721 h 1842"/>
                <a:gd name="T48" fmla="*/ 1041 w 1988"/>
                <a:gd name="T49" fmla="*/ 1841 h 1842"/>
                <a:gd name="T50" fmla="*/ 568 w 1988"/>
                <a:gd name="T51" fmla="*/ 1771 h 1842"/>
                <a:gd name="T52" fmla="*/ 62 w 1988"/>
                <a:gd name="T53" fmla="*/ 1307 h 18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1988" h="1842">
                  <a:moveTo>
                    <a:pt x="62" y="1307"/>
                  </a:moveTo>
                  <a:cubicBezTo>
                    <a:pt x="21" y="1191"/>
                    <a:pt x="0" y="1066"/>
                    <a:pt x="0" y="933"/>
                  </a:cubicBezTo>
                  <a:cubicBezTo>
                    <a:pt x="0" y="751"/>
                    <a:pt x="33" y="573"/>
                    <a:pt x="120" y="423"/>
                  </a:cubicBezTo>
                  <a:cubicBezTo>
                    <a:pt x="211" y="270"/>
                    <a:pt x="348" y="154"/>
                    <a:pt x="518" y="91"/>
                  </a:cubicBezTo>
                  <a:cubicBezTo>
                    <a:pt x="680" y="33"/>
                    <a:pt x="850" y="0"/>
                    <a:pt x="1033" y="0"/>
                  </a:cubicBezTo>
                  <a:cubicBezTo>
                    <a:pt x="1240" y="0"/>
                    <a:pt x="1439" y="46"/>
                    <a:pt x="1618" y="125"/>
                  </a:cubicBezTo>
                  <a:cubicBezTo>
                    <a:pt x="1784" y="195"/>
                    <a:pt x="1912" y="349"/>
                    <a:pt x="1950" y="531"/>
                  </a:cubicBezTo>
                  <a:cubicBezTo>
                    <a:pt x="1958" y="568"/>
                    <a:pt x="1962" y="606"/>
                    <a:pt x="1966" y="643"/>
                  </a:cubicBezTo>
                  <a:lnTo>
                    <a:pt x="1481" y="643"/>
                  </a:lnTo>
                  <a:cubicBezTo>
                    <a:pt x="1481" y="597"/>
                    <a:pt x="1472" y="552"/>
                    <a:pt x="1456" y="506"/>
                  </a:cubicBezTo>
                  <a:cubicBezTo>
                    <a:pt x="1419" y="411"/>
                    <a:pt x="1340" y="332"/>
                    <a:pt x="1240" y="303"/>
                  </a:cubicBezTo>
                  <a:cubicBezTo>
                    <a:pt x="1174" y="282"/>
                    <a:pt x="1107" y="274"/>
                    <a:pt x="1037" y="274"/>
                  </a:cubicBezTo>
                  <a:cubicBezTo>
                    <a:pt x="958" y="274"/>
                    <a:pt x="879" y="286"/>
                    <a:pt x="809" y="315"/>
                  </a:cubicBezTo>
                  <a:cubicBezTo>
                    <a:pt x="688" y="357"/>
                    <a:pt x="597" y="452"/>
                    <a:pt x="556" y="573"/>
                  </a:cubicBezTo>
                  <a:cubicBezTo>
                    <a:pt x="514" y="689"/>
                    <a:pt x="494" y="813"/>
                    <a:pt x="494" y="942"/>
                  </a:cubicBezTo>
                  <a:cubicBezTo>
                    <a:pt x="494" y="1050"/>
                    <a:pt x="510" y="1153"/>
                    <a:pt x="539" y="1249"/>
                  </a:cubicBezTo>
                  <a:cubicBezTo>
                    <a:pt x="572" y="1377"/>
                    <a:pt x="672" y="1481"/>
                    <a:pt x="792" y="1527"/>
                  </a:cubicBezTo>
                  <a:cubicBezTo>
                    <a:pt x="871" y="1556"/>
                    <a:pt x="954" y="1572"/>
                    <a:pt x="1041" y="1572"/>
                  </a:cubicBezTo>
                  <a:cubicBezTo>
                    <a:pt x="1116" y="1572"/>
                    <a:pt x="1186" y="1560"/>
                    <a:pt x="1257" y="1539"/>
                  </a:cubicBezTo>
                  <a:cubicBezTo>
                    <a:pt x="1348" y="1510"/>
                    <a:pt x="1423" y="1444"/>
                    <a:pt x="1460" y="1356"/>
                  </a:cubicBezTo>
                  <a:cubicBezTo>
                    <a:pt x="1485" y="1298"/>
                    <a:pt x="1497" y="1236"/>
                    <a:pt x="1497" y="1170"/>
                  </a:cubicBezTo>
                  <a:lnTo>
                    <a:pt x="1987" y="1170"/>
                  </a:lnTo>
                  <a:cubicBezTo>
                    <a:pt x="1983" y="1228"/>
                    <a:pt x="1974" y="1282"/>
                    <a:pt x="1962" y="1336"/>
                  </a:cubicBezTo>
                  <a:cubicBezTo>
                    <a:pt x="1920" y="1510"/>
                    <a:pt x="1800" y="1655"/>
                    <a:pt x="1638" y="1721"/>
                  </a:cubicBezTo>
                  <a:cubicBezTo>
                    <a:pt x="1456" y="1800"/>
                    <a:pt x="1253" y="1841"/>
                    <a:pt x="1041" y="1841"/>
                  </a:cubicBezTo>
                  <a:cubicBezTo>
                    <a:pt x="875" y="1841"/>
                    <a:pt x="718" y="1817"/>
                    <a:pt x="568" y="1771"/>
                  </a:cubicBezTo>
                  <a:cubicBezTo>
                    <a:pt x="336" y="1692"/>
                    <a:pt x="137" y="1527"/>
                    <a:pt x="62" y="1307"/>
                  </a:cubicBez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53" name="Freeform 8">
              <a:extLst>
                <a:ext uri="{FF2B5EF4-FFF2-40B4-BE49-F238E27FC236}">
                  <a16:creationId xmlns:a16="http://schemas.microsoft.com/office/drawing/2014/main" id="{28A0CD15-B12D-F746-B7D3-CEF65E9752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51138" y="4083050"/>
              <a:ext cx="153987" cy="398463"/>
            </a:xfrm>
            <a:custGeom>
              <a:avLst/>
              <a:gdLst>
                <a:gd name="T0" fmla="*/ 415 w 428"/>
                <a:gd name="T1" fmla="*/ 0 h 1109"/>
                <a:gd name="T2" fmla="*/ 0 w 428"/>
                <a:gd name="T3" fmla="*/ 38 h 1109"/>
                <a:gd name="T4" fmla="*/ 0 w 428"/>
                <a:gd name="T5" fmla="*/ 100 h 1109"/>
                <a:gd name="T6" fmla="*/ 12 w 428"/>
                <a:gd name="T7" fmla="*/ 100 h 1109"/>
                <a:gd name="T8" fmla="*/ 178 w 428"/>
                <a:gd name="T9" fmla="*/ 241 h 1109"/>
                <a:gd name="T10" fmla="*/ 178 w 428"/>
                <a:gd name="T11" fmla="*/ 1108 h 1109"/>
                <a:gd name="T12" fmla="*/ 427 w 428"/>
                <a:gd name="T13" fmla="*/ 1108 h 1109"/>
                <a:gd name="T14" fmla="*/ 427 w 428"/>
                <a:gd name="T15" fmla="*/ 0 h 1109"/>
                <a:gd name="T16" fmla="*/ 415 w 428"/>
                <a:gd name="T17" fmla="*/ 0 h 11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28" h="1109">
                  <a:moveTo>
                    <a:pt x="415" y="0"/>
                  </a:moveTo>
                  <a:lnTo>
                    <a:pt x="0" y="38"/>
                  </a:lnTo>
                  <a:lnTo>
                    <a:pt x="0" y="100"/>
                  </a:lnTo>
                  <a:lnTo>
                    <a:pt x="12" y="100"/>
                  </a:lnTo>
                  <a:cubicBezTo>
                    <a:pt x="178" y="121"/>
                    <a:pt x="178" y="121"/>
                    <a:pt x="178" y="241"/>
                  </a:cubicBezTo>
                  <a:lnTo>
                    <a:pt x="178" y="1108"/>
                  </a:lnTo>
                  <a:lnTo>
                    <a:pt x="427" y="1108"/>
                  </a:lnTo>
                  <a:lnTo>
                    <a:pt x="427" y="0"/>
                  </a:lnTo>
                  <a:lnTo>
                    <a:pt x="415" y="0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54" name="Freeform 9">
              <a:extLst>
                <a:ext uri="{FF2B5EF4-FFF2-40B4-BE49-F238E27FC236}">
                  <a16:creationId xmlns:a16="http://schemas.microsoft.com/office/drawing/2014/main" id="{3C4C823A-C569-3D49-8AB6-D1C790F4B04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86088" y="4198938"/>
              <a:ext cx="315912" cy="282575"/>
            </a:xfrm>
            <a:custGeom>
              <a:avLst/>
              <a:gdLst>
                <a:gd name="T0" fmla="*/ 643 w 876"/>
                <a:gd name="T1" fmla="*/ 4 h 785"/>
                <a:gd name="T2" fmla="*/ 353 w 876"/>
                <a:gd name="T3" fmla="*/ 170 h 785"/>
                <a:gd name="T4" fmla="*/ 353 w 876"/>
                <a:gd name="T5" fmla="*/ 0 h 785"/>
                <a:gd name="T6" fmla="*/ 336 w 876"/>
                <a:gd name="T7" fmla="*/ 4 h 785"/>
                <a:gd name="T8" fmla="*/ 0 w 876"/>
                <a:gd name="T9" fmla="*/ 58 h 785"/>
                <a:gd name="T10" fmla="*/ 0 w 876"/>
                <a:gd name="T11" fmla="*/ 116 h 785"/>
                <a:gd name="T12" fmla="*/ 17 w 876"/>
                <a:gd name="T13" fmla="*/ 116 h 785"/>
                <a:gd name="T14" fmla="*/ 145 w 876"/>
                <a:gd name="T15" fmla="*/ 240 h 785"/>
                <a:gd name="T16" fmla="*/ 145 w 876"/>
                <a:gd name="T17" fmla="*/ 784 h 785"/>
                <a:gd name="T18" fmla="*/ 353 w 876"/>
                <a:gd name="T19" fmla="*/ 784 h 785"/>
                <a:gd name="T20" fmla="*/ 353 w 876"/>
                <a:gd name="T21" fmla="*/ 386 h 785"/>
                <a:gd name="T22" fmla="*/ 560 w 876"/>
                <a:gd name="T23" fmla="*/ 141 h 785"/>
                <a:gd name="T24" fmla="*/ 664 w 876"/>
                <a:gd name="T25" fmla="*/ 361 h 785"/>
                <a:gd name="T26" fmla="*/ 664 w 876"/>
                <a:gd name="T27" fmla="*/ 784 h 785"/>
                <a:gd name="T28" fmla="*/ 871 w 876"/>
                <a:gd name="T29" fmla="*/ 784 h 785"/>
                <a:gd name="T30" fmla="*/ 871 w 876"/>
                <a:gd name="T31" fmla="*/ 240 h 785"/>
                <a:gd name="T32" fmla="*/ 643 w 876"/>
                <a:gd name="T33" fmla="*/ 4 h 7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876" h="785">
                  <a:moveTo>
                    <a:pt x="643" y="4"/>
                  </a:moveTo>
                  <a:cubicBezTo>
                    <a:pt x="490" y="4"/>
                    <a:pt x="398" y="108"/>
                    <a:pt x="353" y="170"/>
                  </a:cubicBezTo>
                  <a:cubicBezTo>
                    <a:pt x="353" y="112"/>
                    <a:pt x="353" y="0"/>
                    <a:pt x="353" y="0"/>
                  </a:cubicBezTo>
                  <a:lnTo>
                    <a:pt x="336" y="4"/>
                  </a:lnTo>
                  <a:lnTo>
                    <a:pt x="0" y="58"/>
                  </a:lnTo>
                  <a:lnTo>
                    <a:pt x="0" y="116"/>
                  </a:lnTo>
                  <a:lnTo>
                    <a:pt x="17" y="116"/>
                  </a:lnTo>
                  <a:cubicBezTo>
                    <a:pt x="124" y="120"/>
                    <a:pt x="145" y="141"/>
                    <a:pt x="145" y="240"/>
                  </a:cubicBezTo>
                  <a:lnTo>
                    <a:pt x="145" y="784"/>
                  </a:lnTo>
                  <a:lnTo>
                    <a:pt x="353" y="784"/>
                  </a:lnTo>
                  <a:lnTo>
                    <a:pt x="353" y="386"/>
                  </a:lnTo>
                  <a:cubicBezTo>
                    <a:pt x="353" y="278"/>
                    <a:pt x="452" y="141"/>
                    <a:pt x="560" y="141"/>
                  </a:cubicBezTo>
                  <a:cubicBezTo>
                    <a:pt x="660" y="141"/>
                    <a:pt x="664" y="224"/>
                    <a:pt x="664" y="361"/>
                  </a:cubicBezTo>
                  <a:lnTo>
                    <a:pt x="664" y="784"/>
                  </a:lnTo>
                  <a:lnTo>
                    <a:pt x="871" y="784"/>
                  </a:lnTo>
                  <a:lnTo>
                    <a:pt x="871" y="240"/>
                  </a:lnTo>
                  <a:cubicBezTo>
                    <a:pt x="875" y="87"/>
                    <a:pt x="792" y="4"/>
                    <a:pt x="643" y="4"/>
                  </a:cubicBez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55" name="Freeform 10">
              <a:extLst>
                <a:ext uri="{FF2B5EF4-FFF2-40B4-BE49-F238E27FC236}">
                  <a16:creationId xmlns:a16="http://schemas.microsoft.com/office/drawing/2014/main" id="{7A88AD6E-0D1C-8045-9383-D68651C230A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6138" y="4200525"/>
              <a:ext cx="212725" cy="288925"/>
            </a:xfrm>
            <a:custGeom>
              <a:avLst/>
              <a:gdLst>
                <a:gd name="T0" fmla="*/ 348 w 590"/>
                <a:gd name="T1" fmla="*/ 303 h 802"/>
                <a:gd name="T2" fmla="*/ 195 w 590"/>
                <a:gd name="T3" fmla="*/ 170 h 802"/>
                <a:gd name="T4" fmla="*/ 307 w 590"/>
                <a:gd name="T5" fmla="*/ 100 h 802"/>
                <a:gd name="T6" fmla="*/ 502 w 590"/>
                <a:gd name="T7" fmla="*/ 166 h 802"/>
                <a:gd name="T8" fmla="*/ 535 w 590"/>
                <a:gd name="T9" fmla="*/ 187 h 802"/>
                <a:gd name="T10" fmla="*/ 535 w 590"/>
                <a:gd name="T11" fmla="*/ 162 h 802"/>
                <a:gd name="T12" fmla="*/ 535 w 590"/>
                <a:gd name="T13" fmla="*/ 33 h 802"/>
                <a:gd name="T14" fmla="*/ 506 w 590"/>
                <a:gd name="T15" fmla="*/ 25 h 802"/>
                <a:gd name="T16" fmla="*/ 315 w 590"/>
                <a:gd name="T17" fmla="*/ 0 h 802"/>
                <a:gd name="T18" fmla="*/ 0 w 590"/>
                <a:gd name="T19" fmla="*/ 224 h 802"/>
                <a:gd name="T20" fmla="*/ 228 w 590"/>
                <a:gd name="T21" fmla="*/ 465 h 802"/>
                <a:gd name="T22" fmla="*/ 390 w 590"/>
                <a:gd name="T23" fmla="*/ 606 h 802"/>
                <a:gd name="T24" fmla="*/ 249 w 590"/>
                <a:gd name="T25" fmla="*/ 697 h 802"/>
                <a:gd name="T26" fmla="*/ 20 w 590"/>
                <a:gd name="T27" fmla="*/ 618 h 802"/>
                <a:gd name="T28" fmla="*/ 0 w 590"/>
                <a:gd name="T29" fmla="*/ 606 h 802"/>
                <a:gd name="T30" fmla="*/ 0 w 590"/>
                <a:gd name="T31" fmla="*/ 767 h 802"/>
                <a:gd name="T32" fmla="*/ 16 w 590"/>
                <a:gd name="T33" fmla="*/ 771 h 802"/>
                <a:gd name="T34" fmla="*/ 244 w 590"/>
                <a:gd name="T35" fmla="*/ 801 h 802"/>
                <a:gd name="T36" fmla="*/ 580 w 590"/>
                <a:gd name="T37" fmla="*/ 568 h 802"/>
                <a:gd name="T38" fmla="*/ 348 w 590"/>
                <a:gd name="T39" fmla="*/ 303 h 8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590" h="802">
                  <a:moveTo>
                    <a:pt x="348" y="303"/>
                  </a:moveTo>
                  <a:cubicBezTo>
                    <a:pt x="265" y="261"/>
                    <a:pt x="195" y="228"/>
                    <a:pt x="195" y="170"/>
                  </a:cubicBezTo>
                  <a:cubicBezTo>
                    <a:pt x="195" y="104"/>
                    <a:pt x="274" y="100"/>
                    <a:pt x="307" y="100"/>
                  </a:cubicBezTo>
                  <a:cubicBezTo>
                    <a:pt x="394" y="100"/>
                    <a:pt x="468" y="145"/>
                    <a:pt x="502" y="166"/>
                  </a:cubicBezTo>
                  <a:lnTo>
                    <a:pt x="535" y="187"/>
                  </a:lnTo>
                  <a:lnTo>
                    <a:pt x="535" y="162"/>
                  </a:lnTo>
                  <a:lnTo>
                    <a:pt x="535" y="33"/>
                  </a:lnTo>
                  <a:lnTo>
                    <a:pt x="506" y="25"/>
                  </a:lnTo>
                  <a:cubicBezTo>
                    <a:pt x="468" y="17"/>
                    <a:pt x="398" y="0"/>
                    <a:pt x="315" y="0"/>
                  </a:cubicBezTo>
                  <a:cubicBezTo>
                    <a:pt x="120" y="0"/>
                    <a:pt x="0" y="83"/>
                    <a:pt x="0" y="224"/>
                  </a:cubicBezTo>
                  <a:cubicBezTo>
                    <a:pt x="0" y="353"/>
                    <a:pt x="124" y="411"/>
                    <a:pt x="228" y="465"/>
                  </a:cubicBezTo>
                  <a:cubicBezTo>
                    <a:pt x="311" y="506"/>
                    <a:pt x="390" y="543"/>
                    <a:pt x="390" y="606"/>
                  </a:cubicBezTo>
                  <a:cubicBezTo>
                    <a:pt x="390" y="664"/>
                    <a:pt x="340" y="697"/>
                    <a:pt x="249" y="697"/>
                  </a:cubicBezTo>
                  <a:cubicBezTo>
                    <a:pt x="149" y="697"/>
                    <a:pt x="70" y="647"/>
                    <a:pt x="20" y="618"/>
                  </a:cubicBezTo>
                  <a:lnTo>
                    <a:pt x="0" y="606"/>
                  </a:lnTo>
                  <a:lnTo>
                    <a:pt x="0" y="767"/>
                  </a:lnTo>
                  <a:lnTo>
                    <a:pt x="16" y="771"/>
                  </a:lnTo>
                  <a:cubicBezTo>
                    <a:pt x="58" y="780"/>
                    <a:pt x="137" y="801"/>
                    <a:pt x="244" y="801"/>
                  </a:cubicBezTo>
                  <a:cubicBezTo>
                    <a:pt x="456" y="801"/>
                    <a:pt x="580" y="713"/>
                    <a:pt x="580" y="568"/>
                  </a:cubicBezTo>
                  <a:cubicBezTo>
                    <a:pt x="589" y="419"/>
                    <a:pt x="460" y="357"/>
                    <a:pt x="348" y="303"/>
                  </a:cubicBez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59" name="Freeform 11">
              <a:extLst>
                <a:ext uri="{FF2B5EF4-FFF2-40B4-BE49-F238E27FC236}">
                  <a16:creationId xmlns:a16="http://schemas.microsoft.com/office/drawing/2014/main" id="{BFD8CD28-A136-244E-89B6-BF1895D288B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35375" y="4198938"/>
              <a:ext cx="325438" cy="396875"/>
            </a:xfrm>
            <a:custGeom>
              <a:avLst/>
              <a:gdLst>
                <a:gd name="T0" fmla="*/ 577 w 906"/>
                <a:gd name="T1" fmla="*/ 4 h 1104"/>
                <a:gd name="T2" fmla="*/ 357 w 906"/>
                <a:gd name="T3" fmla="*/ 112 h 1104"/>
                <a:gd name="T4" fmla="*/ 357 w 906"/>
                <a:gd name="T5" fmla="*/ 0 h 1104"/>
                <a:gd name="T6" fmla="*/ 336 w 906"/>
                <a:gd name="T7" fmla="*/ 4 h 1104"/>
                <a:gd name="T8" fmla="*/ 0 w 906"/>
                <a:gd name="T9" fmla="*/ 58 h 1104"/>
                <a:gd name="T10" fmla="*/ 0 w 906"/>
                <a:gd name="T11" fmla="*/ 116 h 1104"/>
                <a:gd name="T12" fmla="*/ 13 w 906"/>
                <a:gd name="T13" fmla="*/ 116 h 1104"/>
                <a:gd name="T14" fmla="*/ 137 w 906"/>
                <a:gd name="T15" fmla="*/ 240 h 1104"/>
                <a:gd name="T16" fmla="*/ 137 w 906"/>
                <a:gd name="T17" fmla="*/ 1103 h 1104"/>
                <a:gd name="T18" fmla="*/ 345 w 906"/>
                <a:gd name="T19" fmla="*/ 1103 h 1104"/>
                <a:gd name="T20" fmla="*/ 345 w 906"/>
                <a:gd name="T21" fmla="*/ 709 h 1104"/>
                <a:gd name="T22" fmla="*/ 560 w 906"/>
                <a:gd name="T23" fmla="*/ 800 h 1104"/>
                <a:gd name="T24" fmla="*/ 896 w 906"/>
                <a:gd name="T25" fmla="*/ 390 h 1104"/>
                <a:gd name="T26" fmla="*/ 577 w 906"/>
                <a:gd name="T27" fmla="*/ 4 h 1104"/>
                <a:gd name="T28" fmla="*/ 515 w 906"/>
                <a:gd name="T29" fmla="*/ 120 h 1104"/>
                <a:gd name="T30" fmla="*/ 672 w 906"/>
                <a:gd name="T31" fmla="*/ 394 h 1104"/>
                <a:gd name="T32" fmla="*/ 515 w 906"/>
                <a:gd name="T33" fmla="*/ 688 h 1104"/>
                <a:gd name="T34" fmla="*/ 349 w 906"/>
                <a:gd name="T35" fmla="*/ 456 h 1104"/>
                <a:gd name="T36" fmla="*/ 349 w 906"/>
                <a:gd name="T37" fmla="*/ 390 h 1104"/>
                <a:gd name="T38" fmla="*/ 515 w 906"/>
                <a:gd name="T39" fmla="*/ 120 h 11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906" h="1104">
                  <a:moveTo>
                    <a:pt x="577" y="4"/>
                  </a:moveTo>
                  <a:cubicBezTo>
                    <a:pt x="498" y="4"/>
                    <a:pt x="424" y="41"/>
                    <a:pt x="357" y="112"/>
                  </a:cubicBezTo>
                  <a:cubicBezTo>
                    <a:pt x="357" y="75"/>
                    <a:pt x="357" y="0"/>
                    <a:pt x="357" y="0"/>
                  </a:cubicBezTo>
                  <a:lnTo>
                    <a:pt x="336" y="4"/>
                  </a:lnTo>
                  <a:lnTo>
                    <a:pt x="0" y="58"/>
                  </a:lnTo>
                  <a:lnTo>
                    <a:pt x="0" y="116"/>
                  </a:lnTo>
                  <a:lnTo>
                    <a:pt x="13" y="116"/>
                  </a:lnTo>
                  <a:cubicBezTo>
                    <a:pt x="117" y="120"/>
                    <a:pt x="137" y="141"/>
                    <a:pt x="137" y="240"/>
                  </a:cubicBezTo>
                  <a:lnTo>
                    <a:pt x="137" y="1103"/>
                  </a:lnTo>
                  <a:lnTo>
                    <a:pt x="345" y="1103"/>
                  </a:lnTo>
                  <a:cubicBezTo>
                    <a:pt x="345" y="1103"/>
                    <a:pt x="345" y="775"/>
                    <a:pt x="345" y="709"/>
                  </a:cubicBezTo>
                  <a:cubicBezTo>
                    <a:pt x="382" y="755"/>
                    <a:pt x="444" y="800"/>
                    <a:pt x="560" y="800"/>
                  </a:cubicBezTo>
                  <a:cubicBezTo>
                    <a:pt x="780" y="800"/>
                    <a:pt x="896" y="659"/>
                    <a:pt x="896" y="390"/>
                  </a:cubicBezTo>
                  <a:cubicBezTo>
                    <a:pt x="905" y="145"/>
                    <a:pt x="784" y="4"/>
                    <a:pt x="577" y="4"/>
                  </a:cubicBezTo>
                  <a:close/>
                  <a:moveTo>
                    <a:pt x="515" y="120"/>
                  </a:moveTo>
                  <a:cubicBezTo>
                    <a:pt x="656" y="120"/>
                    <a:pt x="672" y="274"/>
                    <a:pt x="672" y="394"/>
                  </a:cubicBezTo>
                  <a:cubicBezTo>
                    <a:pt x="672" y="593"/>
                    <a:pt x="623" y="688"/>
                    <a:pt x="515" y="688"/>
                  </a:cubicBezTo>
                  <a:cubicBezTo>
                    <a:pt x="378" y="688"/>
                    <a:pt x="349" y="560"/>
                    <a:pt x="349" y="456"/>
                  </a:cubicBezTo>
                  <a:lnTo>
                    <a:pt x="349" y="390"/>
                  </a:lnTo>
                  <a:cubicBezTo>
                    <a:pt x="353" y="307"/>
                    <a:pt x="370" y="120"/>
                    <a:pt x="515" y="120"/>
                  </a:cubicBezTo>
                  <a:close/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60" name="Freeform 12">
              <a:extLst>
                <a:ext uri="{FF2B5EF4-FFF2-40B4-BE49-F238E27FC236}">
                  <a16:creationId xmlns:a16="http://schemas.microsoft.com/office/drawing/2014/main" id="{7C6E03C0-4283-5841-8374-9E15E8F81BE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13200" y="4198938"/>
              <a:ext cx="123825" cy="282575"/>
            </a:xfrm>
            <a:custGeom>
              <a:avLst/>
              <a:gdLst>
                <a:gd name="T0" fmla="*/ 0 w 345"/>
                <a:gd name="T1" fmla="*/ 58 h 785"/>
                <a:gd name="T2" fmla="*/ 0 w 345"/>
                <a:gd name="T3" fmla="*/ 116 h 785"/>
                <a:gd name="T4" fmla="*/ 12 w 345"/>
                <a:gd name="T5" fmla="*/ 116 h 785"/>
                <a:gd name="T6" fmla="*/ 137 w 345"/>
                <a:gd name="T7" fmla="*/ 240 h 785"/>
                <a:gd name="T8" fmla="*/ 137 w 345"/>
                <a:gd name="T9" fmla="*/ 784 h 785"/>
                <a:gd name="T10" fmla="*/ 344 w 345"/>
                <a:gd name="T11" fmla="*/ 784 h 785"/>
                <a:gd name="T12" fmla="*/ 344 w 345"/>
                <a:gd name="T13" fmla="*/ 0 h 785"/>
                <a:gd name="T14" fmla="*/ 328 w 345"/>
                <a:gd name="T15" fmla="*/ 4 h 785"/>
                <a:gd name="T16" fmla="*/ 0 w 345"/>
                <a:gd name="T17" fmla="*/ 58 h 7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45" h="785">
                  <a:moveTo>
                    <a:pt x="0" y="58"/>
                  </a:moveTo>
                  <a:lnTo>
                    <a:pt x="0" y="116"/>
                  </a:lnTo>
                  <a:lnTo>
                    <a:pt x="12" y="116"/>
                  </a:lnTo>
                  <a:cubicBezTo>
                    <a:pt x="116" y="120"/>
                    <a:pt x="137" y="141"/>
                    <a:pt x="137" y="240"/>
                  </a:cubicBezTo>
                  <a:lnTo>
                    <a:pt x="137" y="784"/>
                  </a:lnTo>
                  <a:lnTo>
                    <a:pt x="344" y="784"/>
                  </a:lnTo>
                  <a:lnTo>
                    <a:pt x="344" y="0"/>
                  </a:lnTo>
                  <a:lnTo>
                    <a:pt x="328" y="4"/>
                  </a:lnTo>
                  <a:lnTo>
                    <a:pt x="0" y="58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61" name="Freeform 13">
              <a:extLst>
                <a:ext uri="{FF2B5EF4-FFF2-40B4-BE49-F238E27FC236}">
                  <a16:creationId xmlns:a16="http://schemas.microsoft.com/office/drawing/2014/main" id="{9D7D7B8E-9BCD-5445-9E6E-6E4CA83E703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56063" y="4084638"/>
              <a:ext cx="93662" cy="82550"/>
            </a:xfrm>
            <a:custGeom>
              <a:avLst/>
              <a:gdLst>
                <a:gd name="T0" fmla="*/ 129 w 262"/>
                <a:gd name="T1" fmla="*/ 228 h 229"/>
                <a:gd name="T2" fmla="*/ 261 w 262"/>
                <a:gd name="T3" fmla="*/ 112 h 229"/>
                <a:gd name="T4" fmla="*/ 133 w 262"/>
                <a:gd name="T5" fmla="*/ 0 h 229"/>
                <a:gd name="T6" fmla="*/ 4 w 262"/>
                <a:gd name="T7" fmla="*/ 112 h 229"/>
                <a:gd name="T8" fmla="*/ 129 w 262"/>
                <a:gd name="T9" fmla="*/ 228 h 2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62" h="229">
                  <a:moveTo>
                    <a:pt x="129" y="228"/>
                  </a:moveTo>
                  <a:cubicBezTo>
                    <a:pt x="199" y="228"/>
                    <a:pt x="261" y="178"/>
                    <a:pt x="261" y="112"/>
                  </a:cubicBezTo>
                  <a:cubicBezTo>
                    <a:pt x="261" y="49"/>
                    <a:pt x="203" y="0"/>
                    <a:pt x="133" y="0"/>
                  </a:cubicBezTo>
                  <a:cubicBezTo>
                    <a:pt x="62" y="0"/>
                    <a:pt x="4" y="49"/>
                    <a:pt x="4" y="112"/>
                  </a:cubicBezTo>
                  <a:cubicBezTo>
                    <a:pt x="0" y="178"/>
                    <a:pt x="58" y="228"/>
                    <a:pt x="129" y="228"/>
                  </a:cubicBez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62" name="Freeform 14">
              <a:extLst>
                <a:ext uri="{FF2B5EF4-FFF2-40B4-BE49-F238E27FC236}">
                  <a16:creationId xmlns:a16="http://schemas.microsoft.com/office/drawing/2014/main" id="{B84F8FFA-E107-F64B-B187-024F73A6FB7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1638" y="4200525"/>
              <a:ext cx="244475" cy="280988"/>
            </a:xfrm>
            <a:custGeom>
              <a:avLst/>
              <a:gdLst>
                <a:gd name="T0" fmla="*/ 676 w 677"/>
                <a:gd name="T1" fmla="*/ 174 h 781"/>
                <a:gd name="T2" fmla="*/ 676 w 677"/>
                <a:gd name="T3" fmla="*/ 12 h 781"/>
                <a:gd name="T4" fmla="*/ 663 w 677"/>
                <a:gd name="T5" fmla="*/ 12 h 781"/>
                <a:gd name="T6" fmla="*/ 564 w 677"/>
                <a:gd name="T7" fmla="*/ 4 h 781"/>
                <a:gd name="T8" fmla="*/ 348 w 677"/>
                <a:gd name="T9" fmla="*/ 158 h 781"/>
                <a:gd name="T10" fmla="*/ 348 w 677"/>
                <a:gd name="T11" fmla="*/ 0 h 781"/>
                <a:gd name="T12" fmla="*/ 331 w 677"/>
                <a:gd name="T13" fmla="*/ 0 h 781"/>
                <a:gd name="T14" fmla="*/ 0 w 677"/>
                <a:gd name="T15" fmla="*/ 54 h 781"/>
                <a:gd name="T16" fmla="*/ 0 w 677"/>
                <a:gd name="T17" fmla="*/ 112 h 781"/>
                <a:gd name="T18" fmla="*/ 12 w 677"/>
                <a:gd name="T19" fmla="*/ 112 h 781"/>
                <a:gd name="T20" fmla="*/ 141 w 677"/>
                <a:gd name="T21" fmla="*/ 236 h 781"/>
                <a:gd name="T22" fmla="*/ 141 w 677"/>
                <a:gd name="T23" fmla="*/ 780 h 781"/>
                <a:gd name="T24" fmla="*/ 348 w 677"/>
                <a:gd name="T25" fmla="*/ 780 h 781"/>
                <a:gd name="T26" fmla="*/ 348 w 677"/>
                <a:gd name="T27" fmla="*/ 390 h 781"/>
                <a:gd name="T28" fmla="*/ 568 w 677"/>
                <a:gd name="T29" fmla="*/ 170 h 781"/>
                <a:gd name="T30" fmla="*/ 643 w 677"/>
                <a:gd name="T31" fmla="*/ 183 h 781"/>
                <a:gd name="T32" fmla="*/ 676 w 677"/>
                <a:gd name="T33" fmla="*/ 191 h 781"/>
                <a:gd name="T34" fmla="*/ 676 w 677"/>
                <a:gd name="T35" fmla="*/ 174 h 78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677" h="781">
                  <a:moveTo>
                    <a:pt x="676" y="174"/>
                  </a:moveTo>
                  <a:lnTo>
                    <a:pt x="676" y="12"/>
                  </a:lnTo>
                  <a:lnTo>
                    <a:pt x="663" y="12"/>
                  </a:lnTo>
                  <a:cubicBezTo>
                    <a:pt x="630" y="8"/>
                    <a:pt x="593" y="4"/>
                    <a:pt x="564" y="4"/>
                  </a:cubicBezTo>
                  <a:cubicBezTo>
                    <a:pt x="443" y="4"/>
                    <a:pt x="381" y="91"/>
                    <a:pt x="348" y="158"/>
                  </a:cubicBezTo>
                  <a:cubicBezTo>
                    <a:pt x="348" y="95"/>
                    <a:pt x="348" y="0"/>
                    <a:pt x="348" y="0"/>
                  </a:cubicBezTo>
                  <a:lnTo>
                    <a:pt x="331" y="0"/>
                  </a:lnTo>
                  <a:lnTo>
                    <a:pt x="0" y="54"/>
                  </a:lnTo>
                  <a:lnTo>
                    <a:pt x="0" y="112"/>
                  </a:lnTo>
                  <a:lnTo>
                    <a:pt x="12" y="112"/>
                  </a:lnTo>
                  <a:cubicBezTo>
                    <a:pt x="116" y="116"/>
                    <a:pt x="141" y="137"/>
                    <a:pt x="141" y="236"/>
                  </a:cubicBezTo>
                  <a:lnTo>
                    <a:pt x="141" y="780"/>
                  </a:lnTo>
                  <a:lnTo>
                    <a:pt x="348" y="780"/>
                  </a:lnTo>
                  <a:lnTo>
                    <a:pt x="348" y="390"/>
                  </a:lnTo>
                  <a:cubicBezTo>
                    <a:pt x="348" y="324"/>
                    <a:pt x="369" y="170"/>
                    <a:pt x="568" y="170"/>
                  </a:cubicBezTo>
                  <a:cubicBezTo>
                    <a:pt x="593" y="170"/>
                    <a:pt x="618" y="178"/>
                    <a:pt x="643" y="183"/>
                  </a:cubicBezTo>
                  <a:lnTo>
                    <a:pt x="676" y="191"/>
                  </a:lnTo>
                  <a:lnTo>
                    <a:pt x="676" y="174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63" name="Freeform 15">
              <a:extLst>
                <a:ext uri="{FF2B5EF4-FFF2-40B4-BE49-F238E27FC236}">
                  <a16:creationId xmlns:a16="http://schemas.microsoft.com/office/drawing/2014/main" id="{3DD41080-CFCD-A046-AE64-026CBFEA5C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6275" y="4200525"/>
              <a:ext cx="266700" cy="287338"/>
            </a:xfrm>
            <a:custGeom>
              <a:avLst/>
              <a:gdLst>
                <a:gd name="T0" fmla="*/ 738 w 743"/>
                <a:gd name="T1" fmla="*/ 315 h 797"/>
                <a:gd name="T2" fmla="*/ 390 w 743"/>
                <a:gd name="T3" fmla="*/ 0 h 797"/>
                <a:gd name="T4" fmla="*/ 0 w 743"/>
                <a:gd name="T5" fmla="*/ 373 h 797"/>
                <a:gd name="T6" fmla="*/ 456 w 743"/>
                <a:gd name="T7" fmla="*/ 796 h 797"/>
                <a:gd name="T8" fmla="*/ 713 w 743"/>
                <a:gd name="T9" fmla="*/ 755 h 797"/>
                <a:gd name="T10" fmla="*/ 726 w 743"/>
                <a:gd name="T11" fmla="*/ 751 h 797"/>
                <a:gd name="T12" fmla="*/ 726 w 743"/>
                <a:gd name="T13" fmla="*/ 651 h 797"/>
                <a:gd name="T14" fmla="*/ 705 w 743"/>
                <a:gd name="T15" fmla="*/ 660 h 797"/>
                <a:gd name="T16" fmla="*/ 543 w 743"/>
                <a:gd name="T17" fmla="*/ 684 h 797"/>
                <a:gd name="T18" fmla="*/ 232 w 743"/>
                <a:gd name="T19" fmla="*/ 332 h 797"/>
                <a:gd name="T20" fmla="*/ 742 w 743"/>
                <a:gd name="T21" fmla="*/ 332 h 797"/>
                <a:gd name="T22" fmla="*/ 742 w 743"/>
                <a:gd name="T23" fmla="*/ 315 h 797"/>
                <a:gd name="T24" fmla="*/ 738 w 743"/>
                <a:gd name="T25" fmla="*/ 315 h 797"/>
                <a:gd name="T26" fmla="*/ 386 w 743"/>
                <a:gd name="T27" fmla="*/ 83 h 797"/>
                <a:gd name="T28" fmla="*/ 531 w 743"/>
                <a:gd name="T29" fmla="*/ 236 h 797"/>
                <a:gd name="T30" fmla="*/ 228 w 743"/>
                <a:gd name="T31" fmla="*/ 236 h 797"/>
                <a:gd name="T32" fmla="*/ 386 w 743"/>
                <a:gd name="T33" fmla="*/ 83 h 7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743" h="797">
                  <a:moveTo>
                    <a:pt x="738" y="315"/>
                  </a:moveTo>
                  <a:cubicBezTo>
                    <a:pt x="738" y="104"/>
                    <a:pt x="622" y="0"/>
                    <a:pt x="390" y="0"/>
                  </a:cubicBezTo>
                  <a:cubicBezTo>
                    <a:pt x="128" y="0"/>
                    <a:pt x="0" y="124"/>
                    <a:pt x="0" y="373"/>
                  </a:cubicBezTo>
                  <a:cubicBezTo>
                    <a:pt x="0" y="639"/>
                    <a:pt x="170" y="796"/>
                    <a:pt x="456" y="796"/>
                  </a:cubicBezTo>
                  <a:cubicBezTo>
                    <a:pt x="581" y="796"/>
                    <a:pt x="676" y="763"/>
                    <a:pt x="713" y="755"/>
                  </a:cubicBezTo>
                  <a:lnTo>
                    <a:pt x="726" y="751"/>
                  </a:lnTo>
                  <a:lnTo>
                    <a:pt x="726" y="651"/>
                  </a:lnTo>
                  <a:lnTo>
                    <a:pt x="705" y="660"/>
                  </a:lnTo>
                  <a:cubicBezTo>
                    <a:pt x="672" y="672"/>
                    <a:pt x="610" y="684"/>
                    <a:pt x="543" y="684"/>
                  </a:cubicBezTo>
                  <a:cubicBezTo>
                    <a:pt x="319" y="684"/>
                    <a:pt x="236" y="498"/>
                    <a:pt x="232" y="332"/>
                  </a:cubicBezTo>
                  <a:cubicBezTo>
                    <a:pt x="261" y="332"/>
                    <a:pt x="742" y="332"/>
                    <a:pt x="742" y="332"/>
                  </a:cubicBezTo>
                  <a:lnTo>
                    <a:pt x="742" y="315"/>
                  </a:lnTo>
                  <a:lnTo>
                    <a:pt x="738" y="315"/>
                  </a:lnTo>
                  <a:close/>
                  <a:moveTo>
                    <a:pt x="386" y="83"/>
                  </a:moveTo>
                  <a:cubicBezTo>
                    <a:pt x="498" y="83"/>
                    <a:pt x="527" y="166"/>
                    <a:pt x="531" y="236"/>
                  </a:cubicBezTo>
                  <a:cubicBezTo>
                    <a:pt x="506" y="236"/>
                    <a:pt x="257" y="236"/>
                    <a:pt x="228" y="236"/>
                  </a:cubicBezTo>
                  <a:cubicBezTo>
                    <a:pt x="232" y="183"/>
                    <a:pt x="269" y="83"/>
                    <a:pt x="386" y="83"/>
                  </a:cubicBezTo>
                  <a:close/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64" name="Freeform 16">
              <a:extLst>
                <a:ext uri="{FF2B5EF4-FFF2-40B4-BE49-F238E27FC236}">
                  <a16:creationId xmlns:a16="http://schemas.microsoft.com/office/drawing/2014/main" id="{F4470C6E-810E-C741-967D-4B6D7064516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10175" y="4071938"/>
              <a:ext cx="314325" cy="409575"/>
            </a:xfrm>
            <a:custGeom>
              <a:avLst/>
              <a:gdLst>
                <a:gd name="T0" fmla="*/ 634 w 872"/>
                <a:gd name="T1" fmla="*/ 357 h 1138"/>
                <a:gd name="T2" fmla="*/ 348 w 872"/>
                <a:gd name="T3" fmla="*/ 523 h 1138"/>
                <a:gd name="T4" fmla="*/ 348 w 872"/>
                <a:gd name="T5" fmla="*/ 0 h 1138"/>
                <a:gd name="T6" fmla="*/ 332 w 872"/>
                <a:gd name="T7" fmla="*/ 4 h 1138"/>
                <a:gd name="T8" fmla="*/ 0 w 872"/>
                <a:gd name="T9" fmla="*/ 46 h 1138"/>
                <a:gd name="T10" fmla="*/ 0 w 872"/>
                <a:gd name="T11" fmla="*/ 104 h 1138"/>
                <a:gd name="T12" fmla="*/ 16 w 872"/>
                <a:gd name="T13" fmla="*/ 104 h 1138"/>
                <a:gd name="T14" fmla="*/ 141 w 872"/>
                <a:gd name="T15" fmla="*/ 233 h 1138"/>
                <a:gd name="T16" fmla="*/ 141 w 872"/>
                <a:gd name="T17" fmla="*/ 1137 h 1138"/>
                <a:gd name="T18" fmla="*/ 348 w 872"/>
                <a:gd name="T19" fmla="*/ 1137 h 1138"/>
                <a:gd name="T20" fmla="*/ 348 w 872"/>
                <a:gd name="T21" fmla="*/ 747 h 1138"/>
                <a:gd name="T22" fmla="*/ 547 w 872"/>
                <a:gd name="T23" fmla="*/ 494 h 1138"/>
                <a:gd name="T24" fmla="*/ 663 w 872"/>
                <a:gd name="T25" fmla="*/ 660 h 1138"/>
                <a:gd name="T26" fmla="*/ 663 w 872"/>
                <a:gd name="T27" fmla="*/ 1137 h 1138"/>
                <a:gd name="T28" fmla="*/ 871 w 872"/>
                <a:gd name="T29" fmla="*/ 1137 h 1138"/>
                <a:gd name="T30" fmla="*/ 871 w 872"/>
                <a:gd name="T31" fmla="*/ 635 h 1138"/>
                <a:gd name="T32" fmla="*/ 634 w 872"/>
                <a:gd name="T33" fmla="*/ 357 h 1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872" h="1138">
                  <a:moveTo>
                    <a:pt x="634" y="357"/>
                  </a:moveTo>
                  <a:cubicBezTo>
                    <a:pt x="481" y="357"/>
                    <a:pt x="394" y="452"/>
                    <a:pt x="348" y="523"/>
                  </a:cubicBezTo>
                  <a:cubicBezTo>
                    <a:pt x="348" y="440"/>
                    <a:pt x="348" y="0"/>
                    <a:pt x="348" y="0"/>
                  </a:cubicBezTo>
                  <a:lnTo>
                    <a:pt x="332" y="4"/>
                  </a:lnTo>
                  <a:lnTo>
                    <a:pt x="0" y="46"/>
                  </a:lnTo>
                  <a:lnTo>
                    <a:pt x="0" y="104"/>
                  </a:lnTo>
                  <a:lnTo>
                    <a:pt x="16" y="104"/>
                  </a:lnTo>
                  <a:cubicBezTo>
                    <a:pt x="120" y="108"/>
                    <a:pt x="141" y="133"/>
                    <a:pt x="141" y="233"/>
                  </a:cubicBezTo>
                  <a:lnTo>
                    <a:pt x="141" y="1137"/>
                  </a:lnTo>
                  <a:lnTo>
                    <a:pt x="348" y="1137"/>
                  </a:lnTo>
                  <a:lnTo>
                    <a:pt x="348" y="747"/>
                  </a:lnTo>
                  <a:cubicBezTo>
                    <a:pt x="348" y="606"/>
                    <a:pt x="456" y="494"/>
                    <a:pt x="547" y="494"/>
                  </a:cubicBezTo>
                  <a:cubicBezTo>
                    <a:pt x="663" y="494"/>
                    <a:pt x="663" y="581"/>
                    <a:pt x="663" y="660"/>
                  </a:cubicBezTo>
                  <a:lnTo>
                    <a:pt x="663" y="1137"/>
                  </a:lnTo>
                  <a:lnTo>
                    <a:pt x="871" y="1137"/>
                  </a:lnTo>
                  <a:lnTo>
                    <a:pt x="871" y="635"/>
                  </a:lnTo>
                  <a:cubicBezTo>
                    <a:pt x="871" y="552"/>
                    <a:pt x="871" y="357"/>
                    <a:pt x="634" y="357"/>
                  </a:cubicBez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65" name="Freeform 17">
              <a:extLst>
                <a:ext uri="{FF2B5EF4-FFF2-40B4-BE49-F238E27FC236}">
                  <a16:creationId xmlns:a16="http://schemas.microsoft.com/office/drawing/2014/main" id="{D416A3C3-1E38-FA47-87B2-70C8FF6BFF3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94350" y="4200525"/>
              <a:ext cx="266700" cy="287338"/>
            </a:xfrm>
            <a:custGeom>
              <a:avLst/>
              <a:gdLst>
                <a:gd name="T0" fmla="*/ 742 w 743"/>
                <a:gd name="T1" fmla="*/ 315 h 797"/>
                <a:gd name="T2" fmla="*/ 394 w 743"/>
                <a:gd name="T3" fmla="*/ 0 h 797"/>
                <a:gd name="T4" fmla="*/ 0 w 743"/>
                <a:gd name="T5" fmla="*/ 373 h 797"/>
                <a:gd name="T6" fmla="*/ 456 w 743"/>
                <a:gd name="T7" fmla="*/ 796 h 797"/>
                <a:gd name="T8" fmla="*/ 713 w 743"/>
                <a:gd name="T9" fmla="*/ 755 h 797"/>
                <a:gd name="T10" fmla="*/ 726 w 743"/>
                <a:gd name="T11" fmla="*/ 751 h 797"/>
                <a:gd name="T12" fmla="*/ 726 w 743"/>
                <a:gd name="T13" fmla="*/ 651 h 797"/>
                <a:gd name="T14" fmla="*/ 705 w 743"/>
                <a:gd name="T15" fmla="*/ 660 h 797"/>
                <a:gd name="T16" fmla="*/ 543 w 743"/>
                <a:gd name="T17" fmla="*/ 684 h 797"/>
                <a:gd name="T18" fmla="*/ 232 w 743"/>
                <a:gd name="T19" fmla="*/ 332 h 797"/>
                <a:gd name="T20" fmla="*/ 742 w 743"/>
                <a:gd name="T21" fmla="*/ 332 h 797"/>
                <a:gd name="T22" fmla="*/ 742 w 743"/>
                <a:gd name="T23" fmla="*/ 315 h 797"/>
                <a:gd name="T24" fmla="*/ 386 w 743"/>
                <a:gd name="T25" fmla="*/ 83 h 797"/>
                <a:gd name="T26" fmla="*/ 531 w 743"/>
                <a:gd name="T27" fmla="*/ 236 h 797"/>
                <a:gd name="T28" fmla="*/ 228 w 743"/>
                <a:gd name="T29" fmla="*/ 236 h 797"/>
                <a:gd name="T30" fmla="*/ 386 w 743"/>
                <a:gd name="T31" fmla="*/ 83 h 7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743" h="797">
                  <a:moveTo>
                    <a:pt x="742" y="315"/>
                  </a:moveTo>
                  <a:cubicBezTo>
                    <a:pt x="742" y="104"/>
                    <a:pt x="626" y="0"/>
                    <a:pt x="394" y="0"/>
                  </a:cubicBezTo>
                  <a:cubicBezTo>
                    <a:pt x="133" y="0"/>
                    <a:pt x="0" y="124"/>
                    <a:pt x="0" y="373"/>
                  </a:cubicBezTo>
                  <a:cubicBezTo>
                    <a:pt x="0" y="639"/>
                    <a:pt x="170" y="796"/>
                    <a:pt x="456" y="796"/>
                  </a:cubicBezTo>
                  <a:cubicBezTo>
                    <a:pt x="581" y="796"/>
                    <a:pt x="676" y="763"/>
                    <a:pt x="713" y="755"/>
                  </a:cubicBezTo>
                  <a:lnTo>
                    <a:pt x="726" y="751"/>
                  </a:lnTo>
                  <a:lnTo>
                    <a:pt x="726" y="651"/>
                  </a:lnTo>
                  <a:lnTo>
                    <a:pt x="705" y="660"/>
                  </a:lnTo>
                  <a:cubicBezTo>
                    <a:pt x="672" y="672"/>
                    <a:pt x="610" y="684"/>
                    <a:pt x="543" y="684"/>
                  </a:cubicBezTo>
                  <a:cubicBezTo>
                    <a:pt x="319" y="684"/>
                    <a:pt x="236" y="498"/>
                    <a:pt x="232" y="332"/>
                  </a:cubicBezTo>
                  <a:cubicBezTo>
                    <a:pt x="261" y="332"/>
                    <a:pt x="742" y="332"/>
                    <a:pt x="742" y="332"/>
                  </a:cubicBezTo>
                  <a:lnTo>
                    <a:pt x="742" y="315"/>
                  </a:lnTo>
                  <a:close/>
                  <a:moveTo>
                    <a:pt x="386" y="83"/>
                  </a:moveTo>
                  <a:cubicBezTo>
                    <a:pt x="498" y="83"/>
                    <a:pt x="527" y="166"/>
                    <a:pt x="531" y="236"/>
                  </a:cubicBezTo>
                  <a:cubicBezTo>
                    <a:pt x="506" y="236"/>
                    <a:pt x="257" y="236"/>
                    <a:pt x="228" y="236"/>
                  </a:cubicBezTo>
                  <a:cubicBezTo>
                    <a:pt x="236" y="183"/>
                    <a:pt x="270" y="83"/>
                    <a:pt x="386" y="83"/>
                  </a:cubicBezTo>
                  <a:close/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66" name="Freeform 18">
              <a:extLst>
                <a:ext uri="{FF2B5EF4-FFF2-40B4-BE49-F238E27FC236}">
                  <a16:creationId xmlns:a16="http://schemas.microsoft.com/office/drawing/2014/main" id="{84952C1A-A014-DC44-AF90-36FCF16407E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64113" y="4121150"/>
              <a:ext cx="212725" cy="366713"/>
            </a:xfrm>
            <a:custGeom>
              <a:avLst/>
              <a:gdLst>
                <a:gd name="T0" fmla="*/ 141 w 589"/>
                <a:gd name="T1" fmla="*/ 237 h 1017"/>
                <a:gd name="T2" fmla="*/ 0 w 589"/>
                <a:gd name="T3" fmla="*/ 237 h 1017"/>
                <a:gd name="T4" fmla="*/ 0 w 589"/>
                <a:gd name="T5" fmla="*/ 328 h 1017"/>
                <a:gd name="T6" fmla="*/ 141 w 589"/>
                <a:gd name="T7" fmla="*/ 328 h 1017"/>
                <a:gd name="T8" fmla="*/ 141 w 589"/>
                <a:gd name="T9" fmla="*/ 797 h 1017"/>
                <a:gd name="T10" fmla="*/ 427 w 589"/>
                <a:gd name="T11" fmla="*/ 1016 h 1017"/>
                <a:gd name="T12" fmla="*/ 551 w 589"/>
                <a:gd name="T13" fmla="*/ 1004 h 1017"/>
                <a:gd name="T14" fmla="*/ 564 w 589"/>
                <a:gd name="T15" fmla="*/ 1004 h 1017"/>
                <a:gd name="T16" fmla="*/ 564 w 589"/>
                <a:gd name="T17" fmla="*/ 909 h 1017"/>
                <a:gd name="T18" fmla="*/ 547 w 589"/>
                <a:gd name="T19" fmla="*/ 913 h 1017"/>
                <a:gd name="T20" fmla="*/ 485 w 589"/>
                <a:gd name="T21" fmla="*/ 917 h 1017"/>
                <a:gd name="T22" fmla="*/ 352 w 589"/>
                <a:gd name="T23" fmla="*/ 772 h 1017"/>
                <a:gd name="T24" fmla="*/ 352 w 589"/>
                <a:gd name="T25" fmla="*/ 328 h 1017"/>
                <a:gd name="T26" fmla="*/ 588 w 589"/>
                <a:gd name="T27" fmla="*/ 328 h 1017"/>
                <a:gd name="T28" fmla="*/ 588 w 589"/>
                <a:gd name="T29" fmla="*/ 237 h 1017"/>
                <a:gd name="T30" fmla="*/ 352 w 589"/>
                <a:gd name="T31" fmla="*/ 237 h 1017"/>
                <a:gd name="T32" fmla="*/ 352 w 589"/>
                <a:gd name="T33" fmla="*/ 0 h 1017"/>
                <a:gd name="T34" fmla="*/ 141 w 589"/>
                <a:gd name="T35" fmla="*/ 0 h 1017"/>
                <a:gd name="T36" fmla="*/ 141 w 589"/>
                <a:gd name="T37" fmla="*/ 237 h 10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89" h="1017">
                  <a:moveTo>
                    <a:pt x="141" y="237"/>
                  </a:moveTo>
                  <a:lnTo>
                    <a:pt x="0" y="237"/>
                  </a:lnTo>
                  <a:lnTo>
                    <a:pt x="0" y="328"/>
                  </a:lnTo>
                  <a:lnTo>
                    <a:pt x="141" y="328"/>
                  </a:lnTo>
                  <a:lnTo>
                    <a:pt x="141" y="797"/>
                  </a:lnTo>
                  <a:cubicBezTo>
                    <a:pt x="141" y="1000"/>
                    <a:pt x="270" y="1016"/>
                    <a:pt x="427" y="1016"/>
                  </a:cubicBezTo>
                  <a:cubicBezTo>
                    <a:pt x="464" y="1016"/>
                    <a:pt x="505" y="1012"/>
                    <a:pt x="551" y="1004"/>
                  </a:cubicBezTo>
                  <a:lnTo>
                    <a:pt x="564" y="1004"/>
                  </a:lnTo>
                  <a:lnTo>
                    <a:pt x="564" y="909"/>
                  </a:lnTo>
                  <a:lnTo>
                    <a:pt x="547" y="913"/>
                  </a:lnTo>
                  <a:cubicBezTo>
                    <a:pt x="530" y="917"/>
                    <a:pt x="510" y="917"/>
                    <a:pt x="485" y="917"/>
                  </a:cubicBezTo>
                  <a:cubicBezTo>
                    <a:pt x="360" y="917"/>
                    <a:pt x="352" y="880"/>
                    <a:pt x="352" y="772"/>
                  </a:cubicBezTo>
                  <a:lnTo>
                    <a:pt x="352" y="328"/>
                  </a:lnTo>
                  <a:lnTo>
                    <a:pt x="588" y="328"/>
                  </a:lnTo>
                  <a:lnTo>
                    <a:pt x="588" y="237"/>
                  </a:lnTo>
                  <a:lnTo>
                    <a:pt x="352" y="237"/>
                  </a:lnTo>
                  <a:lnTo>
                    <a:pt x="352" y="0"/>
                  </a:lnTo>
                  <a:lnTo>
                    <a:pt x="141" y="0"/>
                  </a:lnTo>
                  <a:lnTo>
                    <a:pt x="141" y="237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67" name="Freeform 19">
              <a:extLst>
                <a:ext uri="{FF2B5EF4-FFF2-40B4-BE49-F238E27FC236}">
                  <a16:creationId xmlns:a16="http://schemas.microsoft.com/office/drawing/2014/main" id="{4194B402-C0BE-994E-B81B-57C0493BCC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49963" y="4087813"/>
              <a:ext cx="450850" cy="395287"/>
            </a:xfrm>
            <a:custGeom>
              <a:avLst/>
              <a:gdLst>
                <a:gd name="T0" fmla="*/ 1245 w 1254"/>
                <a:gd name="T1" fmla="*/ 0 h 1096"/>
                <a:gd name="T2" fmla="*/ 1033 w 1254"/>
                <a:gd name="T3" fmla="*/ 0 h 1096"/>
                <a:gd name="T4" fmla="*/ 1033 w 1254"/>
                <a:gd name="T5" fmla="*/ 829 h 1096"/>
                <a:gd name="T6" fmla="*/ 485 w 1254"/>
                <a:gd name="T7" fmla="*/ 0 h 1096"/>
                <a:gd name="T8" fmla="*/ 0 w 1254"/>
                <a:gd name="T9" fmla="*/ 0 h 1096"/>
                <a:gd name="T10" fmla="*/ 0 w 1254"/>
                <a:gd name="T11" fmla="*/ 62 h 1096"/>
                <a:gd name="T12" fmla="*/ 42 w 1254"/>
                <a:gd name="T13" fmla="*/ 70 h 1096"/>
                <a:gd name="T14" fmla="*/ 178 w 1254"/>
                <a:gd name="T15" fmla="*/ 220 h 1096"/>
                <a:gd name="T16" fmla="*/ 178 w 1254"/>
                <a:gd name="T17" fmla="*/ 1095 h 1096"/>
                <a:gd name="T18" fmla="*/ 403 w 1254"/>
                <a:gd name="T19" fmla="*/ 1095 h 1096"/>
                <a:gd name="T20" fmla="*/ 403 w 1254"/>
                <a:gd name="T21" fmla="*/ 228 h 1096"/>
                <a:gd name="T22" fmla="*/ 975 w 1254"/>
                <a:gd name="T23" fmla="*/ 1095 h 1096"/>
                <a:gd name="T24" fmla="*/ 1253 w 1254"/>
                <a:gd name="T25" fmla="*/ 1095 h 1096"/>
                <a:gd name="T26" fmla="*/ 1253 w 1254"/>
                <a:gd name="T27" fmla="*/ 0 h 1096"/>
                <a:gd name="T28" fmla="*/ 1245 w 1254"/>
                <a:gd name="T29" fmla="*/ 0 h 10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54" h="1096">
                  <a:moveTo>
                    <a:pt x="1245" y="0"/>
                  </a:moveTo>
                  <a:lnTo>
                    <a:pt x="1033" y="0"/>
                  </a:lnTo>
                  <a:cubicBezTo>
                    <a:pt x="1033" y="0"/>
                    <a:pt x="1033" y="751"/>
                    <a:pt x="1033" y="829"/>
                  </a:cubicBezTo>
                  <a:cubicBezTo>
                    <a:pt x="992" y="763"/>
                    <a:pt x="485" y="0"/>
                    <a:pt x="485" y="0"/>
                  </a:cubicBezTo>
                  <a:lnTo>
                    <a:pt x="0" y="0"/>
                  </a:lnTo>
                  <a:lnTo>
                    <a:pt x="0" y="62"/>
                  </a:lnTo>
                  <a:lnTo>
                    <a:pt x="42" y="70"/>
                  </a:lnTo>
                  <a:cubicBezTo>
                    <a:pt x="170" y="91"/>
                    <a:pt x="178" y="95"/>
                    <a:pt x="178" y="220"/>
                  </a:cubicBezTo>
                  <a:lnTo>
                    <a:pt x="178" y="1095"/>
                  </a:lnTo>
                  <a:lnTo>
                    <a:pt x="403" y="1095"/>
                  </a:lnTo>
                  <a:cubicBezTo>
                    <a:pt x="403" y="1095"/>
                    <a:pt x="403" y="307"/>
                    <a:pt x="403" y="228"/>
                  </a:cubicBezTo>
                  <a:cubicBezTo>
                    <a:pt x="448" y="294"/>
                    <a:pt x="975" y="1095"/>
                    <a:pt x="975" y="1095"/>
                  </a:cubicBezTo>
                  <a:lnTo>
                    <a:pt x="1253" y="1095"/>
                  </a:lnTo>
                  <a:lnTo>
                    <a:pt x="1253" y="0"/>
                  </a:lnTo>
                  <a:lnTo>
                    <a:pt x="1245" y="0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91" name="Freeform 20">
              <a:extLst>
                <a:ext uri="{FF2B5EF4-FFF2-40B4-BE49-F238E27FC236}">
                  <a16:creationId xmlns:a16="http://schemas.microsoft.com/office/drawing/2014/main" id="{5F17F53B-D102-7F48-8541-DF950839A66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73838" y="4200525"/>
              <a:ext cx="266700" cy="287338"/>
            </a:xfrm>
            <a:custGeom>
              <a:avLst/>
              <a:gdLst>
                <a:gd name="T0" fmla="*/ 390 w 740"/>
                <a:gd name="T1" fmla="*/ 0 h 797"/>
                <a:gd name="T2" fmla="*/ 0 w 740"/>
                <a:gd name="T3" fmla="*/ 373 h 797"/>
                <a:gd name="T4" fmla="*/ 456 w 740"/>
                <a:gd name="T5" fmla="*/ 796 h 797"/>
                <a:gd name="T6" fmla="*/ 714 w 740"/>
                <a:gd name="T7" fmla="*/ 755 h 797"/>
                <a:gd name="T8" fmla="*/ 726 w 740"/>
                <a:gd name="T9" fmla="*/ 751 h 797"/>
                <a:gd name="T10" fmla="*/ 726 w 740"/>
                <a:gd name="T11" fmla="*/ 651 h 797"/>
                <a:gd name="T12" fmla="*/ 705 w 740"/>
                <a:gd name="T13" fmla="*/ 660 h 797"/>
                <a:gd name="T14" fmla="*/ 539 w 740"/>
                <a:gd name="T15" fmla="*/ 684 h 797"/>
                <a:gd name="T16" fmla="*/ 228 w 740"/>
                <a:gd name="T17" fmla="*/ 332 h 797"/>
                <a:gd name="T18" fmla="*/ 739 w 740"/>
                <a:gd name="T19" fmla="*/ 332 h 797"/>
                <a:gd name="T20" fmla="*/ 739 w 740"/>
                <a:gd name="T21" fmla="*/ 315 h 797"/>
                <a:gd name="T22" fmla="*/ 390 w 740"/>
                <a:gd name="T23" fmla="*/ 0 h 797"/>
                <a:gd name="T24" fmla="*/ 386 w 740"/>
                <a:gd name="T25" fmla="*/ 83 h 797"/>
                <a:gd name="T26" fmla="*/ 531 w 740"/>
                <a:gd name="T27" fmla="*/ 236 h 797"/>
                <a:gd name="T28" fmla="*/ 228 w 740"/>
                <a:gd name="T29" fmla="*/ 236 h 797"/>
                <a:gd name="T30" fmla="*/ 386 w 740"/>
                <a:gd name="T31" fmla="*/ 83 h 7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740" h="797">
                  <a:moveTo>
                    <a:pt x="390" y="0"/>
                  </a:moveTo>
                  <a:cubicBezTo>
                    <a:pt x="129" y="0"/>
                    <a:pt x="0" y="124"/>
                    <a:pt x="0" y="373"/>
                  </a:cubicBezTo>
                  <a:cubicBezTo>
                    <a:pt x="0" y="639"/>
                    <a:pt x="170" y="796"/>
                    <a:pt x="456" y="796"/>
                  </a:cubicBezTo>
                  <a:cubicBezTo>
                    <a:pt x="581" y="796"/>
                    <a:pt x="676" y="767"/>
                    <a:pt x="714" y="755"/>
                  </a:cubicBezTo>
                  <a:lnTo>
                    <a:pt x="726" y="751"/>
                  </a:lnTo>
                  <a:lnTo>
                    <a:pt x="726" y="651"/>
                  </a:lnTo>
                  <a:lnTo>
                    <a:pt x="705" y="660"/>
                  </a:lnTo>
                  <a:cubicBezTo>
                    <a:pt x="672" y="672"/>
                    <a:pt x="610" y="684"/>
                    <a:pt x="539" y="684"/>
                  </a:cubicBezTo>
                  <a:cubicBezTo>
                    <a:pt x="315" y="684"/>
                    <a:pt x="232" y="498"/>
                    <a:pt x="228" y="332"/>
                  </a:cubicBezTo>
                  <a:lnTo>
                    <a:pt x="739" y="332"/>
                  </a:lnTo>
                  <a:lnTo>
                    <a:pt x="739" y="315"/>
                  </a:lnTo>
                  <a:cubicBezTo>
                    <a:pt x="739" y="104"/>
                    <a:pt x="622" y="0"/>
                    <a:pt x="390" y="0"/>
                  </a:cubicBezTo>
                  <a:close/>
                  <a:moveTo>
                    <a:pt x="386" y="83"/>
                  </a:moveTo>
                  <a:cubicBezTo>
                    <a:pt x="498" y="83"/>
                    <a:pt x="527" y="162"/>
                    <a:pt x="531" y="236"/>
                  </a:cubicBezTo>
                  <a:lnTo>
                    <a:pt x="228" y="236"/>
                  </a:lnTo>
                  <a:cubicBezTo>
                    <a:pt x="232" y="187"/>
                    <a:pt x="270" y="83"/>
                    <a:pt x="386" y="83"/>
                  </a:cubicBezTo>
                  <a:close/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92" name="Freeform 21">
              <a:extLst>
                <a:ext uri="{FF2B5EF4-FFF2-40B4-BE49-F238E27FC236}">
                  <a16:creationId xmlns:a16="http://schemas.microsoft.com/office/drawing/2014/main" id="{84C29501-5A6D-414B-86AE-053815E847F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204075" y="4121150"/>
              <a:ext cx="212725" cy="366713"/>
            </a:xfrm>
            <a:custGeom>
              <a:avLst/>
              <a:gdLst>
                <a:gd name="T0" fmla="*/ 141 w 590"/>
                <a:gd name="T1" fmla="*/ 237 h 1017"/>
                <a:gd name="T2" fmla="*/ 0 w 590"/>
                <a:gd name="T3" fmla="*/ 237 h 1017"/>
                <a:gd name="T4" fmla="*/ 0 w 590"/>
                <a:gd name="T5" fmla="*/ 328 h 1017"/>
                <a:gd name="T6" fmla="*/ 141 w 590"/>
                <a:gd name="T7" fmla="*/ 328 h 1017"/>
                <a:gd name="T8" fmla="*/ 141 w 590"/>
                <a:gd name="T9" fmla="*/ 797 h 1017"/>
                <a:gd name="T10" fmla="*/ 427 w 590"/>
                <a:gd name="T11" fmla="*/ 1016 h 1017"/>
                <a:gd name="T12" fmla="*/ 551 w 590"/>
                <a:gd name="T13" fmla="*/ 1004 h 1017"/>
                <a:gd name="T14" fmla="*/ 564 w 590"/>
                <a:gd name="T15" fmla="*/ 1004 h 1017"/>
                <a:gd name="T16" fmla="*/ 564 w 590"/>
                <a:gd name="T17" fmla="*/ 909 h 1017"/>
                <a:gd name="T18" fmla="*/ 547 w 590"/>
                <a:gd name="T19" fmla="*/ 913 h 1017"/>
                <a:gd name="T20" fmla="*/ 485 w 590"/>
                <a:gd name="T21" fmla="*/ 917 h 1017"/>
                <a:gd name="T22" fmla="*/ 352 w 590"/>
                <a:gd name="T23" fmla="*/ 772 h 1017"/>
                <a:gd name="T24" fmla="*/ 352 w 590"/>
                <a:gd name="T25" fmla="*/ 328 h 1017"/>
                <a:gd name="T26" fmla="*/ 589 w 590"/>
                <a:gd name="T27" fmla="*/ 328 h 1017"/>
                <a:gd name="T28" fmla="*/ 589 w 590"/>
                <a:gd name="T29" fmla="*/ 237 h 1017"/>
                <a:gd name="T30" fmla="*/ 352 w 590"/>
                <a:gd name="T31" fmla="*/ 237 h 1017"/>
                <a:gd name="T32" fmla="*/ 352 w 590"/>
                <a:gd name="T33" fmla="*/ 0 h 1017"/>
                <a:gd name="T34" fmla="*/ 141 w 590"/>
                <a:gd name="T35" fmla="*/ 0 h 1017"/>
                <a:gd name="T36" fmla="*/ 141 w 590"/>
                <a:gd name="T37" fmla="*/ 237 h 10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90" h="1017">
                  <a:moveTo>
                    <a:pt x="141" y="237"/>
                  </a:moveTo>
                  <a:lnTo>
                    <a:pt x="0" y="237"/>
                  </a:lnTo>
                  <a:lnTo>
                    <a:pt x="0" y="328"/>
                  </a:lnTo>
                  <a:lnTo>
                    <a:pt x="141" y="328"/>
                  </a:lnTo>
                  <a:lnTo>
                    <a:pt x="141" y="797"/>
                  </a:lnTo>
                  <a:cubicBezTo>
                    <a:pt x="141" y="1000"/>
                    <a:pt x="269" y="1016"/>
                    <a:pt x="427" y="1016"/>
                  </a:cubicBezTo>
                  <a:cubicBezTo>
                    <a:pt x="464" y="1016"/>
                    <a:pt x="506" y="1012"/>
                    <a:pt x="551" y="1004"/>
                  </a:cubicBezTo>
                  <a:lnTo>
                    <a:pt x="564" y="1004"/>
                  </a:lnTo>
                  <a:lnTo>
                    <a:pt x="564" y="909"/>
                  </a:lnTo>
                  <a:lnTo>
                    <a:pt x="547" y="913"/>
                  </a:lnTo>
                  <a:cubicBezTo>
                    <a:pt x="531" y="917"/>
                    <a:pt x="510" y="917"/>
                    <a:pt x="485" y="917"/>
                  </a:cubicBezTo>
                  <a:cubicBezTo>
                    <a:pt x="361" y="917"/>
                    <a:pt x="352" y="880"/>
                    <a:pt x="352" y="772"/>
                  </a:cubicBezTo>
                  <a:lnTo>
                    <a:pt x="352" y="328"/>
                  </a:lnTo>
                  <a:lnTo>
                    <a:pt x="589" y="328"/>
                  </a:lnTo>
                  <a:lnTo>
                    <a:pt x="589" y="237"/>
                  </a:lnTo>
                  <a:lnTo>
                    <a:pt x="352" y="237"/>
                  </a:lnTo>
                  <a:lnTo>
                    <a:pt x="352" y="0"/>
                  </a:lnTo>
                  <a:lnTo>
                    <a:pt x="141" y="0"/>
                  </a:lnTo>
                  <a:lnTo>
                    <a:pt x="141" y="237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93" name="Freeform 22">
              <a:extLst>
                <a:ext uri="{FF2B5EF4-FFF2-40B4-BE49-F238E27FC236}">
                  <a16:creationId xmlns:a16="http://schemas.microsoft.com/office/drawing/2014/main" id="{22EF7952-EBD2-1B44-8568-75F1851BC20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50063" y="4206875"/>
              <a:ext cx="331787" cy="274638"/>
            </a:xfrm>
            <a:custGeom>
              <a:avLst/>
              <a:gdLst>
                <a:gd name="T0" fmla="*/ 705 w 921"/>
                <a:gd name="T1" fmla="*/ 248 h 764"/>
                <a:gd name="T2" fmla="*/ 920 w 921"/>
                <a:gd name="T3" fmla="*/ 0 h 764"/>
                <a:gd name="T4" fmla="*/ 701 w 921"/>
                <a:gd name="T5" fmla="*/ 0 h 764"/>
                <a:gd name="T6" fmla="*/ 497 w 921"/>
                <a:gd name="T7" fmla="*/ 236 h 764"/>
                <a:gd name="T8" fmla="*/ 319 w 921"/>
                <a:gd name="T9" fmla="*/ 0 h 764"/>
                <a:gd name="T10" fmla="*/ 0 w 921"/>
                <a:gd name="T11" fmla="*/ 0 h 764"/>
                <a:gd name="T12" fmla="*/ 0 w 921"/>
                <a:gd name="T13" fmla="*/ 62 h 764"/>
                <a:gd name="T14" fmla="*/ 12 w 921"/>
                <a:gd name="T15" fmla="*/ 62 h 764"/>
                <a:gd name="T16" fmla="*/ 211 w 921"/>
                <a:gd name="T17" fmla="*/ 178 h 764"/>
                <a:gd name="T18" fmla="*/ 344 w 921"/>
                <a:gd name="T19" fmla="*/ 352 h 764"/>
                <a:gd name="T20" fmla="*/ 128 w 921"/>
                <a:gd name="T21" fmla="*/ 601 h 764"/>
                <a:gd name="T22" fmla="*/ 348 w 921"/>
                <a:gd name="T23" fmla="*/ 601 h 764"/>
                <a:gd name="T24" fmla="*/ 443 w 921"/>
                <a:gd name="T25" fmla="*/ 489 h 764"/>
                <a:gd name="T26" fmla="*/ 651 w 921"/>
                <a:gd name="T27" fmla="*/ 763 h 764"/>
                <a:gd name="T28" fmla="*/ 900 w 921"/>
                <a:gd name="T29" fmla="*/ 763 h 764"/>
                <a:gd name="T30" fmla="*/ 506 w 921"/>
                <a:gd name="T31" fmla="*/ 248 h 764"/>
                <a:gd name="T32" fmla="*/ 705 w 921"/>
                <a:gd name="T33" fmla="*/ 248 h 76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921" h="764">
                  <a:moveTo>
                    <a:pt x="705" y="248"/>
                  </a:moveTo>
                  <a:lnTo>
                    <a:pt x="920" y="0"/>
                  </a:lnTo>
                  <a:lnTo>
                    <a:pt x="701" y="0"/>
                  </a:lnTo>
                  <a:lnTo>
                    <a:pt x="497" y="236"/>
                  </a:lnTo>
                  <a:lnTo>
                    <a:pt x="319" y="0"/>
                  </a:lnTo>
                  <a:lnTo>
                    <a:pt x="0" y="0"/>
                  </a:lnTo>
                  <a:lnTo>
                    <a:pt x="0" y="62"/>
                  </a:lnTo>
                  <a:lnTo>
                    <a:pt x="12" y="62"/>
                  </a:lnTo>
                  <a:cubicBezTo>
                    <a:pt x="120" y="70"/>
                    <a:pt x="145" y="87"/>
                    <a:pt x="211" y="178"/>
                  </a:cubicBezTo>
                  <a:lnTo>
                    <a:pt x="344" y="352"/>
                  </a:lnTo>
                  <a:lnTo>
                    <a:pt x="128" y="601"/>
                  </a:lnTo>
                  <a:lnTo>
                    <a:pt x="348" y="601"/>
                  </a:lnTo>
                  <a:lnTo>
                    <a:pt x="443" y="489"/>
                  </a:lnTo>
                  <a:lnTo>
                    <a:pt x="651" y="763"/>
                  </a:lnTo>
                  <a:lnTo>
                    <a:pt x="900" y="763"/>
                  </a:lnTo>
                  <a:lnTo>
                    <a:pt x="506" y="248"/>
                  </a:lnTo>
                  <a:lnTo>
                    <a:pt x="705" y="248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98" name="Freeform 23">
              <a:extLst>
                <a:ext uri="{FF2B5EF4-FFF2-40B4-BE49-F238E27FC236}">
                  <a16:creationId xmlns:a16="http://schemas.microsoft.com/office/drawing/2014/main" id="{F806D912-F48C-0548-B2DC-443E6576D3A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5500" y="4010025"/>
              <a:ext cx="176213" cy="111125"/>
            </a:xfrm>
            <a:custGeom>
              <a:avLst/>
              <a:gdLst>
                <a:gd name="T0" fmla="*/ 224 w 490"/>
                <a:gd name="T1" fmla="*/ 307 h 308"/>
                <a:gd name="T2" fmla="*/ 0 w 490"/>
                <a:gd name="T3" fmla="*/ 307 h 308"/>
                <a:gd name="T4" fmla="*/ 269 w 490"/>
                <a:gd name="T5" fmla="*/ 0 h 308"/>
                <a:gd name="T6" fmla="*/ 489 w 490"/>
                <a:gd name="T7" fmla="*/ 0 h 308"/>
                <a:gd name="T8" fmla="*/ 224 w 490"/>
                <a:gd name="T9" fmla="*/ 307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90" h="308">
                  <a:moveTo>
                    <a:pt x="224" y="307"/>
                  </a:moveTo>
                  <a:lnTo>
                    <a:pt x="0" y="307"/>
                  </a:lnTo>
                  <a:lnTo>
                    <a:pt x="269" y="0"/>
                  </a:lnTo>
                  <a:lnTo>
                    <a:pt x="489" y="0"/>
                  </a:lnTo>
                  <a:lnTo>
                    <a:pt x="224" y="307"/>
                  </a:lnTo>
                </a:path>
              </a:pathLst>
            </a:custGeom>
            <a:solidFill>
              <a:schemeClr val="accent2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</p:grpSp>
      <p:sp>
        <p:nvSpPr>
          <p:cNvPr id="99" name="Footer">
            <a:extLst>
              <a:ext uri="{FF2B5EF4-FFF2-40B4-BE49-F238E27FC236}">
                <a16:creationId xmlns:a16="http://schemas.microsoft.com/office/drawing/2014/main" id="{8AF9C8D6-2120-2645-B767-C612C461170A}"/>
              </a:ext>
            </a:extLst>
          </p:cNvPr>
          <p:cNvSpPr txBox="1"/>
          <p:nvPr userDrawn="1"/>
        </p:nvSpPr>
        <p:spPr>
          <a:xfrm>
            <a:off x="9596421" y="6548295"/>
            <a:ext cx="2542683" cy="215444"/>
          </a:xfrm>
          <a:prstGeom prst="rect">
            <a:avLst/>
          </a:prstGeom>
          <a:noFill/>
          <a:effectLst/>
        </p:spPr>
        <p:txBody>
          <a:bodyPr wrap="none" rtlCol="0">
            <a:spAutoFit/>
          </a:bodyPr>
          <a:lstStyle/>
          <a:p>
            <a:pPr marL="0" marR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b="0" i="0" kern="1200">
                <a:solidFill>
                  <a:schemeClr val="bg1">
                    <a:lumMod val="9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Neue Haas Grotesk Text Pro" panose="020B0504020202020204" pitchFamily="34" charset="77"/>
                <a:ea typeface="+mn-ea"/>
                <a:cs typeface="+mn-cs"/>
              </a:rPr>
              <a:t>© Hitachi Vantara LLC 2023. All Rights Reserved.</a:t>
            </a:r>
          </a:p>
        </p:txBody>
      </p:sp>
      <p:sp>
        <p:nvSpPr>
          <p:cNvPr id="39" name="Subtitle 2">
            <a:extLst>
              <a:ext uri="{FF2B5EF4-FFF2-40B4-BE49-F238E27FC236}">
                <a16:creationId xmlns:a16="http://schemas.microsoft.com/office/drawing/2014/main" id="{DD5AC0CD-9120-154E-86E3-63A823AF114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08465" y="3737490"/>
            <a:ext cx="5715233" cy="410369"/>
          </a:xfrm>
          <a:prstGeom prst="rect">
            <a:avLst/>
          </a:prstGeom>
          <a:effectLst/>
        </p:spPr>
        <p:txBody>
          <a:bodyPr/>
          <a:lstStyle>
            <a:lvl1pPr marL="0" marR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Wingdings" charset="2"/>
              <a:buNone/>
              <a:tabLst/>
              <a:defRPr sz="2667" b="0" i="0" cap="none" baseline="0">
                <a:solidFill>
                  <a:schemeClr val="bg1"/>
                </a:solidFill>
                <a:latin typeface="Neue Haas Grotesk Text Pro" panose="020B0504020202020204" pitchFamily="34" charset="77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Subtitle placeholder 20pt Regular</a:t>
            </a:r>
          </a:p>
        </p:txBody>
      </p:sp>
      <p:sp>
        <p:nvSpPr>
          <p:cNvPr id="40" name="Title 1">
            <a:extLst>
              <a:ext uri="{FF2B5EF4-FFF2-40B4-BE49-F238E27FC236}">
                <a16:creationId xmlns:a16="http://schemas.microsoft.com/office/drawing/2014/main" id="{1788EC30-50B7-204C-A4C4-CCB2171C657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08465" y="967698"/>
            <a:ext cx="6864479" cy="2761725"/>
          </a:xfrm>
          <a:prstGeom prst="rect">
            <a:avLst/>
          </a:prstGeom>
          <a:effectLst/>
        </p:spPr>
        <p:txBody>
          <a:bodyPr lIns="0" rIns="0" anchor="b" anchorCtr="0">
            <a:noAutofit/>
          </a:bodyPr>
          <a:lstStyle>
            <a:lvl1pPr>
              <a:lnSpc>
                <a:spcPct val="90000"/>
              </a:lnSpc>
              <a:defRPr sz="5333" b="1" i="0" cap="none" baseline="0">
                <a:solidFill>
                  <a:schemeClr val="bg1"/>
                </a:solidFill>
                <a:latin typeface="Neue Haas Grotesk Text Pro" panose="020B0504020202020204" pitchFamily="34" charset="77"/>
              </a:defRPr>
            </a:lvl1pPr>
          </a:lstStyle>
          <a:p>
            <a:r>
              <a:rPr lang="en-US"/>
              <a:t>Section Title Slide Placeholder </a:t>
            </a:r>
          </a:p>
        </p:txBody>
      </p:sp>
      <p:sp>
        <p:nvSpPr>
          <p:cNvPr id="68" name="Text Placeholder 6">
            <a:extLst>
              <a:ext uri="{FF2B5EF4-FFF2-40B4-BE49-F238E27FC236}">
                <a16:creationId xmlns:a16="http://schemas.microsoft.com/office/drawing/2014/main" id="{7999BED2-2934-654F-A065-29102DB83C2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08465" y="5207079"/>
            <a:ext cx="4725881" cy="287259"/>
          </a:xfrm>
        </p:spPr>
        <p:txBody>
          <a:bodyPr anchor="t"/>
          <a:lstStyle>
            <a:lvl1pPr marL="0" indent="0">
              <a:spcBef>
                <a:spcPts val="0"/>
              </a:spcBef>
              <a:spcAft>
                <a:spcPts val="400"/>
              </a:spcAft>
              <a:buNone/>
              <a:defRPr sz="1867" b="1" baseline="0">
                <a:solidFill>
                  <a:schemeClr val="bg1"/>
                </a:solidFill>
              </a:defRPr>
            </a:lvl1pPr>
            <a:lvl2pPr marL="374640" indent="0">
              <a:buNone/>
              <a:defRPr/>
            </a:lvl2pPr>
            <a:lvl3pPr marL="766214" indent="0">
              <a:buNone/>
              <a:defRPr/>
            </a:lvl3pPr>
            <a:lvl4pPr marL="1140855" indent="0">
              <a:buNone/>
              <a:defRPr/>
            </a:lvl4pPr>
            <a:lvl5pPr marL="1454114" indent="0">
              <a:buNone/>
              <a:defRPr/>
            </a:lvl5pPr>
          </a:lstStyle>
          <a:p>
            <a:pPr lvl="0"/>
            <a:r>
              <a:rPr lang="en-US"/>
              <a:t>Optional Subtitle here 14pt Bold</a:t>
            </a:r>
          </a:p>
        </p:txBody>
      </p:sp>
      <p:sp>
        <p:nvSpPr>
          <p:cNvPr id="69" name="Text Placeholder 8">
            <a:extLst>
              <a:ext uri="{FF2B5EF4-FFF2-40B4-BE49-F238E27FC236}">
                <a16:creationId xmlns:a16="http://schemas.microsoft.com/office/drawing/2014/main" id="{57276581-82C3-3E44-98BA-95449B787A9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08465" y="5512868"/>
            <a:ext cx="4725881" cy="246221"/>
          </a:xfrm>
        </p:spPr>
        <p:txBody>
          <a:bodyPr anchor="t"/>
          <a:lstStyle>
            <a:lvl1pPr marL="0" indent="0">
              <a:spcBef>
                <a:spcPts val="0"/>
              </a:spcBef>
              <a:spcAft>
                <a:spcPts val="400"/>
              </a:spcAft>
              <a:buNone/>
              <a:defRPr sz="1600">
                <a:solidFill>
                  <a:schemeClr val="bg1"/>
                </a:solidFill>
              </a:defRPr>
            </a:lvl1pPr>
            <a:lvl2pPr marL="374640" indent="0">
              <a:buNone/>
              <a:defRPr/>
            </a:lvl2pPr>
            <a:lvl3pPr marL="766214" indent="0">
              <a:buNone/>
              <a:defRPr/>
            </a:lvl3pPr>
            <a:lvl4pPr marL="1140855" indent="0">
              <a:buNone/>
              <a:defRPr/>
            </a:lvl4pPr>
            <a:lvl5pPr marL="1454114" indent="0">
              <a:buNone/>
              <a:defRPr/>
            </a:lvl5pPr>
          </a:lstStyle>
          <a:p>
            <a:pPr lvl="0"/>
            <a:r>
              <a:rPr lang="en-US"/>
              <a:t>Optional text here 12pt Regular</a:t>
            </a:r>
          </a:p>
        </p:txBody>
      </p:sp>
      <p:pic>
        <p:nvPicPr>
          <p:cNvPr id="36" name="Hitachi logo red">
            <a:extLst>
              <a:ext uri="{FF2B5EF4-FFF2-40B4-BE49-F238E27FC236}">
                <a16:creationId xmlns:a16="http://schemas.microsoft.com/office/drawing/2014/main" id="{DDBC843C-4A81-6D48-A5F3-9C40AC5E03AF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24533" y="0"/>
            <a:ext cx="2167467" cy="1083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8822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6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tangle 37">
            <a:extLst>
              <a:ext uri="{FF2B5EF4-FFF2-40B4-BE49-F238E27FC236}">
                <a16:creationId xmlns:a16="http://schemas.microsoft.com/office/drawing/2014/main" id="{5BDD7147-836C-B243-973C-2C79F9E02B72}"/>
              </a:ext>
            </a:extLst>
          </p:cNvPr>
          <p:cNvSpPr/>
          <p:nvPr userDrawn="1"/>
        </p:nvSpPr>
        <p:spPr>
          <a:xfrm>
            <a:off x="0" y="0"/>
            <a:ext cx="12204192" cy="6876288"/>
          </a:xfrm>
          <a:prstGeom prst="rect">
            <a:avLst/>
          </a:prstGeom>
          <a:solidFill>
            <a:srgbClr val="B4B4B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b="0" i="0">
              <a:latin typeface="Neue Haas Grotesk Text Pro" panose="020B0504020202020204" pitchFamily="34" charset="77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2148" y="6553934"/>
            <a:ext cx="356188" cy="256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111F478C-84AE-4601-9BE4-60468A3A6C06}" type="slidenum">
              <a:rPr lang="en-US" sz="1067" b="0" i="0" smtClean="0">
                <a:solidFill>
                  <a:schemeClr val="bg1">
                    <a:lumMod val="50000"/>
                  </a:schemeClr>
                </a:solidFill>
                <a:latin typeface="Neue Haas Grotesk Text Pro" panose="020B0504020202020204" pitchFamily="34" charset="77"/>
              </a:rPr>
              <a:pPr/>
              <a:t>‹#›</a:t>
            </a:fld>
            <a:endParaRPr lang="en-US" sz="1067" b="0" i="0">
              <a:solidFill>
                <a:schemeClr val="bg1">
                  <a:lumMod val="50000"/>
                </a:schemeClr>
              </a:solidFill>
              <a:latin typeface="Neue Haas Grotesk Text Pro" panose="020B0504020202020204" pitchFamily="34" charset="7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F6F85EA-1CAA-F34C-8631-AB308554EFA3}"/>
              </a:ext>
            </a:extLst>
          </p:cNvPr>
          <p:cNvSpPr txBox="1"/>
          <p:nvPr userDrawn="1"/>
        </p:nvSpPr>
        <p:spPr>
          <a:xfrm>
            <a:off x="2148" y="6553934"/>
            <a:ext cx="356188" cy="256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111F478C-84AE-4601-9BE4-60468A3A6C06}" type="slidenum">
              <a:rPr lang="en-US" sz="1067" b="0" i="0" smtClean="0">
                <a:solidFill>
                  <a:schemeClr val="bg1">
                    <a:lumMod val="50000"/>
                  </a:schemeClr>
                </a:solidFill>
                <a:latin typeface="Neue Haas Grotesk Text Pro" panose="020B0504020202020204" pitchFamily="34" charset="77"/>
              </a:rPr>
              <a:pPr/>
              <a:t>‹#›</a:t>
            </a:fld>
            <a:endParaRPr lang="en-US" sz="1067" b="0" i="0">
              <a:solidFill>
                <a:schemeClr val="bg1">
                  <a:lumMod val="50000"/>
                </a:schemeClr>
              </a:solidFill>
              <a:latin typeface="Neue Haas Grotesk Text Pro" panose="020B0504020202020204" pitchFamily="34" charset="77"/>
            </a:endParaRPr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92FCC86C-B122-7843-AD39-7DA6779D611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923856" y="0"/>
            <a:ext cx="4268144" cy="6876288"/>
          </a:xfrm>
          <a:prstGeom prst="rect">
            <a:avLst/>
          </a:prstGeom>
        </p:spPr>
      </p:pic>
      <p:sp>
        <p:nvSpPr>
          <p:cNvPr id="42" name="Rectangle 41">
            <a:extLst>
              <a:ext uri="{FF2B5EF4-FFF2-40B4-BE49-F238E27FC236}">
                <a16:creationId xmlns:a16="http://schemas.microsoft.com/office/drawing/2014/main" id="{7595F4BA-1947-4B39-A271-3153E3CE1329}"/>
              </a:ext>
            </a:extLst>
          </p:cNvPr>
          <p:cNvSpPr/>
          <p:nvPr userDrawn="1"/>
        </p:nvSpPr>
        <p:spPr>
          <a:xfrm>
            <a:off x="7933508" y="1"/>
            <a:ext cx="4272969" cy="3870960"/>
          </a:xfrm>
          <a:prstGeom prst="rect">
            <a:avLst/>
          </a:prstGeom>
          <a:gradFill flip="none" rotWithShape="1">
            <a:gsLst>
              <a:gs pos="54000">
                <a:schemeClr val="tx2">
                  <a:alpha val="0"/>
                </a:schemeClr>
              </a:gs>
              <a:gs pos="79000">
                <a:schemeClr val="tx2">
                  <a:alpha val="20000"/>
                </a:schemeClr>
              </a:gs>
            </a:gsLst>
            <a:lin ang="16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b="0" i="0">
              <a:latin typeface="Neue Haas Grotesk Text Pro" panose="020B0504020202020204" pitchFamily="34" charset="77"/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B988D2B2-5C5E-43B0-9871-306038172417}"/>
              </a:ext>
            </a:extLst>
          </p:cNvPr>
          <p:cNvGrpSpPr/>
          <p:nvPr userDrawn="1"/>
        </p:nvGrpSpPr>
        <p:grpSpPr>
          <a:xfrm>
            <a:off x="10246555" y="301096"/>
            <a:ext cx="1663868" cy="475553"/>
            <a:chOff x="2751138" y="3262313"/>
            <a:chExt cx="4665662" cy="1333500"/>
          </a:xfrm>
          <a:solidFill>
            <a:schemeClr val="bg1"/>
          </a:solidFill>
        </p:grpSpPr>
        <p:sp>
          <p:nvSpPr>
            <p:cNvPr id="44" name="Freeform 1">
              <a:extLst>
                <a:ext uri="{FF2B5EF4-FFF2-40B4-BE49-F238E27FC236}">
                  <a16:creationId xmlns:a16="http://schemas.microsoft.com/office/drawing/2014/main" id="{FB37AA43-1DAD-4268-8BCA-08FFA661160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80138" y="3275013"/>
              <a:ext cx="673100" cy="631825"/>
            </a:xfrm>
            <a:custGeom>
              <a:avLst/>
              <a:gdLst>
                <a:gd name="T0" fmla="*/ 465 w 1868"/>
                <a:gd name="T1" fmla="*/ 0 h 1755"/>
                <a:gd name="T2" fmla="*/ 465 w 1868"/>
                <a:gd name="T3" fmla="*/ 700 h 1755"/>
                <a:gd name="T4" fmla="*/ 1402 w 1868"/>
                <a:gd name="T5" fmla="*/ 700 h 1755"/>
                <a:gd name="T6" fmla="*/ 1402 w 1868"/>
                <a:gd name="T7" fmla="*/ 0 h 1755"/>
                <a:gd name="T8" fmla="*/ 1867 w 1868"/>
                <a:gd name="T9" fmla="*/ 0 h 1755"/>
                <a:gd name="T10" fmla="*/ 1867 w 1868"/>
                <a:gd name="T11" fmla="*/ 1754 h 1755"/>
                <a:gd name="T12" fmla="*/ 1402 w 1868"/>
                <a:gd name="T13" fmla="*/ 1754 h 1755"/>
                <a:gd name="T14" fmla="*/ 1402 w 1868"/>
                <a:gd name="T15" fmla="*/ 983 h 1755"/>
                <a:gd name="T16" fmla="*/ 465 w 1868"/>
                <a:gd name="T17" fmla="*/ 983 h 1755"/>
                <a:gd name="T18" fmla="*/ 465 w 1868"/>
                <a:gd name="T19" fmla="*/ 1754 h 1755"/>
                <a:gd name="T20" fmla="*/ 0 w 1868"/>
                <a:gd name="T21" fmla="*/ 1754 h 1755"/>
                <a:gd name="T22" fmla="*/ 0 w 1868"/>
                <a:gd name="T23" fmla="*/ 0 h 1755"/>
                <a:gd name="T24" fmla="*/ 465 w 1868"/>
                <a:gd name="T25" fmla="*/ 0 h 1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868" h="1755">
                  <a:moveTo>
                    <a:pt x="465" y="0"/>
                  </a:moveTo>
                  <a:cubicBezTo>
                    <a:pt x="465" y="0"/>
                    <a:pt x="465" y="705"/>
                    <a:pt x="465" y="700"/>
                  </a:cubicBezTo>
                  <a:lnTo>
                    <a:pt x="1402" y="700"/>
                  </a:lnTo>
                  <a:cubicBezTo>
                    <a:pt x="1402" y="705"/>
                    <a:pt x="1402" y="0"/>
                    <a:pt x="1402" y="0"/>
                  </a:cubicBezTo>
                  <a:cubicBezTo>
                    <a:pt x="1402" y="0"/>
                    <a:pt x="1863" y="0"/>
                    <a:pt x="1867" y="0"/>
                  </a:cubicBezTo>
                  <a:cubicBezTo>
                    <a:pt x="1867" y="0"/>
                    <a:pt x="1867" y="1750"/>
                    <a:pt x="1867" y="1754"/>
                  </a:cubicBezTo>
                  <a:lnTo>
                    <a:pt x="1402" y="1754"/>
                  </a:lnTo>
                  <a:cubicBezTo>
                    <a:pt x="1402" y="1754"/>
                    <a:pt x="1402" y="987"/>
                    <a:pt x="1402" y="983"/>
                  </a:cubicBezTo>
                  <a:cubicBezTo>
                    <a:pt x="1402" y="987"/>
                    <a:pt x="465" y="983"/>
                    <a:pt x="465" y="983"/>
                  </a:cubicBezTo>
                  <a:cubicBezTo>
                    <a:pt x="465" y="987"/>
                    <a:pt x="465" y="1754"/>
                    <a:pt x="465" y="1754"/>
                  </a:cubicBezTo>
                  <a:lnTo>
                    <a:pt x="0" y="1754"/>
                  </a:lnTo>
                  <a:cubicBezTo>
                    <a:pt x="0" y="1754"/>
                    <a:pt x="4" y="0"/>
                    <a:pt x="0" y="0"/>
                  </a:cubicBezTo>
                  <a:lnTo>
                    <a:pt x="465" y="0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45" name="Freeform 2">
              <a:extLst>
                <a:ext uri="{FF2B5EF4-FFF2-40B4-BE49-F238E27FC236}">
                  <a16:creationId xmlns:a16="http://schemas.microsoft.com/office/drawing/2014/main" id="{607D4DC0-209B-4220-9753-735924769F3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83050" y="3275013"/>
              <a:ext cx="677863" cy="631825"/>
            </a:xfrm>
            <a:custGeom>
              <a:avLst/>
              <a:gdLst>
                <a:gd name="T0" fmla="*/ 1883 w 1884"/>
                <a:gd name="T1" fmla="*/ 0 h 1755"/>
                <a:gd name="T2" fmla="*/ 1883 w 1884"/>
                <a:gd name="T3" fmla="*/ 298 h 1755"/>
                <a:gd name="T4" fmla="*/ 1174 w 1884"/>
                <a:gd name="T5" fmla="*/ 298 h 1755"/>
                <a:gd name="T6" fmla="*/ 1174 w 1884"/>
                <a:gd name="T7" fmla="*/ 1754 h 1755"/>
                <a:gd name="T8" fmla="*/ 709 w 1884"/>
                <a:gd name="T9" fmla="*/ 1754 h 1755"/>
                <a:gd name="T10" fmla="*/ 709 w 1884"/>
                <a:gd name="T11" fmla="*/ 298 h 1755"/>
                <a:gd name="T12" fmla="*/ 0 w 1884"/>
                <a:gd name="T13" fmla="*/ 298 h 1755"/>
                <a:gd name="T14" fmla="*/ 0 w 1884"/>
                <a:gd name="T15" fmla="*/ 0 h 1755"/>
                <a:gd name="T16" fmla="*/ 1883 w 1884"/>
                <a:gd name="T17" fmla="*/ 0 h 1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884" h="1755">
                  <a:moveTo>
                    <a:pt x="1883" y="0"/>
                  </a:moveTo>
                  <a:cubicBezTo>
                    <a:pt x="1883" y="4"/>
                    <a:pt x="1883" y="298"/>
                    <a:pt x="1883" y="298"/>
                  </a:cubicBezTo>
                  <a:lnTo>
                    <a:pt x="1174" y="298"/>
                  </a:lnTo>
                  <a:lnTo>
                    <a:pt x="1174" y="1754"/>
                  </a:lnTo>
                  <a:lnTo>
                    <a:pt x="709" y="1754"/>
                  </a:lnTo>
                  <a:lnTo>
                    <a:pt x="709" y="298"/>
                  </a:lnTo>
                  <a:lnTo>
                    <a:pt x="0" y="298"/>
                  </a:lnTo>
                  <a:lnTo>
                    <a:pt x="0" y="0"/>
                  </a:lnTo>
                  <a:lnTo>
                    <a:pt x="1883" y="0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46" name="Freeform 3">
              <a:extLst>
                <a:ext uri="{FF2B5EF4-FFF2-40B4-BE49-F238E27FC236}">
                  <a16:creationId xmlns:a16="http://schemas.microsoft.com/office/drawing/2014/main" id="{0BD8E211-927D-4CFE-8642-3332A96BB63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14863" y="3275013"/>
              <a:ext cx="796925" cy="631825"/>
            </a:xfrm>
            <a:custGeom>
              <a:avLst/>
              <a:gdLst>
                <a:gd name="T0" fmla="*/ 2214 w 2215"/>
                <a:gd name="T1" fmla="*/ 1754 h 1755"/>
                <a:gd name="T2" fmla="*/ 1695 w 2215"/>
                <a:gd name="T3" fmla="*/ 1754 h 1755"/>
                <a:gd name="T4" fmla="*/ 1542 w 2215"/>
                <a:gd name="T5" fmla="*/ 1377 h 1755"/>
                <a:gd name="T6" fmla="*/ 672 w 2215"/>
                <a:gd name="T7" fmla="*/ 1377 h 1755"/>
                <a:gd name="T8" fmla="*/ 518 w 2215"/>
                <a:gd name="T9" fmla="*/ 1754 h 1755"/>
                <a:gd name="T10" fmla="*/ 0 w 2215"/>
                <a:gd name="T11" fmla="*/ 1754 h 1755"/>
                <a:gd name="T12" fmla="*/ 825 w 2215"/>
                <a:gd name="T13" fmla="*/ 0 h 1755"/>
                <a:gd name="T14" fmla="*/ 1392 w 2215"/>
                <a:gd name="T15" fmla="*/ 0 h 1755"/>
                <a:gd name="T16" fmla="*/ 2214 w 2215"/>
                <a:gd name="T17" fmla="*/ 1754 h 1755"/>
                <a:gd name="T18" fmla="*/ 788 w 2215"/>
                <a:gd name="T19" fmla="*/ 1095 h 1755"/>
                <a:gd name="T20" fmla="*/ 1434 w 2215"/>
                <a:gd name="T21" fmla="*/ 1095 h 1755"/>
                <a:gd name="T22" fmla="*/ 1107 w 2215"/>
                <a:gd name="T23" fmla="*/ 298 h 1755"/>
                <a:gd name="T24" fmla="*/ 788 w 2215"/>
                <a:gd name="T25" fmla="*/ 1095 h 1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15" h="1755">
                  <a:moveTo>
                    <a:pt x="2214" y="1754"/>
                  </a:moveTo>
                  <a:cubicBezTo>
                    <a:pt x="2214" y="1754"/>
                    <a:pt x="1691" y="1754"/>
                    <a:pt x="1695" y="1754"/>
                  </a:cubicBezTo>
                  <a:lnTo>
                    <a:pt x="1542" y="1377"/>
                  </a:lnTo>
                  <a:lnTo>
                    <a:pt x="672" y="1377"/>
                  </a:lnTo>
                  <a:cubicBezTo>
                    <a:pt x="672" y="1377"/>
                    <a:pt x="522" y="1754"/>
                    <a:pt x="518" y="1754"/>
                  </a:cubicBezTo>
                  <a:lnTo>
                    <a:pt x="0" y="1754"/>
                  </a:lnTo>
                  <a:lnTo>
                    <a:pt x="825" y="0"/>
                  </a:lnTo>
                  <a:lnTo>
                    <a:pt x="1392" y="0"/>
                  </a:lnTo>
                  <a:lnTo>
                    <a:pt x="2214" y="1754"/>
                  </a:lnTo>
                  <a:close/>
                  <a:moveTo>
                    <a:pt x="788" y="1095"/>
                  </a:moveTo>
                  <a:lnTo>
                    <a:pt x="1434" y="1095"/>
                  </a:lnTo>
                  <a:lnTo>
                    <a:pt x="1107" y="298"/>
                  </a:lnTo>
                  <a:lnTo>
                    <a:pt x="788" y="1095"/>
                  </a:lnTo>
                  <a:close/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48" name="Freeform 4">
              <a:extLst>
                <a:ext uri="{FF2B5EF4-FFF2-40B4-BE49-F238E27FC236}">
                  <a16:creationId xmlns:a16="http://schemas.microsoft.com/office/drawing/2014/main" id="{ADEF2E2C-637D-41F6-891B-0C44DC6F797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985000" y="3275013"/>
              <a:ext cx="166688" cy="631825"/>
            </a:xfrm>
            <a:custGeom>
              <a:avLst/>
              <a:gdLst>
                <a:gd name="T0" fmla="*/ 232 w 465"/>
                <a:gd name="T1" fmla="*/ 1754 h 1755"/>
                <a:gd name="T2" fmla="*/ 0 w 465"/>
                <a:gd name="T3" fmla="*/ 1754 h 1755"/>
                <a:gd name="T4" fmla="*/ 0 w 465"/>
                <a:gd name="T5" fmla="*/ 0 h 1755"/>
                <a:gd name="T6" fmla="*/ 464 w 465"/>
                <a:gd name="T7" fmla="*/ 0 h 1755"/>
                <a:gd name="T8" fmla="*/ 464 w 465"/>
                <a:gd name="T9" fmla="*/ 1754 h 1755"/>
                <a:gd name="T10" fmla="*/ 232 w 465"/>
                <a:gd name="T11" fmla="*/ 1754 h 1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65" h="1755">
                  <a:moveTo>
                    <a:pt x="232" y="1754"/>
                  </a:moveTo>
                  <a:lnTo>
                    <a:pt x="0" y="1754"/>
                  </a:lnTo>
                  <a:lnTo>
                    <a:pt x="0" y="0"/>
                  </a:lnTo>
                  <a:lnTo>
                    <a:pt x="464" y="0"/>
                  </a:lnTo>
                  <a:lnTo>
                    <a:pt x="464" y="1754"/>
                  </a:lnTo>
                  <a:lnTo>
                    <a:pt x="232" y="1754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49" name="Freeform 5">
              <a:extLst>
                <a:ext uri="{FF2B5EF4-FFF2-40B4-BE49-F238E27FC236}">
                  <a16:creationId xmlns:a16="http://schemas.microsoft.com/office/drawing/2014/main" id="{3BC42124-B995-4B22-B10C-2C8B5C6F92E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49588" y="3275013"/>
              <a:ext cx="673100" cy="631825"/>
            </a:xfrm>
            <a:custGeom>
              <a:avLst/>
              <a:gdLst>
                <a:gd name="T0" fmla="*/ 465 w 1868"/>
                <a:gd name="T1" fmla="*/ 0 h 1755"/>
                <a:gd name="T2" fmla="*/ 465 w 1868"/>
                <a:gd name="T3" fmla="*/ 700 h 1755"/>
                <a:gd name="T4" fmla="*/ 1402 w 1868"/>
                <a:gd name="T5" fmla="*/ 700 h 1755"/>
                <a:gd name="T6" fmla="*/ 1402 w 1868"/>
                <a:gd name="T7" fmla="*/ 0 h 1755"/>
                <a:gd name="T8" fmla="*/ 1867 w 1868"/>
                <a:gd name="T9" fmla="*/ 0 h 1755"/>
                <a:gd name="T10" fmla="*/ 1867 w 1868"/>
                <a:gd name="T11" fmla="*/ 1754 h 1755"/>
                <a:gd name="T12" fmla="*/ 1402 w 1868"/>
                <a:gd name="T13" fmla="*/ 1754 h 1755"/>
                <a:gd name="T14" fmla="*/ 1402 w 1868"/>
                <a:gd name="T15" fmla="*/ 983 h 1755"/>
                <a:gd name="T16" fmla="*/ 465 w 1868"/>
                <a:gd name="T17" fmla="*/ 983 h 1755"/>
                <a:gd name="T18" fmla="*/ 465 w 1868"/>
                <a:gd name="T19" fmla="*/ 1754 h 1755"/>
                <a:gd name="T20" fmla="*/ 0 w 1868"/>
                <a:gd name="T21" fmla="*/ 1754 h 1755"/>
                <a:gd name="T22" fmla="*/ 0 w 1868"/>
                <a:gd name="T23" fmla="*/ 0 h 1755"/>
                <a:gd name="T24" fmla="*/ 465 w 1868"/>
                <a:gd name="T25" fmla="*/ 0 h 1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868" h="1755">
                  <a:moveTo>
                    <a:pt x="465" y="0"/>
                  </a:moveTo>
                  <a:cubicBezTo>
                    <a:pt x="465" y="0"/>
                    <a:pt x="465" y="705"/>
                    <a:pt x="465" y="700"/>
                  </a:cubicBezTo>
                  <a:lnTo>
                    <a:pt x="1402" y="700"/>
                  </a:lnTo>
                  <a:cubicBezTo>
                    <a:pt x="1402" y="705"/>
                    <a:pt x="1402" y="0"/>
                    <a:pt x="1402" y="0"/>
                  </a:cubicBezTo>
                  <a:cubicBezTo>
                    <a:pt x="1402" y="0"/>
                    <a:pt x="1863" y="0"/>
                    <a:pt x="1867" y="0"/>
                  </a:cubicBezTo>
                  <a:cubicBezTo>
                    <a:pt x="1867" y="0"/>
                    <a:pt x="1867" y="1750"/>
                    <a:pt x="1867" y="1754"/>
                  </a:cubicBezTo>
                  <a:lnTo>
                    <a:pt x="1402" y="1754"/>
                  </a:lnTo>
                  <a:cubicBezTo>
                    <a:pt x="1402" y="1754"/>
                    <a:pt x="1402" y="987"/>
                    <a:pt x="1402" y="983"/>
                  </a:cubicBezTo>
                  <a:cubicBezTo>
                    <a:pt x="1402" y="987"/>
                    <a:pt x="465" y="983"/>
                    <a:pt x="465" y="983"/>
                  </a:cubicBezTo>
                  <a:cubicBezTo>
                    <a:pt x="465" y="987"/>
                    <a:pt x="465" y="1754"/>
                    <a:pt x="465" y="1754"/>
                  </a:cubicBezTo>
                  <a:lnTo>
                    <a:pt x="0" y="1754"/>
                  </a:lnTo>
                  <a:cubicBezTo>
                    <a:pt x="0" y="1754"/>
                    <a:pt x="5" y="0"/>
                    <a:pt x="0" y="0"/>
                  </a:cubicBezTo>
                  <a:lnTo>
                    <a:pt x="465" y="0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50" name="Freeform 6">
              <a:extLst>
                <a:ext uri="{FF2B5EF4-FFF2-40B4-BE49-F238E27FC236}">
                  <a16:creationId xmlns:a16="http://schemas.microsoft.com/office/drawing/2014/main" id="{A52C3E74-516C-498F-B30B-1B16390D22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54450" y="3275013"/>
              <a:ext cx="168275" cy="631825"/>
            </a:xfrm>
            <a:custGeom>
              <a:avLst/>
              <a:gdLst>
                <a:gd name="T0" fmla="*/ 233 w 466"/>
                <a:gd name="T1" fmla="*/ 1754 h 1755"/>
                <a:gd name="T2" fmla="*/ 0 w 466"/>
                <a:gd name="T3" fmla="*/ 1754 h 1755"/>
                <a:gd name="T4" fmla="*/ 0 w 466"/>
                <a:gd name="T5" fmla="*/ 0 h 1755"/>
                <a:gd name="T6" fmla="*/ 465 w 466"/>
                <a:gd name="T7" fmla="*/ 0 h 1755"/>
                <a:gd name="T8" fmla="*/ 465 w 466"/>
                <a:gd name="T9" fmla="*/ 1754 h 1755"/>
                <a:gd name="T10" fmla="*/ 233 w 466"/>
                <a:gd name="T11" fmla="*/ 1754 h 1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66" h="1755">
                  <a:moveTo>
                    <a:pt x="233" y="1754"/>
                  </a:moveTo>
                  <a:lnTo>
                    <a:pt x="0" y="1754"/>
                  </a:lnTo>
                  <a:lnTo>
                    <a:pt x="0" y="0"/>
                  </a:lnTo>
                  <a:lnTo>
                    <a:pt x="465" y="0"/>
                  </a:lnTo>
                  <a:lnTo>
                    <a:pt x="465" y="1754"/>
                  </a:lnTo>
                  <a:lnTo>
                    <a:pt x="233" y="1754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51" name="Freeform 7">
              <a:extLst>
                <a:ext uri="{FF2B5EF4-FFF2-40B4-BE49-F238E27FC236}">
                  <a16:creationId xmlns:a16="http://schemas.microsoft.com/office/drawing/2014/main" id="{E9193BAD-5632-4A92-B3D6-88F53F478F0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83213" y="3262313"/>
              <a:ext cx="715962" cy="663575"/>
            </a:xfrm>
            <a:custGeom>
              <a:avLst/>
              <a:gdLst>
                <a:gd name="T0" fmla="*/ 62 w 1988"/>
                <a:gd name="T1" fmla="*/ 1307 h 1842"/>
                <a:gd name="T2" fmla="*/ 0 w 1988"/>
                <a:gd name="T3" fmla="*/ 933 h 1842"/>
                <a:gd name="T4" fmla="*/ 120 w 1988"/>
                <a:gd name="T5" fmla="*/ 423 h 1842"/>
                <a:gd name="T6" fmla="*/ 518 w 1988"/>
                <a:gd name="T7" fmla="*/ 91 h 1842"/>
                <a:gd name="T8" fmla="*/ 1033 w 1988"/>
                <a:gd name="T9" fmla="*/ 0 h 1842"/>
                <a:gd name="T10" fmla="*/ 1618 w 1988"/>
                <a:gd name="T11" fmla="*/ 125 h 1842"/>
                <a:gd name="T12" fmla="*/ 1950 w 1988"/>
                <a:gd name="T13" fmla="*/ 531 h 1842"/>
                <a:gd name="T14" fmla="*/ 1966 w 1988"/>
                <a:gd name="T15" fmla="*/ 643 h 1842"/>
                <a:gd name="T16" fmla="*/ 1481 w 1988"/>
                <a:gd name="T17" fmla="*/ 643 h 1842"/>
                <a:gd name="T18" fmla="*/ 1456 w 1988"/>
                <a:gd name="T19" fmla="*/ 506 h 1842"/>
                <a:gd name="T20" fmla="*/ 1240 w 1988"/>
                <a:gd name="T21" fmla="*/ 303 h 1842"/>
                <a:gd name="T22" fmla="*/ 1037 w 1988"/>
                <a:gd name="T23" fmla="*/ 274 h 1842"/>
                <a:gd name="T24" fmla="*/ 809 w 1988"/>
                <a:gd name="T25" fmla="*/ 315 h 1842"/>
                <a:gd name="T26" fmla="*/ 556 w 1988"/>
                <a:gd name="T27" fmla="*/ 573 h 1842"/>
                <a:gd name="T28" fmla="*/ 494 w 1988"/>
                <a:gd name="T29" fmla="*/ 942 h 1842"/>
                <a:gd name="T30" fmla="*/ 539 w 1988"/>
                <a:gd name="T31" fmla="*/ 1249 h 1842"/>
                <a:gd name="T32" fmla="*/ 792 w 1988"/>
                <a:gd name="T33" fmla="*/ 1527 h 1842"/>
                <a:gd name="T34" fmla="*/ 1041 w 1988"/>
                <a:gd name="T35" fmla="*/ 1572 h 1842"/>
                <a:gd name="T36" fmla="*/ 1257 w 1988"/>
                <a:gd name="T37" fmla="*/ 1539 h 1842"/>
                <a:gd name="T38" fmla="*/ 1460 w 1988"/>
                <a:gd name="T39" fmla="*/ 1356 h 1842"/>
                <a:gd name="T40" fmla="*/ 1497 w 1988"/>
                <a:gd name="T41" fmla="*/ 1170 h 1842"/>
                <a:gd name="T42" fmla="*/ 1987 w 1988"/>
                <a:gd name="T43" fmla="*/ 1170 h 1842"/>
                <a:gd name="T44" fmla="*/ 1962 w 1988"/>
                <a:gd name="T45" fmla="*/ 1336 h 1842"/>
                <a:gd name="T46" fmla="*/ 1638 w 1988"/>
                <a:gd name="T47" fmla="*/ 1721 h 1842"/>
                <a:gd name="T48" fmla="*/ 1041 w 1988"/>
                <a:gd name="T49" fmla="*/ 1841 h 1842"/>
                <a:gd name="T50" fmla="*/ 568 w 1988"/>
                <a:gd name="T51" fmla="*/ 1771 h 1842"/>
                <a:gd name="T52" fmla="*/ 62 w 1988"/>
                <a:gd name="T53" fmla="*/ 1307 h 18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1988" h="1842">
                  <a:moveTo>
                    <a:pt x="62" y="1307"/>
                  </a:moveTo>
                  <a:cubicBezTo>
                    <a:pt x="21" y="1191"/>
                    <a:pt x="0" y="1066"/>
                    <a:pt x="0" y="933"/>
                  </a:cubicBezTo>
                  <a:cubicBezTo>
                    <a:pt x="0" y="751"/>
                    <a:pt x="33" y="573"/>
                    <a:pt x="120" y="423"/>
                  </a:cubicBezTo>
                  <a:cubicBezTo>
                    <a:pt x="211" y="270"/>
                    <a:pt x="348" y="154"/>
                    <a:pt x="518" y="91"/>
                  </a:cubicBezTo>
                  <a:cubicBezTo>
                    <a:pt x="680" y="33"/>
                    <a:pt x="850" y="0"/>
                    <a:pt x="1033" y="0"/>
                  </a:cubicBezTo>
                  <a:cubicBezTo>
                    <a:pt x="1240" y="0"/>
                    <a:pt x="1439" y="46"/>
                    <a:pt x="1618" y="125"/>
                  </a:cubicBezTo>
                  <a:cubicBezTo>
                    <a:pt x="1784" y="195"/>
                    <a:pt x="1912" y="349"/>
                    <a:pt x="1950" y="531"/>
                  </a:cubicBezTo>
                  <a:cubicBezTo>
                    <a:pt x="1958" y="568"/>
                    <a:pt x="1962" y="606"/>
                    <a:pt x="1966" y="643"/>
                  </a:cubicBezTo>
                  <a:lnTo>
                    <a:pt x="1481" y="643"/>
                  </a:lnTo>
                  <a:cubicBezTo>
                    <a:pt x="1481" y="597"/>
                    <a:pt x="1472" y="552"/>
                    <a:pt x="1456" y="506"/>
                  </a:cubicBezTo>
                  <a:cubicBezTo>
                    <a:pt x="1419" y="411"/>
                    <a:pt x="1340" y="332"/>
                    <a:pt x="1240" y="303"/>
                  </a:cubicBezTo>
                  <a:cubicBezTo>
                    <a:pt x="1174" y="282"/>
                    <a:pt x="1107" y="274"/>
                    <a:pt x="1037" y="274"/>
                  </a:cubicBezTo>
                  <a:cubicBezTo>
                    <a:pt x="958" y="274"/>
                    <a:pt x="879" y="286"/>
                    <a:pt x="809" y="315"/>
                  </a:cubicBezTo>
                  <a:cubicBezTo>
                    <a:pt x="688" y="357"/>
                    <a:pt x="597" y="452"/>
                    <a:pt x="556" y="573"/>
                  </a:cubicBezTo>
                  <a:cubicBezTo>
                    <a:pt x="514" y="689"/>
                    <a:pt x="494" y="813"/>
                    <a:pt x="494" y="942"/>
                  </a:cubicBezTo>
                  <a:cubicBezTo>
                    <a:pt x="494" y="1050"/>
                    <a:pt x="510" y="1153"/>
                    <a:pt x="539" y="1249"/>
                  </a:cubicBezTo>
                  <a:cubicBezTo>
                    <a:pt x="572" y="1377"/>
                    <a:pt x="672" y="1481"/>
                    <a:pt x="792" y="1527"/>
                  </a:cubicBezTo>
                  <a:cubicBezTo>
                    <a:pt x="871" y="1556"/>
                    <a:pt x="954" y="1572"/>
                    <a:pt x="1041" y="1572"/>
                  </a:cubicBezTo>
                  <a:cubicBezTo>
                    <a:pt x="1116" y="1572"/>
                    <a:pt x="1186" y="1560"/>
                    <a:pt x="1257" y="1539"/>
                  </a:cubicBezTo>
                  <a:cubicBezTo>
                    <a:pt x="1348" y="1510"/>
                    <a:pt x="1423" y="1444"/>
                    <a:pt x="1460" y="1356"/>
                  </a:cubicBezTo>
                  <a:cubicBezTo>
                    <a:pt x="1485" y="1298"/>
                    <a:pt x="1497" y="1236"/>
                    <a:pt x="1497" y="1170"/>
                  </a:cubicBezTo>
                  <a:lnTo>
                    <a:pt x="1987" y="1170"/>
                  </a:lnTo>
                  <a:cubicBezTo>
                    <a:pt x="1983" y="1228"/>
                    <a:pt x="1974" y="1282"/>
                    <a:pt x="1962" y="1336"/>
                  </a:cubicBezTo>
                  <a:cubicBezTo>
                    <a:pt x="1920" y="1510"/>
                    <a:pt x="1800" y="1655"/>
                    <a:pt x="1638" y="1721"/>
                  </a:cubicBezTo>
                  <a:cubicBezTo>
                    <a:pt x="1456" y="1800"/>
                    <a:pt x="1253" y="1841"/>
                    <a:pt x="1041" y="1841"/>
                  </a:cubicBezTo>
                  <a:cubicBezTo>
                    <a:pt x="875" y="1841"/>
                    <a:pt x="718" y="1817"/>
                    <a:pt x="568" y="1771"/>
                  </a:cubicBezTo>
                  <a:cubicBezTo>
                    <a:pt x="336" y="1692"/>
                    <a:pt x="137" y="1527"/>
                    <a:pt x="62" y="1307"/>
                  </a:cubicBez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52" name="Freeform 8">
              <a:extLst>
                <a:ext uri="{FF2B5EF4-FFF2-40B4-BE49-F238E27FC236}">
                  <a16:creationId xmlns:a16="http://schemas.microsoft.com/office/drawing/2014/main" id="{EABC7E9E-35E8-4777-856D-93FE2962FB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51138" y="4083050"/>
              <a:ext cx="153987" cy="398463"/>
            </a:xfrm>
            <a:custGeom>
              <a:avLst/>
              <a:gdLst>
                <a:gd name="T0" fmla="*/ 415 w 428"/>
                <a:gd name="T1" fmla="*/ 0 h 1109"/>
                <a:gd name="T2" fmla="*/ 0 w 428"/>
                <a:gd name="T3" fmla="*/ 38 h 1109"/>
                <a:gd name="T4" fmla="*/ 0 w 428"/>
                <a:gd name="T5" fmla="*/ 100 h 1109"/>
                <a:gd name="T6" fmla="*/ 12 w 428"/>
                <a:gd name="T7" fmla="*/ 100 h 1109"/>
                <a:gd name="T8" fmla="*/ 178 w 428"/>
                <a:gd name="T9" fmla="*/ 241 h 1109"/>
                <a:gd name="T10" fmla="*/ 178 w 428"/>
                <a:gd name="T11" fmla="*/ 1108 h 1109"/>
                <a:gd name="T12" fmla="*/ 427 w 428"/>
                <a:gd name="T13" fmla="*/ 1108 h 1109"/>
                <a:gd name="T14" fmla="*/ 427 w 428"/>
                <a:gd name="T15" fmla="*/ 0 h 1109"/>
                <a:gd name="T16" fmla="*/ 415 w 428"/>
                <a:gd name="T17" fmla="*/ 0 h 11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28" h="1109">
                  <a:moveTo>
                    <a:pt x="415" y="0"/>
                  </a:moveTo>
                  <a:lnTo>
                    <a:pt x="0" y="38"/>
                  </a:lnTo>
                  <a:lnTo>
                    <a:pt x="0" y="100"/>
                  </a:lnTo>
                  <a:lnTo>
                    <a:pt x="12" y="100"/>
                  </a:lnTo>
                  <a:cubicBezTo>
                    <a:pt x="178" y="121"/>
                    <a:pt x="178" y="121"/>
                    <a:pt x="178" y="241"/>
                  </a:cubicBezTo>
                  <a:lnTo>
                    <a:pt x="178" y="1108"/>
                  </a:lnTo>
                  <a:lnTo>
                    <a:pt x="427" y="1108"/>
                  </a:lnTo>
                  <a:lnTo>
                    <a:pt x="427" y="0"/>
                  </a:lnTo>
                  <a:lnTo>
                    <a:pt x="415" y="0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53" name="Freeform 9">
              <a:extLst>
                <a:ext uri="{FF2B5EF4-FFF2-40B4-BE49-F238E27FC236}">
                  <a16:creationId xmlns:a16="http://schemas.microsoft.com/office/drawing/2014/main" id="{77A7E2E3-8798-42F9-B5B2-C142389852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86088" y="4198938"/>
              <a:ext cx="315912" cy="282575"/>
            </a:xfrm>
            <a:custGeom>
              <a:avLst/>
              <a:gdLst>
                <a:gd name="T0" fmla="*/ 643 w 876"/>
                <a:gd name="T1" fmla="*/ 4 h 785"/>
                <a:gd name="T2" fmla="*/ 353 w 876"/>
                <a:gd name="T3" fmla="*/ 170 h 785"/>
                <a:gd name="T4" fmla="*/ 353 w 876"/>
                <a:gd name="T5" fmla="*/ 0 h 785"/>
                <a:gd name="T6" fmla="*/ 336 w 876"/>
                <a:gd name="T7" fmla="*/ 4 h 785"/>
                <a:gd name="T8" fmla="*/ 0 w 876"/>
                <a:gd name="T9" fmla="*/ 58 h 785"/>
                <a:gd name="T10" fmla="*/ 0 w 876"/>
                <a:gd name="T11" fmla="*/ 116 h 785"/>
                <a:gd name="T12" fmla="*/ 17 w 876"/>
                <a:gd name="T13" fmla="*/ 116 h 785"/>
                <a:gd name="T14" fmla="*/ 145 w 876"/>
                <a:gd name="T15" fmla="*/ 240 h 785"/>
                <a:gd name="T16" fmla="*/ 145 w 876"/>
                <a:gd name="T17" fmla="*/ 784 h 785"/>
                <a:gd name="T18" fmla="*/ 353 w 876"/>
                <a:gd name="T19" fmla="*/ 784 h 785"/>
                <a:gd name="T20" fmla="*/ 353 w 876"/>
                <a:gd name="T21" fmla="*/ 386 h 785"/>
                <a:gd name="T22" fmla="*/ 560 w 876"/>
                <a:gd name="T23" fmla="*/ 141 h 785"/>
                <a:gd name="T24" fmla="*/ 664 w 876"/>
                <a:gd name="T25" fmla="*/ 361 h 785"/>
                <a:gd name="T26" fmla="*/ 664 w 876"/>
                <a:gd name="T27" fmla="*/ 784 h 785"/>
                <a:gd name="T28" fmla="*/ 871 w 876"/>
                <a:gd name="T29" fmla="*/ 784 h 785"/>
                <a:gd name="T30" fmla="*/ 871 w 876"/>
                <a:gd name="T31" fmla="*/ 240 h 785"/>
                <a:gd name="T32" fmla="*/ 643 w 876"/>
                <a:gd name="T33" fmla="*/ 4 h 7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876" h="785">
                  <a:moveTo>
                    <a:pt x="643" y="4"/>
                  </a:moveTo>
                  <a:cubicBezTo>
                    <a:pt x="490" y="4"/>
                    <a:pt x="398" y="108"/>
                    <a:pt x="353" y="170"/>
                  </a:cubicBezTo>
                  <a:cubicBezTo>
                    <a:pt x="353" y="112"/>
                    <a:pt x="353" y="0"/>
                    <a:pt x="353" y="0"/>
                  </a:cubicBezTo>
                  <a:lnTo>
                    <a:pt x="336" y="4"/>
                  </a:lnTo>
                  <a:lnTo>
                    <a:pt x="0" y="58"/>
                  </a:lnTo>
                  <a:lnTo>
                    <a:pt x="0" y="116"/>
                  </a:lnTo>
                  <a:lnTo>
                    <a:pt x="17" y="116"/>
                  </a:lnTo>
                  <a:cubicBezTo>
                    <a:pt x="124" y="120"/>
                    <a:pt x="145" y="141"/>
                    <a:pt x="145" y="240"/>
                  </a:cubicBezTo>
                  <a:lnTo>
                    <a:pt x="145" y="784"/>
                  </a:lnTo>
                  <a:lnTo>
                    <a:pt x="353" y="784"/>
                  </a:lnTo>
                  <a:lnTo>
                    <a:pt x="353" y="386"/>
                  </a:lnTo>
                  <a:cubicBezTo>
                    <a:pt x="353" y="278"/>
                    <a:pt x="452" y="141"/>
                    <a:pt x="560" y="141"/>
                  </a:cubicBezTo>
                  <a:cubicBezTo>
                    <a:pt x="660" y="141"/>
                    <a:pt x="664" y="224"/>
                    <a:pt x="664" y="361"/>
                  </a:cubicBezTo>
                  <a:lnTo>
                    <a:pt x="664" y="784"/>
                  </a:lnTo>
                  <a:lnTo>
                    <a:pt x="871" y="784"/>
                  </a:lnTo>
                  <a:lnTo>
                    <a:pt x="871" y="240"/>
                  </a:lnTo>
                  <a:cubicBezTo>
                    <a:pt x="875" y="87"/>
                    <a:pt x="792" y="4"/>
                    <a:pt x="643" y="4"/>
                  </a:cubicBez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54" name="Freeform 10">
              <a:extLst>
                <a:ext uri="{FF2B5EF4-FFF2-40B4-BE49-F238E27FC236}">
                  <a16:creationId xmlns:a16="http://schemas.microsoft.com/office/drawing/2014/main" id="{A262A6E2-36EF-42E9-AC5F-3733B028CD9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6138" y="4200525"/>
              <a:ext cx="212725" cy="288925"/>
            </a:xfrm>
            <a:custGeom>
              <a:avLst/>
              <a:gdLst>
                <a:gd name="T0" fmla="*/ 348 w 590"/>
                <a:gd name="T1" fmla="*/ 303 h 802"/>
                <a:gd name="T2" fmla="*/ 195 w 590"/>
                <a:gd name="T3" fmla="*/ 170 h 802"/>
                <a:gd name="T4" fmla="*/ 307 w 590"/>
                <a:gd name="T5" fmla="*/ 100 h 802"/>
                <a:gd name="T6" fmla="*/ 502 w 590"/>
                <a:gd name="T7" fmla="*/ 166 h 802"/>
                <a:gd name="T8" fmla="*/ 535 w 590"/>
                <a:gd name="T9" fmla="*/ 187 h 802"/>
                <a:gd name="T10" fmla="*/ 535 w 590"/>
                <a:gd name="T11" fmla="*/ 162 h 802"/>
                <a:gd name="T12" fmla="*/ 535 w 590"/>
                <a:gd name="T13" fmla="*/ 33 h 802"/>
                <a:gd name="T14" fmla="*/ 506 w 590"/>
                <a:gd name="T15" fmla="*/ 25 h 802"/>
                <a:gd name="T16" fmla="*/ 315 w 590"/>
                <a:gd name="T17" fmla="*/ 0 h 802"/>
                <a:gd name="T18" fmla="*/ 0 w 590"/>
                <a:gd name="T19" fmla="*/ 224 h 802"/>
                <a:gd name="T20" fmla="*/ 228 w 590"/>
                <a:gd name="T21" fmla="*/ 465 h 802"/>
                <a:gd name="T22" fmla="*/ 390 w 590"/>
                <a:gd name="T23" fmla="*/ 606 h 802"/>
                <a:gd name="T24" fmla="*/ 249 w 590"/>
                <a:gd name="T25" fmla="*/ 697 h 802"/>
                <a:gd name="T26" fmla="*/ 20 w 590"/>
                <a:gd name="T27" fmla="*/ 618 h 802"/>
                <a:gd name="T28" fmla="*/ 0 w 590"/>
                <a:gd name="T29" fmla="*/ 606 h 802"/>
                <a:gd name="T30" fmla="*/ 0 w 590"/>
                <a:gd name="T31" fmla="*/ 767 h 802"/>
                <a:gd name="T32" fmla="*/ 16 w 590"/>
                <a:gd name="T33" fmla="*/ 771 h 802"/>
                <a:gd name="T34" fmla="*/ 244 w 590"/>
                <a:gd name="T35" fmla="*/ 801 h 802"/>
                <a:gd name="T36" fmla="*/ 580 w 590"/>
                <a:gd name="T37" fmla="*/ 568 h 802"/>
                <a:gd name="T38" fmla="*/ 348 w 590"/>
                <a:gd name="T39" fmla="*/ 303 h 8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590" h="802">
                  <a:moveTo>
                    <a:pt x="348" y="303"/>
                  </a:moveTo>
                  <a:cubicBezTo>
                    <a:pt x="265" y="261"/>
                    <a:pt x="195" y="228"/>
                    <a:pt x="195" y="170"/>
                  </a:cubicBezTo>
                  <a:cubicBezTo>
                    <a:pt x="195" y="104"/>
                    <a:pt x="274" y="100"/>
                    <a:pt x="307" y="100"/>
                  </a:cubicBezTo>
                  <a:cubicBezTo>
                    <a:pt x="394" y="100"/>
                    <a:pt x="468" y="145"/>
                    <a:pt x="502" y="166"/>
                  </a:cubicBezTo>
                  <a:lnTo>
                    <a:pt x="535" y="187"/>
                  </a:lnTo>
                  <a:lnTo>
                    <a:pt x="535" y="162"/>
                  </a:lnTo>
                  <a:lnTo>
                    <a:pt x="535" y="33"/>
                  </a:lnTo>
                  <a:lnTo>
                    <a:pt x="506" y="25"/>
                  </a:lnTo>
                  <a:cubicBezTo>
                    <a:pt x="468" y="17"/>
                    <a:pt x="398" y="0"/>
                    <a:pt x="315" y="0"/>
                  </a:cubicBezTo>
                  <a:cubicBezTo>
                    <a:pt x="120" y="0"/>
                    <a:pt x="0" y="83"/>
                    <a:pt x="0" y="224"/>
                  </a:cubicBezTo>
                  <a:cubicBezTo>
                    <a:pt x="0" y="353"/>
                    <a:pt x="124" y="411"/>
                    <a:pt x="228" y="465"/>
                  </a:cubicBezTo>
                  <a:cubicBezTo>
                    <a:pt x="311" y="506"/>
                    <a:pt x="390" y="543"/>
                    <a:pt x="390" y="606"/>
                  </a:cubicBezTo>
                  <a:cubicBezTo>
                    <a:pt x="390" y="664"/>
                    <a:pt x="340" y="697"/>
                    <a:pt x="249" y="697"/>
                  </a:cubicBezTo>
                  <a:cubicBezTo>
                    <a:pt x="149" y="697"/>
                    <a:pt x="70" y="647"/>
                    <a:pt x="20" y="618"/>
                  </a:cubicBezTo>
                  <a:lnTo>
                    <a:pt x="0" y="606"/>
                  </a:lnTo>
                  <a:lnTo>
                    <a:pt x="0" y="767"/>
                  </a:lnTo>
                  <a:lnTo>
                    <a:pt x="16" y="771"/>
                  </a:lnTo>
                  <a:cubicBezTo>
                    <a:pt x="58" y="780"/>
                    <a:pt x="137" y="801"/>
                    <a:pt x="244" y="801"/>
                  </a:cubicBezTo>
                  <a:cubicBezTo>
                    <a:pt x="456" y="801"/>
                    <a:pt x="580" y="713"/>
                    <a:pt x="580" y="568"/>
                  </a:cubicBezTo>
                  <a:cubicBezTo>
                    <a:pt x="589" y="419"/>
                    <a:pt x="460" y="357"/>
                    <a:pt x="348" y="303"/>
                  </a:cubicBez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55" name="Freeform 11">
              <a:extLst>
                <a:ext uri="{FF2B5EF4-FFF2-40B4-BE49-F238E27FC236}">
                  <a16:creationId xmlns:a16="http://schemas.microsoft.com/office/drawing/2014/main" id="{ED1A5660-E2FF-431A-A3B5-DC0B741B038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35375" y="4198938"/>
              <a:ext cx="325438" cy="396875"/>
            </a:xfrm>
            <a:custGeom>
              <a:avLst/>
              <a:gdLst>
                <a:gd name="T0" fmla="*/ 577 w 906"/>
                <a:gd name="T1" fmla="*/ 4 h 1104"/>
                <a:gd name="T2" fmla="*/ 357 w 906"/>
                <a:gd name="T3" fmla="*/ 112 h 1104"/>
                <a:gd name="T4" fmla="*/ 357 w 906"/>
                <a:gd name="T5" fmla="*/ 0 h 1104"/>
                <a:gd name="T6" fmla="*/ 336 w 906"/>
                <a:gd name="T7" fmla="*/ 4 h 1104"/>
                <a:gd name="T8" fmla="*/ 0 w 906"/>
                <a:gd name="T9" fmla="*/ 58 h 1104"/>
                <a:gd name="T10" fmla="*/ 0 w 906"/>
                <a:gd name="T11" fmla="*/ 116 h 1104"/>
                <a:gd name="T12" fmla="*/ 13 w 906"/>
                <a:gd name="T13" fmla="*/ 116 h 1104"/>
                <a:gd name="T14" fmla="*/ 137 w 906"/>
                <a:gd name="T15" fmla="*/ 240 h 1104"/>
                <a:gd name="T16" fmla="*/ 137 w 906"/>
                <a:gd name="T17" fmla="*/ 1103 h 1104"/>
                <a:gd name="T18" fmla="*/ 345 w 906"/>
                <a:gd name="T19" fmla="*/ 1103 h 1104"/>
                <a:gd name="T20" fmla="*/ 345 w 906"/>
                <a:gd name="T21" fmla="*/ 709 h 1104"/>
                <a:gd name="T22" fmla="*/ 560 w 906"/>
                <a:gd name="T23" fmla="*/ 800 h 1104"/>
                <a:gd name="T24" fmla="*/ 896 w 906"/>
                <a:gd name="T25" fmla="*/ 390 h 1104"/>
                <a:gd name="T26" fmla="*/ 577 w 906"/>
                <a:gd name="T27" fmla="*/ 4 h 1104"/>
                <a:gd name="T28" fmla="*/ 515 w 906"/>
                <a:gd name="T29" fmla="*/ 120 h 1104"/>
                <a:gd name="T30" fmla="*/ 672 w 906"/>
                <a:gd name="T31" fmla="*/ 394 h 1104"/>
                <a:gd name="T32" fmla="*/ 515 w 906"/>
                <a:gd name="T33" fmla="*/ 688 h 1104"/>
                <a:gd name="T34" fmla="*/ 349 w 906"/>
                <a:gd name="T35" fmla="*/ 456 h 1104"/>
                <a:gd name="T36" fmla="*/ 349 w 906"/>
                <a:gd name="T37" fmla="*/ 390 h 1104"/>
                <a:gd name="T38" fmla="*/ 515 w 906"/>
                <a:gd name="T39" fmla="*/ 120 h 11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906" h="1104">
                  <a:moveTo>
                    <a:pt x="577" y="4"/>
                  </a:moveTo>
                  <a:cubicBezTo>
                    <a:pt x="498" y="4"/>
                    <a:pt x="424" y="41"/>
                    <a:pt x="357" y="112"/>
                  </a:cubicBezTo>
                  <a:cubicBezTo>
                    <a:pt x="357" y="75"/>
                    <a:pt x="357" y="0"/>
                    <a:pt x="357" y="0"/>
                  </a:cubicBezTo>
                  <a:lnTo>
                    <a:pt x="336" y="4"/>
                  </a:lnTo>
                  <a:lnTo>
                    <a:pt x="0" y="58"/>
                  </a:lnTo>
                  <a:lnTo>
                    <a:pt x="0" y="116"/>
                  </a:lnTo>
                  <a:lnTo>
                    <a:pt x="13" y="116"/>
                  </a:lnTo>
                  <a:cubicBezTo>
                    <a:pt x="117" y="120"/>
                    <a:pt x="137" y="141"/>
                    <a:pt x="137" y="240"/>
                  </a:cubicBezTo>
                  <a:lnTo>
                    <a:pt x="137" y="1103"/>
                  </a:lnTo>
                  <a:lnTo>
                    <a:pt x="345" y="1103"/>
                  </a:lnTo>
                  <a:cubicBezTo>
                    <a:pt x="345" y="1103"/>
                    <a:pt x="345" y="775"/>
                    <a:pt x="345" y="709"/>
                  </a:cubicBezTo>
                  <a:cubicBezTo>
                    <a:pt x="382" y="755"/>
                    <a:pt x="444" y="800"/>
                    <a:pt x="560" y="800"/>
                  </a:cubicBezTo>
                  <a:cubicBezTo>
                    <a:pt x="780" y="800"/>
                    <a:pt x="896" y="659"/>
                    <a:pt x="896" y="390"/>
                  </a:cubicBezTo>
                  <a:cubicBezTo>
                    <a:pt x="905" y="145"/>
                    <a:pt x="784" y="4"/>
                    <a:pt x="577" y="4"/>
                  </a:cubicBezTo>
                  <a:close/>
                  <a:moveTo>
                    <a:pt x="515" y="120"/>
                  </a:moveTo>
                  <a:cubicBezTo>
                    <a:pt x="656" y="120"/>
                    <a:pt x="672" y="274"/>
                    <a:pt x="672" y="394"/>
                  </a:cubicBezTo>
                  <a:cubicBezTo>
                    <a:pt x="672" y="593"/>
                    <a:pt x="623" y="688"/>
                    <a:pt x="515" y="688"/>
                  </a:cubicBezTo>
                  <a:cubicBezTo>
                    <a:pt x="378" y="688"/>
                    <a:pt x="349" y="560"/>
                    <a:pt x="349" y="456"/>
                  </a:cubicBezTo>
                  <a:lnTo>
                    <a:pt x="349" y="390"/>
                  </a:lnTo>
                  <a:cubicBezTo>
                    <a:pt x="353" y="307"/>
                    <a:pt x="370" y="120"/>
                    <a:pt x="515" y="120"/>
                  </a:cubicBezTo>
                  <a:close/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59" name="Freeform 12">
              <a:extLst>
                <a:ext uri="{FF2B5EF4-FFF2-40B4-BE49-F238E27FC236}">
                  <a16:creationId xmlns:a16="http://schemas.microsoft.com/office/drawing/2014/main" id="{2612C7B6-D700-4A43-AA35-7DBE2B49F52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13200" y="4198938"/>
              <a:ext cx="123825" cy="282575"/>
            </a:xfrm>
            <a:custGeom>
              <a:avLst/>
              <a:gdLst>
                <a:gd name="T0" fmla="*/ 0 w 345"/>
                <a:gd name="T1" fmla="*/ 58 h 785"/>
                <a:gd name="T2" fmla="*/ 0 w 345"/>
                <a:gd name="T3" fmla="*/ 116 h 785"/>
                <a:gd name="T4" fmla="*/ 12 w 345"/>
                <a:gd name="T5" fmla="*/ 116 h 785"/>
                <a:gd name="T6" fmla="*/ 137 w 345"/>
                <a:gd name="T7" fmla="*/ 240 h 785"/>
                <a:gd name="T8" fmla="*/ 137 w 345"/>
                <a:gd name="T9" fmla="*/ 784 h 785"/>
                <a:gd name="T10" fmla="*/ 344 w 345"/>
                <a:gd name="T11" fmla="*/ 784 h 785"/>
                <a:gd name="T12" fmla="*/ 344 w 345"/>
                <a:gd name="T13" fmla="*/ 0 h 785"/>
                <a:gd name="T14" fmla="*/ 328 w 345"/>
                <a:gd name="T15" fmla="*/ 4 h 785"/>
                <a:gd name="T16" fmla="*/ 0 w 345"/>
                <a:gd name="T17" fmla="*/ 58 h 7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45" h="785">
                  <a:moveTo>
                    <a:pt x="0" y="58"/>
                  </a:moveTo>
                  <a:lnTo>
                    <a:pt x="0" y="116"/>
                  </a:lnTo>
                  <a:lnTo>
                    <a:pt x="12" y="116"/>
                  </a:lnTo>
                  <a:cubicBezTo>
                    <a:pt x="116" y="120"/>
                    <a:pt x="137" y="141"/>
                    <a:pt x="137" y="240"/>
                  </a:cubicBezTo>
                  <a:lnTo>
                    <a:pt x="137" y="784"/>
                  </a:lnTo>
                  <a:lnTo>
                    <a:pt x="344" y="784"/>
                  </a:lnTo>
                  <a:lnTo>
                    <a:pt x="344" y="0"/>
                  </a:lnTo>
                  <a:lnTo>
                    <a:pt x="328" y="4"/>
                  </a:lnTo>
                  <a:lnTo>
                    <a:pt x="0" y="58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60" name="Freeform 13">
              <a:extLst>
                <a:ext uri="{FF2B5EF4-FFF2-40B4-BE49-F238E27FC236}">
                  <a16:creationId xmlns:a16="http://schemas.microsoft.com/office/drawing/2014/main" id="{DF7B77CE-5AB1-4EAD-812F-F58BACB49D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56063" y="4084638"/>
              <a:ext cx="93662" cy="82550"/>
            </a:xfrm>
            <a:custGeom>
              <a:avLst/>
              <a:gdLst>
                <a:gd name="T0" fmla="*/ 129 w 262"/>
                <a:gd name="T1" fmla="*/ 228 h 229"/>
                <a:gd name="T2" fmla="*/ 261 w 262"/>
                <a:gd name="T3" fmla="*/ 112 h 229"/>
                <a:gd name="T4" fmla="*/ 133 w 262"/>
                <a:gd name="T5" fmla="*/ 0 h 229"/>
                <a:gd name="T6" fmla="*/ 4 w 262"/>
                <a:gd name="T7" fmla="*/ 112 h 229"/>
                <a:gd name="T8" fmla="*/ 129 w 262"/>
                <a:gd name="T9" fmla="*/ 228 h 2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62" h="229">
                  <a:moveTo>
                    <a:pt x="129" y="228"/>
                  </a:moveTo>
                  <a:cubicBezTo>
                    <a:pt x="199" y="228"/>
                    <a:pt x="261" y="178"/>
                    <a:pt x="261" y="112"/>
                  </a:cubicBezTo>
                  <a:cubicBezTo>
                    <a:pt x="261" y="49"/>
                    <a:pt x="203" y="0"/>
                    <a:pt x="133" y="0"/>
                  </a:cubicBezTo>
                  <a:cubicBezTo>
                    <a:pt x="62" y="0"/>
                    <a:pt x="4" y="49"/>
                    <a:pt x="4" y="112"/>
                  </a:cubicBezTo>
                  <a:cubicBezTo>
                    <a:pt x="0" y="178"/>
                    <a:pt x="58" y="228"/>
                    <a:pt x="129" y="228"/>
                  </a:cubicBez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61" name="Freeform 14">
              <a:extLst>
                <a:ext uri="{FF2B5EF4-FFF2-40B4-BE49-F238E27FC236}">
                  <a16:creationId xmlns:a16="http://schemas.microsoft.com/office/drawing/2014/main" id="{B9E01117-24E7-449D-BEE1-2A1B2F3F391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1638" y="4200525"/>
              <a:ext cx="244475" cy="280988"/>
            </a:xfrm>
            <a:custGeom>
              <a:avLst/>
              <a:gdLst>
                <a:gd name="T0" fmla="*/ 676 w 677"/>
                <a:gd name="T1" fmla="*/ 174 h 781"/>
                <a:gd name="T2" fmla="*/ 676 w 677"/>
                <a:gd name="T3" fmla="*/ 12 h 781"/>
                <a:gd name="T4" fmla="*/ 663 w 677"/>
                <a:gd name="T5" fmla="*/ 12 h 781"/>
                <a:gd name="T6" fmla="*/ 564 w 677"/>
                <a:gd name="T7" fmla="*/ 4 h 781"/>
                <a:gd name="T8" fmla="*/ 348 w 677"/>
                <a:gd name="T9" fmla="*/ 158 h 781"/>
                <a:gd name="T10" fmla="*/ 348 w 677"/>
                <a:gd name="T11" fmla="*/ 0 h 781"/>
                <a:gd name="T12" fmla="*/ 331 w 677"/>
                <a:gd name="T13" fmla="*/ 0 h 781"/>
                <a:gd name="T14" fmla="*/ 0 w 677"/>
                <a:gd name="T15" fmla="*/ 54 h 781"/>
                <a:gd name="T16" fmla="*/ 0 w 677"/>
                <a:gd name="T17" fmla="*/ 112 h 781"/>
                <a:gd name="T18" fmla="*/ 12 w 677"/>
                <a:gd name="T19" fmla="*/ 112 h 781"/>
                <a:gd name="T20" fmla="*/ 141 w 677"/>
                <a:gd name="T21" fmla="*/ 236 h 781"/>
                <a:gd name="T22" fmla="*/ 141 w 677"/>
                <a:gd name="T23" fmla="*/ 780 h 781"/>
                <a:gd name="T24" fmla="*/ 348 w 677"/>
                <a:gd name="T25" fmla="*/ 780 h 781"/>
                <a:gd name="T26" fmla="*/ 348 w 677"/>
                <a:gd name="T27" fmla="*/ 390 h 781"/>
                <a:gd name="T28" fmla="*/ 568 w 677"/>
                <a:gd name="T29" fmla="*/ 170 h 781"/>
                <a:gd name="T30" fmla="*/ 643 w 677"/>
                <a:gd name="T31" fmla="*/ 183 h 781"/>
                <a:gd name="T32" fmla="*/ 676 w 677"/>
                <a:gd name="T33" fmla="*/ 191 h 781"/>
                <a:gd name="T34" fmla="*/ 676 w 677"/>
                <a:gd name="T35" fmla="*/ 174 h 78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677" h="781">
                  <a:moveTo>
                    <a:pt x="676" y="174"/>
                  </a:moveTo>
                  <a:lnTo>
                    <a:pt x="676" y="12"/>
                  </a:lnTo>
                  <a:lnTo>
                    <a:pt x="663" y="12"/>
                  </a:lnTo>
                  <a:cubicBezTo>
                    <a:pt x="630" y="8"/>
                    <a:pt x="593" y="4"/>
                    <a:pt x="564" y="4"/>
                  </a:cubicBezTo>
                  <a:cubicBezTo>
                    <a:pt x="443" y="4"/>
                    <a:pt x="381" y="91"/>
                    <a:pt x="348" y="158"/>
                  </a:cubicBezTo>
                  <a:cubicBezTo>
                    <a:pt x="348" y="95"/>
                    <a:pt x="348" y="0"/>
                    <a:pt x="348" y="0"/>
                  </a:cubicBezTo>
                  <a:lnTo>
                    <a:pt x="331" y="0"/>
                  </a:lnTo>
                  <a:lnTo>
                    <a:pt x="0" y="54"/>
                  </a:lnTo>
                  <a:lnTo>
                    <a:pt x="0" y="112"/>
                  </a:lnTo>
                  <a:lnTo>
                    <a:pt x="12" y="112"/>
                  </a:lnTo>
                  <a:cubicBezTo>
                    <a:pt x="116" y="116"/>
                    <a:pt x="141" y="137"/>
                    <a:pt x="141" y="236"/>
                  </a:cubicBezTo>
                  <a:lnTo>
                    <a:pt x="141" y="780"/>
                  </a:lnTo>
                  <a:lnTo>
                    <a:pt x="348" y="780"/>
                  </a:lnTo>
                  <a:lnTo>
                    <a:pt x="348" y="390"/>
                  </a:lnTo>
                  <a:cubicBezTo>
                    <a:pt x="348" y="324"/>
                    <a:pt x="369" y="170"/>
                    <a:pt x="568" y="170"/>
                  </a:cubicBezTo>
                  <a:cubicBezTo>
                    <a:pt x="593" y="170"/>
                    <a:pt x="618" y="178"/>
                    <a:pt x="643" y="183"/>
                  </a:cubicBezTo>
                  <a:lnTo>
                    <a:pt x="676" y="191"/>
                  </a:lnTo>
                  <a:lnTo>
                    <a:pt x="676" y="174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62" name="Freeform 15">
              <a:extLst>
                <a:ext uri="{FF2B5EF4-FFF2-40B4-BE49-F238E27FC236}">
                  <a16:creationId xmlns:a16="http://schemas.microsoft.com/office/drawing/2014/main" id="{EC71F4E4-4491-4693-916D-57DF8E82193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6275" y="4200525"/>
              <a:ext cx="266700" cy="287338"/>
            </a:xfrm>
            <a:custGeom>
              <a:avLst/>
              <a:gdLst>
                <a:gd name="T0" fmla="*/ 738 w 743"/>
                <a:gd name="T1" fmla="*/ 315 h 797"/>
                <a:gd name="T2" fmla="*/ 390 w 743"/>
                <a:gd name="T3" fmla="*/ 0 h 797"/>
                <a:gd name="T4" fmla="*/ 0 w 743"/>
                <a:gd name="T5" fmla="*/ 373 h 797"/>
                <a:gd name="T6" fmla="*/ 456 w 743"/>
                <a:gd name="T7" fmla="*/ 796 h 797"/>
                <a:gd name="T8" fmla="*/ 713 w 743"/>
                <a:gd name="T9" fmla="*/ 755 h 797"/>
                <a:gd name="T10" fmla="*/ 726 w 743"/>
                <a:gd name="T11" fmla="*/ 751 h 797"/>
                <a:gd name="T12" fmla="*/ 726 w 743"/>
                <a:gd name="T13" fmla="*/ 651 h 797"/>
                <a:gd name="T14" fmla="*/ 705 w 743"/>
                <a:gd name="T15" fmla="*/ 660 h 797"/>
                <a:gd name="T16" fmla="*/ 543 w 743"/>
                <a:gd name="T17" fmla="*/ 684 h 797"/>
                <a:gd name="T18" fmla="*/ 232 w 743"/>
                <a:gd name="T19" fmla="*/ 332 h 797"/>
                <a:gd name="T20" fmla="*/ 742 w 743"/>
                <a:gd name="T21" fmla="*/ 332 h 797"/>
                <a:gd name="T22" fmla="*/ 742 w 743"/>
                <a:gd name="T23" fmla="*/ 315 h 797"/>
                <a:gd name="T24" fmla="*/ 738 w 743"/>
                <a:gd name="T25" fmla="*/ 315 h 797"/>
                <a:gd name="T26" fmla="*/ 386 w 743"/>
                <a:gd name="T27" fmla="*/ 83 h 797"/>
                <a:gd name="T28" fmla="*/ 531 w 743"/>
                <a:gd name="T29" fmla="*/ 236 h 797"/>
                <a:gd name="T30" fmla="*/ 228 w 743"/>
                <a:gd name="T31" fmla="*/ 236 h 797"/>
                <a:gd name="T32" fmla="*/ 386 w 743"/>
                <a:gd name="T33" fmla="*/ 83 h 7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743" h="797">
                  <a:moveTo>
                    <a:pt x="738" y="315"/>
                  </a:moveTo>
                  <a:cubicBezTo>
                    <a:pt x="738" y="104"/>
                    <a:pt x="622" y="0"/>
                    <a:pt x="390" y="0"/>
                  </a:cubicBezTo>
                  <a:cubicBezTo>
                    <a:pt x="128" y="0"/>
                    <a:pt x="0" y="124"/>
                    <a:pt x="0" y="373"/>
                  </a:cubicBezTo>
                  <a:cubicBezTo>
                    <a:pt x="0" y="639"/>
                    <a:pt x="170" y="796"/>
                    <a:pt x="456" y="796"/>
                  </a:cubicBezTo>
                  <a:cubicBezTo>
                    <a:pt x="581" y="796"/>
                    <a:pt x="676" y="763"/>
                    <a:pt x="713" y="755"/>
                  </a:cubicBezTo>
                  <a:lnTo>
                    <a:pt x="726" y="751"/>
                  </a:lnTo>
                  <a:lnTo>
                    <a:pt x="726" y="651"/>
                  </a:lnTo>
                  <a:lnTo>
                    <a:pt x="705" y="660"/>
                  </a:lnTo>
                  <a:cubicBezTo>
                    <a:pt x="672" y="672"/>
                    <a:pt x="610" y="684"/>
                    <a:pt x="543" y="684"/>
                  </a:cubicBezTo>
                  <a:cubicBezTo>
                    <a:pt x="319" y="684"/>
                    <a:pt x="236" y="498"/>
                    <a:pt x="232" y="332"/>
                  </a:cubicBezTo>
                  <a:cubicBezTo>
                    <a:pt x="261" y="332"/>
                    <a:pt x="742" y="332"/>
                    <a:pt x="742" y="332"/>
                  </a:cubicBezTo>
                  <a:lnTo>
                    <a:pt x="742" y="315"/>
                  </a:lnTo>
                  <a:lnTo>
                    <a:pt x="738" y="315"/>
                  </a:lnTo>
                  <a:close/>
                  <a:moveTo>
                    <a:pt x="386" y="83"/>
                  </a:moveTo>
                  <a:cubicBezTo>
                    <a:pt x="498" y="83"/>
                    <a:pt x="527" y="166"/>
                    <a:pt x="531" y="236"/>
                  </a:cubicBezTo>
                  <a:cubicBezTo>
                    <a:pt x="506" y="236"/>
                    <a:pt x="257" y="236"/>
                    <a:pt x="228" y="236"/>
                  </a:cubicBezTo>
                  <a:cubicBezTo>
                    <a:pt x="232" y="183"/>
                    <a:pt x="269" y="83"/>
                    <a:pt x="386" y="83"/>
                  </a:cubicBezTo>
                  <a:close/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63" name="Freeform 16">
              <a:extLst>
                <a:ext uri="{FF2B5EF4-FFF2-40B4-BE49-F238E27FC236}">
                  <a16:creationId xmlns:a16="http://schemas.microsoft.com/office/drawing/2014/main" id="{18196A70-395B-4966-A215-01A106086D4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10175" y="4071938"/>
              <a:ext cx="314325" cy="409575"/>
            </a:xfrm>
            <a:custGeom>
              <a:avLst/>
              <a:gdLst>
                <a:gd name="T0" fmla="*/ 634 w 872"/>
                <a:gd name="T1" fmla="*/ 357 h 1138"/>
                <a:gd name="T2" fmla="*/ 348 w 872"/>
                <a:gd name="T3" fmla="*/ 523 h 1138"/>
                <a:gd name="T4" fmla="*/ 348 w 872"/>
                <a:gd name="T5" fmla="*/ 0 h 1138"/>
                <a:gd name="T6" fmla="*/ 332 w 872"/>
                <a:gd name="T7" fmla="*/ 4 h 1138"/>
                <a:gd name="T8" fmla="*/ 0 w 872"/>
                <a:gd name="T9" fmla="*/ 46 h 1138"/>
                <a:gd name="T10" fmla="*/ 0 w 872"/>
                <a:gd name="T11" fmla="*/ 104 h 1138"/>
                <a:gd name="T12" fmla="*/ 16 w 872"/>
                <a:gd name="T13" fmla="*/ 104 h 1138"/>
                <a:gd name="T14" fmla="*/ 141 w 872"/>
                <a:gd name="T15" fmla="*/ 233 h 1138"/>
                <a:gd name="T16" fmla="*/ 141 w 872"/>
                <a:gd name="T17" fmla="*/ 1137 h 1138"/>
                <a:gd name="T18" fmla="*/ 348 w 872"/>
                <a:gd name="T19" fmla="*/ 1137 h 1138"/>
                <a:gd name="T20" fmla="*/ 348 w 872"/>
                <a:gd name="T21" fmla="*/ 747 h 1138"/>
                <a:gd name="T22" fmla="*/ 547 w 872"/>
                <a:gd name="T23" fmla="*/ 494 h 1138"/>
                <a:gd name="T24" fmla="*/ 663 w 872"/>
                <a:gd name="T25" fmla="*/ 660 h 1138"/>
                <a:gd name="T26" fmla="*/ 663 w 872"/>
                <a:gd name="T27" fmla="*/ 1137 h 1138"/>
                <a:gd name="T28" fmla="*/ 871 w 872"/>
                <a:gd name="T29" fmla="*/ 1137 h 1138"/>
                <a:gd name="T30" fmla="*/ 871 w 872"/>
                <a:gd name="T31" fmla="*/ 635 h 1138"/>
                <a:gd name="T32" fmla="*/ 634 w 872"/>
                <a:gd name="T33" fmla="*/ 357 h 1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872" h="1138">
                  <a:moveTo>
                    <a:pt x="634" y="357"/>
                  </a:moveTo>
                  <a:cubicBezTo>
                    <a:pt x="481" y="357"/>
                    <a:pt x="394" y="452"/>
                    <a:pt x="348" y="523"/>
                  </a:cubicBezTo>
                  <a:cubicBezTo>
                    <a:pt x="348" y="440"/>
                    <a:pt x="348" y="0"/>
                    <a:pt x="348" y="0"/>
                  </a:cubicBezTo>
                  <a:lnTo>
                    <a:pt x="332" y="4"/>
                  </a:lnTo>
                  <a:lnTo>
                    <a:pt x="0" y="46"/>
                  </a:lnTo>
                  <a:lnTo>
                    <a:pt x="0" y="104"/>
                  </a:lnTo>
                  <a:lnTo>
                    <a:pt x="16" y="104"/>
                  </a:lnTo>
                  <a:cubicBezTo>
                    <a:pt x="120" y="108"/>
                    <a:pt x="141" y="133"/>
                    <a:pt x="141" y="233"/>
                  </a:cubicBezTo>
                  <a:lnTo>
                    <a:pt x="141" y="1137"/>
                  </a:lnTo>
                  <a:lnTo>
                    <a:pt x="348" y="1137"/>
                  </a:lnTo>
                  <a:lnTo>
                    <a:pt x="348" y="747"/>
                  </a:lnTo>
                  <a:cubicBezTo>
                    <a:pt x="348" y="606"/>
                    <a:pt x="456" y="494"/>
                    <a:pt x="547" y="494"/>
                  </a:cubicBezTo>
                  <a:cubicBezTo>
                    <a:pt x="663" y="494"/>
                    <a:pt x="663" y="581"/>
                    <a:pt x="663" y="660"/>
                  </a:cubicBezTo>
                  <a:lnTo>
                    <a:pt x="663" y="1137"/>
                  </a:lnTo>
                  <a:lnTo>
                    <a:pt x="871" y="1137"/>
                  </a:lnTo>
                  <a:lnTo>
                    <a:pt x="871" y="635"/>
                  </a:lnTo>
                  <a:cubicBezTo>
                    <a:pt x="871" y="552"/>
                    <a:pt x="871" y="357"/>
                    <a:pt x="634" y="357"/>
                  </a:cubicBez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64" name="Freeform 17">
              <a:extLst>
                <a:ext uri="{FF2B5EF4-FFF2-40B4-BE49-F238E27FC236}">
                  <a16:creationId xmlns:a16="http://schemas.microsoft.com/office/drawing/2014/main" id="{C7BED1DB-4724-4E5A-82C3-167FADBEF7F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94350" y="4200525"/>
              <a:ext cx="266700" cy="287338"/>
            </a:xfrm>
            <a:custGeom>
              <a:avLst/>
              <a:gdLst>
                <a:gd name="T0" fmla="*/ 742 w 743"/>
                <a:gd name="T1" fmla="*/ 315 h 797"/>
                <a:gd name="T2" fmla="*/ 394 w 743"/>
                <a:gd name="T3" fmla="*/ 0 h 797"/>
                <a:gd name="T4" fmla="*/ 0 w 743"/>
                <a:gd name="T5" fmla="*/ 373 h 797"/>
                <a:gd name="T6" fmla="*/ 456 w 743"/>
                <a:gd name="T7" fmla="*/ 796 h 797"/>
                <a:gd name="T8" fmla="*/ 713 w 743"/>
                <a:gd name="T9" fmla="*/ 755 h 797"/>
                <a:gd name="T10" fmla="*/ 726 w 743"/>
                <a:gd name="T11" fmla="*/ 751 h 797"/>
                <a:gd name="T12" fmla="*/ 726 w 743"/>
                <a:gd name="T13" fmla="*/ 651 h 797"/>
                <a:gd name="T14" fmla="*/ 705 w 743"/>
                <a:gd name="T15" fmla="*/ 660 h 797"/>
                <a:gd name="T16" fmla="*/ 543 w 743"/>
                <a:gd name="T17" fmla="*/ 684 h 797"/>
                <a:gd name="T18" fmla="*/ 232 w 743"/>
                <a:gd name="T19" fmla="*/ 332 h 797"/>
                <a:gd name="T20" fmla="*/ 742 w 743"/>
                <a:gd name="T21" fmla="*/ 332 h 797"/>
                <a:gd name="T22" fmla="*/ 742 w 743"/>
                <a:gd name="T23" fmla="*/ 315 h 797"/>
                <a:gd name="T24" fmla="*/ 386 w 743"/>
                <a:gd name="T25" fmla="*/ 83 h 797"/>
                <a:gd name="T26" fmla="*/ 531 w 743"/>
                <a:gd name="T27" fmla="*/ 236 h 797"/>
                <a:gd name="T28" fmla="*/ 228 w 743"/>
                <a:gd name="T29" fmla="*/ 236 h 797"/>
                <a:gd name="T30" fmla="*/ 386 w 743"/>
                <a:gd name="T31" fmla="*/ 83 h 7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743" h="797">
                  <a:moveTo>
                    <a:pt x="742" y="315"/>
                  </a:moveTo>
                  <a:cubicBezTo>
                    <a:pt x="742" y="104"/>
                    <a:pt x="626" y="0"/>
                    <a:pt x="394" y="0"/>
                  </a:cubicBezTo>
                  <a:cubicBezTo>
                    <a:pt x="133" y="0"/>
                    <a:pt x="0" y="124"/>
                    <a:pt x="0" y="373"/>
                  </a:cubicBezTo>
                  <a:cubicBezTo>
                    <a:pt x="0" y="639"/>
                    <a:pt x="170" y="796"/>
                    <a:pt x="456" y="796"/>
                  </a:cubicBezTo>
                  <a:cubicBezTo>
                    <a:pt x="581" y="796"/>
                    <a:pt x="676" y="763"/>
                    <a:pt x="713" y="755"/>
                  </a:cubicBezTo>
                  <a:lnTo>
                    <a:pt x="726" y="751"/>
                  </a:lnTo>
                  <a:lnTo>
                    <a:pt x="726" y="651"/>
                  </a:lnTo>
                  <a:lnTo>
                    <a:pt x="705" y="660"/>
                  </a:lnTo>
                  <a:cubicBezTo>
                    <a:pt x="672" y="672"/>
                    <a:pt x="610" y="684"/>
                    <a:pt x="543" y="684"/>
                  </a:cubicBezTo>
                  <a:cubicBezTo>
                    <a:pt x="319" y="684"/>
                    <a:pt x="236" y="498"/>
                    <a:pt x="232" y="332"/>
                  </a:cubicBezTo>
                  <a:cubicBezTo>
                    <a:pt x="261" y="332"/>
                    <a:pt x="742" y="332"/>
                    <a:pt x="742" y="332"/>
                  </a:cubicBezTo>
                  <a:lnTo>
                    <a:pt x="742" y="315"/>
                  </a:lnTo>
                  <a:close/>
                  <a:moveTo>
                    <a:pt x="386" y="83"/>
                  </a:moveTo>
                  <a:cubicBezTo>
                    <a:pt x="498" y="83"/>
                    <a:pt x="527" y="166"/>
                    <a:pt x="531" y="236"/>
                  </a:cubicBezTo>
                  <a:cubicBezTo>
                    <a:pt x="506" y="236"/>
                    <a:pt x="257" y="236"/>
                    <a:pt x="228" y="236"/>
                  </a:cubicBezTo>
                  <a:cubicBezTo>
                    <a:pt x="236" y="183"/>
                    <a:pt x="270" y="83"/>
                    <a:pt x="386" y="83"/>
                  </a:cubicBezTo>
                  <a:close/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65" name="Freeform 18">
              <a:extLst>
                <a:ext uri="{FF2B5EF4-FFF2-40B4-BE49-F238E27FC236}">
                  <a16:creationId xmlns:a16="http://schemas.microsoft.com/office/drawing/2014/main" id="{08B31C51-57C7-4ABF-A310-1B57995B270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64113" y="4121150"/>
              <a:ext cx="212725" cy="366713"/>
            </a:xfrm>
            <a:custGeom>
              <a:avLst/>
              <a:gdLst>
                <a:gd name="T0" fmla="*/ 141 w 589"/>
                <a:gd name="T1" fmla="*/ 237 h 1017"/>
                <a:gd name="T2" fmla="*/ 0 w 589"/>
                <a:gd name="T3" fmla="*/ 237 h 1017"/>
                <a:gd name="T4" fmla="*/ 0 w 589"/>
                <a:gd name="T5" fmla="*/ 328 h 1017"/>
                <a:gd name="T6" fmla="*/ 141 w 589"/>
                <a:gd name="T7" fmla="*/ 328 h 1017"/>
                <a:gd name="T8" fmla="*/ 141 w 589"/>
                <a:gd name="T9" fmla="*/ 797 h 1017"/>
                <a:gd name="T10" fmla="*/ 427 w 589"/>
                <a:gd name="T11" fmla="*/ 1016 h 1017"/>
                <a:gd name="T12" fmla="*/ 551 w 589"/>
                <a:gd name="T13" fmla="*/ 1004 h 1017"/>
                <a:gd name="T14" fmla="*/ 564 w 589"/>
                <a:gd name="T15" fmla="*/ 1004 h 1017"/>
                <a:gd name="T16" fmla="*/ 564 w 589"/>
                <a:gd name="T17" fmla="*/ 909 h 1017"/>
                <a:gd name="T18" fmla="*/ 547 w 589"/>
                <a:gd name="T19" fmla="*/ 913 h 1017"/>
                <a:gd name="T20" fmla="*/ 485 w 589"/>
                <a:gd name="T21" fmla="*/ 917 h 1017"/>
                <a:gd name="T22" fmla="*/ 352 w 589"/>
                <a:gd name="T23" fmla="*/ 772 h 1017"/>
                <a:gd name="T24" fmla="*/ 352 w 589"/>
                <a:gd name="T25" fmla="*/ 328 h 1017"/>
                <a:gd name="T26" fmla="*/ 588 w 589"/>
                <a:gd name="T27" fmla="*/ 328 h 1017"/>
                <a:gd name="T28" fmla="*/ 588 w 589"/>
                <a:gd name="T29" fmla="*/ 237 h 1017"/>
                <a:gd name="T30" fmla="*/ 352 w 589"/>
                <a:gd name="T31" fmla="*/ 237 h 1017"/>
                <a:gd name="T32" fmla="*/ 352 w 589"/>
                <a:gd name="T33" fmla="*/ 0 h 1017"/>
                <a:gd name="T34" fmla="*/ 141 w 589"/>
                <a:gd name="T35" fmla="*/ 0 h 1017"/>
                <a:gd name="T36" fmla="*/ 141 w 589"/>
                <a:gd name="T37" fmla="*/ 237 h 10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89" h="1017">
                  <a:moveTo>
                    <a:pt x="141" y="237"/>
                  </a:moveTo>
                  <a:lnTo>
                    <a:pt x="0" y="237"/>
                  </a:lnTo>
                  <a:lnTo>
                    <a:pt x="0" y="328"/>
                  </a:lnTo>
                  <a:lnTo>
                    <a:pt x="141" y="328"/>
                  </a:lnTo>
                  <a:lnTo>
                    <a:pt x="141" y="797"/>
                  </a:lnTo>
                  <a:cubicBezTo>
                    <a:pt x="141" y="1000"/>
                    <a:pt x="270" y="1016"/>
                    <a:pt x="427" y="1016"/>
                  </a:cubicBezTo>
                  <a:cubicBezTo>
                    <a:pt x="464" y="1016"/>
                    <a:pt x="505" y="1012"/>
                    <a:pt x="551" y="1004"/>
                  </a:cubicBezTo>
                  <a:lnTo>
                    <a:pt x="564" y="1004"/>
                  </a:lnTo>
                  <a:lnTo>
                    <a:pt x="564" y="909"/>
                  </a:lnTo>
                  <a:lnTo>
                    <a:pt x="547" y="913"/>
                  </a:lnTo>
                  <a:cubicBezTo>
                    <a:pt x="530" y="917"/>
                    <a:pt x="510" y="917"/>
                    <a:pt x="485" y="917"/>
                  </a:cubicBezTo>
                  <a:cubicBezTo>
                    <a:pt x="360" y="917"/>
                    <a:pt x="352" y="880"/>
                    <a:pt x="352" y="772"/>
                  </a:cubicBezTo>
                  <a:lnTo>
                    <a:pt x="352" y="328"/>
                  </a:lnTo>
                  <a:lnTo>
                    <a:pt x="588" y="328"/>
                  </a:lnTo>
                  <a:lnTo>
                    <a:pt x="588" y="237"/>
                  </a:lnTo>
                  <a:lnTo>
                    <a:pt x="352" y="237"/>
                  </a:lnTo>
                  <a:lnTo>
                    <a:pt x="352" y="0"/>
                  </a:lnTo>
                  <a:lnTo>
                    <a:pt x="141" y="0"/>
                  </a:lnTo>
                  <a:lnTo>
                    <a:pt x="141" y="237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66" name="Freeform 19">
              <a:extLst>
                <a:ext uri="{FF2B5EF4-FFF2-40B4-BE49-F238E27FC236}">
                  <a16:creationId xmlns:a16="http://schemas.microsoft.com/office/drawing/2014/main" id="{E8DA0522-90FD-4EA1-A6A4-40F345D2FF0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49963" y="4087813"/>
              <a:ext cx="450850" cy="395287"/>
            </a:xfrm>
            <a:custGeom>
              <a:avLst/>
              <a:gdLst>
                <a:gd name="T0" fmla="*/ 1245 w 1254"/>
                <a:gd name="T1" fmla="*/ 0 h 1096"/>
                <a:gd name="T2" fmla="*/ 1033 w 1254"/>
                <a:gd name="T3" fmla="*/ 0 h 1096"/>
                <a:gd name="T4" fmla="*/ 1033 w 1254"/>
                <a:gd name="T5" fmla="*/ 829 h 1096"/>
                <a:gd name="T6" fmla="*/ 485 w 1254"/>
                <a:gd name="T7" fmla="*/ 0 h 1096"/>
                <a:gd name="T8" fmla="*/ 0 w 1254"/>
                <a:gd name="T9" fmla="*/ 0 h 1096"/>
                <a:gd name="T10" fmla="*/ 0 w 1254"/>
                <a:gd name="T11" fmla="*/ 62 h 1096"/>
                <a:gd name="T12" fmla="*/ 42 w 1254"/>
                <a:gd name="T13" fmla="*/ 70 h 1096"/>
                <a:gd name="T14" fmla="*/ 178 w 1254"/>
                <a:gd name="T15" fmla="*/ 220 h 1096"/>
                <a:gd name="T16" fmla="*/ 178 w 1254"/>
                <a:gd name="T17" fmla="*/ 1095 h 1096"/>
                <a:gd name="T18" fmla="*/ 403 w 1254"/>
                <a:gd name="T19" fmla="*/ 1095 h 1096"/>
                <a:gd name="T20" fmla="*/ 403 w 1254"/>
                <a:gd name="T21" fmla="*/ 228 h 1096"/>
                <a:gd name="T22" fmla="*/ 975 w 1254"/>
                <a:gd name="T23" fmla="*/ 1095 h 1096"/>
                <a:gd name="T24" fmla="*/ 1253 w 1254"/>
                <a:gd name="T25" fmla="*/ 1095 h 1096"/>
                <a:gd name="T26" fmla="*/ 1253 w 1254"/>
                <a:gd name="T27" fmla="*/ 0 h 1096"/>
                <a:gd name="T28" fmla="*/ 1245 w 1254"/>
                <a:gd name="T29" fmla="*/ 0 h 10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54" h="1096">
                  <a:moveTo>
                    <a:pt x="1245" y="0"/>
                  </a:moveTo>
                  <a:lnTo>
                    <a:pt x="1033" y="0"/>
                  </a:lnTo>
                  <a:cubicBezTo>
                    <a:pt x="1033" y="0"/>
                    <a:pt x="1033" y="751"/>
                    <a:pt x="1033" y="829"/>
                  </a:cubicBezTo>
                  <a:cubicBezTo>
                    <a:pt x="992" y="763"/>
                    <a:pt x="485" y="0"/>
                    <a:pt x="485" y="0"/>
                  </a:cubicBezTo>
                  <a:lnTo>
                    <a:pt x="0" y="0"/>
                  </a:lnTo>
                  <a:lnTo>
                    <a:pt x="0" y="62"/>
                  </a:lnTo>
                  <a:lnTo>
                    <a:pt x="42" y="70"/>
                  </a:lnTo>
                  <a:cubicBezTo>
                    <a:pt x="170" y="91"/>
                    <a:pt x="178" y="95"/>
                    <a:pt x="178" y="220"/>
                  </a:cubicBezTo>
                  <a:lnTo>
                    <a:pt x="178" y="1095"/>
                  </a:lnTo>
                  <a:lnTo>
                    <a:pt x="403" y="1095"/>
                  </a:lnTo>
                  <a:cubicBezTo>
                    <a:pt x="403" y="1095"/>
                    <a:pt x="403" y="307"/>
                    <a:pt x="403" y="228"/>
                  </a:cubicBezTo>
                  <a:cubicBezTo>
                    <a:pt x="448" y="294"/>
                    <a:pt x="975" y="1095"/>
                    <a:pt x="975" y="1095"/>
                  </a:cubicBezTo>
                  <a:lnTo>
                    <a:pt x="1253" y="1095"/>
                  </a:lnTo>
                  <a:lnTo>
                    <a:pt x="1253" y="0"/>
                  </a:lnTo>
                  <a:lnTo>
                    <a:pt x="1245" y="0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67" name="Freeform 20">
              <a:extLst>
                <a:ext uri="{FF2B5EF4-FFF2-40B4-BE49-F238E27FC236}">
                  <a16:creationId xmlns:a16="http://schemas.microsoft.com/office/drawing/2014/main" id="{C6A6AEFC-2781-468D-96F2-B369260BC34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73838" y="4200525"/>
              <a:ext cx="266700" cy="287338"/>
            </a:xfrm>
            <a:custGeom>
              <a:avLst/>
              <a:gdLst>
                <a:gd name="T0" fmla="*/ 390 w 740"/>
                <a:gd name="T1" fmla="*/ 0 h 797"/>
                <a:gd name="T2" fmla="*/ 0 w 740"/>
                <a:gd name="T3" fmla="*/ 373 h 797"/>
                <a:gd name="T4" fmla="*/ 456 w 740"/>
                <a:gd name="T5" fmla="*/ 796 h 797"/>
                <a:gd name="T6" fmla="*/ 714 w 740"/>
                <a:gd name="T7" fmla="*/ 755 h 797"/>
                <a:gd name="T8" fmla="*/ 726 w 740"/>
                <a:gd name="T9" fmla="*/ 751 h 797"/>
                <a:gd name="T10" fmla="*/ 726 w 740"/>
                <a:gd name="T11" fmla="*/ 651 h 797"/>
                <a:gd name="T12" fmla="*/ 705 w 740"/>
                <a:gd name="T13" fmla="*/ 660 h 797"/>
                <a:gd name="T14" fmla="*/ 539 w 740"/>
                <a:gd name="T15" fmla="*/ 684 h 797"/>
                <a:gd name="T16" fmla="*/ 228 w 740"/>
                <a:gd name="T17" fmla="*/ 332 h 797"/>
                <a:gd name="T18" fmla="*/ 739 w 740"/>
                <a:gd name="T19" fmla="*/ 332 h 797"/>
                <a:gd name="T20" fmla="*/ 739 w 740"/>
                <a:gd name="T21" fmla="*/ 315 h 797"/>
                <a:gd name="T22" fmla="*/ 390 w 740"/>
                <a:gd name="T23" fmla="*/ 0 h 797"/>
                <a:gd name="T24" fmla="*/ 386 w 740"/>
                <a:gd name="T25" fmla="*/ 83 h 797"/>
                <a:gd name="T26" fmla="*/ 531 w 740"/>
                <a:gd name="T27" fmla="*/ 236 h 797"/>
                <a:gd name="T28" fmla="*/ 228 w 740"/>
                <a:gd name="T29" fmla="*/ 236 h 797"/>
                <a:gd name="T30" fmla="*/ 386 w 740"/>
                <a:gd name="T31" fmla="*/ 83 h 7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740" h="797">
                  <a:moveTo>
                    <a:pt x="390" y="0"/>
                  </a:moveTo>
                  <a:cubicBezTo>
                    <a:pt x="129" y="0"/>
                    <a:pt x="0" y="124"/>
                    <a:pt x="0" y="373"/>
                  </a:cubicBezTo>
                  <a:cubicBezTo>
                    <a:pt x="0" y="639"/>
                    <a:pt x="170" y="796"/>
                    <a:pt x="456" y="796"/>
                  </a:cubicBezTo>
                  <a:cubicBezTo>
                    <a:pt x="581" y="796"/>
                    <a:pt x="676" y="767"/>
                    <a:pt x="714" y="755"/>
                  </a:cubicBezTo>
                  <a:lnTo>
                    <a:pt x="726" y="751"/>
                  </a:lnTo>
                  <a:lnTo>
                    <a:pt x="726" y="651"/>
                  </a:lnTo>
                  <a:lnTo>
                    <a:pt x="705" y="660"/>
                  </a:lnTo>
                  <a:cubicBezTo>
                    <a:pt x="672" y="672"/>
                    <a:pt x="610" y="684"/>
                    <a:pt x="539" y="684"/>
                  </a:cubicBezTo>
                  <a:cubicBezTo>
                    <a:pt x="315" y="684"/>
                    <a:pt x="232" y="498"/>
                    <a:pt x="228" y="332"/>
                  </a:cubicBezTo>
                  <a:lnTo>
                    <a:pt x="739" y="332"/>
                  </a:lnTo>
                  <a:lnTo>
                    <a:pt x="739" y="315"/>
                  </a:lnTo>
                  <a:cubicBezTo>
                    <a:pt x="739" y="104"/>
                    <a:pt x="622" y="0"/>
                    <a:pt x="390" y="0"/>
                  </a:cubicBezTo>
                  <a:close/>
                  <a:moveTo>
                    <a:pt x="386" y="83"/>
                  </a:moveTo>
                  <a:cubicBezTo>
                    <a:pt x="498" y="83"/>
                    <a:pt x="527" y="162"/>
                    <a:pt x="531" y="236"/>
                  </a:cubicBezTo>
                  <a:lnTo>
                    <a:pt x="228" y="236"/>
                  </a:lnTo>
                  <a:cubicBezTo>
                    <a:pt x="232" y="187"/>
                    <a:pt x="270" y="83"/>
                    <a:pt x="386" y="83"/>
                  </a:cubicBezTo>
                  <a:close/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69" name="Freeform 21">
              <a:extLst>
                <a:ext uri="{FF2B5EF4-FFF2-40B4-BE49-F238E27FC236}">
                  <a16:creationId xmlns:a16="http://schemas.microsoft.com/office/drawing/2014/main" id="{51AAA341-7BCE-4FB9-AADF-5F7FBE92AAF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204075" y="4121150"/>
              <a:ext cx="212725" cy="366713"/>
            </a:xfrm>
            <a:custGeom>
              <a:avLst/>
              <a:gdLst>
                <a:gd name="T0" fmla="*/ 141 w 590"/>
                <a:gd name="T1" fmla="*/ 237 h 1017"/>
                <a:gd name="T2" fmla="*/ 0 w 590"/>
                <a:gd name="T3" fmla="*/ 237 h 1017"/>
                <a:gd name="T4" fmla="*/ 0 w 590"/>
                <a:gd name="T5" fmla="*/ 328 h 1017"/>
                <a:gd name="T6" fmla="*/ 141 w 590"/>
                <a:gd name="T7" fmla="*/ 328 h 1017"/>
                <a:gd name="T8" fmla="*/ 141 w 590"/>
                <a:gd name="T9" fmla="*/ 797 h 1017"/>
                <a:gd name="T10" fmla="*/ 427 w 590"/>
                <a:gd name="T11" fmla="*/ 1016 h 1017"/>
                <a:gd name="T12" fmla="*/ 551 w 590"/>
                <a:gd name="T13" fmla="*/ 1004 h 1017"/>
                <a:gd name="T14" fmla="*/ 564 w 590"/>
                <a:gd name="T15" fmla="*/ 1004 h 1017"/>
                <a:gd name="T16" fmla="*/ 564 w 590"/>
                <a:gd name="T17" fmla="*/ 909 h 1017"/>
                <a:gd name="T18" fmla="*/ 547 w 590"/>
                <a:gd name="T19" fmla="*/ 913 h 1017"/>
                <a:gd name="T20" fmla="*/ 485 w 590"/>
                <a:gd name="T21" fmla="*/ 917 h 1017"/>
                <a:gd name="T22" fmla="*/ 352 w 590"/>
                <a:gd name="T23" fmla="*/ 772 h 1017"/>
                <a:gd name="T24" fmla="*/ 352 w 590"/>
                <a:gd name="T25" fmla="*/ 328 h 1017"/>
                <a:gd name="T26" fmla="*/ 589 w 590"/>
                <a:gd name="T27" fmla="*/ 328 h 1017"/>
                <a:gd name="T28" fmla="*/ 589 w 590"/>
                <a:gd name="T29" fmla="*/ 237 h 1017"/>
                <a:gd name="T30" fmla="*/ 352 w 590"/>
                <a:gd name="T31" fmla="*/ 237 h 1017"/>
                <a:gd name="T32" fmla="*/ 352 w 590"/>
                <a:gd name="T33" fmla="*/ 0 h 1017"/>
                <a:gd name="T34" fmla="*/ 141 w 590"/>
                <a:gd name="T35" fmla="*/ 0 h 1017"/>
                <a:gd name="T36" fmla="*/ 141 w 590"/>
                <a:gd name="T37" fmla="*/ 237 h 10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90" h="1017">
                  <a:moveTo>
                    <a:pt x="141" y="237"/>
                  </a:moveTo>
                  <a:lnTo>
                    <a:pt x="0" y="237"/>
                  </a:lnTo>
                  <a:lnTo>
                    <a:pt x="0" y="328"/>
                  </a:lnTo>
                  <a:lnTo>
                    <a:pt x="141" y="328"/>
                  </a:lnTo>
                  <a:lnTo>
                    <a:pt x="141" y="797"/>
                  </a:lnTo>
                  <a:cubicBezTo>
                    <a:pt x="141" y="1000"/>
                    <a:pt x="269" y="1016"/>
                    <a:pt x="427" y="1016"/>
                  </a:cubicBezTo>
                  <a:cubicBezTo>
                    <a:pt x="464" y="1016"/>
                    <a:pt x="506" y="1012"/>
                    <a:pt x="551" y="1004"/>
                  </a:cubicBezTo>
                  <a:lnTo>
                    <a:pt x="564" y="1004"/>
                  </a:lnTo>
                  <a:lnTo>
                    <a:pt x="564" y="909"/>
                  </a:lnTo>
                  <a:lnTo>
                    <a:pt x="547" y="913"/>
                  </a:lnTo>
                  <a:cubicBezTo>
                    <a:pt x="531" y="917"/>
                    <a:pt x="510" y="917"/>
                    <a:pt x="485" y="917"/>
                  </a:cubicBezTo>
                  <a:cubicBezTo>
                    <a:pt x="361" y="917"/>
                    <a:pt x="352" y="880"/>
                    <a:pt x="352" y="772"/>
                  </a:cubicBezTo>
                  <a:lnTo>
                    <a:pt x="352" y="328"/>
                  </a:lnTo>
                  <a:lnTo>
                    <a:pt x="589" y="328"/>
                  </a:lnTo>
                  <a:lnTo>
                    <a:pt x="589" y="237"/>
                  </a:lnTo>
                  <a:lnTo>
                    <a:pt x="352" y="237"/>
                  </a:lnTo>
                  <a:lnTo>
                    <a:pt x="352" y="0"/>
                  </a:lnTo>
                  <a:lnTo>
                    <a:pt x="141" y="0"/>
                  </a:lnTo>
                  <a:lnTo>
                    <a:pt x="141" y="237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71" name="Freeform 22">
              <a:extLst>
                <a:ext uri="{FF2B5EF4-FFF2-40B4-BE49-F238E27FC236}">
                  <a16:creationId xmlns:a16="http://schemas.microsoft.com/office/drawing/2014/main" id="{63A59478-88EB-4E5A-BD9E-A0EB0FAC5AD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50063" y="4206875"/>
              <a:ext cx="331787" cy="274638"/>
            </a:xfrm>
            <a:custGeom>
              <a:avLst/>
              <a:gdLst>
                <a:gd name="T0" fmla="*/ 705 w 921"/>
                <a:gd name="T1" fmla="*/ 248 h 764"/>
                <a:gd name="T2" fmla="*/ 920 w 921"/>
                <a:gd name="T3" fmla="*/ 0 h 764"/>
                <a:gd name="T4" fmla="*/ 701 w 921"/>
                <a:gd name="T5" fmla="*/ 0 h 764"/>
                <a:gd name="T6" fmla="*/ 497 w 921"/>
                <a:gd name="T7" fmla="*/ 236 h 764"/>
                <a:gd name="T8" fmla="*/ 319 w 921"/>
                <a:gd name="T9" fmla="*/ 0 h 764"/>
                <a:gd name="T10" fmla="*/ 0 w 921"/>
                <a:gd name="T11" fmla="*/ 0 h 764"/>
                <a:gd name="T12" fmla="*/ 0 w 921"/>
                <a:gd name="T13" fmla="*/ 62 h 764"/>
                <a:gd name="T14" fmla="*/ 12 w 921"/>
                <a:gd name="T15" fmla="*/ 62 h 764"/>
                <a:gd name="T16" fmla="*/ 211 w 921"/>
                <a:gd name="T17" fmla="*/ 178 h 764"/>
                <a:gd name="T18" fmla="*/ 344 w 921"/>
                <a:gd name="T19" fmla="*/ 352 h 764"/>
                <a:gd name="T20" fmla="*/ 128 w 921"/>
                <a:gd name="T21" fmla="*/ 601 h 764"/>
                <a:gd name="T22" fmla="*/ 348 w 921"/>
                <a:gd name="T23" fmla="*/ 601 h 764"/>
                <a:gd name="T24" fmla="*/ 443 w 921"/>
                <a:gd name="T25" fmla="*/ 489 h 764"/>
                <a:gd name="T26" fmla="*/ 651 w 921"/>
                <a:gd name="T27" fmla="*/ 763 h 764"/>
                <a:gd name="T28" fmla="*/ 900 w 921"/>
                <a:gd name="T29" fmla="*/ 763 h 764"/>
                <a:gd name="T30" fmla="*/ 506 w 921"/>
                <a:gd name="T31" fmla="*/ 248 h 764"/>
                <a:gd name="T32" fmla="*/ 705 w 921"/>
                <a:gd name="T33" fmla="*/ 248 h 76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921" h="764">
                  <a:moveTo>
                    <a:pt x="705" y="248"/>
                  </a:moveTo>
                  <a:lnTo>
                    <a:pt x="920" y="0"/>
                  </a:lnTo>
                  <a:lnTo>
                    <a:pt x="701" y="0"/>
                  </a:lnTo>
                  <a:lnTo>
                    <a:pt x="497" y="236"/>
                  </a:lnTo>
                  <a:lnTo>
                    <a:pt x="319" y="0"/>
                  </a:lnTo>
                  <a:lnTo>
                    <a:pt x="0" y="0"/>
                  </a:lnTo>
                  <a:lnTo>
                    <a:pt x="0" y="62"/>
                  </a:lnTo>
                  <a:lnTo>
                    <a:pt x="12" y="62"/>
                  </a:lnTo>
                  <a:cubicBezTo>
                    <a:pt x="120" y="70"/>
                    <a:pt x="145" y="87"/>
                    <a:pt x="211" y="178"/>
                  </a:cubicBezTo>
                  <a:lnTo>
                    <a:pt x="344" y="352"/>
                  </a:lnTo>
                  <a:lnTo>
                    <a:pt x="128" y="601"/>
                  </a:lnTo>
                  <a:lnTo>
                    <a:pt x="348" y="601"/>
                  </a:lnTo>
                  <a:lnTo>
                    <a:pt x="443" y="489"/>
                  </a:lnTo>
                  <a:lnTo>
                    <a:pt x="651" y="763"/>
                  </a:lnTo>
                  <a:lnTo>
                    <a:pt x="900" y="763"/>
                  </a:lnTo>
                  <a:lnTo>
                    <a:pt x="506" y="248"/>
                  </a:lnTo>
                  <a:lnTo>
                    <a:pt x="705" y="248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72" name="Freeform 23">
              <a:extLst>
                <a:ext uri="{FF2B5EF4-FFF2-40B4-BE49-F238E27FC236}">
                  <a16:creationId xmlns:a16="http://schemas.microsoft.com/office/drawing/2014/main" id="{641EC5D7-C54C-4B81-88F5-4B8ECEBBFA1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5500" y="4010025"/>
              <a:ext cx="176213" cy="111125"/>
            </a:xfrm>
            <a:custGeom>
              <a:avLst/>
              <a:gdLst>
                <a:gd name="T0" fmla="*/ 224 w 490"/>
                <a:gd name="T1" fmla="*/ 307 h 308"/>
                <a:gd name="T2" fmla="*/ 0 w 490"/>
                <a:gd name="T3" fmla="*/ 307 h 308"/>
                <a:gd name="T4" fmla="*/ 269 w 490"/>
                <a:gd name="T5" fmla="*/ 0 h 308"/>
                <a:gd name="T6" fmla="*/ 489 w 490"/>
                <a:gd name="T7" fmla="*/ 0 h 308"/>
                <a:gd name="T8" fmla="*/ 224 w 490"/>
                <a:gd name="T9" fmla="*/ 307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90" h="308">
                  <a:moveTo>
                    <a:pt x="224" y="307"/>
                  </a:moveTo>
                  <a:lnTo>
                    <a:pt x="0" y="307"/>
                  </a:lnTo>
                  <a:lnTo>
                    <a:pt x="269" y="0"/>
                  </a:lnTo>
                  <a:lnTo>
                    <a:pt x="489" y="0"/>
                  </a:lnTo>
                  <a:lnTo>
                    <a:pt x="224" y="307"/>
                  </a:lnTo>
                </a:path>
              </a:pathLst>
            </a:custGeom>
            <a:solidFill>
              <a:schemeClr val="accent2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5A06E6AB-81B8-427D-8331-38177B134D6E}"/>
              </a:ext>
            </a:extLst>
          </p:cNvPr>
          <p:cNvSpPr txBox="1"/>
          <p:nvPr userDrawn="1"/>
        </p:nvSpPr>
        <p:spPr>
          <a:xfrm>
            <a:off x="9596421" y="6548295"/>
            <a:ext cx="254268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b="0" i="0" kern="1200">
                <a:solidFill>
                  <a:schemeClr val="bg1">
                    <a:lumMod val="95000"/>
                  </a:schemeClr>
                </a:solidFill>
                <a:latin typeface="Neue Haas Grotesk Text Pro" panose="020B0504020202020204" pitchFamily="34" charset="77"/>
                <a:ea typeface="+mn-ea"/>
                <a:cs typeface="+mn-cs"/>
              </a:rPr>
              <a:t>© Hitachi Vantara LLC 2023. All Rights Reserved.</a:t>
            </a:r>
          </a:p>
        </p:txBody>
      </p:sp>
      <p:pic>
        <p:nvPicPr>
          <p:cNvPr id="37" name="Hitachi logo red">
            <a:extLst>
              <a:ext uri="{FF2B5EF4-FFF2-40B4-BE49-F238E27FC236}">
                <a16:creationId xmlns:a16="http://schemas.microsoft.com/office/drawing/2014/main" id="{F0DB7F9C-A131-7D41-89E3-BDC6343CC398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24533" y="0"/>
            <a:ext cx="2167467" cy="1083733"/>
          </a:xfrm>
          <a:prstGeom prst="rect">
            <a:avLst/>
          </a:prstGeom>
        </p:spPr>
      </p:pic>
      <p:sp>
        <p:nvSpPr>
          <p:cNvPr id="56" name="Subtitle 2">
            <a:extLst>
              <a:ext uri="{FF2B5EF4-FFF2-40B4-BE49-F238E27FC236}">
                <a16:creationId xmlns:a16="http://schemas.microsoft.com/office/drawing/2014/main" id="{BE91D31B-EA4F-6348-BEE7-CD6D9DF6FDB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08465" y="3737490"/>
            <a:ext cx="5715233" cy="410369"/>
          </a:xfrm>
          <a:prstGeom prst="rect">
            <a:avLst/>
          </a:prstGeom>
          <a:effectLst/>
        </p:spPr>
        <p:txBody>
          <a:bodyPr/>
          <a:lstStyle>
            <a:lvl1pPr marL="0" marR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Wingdings" charset="2"/>
              <a:buNone/>
              <a:tabLst/>
              <a:defRPr sz="2667" b="0" i="0" cap="none" baseline="0">
                <a:solidFill>
                  <a:schemeClr val="tx1"/>
                </a:solidFill>
                <a:latin typeface="Neue Haas Grotesk Text Pro" panose="020B0504020202020204" pitchFamily="34" charset="77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Subtitle placeholder 20pt Regular</a:t>
            </a:r>
          </a:p>
        </p:txBody>
      </p:sp>
      <p:sp>
        <p:nvSpPr>
          <p:cNvPr id="58" name="Title 1">
            <a:extLst>
              <a:ext uri="{FF2B5EF4-FFF2-40B4-BE49-F238E27FC236}">
                <a16:creationId xmlns:a16="http://schemas.microsoft.com/office/drawing/2014/main" id="{6A93520E-62D1-2849-AE9E-A65E1823CBD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08465" y="967698"/>
            <a:ext cx="6864479" cy="2761725"/>
          </a:xfrm>
          <a:prstGeom prst="rect">
            <a:avLst/>
          </a:prstGeom>
          <a:effectLst/>
        </p:spPr>
        <p:txBody>
          <a:bodyPr lIns="0" rIns="0" anchor="b" anchorCtr="0">
            <a:noAutofit/>
          </a:bodyPr>
          <a:lstStyle>
            <a:lvl1pPr>
              <a:lnSpc>
                <a:spcPct val="90000"/>
              </a:lnSpc>
              <a:defRPr sz="5333" b="1" i="0" cap="none" baseline="0">
                <a:solidFill>
                  <a:schemeClr val="bg1"/>
                </a:solidFill>
                <a:latin typeface="Neue Haas Grotesk Text Pro" panose="020B0504020202020204" pitchFamily="34" charset="77"/>
              </a:defRPr>
            </a:lvl1pPr>
          </a:lstStyle>
          <a:p>
            <a:r>
              <a:rPr lang="en-US"/>
              <a:t>Section Title Slide Placeholder </a:t>
            </a:r>
          </a:p>
        </p:txBody>
      </p:sp>
      <p:sp>
        <p:nvSpPr>
          <p:cNvPr id="68" name="Text Placeholder 6">
            <a:extLst>
              <a:ext uri="{FF2B5EF4-FFF2-40B4-BE49-F238E27FC236}">
                <a16:creationId xmlns:a16="http://schemas.microsoft.com/office/drawing/2014/main" id="{CD3782A6-1B91-DB45-A0C9-BD4A1ACBCBA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08465" y="5207079"/>
            <a:ext cx="4725881" cy="287259"/>
          </a:xfrm>
        </p:spPr>
        <p:txBody>
          <a:bodyPr anchor="t"/>
          <a:lstStyle>
            <a:lvl1pPr marL="0" indent="0">
              <a:spcBef>
                <a:spcPts val="0"/>
              </a:spcBef>
              <a:spcAft>
                <a:spcPts val="400"/>
              </a:spcAft>
              <a:buNone/>
              <a:defRPr sz="1867" b="1" baseline="0">
                <a:solidFill>
                  <a:schemeClr val="tx1"/>
                </a:solidFill>
              </a:defRPr>
            </a:lvl1pPr>
            <a:lvl2pPr marL="374640" indent="0">
              <a:buNone/>
              <a:defRPr/>
            </a:lvl2pPr>
            <a:lvl3pPr marL="766214" indent="0">
              <a:buNone/>
              <a:defRPr/>
            </a:lvl3pPr>
            <a:lvl4pPr marL="1140855" indent="0">
              <a:buNone/>
              <a:defRPr/>
            </a:lvl4pPr>
            <a:lvl5pPr marL="1454114" indent="0">
              <a:buNone/>
              <a:defRPr/>
            </a:lvl5pPr>
          </a:lstStyle>
          <a:p>
            <a:pPr lvl="0"/>
            <a:r>
              <a:rPr lang="en-US"/>
              <a:t>Optional Subtitle here 14pt Bold</a:t>
            </a:r>
          </a:p>
        </p:txBody>
      </p:sp>
      <p:sp>
        <p:nvSpPr>
          <p:cNvPr id="76" name="Text Placeholder 8">
            <a:extLst>
              <a:ext uri="{FF2B5EF4-FFF2-40B4-BE49-F238E27FC236}">
                <a16:creationId xmlns:a16="http://schemas.microsoft.com/office/drawing/2014/main" id="{97F4CA5C-5EE7-8946-BD70-228AB9C2746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08465" y="5512868"/>
            <a:ext cx="4725881" cy="246221"/>
          </a:xfrm>
        </p:spPr>
        <p:txBody>
          <a:bodyPr anchor="t"/>
          <a:lstStyle>
            <a:lvl1pPr marL="0" indent="0">
              <a:spcBef>
                <a:spcPts val="0"/>
              </a:spcBef>
              <a:spcAft>
                <a:spcPts val="400"/>
              </a:spcAft>
              <a:buNone/>
              <a:defRPr sz="1600">
                <a:solidFill>
                  <a:schemeClr val="tx1"/>
                </a:solidFill>
              </a:defRPr>
            </a:lvl1pPr>
            <a:lvl2pPr marL="374640" indent="0">
              <a:buNone/>
              <a:defRPr/>
            </a:lvl2pPr>
            <a:lvl3pPr marL="766214" indent="0">
              <a:buNone/>
              <a:defRPr/>
            </a:lvl3pPr>
            <a:lvl4pPr marL="1140855" indent="0">
              <a:buNone/>
              <a:defRPr/>
            </a:lvl4pPr>
            <a:lvl5pPr marL="1454114" indent="0">
              <a:buNone/>
              <a:defRPr/>
            </a:lvl5pPr>
          </a:lstStyle>
          <a:p>
            <a:pPr lvl="0"/>
            <a:r>
              <a:rPr lang="en-US"/>
              <a:t>Optional text here 12pt Regular</a:t>
            </a:r>
          </a:p>
        </p:txBody>
      </p:sp>
    </p:spTree>
    <p:extLst>
      <p:ext uri="{BB962C8B-B14F-4D97-AF65-F5344CB8AC3E}">
        <p14:creationId xmlns:p14="http://schemas.microsoft.com/office/powerpoint/2010/main" val="23367872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9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Image Shade">
            <a:extLst>
              <a:ext uri="{FF2B5EF4-FFF2-40B4-BE49-F238E27FC236}">
                <a16:creationId xmlns:a16="http://schemas.microsoft.com/office/drawing/2014/main" id="{EA2F0D1E-32F3-B347-B3C3-8AE0B23E5503}"/>
              </a:ext>
            </a:extLst>
          </p:cNvPr>
          <p:cNvSpPr/>
          <p:nvPr userDrawn="1"/>
        </p:nvSpPr>
        <p:spPr>
          <a:xfrm>
            <a:off x="-2" y="0"/>
            <a:ext cx="8029897" cy="6858000"/>
          </a:xfrm>
          <a:prstGeom prst="rect">
            <a:avLst/>
          </a:prstGeom>
          <a:gradFill flip="none" rotWithShape="1">
            <a:gsLst>
              <a:gs pos="20000">
                <a:schemeClr val="accent3"/>
              </a:gs>
              <a:gs pos="100000">
                <a:schemeClr val="accent1"/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>
              <a:latin typeface="Neue Haas Grotesk Text Pro" panose="020B0504020202020204" pitchFamily="34" charset="0"/>
            </a:endParaRPr>
          </a:p>
        </p:txBody>
      </p:sp>
      <p:pic>
        <p:nvPicPr>
          <p:cNvPr id="3" name="Picture 2" descr="A picture containing sky, outdoor, plane, grass&#10;&#10;Description automatically generated">
            <a:extLst>
              <a:ext uri="{FF2B5EF4-FFF2-40B4-BE49-F238E27FC236}">
                <a16:creationId xmlns:a16="http://schemas.microsoft.com/office/drawing/2014/main" id="{610C90F2-F9C4-2245-8606-AF87724E51E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938732" y="0"/>
            <a:ext cx="4253269" cy="6858000"/>
          </a:xfrm>
          <a:prstGeom prst="rect">
            <a:avLst/>
          </a:prstGeom>
        </p:spPr>
      </p:pic>
      <p:sp>
        <p:nvSpPr>
          <p:cNvPr id="39" name="TextBox 38"/>
          <p:cNvSpPr txBox="1"/>
          <p:nvPr userDrawn="1"/>
        </p:nvSpPr>
        <p:spPr>
          <a:xfrm>
            <a:off x="2148" y="6553934"/>
            <a:ext cx="356188" cy="256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111F478C-84AE-4601-9BE4-60468A3A6C06}" type="slidenum">
              <a:rPr lang="en-US" sz="1067" b="0" i="0" smtClean="0">
                <a:solidFill>
                  <a:prstClr val="white">
                    <a:alpha val="50000"/>
                  </a:prstClr>
                </a:solidFill>
                <a:latin typeface="Neue Haas Grotesk Text Pro" panose="020B0504020202020204" pitchFamily="34" charset="77"/>
              </a:rPr>
              <a:pPr/>
              <a:t>‹#›</a:t>
            </a:fld>
            <a:endParaRPr lang="en-US" sz="1067" b="0" i="0">
              <a:solidFill>
                <a:prstClr val="white">
                  <a:alpha val="50000"/>
                </a:prstClr>
              </a:solidFill>
              <a:latin typeface="Neue Haas Grotesk Text Pro" panose="020B0504020202020204" pitchFamily="34" charset="7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F6F85EA-1CAA-F34C-8631-AB308554EFA3}"/>
              </a:ext>
            </a:extLst>
          </p:cNvPr>
          <p:cNvSpPr txBox="1"/>
          <p:nvPr userDrawn="1"/>
        </p:nvSpPr>
        <p:spPr>
          <a:xfrm>
            <a:off x="2148" y="6553934"/>
            <a:ext cx="356188" cy="256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111F478C-84AE-4601-9BE4-60468A3A6C06}" type="slidenum">
              <a:rPr lang="en-US" sz="1067" b="0" i="0" smtClean="0">
                <a:solidFill>
                  <a:schemeClr val="bg1">
                    <a:lumMod val="65000"/>
                    <a:alpha val="50000"/>
                  </a:schemeClr>
                </a:solidFill>
                <a:latin typeface="Neue Haas Grotesk Text Pro" panose="020B0504020202020204" pitchFamily="34" charset="77"/>
              </a:rPr>
              <a:pPr/>
              <a:t>‹#›</a:t>
            </a:fld>
            <a:endParaRPr lang="en-US" sz="1067" b="0" i="0">
              <a:solidFill>
                <a:schemeClr val="bg1">
                  <a:lumMod val="65000"/>
                  <a:alpha val="50000"/>
                </a:schemeClr>
              </a:solidFill>
              <a:latin typeface="Neue Haas Grotesk Text Pro" panose="020B0504020202020204" pitchFamily="34" charset="77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443E681C-7E43-AB4A-8E98-A0393C628DE4}"/>
              </a:ext>
            </a:extLst>
          </p:cNvPr>
          <p:cNvSpPr txBox="1"/>
          <p:nvPr userDrawn="1"/>
        </p:nvSpPr>
        <p:spPr>
          <a:xfrm>
            <a:off x="9596421" y="6548295"/>
            <a:ext cx="254268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b="0" i="0" kern="1200">
                <a:solidFill>
                  <a:schemeClr val="bg1">
                    <a:lumMod val="95000"/>
                  </a:schemeClr>
                </a:solidFill>
                <a:latin typeface="Neue Haas Grotesk Text Pro" panose="020B0504020202020204" pitchFamily="34" charset="77"/>
                <a:ea typeface="+mn-ea"/>
                <a:cs typeface="+mn-cs"/>
              </a:rPr>
              <a:t>© Hitachi Vantara LLC 2023. All Rights Reserved.</a:t>
            </a:r>
          </a:p>
        </p:txBody>
      </p:sp>
      <p:sp>
        <p:nvSpPr>
          <p:cNvPr id="57" name="Subtitle 2">
            <a:extLst>
              <a:ext uri="{FF2B5EF4-FFF2-40B4-BE49-F238E27FC236}">
                <a16:creationId xmlns:a16="http://schemas.microsoft.com/office/drawing/2014/main" id="{3835B22C-99F5-5F43-BF05-B87606CDCD5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08465" y="3737490"/>
            <a:ext cx="5715233" cy="410369"/>
          </a:xfrm>
          <a:prstGeom prst="rect">
            <a:avLst/>
          </a:prstGeom>
          <a:effectLst/>
        </p:spPr>
        <p:txBody>
          <a:bodyPr/>
          <a:lstStyle>
            <a:lvl1pPr marL="0" marR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Wingdings" charset="2"/>
              <a:buNone/>
              <a:tabLst/>
              <a:defRPr sz="2667" b="0" i="0" cap="none" baseline="0">
                <a:solidFill>
                  <a:schemeClr val="bg1"/>
                </a:solidFill>
                <a:latin typeface="Neue Haas Grotesk Text Pro" panose="020B0504020202020204" pitchFamily="34" charset="77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Subtitle placeholder 20pt Regular</a:t>
            </a:r>
          </a:p>
        </p:txBody>
      </p:sp>
      <p:sp>
        <p:nvSpPr>
          <p:cNvPr id="58" name="Title 1">
            <a:extLst>
              <a:ext uri="{FF2B5EF4-FFF2-40B4-BE49-F238E27FC236}">
                <a16:creationId xmlns:a16="http://schemas.microsoft.com/office/drawing/2014/main" id="{82F0D961-25A8-8E43-AC3F-2822ED65301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08465" y="967698"/>
            <a:ext cx="6864479" cy="2761725"/>
          </a:xfrm>
          <a:prstGeom prst="rect">
            <a:avLst/>
          </a:prstGeom>
          <a:effectLst/>
        </p:spPr>
        <p:txBody>
          <a:bodyPr lIns="0" rIns="0" anchor="b" anchorCtr="0">
            <a:noAutofit/>
          </a:bodyPr>
          <a:lstStyle>
            <a:lvl1pPr>
              <a:lnSpc>
                <a:spcPct val="90000"/>
              </a:lnSpc>
              <a:defRPr sz="5333" b="1" i="0" cap="none" baseline="0">
                <a:solidFill>
                  <a:schemeClr val="bg1"/>
                </a:solidFill>
                <a:latin typeface="Neue Haas Grotesk Text Pro" panose="020B0504020202020204" pitchFamily="34" charset="77"/>
              </a:defRPr>
            </a:lvl1pPr>
          </a:lstStyle>
          <a:p>
            <a:r>
              <a:rPr lang="en-US"/>
              <a:t>Section Title Slide Placeholder </a:t>
            </a:r>
          </a:p>
        </p:txBody>
      </p:sp>
      <p:sp>
        <p:nvSpPr>
          <p:cNvPr id="69" name="Text Placeholder 6">
            <a:extLst>
              <a:ext uri="{FF2B5EF4-FFF2-40B4-BE49-F238E27FC236}">
                <a16:creationId xmlns:a16="http://schemas.microsoft.com/office/drawing/2014/main" id="{7190291D-817A-2140-9C11-4AF4F3269F4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08465" y="5207079"/>
            <a:ext cx="4725881" cy="287259"/>
          </a:xfrm>
        </p:spPr>
        <p:txBody>
          <a:bodyPr anchor="t"/>
          <a:lstStyle>
            <a:lvl1pPr marL="0" indent="0">
              <a:spcBef>
                <a:spcPts val="0"/>
              </a:spcBef>
              <a:spcAft>
                <a:spcPts val="400"/>
              </a:spcAft>
              <a:buNone/>
              <a:defRPr sz="1867" b="1" baseline="0">
                <a:solidFill>
                  <a:schemeClr val="bg1"/>
                </a:solidFill>
              </a:defRPr>
            </a:lvl1pPr>
            <a:lvl2pPr marL="374640" indent="0">
              <a:buNone/>
              <a:defRPr/>
            </a:lvl2pPr>
            <a:lvl3pPr marL="766214" indent="0">
              <a:buNone/>
              <a:defRPr/>
            </a:lvl3pPr>
            <a:lvl4pPr marL="1140855" indent="0">
              <a:buNone/>
              <a:defRPr/>
            </a:lvl4pPr>
            <a:lvl5pPr marL="1454114" indent="0">
              <a:buNone/>
              <a:defRPr/>
            </a:lvl5pPr>
          </a:lstStyle>
          <a:p>
            <a:pPr lvl="0"/>
            <a:r>
              <a:rPr lang="en-US"/>
              <a:t>Optional Subtitle here 14pt Bold</a:t>
            </a:r>
          </a:p>
        </p:txBody>
      </p:sp>
      <p:sp>
        <p:nvSpPr>
          <p:cNvPr id="70" name="Text Placeholder 8">
            <a:extLst>
              <a:ext uri="{FF2B5EF4-FFF2-40B4-BE49-F238E27FC236}">
                <a16:creationId xmlns:a16="http://schemas.microsoft.com/office/drawing/2014/main" id="{183F33E2-DBDA-5F4A-AFD2-C30290D13E8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08465" y="5512868"/>
            <a:ext cx="4725881" cy="246221"/>
          </a:xfrm>
        </p:spPr>
        <p:txBody>
          <a:bodyPr anchor="t"/>
          <a:lstStyle>
            <a:lvl1pPr marL="0" indent="0">
              <a:spcBef>
                <a:spcPts val="0"/>
              </a:spcBef>
              <a:spcAft>
                <a:spcPts val="400"/>
              </a:spcAft>
              <a:buNone/>
              <a:defRPr sz="1600">
                <a:solidFill>
                  <a:schemeClr val="bg1"/>
                </a:solidFill>
              </a:defRPr>
            </a:lvl1pPr>
            <a:lvl2pPr marL="374640" indent="0">
              <a:buNone/>
              <a:defRPr/>
            </a:lvl2pPr>
            <a:lvl3pPr marL="766214" indent="0">
              <a:buNone/>
              <a:defRPr/>
            </a:lvl3pPr>
            <a:lvl4pPr marL="1140855" indent="0">
              <a:buNone/>
              <a:defRPr/>
            </a:lvl4pPr>
            <a:lvl5pPr marL="1454114" indent="0">
              <a:buNone/>
              <a:defRPr/>
            </a:lvl5pPr>
          </a:lstStyle>
          <a:p>
            <a:pPr lvl="0"/>
            <a:r>
              <a:rPr lang="en-US"/>
              <a:t>Optional text here 12pt Regular</a:t>
            </a:r>
          </a:p>
        </p:txBody>
      </p:sp>
      <p:grpSp>
        <p:nvGrpSpPr>
          <p:cNvPr id="74" name="Group 73">
            <a:extLst>
              <a:ext uri="{FF2B5EF4-FFF2-40B4-BE49-F238E27FC236}">
                <a16:creationId xmlns:a16="http://schemas.microsoft.com/office/drawing/2014/main" id="{B818E37B-6187-DE4D-BD55-FECED5622F7D}"/>
              </a:ext>
            </a:extLst>
          </p:cNvPr>
          <p:cNvGrpSpPr/>
          <p:nvPr userDrawn="1"/>
        </p:nvGrpSpPr>
        <p:grpSpPr>
          <a:xfrm>
            <a:off x="10246555" y="301096"/>
            <a:ext cx="1663868" cy="475553"/>
            <a:chOff x="2751138" y="3262313"/>
            <a:chExt cx="4665662" cy="1333500"/>
          </a:xfrm>
          <a:solidFill>
            <a:schemeClr val="tx2"/>
          </a:solidFill>
        </p:grpSpPr>
        <p:sp>
          <p:nvSpPr>
            <p:cNvPr id="76" name="Freeform 1">
              <a:extLst>
                <a:ext uri="{FF2B5EF4-FFF2-40B4-BE49-F238E27FC236}">
                  <a16:creationId xmlns:a16="http://schemas.microsoft.com/office/drawing/2014/main" id="{42D6BDC9-B256-7A43-BB9C-06BF37FDBAD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80138" y="3275013"/>
              <a:ext cx="673100" cy="631825"/>
            </a:xfrm>
            <a:custGeom>
              <a:avLst/>
              <a:gdLst>
                <a:gd name="T0" fmla="*/ 465 w 1868"/>
                <a:gd name="T1" fmla="*/ 0 h 1755"/>
                <a:gd name="T2" fmla="*/ 465 w 1868"/>
                <a:gd name="T3" fmla="*/ 700 h 1755"/>
                <a:gd name="T4" fmla="*/ 1402 w 1868"/>
                <a:gd name="T5" fmla="*/ 700 h 1755"/>
                <a:gd name="T6" fmla="*/ 1402 w 1868"/>
                <a:gd name="T7" fmla="*/ 0 h 1755"/>
                <a:gd name="T8" fmla="*/ 1867 w 1868"/>
                <a:gd name="T9" fmla="*/ 0 h 1755"/>
                <a:gd name="T10" fmla="*/ 1867 w 1868"/>
                <a:gd name="T11" fmla="*/ 1754 h 1755"/>
                <a:gd name="T12" fmla="*/ 1402 w 1868"/>
                <a:gd name="T13" fmla="*/ 1754 h 1755"/>
                <a:gd name="T14" fmla="*/ 1402 w 1868"/>
                <a:gd name="T15" fmla="*/ 983 h 1755"/>
                <a:gd name="T16" fmla="*/ 465 w 1868"/>
                <a:gd name="T17" fmla="*/ 983 h 1755"/>
                <a:gd name="T18" fmla="*/ 465 w 1868"/>
                <a:gd name="T19" fmla="*/ 1754 h 1755"/>
                <a:gd name="T20" fmla="*/ 0 w 1868"/>
                <a:gd name="T21" fmla="*/ 1754 h 1755"/>
                <a:gd name="T22" fmla="*/ 0 w 1868"/>
                <a:gd name="T23" fmla="*/ 0 h 1755"/>
                <a:gd name="T24" fmla="*/ 465 w 1868"/>
                <a:gd name="T25" fmla="*/ 0 h 1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868" h="1755">
                  <a:moveTo>
                    <a:pt x="465" y="0"/>
                  </a:moveTo>
                  <a:cubicBezTo>
                    <a:pt x="465" y="0"/>
                    <a:pt x="465" y="705"/>
                    <a:pt x="465" y="700"/>
                  </a:cubicBezTo>
                  <a:lnTo>
                    <a:pt x="1402" y="700"/>
                  </a:lnTo>
                  <a:cubicBezTo>
                    <a:pt x="1402" y="705"/>
                    <a:pt x="1402" y="0"/>
                    <a:pt x="1402" y="0"/>
                  </a:cubicBezTo>
                  <a:cubicBezTo>
                    <a:pt x="1402" y="0"/>
                    <a:pt x="1863" y="0"/>
                    <a:pt x="1867" y="0"/>
                  </a:cubicBezTo>
                  <a:cubicBezTo>
                    <a:pt x="1867" y="0"/>
                    <a:pt x="1867" y="1750"/>
                    <a:pt x="1867" y="1754"/>
                  </a:cubicBezTo>
                  <a:lnTo>
                    <a:pt x="1402" y="1754"/>
                  </a:lnTo>
                  <a:cubicBezTo>
                    <a:pt x="1402" y="1754"/>
                    <a:pt x="1402" y="987"/>
                    <a:pt x="1402" y="983"/>
                  </a:cubicBezTo>
                  <a:cubicBezTo>
                    <a:pt x="1402" y="987"/>
                    <a:pt x="465" y="983"/>
                    <a:pt x="465" y="983"/>
                  </a:cubicBezTo>
                  <a:cubicBezTo>
                    <a:pt x="465" y="987"/>
                    <a:pt x="465" y="1754"/>
                    <a:pt x="465" y="1754"/>
                  </a:cubicBezTo>
                  <a:lnTo>
                    <a:pt x="0" y="1754"/>
                  </a:lnTo>
                  <a:cubicBezTo>
                    <a:pt x="0" y="1754"/>
                    <a:pt x="4" y="0"/>
                    <a:pt x="0" y="0"/>
                  </a:cubicBezTo>
                  <a:lnTo>
                    <a:pt x="465" y="0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77" name="Freeform 2">
              <a:extLst>
                <a:ext uri="{FF2B5EF4-FFF2-40B4-BE49-F238E27FC236}">
                  <a16:creationId xmlns:a16="http://schemas.microsoft.com/office/drawing/2014/main" id="{1B23E2F9-3468-3A4D-A798-180990F8016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83050" y="3275013"/>
              <a:ext cx="677863" cy="631825"/>
            </a:xfrm>
            <a:custGeom>
              <a:avLst/>
              <a:gdLst>
                <a:gd name="T0" fmla="*/ 1883 w 1884"/>
                <a:gd name="T1" fmla="*/ 0 h 1755"/>
                <a:gd name="T2" fmla="*/ 1883 w 1884"/>
                <a:gd name="T3" fmla="*/ 298 h 1755"/>
                <a:gd name="T4" fmla="*/ 1174 w 1884"/>
                <a:gd name="T5" fmla="*/ 298 h 1755"/>
                <a:gd name="T6" fmla="*/ 1174 w 1884"/>
                <a:gd name="T7" fmla="*/ 1754 h 1755"/>
                <a:gd name="T8" fmla="*/ 709 w 1884"/>
                <a:gd name="T9" fmla="*/ 1754 h 1755"/>
                <a:gd name="T10" fmla="*/ 709 w 1884"/>
                <a:gd name="T11" fmla="*/ 298 h 1755"/>
                <a:gd name="T12" fmla="*/ 0 w 1884"/>
                <a:gd name="T13" fmla="*/ 298 h 1755"/>
                <a:gd name="T14" fmla="*/ 0 w 1884"/>
                <a:gd name="T15" fmla="*/ 0 h 1755"/>
                <a:gd name="T16" fmla="*/ 1883 w 1884"/>
                <a:gd name="T17" fmla="*/ 0 h 1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884" h="1755">
                  <a:moveTo>
                    <a:pt x="1883" y="0"/>
                  </a:moveTo>
                  <a:cubicBezTo>
                    <a:pt x="1883" y="4"/>
                    <a:pt x="1883" y="298"/>
                    <a:pt x="1883" y="298"/>
                  </a:cubicBezTo>
                  <a:lnTo>
                    <a:pt x="1174" y="298"/>
                  </a:lnTo>
                  <a:lnTo>
                    <a:pt x="1174" y="1754"/>
                  </a:lnTo>
                  <a:lnTo>
                    <a:pt x="709" y="1754"/>
                  </a:lnTo>
                  <a:lnTo>
                    <a:pt x="709" y="298"/>
                  </a:lnTo>
                  <a:lnTo>
                    <a:pt x="0" y="298"/>
                  </a:lnTo>
                  <a:lnTo>
                    <a:pt x="0" y="0"/>
                  </a:lnTo>
                  <a:lnTo>
                    <a:pt x="1883" y="0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78" name="Freeform 3">
              <a:extLst>
                <a:ext uri="{FF2B5EF4-FFF2-40B4-BE49-F238E27FC236}">
                  <a16:creationId xmlns:a16="http://schemas.microsoft.com/office/drawing/2014/main" id="{AB1A1342-89ED-BC48-87B3-FC685A5F660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14863" y="3275013"/>
              <a:ext cx="796925" cy="631825"/>
            </a:xfrm>
            <a:custGeom>
              <a:avLst/>
              <a:gdLst>
                <a:gd name="T0" fmla="*/ 2214 w 2215"/>
                <a:gd name="T1" fmla="*/ 1754 h 1755"/>
                <a:gd name="T2" fmla="*/ 1695 w 2215"/>
                <a:gd name="T3" fmla="*/ 1754 h 1755"/>
                <a:gd name="T4" fmla="*/ 1542 w 2215"/>
                <a:gd name="T5" fmla="*/ 1377 h 1755"/>
                <a:gd name="T6" fmla="*/ 672 w 2215"/>
                <a:gd name="T7" fmla="*/ 1377 h 1755"/>
                <a:gd name="T8" fmla="*/ 518 w 2215"/>
                <a:gd name="T9" fmla="*/ 1754 h 1755"/>
                <a:gd name="T10" fmla="*/ 0 w 2215"/>
                <a:gd name="T11" fmla="*/ 1754 h 1755"/>
                <a:gd name="T12" fmla="*/ 825 w 2215"/>
                <a:gd name="T13" fmla="*/ 0 h 1755"/>
                <a:gd name="T14" fmla="*/ 1392 w 2215"/>
                <a:gd name="T15" fmla="*/ 0 h 1755"/>
                <a:gd name="T16" fmla="*/ 2214 w 2215"/>
                <a:gd name="T17" fmla="*/ 1754 h 1755"/>
                <a:gd name="T18" fmla="*/ 788 w 2215"/>
                <a:gd name="T19" fmla="*/ 1095 h 1755"/>
                <a:gd name="T20" fmla="*/ 1434 w 2215"/>
                <a:gd name="T21" fmla="*/ 1095 h 1755"/>
                <a:gd name="T22" fmla="*/ 1107 w 2215"/>
                <a:gd name="T23" fmla="*/ 298 h 1755"/>
                <a:gd name="T24" fmla="*/ 788 w 2215"/>
                <a:gd name="T25" fmla="*/ 1095 h 1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15" h="1755">
                  <a:moveTo>
                    <a:pt x="2214" y="1754"/>
                  </a:moveTo>
                  <a:cubicBezTo>
                    <a:pt x="2214" y="1754"/>
                    <a:pt x="1691" y="1754"/>
                    <a:pt x="1695" y="1754"/>
                  </a:cubicBezTo>
                  <a:lnTo>
                    <a:pt x="1542" y="1377"/>
                  </a:lnTo>
                  <a:lnTo>
                    <a:pt x="672" y="1377"/>
                  </a:lnTo>
                  <a:cubicBezTo>
                    <a:pt x="672" y="1377"/>
                    <a:pt x="522" y="1754"/>
                    <a:pt x="518" y="1754"/>
                  </a:cubicBezTo>
                  <a:lnTo>
                    <a:pt x="0" y="1754"/>
                  </a:lnTo>
                  <a:lnTo>
                    <a:pt x="825" y="0"/>
                  </a:lnTo>
                  <a:lnTo>
                    <a:pt x="1392" y="0"/>
                  </a:lnTo>
                  <a:lnTo>
                    <a:pt x="2214" y="1754"/>
                  </a:lnTo>
                  <a:close/>
                  <a:moveTo>
                    <a:pt x="788" y="1095"/>
                  </a:moveTo>
                  <a:lnTo>
                    <a:pt x="1434" y="1095"/>
                  </a:lnTo>
                  <a:lnTo>
                    <a:pt x="1107" y="298"/>
                  </a:lnTo>
                  <a:lnTo>
                    <a:pt x="788" y="1095"/>
                  </a:lnTo>
                  <a:close/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79" name="Freeform 4">
              <a:extLst>
                <a:ext uri="{FF2B5EF4-FFF2-40B4-BE49-F238E27FC236}">
                  <a16:creationId xmlns:a16="http://schemas.microsoft.com/office/drawing/2014/main" id="{E4AFBE74-D044-AB49-AFA5-AF4E8DD90CF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985000" y="3275013"/>
              <a:ext cx="166688" cy="631825"/>
            </a:xfrm>
            <a:custGeom>
              <a:avLst/>
              <a:gdLst>
                <a:gd name="T0" fmla="*/ 232 w 465"/>
                <a:gd name="T1" fmla="*/ 1754 h 1755"/>
                <a:gd name="T2" fmla="*/ 0 w 465"/>
                <a:gd name="T3" fmla="*/ 1754 h 1755"/>
                <a:gd name="T4" fmla="*/ 0 w 465"/>
                <a:gd name="T5" fmla="*/ 0 h 1755"/>
                <a:gd name="T6" fmla="*/ 464 w 465"/>
                <a:gd name="T7" fmla="*/ 0 h 1755"/>
                <a:gd name="T8" fmla="*/ 464 w 465"/>
                <a:gd name="T9" fmla="*/ 1754 h 1755"/>
                <a:gd name="T10" fmla="*/ 232 w 465"/>
                <a:gd name="T11" fmla="*/ 1754 h 1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65" h="1755">
                  <a:moveTo>
                    <a:pt x="232" y="1754"/>
                  </a:moveTo>
                  <a:lnTo>
                    <a:pt x="0" y="1754"/>
                  </a:lnTo>
                  <a:lnTo>
                    <a:pt x="0" y="0"/>
                  </a:lnTo>
                  <a:lnTo>
                    <a:pt x="464" y="0"/>
                  </a:lnTo>
                  <a:lnTo>
                    <a:pt x="464" y="1754"/>
                  </a:lnTo>
                  <a:lnTo>
                    <a:pt x="232" y="1754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80" name="Freeform 5">
              <a:extLst>
                <a:ext uri="{FF2B5EF4-FFF2-40B4-BE49-F238E27FC236}">
                  <a16:creationId xmlns:a16="http://schemas.microsoft.com/office/drawing/2014/main" id="{146C3288-BABA-0040-8F19-6008C4BF200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49588" y="3275013"/>
              <a:ext cx="673100" cy="631825"/>
            </a:xfrm>
            <a:custGeom>
              <a:avLst/>
              <a:gdLst>
                <a:gd name="T0" fmla="*/ 465 w 1868"/>
                <a:gd name="T1" fmla="*/ 0 h 1755"/>
                <a:gd name="T2" fmla="*/ 465 w 1868"/>
                <a:gd name="T3" fmla="*/ 700 h 1755"/>
                <a:gd name="T4" fmla="*/ 1402 w 1868"/>
                <a:gd name="T5" fmla="*/ 700 h 1755"/>
                <a:gd name="T6" fmla="*/ 1402 w 1868"/>
                <a:gd name="T7" fmla="*/ 0 h 1755"/>
                <a:gd name="T8" fmla="*/ 1867 w 1868"/>
                <a:gd name="T9" fmla="*/ 0 h 1755"/>
                <a:gd name="T10" fmla="*/ 1867 w 1868"/>
                <a:gd name="T11" fmla="*/ 1754 h 1755"/>
                <a:gd name="T12" fmla="*/ 1402 w 1868"/>
                <a:gd name="T13" fmla="*/ 1754 h 1755"/>
                <a:gd name="T14" fmla="*/ 1402 w 1868"/>
                <a:gd name="T15" fmla="*/ 983 h 1755"/>
                <a:gd name="T16" fmla="*/ 465 w 1868"/>
                <a:gd name="T17" fmla="*/ 983 h 1755"/>
                <a:gd name="T18" fmla="*/ 465 w 1868"/>
                <a:gd name="T19" fmla="*/ 1754 h 1755"/>
                <a:gd name="T20" fmla="*/ 0 w 1868"/>
                <a:gd name="T21" fmla="*/ 1754 h 1755"/>
                <a:gd name="T22" fmla="*/ 0 w 1868"/>
                <a:gd name="T23" fmla="*/ 0 h 1755"/>
                <a:gd name="T24" fmla="*/ 465 w 1868"/>
                <a:gd name="T25" fmla="*/ 0 h 1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868" h="1755">
                  <a:moveTo>
                    <a:pt x="465" y="0"/>
                  </a:moveTo>
                  <a:cubicBezTo>
                    <a:pt x="465" y="0"/>
                    <a:pt x="465" y="705"/>
                    <a:pt x="465" y="700"/>
                  </a:cubicBezTo>
                  <a:lnTo>
                    <a:pt x="1402" y="700"/>
                  </a:lnTo>
                  <a:cubicBezTo>
                    <a:pt x="1402" y="705"/>
                    <a:pt x="1402" y="0"/>
                    <a:pt x="1402" y="0"/>
                  </a:cubicBezTo>
                  <a:cubicBezTo>
                    <a:pt x="1402" y="0"/>
                    <a:pt x="1863" y="0"/>
                    <a:pt x="1867" y="0"/>
                  </a:cubicBezTo>
                  <a:cubicBezTo>
                    <a:pt x="1867" y="0"/>
                    <a:pt x="1867" y="1750"/>
                    <a:pt x="1867" y="1754"/>
                  </a:cubicBezTo>
                  <a:lnTo>
                    <a:pt x="1402" y="1754"/>
                  </a:lnTo>
                  <a:cubicBezTo>
                    <a:pt x="1402" y="1754"/>
                    <a:pt x="1402" y="987"/>
                    <a:pt x="1402" y="983"/>
                  </a:cubicBezTo>
                  <a:cubicBezTo>
                    <a:pt x="1402" y="987"/>
                    <a:pt x="465" y="983"/>
                    <a:pt x="465" y="983"/>
                  </a:cubicBezTo>
                  <a:cubicBezTo>
                    <a:pt x="465" y="987"/>
                    <a:pt x="465" y="1754"/>
                    <a:pt x="465" y="1754"/>
                  </a:cubicBezTo>
                  <a:lnTo>
                    <a:pt x="0" y="1754"/>
                  </a:lnTo>
                  <a:cubicBezTo>
                    <a:pt x="0" y="1754"/>
                    <a:pt x="5" y="0"/>
                    <a:pt x="0" y="0"/>
                  </a:cubicBezTo>
                  <a:lnTo>
                    <a:pt x="465" y="0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81" name="Freeform 6">
              <a:extLst>
                <a:ext uri="{FF2B5EF4-FFF2-40B4-BE49-F238E27FC236}">
                  <a16:creationId xmlns:a16="http://schemas.microsoft.com/office/drawing/2014/main" id="{8538559E-01BC-7142-B252-5A82B4E6C9D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54450" y="3275013"/>
              <a:ext cx="168275" cy="631825"/>
            </a:xfrm>
            <a:custGeom>
              <a:avLst/>
              <a:gdLst>
                <a:gd name="T0" fmla="*/ 233 w 466"/>
                <a:gd name="T1" fmla="*/ 1754 h 1755"/>
                <a:gd name="T2" fmla="*/ 0 w 466"/>
                <a:gd name="T3" fmla="*/ 1754 h 1755"/>
                <a:gd name="T4" fmla="*/ 0 w 466"/>
                <a:gd name="T5" fmla="*/ 0 h 1755"/>
                <a:gd name="T6" fmla="*/ 465 w 466"/>
                <a:gd name="T7" fmla="*/ 0 h 1755"/>
                <a:gd name="T8" fmla="*/ 465 w 466"/>
                <a:gd name="T9" fmla="*/ 1754 h 1755"/>
                <a:gd name="T10" fmla="*/ 233 w 466"/>
                <a:gd name="T11" fmla="*/ 1754 h 1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66" h="1755">
                  <a:moveTo>
                    <a:pt x="233" y="1754"/>
                  </a:moveTo>
                  <a:lnTo>
                    <a:pt x="0" y="1754"/>
                  </a:lnTo>
                  <a:lnTo>
                    <a:pt x="0" y="0"/>
                  </a:lnTo>
                  <a:lnTo>
                    <a:pt x="465" y="0"/>
                  </a:lnTo>
                  <a:lnTo>
                    <a:pt x="465" y="1754"/>
                  </a:lnTo>
                  <a:lnTo>
                    <a:pt x="233" y="1754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82" name="Freeform 7">
              <a:extLst>
                <a:ext uri="{FF2B5EF4-FFF2-40B4-BE49-F238E27FC236}">
                  <a16:creationId xmlns:a16="http://schemas.microsoft.com/office/drawing/2014/main" id="{B1DB01A0-2274-2A43-AEEF-37F4153B370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83213" y="3262313"/>
              <a:ext cx="715962" cy="663575"/>
            </a:xfrm>
            <a:custGeom>
              <a:avLst/>
              <a:gdLst>
                <a:gd name="T0" fmla="*/ 62 w 1988"/>
                <a:gd name="T1" fmla="*/ 1307 h 1842"/>
                <a:gd name="T2" fmla="*/ 0 w 1988"/>
                <a:gd name="T3" fmla="*/ 933 h 1842"/>
                <a:gd name="T4" fmla="*/ 120 w 1988"/>
                <a:gd name="T5" fmla="*/ 423 h 1842"/>
                <a:gd name="T6" fmla="*/ 518 w 1988"/>
                <a:gd name="T7" fmla="*/ 91 h 1842"/>
                <a:gd name="T8" fmla="*/ 1033 w 1988"/>
                <a:gd name="T9" fmla="*/ 0 h 1842"/>
                <a:gd name="T10" fmla="*/ 1618 w 1988"/>
                <a:gd name="T11" fmla="*/ 125 h 1842"/>
                <a:gd name="T12" fmla="*/ 1950 w 1988"/>
                <a:gd name="T13" fmla="*/ 531 h 1842"/>
                <a:gd name="T14" fmla="*/ 1966 w 1988"/>
                <a:gd name="T15" fmla="*/ 643 h 1842"/>
                <a:gd name="T16" fmla="*/ 1481 w 1988"/>
                <a:gd name="T17" fmla="*/ 643 h 1842"/>
                <a:gd name="T18" fmla="*/ 1456 w 1988"/>
                <a:gd name="T19" fmla="*/ 506 h 1842"/>
                <a:gd name="T20" fmla="*/ 1240 w 1988"/>
                <a:gd name="T21" fmla="*/ 303 h 1842"/>
                <a:gd name="T22" fmla="*/ 1037 w 1988"/>
                <a:gd name="T23" fmla="*/ 274 h 1842"/>
                <a:gd name="T24" fmla="*/ 809 w 1988"/>
                <a:gd name="T25" fmla="*/ 315 h 1842"/>
                <a:gd name="T26" fmla="*/ 556 w 1988"/>
                <a:gd name="T27" fmla="*/ 573 h 1842"/>
                <a:gd name="T28" fmla="*/ 494 w 1988"/>
                <a:gd name="T29" fmla="*/ 942 h 1842"/>
                <a:gd name="T30" fmla="*/ 539 w 1988"/>
                <a:gd name="T31" fmla="*/ 1249 h 1842"/>
                <a:gd name="T32" fmla="*/ 792 w 1988"/>
                <a:gd name="T33" fmla="*/ 1527 h 1842"/>
                <a:gd name="T34" fmla="*/ 1041 w 1988"/>
                <a:gd name="T35" fmla="*/ 1572 h 1842"/>
                <a:gd name="T36" fmla="*/ 1257 w 1988"/>
                <a:gd name="T37" fmla="*/ 1539 h 1842"/>
                <a:gd name="T38" fmla="*/ 1460 w 1988"/>
                <a:gd name="T39" fmla="*/ 1356 h 1842"/>
                <a:gd name="T40" fmla="*/ 1497 w 1988"/>
                <a:gd name="T41" fmla="*/ 1170 h 1842"/>
                <a:gd name="T42" fmla="*/ 1987 w 1988"/>
                <a:gd name="T43" fmla="*/ 1170 h 1842"/>
                <a:gd name="T44" fmla="*/ 1962 w 1988"/>
                <a:gd name="T45" fmla="*/ 1336 h 1842"/>
                <a:gd name="T46" fmla="*/ 1638 w 1988"/>
                <a:gd name="T47" fmla="*/ 1721 h 1842"/>
                <a:gd name="T48" fmla="*/ 1041 w 1988"/>
                <a:gd name="T49" fmla="*/ 1841 h 1842"/>
                <a:gd name="T50" fmla="*/ 568 w 1988"/>
                <a:gd name="T51" fmla="*/ 1771 h 1842"/>
                <a:gd name="T52" fmla="*/ 62 w 1988"/>
                <a:gd name="T53" fmla="*/ 1307 h 18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1988" h="1842">
                  <a:moveTo>
                    <a:pt x="62" y="1307"/>
                  </a:moveTo>
                  <a:cubicBezTo>
                    <a:pt x="21" y="1191"/>
                    <a:pt x="0" y="1066"/>
                    <a:pt x="0" y="933"/>
                  </a:cubicBezTo>
                  <a:cubicBezTo>
                    <a:pt x="0" y="751"/>
                    <a:pt x="33" y="573"/>
                    <a:pt x="120" y="423"/>
                  </a:cubicBezTo>
                  <a:cubicBezTo>
                    <a:pt x="211" y="270"/>
                    <a:pt x="348" y="154"/>
                    <a:pt x="518" y="91"/>
                  </a:cubicBezTo>
                  <a:cubicBezTo>
                    <a:pt x="680" y="33"/>
                    <a:pt x="850" y="0"/>
                    <a:pt x="1033" y="0"/>
                  </a:cubicBezTo>
                  <a:cubicBezTo>
                    <a:pt x="1240" y="0"/>
                    <a:pt x="1439" y="46"/>
                    <a:pt x="1618" y="125"/>
                  </a:cubicBezTo>
                  <a:cubicBezTo>
                    <a:pt x="1784" y="195"/>
                    <a:pt x="1912" y="349"/>
                    <a:pt x="1950" y="531"/>
                  </a:cubicBezTo>
                  <a:cubicBezTo>
                    <a:pt x="1958" y="568"/>
                    <a:pt x="1962" y="606"/>
                    <a:pt x="1966" y="643"/>
                  </a:cubicBezTo>
                  <a:lnTo>
                    <a:pt x="1481" y="643"/>
                  </a:lnTo>
                  <a:cubicBezTo>
                    <a:pt x="1481" y="597"/>
                    <a:pt x="1472" y="552"/>
                    <a:pt x="1456" y="506"/>
                  </a:cubicBezTo>
                  <a:cubicBezTo>
                    <a:pt x="1419" y="411"/>
                    <a:pt x="1340" y="332"/>
                    <a:pt x="1240" y="303"/>
                  </a:cubicBezTo>
                  <a:cubicBezTo>
                    <a:pt x="1174" y="282"/>
                    <a:pt x="1107" y="274"/>
                    <a:pt x="1037" y="274"/>
                  </a:cubicBezTo>
                  <a:cubicBezTo>
                    <a:pt x="958" y="274"/>
                    <a:pt x="879" y="286"/>
                    <a:pt x="809" y="315"/>
                  </a:cubicBezTo>
                  <a:cubicBezTo>
                    <a:pt x="688" y="357"/>
                    <a:pt x="597" y="452"/>
                    <a:pt x="556" y="573"/>
                  </a:cubicBezTo>
                  <a:cubicBezTo>
                    <a:pt x="514" y="689"/>
                    <a:pt x="494" y="813"/>
                    <a:pt x="494" y="942"/>
                  </a:cubicBezTo>
                  <a:cubicBezTo>
                    <a:pt x="494" y="1050"/>
                    <a:pt x="510" y="1153"/>
                    <a:pt x="539" y="1249"/>
                  </a:cubicBezTo>
                  <a:cubicBezTo>
                    <a:pt x="572" y="1377"/>
                    <a:pt x="672" y="1481"/>
                    <a:pt x="792" y="1527"/>
                  </a:cubicBezTo>
                  <a:cubicBezTo>
                    <a:pt x="871" y="1556"/>
                    <a:pt x="954" y="1572"/>
                    <a:pt x="1041" y="1572"/>
                  </a:cubicBezTo>
                  <a:cubicBezTo>
                    <a:pt x="1116" y="1572"/>
                    <a:pt x="1186" y="1560"/>
                    <a:pt x="1257" y="1539"/>
                  </a:cubicBezTo>
                  <a:cubicBezTo>
                    <a:pt x="1348" y="1510"/>
                    <a:pt x="1423" y="1444"/>
                    <a:pt x="1460" y="1356"/>
                  </a:cubicBezTo>
                  <a:cubicBezTo>
                    <a:pt x="1485" y="1298"/>
                    <a:pt x="1497" y="1236"/>
                    <a:pt x="1497" y="1170"/>
                  </a:cubicBezTo>
                  <a:lnTo>
                    <a:pt x="1987" y="1170"/>
                  </a:lnTo>
                  <a:cubicBezTo>
                    <a:pt x="1983" y="1228"/>
                    <a:pt x="1974" y="1282"/>
                    <a:pt x="1962" y="1336"/>
                  </a:cubicBezTo>
                  <a:cubicBezTo>
                    <a:pt x="1920" y="1510"/>
                    <a:pt x="1800" y="1655"/>
                    <a:pt x="1638" y="1721"/>
                  </a:cubicBezTo>
                  <a:cubicBezTo>
                    <a:pt x="1456" y="1800"/>
                    <a:pt x="1253" y="1841"/>
                    <a:pt x="1041" y="1841"/>
                  </a:cubicBezTo>
                  <a:cubicBezTo>
                    <a:pt x="875" y="1841"/>
                    <a:pt x="718" y="1817"/>
                    <a:pt x="568" y="1771"/>
                  </a:cubicBezTo>
                  <a:cubicBezTo>
                    <a:pt x="336" y="1692"/>
                    <a:pt x="137" y="1527"/>
                    <a:pt x="62" y="1307"/>
                  </a:cubicBez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83" name="Freeform 8">
              <a:extLst>
                <a:ext uri="{FF2B5EF4-FFF2-40B4-BE49-F238E27FC236}">
                  <a16:creationId xmlns:a16="http://schemas.microsoft.com/office/drawing/2014/main" id="{91C18B1E-87B4-504A-9C36-5361AB00AE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51138" y="4083050"/>
              <a:ext cx="153987" cy="398463"/>
            </a:xfrm>
            <a:custGeom>
              <a:avLst/>
              <a:gdLst>
                <a:gd name="T0" fmla="*/ 415 w 428"/>
                <a:gd name="T1" fmla="*/ 0 h 1109"/>
                <a:gd name="T2" fmla="*/ 0 w 428"/>
                <a:gd name="T3" fmla="*/ 38 h 1109"/>
                <a:gd name="T4" fmla="*/ 0 w 428"/>
                <a:gd name="T5" fmla="*/ 100 h 1109"/>
                <a:gd name="T6" fmla="*/ 12 w 428"/>
                <a:gd name="T7" fmla="*/ 100 h 1109"/>
                <a:gd name="T8" fmla="*/ 178 w 428"/>
                <a:gd name="T9" fmla="*/ 241 h 1109"/>
                <a:gd name="T10" fmla="*/ 178 w 428"/>
                <a:gd name="T11" fmla="*/ 1108 h 1109"/>
                <a:gd name="T12" fmla="*/ 427 w 428"/>
                <a:gd name="T13" fmla="*/ 1108 h 1109"/>
                <a:gd name="T14" fmla="*/ 427 w 428"/>
                <a:gd name="T15" fmla="*/ 0 h 1109"/>
                <a:gd name="T16" fmla="*/ 415 w 428"/>
                <a:gd name="T17" fmla="*/ 0 h 11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28" h="1109">
                  <a:moveTo>
                    <a:pt x="415" y="0"/>
                  </a:moveTo>
                  <a:lnTo>
                    <a:pt x="0" y="38"/>
                  </a:lnTo>
                  <a:lnTo>
                    <a:pt x="0" y="100"/>
                  </a:lnTo>
                  <a:lnTo>
                    <a:pt x="12" y="100"/>
                  </a:lnTo>
                  <a:cubicBezTo>
                    <a:pt x="178" y="121"/>
                    <a:pt x="178" y="121"/>
                    <a:pt x="178" y="241"/>
                  </a:cubicBezTo>
                  <a:lnTo>
                    <a:pt x="178" y="1108"/>
                  </a:lnTo>
                  <a:lnTo>
                    <a:pt x="427" y="1108"/>
                  </a:lnTo>
                  <a:lnTo>
                    <a:pt x="427" y="0"/>
                  </a:lnTo>
                  <a:lnTo>
                    <a:pt x="415" y="0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84" name="Freeform 9">
              <a:extLst>
                <a:ext uri="{FF2B5EF4-FFF2-40B4-BE49-F238E27FC236}">
                  <a16:creationId xmlns:a16="http://schemas.microsoft.com/office/drawing/2014/main" id="{3040555A-2ED1-994F-A074-FF0994AAEE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86088" y="4198938"/>
              <a:ext cx="315912" cy="282575"/>
            </a:xfrm>
            <a:custGeom>
              <a:avLst/>
              <a:gdLst>
                <a:gd name="T0" fmla="*/ 643 w 876"/>
                <a:gd name="T1" fmla="*/ 4 h 785"/>
                <a:gd name="T2" fmla="*/ 353 w 876"/>
                <a:gd name="T3" fmla="*/ 170 h 785"/>
                <a:gd name="T4" fmla="*/ 353 w 876"/>
                <a:gd name="T5" fmla="*/ 0 h 785"/>
                <a:gd name="T6" fmla="*/ 336 w 876"/>
                <a:gd name="T7" fmla="*/ 4 h 785"/>
                <a:gd name="T8" fmla="*/ 0 w 876"/>
                <a:gd name="T9" fmla="*/ 58 h 785"/>
                <a:gd name="T10" fmla="*/ 0 w 876"/>
                <a:gd name="T11" fmla="*/ 116 h 785"/>
                <a:gd name="T12" fmla="*/ 17 w 876"/>
                <a:gd name="T13" fmla="*/ 116 h 785"/>
                <a:gd name="T14" fmla="*/ 145 w 876"/>
                <a:gd name="T15" fmla="*/ 240 h 785"/>
                <a:gd name="T16" fmla="*/ 145 w 876"/>
                <a:gd name="T17" fmla="*/ 784 h 785"/>
                <a:gd name="T18" fmla="*/ 353 w 876"/>
                <a:gd name="T19" fmla="*/ 784 h 785"/>
                <a:gd name="T20" fmla="*/ 353 w 876"/>
                <a:gd name="T21" fmla="*/ 386 h 785"/>
                <a:gd name="T22" fmla="*/ 560 w 876"/>
                <a:gd name="T23" fmla="*/ 141 h 785"/>
                <a:gd name="T24" fmla="*/ 664 w 876"/>
                <a:gd name="T25" fmla="*/ 361 h 785"/>
                <a:gd name="T26" fmla="*/ 664 w 876"/>
                <a:gd name="T27" fmla="*/ 784 h 785"/>
                <a:gd name="T28" fmla="*/ 871 w 876"/>
                <a:gd name="T29" fmla="*/ 784 h 785"/>
                <a:gd name="T30" fmla="*/ 871 w 876"/>
                <a:gd name="T31" fmla="*/ 240 h 785"/>
                <a:gd name="T32" fmla="*/ 643 w 876"/>
                <a:gd name="T33" fmla="*/ 4 h 7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876" h="785">
                  <a:moveTo>
                    <a:pt x="643" y="4"/>
                  </a:moveTo>
                  <a:cubicBezTo>
                    <a:pt x="490" y="4"/>
                    <a:pt x="398" y="108"/>
                    <a:pt x="353" y="170"/>
                  </a:cubicBezTo>
                  <a:cubicBezTo>
                    <a:pt x="353" y="112"/>
                    <a:pt x="353" y="0"/>
                    <a:pt x="353" y="0"/>
                  </a:cubicBezTo>
                  <a:lnTo>
                    <a:pt x="336" y="4"/>
                  </a:lnTo>
                  <a:lnTo>
                    <a:pt x="0" y="58"/>
                  </a:lnTo>
                  <a:lnTo>
                    <a:pt x="0" y="116"/>
                  </a:lnTo>
                  <a:lnTo>
                    <a:pt x="17" y="116"/>
                  </a:lnTo>
                  <a:cubicBezTo>
                    <a:pt x="124" y="120"/>
                    <a:pt x="145" y="141"/>
                    <a:pt x="145" y="240"/>
                  </a:cubicBezTo>
                  <a:lnTo>
                    <a:pt x="145" y="784"/>
                  </a:lnTo>
                  <a:lnTo>
                    <a:pt x="353" y="784"/>
                  </a:lnTo>
                  <a:lnTo>
                    <a:pt x="353" y="386"/>
                  </a:lnTo>
                  <a:cubicBezTo>
                    <a:pt x="353" y="278"/>
                    <a:pt x="452" y="141"/>
                    <a:pt x="560" y="141"/>
                  </a:cubicBezTo>
                  <a:cubicBezTo>
                    <a:pt x="660" y="141"/>
                    <a:pt x="664" y="224"/>
                    <a:pt x="664" y="361"/>
                  </a:cubicBezTo>
                  <a:lnTo>
                    <a:pt x="664" y="784"/>
                  </a:lnTo>
                  <a:lnTo>
                    <a:pt x="871" y="784"/>
                  </a:lnTo>
                  <a:lnTo>
                    <a:pt x="871" y="240"/>
                  </a:lnTo>
                  <a:cubicBezTo>
                    <a:pt x="875" y="87"/>
                    <a:pt x="792" y="4"/>
                    <a:pt x="643" y="4"/>
                  </a:cubicBez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85" name="Freeform 10">
              <a:extLst>
                <a:ext uri="{FF2B5EF4-FFF2-40B4-BE49-F238E27FC236}">
                  <a16:creationId xmlns:a16="http://schemas.microsoft.com/office/drawing/2014/main" id="{FA039E71-0DF7-F044-8C85-98A93C583FA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6138" y="4200525"/>
              <a:ext cx="212725" cy="288925"/>
            </a:xfrm>
            <a:custGeom>
              <a:avLst/>
              <a:gdLst>
                <a:gd name="T0" fmla="*/ 348 w 590"/>
                <a:gd name="T1" fmla="*/ 303 h 802"/>
                <a:gd name="T2" fmla="*/ 195 w 590"/>
                <a:gd name="T3" fmla="*/ 170 h 802"/>
                <a:gd name="T4" fmla="*/ 307 w 590"/>
                <a:gd name="T5" fmla="*/ 100 h 802"/>
                <a:gd name="T6" fmla="*/ 502 w 590"/>
                <a:gd name="T7" fmla="*/ 166 h 802"/>
                <a:gd name="T8" fmla="*/ 535 w 590"/>
                <a:gd name="T9" fmla="*/ 187 h 802"/>
                <a:gd name="T10" fmla="*/ 535 w 590"/>
                <a:gd name="T11" fmla="*/ 162 h 802"/>
                <a:gd name="T12" fmla="*/ 535 w 590"/>
                <a:gd name="T13" fmla="*/ 33 h 802"/>
                <a:gd name="T14" fmla="*/ 506 w 590"/>
                <a:gd name="T15" fmla="*/ 25 h 802"/>
                <a:gd name="T16" fmla="*/ 315 w 590"/>
                <a:gd name="T17" fmla="*/ 0 h 802"/>
                <a:gd name="T18" fmla="*/ 0 w 590"/>
                <a:gd name="T19" fmla="*/ 224 h 802"/>
                <a:gd name="T20" fmla="*/ 228 w 590"/>
                <a:gd name="T21" fmla="*/ 465 h 802"/>
                <a:gd name="T22" fmla="*/ 390 w 590"/>
                <a:gd name="T23" fmla="*/ 606 h 802"/>
                <a:gd name="T24" fmla="*/ 249 w 590"/>
                <a:gd name="T25" fmla="*/ 697 h 802"/>
                <a:gd name="T26" fmla="*/ 20 w 590"/>
                <a:gd name="T27" fmla="*/ 618 h 802"/>
                <a:gd name="T28" fmla="*/ 0 w 590"/>
                <a:gd name="T29" fmla="*/ 606 h 802"/>
                <a:gd name="T30" fmla="*/ 0 w 590"/>
                <a:gd name="T31" fmla="*/ 767 h 802"/>
                <a:gd name="T32" fmla="*/ 16 w 590"/>
                <a:gd name="T33" fmla="*/ 771 h 802"/>
                <a:gd name="T34" fmla="*/ 244 w 590"/>
                <a:gd name="T35" fmla="*/ 801 h 802"/>
                <a:gd name="T36" fmla="*/ 580 w 590"/>
                <a:gd name="T37" fmla="*/ 568 h 802"/>
                <a:gd name="T38" fmla="*/ 348 w 590"/>
                <a:gd name="T39" fmla="*/ 303 h 8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590" h="802">
                  <a:moveTo>
                    <a:pt x="348" y="303"/>
                  </a:moveTo>
                  <a:cubicBezTo>
                    <a:pt x="265" y="261"/>
                    <a:pt x="195" y="228"/>
                    <a:pt x="195" y="170"/>
                  </a:cubicBezTo>
                  <a:cubicBezTo>
                    <a:pt x="195" y="104"/>
                    <a:pt x="274" y="100"/>
                    <a:pt x="307" y="100"/>
                  </a:cubicBezTo>
                  <a:cubicBezTo>
                    <a:pt x="394" y="100"/>
                    <a:pt x="468" y="145"/>
                    <a:pt x="502" y="166"/>
                  </a:cubicBezTo>
                  <a:lnTo>
                    <a:pt x="535" y="187"/>
                  </a:lnTo>
                  <a:lnTo>
                    <a:pt x="535" y="162"/>
                  </a:lnTo>
                  <a:lnTo>
                    <a:pt x="535" y="33"/>
                  </a:lnTo>
                  <a:lnTo>
                    <a:pt x="506" y="25"/>
                  </a:lnTo>
                  <a:cubicBezTo>
                    <a:pt x="468" y="17"/>
                    <a:pt x="398" y="0"/>
                    <a:pt x="315" y="0"/>
                  </a:cubicBezTo>
                  <a:cubicBezTo>
                    <a:pt x="120" y="0"/>
                    <a:pt x="0" y="83"/>
                    <a:pt x="0" y="224"/>
                  </a:cubicBezTo>
                  <a:cubicBezTo>
                    <a:pt x="0" y="353"/>
                    <a:pt x="124" y="411"/>
                    <a:pt x="228" y="465"/>
                  </a:cubicBezTo>
                  <a:cubicBezTo>
                    <a:pt x="311" y="506"/>
                    <a:pt x="390" y="543"/>
                    <a:pt x="390" y="606"/>
                  </a:cubicBezTo>
                  <a:cubicBezTo>
                    <a:pt x="390" y="664"/>
                    <a:pt x="340" y="697"/>
                    <a:pt x="249" y="697"/>
                  </a:cubicBezTo>
                  <a:cubicBezTo>
                    <a:pt x="149" y="697"/>
                    <a:pt x="70" y="647"/>
                    <a:pt x="20" y="618"/>
                  </a:cubicBezTo>
                  <a:lnTo>
                    <a:pt x="0" y="606"/>
                  </a:lnTo>
                  <a:lnTo>
                    <a:pt x="0" y="767"/>
                  </a:lnTo>
                  <a:lnTo>
                    <a:pt x="16" y="771"/>
                  </a:lnTo>
                  <a:cubicBezTo>
                    <a:pt x="58" y="780"/>
                    <a:pt x="137" y="801"/>
                    <a:pt x="244" y="801"/>
                  </a:cubicBezTo>
                  <a:cubicBezTo>
                    <a:pt x="456" y="801"/>
                    <a:pt x="580" y="713"/>
                    <a:pt x="580" y="568"/>
                  </a:cubicBezTo>
                  <a:cubicBezTo>
                    <a:pt x="589" y="419"/>
                    <a:pt x="460" y="357"/>
                    <a:pt x="348" y="303"/>
                  </a:cubicBez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86" name="Freeform 11">
              <a:extLst>
                <a:ext uri="{FF2B5EF4-FFF2-40B4-BE49-F238E27FC236}">
                  <a16:creationId xmlns:a16="http://schemas.microsoft.com/office/drawing/2014/main" id="{50202D66-39B4-BE4F-99C6-5D2CC617760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35375" y="4198938"/>
              <a:ext cx="325438" cy="396875"/>
            </a:xfrm>
            <a:custGeom>
              <a:avLst/>
              <a:gdLst>
                <a:gd name="T0" fmla="*/ 577 w 906"/>
                <a:gd name="T1" fmla="*/ 4 h 1104"/>
                <a:gd name="T2" fmla="*/ 357 w 906"/>
                <a:gd name="T3" fmla="*/ 112 h 1104"/>
                <a:gd name="T4" fmla="*/ 357 w 906"/>
                <a:gd name="T5" fmla="*/ 0 h 1104"/>
                <a:gd name="T6" fmla="*/ 336 w 906"/>
                <a:gd name="T7" fmla="*/ 4 h 1104"/>
                <a:gd name="T8" fmla="*/ 0 w 906"/>
                <a:gd name="T9" fmla="*/ 58 h 1104"/>
                <a:gd name="T10" fmla="*/ 0 w 906"/>
                <a:gd name="T11" fmla="*/ 116 h 1104"/>
                <a:gd name="T12" fmla="*/ 13 w 906"/>
                <a:gd name="T13" fmla="*/ 116 h 1104"/>
                <a:gd name="T14" fmla="*/ 137 w 906"/>
                <a:gd name="T15" fmla="*/ 240 h 1104"/>
                <a:gd name="T16" fmla="*/ 137 w 906"/>
                <a:gd name="T17" fmla="*/ 1103 h 1104"/>
                <a:gd name="T18" fmla="*/ 345 w 906"/>
                <a:gd name="T19" fmla="*/ 1103 h 1104"/>
                <a:gd name="T20" fmla="*/ 345 w 906"/>
                <a:gd name="T21" fmla="*/ 709 h 1104"/>
                <a:gd name="T22" fmla="*/ 560 w 906"/>
                <a:gd name="T23" fmla="*/ 800 h 1104"/>
                <a:gd name="T24" fmla="*/ 896 w 906"/>
                <a:gd name="T25" fmla="*/ 390 h 1104"/>
                <a:gd name="T26" fmla="*/ 577 w 906"/>
                <a:gd name="T27" fmla="*/ 4 h 1104"/>
                <a:gd name="T28" fmla="*/ 515 w 906"/>
                <a:gd name="T29" fmla="*/ 120 h 1104"/>
                <a:gd name="T30" fmla="*/ 672 w 906"/>
                <a:gd name="T31" fmla="*/ 394 h 1104"/>
                <a:gd name="T32" fmla="*/ 515 w 906"/>
                <a:gd name="T33" fmla="*/ 688 h 1104"/>
                <a:gd name="T34" fmla="*/ 349 w 906"/>
                <a:gd name="T35" fmla="*/ 456 h 1104"/>
                <a:gd name="T36" fmla="*/ 349 w 906"/>
                <a:gd name="T37" fmla="*/ 390 h 1104"/>
                <a:gd name="T38" fmla="*/ 515 w 906"/>
                <a:gd name="T39" fmla="*/ 120 h 11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906" h="1104">
                  <a:moveTo>
                    <a:pt x="577" y="4"/>
                  </a:moveTo>
                  <a:cubicBezTo>
                    <a:pt x="498" y="4"/>
                    <a:pt x="424" y="41"/>
                    <a:pt x="357" y="112"/>
                  </a:cubicBezTo>
                  <a:cubicBezTo>
                    <a:pt x="357" y="75"/>
                    <a:pt x="357" y="0"/>
                    <a:pt x="357" y="0"/>
                  </a:cubicBezTo>
                  <a:lnTo>
                    <a:pt x="336" y="4"/>
                  </a:lnTo>
                  <a:lnTo>
                    <a:pt x="0" y="58"/>
                  </a:lnTo>
                  <a:lnTo>
                    <a:pt x="0" y="116"/>
                  </a:lnTo>
                  <a:lnTo>
                    <a:pt x="13" y="116"/>
                  </a:lnTo>
                  <a:cubicBezTo>
                    <a:pt x="117" y="120"/>
                    <a:pt x="137" y="141"/>
                    <a:pt x="137" y="240"/>
                  </a:cubicBezTo>
                  <a:lnTo>
                    <a:pt x="137" y="1103"/>
                  </a:lnTo>
                  <a:lnTo>
                    <a:pt x="345" y="1103"/>
                  </a:lnTo>
                  <a:cubicBezTo>
                    <a:pt x="345" y="1103"/>
                    <a:pt x="345" y="775"/>
                    <a:pt x="345" y="709"/>
                  </a:cubicBezTo>
                  <a:cubicBezTo>
                    <a:pt x="382" y="755"/>
                    <a:pt x="444" y="800"/>
                    <a:pt x="560" y="800"/>
                  </a:cubicBezTo>
                  <a:cubicBezTo>
                    <a:pt x="780" y="800"/>
                    <a:pt x="896" y="659"/>
                    <a:pt x="896" y="390"/>
                  </a:cubicBezTo>
                  <a:cubicBezTo>
                    <a:pt x="905" y="145"/>
                    <a:pt x="784" y="4"/>
                    <a:pt x="577" y="4"/>
                  </a:cubicBezTo>
                  <a:close/>
                  <a:moveTo>
                    <a:pt x="515" y="120"/>
                  </a:moveTo>
                  <a:cubicBezTo>
                    <a:pt x="656" y="120"/>
                    <a:pt x="672" y="274"/>
                    <a:pt x="672" y="394"/>
                  </a:cubicBezTo>
                  <a:cubicBezTo>
                    <a:pt x="672" y="593"/>
                    <a:pt x="623" y="688"/>
                    <a:pt x="515" y="688"/>
                  </a:cubicBezTo>
                  <a:cubicBezTo>
                    <a:pt x="378" y="688"/>
                    <a:pt x="349" y="560"/>
                    <a:pt x="349" y="456"/>
                  </a:cubicBezTo>
                  <a:lnTo>
                    <a:pt x="349" y="390"/>
                  </a:lnTo>
                  <a:cubicBezTo>
                    <a:pt x="353" y="307"/>
                    <a:pt x="370" y="120"/>
                    <a:pt x="515" y="120"/>
                  </a:cubicBezTo>
                  <a:close/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87" name="Freeform 12">
              <a:extLst>
                <a:ext uri="{FF2B5EF4-FFF2-40B4-BE49-F238E27FC236}">
                  <a16:creationId xmlns:a16="http://schemas.microsoft.com/office/drawing/2014/main" id="{D3260F09-F47D-DA41-8059-7697D25B516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13200" y="4198938"/>
              <a:ext cx="123825" cy="282575"/>
            </a:xfrm>
            <a:custGeom>
              <a:avLst/>
              <a:gdLst>
                <a:gd name="T0" fmla="*/ 0 w 345"/>
                <a:gd name="T1" fmla="*/ 58 h 785"/>
                <a:gd name="T2" fmla="*/ 0 w 345"/>
                <a:gd name="T3" fmla="*/ 116 h 785"/>
                <a:gd name="T4" fmla="*/ 12 w 345"/>
                <a:gd name="T5" fmla="*/ 116 h 785"/>
                <a:gd name="T6" fmla="*/ 137 w 345"/>
                <a:gd name="T7" fmla="*/ 240 h 785"/>
                <a:gd name="T8" fmla="*/ 137 w 345"/>
                <a:gd name="T9" fmla="*/ 784 h 785"/>
                <a:gd name="T10" fmla="*/ 344 w 345"/>
                <a:gd name="T11" fmla="*/ 784 h 785"/>
                <a:gd name="T12" fmla="*/ 344 w 345"/>
                <a:gd name="T13" fmla="*/ 0 h 785"/>
                <a:gd name="T14" fmla="*/ 328 w 345"/>
                <a:gd name="T15" fmla="*/ 4 h 785"/>
                <a:gd name="T16" fmla="*/ 0 w 345"/>
                <a:gd name="T17" fmla="*/ 58 h 7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45" h="785">
                  <a:moveTo>
                    <a:pt x="0" y="58"/>
                  </a:moveTo>
                  <a:lnTo>
                    <a:pt x="0" y="116"/>
                  </a:lnTo>
                  <a:lnTo>
                    <a:pt x="12" y="116"/>
                  </a:lnTo>
                  <a:cubicBezTo>
                    <a:pt x="116" y="120"/>
                    <a:pt x="137" y="141"/>
                    <a:pt x="137" y="240"/>
                  </a:cubicBezTo>
                  <a:lnTo>
                    <a:pt x="137" y="784"/>
                  </a:lnTo>
                  <a:lnTo>
                    <a:pt x="344" y="784"/>
                  </a:lnTo>
                  <a:lnTo>
                    <a:pt x="344" y="0"/>
                  </a:lnTo>
                  <a:lnTo>
                    <a:pt x="328" y="4"/>
                  </a:lnTo>
                  <a:lnTo>
                    <a:pt x="0" y="58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88" name="Freeform 13">
              <a:extLst>
                <a:ext uri="{FF2B5EF4-FFF2-40B4-BE49-F238E27FC236}">
                  <a16:creationId xmlns:a16="http://schemas.microsoft.com/office/drawing/2014/main" id="{DC930A1D-41FB-A849-93B4-3A03D52EC6E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56063" y="4084638"/>
              <a:ext cx="93662" cy="82550"/>
            </a:xfrm>
            <a:custGeom>
              <a:avLst/>
              <a:gdLst>
                <a:gd name="T0" fmla="*/ 129 w 262"/>
                <a:gd name="T1" fmla="*/ 228 h 229"/>
                <a:gd name="T2" fmla="*/ 261 w 262"/>
                <a:gd name="T3" fmla="*/ 112 h 229"/>
                <a:gd name="T4" fmla="*/ 133 w 262"/>
                <a:gd name="T5" fmla="*/ 0 h 229"/>
                <a:gd name="T6" fmla="*/ 4 w 262"/>
                <a:gd name="T7" fmla="*/ 112 h 229"/>
                <a:gd name="T8" fmla="*/ 129 w 262"/>
                <a:gd name="T9" fmla="*/ 228 h 2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62" h="229">
                  <a:moveTo>
                    <a:pt x="129" y="228"/>
                  </a:moveTo>
                  <a:cubicBezTo>
                    <a:pt x="199" y="228"/>
                    <a:pt x="261" y="178"/>
                    <a:pt x="261" y="112"/>
                  </a:cubicBezTo>
                  <a:cubicBezTo>
                    <a:pt x="261" y="49"/>
                    <a:pt x="203" y="0"/>
                    <a:pt x="133" y="0"/>
                  </a:cubicBezTo>
                  <a:cubicBezTo>
                    <a:pt x="62" y="0"/>
                    <a:pt x="4" y="49"/>
                    <a:pt x="4" y="112"/>
                  </a:cubicBezTo>
                  <a:cubicBezTo>
                    <a:pt x="0" y="178"/>
                    <a:pt x="58" y="228"/>
                    <a:pt x="129" y="228"/>
                  </a:cubicBez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89" name="Freeform 14">
              <a:extLst>
                <a:ext uri="{FF2B5EF4-FFF2-40B4-BE49-F238E27FC236}">
                  <a16:creationId xmlns:a16="http://schemas.microsoft.com/office/drawing/2014/main" id="{F57966FC-3195-FC4F-8CED-BADBA0F3CD4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1638" y="4200525"/>
              <a:ext cx="244475" cy="280988"/>
            </a:xfrm>
            <a:custGeom>
              <a:avLst/>
              <a:gdLst>
                <a:gd name="T0" fmla="*/ 676 w 677"/>
                <a:gd name="T1" fmla="*/ 174 h 781"/>
                <a:gd name="T2" fmla="*/ 676 w 677"/>
                <a:gd name="T3" fmla="*/ 12 h 781"/>
                <a:gd name="T4" fmla="*/ 663 w 677"/>
                <a:gd name="T5" fmla="*/ 12 h 781"/>
                <a:gd name="T6" fmla="*/ 564 w 677"/>
                <a:gd name="T7" fmla="*/ 4 h 781"/>
                <a:gd name="T8" fmla="*/ 348 w 677"/>
                <a:gd name="T9" fmla="*/ 158 h 781"/>
                <a:gd name="T10" fmla="*/ 348 w 677"/>
                <a:gd name="T11" fmla="*/ 0 h 781"/>
                <a:gd name="T12" fmla="*/ 331 w 677"/>
                <a:gd name="T13" fmla="*/ 0 h 781"/>
                <a:gd name="T14" fmla="*/ 0 w 677"/>
                <a:gd name="T15" fmla="*/ 54 h 781"/>
                <a:gd name="T16" fmla="*/ 0 w 677"/>
                <a:gd name="T17" fmla="*/ 112 h 781"/>
                <a:gd name="T18" fmla="*/ 12 w 677"/>
                <a:gd name="T19" fmla="*/ 112 h 781"/>
                <a:gd name="T20" fmla="*/ 141 w 677"/>
                <a:gd name="T21" fmla="*/ 236 h 781"/>
                <a:gd name="T22" fmla="*/ 141 w 677"/>
                <a:gd name="T23" fmla="*/ 780 h 781"/>
                <a:gd name="T24" fmla="*/ 348 w 677"/>
                <a:gd name="T25" fmla="*/ 780 h 781"/>
                <a:gd name="T26" fmla="*/ 348 w 677"/>
                <a:gd name="T27" fmla="*/ 390 h 781"/>
                <a:gd name="T28" fmla="*/ 568 w 677"/>
                <a:gd name="T29" fmla="*/ 170 h 781"/>
                <a:gd name="T30" fmla="*/ 643 w 677"/>
                <a:gd name="T31" fmla="*/ 183 h 781"/>
                <a:gd name="T32" fmla="*/ 676 w 677"/>
                <a:gd name="T33" fmla="*/ 191 h 781"/>
                <a:gd name="T34" fmla="*/ 676 w 677"/>
                <a:gd name="T35" fmla="*/ 174 h 78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677" h="781">
                  <a:moveTo>
                    <a:pt x="676" y="174"/>
                  </a:moveTo>
                  <a:lnTo>
                    <a:pt x="676" y="12"/>
                  </a:lnTo>
                  <a:lnTo>
                    <a:pt x="663" y="12"/>
                  </a:lnTo>
                  <a:cubicBezTo>
                    <a:pt x="630" y="8"/>
                    <a:pt x="593" y="4"/>
                    <a:pt x="564" y="4"/>
                  </a:cubicBezTo>
                  <a:cubicBezTo>
                    <a:pt x="443" y="4"/>
                    <a:pt x="381" y="91"/>
                    <a:pt x="348" y="158"/>
                  </a:cubicBezTo>
                  <a:cubicBezTo>
                    <a:pt x="348" y="95"/>
                    <a:pt x="348" y="0"/>
                    <a:pt x="348" y="0"/>
                  </a:cubicBezTo>
                  <a:lnTo>
                    <a:pt x="331" y="0"/>
                  </a:lnTo>
                  <a:lnTo>
                    <a:pt x="0" y="54"/>
                  </a:lnTo>
                  <a:lnTo>
                    <a:pt x="0" y="112"/>
                  </a:lnTo>
                  <a:lnTo>
                    <a:pt x="12" y="112"/>
                  </a:lnTo>
                  <a:cubicBezTo>
                    <a:pt x="116" y="116"/>
                    <a:pt x="141" y="137"/>
                    <a:pt x="141" y="236"/>
                  </a:cubicBezTo>
                  <a:lnTo>
                    <a:pt x="141" y="780"/>
                  </a:lnTo>
                  <a:lnTo>
                    <a:pt x="348" y="780"/>
                  </a:lnTo>
                  <a:lnTo>
                    <a:pt x="348" y="390"/>
                  </a:lnTo>
                  <a:cubicBezTo>
                    <a:pt x="348" y="324"/>
                    <a:pt x="369" y="170"/>
                    <a:pt x="568" y="170"/>
                  </a:cubicBezTo>
                  <a:cubicBezTo>
                    <a:pt x="593" y="170"/>
                    <a:pt x="618" y="178"/>
                    <a:pt x="643" y="183"/>
                  </a:cubicBezTo>
                  <a:lnTo>
                    <a:pt x="676" y="191"/>
                  </a:lnTo>
                  <a:lnTo>
                    <a:pt x="676" y="174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90" name="Freeform 15">
              <a:extLst>
                <a:ext uri="{FF2B5EF4-FFF2-40B4-BE49-F238E27FC236}">
                  <a16:creationId xmlns:a16="http://schemas.microsoft.com/office/drawing/2014/main" id="{AE7FD162-CA1A-AA42-A77B-4F3945D5BAE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6275" y="4200525"/>
              <a:ext cx="266700" cy="287338"/>
            </a:xfrm>
            <a:custGeom>
              <a:avLst/>
              <a:gdLst>
                <a:gd name="T0" fmla="*/ 738 w 743"/>
                <a:gd name="T1" fmla="*/ 315 h 797"/>
                <a:gd name="T2" fmla="*/ 390 w 743"/>
                <a:gd name="T3" fmla="*/ 0 h 797"/>
                <a:gd name="T4" fmla="*/ 0 w 743"/>
                <a:gd name="T5" fmla="*/ 373 h 797"/>
                <a:gd name="T6" fmla="*/ 456 w 743"/>
                <a:gd name="T7" fmla="*/ 796 h 797"/>
                <a:gd name="T8" fmla="*/ 713 w 743"/>
                <a:gd name="T9" fmla="*/ 755 h 797"/>
                <a:gd name="T10" fmla="*/ 726 w 743"/>
                <a:gd name="T11" fmla="*/ 751 h 797"/>
                <a:gd name="T12" fmla="*/ 726 w 743"/>
                <a:gd name="T13" fmla="*/ 651 h 797"/>
                <a:gd name="T14" fmla="*/ 705 w 743"/>
                <a:gd name="T15" fmla="*/ 660 h 797"/>
                <a:gd name="T16" fmla="*/ 543 w 743"/>
                <a:gd name="T17" fmla="*/ 684 h 797"/>
                <a:gd name="T18" fmla="*/ 232 w 743"/>
                <a:gd name="T19" fmla="*/ 332 h 797"/>
                <a:gd name="T20" fmla="*/ 742 w 743"/>
                <a:gd name="T21" fmla="*/ 332 h 797"/>
                <a:gd name="T22" fmla="*/ 742 w 743"/>
                <a:gd name="T23" fmla="*/ 315 h 797"/>
                <a:gd name="T24" fmla="*/ 738 w 743"/>
                <a:gd name="T25" fmla="*/ 315 h 797"/>
                <a:gd name="T26" fmla="*/ 386 w 743"/>
                <a:gd name="T27" fmla="*/ 83 h 797"/>
                <a:gd name="T28" fmla="*/ 531 w 743"/>
                <a:gd name="T29" fmla="*/ 236 h 797"/>
                <a:gd name="T30" fmla="*/ 228 w 743"/>
                <a:gd name="T31" fmla="*/ 236 h 797"/>
                <a:gd name="T32" fmla="*/ 386 w 743"/>
                <a:gd name="T33" fmla="*/ 83 h 7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743" h="797">
                  <a:moveTo>
                    <a:pt x="738" y="315"/>
                  </a:moveTo>
                  <a:cubicBezTo>
                    <a:pt x="738" y="104"/>
                    <a:pt x="622" y="0"/>
                    <a:pt x="390" y="0"/>
                  </a:cubicBezTo>
                  <a:cubicBezTo>
                    <a:pt x="128" y="0"/>
                    <a:pt x="0" y="124"/>
                    <a:pt x="0" y="373"/>
                  </a:cubicBezTo>
                  <a:cubicBezTo>
                    <a:pt x="0" y="639"/>
                    <a:pt x="170" y="796"/>
                    <a:pt x="456" y="796"/>
                  </a:cubicBezTo>
                  <a:cubicBezTo>
                    <a:pt x="581" y="796"/>
                    <a:pt x="676" y="763"/>
                    <a:pt x="713" y="755"/>
                  </a:cubicBezTo>
                  <a:lnTo>
                    <a:pt x="726" y="751"/>
                  </a:lnTo>
                  <a:lnTo>
                    <a:pt x="726" y="651"/>
                  </a:lnTo>
                  <a:lnTo>
                    <a:pt x="705" y="660"/>
                  </a:lnTo>
                  <a:cubicBezTo>
                    <a:pt x="672" y="672"/>
                    <a:pt x="610" y="684"/>
                    <a:pt x="543" y="684"/>
                  </a:cubicBezTo>
                  <a:cubicBezTo>
                    <a:pt x="319" y="684"/>
                    <a:pt x="236" y="498"/>
                    <a:pt x="232" y="332"/>
                  </a:cubicBezTo>
                  <a:cubicBezTo>
                    <a:pt x="261" y="332"/>
                    <a:pt x="742" y="332"/>
                    <a:pt x="742" y="332"/>
                  </a:cubicBezTo>
                  <a:lnTo>
                    <a:pt x="742" y="315"/>
                  </a:lnTo>
                  <a:lnTo>
                    <a:pt x="738" y="315"/>
                  </a:lnTo>
                  <a:close/>
                  <a:moveTo>
                    <a:pt x="386" y="83"/>
                  </a:moveTo>
                  <a:cubicBezTo>
                    <a:pt x="498" y="83"/>
                    <a:pt x="527" y="166"/>
                    <a:pt x="531" y="236"/>
                  </a:cubicBezTo>
                  <a:cubicBezTo>
                    <a:pt x="506" y="236"/>
                    <a:pt x="257" y="236"/>
                    <a:pt x="228" y="236"/>
                  </a:cubicBezTo>
                  <a:cubicBezTo>
                    <a:pt x="232" y="183"/>
                    <a:pt x="269" y="83"/>
                    <a:pt x="386" y="83"/>
                  </a:cubicBezTo>
                  <a:close/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91" name="Freeform 16">
              <a:extLst>
                <a:ext uri="{FF2B5EF4-FFF2-40B4-BE49-F238E27FC236}">
                  <a16:creationId xmlns:a16="http://schemas.microsoft.com/office/drawing/2014/main" id="{CCF7C647-7060-654F-8146-7130EC41AC6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10175" y="4071938"/>
              <a:ext cx="314325" cy="409575"/>
            </a:xfrm>
            <a:custGeom>
              <a:avLst/>
              <a:gdLst>
                <a:gd name="T0" fmla="*/ 634 w 872"/>
                <a:gd name="T1" fmla="*/ 357 h 1138"/>
                <a:gd name="T2" fmla="*/ 348 w 872"/>
                <a:gd name="T3" fmla="*/ 523 h 1138"/>
                <a:gd name="T4" fmla="*/ 348 w 872"/>
                <a:gd name="T5" fmla="*/ 0 h 1138"/>
                <a:gd name="T6" fmla="*/ 332 w 872"/>
                <a:gd name="T7" fmla="*/ 4 h 1138"/>
                <a:gd name="T8" fmla="*/ 0 w 872"/>
                <a:gd name="T9" fmla="*/ 46 h 1138"/>
                <a:gd name="T10" fmla="*/ 0 w 872"/>
                <a:gd name="T11" fmla="*/ 104 h 1138"/>
                <a:gd name="T12" fmla="*/ 16 w 872"/>
                <a:gd name="T13" fmla="*/ 104 h 1138"/>
                <a:gd name="T14" fmla="*/ 141 w 872"/>
                <a:gd name="T15" fmla="*/ 233 h 1138"/>
                <a:gd name="T16" fmla="*/ 141 w 872"/>
                <a:gd name="T17" fmla="*/ 1137 h 1138"/>
                <a:gd name="T18" fmla="*/ 348 w 872"/>
                <a:gd name="T19" fmla="*/ 1137 h 1138"/>
                <a:gd name="T20" fmla="*/ 348 w 872"/>
                <a:gd name="T21" fmla="*/ 747 h 1138"/>
                <a:gd name="T22" fmla="*/ 547 w 872"/>
                <a:gd name="T23" fmla="*/ 494 h 1138"/>
                <a:gd name="T24" fmla="*/ 663 w 872"/>
                <a:gd name="T25" fmla="*/ 660 h 1138"/>
                <a:gd name="T26" fmla="*/ 663 w 872"/>
                <a:gd name="T27" fmla="*/ 1137 h 1138"/>
                <a:gd name="T28" fmla="*/ 871 w 872"/>
                <a:gd name="T29" fmla="*/ 1137 h 1138"/>
                <a:gd name="T30" fmla="*/ 871 w 872"/>
                <a:gd name="T31" fmla="*/ 635 h 1138"/>
                <a:gd name="T32" fmla="*/ 634 w 872"/>
                <a:gd name="T33" fmla="*/ 357 h 1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872" h="1138">
                  <a:moveTo>
                    <a:pt x="634" y="357"/>
                  </a:moveTo>
                  <a:cubicBezTo>
                    <a:pt x="481" y="357"/>
                    <a:pt x="394" y="452"/>
                    <a:pt x="348" y="523"/>
                  </a:cubicBezTo>
                  <a:cubicBezTo>
                    <a:pt x="348" y="440"/>
                    <a:pt x="348" y="0"/>
                    <a:pt x="348" y="0"/>
                  </a:cubicBezTo>
                  <a:lnTo>
                    <a:pt x="332" y="4"/>
                  </a:lnTo>
                  <a:lnTo>
                    <a:pt x="0" y="46"/>
                  </a:lnTo>
                  <a:lnTo>
                    <a:pt x="0" y="104"/>
                  </a:lnTo>
                  <a:lnTo>
                    <a:pt x="16" y="104"/>
                  </a:lnTo>
                  <a:cubicBezTo>
                    <a:pt x="120" y="108"/>
                    <a:pt x="141" y="133"/>
                    <a:pt x="141" y="233"/>
                  </a:cubicBezTo>
                  <a:lnTo>
                    <a:pt x="141" y="1137"/>
                  </a:lnTo>
                  <a:lnTo>
                    <a:pt x="348" y="1137"/>
                  </a:lnTo>
                  <a:lnTo>
                    <a:pt x="348" y="747"/>
                  </a:lnTo>
                  <a:cubicBezTo>
                    <a:pt x="348" y="606"/>
                    <a:pt x="456" y="494"/>
                    <a:pt x="547" y="494"/>
                  </a:cubicBezTo>
                  <a:cubicBezTo>
                    <a:pt x="663" y="494"/>
                    <a:pt x="663" y="581"/>
                    <a:pt x="663" y="660"/>
                  </a:cubicBezTo>
                  <a:lnTo>
                    <a:pt x="663" y="1137"/>
                  </a:lnTo>
                  <a:lnTo>
                    <a:pt x="871" y="1137"/>
                  </a:lnTo>
                  <a:lnTo>
                    <a:pt x="871" y="635"/>
                  </a:lnTo>
                  <a:cubicBezTo>
                    <a:pt x="871" y="552"/>
                    <a:pt x="871" y="357"/>
                    <a:pt x="634" y="357"/>
                  </a:cubicBez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92" name="Freeform 17">
              <a:extLst>
                <a:ext uri="{FF2B5EF4-FFF2-40B4-BE49-F238E27FC236}">
                  <a16:creationId xmlns:a16="http://schemas.microsoft.com/office/drawing/2014/main" id="{3F94748C-7841-4D4B-8692-2D6FF87AEC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94350" y="4200525"/>
              <a:ext cx="266700" cy="287338"/>
            </a:xfrm>
            <a:custGeom>
              <a:avLst/>
              <a:gdLst>
                <a:gd name="T0" fmla="*/ 742 w 743"/>
                <a:gd name="T1" fmla="*/ 315 h 797"/>
                <a:gd name="T2" fmla="*/ 394 w 743"/>
                <a:gd name="T3" fmla="*/ 0 h 797"/>
                <a:gd name="T4" fmla="*/ 0 w 743"/>
                <a:gd name="T5" fmla="*/ 373 h 797"/>
                <a:gd name="T6" fmla="*/ 456 w 743"/>
                <a:gd name="T7" fmla="*/ 796 h 797"/>
                <a:gd name="T8" fmla="*/ 713 w 743"/>
                <a:gd name="T9" fmla="*/ 755 h 797"/>
                <a:gd name="T10" fmla="*/ 726 w 743"/>
                <a:gd name="T11" fmla="*/ 751 h 797"/>
                <a:gd name="T12" fmla="*/ 726 w 743"/>
                <a:gd name="T13" fmla="*/ 651 h 797"/>
                <a:gd name="T14" fmla="*/ 705 w 743"/>
                <a:gd name="T15" fmla="*/ 660 h 797"/>
                <a:gd name="T16" fmla="*/ 543 w 743"/>
                <a:gd name="T17" fmla="*/ 684 h 797"/>
                <a:gd name="T18" fmla="*/ 232 w 743"/>
                <a:gd name="T19" fmla="*/ 332 h 797"/>
                <a:gd name="T20" fmla="*/ 742 w 743"/>
                <a:gd name="T21" fmla="*/ 332 h 797"/>
                <a:gd name="T22" fmla="*/ 742 w 743"/>
                <a:gd name="T23" fmla="*/ 315 h 797"/>
                <a:gd name="T24" fmla="*/ 386 w 743"/>
                <a:gd name="T25" fmla="*/ 83 h 797"/>
                <a:gd name="T26" fmla="*/ 531 w 743"/>
                <a:gd name="T27" fmla="*/ 236 h 797"/>
                <a:gd name="T28" fmla="*/ 228 w 743"/>
                <a:gd name="T29" fmla="*/ 236 h 797"/>
                <a:gd name="T30" fmla="*/ 386 w 743"/>
                <a:gd name="T31" fmla="*/ 83 h 7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743" h="797">
                  <a:moveTo>
                    <a:pt x="742" y="315"/>
                  </a:moveTo>
                  <a:cubicBezTo>
                    <a:pt x="742" y="104"/>
                    <a:pt x="626" y="0"/>
                    <a:pt x="394" y="0"/>
                  </a:cubicBezTo>
                  <a:cubicBezTo>
                    <a:pt x="133" y="0"/>
                    <a:pt x="0" y="124"/>
                    <a:pt x="0" y="373"/>
                  </a:cubicBezTo>
                  <a:cubicBezTo>
                    <a:pt x="0" y="639"/>
                    <a:pt x="170" y="796"/>
                    <a:pt x="456" y="796"/>
                  </a:cubicBezTo>
                  <a:cubicBezTo>
                    <a:pt x="581" y="796"/>
                    <a:pt x="676" y="763"/>
                    <a:pt x="713" y="755"/>
                  </a:cubicBezTo>
                  <a:lnTo>
                    <a:pt x="726" y="751"/>
                  </a:lnTo>
                  <a:lnTo>
                    <a:pt x="726" y="651"/>
                  </a:lnTo>
                  <a:lnTo>
                    <a:pt x="705" y="660"/>
                  </a:lnTo>
                  <a:cubicBezTo>
                    <a:pt x="672" y="672"/>
                    <a:pt x="610" y="684"/>
                    <a:pt x="543" y="684"/>
                  </a:cubicBezTo>
                  <a:cubicBezTo>
                    <a:pt x="319" y="684"/>
                    <a:pt x="236" y="498"/>
                    <a:pt x="232" y="332"/>
                  </a:cubicBezTo>
                  <a:cubicBezTo>
                    <a:pt x="261" y="332"/>
                    <a:pt x="742" y="332"/>
                    <a:pt x="742" y="332"/>
                  </a:cubicBezTo>
                  <a:lnTo>
                    <a:pt x="742" y="315"/>
                  </a:lnTo>
                  <a:close/>
                  <a:moveTo>
                    <a:pt x="386" y="83"/>
                  </a:moveTo>
                  <a:cubicBezTo>
                    <a:pt x="498" y="83"/>
                    <a:pt x="527" y="166"/>
                    <a:pt x="531" y="236"/>
                  </a:cubicBezTo>
                  <a:cubicBezTo>
                    <a:pt x="506" y="236"/>
                    <a:pt x="257" y="236"/>
                    <a:pt x="228" y="236"/>
                  </a:cubicBezTo>
                  <a:cubicBezTo>
                    <a:pt x="236" y="183"/>
                    <a:pt x="270" y="83"/>
                    <a:pt x="386" y="83"/>
                  </a:cubicBezTo>
                  <a:close/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93" name="Freeform 18">
              <a:extLst>
                <a:ext uri="{FF2B5EF4-FFF2-40B4-BE49-F238E27FC236}">
                  <a16:creationId xmlns:a16="http://schemas.microsoft.com/office/drawing/2014/main" id="{057C6ABC-1D6A-5148-908F-D60E1812EB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64113" y="4121150"/>
              <a:ext cx="212725" cy="366713"/>
            </a:xfrm>
            <a:custGeom>
              <a:avLst/>
              <a:gdLst>
                <a:gd name="T0" fmla="*/ 141 w 589"/>
                <a:gd name="T1" fmla="*/ 237 h 1017"/>
                <a:gd name="T2" fmla="*/ 0 w 589"/>
                <a:gd name="T3" fmla="*/ 237 h 1017"/>
                <a:gd name="T4" fmla="*/ 0 w 589"/>
                <a:gd name="T5" fmla="*/ 328 h 1017"/>
                <a:gd name="T6" fmla="*/ 141 w 589"/>
                <a:gd name="T7" fmla="*/ 328 h 1017"/>
                <a:gd name="T8" fmla="*/ 141 w 589"/>
                <a:gd name="T9" fmla="*/ 797 h 1017"/>
                <a:gd name="T10" fmla="*/ 427 w 589"/>
                <a:gd name="T11" fmla="*/ 1016 h 1017"/>
                <a:gd name="T12" fmla="*/ 551 w 589"/>
                <a:gd name="T13" fmla="*/ 1004 h 1017"/>
                <a:gd name="T14" fmla="*/ 564 w 589"/>
                <a:gd name="T15" fmla="*/ 1004 h 1017"/>
                <a:gd name="T16" fmla="*/ 564 w 589"/>
                <a:gd name="T17" fmla="*/ 909 h 1017"/>
                <a:gd name="T18" fmla="*/ 547 w 589"/>
                <a:gd name="T19" fmla="*/ 913 h 1017"/>
                <a:gd name="T20" fmla="*/ 485 w 589"/>
                <a:gd name="T21" fmla="*/ 917 h 1017"/>
                <a:gd name="T22" fmla="*/ 352 w 589"/>
                <a:gd name="T23" fmla="*/ 772 h 1017"/>
                <a:gd name="T24" fmla="*/ 352 w 589"/>
                <a:gd name="T25" fmla="*/ 328 h 1017"/>
                <a:gd name="T26" fmla="*/ 588 w 589"/>
                <a:gd name="T27" fmla="*/ 328 h 1017"/>
                <a:gd name="T28" fmla="*/ 588 w 589"/>
                <a:gd name="T29" fmla="*/ 237 h 1017"/>
                <a:gd name="T30" fmla="*/ 352 w 589"/>
                <a:gd name="T31" fmla="*/ 237 h 1017"/>
                <a:gd name="T32" fmla="*/ 352 w 589"/>
                <a:gd name="T33" fmla="*/ 0 h 1017"/>
                <a:gd name="T34" fmla="*/ 141 w 589"/>
                <a:gd name="T35" fmla="*/ 0 h 1017"/>
                <a:gd name="T36" fmla="*/ 141 w 589"/>
                <a:gd name="T37" fmla="*/ 237 h 10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89" h="1017">
                  <a:moveTo>
                    <a:pt x="141" y="237"/>
                  </a:moveTo>
                  <a:lnTo>
                    <a:pt x="0" y="237"/>
                  </a:lnTo>
                  <a:lnTo>
                    <a:pt x="0" y="328"/>
                  </a:lnTo>
                  <a:lnTo>
                    <a:pt x="141" y="328"/>
                  </a:lnTo>
                  <a:lnTo>
                    <a:pt x="141" y="797"/>
                  </a:lnTo>
                  <a:cubicBezTo>
                    <a:pt x="141" y="1000"/>
                    <a:pt x="270" y="1016"/>
                    <a:pt x="427" y="1016"/>
                  </a:cubicBezTo>
                  <a:cubicBezTo>
                    <a:pt x="464" y="1016"/>
                    <a:pt x="505" y="1012"/>
                    <a:pt x="551" y="1004"/>
                  </a:cubicBezTo>
                  <a:lnTo>
                    <a:pt x="564" y="1004"/>
                  </a:lnTo>
                  <a:lnTo>
                    <a:pt x="564" y="909"/>
                  </a:lnTo>
                  <a:lnTo>
                    <a:pt x="547" y="913"/>
                  </a:lnTo>
                  <a:cubicBezTo>
                    <a:pt x="530" y="917"/>
                    <a:pt x="510" y="917"/>
                    <a:pt x="485" y="917"/>
                  </a:cubicBezTo>
                  <a:cubicBezTo>
                    <a:pt x="360" y="917"/>
                    <a:pt x="352" y="880"/>
                    <a:pt x="352" y="772"/>
                  </a:cubicBezTo>
                  <a:lnTo>
                    <a:pt x="352" y="328"/>
                  </a:lnTo>
                  <a:lnTo>
                    <a:pt x="588" y="328"/>
                  </a:lnTo>
                  <a:lnTo>
                    <a:pt x="588" y="237"/>
                  </a:lnTo>
                  <a:lnTo>
                    <a:pt x="352" y="237"/>
                  </a:lnTo>
                  <a:lnTo>
                    <a:pt x="352" y="0"/>
                  </a:lnTo>
                  <a:lnTo>
                    <a:pt x="141" y="0"/>
                  </a:lnTo>
                  <a:lnTo>
                    <a:pt x="141" y="237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94" name="Freeform 19">
              <a:extLst>
                <a:ext uri="{FF2B5EF4-FFF2-40B4-BE49-F238E27FC236}">
                  <a16:creationId xmlns:a16="http://schemas.microsoft.com/office/drawing/2014/main" id="{ED4F28BE-872B-994A-A67D-C5332968D6E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49963" y="4087813"/>
              <a:ext cx="450850" cy="395287"/>
            </a:xfrm>
            <a:custGeom>
              <a:avLst/>
              <a:gdLst>
                <a:gd name="T0" fmla="*/ 1245 w 1254"/>
                <a:gd name="T1" fmla="*/ 0 h 1096"/>
                <a:gd name="T2" fmla="*/ 1033 w 1254"/>
                <a:gd name="T3" fmla="*/ 0 h 1096"/>
                <a:gd name="T4" fmla="*/ 1033 w 1254"/>
                <a:gd name="T5" fmla="*/ 829 h 1096"/>
                <a:gd name="T6" fmla="*/ 485 w 1254"/>
                <a:gd name="T7" fmla="*/ 0 h 1096"/>
                <a:gd name="T8" fmla="*/ 0 w 1254"/>
                <a:gd name="T9" fmla="*/ 0 h 1096"/>
                <a:gd name="T10" fmla="*/ 0 w 1254"/>
                <a:gd name="T11" fmla="*/ 62 h 1096"/>
                <a:gd name="T12" fmla="*/ 42 w 1254"/>
                <a:gd name="T13" fmla="*/ 70 h 1096"/>
                <a:gd name="T14" fmla="*/ 178 w 1254"/>
                <a:gd name="T15" fmla="*/ 220 h 1096"/>
                <a:gd name="T16" fmla="*/ 178 w 1254"/>
                <a:gd name="T17" fmla="*/ 1095 h 1096"/>
                <a:gd name="T18" fmla="*/ 403 w 1254"/>
                <a:gd name="T19" fmla="*/ 1095 h 1096"/>
                <a:gd name="T20" fmla="*/ 403 w 1254"/>
                <a:gd name="T21" fmla="*/ 228 h 1096"/>
                <a:gd name="T22" fmla="*/ 975 w 1254"/>
                <a:gd name="T23" fmla="*/ 1095 h 1096"/>
                <a:gd name="T24" fmla="*/ 1253 w 1254"/>
                <a:gd name="T25" fmla="*/ 1095 h 1096"/>
                <a:gd name="T26" fmla="*/ 1253 w 1254"/>
                <a:gd name="T27" fmla="*/ 0 h 1096"/>
                <a:gd name="T28" fmla="*/ 1245 w 1254"/>
                <a:gd name="T29" fmla="*/ 0 h 10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54" h="1096">
                  <a:moveTo>
                    <a:pt x="1245" y="0"/>
                  </a:moveTo>
                  <a:lnTo>
                    <a:pt x="1033" y="0"/>
                  </a:lnTo>
                  <a:cubicBezTo>
                    <a:pt x="1033" y="0"/>
                    <a:pt x="1033" y="751"/>
                    <a:pt x="1033" y="829"/>
                  </a:cubicBezTo>
                  <a:cubicBezTo>
                    <a:pt x="992" y="763"/>
                    <a:pt x="485" y="0"/>
                    <a:pt x="485" y="0"/>
                  </a:cubicBezTo>
                  <a:lnTo>
                    <a:pt x="0" y="0"/>
                  </a:lnTo>
                  <a:lnTo>
                    <a:pt x="0" y="62"/>
                  </a:lnTo>
                  <a:lnTo>
                    <a:pt x="42" y="70"/>
                  </a:lnTo>
                  <a:cubicBezTo>
                    <a:pt x="170" y="91"/>
                    <a:pt x="178" y="95"/>
                    <a:pt x="178" y="220"/>
                  </a:cubicBezTo>
                  <a:lnTo>
                    <a:pt x="178" y="1095"/>
                  </a:lnTo>
                  <a:lnTo>
                    <a:pt x="403" y="1095"/>
                  </a:lnTo>
                  <a:cubicBezTo>
                    <a:pt x="403" y="1095"/>
                    <a:pt x="403" y="307"/>
                    <a:pt x="403" y="228"/>
                  </a:cubicBezTo>
                  <a:cubicBezTo>
                    <a:pt x="448" y="294"/>
                    <a:pt x="975" y="1095"/>
                    <a:pt x="975" y="1095"/>
                  </a:cubicBezTo>
                  <a:lnTo>
                    <a:pt x="1253" y="1095"/>
                  </a:lnTo>
                  <a:lnTo>
                    <a:pt x="1253" y="0"/>
                  </a:lnTo>
                  <a:lnTo>
                    <a:pt x="1245" y="0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95" name="Freeform 20">
              <a:extLst>
                <a:ext uri="{FF2B5EF4-FFF2-40B4-BE49-F238E27FC236}">
                  <a16:creationId xmlns:a16="http://schemas.microsoft.com/office/drawing/2014/main" id="{7363215E-60F4-9448-AF19-97B3747D46A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73838" y="4200525"/>
              <a:ext cx="266700" cy="287338"/>
            </a:xfrm>
            <a:custGeom>
              <a:avLst/>
              <a:gdLst>
                <a:gd name="T0" fmla="*/ 390 w 740"/>
                <a:gd name="T1" fmla="*/ 0 h 797"/>
                <a:gd name="T2" fmla="*/ 0 w 740"/>
                <a:gd name="T3" fmla="*/ 373 h 797"/>
                <a:gd name="T4" fmla="*/ 456 w 740"/>
                <a:gd name="T5" fmla="*/ 796 h 797"/>
                <a:gd name="T6" fmla="*/ 714 w 740"/>
                <a:gd name="T7" fmla="*/ 755 h 797"/>
                <a:gd name="T8" fmla="*/ 726 w 740"/>
                <a:gd name="T9" fmla="*/ 751 h 797"/>
                <a:gd name="T10" fmla="*/ 726 w 740"/>
                <a:gd name="T11" fmla="*/ 651 h 797"/>
                <a:gd name="T12" fmla="*/ 705 w 740"/>
                <a:gd name="T13" fmla="*/ 660 h 797"/>
                <a:gd name="T14" fmla="*/ 539 w 740"/>
                <a:gd name="T15" fmla="*/ 684 h 797"/>
                <a:gd name="T16" fmla="*/ 228 w 740"/>
                <a:gd name="T17" fmla="*/ 332 h 797"/>
                <a:gd name="T18" fmla="*/ 739 w 740"/>
                <a:gd name="T19" fmla="*/ 332 h 797"/>
                <a:gd name="T20" fmla="*/ 739 w 740"/>
                <a:gd name="T21" fmla="*/ 315 h 797"/>
                <a:gd name="T22" fmla="*/ 390 w 740"/>
                <a:gd name="T23" fmla="*/ 0 h 797"/>
                <a:gd name="T24" fmla="*/ 386 w 740"/>
                <a:gd name="T25" fmla="*/ 83 h 797"/>
                <a:gd name="T26" fmla="*/ 531 w 740"/>
                <a:gd name="T27" fmla="*/ 236 h 797"/>
                <a:gd name="T28" fmla="*/ 228 w 740"/>
                <a:gd name="T29" fmla="*/ 236 h 797"/>
                <a:gd name="T30" fmla="*/ 386 w 740"/>
                <a:gd name="T31" fmla="*/ 83 h 7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740" h="797">
                  <a:moveTo>
                    <a:pt x="390" y="0"/>
                  </a:moveTo>
                  <a:cubicBezTo>
                    <a:pt x="129" y="0"/>
                    <a:pt x="0" y="124"/>
                    <a:pt x="0" y="373"/>
                  </a:cubicBezTo>
                  <a:cubicBezTo>
                    <a:pt x="0" y="639"/>
                    <a:pt x="170" y="796"/>
                    <a:pt x="456" y="796"/>
                  </a:cubicBezTo>
                  <a:cubicBezTo>
                    <a:pt x="581" y="796"/>
                    <a:pt x="676" y="767"/>
                    <a:pt x="714" y="755"/>
                  </a:cubicBezTo>
                  <a:lnTo>
                    <a:pt x="726" y="751"/>
                  </a:lnTo>
                  <a:lnTo>
                    <a:pt x="726" y="651"/>
                  </a:lnTo>
                  <a:lnTo>
                    <a:pt x="705" y="660"/>
                  </a:lnTo>
                  <a:cubicBezTo>
                    <a:pt x="672" y="672"/>
                    <a:pt x="610" y="684"/>
                    <a:pt x="539" y="684"/>
                  </a:cubicBezTo>
                  <a:cubicBezTo>
                    <a:pt x="315" y="684"/>
                    <a:pt x="232" y="498"/>
                    <a:pt x="228" y="332"/>
                  </a:cubicBezTo>
                  <a:lnTo>
                    <a:pt x="739" y="332"/>
                  </a:lnTo>
                  <a:lnTo>
                    <a:pt x="739" y="315"/>
                  </a:lnTo>
                  <a:cubicBezTo>
                    <a:pt x="739" y="104"/>
                    <a:pt x="622" y="0"/>
                    <a:pt x="390" y="0"/>
                  </a:cubicBezTo>
                  <a:close/>
                  <a:moveTo>
                    <a:pt x="386" y="83"/>
                  </a:moveTo>
                  <a:cubicBezTo>
                    <a:pt x="498" y="83"/>
                    <a:pt x="527" y="162"/>
                    <a:pt x="531" y="236"/>
                  </a:cubicBezTo>
                  <a:lnTo>
                    <a:pt x="228" y="236"/>
                  </a:lnTo>
                  <a:cubicBezTo>
                    <a:pt x="232" y="187"/>
                    <a:pt x="270" y="83"/>
                    <a:pt x="386" y="83"/>
                  </a:cubicBezTo>
                  <a:close/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96" name="Freeform 21">
              <a:extLst>
                <a:ext uri="{FF2B5EF4-FFF2-40B4-BE49-F238E27FC236}">
                  <a16:creationId xmlns:a16="http://schemas.microsoft.com/office/drawing/2014/main" id="{ADD86AFF-6DE3-5C43-9C46-9A3CE57034C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204075" y="4121150"/>
              <a:ext cx="212725" cy="366713"/>
            </a:xfrm>
            <a:custGeom>
              <a:avLst/>
              <a:gdLst>
                <a:gd name="T0" fmla="*/ 141 w 590"/>
                <a:gd name="T1" fmla="*/ 237 h 1017"/>
                <a:gd name="T2" fmla="*/ 0 w 590"/>
                <a:gd name="T3" fmla="*/ 237 h 1017"/>
                <a:gd name="T4" fmla="*/ 0 w 590"/>
                <a:gd name="T5" fmla="*/ 328 h 1017"/>
                <a:gd name="T6" fmla="*/ 141 w 590"/>
                <a:gd name="T7" fmla="*/ 328 h 1017"/>
                <a:gd name="T8" fmla="*/ 141 w 590"/>
                <a:gd name="T9" fmla="*/ 797 h 1017"/>
                <a:gd name="T10" fmla="*/ 427 w 590"/>
                <a:gd name="T11" fmla="*/ 1016 h 1017"/>
                <a:gd name="T12" fmla="*/ 551 w 590"/>
                <a:gd name="T13" fmla="*/ 1004 h 1017"/>
                <a:gd name="T14" fmla="*/ 564 w 590"/>
                <a:gd name="T15" fmla="*/ 1004 h 1017"/>
                <a:gd name="T16" fmla="*/ 564 w 590"/>
                <a:gd name="T17" fmla="*/ 909 h 1017"/>
                <a:gd name="T18" fmla="*/ 547 w 590"/>
                <a:gd name="T19" fmla="*/ 913 h 1017"/>
                <a:gd name="T20" fmla="*/ 485 w 590"/>
                <a:gd name="T21" fmla="*/ 917 h 1017"/>
                <a:gd name="T22" fmla="*/ 352 w 590"/>
                <a:gd name="T23" fmla="*/ 772 h 1017"/>
                <a:gd name="T24" fmla="*/ 352 w 590"/>
                <a:gd name="T25" fmla="*/ 328 h 1017"/>
                <a:gd name="T26" fmla="*/ 589 w 590"/>
                <a:gd name="T27" fmla="*/ 328 h 1017"/>
                <a:gd name="T28" fmla="*/ 589 w 590"/>
                <a:gd name="T29" fmla="*/ 237 h 1017"/>
                <a:gd name="T30" fmla="*/ 352 w 590"/>
                <a:gd name="T31" fmla="*/ 237 h 1017"/>
                <a:gd name="T32" fmla="*/ 352 w 590"/>
                <a:gd name="T33" fmla="*/ 0 h 1017"/>
                <a:gd name="T34" fmla="*/ 141 w 590"/>
                <a:gd name="T35" fmla="*/ 0 h 1017"/>
                <a:gd name="T36" fmla="*/ 141 w 590"/>
                <a:gd name="T37" fmla="*/ 237 h 10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90" h="1017">
                  <a:moveTo>
                    <a:pt x="141" y="237"/>
                  </a:moveTo>
                  <a:lnTo>
                    <a:pt x="0" y="237"/>
                  </a:lnTo>
                  <a:lnTo>
                    <a:pt x="0" y="328"/>
                  </a:lnTo>
                  <a:lnTo>
                    <a:pt x="141" y="328"/>
                  </a:lnTo>
                  <a:lnTo>
                    <a:pt x="141" y="797"/>
                  </a:lnTo>
                  <a:cubicBezTo>
                    <a:pt x="141" y="1000"/>
                    <a:pt x="269" y="1016"/>
                    <a:pt x="427" y="1016"/>
                  </a:cubicBezTo>
                  <a:cubicBezTo>
                    <a:pt x="464" y="1016"/>
                    <a:pt x="506" y="1012"/>
                    <a:pt x="551" y="1004"/>
                  </a:cubicBezTo>
                  <a:lnTo>
                    <a:pt x="564" y="1004"/>
                  </a:lnTo>
                  <a:lnTo>
                    <a:pt x="564" y="909"/>
                  </a:lnTo>
                  <a:lnTo>
                    <a:pt x="547" y="913"/>
                  </a:lnTo>
                  <a:cubicBezTo>
                    <a:pt x="531" y="917"/>
                    <a:pt x="510" y="917"/>
                    <a:pt x="485" y="917"/>
                  </a:cubicBezTo>
                  <a:cubicBezTo>
                    <a:pt x="361" y="917"/>
                    <a:pt x="352" y="880"/>
                    <a:pt x="352" y="772"/>
                  </a:cubicBezTo>
                  <a:lnTo>
                    <a:pt x="352" y="328"/>
                  </a:lnTo>
                  <a:lnTo>
                    <a:pt x="589" y="328"/>
                  </a:lnTo>
                  <a:lnTo>
                    <a:pt x="589" y="237"/>
                  </a:lnTo>
                  <a:lnTo>
                    <a:pt x="352" y="237"/>
                  </a:lnTo>
                  <a:lnTo>
                    <a:pt x="352" y="0"/>
                  </a:lnTo>
                  <a:lnTo>
                    <a:pt x="141" y="0"/>
                  </a:lnTo>
                  <a:lnTo>
                    <a:pt x="141" y="237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97" name="Freeform 22">
              <a:extLst>
                <a:ext uri="{FF2B5EF4-FFF2-40B4-BE49-F238E27FC236}">
                  <a16:creationId xmlns:a16="http://schemas.microsoft.com/office/drawing/2014/main" id="{D0CBF743-2E54-3A40-885C-5CE17E4F3FC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50063" y="4206875"/>
              <a:ext cx="331787" cy="274638"/>
            </a:xfrm>
            <a:custGeom>
              <a:avLst/>
              <a:gdLst>
                <a:gd name="T0" fmla="*/ 705 w 921"/>
                <a:gd name="T1" fmla="*/ 248 h 764"/>
                <a:gd name="T2" fmla="*/ 920 w 921"/>
                <a:gd name="T3" fmla="*/ 0 h 764"/>
                <a:gd name="T4" fmla="*/ 701 w 921"/>
                <a:gd name="T5" fmla="*/ 0 h 764"/>
                <a:gd name="T6" fmla="*/ 497 w 921"/>
                <a:gd name="T7" fmla="*/ 236 h 764"/>
                <a:gd name="T8" fmla="*/ 319 w 921"/>
                <a:gd name="T9" fmla="*/ 0 h 764"/>
                <a:gd name="T10" fmla="*/ 0 w 921"/>
                <a:gd name="T11" fmla="*/ 0 h 764"/>
                <a:gd name="T12" fmla="*/ 0 w 921"/>
                <a:gd name="T13" fmla="*/ 62 h 764"/>
                <a:gd name="T14" fmla="*/ 12 w 921"/>
                <a:gd name="T15" fmla="*/ 62 h 764"/>
                <a:gd name="T16" fmla="*/ 211 w 921"/>
                <a:gd name="T17" fmla="*/ 178 h 764"/>
                <a:gd name="T18" fmla="*/ 344 w 921"/>
                <a:gd name="T19" fmla="*/ 352 h 764"/>
                <a:gd name="T20" fmla="*/ 128 w 921"/>
                <a:gd name="T21" fmla="*/ 601 h 764"/>
                <a:gd name="T22" fmla="*/ 348 w 921"/>
                <a:gd name="T23" fmla="*/ 601 h 764"/>
                <a:gd name="T24" fmla="*/ 443 w 921"/>
                <a:gd name="T25" fmla="*/ 489 h 764"/>
                <a:gd name="T26" fmla="*/ 651 w 921"/>
                <a:gd name="T27" fmla="*/ 763 h 764"/>
                <a:gd name="T28" fmla="*/ 900 w 921"/>
                <a:gd name="T29" fmla="*/ 763 h 764"/>
                <a:gd name="T30" fmla="*/ 506 w 921"/>
                <a:gd name="T31" fmla="*/ 248 h 764"/>
                <a:gd name="T32" fmla="*/ 705 w 921"/>
                <a:gd name="T33" fmla="*/ 248 h 76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921" h="764">
                  <a:moveTo>
                    <a:pt x="705" y="248"/>
                  </a:moveTo>
                  <a:lnTo>
                    <a:pt x="920" y="0"/>
                  </a:lnTo>
                  <a:lnTo>
                    <a:pt x="701" y="0"/>
                  </a:lnTo>
                  <a:lnTo>
                    <a:pt x="497" y="236"/>
                  </a:lnTo>
                  <a:lnTo>
                    <a:pt x="319" y="0"/>
                  </a:lnTo>
                  <a:lnTo>
                    <a:pt x="0" y="0"/>
                  </a:lnTo>
                  <a:lnTo>
                    <a:pt x="0" y="62"/>
                  </a:lnTo>
                  <a:lnTo>
                    <a:pt x="12" y="62"/>
                  </a:lnTo>
                  <a:cubicBezTo>
                    <a:pt x="120" y="70"/>
                    <a:pt x="145" y="87"/>
                    <a:pt x="211" y="178"/>
                  </a:cubicBezTo>
                  <a:lnTo>
                    <a:pt x="344" y="352"/>
                  </a:lnTo>
                  <a:lnTo>
                    <a:pt x="128" y="601"/>
                  </a:lnTo>
                  <a:lnTo>
                    <a:pt x="348" y="601"/>
                  </a:lnTo>
                  <a:lnTo>
                    <a:pt x="443" y="489"/>
                  </a:lnTo>
                  <a:lnTo>
                    <a:pt x="651" y="763"/>
                  </a:lnTo>
                  <a:lnTo>
                    <a:pt x="900" y="763"/>
                  </a:lnTo>
                  <a:lnTo>
                    <a:pt x="506" y="248"/>
                  </a:lnTo>
                  <a:lnTo>
                    <a:pt x="705" y="248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98" name="Freeform 23">
              <a:extLst>
                <a:ext uri="{FF2B5EF4-FFF2-40B4-BE49-F238E27FC236}">
                  <a16:creationId xmlns:a16="http://schemas.microsoft.com/office/drawing/2014/main" id="{BD5D590D-0E91-574A-9820-D52222547A1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5500" y="4010025"/>
              <a:ext cx="176213" cy="111125"/>
            </a:xfrm>
            <a:custGeom>
              <a:avLst/>
              <a:gdLst>
                <a:gd name="T0" fmla="*/ 224 w 490"/>
                <a:gd name="T1" fmla="*/ 307 h 308"/>
                <a:gd name="T2" fmla="*/ 0 w 490"/>
                <a:gd name="T3" fmla="*/ 307 h 308"/>
                <a:gd name="T4" fmla="*/ 269 w 490"/>
                <a:gd name="T5" fmla="*/ 0 h 308"/>
                <a:gd name="T6" fmla="*/ 489 w 490"/>
                <a:gd name="T7" fmla="*/ 0 h 308"/>
                <a:gd name="T8" fmla="*/ 224 w 490"/>
                <a:gd name="T9" fmla="*/ 307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90" h="308">
                  <a:moveTo>
                    <a:pt x="224" y="307"/>
                  </a:moveTo>
                  <a:lnTo>
                    <a:pt x="0" y="307"/>
                  </a:lnTo>
                  <a:lnTo>
                    <a:pt x="269" y="0"/>
                  </a:lnTo>
                  <a:lnTo>
                    <a:pt x="489" y="0"/>
                  </a:lnTo>
                  <a:lnTo>
                    <a:pt x="224" y="307"/>
                  </a:lnTo>
                </a:path>
              </a:pathLst>
            </a:custGeom>
            <a:solidFill>
              <a:schemeClr val="accent2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</p:grpSp>
      <p:pic>
        <p:nvPicPr>
          <p:cNvPr id="35" name="Hitachi logo red">
            <a:extLst>
              <a:ext uri="{FF2B5EF4-FFF2-40B4-BE49-F238E27FC236}">
                <a16:creationId xmlns:a16="http://schemas.microsoft.com/office/drawing/2014/main" id="{96B5D6EB-817B-1940-9B86-5055C6034D59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24533" y="0"/>
            <a:ext cx="2167467" cy="1083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43391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92399473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413" imgH="416" progId="TCLayout.ActiveDocument.1">
                  <p:embed/>
                </p:oleObj>
              </mc:Choice>
              <mc:Fallback>
                <p:oleObj name="think-cell Slide" r:id="rId8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1" hidden="1">
            <a:extLst>
              <a:ext uri="{FF2B5EF4-FFF2-40B4-BE49-F238E27FC236}">
                <a16:creationId xmlns:a16="http://schemas.microsoft.com/office/drawing/2014/main" id="{FCC3A0E6-E630-4C26-B008-93BA0B5B1109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14" name="3. Subtitle">
            <a:extLst>
              <a:ext uri="{FF2B5EF4-FFF2-40B4-BE49-F238E27FC236}">
                <a16:creationId xmlns:a16="http://schemas.microsoft.com/office/drawing/2014/main" id="{D4D36123-678D-4B6C-A648-186F85BE34AE}"/>
              </a:ext>
            </a:extLst>
          </p:cNvPr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554736" y="1047840"/>
            <a:ext cx="9509760" cy="24622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b="0" baseline="0" dirty="0"/>
            </a:lvl1pPr>
          </a:lstStyle>
          <a:p>
            <a:pPr lvl="0">
              <a:buNone/>
            </a:pPr>
            <a:r>
              <a:rPr lang="en-US"/>
              <a:t>Click to edit Master subtitle style</a:t>
            </a: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/>
              <a:t>Source: …</a:t>
            </a:r>
          </a:p>
        </p:txBody>
      </p:sp>
      <p:sp>
        <p:nvSpPr>
          <p:cNvPr id="11" name="1. On-page tracker">
            <a:extLst>
              <a:ext uri="{FF2B5EF4-FFF2-40B4-BE49-F238E27FC236}">
                <a16:creationId xmlns:a16="http://schemas.microsoft.com/office/drawing/2014/main" id="{C30AC055-11D5-4540-94E4-C3B7BE6EFD7D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5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noFill/>
          <a:ln w="6350"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10" name="2. Slide Title">
            <a:extLst>
              <a:ext uri="{FF2B5EF4-FFF2-40B4-BE49-F238E27FC236}">
                <a16:creationId xmlns:a16="http://schemas.microsoft.com/office/drawing/2014/main" id="{8326FFD0-8389-4032-AAB8-00C262CAF746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172212"/>
            <a:ext cx="9509760" cy="731520"/>
          </a:xfrm>
          <a:prstGeom prst="rect">
            <a:avLst/>
          </a:prstGeom>
        </p:spPr>
        <p:txBody>
          <a:bodyPr vert="horz" wrap="square" lIns="0" tIns="0" rIns="0" bIns="0" rtlCol="0" anchor="ctr" anchorCtr="0">
            <a:no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06428812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6">
            <a:extLst>
              <a:ext uri="{FF2B5EF4-FFF2-40B4-BE49-F238E27FC236}">
                <a16:creationId xmlns:a16="http://schemas.microsoft.com/office/drawing/2014/main" id="{1F9546D2-74E2-0BE4-2706-7581F6F1C344}"/>
              </a:ext>
            </a:extLst>
          </p:cNvPr>
          <p:cNvSpPr/>
          <p:nvPr userDrawn="1"/>
        </p:nvSpPr>
        <p:spPr>
          <a:xfrm>
            <a:off x="3762450" y="0"/>
            <a:ext cx="8526487" cy="6838287"/>
          </a:xfrm>
          <a:custGeom>
            <a:avLst/>
            <a:gdLst>
              <a:gd name="connsiteX0" fmla="*/ 0 w 5367649"/>
              <a:gd name="connsiteY0" fmla="*/ 0 h 6858000"/>
              <a:gd name="connsiteX1" fmla="*/ 5367649 w 5367649"/>
              <a:gd name="connsiteY1" fmla="*/ 0 h 6858000"/>
              <a:gd name="connsiteX2" fmla="*/ 5367649 w 5367649"/>
              <a:gd name="connsiteY2" fmla="*/ 6858000 h 6858000"/>
              <a:gd name="connsiteX3" fmla="*/ 0 w 5367649"/>
              <a:gd name="connsiteY3" fmla="*/ 6858000 h 6858000"/>
              <a:gd name="connsiteX4" fmla="*/ 0 w 5367649"/>
              <a:gd name="connsiteY4" fmla="*/ 0 h 6858000"/>
              <a:gd name="connsiteX0" fmla="*/ 2529444 w 7897093"/>
              <a:gd name="connsiteY0" fmla="*/ 0 h 6858000"/>
              <a:gd name="connsiteX1" fmla="*/ 7897093 w 7897093"/>
              <a:gd name="connsiteY1" fmla="*/ 0 h 6858000"/>
              <a:gd name="connsiteX2" fmla="*/ 7897093 w 7897093"/>
              <a:gd name="connsiteY2" fmla="*/ 6858000 h 6858000"/>
              <a:gd name="connsiteX3" fmla="*/ 0 w 7897093"/>
              <a:gd name="connsiteY3" fmla="*/ 6858000 h 6858000"/>
              <a:gd name="connsiteX4" fmla="*/ 2529444 w 7897093"/>
              <a:gd name="connsiteY4" fmla="*/ 0 h 6858000"/>
              <a:gd name="connsiteX0" fmla="*/ 3372592 w 7897093"/>
              <a:gd name="connsiteY0" fmla="*/ 0 h 6869909"/>
              <a:gd name="connsiteX1" fmla="*/ 7897093 w 7897093"/>
              <a:gd name="connsiteY1" fmla="*/ 11909 h 6869909"/>
              <a:gd name="connsiteX2" fmla="*/ 7897093 w 7897093"/>
              <a:gd name="connsiteY2" fmla="*/ 6869909 h 6869909"/>
              <a:gd name="connsiteX3" fmla="*/ 0 w 7897093"/>
              <a:gd name="connsiteY3" fmla="*/ 6869909 h 6869909"/>
              <a:gd name="connsiteX4" fmla="*/ 3372592 w 7897093"/>
              <a:gd name="connsiteY4" fmla="*/ 0 h 68699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897093" h="6869909">
                <a:moveTo>
                  <a:pt x="3372592" y="0"/>
                </a:moveTo>
                <a:lnTo>
                  <a:pt x="7897093" y="11909"/>
                </a:lnTo>
                <a:lnTo>
                  <a:pt x="7897093" y="6869909"/>
                </a:lnTo>
                <a:lnTo>
                  <a:pt x="0" y="6869909"/>
                </a:lnTo>
                <a:lnTo>
                  <a:pt x="3372592" y="0"/>
                </a:lnTo>
                <a:close/>
              </a:path>
            </a:pathLst>
          </a:custGeom>
          <a:solidFill>
            <a:schemeClr val="tx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989" name="Graphic 988">
            <a:extLst>
              <a:ext uri="{FF2B5EF4-FFF2-40B4-BE49-F238E27FC236}">
                <a16:creationId xmlns:a16="http://schemas.microsoft.com/office/drawing/2014/main" id="{3DBF9F29-5C96-B22B-8A59-3DDD2FEBF23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76861" y="-30650"/>
            <a:ext cx="9912076" cy="6919299"/>
          </a:xfrm>
          <a:prstGeom prst="rect">
            <a:avLst/>
          </a:prstGeom>
        </p:spPr>
      </p:pic>
      <p:sp>
        <p:nvSpPr>
          <p:cNvPr id="1226" name="Rectangle 1225">
            <a:extLst>
              <a:ext uri="{FF2B5EF4-FFF2-40B4-BE49-F238E27FC236}">
                <a16:creationId xmlns:a16="http://schemas.microsoft.com/office/drawing/2014/main" id="{C8F0BF5D-2C66-4B05-CC52-285F4FFB3133}"/>
              </a:ext>
            </a:extLst>
          </p:cNvPr>
          <p:cNvSpPr/>
          <p:nvPr userDrawn="1"/>
        </p:nvSpPr>
        <p:spPr>
          <a:xfrm rot="13500000">
            <a:off x="6673804" y="1570054"/>
            <a:ext cx="1905843" cy="1905843"/>
          </a:xfrm>
          <a:prstGeom prst="rect">
            <a:avLst/>
          </a:prstGeom>
          <a:gradFill>
            <a:gsLst>
              <a:gs pos="0">
                <a:schemeClr val="tx1">
                  <a:lumMod val="95000"/>
                  <a:lumOff val="5000"/>
                  <a:alpha val="3000"/>
                </a:schemeClr>
              </a:gs>
              <a:gs pos="100000">
                <a:schemeClr val="tx1">
                  <a:lumMod val="75000"/>
                  <a:lumOff val="25000"/>
                  <a:alpha val="26925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227" name="Rectangle 1226">
            <a:extLst>
              <a:ext uri="{FF2B5EF4-FFF2-40B4-BE49-F238E27FC236}">
                <a16:creationId xmlns:a16="http://schemas.microsoft.com/office/drawing/2014/main" id="{E66632F4-A135-3FAE-F0A0-184A0D11E967}"/>
              </a:ext>
            </a:extLst>
          </p:cNvPr>
          <p:cNvSpPr/>
          <p:nvPr userDrawn="1"/>
        </p:nvSpPr>
        <p:spPr>
          <a:xfrm rot="13500000">
            <a:off x="7823368" y="-1436702"/>
            <a:ext cx="1932491" cy="5168348"/>
          </a:xfrm>
          <a:custGeom>
            <a:avLst/>
            <a:gdLst>
              <a:gd name="connsiteX0" fmla="*/ 0 w 1905843"/>
              <a:gd name="connsiteY0" fmla="*/ 0 h 3294396"/>
              <a:gd name="connsiteX1" fmla="*/ 1905843 w 1905843"/>
              <a:gd name="connsiteY1" fmla="*/ 0 h 3294396"/>
              <a:gd name="connsiteX2" fmla="*/ 1905843 w 1905843"/>
              <a:gd name="connsiteY2" fmla="*/ 3294396 h 3294396"/>
              <a:gd name="connsiteX3" fmla="*/ 0 w 1905843"/>
              <a:gd name="connsiteY3" fmla="*/ 3294396 h 3294396"/>
              <a:gd name="connsiteX4" fmla="*/ 0 w 1905843"/>
              <a:gd name="connsiteY4" fmla="*/ 0 h 3294396"/>
              <a:gd name="connsiteX0" fmla="*/ 23655 w 1929498"/>
              <a:gd name="connsiteY0" fmla="*/ 0 h 5147395"/>
              <a:gd name="connsiteX1" fmla="*/ 1929498 w 1929498"/>
              <a:gd name="connsiteY1" fmla="*/ 0 h 5147395"/>
              <a:gd name="connsiteX2" fmla="*/ 1929498 w 1929498"/>
              <a:gd name="connsiteY2" fmla="*/ 3294396 h 5147395"/>
              <a:gd name="connsiteX3" fmla="*/ 0 w 1929498"/>
              <a:gd name="connsiteY3" fmla="*/ 5147395 h 5147395"/>
              <a:gd name="connsiteX4" fmla="*/ 23655 w 1929498"/>
              <a:gd name="connsiteY4" fmla="*/ 0 h 5147395"/>
              <a:gd name="connsiteX0" fmla="*/ 26648 w 1932491"/>
              <a:gd name="connsiteY0" fmla="*/ 0 h 5168348"/>
              <a:gd name="connsiteX1" fmla="*/ 1932491 w 1932491"/>
              <a:gd name="connsiteY1" fmla="*/ 0 h 5168348"/>
              <a:gd name="connsiteX2" fmla="*/ 1932491 w 1932491"/>
              <a:gd name="connsiteY2" fmla="*/ 3294396 h 5168348"/>
              <a:gd name="connsiteX3" fmla="*/ 0 w 1932491"/>
              <a:gd name="connsiteY3" fmla="*/ 5168348 h 5168348"/>
              <a:gd name="connsiteX4" fmla="*/ 26648 w 1932491"/>
              <a:gd name="connsiteY4" fmla="*/ 0 h 5168348"/>
              <a:gd name="connsiteX0" fmla="*/ 26648 w 1932491"/>
              <a:gd name="connsiteY0" fmla="*/ 0 h 5168348"/>
              <a:gd name="connsiteX1" fmla="*/ 1932491 w 1932491"/>
              <a:gd name="connsiteY1" fmla="*/ 0 h 5168348"/>
              <a:gd name="connsiteX2" fmla="*/ 1932491 w 1932491"/>
              <a:gd name="connsiteY2" fmla="*/ 3252489 h 5168348"/>
              <a:gd name="connsiteX3" fmla="*/ 0 w 1932491"/>
              <a:gd name="connsiteY3" fmla="*/ 5168348 h 5168348"/>
              <a:gd name="connsiteX4" fmla="*/ 26648 w 1932491"/>
              <a:gd name="connsiteY4" fmla="*/ 0 h 51683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32491" h="5168348">
                <a:moveTo>
                  <a:pt x="26648" y="0"/>
                </a:moveTo>
                <a:lnTo>
                  <a:pt x="1932491" y="0"/>
                </a:lnTo>
                <a:lnTo>
                  <a:pt x="1932491" y="3252489"/>
                </a:lnTo>
                <a:lnTo>
                  <a:pt x="0" y="5168348"/>
                </a:lnTo>
                <a:lnTo>
                  <a:pt x="26648" y="0"/>
                </a:lnTo>
                <a:close/>
              </a:path>
            </a:pathLst>
          </a:custGeom>
          <a:gradFill>
            <a:gsLst>
              <a:gs pos="0">
                <a:schemeClr val="tx1">
                  <a:lumMod val="95000"/>
                  <a:lumOff val="5000"/>
                  <a:alpha val="3000"/>
                </a:schemeClr>
              </a:gs>
              <a:gs pos="100000">
                <a:schemeClr val="tx1">
                  <a:lumMod val="75000"/>
                  <a:lumOff val="25000"/>
                  <a:alpha val="26925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225" name="Rectangle 1224">
            <a:extLst>
              <a:ext uri="{FF2B5EF4-FFF2-40B4-BE49-F238E27FC236}">
                <a16:creationId xmlns:a16="http://schemas.microsoft.com/office/drawing/2014/main" id="{2DBEFF83-F7ED-2832-5C87-01DA4CCDF014}"/>
              </a:ext>
            </a:extLst>
          </p:cNvPr>
          <p:cNvSpPr/>
          <p:nvPr userDrawn="1"/>
        </p:nvSpPr>
        <p:spPr>
          <a:xfrm rot="2700000">
            <a:off x="7072773" y="3847204"/>
            <a:ext cx="1905843" cy="1905843"/>
          </a:xfrm>
          <a:prstGeom prst="rect">
            <a:avLst/>
          </a:prstGeom>
          <a:gradFill>
            <a:gsLst>
              <a:gs pos="0">
                <a:schemeClr val="tx1">
                  <a:lumMod val="95000"/>
                  <a:lumOff val="5000"/>
                  <a:alpha val="3000"/>
                </a:schemeClr>
              </a:gs>
              <a:gs pos="100000">
                <a:schemeClr val="tx1">
                  <a:lumMod val="75000"/>
                  <a:lumOff val="25000"/>
                  <a:alpha val="26925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224" name="Rectangle 1223">
            <a:extLst>
              <a:ext uri="{FF2B5EF4-FFF2-40B4-BE49-F238E27FC236}">
                <a16:creationId xmlns:a16="http://schemas.microsoft.com/office/drawing/2014/main" id="{0882E48A-DC3E-7A00-C5AC-CD6DD55CA21B}"/>
              </a:ext>
            </a:extLst>
          </p:cNvPr>
          <p:cNvSpPr/>
          <p:nvPr userDrawn="1"/>
        </p:nvSpPr>
        <p:spPr>
          <a:xfrm rot="18900000">
            <a:off x="8389317" y="1861421"/>
            <a:ext cx="3894835" cy="5748200"/>
          </a:xfrm>
          <a:custGeom>
            <a:avLst/>
            <a:gdLst>
              <a:gd name="connsiteX0" fmla="*/ 0 w 3894583"/>
              <a:gd name="connsiteY0" fmla="*/ 0 h 4057711"/>
              <a:gd name="connsiteX1" fmla="*/ 3894583 w 3894583"/>
              <a:gd name="connsiteY1" fmla="*/ 0 h 4057711"/>
              <a:gd name="connsiteX2" fmla="*/ 3894583 w 3894583"/>
              <a:gd name="connsiteY2" fmla="*/ 4057711 h 4057711"/>
              <a:gd name="connsiteX3" fmla="*/ 0 w 3894583"/>
              <a:gd name="connsiteY3" fmla="*/ 4057711 h 4057711"/>
              <a:gd name="connsiteX4" fmla="*/ 0 w 3894583"/>
              <a:gd name="connsiteY4" fmla="*/ 0 h 4057711"/>
              <a:gd name="connsiteX0" fmla="*/ 0 w 3903321"/>
              <a:gd name="connsiteY0" fmla="*/ 0 h 4057711"/>
              <a:gd name="connsiteX1" fmla="*/ 3894583 w 3903321"/>
              <a:gd name="connsiteY1" fmla="*/ 0 h 4057711"/>
              <a:gd name="connsiteX2" fmla="*/ 3903321 w 3903321"/>
              <a:gd name="connsiteY2" fmla="*/ 3716946 h 4057711"/>
              <a:gd name="connsiteX3" fmla="*/ 0 w 3903321"/>
              <a:gd name="connsiteY3" fmla="*/ 4057711 h 4057711"/>
              <a:gd name="connsiteX4" fmla="*/ 0 w 3903321"/>
              <a:gd name="connsiteY4" fmla="*/ 0 h 4057711"/>
              <a:gd name="connsiteX0" fmla="*/ 0 w 3903321"/>
              <a:gd name="connsiteY0" fmla="*/ 0 h 4057711"/>
              <a:gd name="connsiteX1" fmla="*/ 3894583 w 3903321"/>
              <a:gd name="connsiteY1" fmla="*/ 0 h 4057711"/>
              <a:gd name="connsiteX2" fmla="*/ 3903321 w 3903321"/>
              <a:gd name="connsiteY2" fmla="*/ 3716946 h 4057711"/>
              <a:gd name="connsiteX3" fmla="*/ 3300948 w 3903321"/>
              <a:gd name="connsiteY3" fmla="*/ 3775471 h 4057711"/>
              <a:gd name="connsiteX4" fmla="*/ 0 w 3903321"/>
              <a:gd name="connsiteY4" fmla="*/ 4057711 h 4057711"/>
              <a:gd name="connsiteX5" fmla="*/ 0 w 3903321"/>
              <a:gd name="connsiteY5" fmla="*/ 0 h 4057711"/>
              <a:gd name="connsiteX0" fmla="*/ 0 w 3903321"/>
              <a:gd name="connsiteY0" fmla="*/ 0 h 5732682"/>
              <a:gd name="connsiteX1" fmla="*/ 3894583 w 3903321"/>
              <a:gd name="connsiteY1" fmla="*/ 0 h 5732682"/>
              <a:gd name="connsiteX2" fmla="*/ 3903321 w 3903321"/>
              <a:gd name="connsiteY2" fmla="*/ 3716946 h 5732682"/>
              <a:gd name="connsiteX3" fmla="*/ 1815565 w 3903321"/>
              <a:gd name="connsiteY3" fmla="*/ 5732682 h 5732682"/>
              <a:gd name="connsiteX4" fmla="*/ 0 w 3903321"/>
              <a:gd name="connsiteY4" fmla="*/ 4057711 h 5732682"/>
              <a:gd name="connsiteX5" fmla="*/ 0 w 3903321"/>
              <a:gd name="connsiteY5" fmla="*/ 0 h 5732682"/>
              <a:gd name="connsiteX0" fmla="*/ 0 w 3894835"/>
              <a:gd name="connsiteY0" fmla="*/ 0 h 5732682"/>
              <a:gd name="connsiteX1" fmla="*/ 3894583 w 3894835"/>
              <a:gd name="connsiteY1" fmla="*/ 0 h 5732682"/>
              <a:gd name="connsiteX2" fmla="*/ 3877108 w 3894835"/>
              <a:gd name="connsiteY2" fmla="*/ 3690733 h 5732682"/>
              <a:gd name="connsiteX3" fmla="*/ 1815565 w 3894835"/>
              <a:gd name="connsiteY3" fmla="*/ 5732682 h 5732682"/>
              <a:gd name="connsiteX4" fmla="*/ 0 w 3894835"/>
              <a:gd name="connsiteY4" fmla="*/ 4057711 h 5732682"/>
              <a:gd name="connsiteX5" fmla="*/ 0 w 3894835"/>
              <a:gd name="connsiteY5" fmla="*/ 0 h 5732682"/>
              <a:gd name="connsiteX0" fmla="*/ 0 w 3894835"/>
              <a:gd name="connsiteY0" fmla="*/ 0 h 5732682"/>
              <a:gd name="connsiteX1" fmla="*/ 3894583 w 3894835"/>
              <a:gd name="connsiteY1" fmla="*/ 0 h 5732682"/>
              <a:gd name="connsiteX2" fmla="*/ 3877108 w 3894835"/>
              <a:gd name="connsiteY2" fmla="*/ 3690733 h 5732682"/>
              <a:gd name="connsiteX3" fmla="*/ 1815565 w 3894835"/>
              <a:gd name="connsiteY3" fmla="*/ 5732682 h 5732682"/>
              <a:gd name="connsiteX4" fmla="*/ 8738 w 3894835"/>
              <a:gd name="connsiteY4" fmla="*/ 4031498 h 5732682"/>
              <a:gd name="connsiteX5" fmla="*/ 0 w 3894835"/>
              <a:gd name="connsiteY5" fmla="*/ 0 h 5732682"/>
              <a:gd name="connsiteX0" fmla="*/ 0 w 3894835"/>
              <a:gd name="connsiteY0" fmla="*/ 0 h 5732682"/>
              <a:gd name="connsiteX1" fmla="*/ 3894583 w 3894835"/>
              <a:gd name="connsiteY1" fmla="*/ 0 h 5732682"/>
              <a:gd name="connsiteX2" fmla="*/ 3877108 w 3894835"/>
              <a:gd name="connsiteY2" fmla="*/ 3690733 h 5732682"/>
              <a:gd name="connsiteX3" fmla="*/ 1815565 w 3894835"/>
              <a:gd name="connsiteY3" fmla="*/ 5732682 h 5732682"/>
              <a:gd name="connsiteX4" fmla="*/ 13911 w 3894835"/>
              <a:gd name="connsiteY4" fmla="*/ 4005635 h 5732682"/>
              <a:gd name="connsiteX5" fmla="*/ 0 w 3894835"/>
              <a:gd name="connsiteY5" fmla="*/ 0 h 5732682"/>
              <a:gd name="connsiteX0" fmla="*/ 0 w 3894835"/>
              <a:gd name="connsiteY0" fmla="*/ 0 h 5732682"/>
              <a:gd name="connsiteX1" fmla="*/ 3894583 w 3894835"/>
              <a:gd name="connsiteY1" fmla="*/ 0 h 5732682"/>
              <a:gd name="connsiteX2" fmla="*/ 3877108 w 3894835"/>
              <a:gd name="connsiteY2" fmla="*/ 3690733 h 5732682"/>
              <a:gd name="connsiteX3" fmla="*/ 1815565 w 3894835"/>
              <a:gd name="connsiteY3" fmla="*/ 5732682 h 5732682"/>
              <a:gd name="connsiteX4" fmla="*/ 3566 w 3894835"/>
              <a:gd name="connsiteY4" fmla="*/ 3964254 h 5732682"/>
              <a:gd name="connsiteX5" fmla="*/ 0 w 3894835"/>
              <a:gd name="connsiteY5" fmla="*/ 0 h 5732682"/>
              <a:gd name="connsiteX0" fmla="*/ 0 w 3894835"/>
              <a:gd name="connsiteY0" fmla="*/ 0 h 5748200"/>
              <a:gd name="connsiteX1" fmla="*/ 3894583 w 3894835"/>
              <a:gd name="connsiteY1" fmla="*/ 0 h 5748200"/>
              <a:gd name="connsiteX2" fmla="*/ 3877108 w 3894835"/>
              <a:gd name="connsiteY2" fmla="*/ 3690733 h 5748200"/>
              <a:gd name="connsiteX3" fmla="*/ 1800048 w 3894835"/>
              <a:gd name="connsiteY3" fmla="*/ 5748200 h 5748200"/>
              <a:gd name="connsiteX4" fmla="*/ 3566 w 3894835"/>
              <a:gd name="connsiteY4" fmla="*/ 3964254 h 5748200"/>
              <a:gd name="connsiteX5" fmla="*/ 0 w 3894835"/>
              <a:gd name="connsiteY5" fmla="*/ 0 h 5748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894835" h="5748200">
                <a:moveTo>
                  <a:pt x="0" y="0"/>
                </a:moveTo>
                <a:lnTo>
                  <a:pt x="3894583" y="0"/>
                </a:lnTo>
                <a:cubicBezTo>
                  <a:pt x="3897496" y="1238982"/>
                  <a:pt x="3874195" y="2451751"/>
                  <a:pt x="3877108" y="3690733"/>
                </a:cubicBezTo>
                <a:lnTo>
                  <a:pt x="1800048" y="5748200"/>
                </a:lnTo>
                <a:lnTo>
                  <a:pt x="3566" y="3964254"/>
                </a:lnTo>
                <a:cubicBezTo>
                  <a:pt x="653" y="2620421"/>
                  <a:pt x="2913" y="1343833"/>
                  <a:pt x="0" y="0"/>
                </a:cubicBezTo>
                <a:close/>
              </a:path>
            </a:pathLst>
          </a:custGeom>
          <a:gradFill>
            <a:gsLst>
              <a:gs pos="0">
                <a:schemeClr val="tx1">
                  <a:lumMod val="85000"/>
                  <a:lumOff val="15000"/>
                  <a:alpha val="19252"/>
                </a:schemeClr>
              </a:gs>
              <a:gs pos="100000">
                <a:schemeClr val="tx1">
                  <a:lumMod val="75000"/>
                  <a:lumOff val="25000"/>
                  <a:alpha val="26925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223" name="Rectangle 1222">
            <a:extLst>
              <a:ext uri="{FF2B5EF4-FFF2-40B4-BE49-F238E27FC236}">
                <a16:creationId xmlns:a16="http://schemas.microsoft.com/office/drawing/2014/main" id="{FD8E1BD3-415D-E8DE-A9F9-A1DC0BC936FD}"/>
              </a:ext>
            </a:extLst>
          </p:cNvPr>
          <p:cNvSpPr/>
          <p:nvPr userDrawn="1"/>
        </p:nvSpPr>
        <p:spPr>
          <a:xfrm>
            <a:off x="6299497" y="-10759"/>
            <a:ext cx="5891607" cy="4253729"/>
          </a:xfrm>
          <a:custGeom>
            <a:avLst/>
            <a:gdLst>
              <a:gd name="connsiteX0" fmla="*/ 0 w 4227515"/>
              <a:gd name="connsiteY0" fmla="*/ 0 h 6884264"/>
              <a:gd name="connsiteX1" fmla="*/ 4227515 w 4227515"/>
              <a:gd name="connsiteY1" fmla="*/ 0 h 6884264"/>
              <a:gd name="connsiteX2" fmla="*/ 4227515 w 4227515"/>
              <a:gd name="connsiteY2" fmla="*/ 6884264 h 6884264"/>
              <a:gd name="connsiteX3" fmla="*/ 0 w 4227515"/>
              <a:gd name="connsiteY3" fmla="*/ 6884264 h 6884264"/>
              <a:gd name="connsiteX4" fmla="*/ 0 w 4227515"/>
              <a:gd name="connsiteY4" fmla="*/ 0 h 6884264"/>
              <a:gd name="connsiteX0" fmla="*/ 0 w 5023581"/>
              <a:gd name="connsiteY0" fmla="*/ 10758 h 6895022"/>
              <a:gd name="connsiteX1" fmla="*/ 5023581 w 5023581"/>
              <a:gd name="connsiteY1" fmla="*/ 0 h 6895022"/>
              <a:gd name="connsiteX2" fmla="*/ 4227515 w 5023581"/>
              <a:gd name="connsiteY2" fmla="*/ 6895022 h 6895022"/>
              <a:gd name="connsiteX3" fmla="*/ 0 w 5023581"/>
              <a:gd name="connsiteY3" fmla="*/ 6895022 h 6895022"/>
              <a:gd name="connsiteX4" fmla="*/ 0 w 5023581"/>
              <a:gd name="connsiteY4" fmla="*/ 10758 h 6895022"/>
              <a:gd name="connsiteX0" fmla="*/ 0 w 5023581"/>
              <a:gd name="connsiteY0" fmla="*/ 10758 h 6895022"/>
              <a:gd name="connsiteX1" fmla="*/ 5023581 w 5023581"/>
              <a:gd name="connsiteY1" fmla="*/ 0 h 6895022"/>
              <a:gd name="connsiteX2" fmla="*/ 5023581 w 5023581"/>
              <a:gd name="connsiteY2" fmla="*/ 4463794 h 6895022"/>
              <a:gd name="connsiteX3" fmla="*/ 0 w 5023581"/>
              <a:gd name="connsiteY3" fmla="*/ 6895022 h 6895022"/>
              <a:gd name="connsiteX4" fmla="*/ 0 w 5023581"/>
              <a:gd name="connsiteY4" fmla="*/ 10758 h 6895022"/>
              <a:gd name="connsiteX0" fmla="*/ 1226372 w 6249953"/>
              <a:gd name="connsiteY0" fmla="*/ 10758 h 6389412"/>
              <a:gd name="connsiteX1" fmla="*/ 6249953 w 6249953"/>
              <a:gd name="connsiteY1" fmla="*/ 0 h 6389412"/>
              <a:gd name="connsiteX2" fmla="*/ 6249953 w 6249953"/>
              <a:gd name="connsiteY2" fmla="*/ 4463794 h 6389412"/>
              <a:gd name="connsiteX3" fmla="*/ 0 w 6249953"/>
              <a:gd name="connsiteY3" fmla="*/ 6389412 h 6389412"/>
              <a:gd name="connsiteX4" fmla="*/ 1226372 w 6249953"/>
              <a:gd name="connsiteY4" fmla="*/ 10758 h 6389412"/>
              <a:gd name="connsiteX0" fmla="*/ 3302307 w 6249953"/>
              <a:gd name="connsiteY0" fmla="*/ 10758 h 6389412"/>
              <a:gd name="connsiteX1" fmla="*/ 6249953 w 6249953"/>
              <a:gd name="connsiteY1" fmla="*/ 0 h 6389412"/>
              <a:gd name="connsiteX2" fmla="*/ 6249953 w 6249953"/>
              <a:gd name="connsiteY2" fmla="*/ 4463794 h 6389412"/>
              <a:gd name="connsiteX3" fmla="*/ 0 w 6249953"/>
              <a:gd name="connsiteY3" fmla="*/ 6389412 h 6389412"/>
              <a:gd name="connsiteX4" fmla="*/ 3302307 w 6249953"/>
              <a:gd name="connsiteY4" fmla="*/ 10758 h 6389412"/>
              <a:gd name="connsiteX0" fmla="*/ 2943961 w 5891607"/>
              <a:gd name="connsiteY0" fmla="*/ 10758 h 4463794"/>
              <a:gd name="connsiteX1" fmla="*/ 5891607 w 5891607"/>
              <a:gd name="connsiteY1" fmla="*/ 0 h 4463794"/>
              <a:gd name="connsiteX2" fmla="*/ 5891607 w 5891607"/>
              <a:gd name="connsiteY2" fmla="*/ 4463794 h 4463794"/>
              <a:gd name="connsiteX3" fmla="*/ 0 w 5891607"/>
              <a:gd name="connsiteY3" fmla="*/ 2707098 h 4463794"/>
              <a:gd name="connsiteX4" fmla="*/ 2943961 w 5891607"/>
              <a:gd name="connsiteY4" fmla="*/ 10758 h 4463794"/>
              <a:gd name="connsiteX0" fmla="*/ 2943961 w 5891607"/>
              <a:gd name="connsiteY0" fmla="*/ 10758 h 4253729"/>
              <a:gd name="connsiteX1" fmla="*/ 5891607 w 5891607"/>
              <a:gd name="connsiteY1" fmla="*/ 0 h 4253729"/>
              <a:gd name="connsiteX2" fmla="*/ 1591456 w 5891607"/>
              <a:gd name="connsiteY2" fmla="*/ 4253729 h 4253729"/>
              <a:gd name="connsiteX3" fmla="*/ 0 w 5891607"/>
              <a:gd name="connsiteY3" fmla="*/ 2707098 h 4253729"/>
              <a:gd name="connsiteX4" fmla="*/ 2943961 w 5891607"/>
              <a:gd name="connsiteY4" fmla="*/ 10758 h 42537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891607" h="4253729">
                <a:moveTo>
                  <a:pt x="2943961" y="10758"/>
                </a:moveTo>
                <a:lnTo>
                  <a:pt x="5891607" y="0"/>
                </a:lnTo>
                <a:lnTo>
                  <a:pt x="1591456" y="4253729"/>
                </a:lnTo>
                <a:lnTo>
                  <a:pt x="0" y="2707098"/>
                </a:lnTo>
                <a:lnTo>
                  <a:pt x="2943961" y="10758"/>
                </a:lnTo>
                <a:close/>
              </a:path>
            </a:pathLst>
          </a:custGeom>
          <a:gradFill>
            <a:gsLst>
              <a:gs pos="0">
                <a:schemeClr val="tx1">
                  <a:lumMod val="95000"/>
                  <a:lumOff val="5000"/>
                  <a:alpha val="3000"/>
                </a:schemeClr>
              </a:gs>
              <a:gs pos="100000">
                <a:schemeClr val="tx1">
                  <a:lumMod val="75000"/>
                  <a:lumOff val="25000"/>
                  <a:alpha val="26925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3" name="Oval 982">
            <a:extLst>
              <a:ext uri="{FF2B5EF4-FFF2-40B4-BE49-F238E27FC236}">
                <a16:creationId xmlns:a16="http://schemas.microsoft.com/office/drawing/2014/main" id="{BB72779E-97A9-0487-DF5A-BEF2685BDE82}"/>
              </a:ext>
            </a:extLst>
          </p:cNvPr>
          <p:cNvSpPr/>
          <p:nvPr userDrawn="1"/>
        </p:nvSpPr>
        <p:spPr>
          <a:xfrm>
            <a:off x="8285505" y="1384092"/>
            <a:ext cx="2013464" cy="2013464"/>
          </a:xfrm>
          <a:prstGeom prst="ellipse">
            <a:avLst/>
          </a:prstGeom>
          <a:solidFill>
            <a:srgbClr val="B8B8B8"/>
          </a:solidFill>
          <a:ln>
            <a:noFill/>
          </a:ln>
          <a:effectLst>
            <a:glow rad="139700">
              <a:srgbClr val="F3F3F3">
                <a:alpha val="18000"/>
              </a:srgbClr>
            </a:glow>
            <a:softEdge rad="510154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F5640BA-0723-564A-CF90-E03CF1D86BF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89397" y="1770614"/>
            <a:ext cx="6359129" cy="1949820"/>
          </a:xfrm>
        </p:spPr>
        <p:txBody>
          <a:bodyPr anchor="ctr">
            <a:noAutofit/>
          </a:bodyPr>
          <a:lstStyle>
            <a:lvl1pPr algn="l">
              <a:defRPr sz="4800" b="1">
                <a:solidFill>
                  <a:srgbClr val="7030A0"/>
                </a:solidFill>
                <a:latin typeface="Century Gothic" panose="020B0502020202020204" pitchFamily="34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8999FA-B677-EBA1-1CEF-76D229AB62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9397" y="4052065"/>
            <a:ext cx="5781964" cy="1090179"/>
          </a:xfrm>
        </p:spPr>
        <p:txBody>
          <a:bodyPr>
            <a:normAutofit/>
          </a:bodyPr>
          <a:lstStyle>
            <a:lvl1pPr marL="0" indent="0" algn="l">
              <a:buNone/>
              <a:defRPr sz="2000">
                <a:solidFill>
                  <a:srgbClr val="7C7C7C"/>
                </a:solidFill>
                <a:latin typeface="Century Gothic" panose="020B0502020202020204" pitchFamily="34" charset="0"/>
                <a:ea typeface="Roboto" panose="02000000000000000000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grpSp>
        <p:nvGrpSpPr>
          <p:cNvPr id="308" name="Group 307">
            <a:extLst>
              <a:ext uri="{FF2B5EF4-FFF2-40B4-BE49-F238E27FC236}">
                <a16:creationId xmlns:a16="http://schemas.microsoft.com/office/drawing/2014/main" id="{3E4490DB-AD9A-875D-34D5-9DB32FC0E41D}"/>
              </a:ext>
            </a:extLst>
          </p:cNvPr>
          <p:cNvGrpSpPr/>
          <p:nvPr userDrawn="1"/>
        </p:nvGrpSpPr>
        <p:grpSpPr>
          <a:xfrm>
            <a:off x="7119673" y="1030567"/>
            <a:ext cx="4323219" cy="4642260"/>
            <a:chOff x="7137569" y="1600781"/>
            <a:chExt cx="3833456" cy="4116354"/>
          </a:xfrm>
        </p:grpSpPr>
        <p:sp>
          <p:nvSpPr>
            <p:cNvPr id="305" name="Trapezoid 304">
              <a:extLst>
                <a:ext uri="{FF2B5EF4-FFF2-40B4-BE49-F238E27FC236}">
                  <a16:creationId xmlns:a16="http://schemas.microsoft.com/office/drawing/2014/main" id="{A232BE04-8F23-D0C5-F694-023B8EB5F6F2}"/>
                </a:ext>
              </a:extLst>
            </p:cNvPr>
            <p:cNvSpPr/>
            <p:nvPr userDrawn="1"/>
          </p:nvSpPr>
          <p:spPr>
            <a:xfrm rot="10800000">
              <a:off x="7424426" y="2080259"/>
              <a:ext cx="3309386" cy="2912674"/>
            </a:xfrm>
            <a:prstGeom prst="trapezoid">
              <a:avLst>
                <a:gd name="adj" fmla="val 36131"/>
              </a:avLst>
            </a:prstGeom>
            <a:gradFill>
              <a:gsLst>
                <a:gs pos="0">
                  <a:schemeClr val="bg1">
                    <a:alpha val="29482"/>
                  </a:schemeClr>
                </a:gs>
                <a:gs pos="100000">
                  <a:schemeClr val="bg1">
                    <a:alpha val="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4" name="Trapezoid 303">
              <a:extLst>
                <a:ext uri="{FF2B5EF4-FFF2-40B4-BE49-F238E27FC236}">
                  <a16:creationId xmlns:a16="http://schemas.microsoft.com/office/drawing/2014/main" id="{EE6693EB-B0BA-E894-43A6-28BB9FBBCA49}"/>
                </a:ext>
              </a:extLst>
            </p:cNvPr>
            <p:cNvSpPr/>
            <p:nvPr userDrawn="1"/>
          </p:nvSpPr>
          <p:spPr>
            <a:xfrm rot="10800000">
              <a:off x="7947196" y="1623059"/>
              <a:ext cx="2224088" cy="3400091"/>
            </a:xfrm>
            <a:prstGeom prst="trapezoid">
              <a:avLst/>
            </a:prstGeom>
            <a:gradFill flip="none" rotWithShape="1">
              <a:gsLst>
                <a:gs pos="0">
                  <a:schemeClr val="bg1">
                    <a:alpha val="19000"/>
                  </a:schemeClr>
                </a:gs>
                <a:gs pos="100000">
                  <a:schemeClr val="bg1">
                    <a:alpha val="0"/>
                  </a:schemeClr>
                </a:gs>
              </a:gsLst>
              <a:lin ang="54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6" name="Freeform 295">
              <a:extLst>
                <a:ext uri="{FF2B5EF4-FFF2-40B4-BE49-F238E27FC236}">
                  <a16:creationId xmlns:a16="http://schemas.microsoft.com/office/drawing/2014/main" id="{CD93825A-886A-2BF8-5EBF-20C87BF4E404}"/>
                </a:ext>
              </a:extLst>
            </p:cNvPr>
            <p:cNvSpPr/>
            <p:nvPr/>
          </p:nvSpPr>
          <p:spPr>
            <a:xfrm>
              <a:off x="7137569" y="4940163"/>
              <a:ext cx="3833456" cy="776972"/>
            </a:xfrm>
            <a:custGeom>
              <a:avLst/>
              <a:gdLst>
                <a:gd name="connsiteX0" fmla="*/ 1916728 w 3833456"/>
                <a:gd name="connsiteY0" fmla="*/ 776972 h 776972"/>
                <a:gd name="connsiteX1" fmla="*/ 562769 w 3833456"/>
                <a:gd name="connsiteY1" fmla="*/ 664103 h 776972"/>
                <a:gd name="connsiteX2" fmla="*/ 0 w 3833456"/>
                <a:gd name="connsiteY2" fmla="*/ 388486 h 776972"/>
                <a:gd name="connsiteX3" fmla="*/ 562769 w 3833456"/>
                <a:gd name="connsiteY3" fmla="*/ 112869 h 776972"/>
                <a:gd name="connsiteX4" fmla="*/ 1916728 w 3833456"/>
                <a:gd name="connsiteY4" fmla="*/ 0 h 776972"/>
                <a:gd name="connsiteX5" fmla="*/ 3270687 w 3833456"/>
                <a:gd name="connsiteY5" fmla="*/ 112869 h 776972"/>
                <a:gd name="connsiteX6" fmla="*/ 3833457 w 3833456"/>
                <a:gd name="connsiteY6" fmla="*/ 388486 h 776972"/>
                <a:gd name="connsiteX7" fmla="*/ 3270687 w 3833456"/>
                <a:gd name="connsiteY7" fmla="*/ 664103 h 776972"/>
                <a:gd name="connsiteX8" fmla="*/ 1916728 w 3833456"/>
                <a:gd name="connsiteY8" fmla="*/ 776972 h 776972"/>
                <a:gd name="connsiteX9" fmla="*/ 1916728 w 3833456"/>
                <a:gd name="connsiteY9" fmla="*/ 6556 h 776972"/>
                <a:gd name="connsiteX10" fmla="*/ 563531 w 3833456"/>
                <a:gd name="connsiteY10" fmla="*/ 119330 h 776972"/>
                <a:gd name="connsiteX11" fmla="*/ 5044 w 3833456"/>
                <a:gd name="connsiteY11" fmla="*/ 388486 h 776972"/>
                <a:gd name="connsiteX12" fmla="*/ 563531 w 3833456"/>
                <a:gd name="connsiteY12" fmla="*/ 657643 h 776972"/>
                <a:gd name="connsiteX13" fmla="*/ 1916728 w 3833456"/>
                <a:gd name="connsiteY13" fmla="*/ 770417 h 776972"/>
                <a:gd name="connsiteX14" fmla="*/ 3269925 w 3833456"/>
                <a:gd name="connsiteY14" fmla="*/ 657643 h 776972"/>
                <a:gd name="connsiteX15" fmla="*/ 3828412 w 3833456"/>
                <a:gd name="connsiteY15" fmla="*/ 388486 h 776972"/>
                <a:gd name="connsiteX16" fmla="*/ 3269925 w 3833456"/>
                <a:gd name="connsiteY16" fmla="*/ 119330 h 776972"/>
                <a:gd name="connsiteX17" fmla="*/ 1916728 w 3833456"/>
                <a:gd name="connsiteY17" fmla="*/ 6556 h 7769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833456" h="776972">
                  <a:moveTo>
                    <a:pt x="1916728" y="776972"/>
                  </a:moveTo>
                  <a:cubicBezTo>
                    <a:pt x="1405258" y="776972"/>
                    <a:pt x="924434" y="736879"/>
                    <a:pt x="562769" y="664103"/>
                  </a:cubicBezTo>
                  <a:cubicBezTo>
                    <a:pt x="199867" y="591043"/>
                    <a:pt x="0" y="493185"/>
                    <a:pt x="0" y="388486"/>
                  </a:cubicBezTo>
                  <a:cubicBezTo>
                    <a:pt x="0" y="283788"/>
                    <a:pt x="199867" y="185835"/>
                    <a:pt x="562769" y="112869"/>
                  </a:cubicBezTo>
                  <a:cubicBezTo>
                    <a:pt x="924434" y="40093"/>
                    <a:pt x="1405258" y="0"/>
                    <a:pt x="1916728" y="0"/>
                  </a:cubicBezTo>
                  <a:cubicBezTo>
                    <a:pt x="2428198" y="0"/>
                    <a:pt x="2909022" y="40093"/>
                    <a:pt x="3270687" y="112869"/>
                  </a:cubicBezTo>
                  <a:cubicBezTo>
                    <a:pt x="3633589" y="185930"/>
                    <a:pt x="3833457" y="283788"/>
                    <a:pt x="3833457" y="388486"/>
                  </a:cubicBezTo>
                  <a:cubicBezTo>
                    <a:pt x="3833457" y="493185"/>
                    <a:pt x="3633589" y="591138"/>
                    <a:pt x="3270687" y="664103"/>
                  </a:cubicBezTo>
                  <a:cubicBezTo>
                    <a:pt x="2909022" y="736879"/>
                    <a:pt x="2428198" y="776972"/>
                    <a:pt x="1916728" y="776972"/>
                  </a:cubicBezTo>
                  <a:close/>
                  <a:moveTo>
                    <a:pt x="1916728" y="6556"/>
                  </a:moveTo>
                  <a:cubicBezTo>
                    <a:pt x="1405544" y="6556"/>
                    <a:pt x="925005" y="46649"/>
                    <a:pt x="563531" y="119330"/>
                  </a:cubicBezTo>
                  <a:cubicBezTo>
                    <a:pt x="208528" y="190775"/>
                    <a:pt x="5044" y="288823"/>
                    <a:pt x="5044" y="388486"/>
                  </a:cubicBezTo>
                  <a:cubicBezTo>
                    <a:pt x="5044" y="488149"/>
                    <a:pt x="208623" y="586197"/>
                    <a:pt x="563531" y="657643"/>
                  </a:cubicBezTo>
                  <a:cubicBezTo>
                    <a:pt x="924910" y="730419"/>
                    <a:pt x="1405544" y="770417"/>
                    <a:pt x="1916728" y="770417"/>
                  </a:cubicBezTo>
                  <a:cubicBezTo>
                    <a:pt x="2427913" y="770417"/>
                    <a:pt x="2908451" y="730324"/>
                    <a:pt x="3269925" y="657643"/>
                  </a:cubicBezTo>
                  <a:cubicBezTo>
                    <a:pt x="3624928" y="586197"/>
                    <a:pt x="3828412" y="488149"/>
                    <a:pt x="3828412" y="388486"/>
                  </a:cubicBezTo>
                  <a:cubicBezTo>
                    <a:pt x="3828412" y="288823"/>
                    <a:pt x="3624833" y="190775"/>
                    <a:pt x="3269925" y="119330"/>
                  </a:cubicBezTo>
                  <a:cubicBezTo>
                    <a:pt x="2908546" y="46554"/>
                    <a:pt x="2427913" y="6556"/>
                    <a:pt x="1916728" y="6556"/>
                  </a:cubicBezTo>
                  <a:close/>
                </a:path>
              </a:pathLst>
            </a:custGeom>
            <a:solidFill>
              <a:srgbClr val="F2F2F2"/>
            </a:solidFill>
            <a:ln w="9502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7" name="Freeform 296">
              <a:extLst>
                <a:ext uri="{FF2B5EF4-FFF2-40B4-BE49-F238E27FC236}">
                  <a16:creationId xmlns:a16="http://schemas.microsoft.com/office/drawing/2014/main" id="{AB2AE10C-BE81-9B04-AE00-9CF67B3C7E35}"/>
                </a:ext>
              </a:extLst>
            </p:cNvPr>
            <p:cNvSpPr/>
            <p:nvPr/>
          </p:nvSpPr>
          <p:spPr>
            <a:xfrm>
              <a:off x="7424426" y="4943393"/>
              <a:ext cx="3259646" cy="652892"/>
            </a:xfrm>
            <a:custGeom>
              <a:avLst/>
              <a:gdLst>
                <a:gd name="connsiteX0" fmla="*/ 1629871 w 3259646"/>
                <a:gd name="connsiteY0" fmla="*/ 0 h 652892"/>
                <a:gd name="connsiteX1" fmla="*/ 0 w 3259646"/>
                <a:gd name="connsiteY1" fmla="*/ 326446 h 652892"/>
                <a:gd name="connsiteX2" fmla="*/ 1629871 w 3259646"/>
                <a:gd name="connsiteY2" fmla="*/ 652892 h 652892"/>
                <a:gd name="connsiteX3" fmla="*/ 3259647 w 3259646"/>
                <a:gd name="connsiteY3" fmla="*/ 326446 h 652892"/>
                <a:gd name="connsiteX4" fmla="*/ 3225764 w 3259646"/>
                <a:gd name="connsiteY4" fmla="*/ 326446 h 652892"/>
                <a:gd name="connsiteX5" fmla="*/ 2758360 w 3259646"/>
                <a:gd name="connsiteY5" fmla="*/ 552469 h 652892"/>
                <a:gd name="connsiteX6" fmla="*/ 1629871 w 3259646"/>
                <a:gd name="connsiteY6" fmla="*/ 646052 h 652892"/>
                <a:gd name="connsiteX7" fmla="*/ 501382 w 3259646"/>
                <a:gd name="connsiteY7" fmla="*/ 552469 h 652892"/>
                <a:gd name="connsiteX8" fmla="*/ 33882 w 3259646"/>
                <a:gd name="connsiteY8" fmla="*/ 326446 h 652892"/>
                <a:gd name="connsiteX9" fmla="*/ 501382 w 3259646"/>
                <a:gd name="connsiteY9" fmla="*/ 100423 h 652892"/>
                <a:gd name="connsiteX10" fmla="*/ 1629871 w 3259646"/>
                <a:gd name="connsiteY10" fmla="*/ 6841 h 652892"/>
                <a:gd name="connsiteX11" fmla="*/ 2758360 w 3259646"/>
                <a:gd name="connsiteY11" fmla="*/ 100423 h 652892"/>
                <a:gd name="connsiteX12" fmla="*/ 3225764 w 3259646"/>
                <a:gd name="connsiteY12" fmla="*/ 326446 h 652892"/>
                <a:gd name="connsiteX13" fmla="*/ 3259647 w 3259646"/>
                <a:gd name="connsiteY13" fmla="*/ 326446 h 652892"/>
                <a:gd name="connsiteX14" fmla="*/ 1629871 w 3259646"/>
                <a:gd name="connsiteY14" fmla="*/ 0 h 6528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259646" h="652892">
                  <a:moveTo>
                    <a:pt x="1629871" y="0"/>
                  </a:moveTo>
                  <a:cubicBezTo>
                    <a:pt x="729706" y="0"/>
                    <a:pt x="0" y="146122"/>
                    <a:pt x="0" y="326446"/>
                  </a:cubicBezTo>
                  <a:cubicBezTo>
                    <a:pt x="0" y="506771"/>
                    <a:pt x="729706" y="652892"/>
                    <a:pt x="1629871" y="652892"/>
                  </a:cubicBezTo>
                  <a:cubicBezTo>
                    <a:pt x="2530035" y="652892"/>
                    <a:pt x="3259647" y="506771"/>
                    <a:pt x="3259647" y="326446"/>
                  </a:cubicBezTo>
                  <a:lnTo>
                    <a:pt x="3225764" y="326446"/>
                  </a:lnTo>
                  <a:cubicBezTo>
                    <a:pt x="3225764" y="414708"/>
                    <a:pt x="3047216" y="494610"/>
                    <a:pt x="2758360" y="552469"/>
                  </a:cubicBezTo>
                  <a:cubicBezTo>
                    <a:pt x="2469504" y="610329"/>
                    <a:pt x="2070626" y="646052"/>
                    <a:pt x="1629871" y="646052"/>
                  </a:cubicBezTo>
                  <a:cubicBezTo>
                    <a:pt x="1189116" y="646052"/>
                    <a:pt x="790238" y="610329"/>
                    <a:pt x="501382" y="552469"/>
                  </a:cubicBezTo>
                  <a:cubicBezTo>
                    <a:pt x="212526" y="494610"/>
                    <a:pt x="33882" y="414708"/>
                    <a:pt x="33882" y="326446"/>
                  </a:cubicBezTo>
                  <a:cubicBezTo>
                    <a:pt x="33882" y="238184"/>
                    <a:pt x="212526" y="158283"/>
                    <a:pt x="501382" y="100423"/>
                  </a:cubicBezTo>
                  <a:cubicBezTo>
                    <a:pt x="790238" y="42563"/>
                    <a:pt x="1189116" y="6841"/>
                    <a:pt x="1629871" y="6841"/>
                  </a:cubicBezTo>
                  <a:cubicBezTo>
                    <a:pt x="2070626" y="6841"/>
                    <a:pt x="2469504" y="42563"/>
                    <a:pt x="2758360" y="100423"/>
                  </a:cubicBezTo>
                  <a:cubicBezTo>
                    <a:pt x="3047216" y="158283"/>
                    <a:pt x="3225764" y="238184"/>
                    <a:pt x="3225764" y="326446"/>
                  </a:cubicBezTo>
                  <a:lnTo>
                    <a:pt x="3259647" y="326446"/>
                  </a:lnTo>
                  <a:cubicBezTo>
                    <a:pt x="3259647" y="146122"/>
                    <a:pt x="2530035" y="0"/>
                    <a:pt x="1629871" y="0"/>
                  </a:cubicBezTo>
                </a:path>
              </a:pathLst>
            </a:custGeom>
            <a:solidFill>
              <a:schemeClr val="bg1"/>
            </a:solidFill>
            <a:ln w="9502" cap="flat">
              <a:solidFill>
                <a:schemeClr val="bg1"/>
              </a:solidFill>
              <a:prstDash val="solid"/>
              <a:miter/>
            </a:ln>
            <a:effectLst>
              <a:glow rad="127000">
                <a:srgbClr val="E2E2E2">
                  <a:alpha val="10000"/>
                </a:srgbClr>
              </a:glow>
              <a:outerShdw blurRad="50800" dist="50800" dir="5400000" algn="ctr" rotWithShape="0">
                <a:srgbClr val="EAEAEA"/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8" name="Freeform 297">
              <a:extLst>
                <a:ext uri="{FF2B5EF4-FFF2-40B4-BE49-F238E27FC236}">
                  <a16:creationId xmlns:a16="http://schemas.microsoft.com/office/drawing/2014/main" id="{ACF1E333-E3B0-05B6-79B3-C0B8581EEB56}"/>
                </a:ext>
              </a:extLst>
            </p:cNvPr>
            <p:cNvSpPr/>
            <p:nvPr/>
          </p:nvSpPr>
          <p:spPr>
            <a:xfrm>
              <a:off x="7595931" y="4919071"/>
              <a:ext cx="2916636" cy="584106"/>
            </a:xfrm>
            <a:custGeom>
              <a:avLst/>
              <a:gdLst>
                <a:gd name="connsiteX0" fmla="*/ 1458366 w 2916636"/>
                <a:gd name="connsiteY0" fmla="*/ 0 h 584106"/>
                <a:gd name="connsiteX1" fmla="*/ 427145 w 2916636"/>
                <a:gd name="connsiteY1" fmla="*/ 85507 h 584106"/>
                <a:gd name="connsiteX2" fmla="*/ 0 w 2916636"/>
                <a:gd name="connsiteY2" fmla="*/ 292053 h 584106"/>
                <a:gd name="connsiteX3" fmla="*/ 427145 w 2916636"/>
                <a:gd name="connsiteY3" fmla="*/ 498600 h 584106"/>
                <a:gd name="connsiteX4" fmla="*/ 1458080 w 2916636"/>
                <a:gd name="connsiteY4" fmla="*/ 584107 h 584106"/>
                <a:gd name="connsiteX5" fmla="*/ 1458366 w 2916636"/>
                <a:gd name="connsiteY5" fmla="*/ 584107 h 584106"/>
                <a:gd name="connsiteX6" fmla="*/ 2489586 w 2916636"/>
                <a:gd name="connsiteY6" fmla="*/ 498600 h 584106"/>
                <a:gd name="connsiteX7" fmla="*/ 2916636 w 2916636"/>
                <a:gd name="connsiteY7" fmla="*/ 292053 h 584106"/>
                <a:gd name="connsiteX8" fmla="*/ 2815084 w 2916636"/>
                <a:gd name="connsiteY8" fmla="*/ 292053 h 584106"/>
                <a:gd name="connsiteX9" fmla="*/ 2417729 w 2916636"/>
                <a:gd name="connsiteY9" fmla="*/ 484159 h 584106"/>
                <a:gd name="connsiteX10" fmla="*/ 1458366 w 2916636"/>
                <a:gd name="connsiteY10" fmla="*/ 563775 h 584106"/>
                <a:gd name="connsiteX11" fmla="*/ 498907 w 2916636"/>
                <a:gd name="connsiteY11" fmla="*/ 484159 h 584106"/>
                <a:gd name="connsiteX12" fmla="*/ 101552 w 2916636"/>
                <a:gd name="connsiteY12" fmla="*/ 292053 h 584106"/>
                <a:gd name="connsiteX13" fmla="*/ 498907 w 2916636"/>
                <a:gd name="connsiteY13" fmla="*/ 99948 h 584106"/>
                <a:gd name="connsiteX14" fmla="*/ 1458366 w 2916636"/>
                <a:gd name="connsiteY14" fmla="*/ 20332 h 584106"/>
                <a:gd name="connsiteX15" fmla="*/ 2417729 w 2916636"/>
                <a:gd name="connsiteY15" fmla="*/ 99948 h 584106"/>
                <a:gd name="connsiteX16" fmla="*/ 2815084 w 2916636"/>
                <a:gd name="connsiteY16" fmla="*/ 292053 h 584106"/>
                <a:gd name="connsiteX17" fmla="*/ 2916636 w 2916636"/>
                <a:gd name="connsiteY17" fmla="*/ 292053 h 584106"/>
                <a:gd name="connsiteX18" fmla="*/ 2489586 w 2916636"/>
                <a:gd name="connsiteY18" fmla="*/ 85507 h 584106"/>
                <a:gd name="connsiteX19" fmla="*/ 1458366 w 2916636"/>
                <a:gd name="connsiteY19" fmla="*/ 0 h 5841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2916636" h="584106">
                  <a:moveTo>
                    <a:pt x="1458366" y="0"/>
                  </a:moveTo>
                  <a:cubicBezTo>
                    <a:pt x="1055776" y="0"/>
                    <a:pt x="690875" y="32683"/>
                    <a:pt x="427145" y="85507"/>
                  </a:cubicBezTo>
                  <a:cubicBezTo>
                    <a:pt x="163320" y="138331"/>
                    <a:pt x="0" y="211392"/>
                    <a:pt x="0" y="292053"/>
                  </a:cubicBezTo>
                  <a:cubicBezTo>
                    <a:pt x="0" y="372715"/>
                    <a:pt x="163320" y="445776"/>
                    <a:pt x="427145" y="498600"/>
                  </a:cubicBezTo>
                  <a:cubicBezTo>
                    <a:pt x="690875" y="551424"/>
                    <a:pt x="1055585" y="584107"/>
                    <a:pt x="1458080" y="584107"/>
                  </a:cubicBezTo>
                  <a:lnTo>
                    <a:pt x="1458366" y="584107"/>
                  </a:lnTo>
                  <a:cubicBezTo>
                    <a:pt x="1860861" y="584107"/>
                    <a:pt x="2225857" y="551424"/>
                    <a:pt x="2489586" y="498600"/>
                  </a:cubicBezTo>
                  <a:cubicBezTo>
                    <a:pt x="2753316" y="445776"/>
                    <a:pt x="2916731" y="372715"/>
                    <a:pt x="2916636" y="292053"/>
                  </a:cubicBezTo>
                  <a:lnTo>
                    <a:pt x="2815084" y="292053"/>
                  </a:lnTo>
                  <a:cubicBezTo>
                    <a:pt x="2815084" y="367110"/>
                    <a:pt x="2663376" y="434945"/>
                    <a:pt x="2417729" y="484159"/>
                  </a:cubicBezTo>
                  <a:cubicBezTo>
                    <a:pt x="2172083" y="533373"/>
                    <a:pt x="1833165" y="563775"/>
                    <a:pt x="1458366" y="563775"/>
                  </a:cubicBezTo>
                  <a:cubicBezTo>
                    <a:pt x="1083567" y="563775"/>
                    <a:pt x="744649" y="533373"/>
                    <a:pt x="498907" y="484159"/>
                  </a:cubicBezTo>
                  <a:cubicBezTo>
                    <a:pt x="253356" y="434945"/>
                    <a:pt x="101552" y="367110"/>
                    <a:pt x="101552" y="292053"/>
                  </a:cubicBezTo>
                  <a:cubicBezTo>
                    <a:pt x="101552" y="216997"/>
                    <a:pt x="253356" y="149067"/>
                    <a:pt x="498907" y="99948"/>
                  </a:cubicBezTo>
                  <a:cubicBezTo>
                    <a:pt x="744554" y="50734"/>
                    <a:pt x="1083472" y="20332"/>
                    <a:pt x="1458366" y="20332"/>
                  </a:cubicBezTo>
                  <a:cubicBezTo>
                    <a:pt x="1833260" y="20332"/>
                    <a:pt x="2171988" y="50734"/>
                    <a:pt x="2417729" y="99948"/>
                  </a:cubicBezTo>
                  <a:cubicBezTo>
                    <a:pt x="2663376" y="149162"/>
                    <a:pt x="2815084" y="216997"/>
                    <a:pt x="2815084" y="292053"/>
                  </a:cubicBezTo>
                  <a:lnTo>
                    <a:pt x="2916636" y="292053"/>
                  </a:lnTo>
                  <a:cubicBezTo>
                    <a:pt x="2916636" y="211392"/>
                    <a:pt x="2753316" y="138331"/>
                    <a:pt x="2489586" y="85507"/>
                  </a:cubicBezTo>
                  <a:cubicBezTo>
                    <a:pt x="2225857" y="32683"/>
                    <a:pt x="1860861" y="0"/>
                    <a:pt x="1458366" y="0"/>
                  </a:cubicBezTo>
                </a:path>
              </a:pathLst>
            </a:custGeom>
            <a:solidFill>
              <a:schemeClr val="bg1"/>
            </a:solidFill>
            <a:ln w="9502" cap="flat">
              <a:solidFill>
                <a:schemeClr val="bg1"/>
              </a:solidFill>
              <a:prstDash val="solid"/>
              <a:miter/>
            </a:ln>
            <a:effectLst>
              <a:glow rad="127000">
                <a:srgbClr val="F3F3F3"/>
              </a:glo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9" name="Freeform 298">
              <a:extLst>
                <a:ext uri="{FF2B5EF4-FFF2-40B4-BE49-F238E27FC236}">
                  <a16:creationId xmlns:a16="http://schemas.microsoft.com/office/drawing/2014/main" id="{2C4D9CA5-60FC-B8D4-922F-C826EFB6B51D}"/>
                </a:ext>
              </a:extLst>
            </p:cNvPr>
            <p:cNvSpPr/>
            <p:nvPr/>
          </p:nvSpPr>
          <p:spPr>
            <a:xfrm>
              <a:off x="7759537" y="4884488"/>
              <a:ext cx="2589424" cy="518646"/>
            </a:xfrm>
            <a:custGeom>
              <a:avLst/>
              <a:gdLst>
                <a:gd name="connsiteX0" fmla="*/ 1318839 w 2589424"/>
                <a:gd name="connsiteY0" fmla="*/ 484634 h 518646"/>
                <a:gd name="connsiteX1" fmla="*/ 1295236 w 2589424"/>
                <a:gd name="connsiteY1" fmla="*/ 484634 h 518646"/>
                <a:gd name="connsiteX2" fmla="*/ 1295236 w 2589424"/>
                <a:gd name="connsiteY2" fmla="*/ 518552 h 518646"/>
                <a:gd name="connsiteX3" fmla="*/ 1322361 w 2589424"/>
                <a:gd name="connsiteY3" fmla="*/ 518552 h 518646"/>
                <a:gd name="connsiteX4" fmla="*/ 1318744 w 2589424"/>
                <a:gd name="connsiteY4" fmla="*/ 484634 h 518646"/>
                <a:gd name="connsiteX5" fmla="*/ 1248029 w 2589424"/>
                <a:gd name="connsiteY5" fmla="*/ 484539 h 518646"/>
                <a:gd name="connsiteX6" fmla="*/ 1241176 w 2589424"/>
                <a:gd name="connsiteY6" fmla="*/ 518457 h 518646"/>
                <a:gd name="connsiteX7" fmla="*/ 1268206 w 2589424"/>
                <a:gd name="connsiteY7" fmla="*/ 518647 h 518646"/>
                <a:gd name="connsiteX8" fmla="*/ 1271633 w 2589424"/>
                <a:gd name="connsiteY8" fmla="*/ 484729 h 518646"/>
                <a:gd name="connsiteX9" fmla="*/ 1248029 w 2589424"/>
                <a:gd name="connsiteY9" fmla="*/ 484634 h 518646"/>
                <a:gd name="connsiteX10" fmla="*/ 1365951 w 2589424"/>
                <a:gd name="connsiteY10" fmla="*/ 484254 h 518646"/>
                <a:gd name="connsiteX11" fmla="*/ 1342347 w 2589424"/>
                <a:gd name="connsiteY11" fmla="*/ 484539 h 518646"/>
                <a:gd name="connsiteX12" fmla="*/ 1349390 w 2589424"/>
                <a:gd name="connsiteY12" fmla="*/ 518457 h 518646"/>
                <a:gd name="connsiteX13" fmla="*/ 1376420 w 2589424"/>
                <a:gd name="connsiteY13" fmla="*/ 518172 h 518646"/>
                <a:gd name="connsiteX14" fmla="*/ 1365856 w 2589424"/>
                <a:gd name="connsiteY14" fmla="*/ 484349 h 518646"/>
                <a:gd name="connsiteX15" fmla="*/ 1200917 w 2589424"/>
                <a:gd name="connsiteY15" fmla="*/ 483969 h 518646"/>
                <a:gd name="connsiteX16" fmla="*/ 1187022 w 2589424"/>
                <a:gd name="connsiteY16" fmla="*/ 517792 h 518646"/>
                <a:gd name="connsiteX17" fmla="*/ 1214052 w 2589424"/>
                <a:gd name="connsiteY17" fmla="*/ 518172 h 518646"/>
                <a:gd name="connsiteX18" fmla="*/ 1224426 w 2589424"/>
                <a:gd name="connsiteY18" fmla="*/ 484349 h 518646"/>
                <a:gd name="connsiteX19" fmla="*/ 1200917 w 2589424"/>
                <a:gd name="connsiteY19" fmla="*/ 483969 h 518646"/>
                <a:gd name="connsiteX20" fmla="*/ 1412967 w 2589424"/>
                <a:gd name="connsiteY20" fmla="*/ 483494 h 518646"/>
                <a:gd name="connsiteX21" fmla="*/ 1389459 w 2589424"/>
                <a:gd name="connsiteY21" fmla="*/ 483969 h 518646"/>
                <a:gd name="connsiteX22" fmla="*/ 1403450 w 2589424"/>
                <a:gd name="connsiteY22" fmla="*/ 517792 h 518646"/>
                <a:gd name="connsiteX23" fmla="*/ 1430479 w 2589424"/>
                <a:gd name="connsiteY23" fmla="*/ 517317 h 518646"/>
                <a:gd name="connsiteX24" fmla="*/ 1412967 w 2589424"/>
                <a:gd name="connsiteY24" fmla="*/ 483589 h 518646"/>
                <a:gd name="connsiteX25" fmla="*/ 1154091 w 2589424"/>
                <a:gd name="connsiteY25" fmla="*/ 483019 h 518646"/>
                <a:gd name="connsiteX26" fmla="*/ 1133153 w 2589424"/>
                <a:gd name="connsiteY26" fmla="*/ 516652 h 518646"/>
                <a:gd name="connsiteX27" fmla="*/ 1160087 w 2589424"/>
                <a:gd name="connsiteY27" fmla="*/ 517222 h 518646"/>
                <a:gd name="connsiteX28" fmla="*/ 1177600 w 2589424"/>
                <a:gd name="connsiteY28" fmla="*/ 483494 h 518646"/>
                <a:gd name="connsiteX29" fmla="*/ 1154187 w 2589424"/>
                <a:gd name="connsiteY29" fmla="*/ 482924 h 518646"/>
                <a:gd name="connsiteX30" fmla="*/ 1459698 w 2589424"/>
                <a:gd name="connsiteY30" fmla="*/ 482354 h 518646"/>
                <a:gd name="connsiteX31" fmla="*/ 1436380 w 2589424"/>
                <a:gd name="connsiteY31" fmla="*/ 483019 h 518646"/>
                <a:gd name="connsiteX32" fmla="*/ 1457414 w 2589424"/>
                <a:gd name="connsiteY32" fmla="*/ 516652 h 518646"/>
                <a:gd name="connsiteX33" fmla="*/ 1484253 w 2589424"/>
                <a:gd name="connsiteY33" fmla="*/ 515891 h 518646"/>
                <a:gd name="connsiteX34" fmla="*/ 1459698 w 2589424"/>
                <a:gd name="connsiteY34" fmla="*/ 482354 h 518646"/>
                <a:gd name="connsiteX35" fmla="*/ 1107456 w 2589424"/>
                <a:gd name="connsiteY35" fmla="*/ 481594 h 518646"/>
                <a:gd name="connsiteX36" fmla="*/ 1079474 w 2589424"/>
                <a:gd name="connsiteY36" fmla="*/ 515036 h 518646"/>
                <a:gd name="connsiteX37" fmla="*/ 1106218 w 2589424"/>
                <a:gd name="connsiteY37" fmla="*/ 515891 h 518646"/>
                <a:gd name="connsiteX38" fmla="*/ 1130678 w 2589424"/>
                <a:gd name="connsiteY38" fmla="*/ 482354 h 518646"/>
                <a:gd name="connsiteX39" fmla="*/ 1107456 w 2589424"/>
                <a:gd name="connsiteY39" fmla="*/ 481594 h 518646"/>
                <a:gd name="connsiteX40" fmla="*/ 1506144 w 2589424"/>
                <a:gd name="connsiteY40" fmla="*/ 480739 h 518646"/>
                <a:gd name="connsiteX41" fmla="*/ 1482921 w 2589424"/>
                <a:gd name="connsiteY41" fmla="*/ 481594 h 518646"/>
                <a:gd name="connsiteX42" fmla="*/ 1510997 w 2589424"/>
                <a:gd name="connsiteY42" fmla="*/ 515036 h 518646"/>
                <a:gd name="connsiteX43" fmla="*/ 1537646 w 2589424"/>
                <a:gd name="connsiteY43" fmla="*/ 514086 h 518646"/>
                <a:gd name="connsiteX44" fmla="*/ 1506144 w 2589424"/>
                <a:gd name="connsiteY44" fmla="*/ 480739 h 518646"/>
                <a:gd name="connsiteX45" fmla="*/ 1061105 w 2589424"/>
                <a:gd name="connsiteY45" fmla="*/ 479884 h 518646"/>
                <a:gd name="connsiteX46" fmla="*/ 1026081 w 2589424"/>
                <a:gd name="connsiteY46" fmla="*/ 513041 h 518646"/>
                <a:gd name="connsiteX47" fmla="*/ 1052730 w 2589424"/>
                <a:gd name="connsiteY47" fmla="*/ 514086 h 518646"/>
                <a:gd name="connsiteX48" fmla="*/ 1084138 w 2589424"/>
                <a:gd name="connsiteY48" fmla="*/ 480739 h 518646"/>
                <a:gd name="connsiteX49" fmla="*/ 1061105 w 2589424"/>
                <a:gd name="connsiteY49" fmla="*/ 479789 h 518646"/>
                <a:gd name="connsiteX50" fmla="*/ 1552208 w 2589424"/>
                <a:gd name="connsiteY50" fmla="*/ 478743 h 518646"/>
                <a:gd name="connsiteX51" fmla="*/ 1529271 w 2589424"/>
                <a:gd name="connsiteY51" fmla="*/ 479789 h 518646"/>
                <a:gd name="connsiteX52" fmla="*/ 1564391 w 2589424"/>
                <a:gd name="connsiteY52" fmla="*/ 512946 h 518646"/>
                <a:gd name="connsiteX53" fmla="*/ 1590849 w 2589424"/>
                <a:gd name="connsiteY53" fmla="*/ 511806 h 518646"/>
                <a:gd name="connsiteX54" fmla="*/ 1552303 w 2589424"/>
                <a:gd name="connsiteY54" fmla="*/ 478743 h 518646"/>
                <a:gd name="connsiteX55" fmla="*/ 1015231 w 2589424"/>
                <a:gd name="connsiteY55" fmla="*/ 477698 h 518646"/>
                <a:gd name="connsiteX56" fmla="*/ 973354 w 2589424"/>
                <a:gd name="connsiteY56" fmla="*/ 510571 h 518646"/>
                <a:gd name="connsiteX57" fmla="*/ 999622 w 2589424"/>
                <a:gd name="connsiteY57" fmla="*/ 511901 h 518646"/>
                <a:gd name="connsiteX58" fmla="*/ 1038073 w 2589424"/>
                <a:gd name="connsiteY58" fmla="*/ 478839 h 518646"/>
                <a:gd name="connsiteX59" fmla="*/ 1015136 w 2589424"/>
                <a:gd name="connsiteY59" fmla="*/ 477698 h 518646"/>
                <a:gd name="connsiteX60" fmla="*/ 1597797 w 2589424"/>
                <a:gd name="connsiteY60" fmla="*/ 476463 h 518646"/>
                <a:gd name="connsiteX61" fmla="*/ 1575050 w 2589424"/>
                <a:gd name="connsiteY61" fmla="*/ 477698 h 518646"/>
                <a:gd name="connsiteX62" fmla="*/ 1617117 w 2589424"/>
                <a:gd name="connsiteY62" fmla="*/ 510571 h 518646"/>
                <a:gd name="connsiteX63" fmla="*/ 1643291 w 2589424"/>
                <a:gd name="connsiteY63" fmla="*/ 509146 h 518646"/>
                <a:gd name="connsiteX64" fmla="*/ 1597797 w 2589424"/>
                <a:gd name="connsiteY64" fmla="*/ 476463 h 518646"/>
                <a:gd name="connsiteX65" fmla="*/ 969928 w 2589424"/>
                <a:gd name="connsiteY65" fmla="*/ 475228 h 518646"/>
                <a:gd name="connsiteX66" fmla="*/ 921103 w 2589424"/>
                <a:gd name="connsiteY66" fmla="*/ 507721 h 518646"/>
                <a:gd name="connsiteX67" fmla="*/ 947181 w 2589424"/>
                <a:gd name="connsiteY67" fmla="*/ 509241 h 518646"/>
                <a:gd name="connsiteX68" fmla="*/ 992579 w 2589424"/>
                <a:gd name="connsiteY68" fmla="*/ 476558 h 518646"/>
                <a:gd name="connsiteX69" fmla="*/ 969928 w 2589424"/>
                <a:gd name="connsiteY69" fmla="*/ 475228 h 518646"/>
                <a:gd name="connsiteX70" fmla="*/ 1642910 w 2589424"/>
                <a:gd name="connsiteY70" fmla="*/ 473708 h 518646"/>
                <a:gd name="connsiteX71" fmla="*/ 1620449 w 2589424"/>
                <a:gd name="connsiteY71" fmla="*/ 475133 h 518646"/>
                <a:gd name="connsiteX72" fmla="*/ 1669369 w 2589424"/>
                <a:gd name="connsiteY72" fmla="*/ 507626 h 518646"/>
                <a:gd name="connsiteX73" fmla="*/ 1695256 w 2589424"/>
                <a:gd name="connsiteY73" fmla="*/ 506011 h 518646"/>
                <a:gd name="connsiteX74" fmla="*/ 1642910 w 2589424"/>
                <a:gd name="connsiteY74" fmla="*/ 473708 h 518646"/>
                <a:gd name="connsiteX75" fmla="*/ 924910 w 2589424"/>
                <a:gd name="connsiteY75" fmla="*/ 472283 h 518646"/>
                <a:gd name="connsiteX76" fmla="*/ 869328 w 2589424"/>
                <a:gd name="connsiteY76" fmla="*/ 504301 h 518646"/>
                <a:gd name="connsiteX77" fmla="*/ 895216 w 2589424"/>
                <a:gd name="connsiteY77" fmla="*/ 506011 h 518646"/>
                <a:gd name="connsiteX78" fmla="*/ 947467 w 2589424"/>
                <a:gd name="connsiteY78" fmla="*/ 473708 h 518646"/>
                <a:gd name="connsiteX79" fmla="*/ 925005 w 2589424"/>
                <a:gd name="connsiteY79" fmla="*/ 472188 h 518646"/>
                <a:gd name="connsiteX80" fmla="*/ 1687452 w 2589424"/>
                <a:gd name="connsiteY80" fmla="*/ 470573 h 518646"/>
                <a:gd name="connsiteX81" fmla="*/ 1665276 w 2589424"/>
                <a:gd name="connsiteY81" fmla="*/ 472188 h 518646"/>
                <a:gd name="connsiteX82" fmla="*/ 1720953 w 2589424"/>
                <a:gd name="connsiteY82" fmla="*/ 504206 h 518646"/>
                <a:gd name="connsiteX83" fmla="*/ 1746555 w 2589424"/>
                <a:gd name="connsiteY83" fmla="*/ 502400 h 518646"/>
                <a:gd name="connsiteX84" fmla="*/ 1687452 w 2589424"/>
                <a:gd name="connsiteY84" fmla="*/ 470573 h 518646"/>
                <a:gd name="connsiteX85" fmla="*/ 880559 w 2589424"/>
                <a:gd name="connsiteY85" fmla="*/ 468958 h 518646"/>
                <a:gd name="connsiteX86" fmla="*/ 818219 w 2589424"/>
                <a:gd name="connsiteY86" fmla="*/ 500500 h 518646"/>
                <a:gd name="connsiteX87" fmla="*/ 843631 w 2589424"/>
                <a:gd name="connsiteY87" fmla="*/ 502495 h 518646"/>
                <a:gd name="connsiteX88" fmla="*/ 902639 w 2589424"/>
                <a:gd name="connsiteY88" fmla="*/ 470668 h 518646"/>
                <a:gd name="connsiteX89" fmla="*/ 880559 w 2589424"/>
                <a:gd name="connsiteY89" fmla="*/ 468958 h 518646"/>
                <a:gd name="connsiteX90" fmla="*/ 1731137 w 2589424"/>
                <a:gd name="connsiteY90" fmla="*/ 467153 h 518646"/>
                <a:gd name="connsiteX91" fmla="*/ 1709342 w 2589424"/>
                <a:gd name="connsiteY91" fmla="*/ 468958 h 518646"/>
                <a:gd name="connsiteX92" fmla="*/ 1771777 w 2589424"/>
                <a:gd name="connsiteY92" fmla="*/ 500500 h 518646"/>
                <a:gd name="connsiteX93" fmla="*/ 1796808 w 2589424"/>
                <a:gd name="connsiteY93" fmla="*/ 498410 h 518646"/>
                <a:gd name="connsiteX94" fmla="*/ 1731042 w 2589424"/>
                <a:gd name="connsiteY94" fmla="*/ 467153 h 518646"/>
                <a:gd name="connsiteX95" fmla="*/ 837064 w 2589424"/>
                <a:gd name="connsiteY95" fmla="*/ 465252 h 518646"/>
                <a:gd name="connsiteX96" fmla="*/ 768157 w 2589424"/>
                <a:gd name="connsiteY96" fmla="*/ 496225 h 518646"/>
                <a:gd name="connsiteX97" fmla="*/ 793188 w 2589424"/>
                <a:gd name="connsiteY97" fmla="*/ 498410 h 518646"/>
                <a:gd name="connsiteX98" fmla="*/ 858859 w 2589424"/>
                <a:gd name="connsiteY98" fmla="*/ 467153 h 518646"/>
                <a:gd name="connsiteX99" fmla="*/ 837159 w 2589424"/>
                <a:gd name="connsiteY99" fmla="*/ 465252 h 518646"/>
                <a:gd name="connsiteX100" fmla="*/ 1773966 w 2589424"/>
                <a:gd name="connsiteY100" fmla="*/ 463352 h 518646"/>
                <a:gd name="connsiteX101" fmla="*/ 1752647 w 2589424"/>
                <a:gd name="connsiteY101" fmla="*/ 465347 h 518646"/>
                <a:gd name="connsiteX102" fmla="*/ 1821649 w 2589424"/>
                <a:gd name="connsiteY102" fmla="*/ 496320 h 518646"/>
                <a:gd name="connsiteX103" fmla="*/ 1846204 w 2589424"/>
                <a:gd name="connsiteY103" fmla="*/ 494040 h 518646"/>
                <a:gd name="connsiteX104" fmla="*/ 1773966 w 2589424"/>
                <a:gd name="connsiteY104" fmla="*/ 463352 h 518646"/>
                <a:gd name="connsiteX105" fmla="*/ 794330 w 2589424"/>
                <a:gd name="connsiteY105" fmla="*/ 461262 h 518646"/>
                <a:gd name="connsiteX106" fmla="*/ 718952 w 2589424"/>
                <a:gd name="connsiteY106" fmla="*/ 491570 h 518646"/>
                <a:gd name="connsiteX107" fmla="*/ 743412 w 2589424"/>
                <a:gd name="connsiteY107" fmla="*/ 493945 h 518646"/>
                <a:gd name="connsiteX108" fmla="*/ 815554 w 2589424"/>
                <a:gd name="connsiteY108" fmla="*/ 463257 h 518646"/>
                <a:gd name="connsiteX109" fmla="*/ 794330 w 2589424"/>
                <a:gd name="connsiteY109" fmla="*/ 461167 h 518646"/>
                <a:gd name="connsiteX110" fmla="*/ 1816033 w 2589424"/>
                <a:gd name="connsiteY110" fmla="*/ 459077 h 518646"/>
                <a:gd name="connsiteX111" fmla="*/ 1795095 w 2589424"/>
                <a:gd name="connsiteY111" fmla="*/ 461262 h 518646"/>
                <a:gd name="connsiteX112" fmla="*/ 1870473 w 2589424"/>
                <a:gd name="connsiteY112" fmla="*/ 491665 h 518646"/>
                <a:gd name="connsiteX113" fmla="*/ 1894552 w 2589424"/>
                <a:gd name="connsiteY113" fmla="*/ 489194 h 518646"/>
                <a:gd name="connsiteX114" fmla="*/ 1816033 w 2589424"/>
                <a:gd name="connsiteY114" fmla="*/ 459172 h 518646"/>
                <a:gd name="connsiteX115" fmla="*/ 752548 w 2589424"/>
                <a:gd name="connsiteY115" fmla="*/ 456892 h 518646"/>
                <a:gd name="connsiteX116" fmla="*/ 670793 w 2589424"/>
                <a:gd name="connsiteY116" fmla="*/ 486629 h 518646"/>
                <a:gd name="connsiteX117" fmla="*/ 694777 w 2589424"/>
                <a:gd name="connsiteY117" fmla="*/ 489194 h 518646"/>
                <a:gd name="connsiteX118" fmla="*/ 773392 w 2589424"/>
                <a:gd name="connsiteY118" fmla="*/ 459172 h 518646"/>
                <a:gd name="connsiteX119" fmla="*/ 752548 w 2589424"/>
                <a:gd name="connsiteY119" fmla="*/ 456987 h 518646"/>
                <a:gd name="connsiteX120" fmla="*/ 1857244 w 2589424"/>
                <a:gd name="connsiteY120" fmla="*/ 454612 h 518646"/>
                <a:gd name="connsiteX121" fmla="*/ 1836686 w 2589424"/>
                <a:gd name="connsiteY121" fmla="*/ 456892 h 518646"/>
                <a:gd name="connsiteX122" fmla="*/ 1918441 w 2589424"/>
                <a:gd name="connsiteY122" fmla="*/ 486629 h 518646"/>
                <a:gd name="connsiteX123" fmla="*/ 1941950 w 2589424"/>
                <a:gd name="connsiteY123" fmla="*/ 483969 h 518646"/>
                <a:gd name="connsiteX124" fmla="*/ 1857244 w 2589424"/>
                <a:gd name="connsiteY124" fmla="*/ 454612 h 518646"/>
                <a:gd name="connsiteX125" fmla="*/ 711718 w 2589424"/>
                <a:gd name="connsiteY125" fmla="*/ 452141 h 518646"/>
                <a:gd name="connsiteX126" fmla="*/ 623777 w 2589424"/>
                <a:gd name="connsiteY126" fmla="*/ 481119 h 518646"/>
                <a:gd name="connsiteX127" fmla="*/ 647094 w 2589424"/>
                <a:gd name="connsiteY127" fmla="*/ 483874 h 518646"/>
                <a:gd name="connsiteX128" fmla="*/ 731990 w 2589424"/>
                <a:gd name="connsiteY128" fmla="*/ 454517 h 518646"/>
                <a:gd name="connsiteX129" fmla="*/ 711718 w 2589424"/>
                <a:gd name="connsiteY129" fmla="*/ 452046 h 518646"/>
                <a:gd name="connsiteX130" fmla="*/ 1897503 w 2589424"/>
                <a:gd name="connsiteY130" fmla="*/ 449671 h 518646"/>
                <a:gd name="connsiteX131" fmla="*/ 1877516 w 2589424"/>
                <a:gd name="connsiteY131" fmla="*/ 452141 h 518646"/>
                <a:gd name="connsiteX132" fmla="*/ 1965363 w 2589424"/>
                <a:gd name="connsiteY132" fmla="*/ 481119 h 518646"/>
                <a:gd name="connsiteX133" fmla="*/ 1988300 w 2589424"/>
                <a:gd name="connsiteY133" fmla="*/ 478268 h 518646"/>
                <a:gd name="connsiteX134" fmla="*/ 1897503 w 2589424"/>
                <a:gd name="connsiteY134" fmla="*/ 449671 h 518646"/>
                <a:gd name="connsiteX135" fmla="*/ 671840 w 2589424"/>
                <a:gd name="connsiteY135" fmla="*/ 447011 h 518646"/>
                <a:gd name="connsiteX136" fmla="*/ 577997 w 2589424"/>
                <a:gd name="connsiteY136" fmla="*/ 475228 h 518646"/>
                <a:gd name="connsiteX137" fmla="*/ 600744 w 2589424"/>
                <a:gd name="connsiteY137" fmla="*/ 478173 h 518646"/>
                <a:gd name="connsiteX138" fmla="*/ 691636 w 2589424"/>
                <a:gd name="connsiteY138" fmla="*/ 449576 h 518646"/>
                <a:gd name="connsiteX139" fmla="*/ 671840 w 2589424"/>
                <a:gd name="connsiteY139" fmla="*/ 447011 h 518646"/>
                <a:gd name="connsiteX140" fmla="*/ 1936620 w 2589424"/>
                <a:gd name="connsiteY140" fmla="*/ 444541 h 518646"/>
                <a:gd name="connsiteX141" fmla="*/ 1917109 w 2589424"/>
                <a:gd name="connsiteY141" fmla="*/ 447201 h 518646"/>
                <a:gd name="connsiteX142" fmla="*/ 2010856 w 2589424"/>
                <a:gd name="connsiteY142" fmla="*/ 475418 h 518646"/>
                <a:gd name="connsiteX143" fmla="*/ 2033222 w 2589424"/>
                <a:gd name="connsiteY143" fmla="*/ 472378 h 518646"/>
                <a:gd name="connsiteX144" fmla="*/ 1936620 w 2589424"/>
                <a:gd name="connsiteY144" fmla="*/ 444541 h 518646"/>
                <a:gd name="connsiteX145" fmla="*/ 633104 w 2589424"/>
                <a:gd name="connsiteY145" fmla="*/ 441691 h 518646"/>
                <a:gd name="connsiteX146" fmla="*/ 533456 w 2589424"/>
                <a:gd name="connsiteY146" fmla="*/ 469148 h 518646"/>
                <a:gd name="connsiteX147" fmla="*/ 555536 w 2589424"/>
                <a:gd name="connsiteY147" fmla="*/ 472283 h 518646"/>
                <a:gd name="connsiteX148" fmla="*/ 652329 w 2589424"/>
                <a:gd name="connsiteY148" fmla="*/ 444446 h 518646"/>
                <a:gd name="connsiteX149" fmla="*/ 633104 w 2589424"/>
                <a:gd name="connsiteY149" fmla="*/ 441691 h 518646"/>
                <a:gd name="connsiteX150" fmla="*/ 1974690 w 2589424"/>
                <a:gd name="connsiteY150" fmla="*/ 438935 h 518646"/>
                <a:gd name="connsiteX151" fmla="*/ 1955845 w 2589424"/>
                <a:gd name="connsiteY151" fmla="*/ 441786 h 518646"/>
                <a:gd name="connsiteX152" fmla="*/ 2055398 w 2589424"/>
                <a:gd name="connsiteY152" fmla="*/ 469243 h 518646"/>
                <a:gd name="connsiteX153" fmla="*/ 2077098 w 2589424"/>
                <a:gd name="connsiteY153" fmla="*/ 466012 h 518646"/>
                <a:gd name="connsiteX154" fmla="*/ 1974690 w 2589424"/>
                <a:gd name="connsiteY154" fmla="*/ 439030 h 518646"/>
                <a:gd name="connsiteX155" fmla="*/ 595605 w 2589424"/>
                <a:gd name="connsiteY155" fmla="*/ 435895 h 518646"/>
                <a:gd name="connsiteX156" fmla="*/ 490246 w 2589424"/>
                <a:gd name="connsiteY156" fmla="*/ 462497 h 518646"/>
                <a:gd name="connsiteX157" fmla="*/ 511661 w 2589424"/>
                <a:gd name="connsiteY157" fmla="*/ 465822 h 518646"/>
                <a:gd name="connsiteX158" fmla="*/ 614164 w 2589424"/>
                <a:gd name="connsiteY158" fmla="*/ 438840 h 518646"/>
                <a:gd name="connsiteX159" fmla="*/ 595510 w 2589424"/>
                <a:gd name="connsiteY159" fmla="*/ 435895 h 518646"/>
                <a:gd name="connsiteX160" fmla="*/ 2011618 w 2589424"/>
                <a:gd name="connsiteY160" fmla="*/ 433045 h 518646"/>
                <a:gd name="connsiteX161" fmla="*/ 1993344 w 2589424"/>
                <a:gd name="connsiteY161" fmla="*/ 435990 h 518646"/>
                <a:gd name="connsiteX162" fmla="*/ 2098513 w 2589424"/>
                <a:gd name="connsiteY162" fmla="*/ 462592 h 518646"/>
                <a:gd name="connsiteX163" fmla="*/ 2119546 w 2589424"/>
                <a:gd name="connsiteY163" fmla="*/ 459172 h 518646"/>
                <a:gd name="connsiteX164" fmla="*/ 2011618 w 2589424"/>
                <a:gd name="connsiteY164" fmla="*/ 433045 h 518646"/>
                <a:gd name="connsiteX165" fmla="*/ 559248 w 2589424"/>
                <a:gd name="connsiteY165" fmla="*/ 429910 h 518646"/>
                <a:gd name="connsiteX166" fmla="*/ 448560 w 2589424"/>
                <a:gd name="connsiteY166" fmla="*/ 455562 h 518646"/>
                <a:gd name="connsiteX167" fmla="*/ 469213 w 2589424"/>
                <a:gd name="connsiteY167" fmla="*/ 459077 h 518646"/>
                <a:gd name="connsiteX168" fmla="*/ 577236 w 2589424"/>
                <a:gd name="connsiteY168" fmla="*/ 432950 h 518646"/>
                <a:gd name="connsiteX169" fmla="*/ 559343 w 2589424"/>
                <a:gd name="connsiteY169" fmla="*/ 429910 h 518646"/>
                <a:gd name="connsiteX170" fmla="*/ 2047308 w 2589424"/>
                <a:gd name="connsiteY170" fmla="*/ 426964 h 518646"/>
                <a:gd name="connsiteX171" fmla="*/ 2029606 w 2589424"/>
                <a:gd name="connsiteY171" fmla="*/ 430100 h 518646"/>
                <a:gd name="connsiteX172" fmla="*/ 2140294 w 2589424"/>
                <a:gd name="connsiteY172" fmla="*/ 455752 h 518646"/>
                <a:gd name="connsiteX173" fmla="*/ 2160566 w 2589424"/>
                <a:gd name="connsiteY173" fmla="*/ 452141 h 518646"/>
                <a:gd name="connsiteX174" fmla="*/ 2047308 w 2589424"/>
                <a:gd name="connsiteY174" fmla="*/ 426964 h 518646"/>
                <a:gd name="connsiteX175" fmla="*/ 524224 w 2589424"/>
                <a:gd name="connsiteY175" fmla="*/ 423544 h 518646"/>
                <a:gd name="connsiteX176" fmla="*/ 408301 w 2589424"/>
                <a:gd name="connsiteY176" fmla="*/ 448246 h 518646"/>
                <a:gd name="connsiteX177" fmla="*/ 428192 w 2589424"/>
                <a:gd name="connsiteY177" fmla="*/ 451951 h 518646"/>
                <a:gd name="connsiteX178" fmla="*/ 541641 w 2589424"/>
                <a:gd name="connsiteY178" fmla="*/ 426774 h 518646"/>
                <a:gd name="connsiteX179" fmla="*/ 524224 w 2589424"/>
                <a:gd name="connsiteY179" fmla="*/ 423544 h 518646"/>
                <a:gd name="connsiteX180" fmla="*/ 2081666 w 2589424"/>
                <a:gd name="connsiteY180" fmla="*/ 420409 h 518646"/>
                <a:gd name="connsiteX181" fmla="*/ 2064630 w 2589424"/>
                <a:gd name="connsiteY181" fmla="*/ 423734 h 518646"/>
                <a:gd name="connsiteX182" fmla="*/ 2180458 w 2589424"/>
                <a:gd name="connsiteY182" fmla="*/ 448436 h 518646"/>
                <a:gd name="connsiteX183" fmla="*/ 2200064 w 2589424"/>
                <a:gd name="connsiteY183" fmla="*/ 444731 h 518646"/>
                <a:gd name="connsiteX184" fmla="*/ 2081666 w 2589424"/>
                <a:gd name="connsiteY184" fmla="*/ 420504 h 518646"/>
                <a:gd name="connsiteX185" fmla="*/ 490532 w 2589424"/>
                <a:gd name="connsiteY185" fmla="*/ 416989 h 518646"/>
                <a:gd name="connsiteX186" fmla="*/ 369564 w 2589424"/>
                <a:gd name="connsiteY186" fmla="*/ 440740 h 518646"/>
                <a:gd name="connsiteX187" fmla="*/ 388695 w 2589424"/>
                <a:gd name="connsiteY187" fmla="*/ 444541 h 518646"/>
                <a:gd name="connsiteX188" fmla="*/ 507282 w 2589424"/>
                <a:gd name="connsiteY188" fmla="*/ 420314 h 518646"/>
                <a:gd name="connsiteX189" fmla="*/ 490532 w 2589424"/>
                <a:gd name="connsiteY189" fmla="*/ 416989 h 518646"/>
                <a:gd name="connsiteX190" fmla="*/ 2114692 w 2589424"/>
                <a:gd name="connsiteY190" fmla="*/ 413758 h 518646"/>
                <a:gd name="connsiteX191" fmla="*/ 2098322 w 2589424"/>
                <a:gd name="connsiteY191" fmla="*/ 417179 h 518646"/>
                <a:gd name="connsiteX192" fmla="*/ 2219194 w 2589424"/>
                <a:gd name="connsiteY192" fmla="*/ 440930 h 518646"/>
                <a:gd name="connsiteX193" fmla="*/ 2238039 w 2589424"/>
                <a:gd name="connsiteY193" fmla="*/ 437035 h 518646"/>
                <a:gd name="connsiteX194" fmla="*/ 2114692 w 2589424"/>
                <a:gd name="connsiteY194" fmla="*/ 413853 h 518646"/>
                <a:gd name="connsiteX195" fmla="*/ 458267 w 2589424"/>
                <a:gd name="connsiteY195" fmla="*/ 410053 h 518646"/>
                <a:gd name="connsiteX196" fmla="*/ 332351 w 2589424"/>
                <a:gd name="connsiteY196" fmla="*/ 432760 h 518646"/>
                <a:gd name="connsiteX197" fmla="*/ 350720 w 2589424"/>
                <a:gd name="connsiteY197" fmla="*/ 436750 h 518646"/>
                <a:gd name="connsiteX198" fmla="*/ 474162 w 2589424"/>
                <a:gd name="connsiteY198" fmla="*/ 413568 h 518646"/>
                <a:gd name="connsiteX199" fmla="*/ 458267 w 2589424"/>
                <a:gd name="connsiteY199" fmla="*/ 410053 h 518646"/>
                <a:gd name="connsiteX200" fmla="*/ 2146290 w 2589424"/>
                <a:gd name="connsiteY200" fmla="*/ 406728 h 518646"/>
                <a:gd name="connsiteX201" fmla="*/ 2130586 w 2589424"/>
                <a:gd name="connsiteY201" fmla="*/ 410243 h 518646"/>
                <a:gd name="connsiteX202" fmla="*/ 2256408 w 2589424"/>
                <a:gd name="connsiteY202" fmla="*/ 432950 h 518646"/>
                <a:gd name="connsiteX203" fmla="*/ 2274301 w 2589424"/>
                <a:gd name="connsiteY203" fmla="*/ 428864 h 518646"/>
                <a:gd name="connsiteX204" fmla="*/ 2146290 w 2589424"/>
                <a:gd name="connsiteY204" fmla="*/ 406633 h 518646"/>
                <a:gd name="connsiteX205" fmla="*/ 427526 w 2589424"/>
                <a:gd name="connsiteY205" fmla="*/ 402927 h 518646"/>
                <a:gd name="connsiteX206" fmla="*/ 297136 w 2589424"/>
                <a:gd name="connsiteY206" fmla="*/ 424589 h 518646"/>
                <a:gd name="connsiteX207" fmla="*/ 314648 w 2589424"/>
                <a:gd name="connsiteY207" fmla="*/ 428769 h 518646"/>
                <a:gd name="connsiteX208" fmla="*/ 442754 w 2589424"/>
                <a:gd name="connsiteY208" fmla="*/ 406633 h 518646"/>
                <a:gd name="connsiteX209" fmla="*/ 427526 w 2589424"/>
                <a:gd name="connsiteY209" fmla="*/ 403022 h 518646"/>
                <a:gd name="connsiteX210" fmla="*/ 2176366 w 2589424"/>
                <a:gd name="connsiteY210" fmla="*/ 399412 h 518646"/>
                <a:gd name="connsiteX211" fmla="*/ 2161518 w 2589424"/>
                <a:gd name="connsiteY211" fmla="*/ 403117 h 518646"/>
                <a:gd name="connsiteX212" fmla="*/ 2291813 w 2589424"/>
                <a:gd name="connsiteY212" fmla="*/ 424779 h 518646"/>
                <a:gd name="connsiteX213" fmla="*/ 2308849 w 2589424"/>
                <a:gd name="connsiteY213" fmla="*/ 420599 h 518646"/>
                <a:gd name="connsiteX214" fmla="*/ 2176366 w 2589424"/>
                <a:gd name="connsiteY214" fmla="*/ 399507 h 518646"/>
                <a:gd name="connsiteX215" fmla="*/ 398212 w 2589424"/>
                <a:gd name="connsiteY215" fmla="*/ 395612 h 518646"/>
                <a:gd name="connsiteX216" fmla="*/ 263349 w 2589424"/>
                <a:gd name="connsiteY216" fmla="*/ 416133 h 518646"/>
                <a:gd name="connsiteX217" fmla="*/ 280005 w 2589424"/>
                <a:gd name="connsiteY217" fmla="*/ 420409 h 518646"/>
                <a:gd name="connsiteX218" fmla="*/ 412679 w 2589424"/>
                <a:gd name="connsiteY218" fmla="*/ 399317 h 518646"/>
                <a:gd name="connsiteX219" fmla="*/ 398212 w 2589424"/>
                <a:gd name="connsiteY219" fmla="*/ 395612 h 518646"/>
                <a:gd name="connsiteX220" fmla="*/ 2204918 w 2589424"/>
                <a:gd name="connsiteY220" fmla="*/ 391907 h 518646"/>
                <a:gd name="connsiteX221" fmla="*/ 2190832 w 2589424"/>
                <a:gd name="connsiteY221" fmla="*/ 395707 h 518646"/>
                <a:gd name="connsiteX222" fmla="*/ 2325600 w 2589424"/>
                <a:gd name="connsiteY222" fmla="*/ 416228 h 518646"/>
                <a:gd name="connsiteX223" fmla="*/ 2341780 w 2589424"/>
                <a:gd name="connsiteY223" fmla="*/ 411858 h 518646"/>
                <a:gd name="connsiteX224" fmla="*/ 2204918 w 2589424"/>
                <a:gd name="connsiteY224" fmla="*/ 391907 h 518646"/>
                <a:gd name="connsiteX225" fmla="*/ 370516 w 2589424"/>
                <a:gd name="connsiteY225" fmla="*/ 387916 h 518646"/>
                <a:gd name="connsiteX226" fmla="*/ 231465 w 2589424"/>
                <a:gd name="connsiteY226" fmla="*/ 407298 h 518646"/>
                <a:gd name="connsiteX227" fmla="*/ 247265 w 2589424"/>
                <a:gd name="connsiteY227" fmla="*/ 411668 h 518646"/>
                <a:gd name="connsiteX228" fmla="*/ 384126 w 2589424"/>
                <a:gd name="connsiteY228" fmla="*/ 391717 h 518646"/>
                <a:gd name="connsiteX229" fmla="*/ 370516 w 2589424"/>
                <a:gd name="connsiteY229" fmla="*/ 387916 h 518646"/>
                <a:gd name="connsiteX230" fmla="*/ 2231948 w 2589424"/>
                <a:gd name="connsiteY230" fmla="*/ 384116 h 518646"/>
                <a:gd name="connsiteX231" fmla="*/ 2218623 w 2589424"/>
                <a:gd name="connsiteY231" fmla="*/ 388011 h 518646"/>
                <a:gd name="connsiteX232" fmla="*/ 2357579 w 2589424"/>
                <a:gd name="connsiteY232" fmla="*/ 407393 h 518646"/>
                <a:gd name="connsiteX233" fmla="*/ 2372806 w 2589424"/>
                <a:gd name="connsiteY233" fmla="*/ 402927 h 518646"/>
                <a:gd name="connsiteX234" fmla="*/ 2231948 w 2589424"/>
                <a:gd name="connsiteY234" fmla="*/ 384116 h 518646"/>
                <a:gd name="connsiteX235" fmla="*/ 344438 w 2589424"/>
                <a:gd name="connsiteY235" fmla="*/ 380126 h 518646"/>
                <a:gd name="connsiteX236" fmla="*/ 201581 w 2589424"/>
                <a:gd name="connsiteY236" fmla="*/ 398272 h 518646"/>
                <a:gd name="connsiteX237" fmla="*/ 216333 w 2589424"/>
                <a:gd name="connsiteY237" fmla="*/ 402832 h 518646"/>
                <a:gd name="connsiteX238" fmla="*/ 357382 w 2589424"/>
                <a:gd name="connsiteY238" fmla="*/ 384021 h 518646"/>
                <a:gd name="connsiteX239" fmla="*/ 344533 w 2589424"/>
                <a:gd name="connsiteY239" fmla="*/ 380126 h 518646"/>
                <a:gd name="connsiteX240" fmla="*/ 2257264 w 2589424"/>
                <a:gd name="connsiteY240" fmla="*/ 376230 h 518646"/>
                <a:gd name="connsiteX241" fmla="*/ 2244796 w 2589424"/>
                <a:gd name="connsiteY241" fmla="*/ 380221 h 518646"/>
                <a:gd name="connsiteX242" fmla="*/ 2387654 w 2589424"/>
                <a:gd name="connsiteY242" fmla="*/ 398462 h 518646"/>
                <a:gd name="connsiteX243" fmla="*/ 2401930 w 2589424"/>
                <a:gd name="connsiteY243" fmla="*/ 393807 h 518646"/>
                <a:gd name="connsiteX244" fmla="*/ 2257264 w 2589424"/>
                <a:gd name="connsiteY244" fmla="*/ 376230 h 518646"/>
                <a:gd name="connsiteX245" fmla="*/ 320073 w 2589424"/>
                <a:gd name="connsiteY245" fmla="*/ 372050 h 518646"/>
                <a:gd name="connsiteX246" fmla="*/ 173504 w 2589424"/>
                <a:gd name="connsiteY246" fmla="*/ 389056 h 518646"/>
                <a:gd name="connsiteX247" fmla="*/ 187304 w 2589424"/>
                <a:gd name="connsiteY247" fmla="*/ 393712 h 518646"/>
                <a:gd name="connsiteX248" fmla="*/ 332065 w 2589424"/>
                <a:gd name="connsiteY248" fmla="*/ 376135 h 518646"/>
                <a:gd name="connsiteX249" fmla="*/ 320073 w 2589424"/>
                <a:gd name="connsiteY249" fmla="*/ 372050 h 518646"/>
                <a:gd name="connsiteX250" fmla="*/ 2280963 w 2589424"/>
                <a:gd name="connsiteY250" fmla="*/ 367965 h 518646"/>
                <a:gd name="connsiteX251" fmla="*/ 2269256 w 2589424"/>
                <a:gd name="connsiteY251" fmla="*/ 372050 h 518646"/>
                <a:gd name="connsiteX252" fmla="*/ 2415826 w 2589424"/>
                <a:gd name="connsiteY252" fmla="*/ 389056 h 518646"/>
                <a:gd name="connsiteX253" fmla="*/ 2429150 w 2589424"/>
                <a:gd name="connsiteY253" fmla="*/ 384306 h 518646"/>
                <a:gd name="connsiteX254" fmla="*/ 2280868 w 2589424"/>
                <a:gd name="connsiteY254" fmla="*/ 367965 h 518646"/>
                <a:gd name="connsiteX255" fmla="*/ 297327 w 2589424"/>
                <a:gd name="connsiteY255" fmla="*/ 363784 h 518646"/>
                <a:gd name="connsiteX256" fmla="*/ 147331 w 2589424"/>
                <a:gd name="connsiteY256" fmla="*/ 379556 h 518646"/>
                <a:gd name="connsiteX257" fmla="*/ 160084 w 2589424"/>
                <a:gd name="connsiteY257" fmla="*/ 384306 h 518646"/>
                <a:gd name="connsiteX258" fmla="*/ 308462 w 2589424"/>
                <a:gd name="connsiteY258" fmla="*/ 367965 h 518646"/>
                <a:gd name="connsiteX259" fmla="*/ 297327 w 2589424"/>
                <a:gd name="connsiteY259" fmla="*/ 363784 h 518646"/>
                <a:gd name="connsiteX260" fmla="*/ 2302853 w 2589424"/>
                <a:gd name="connsiteY260" fmla="*/ 359604 h 518646"/>
                <a:gd name="connsiteX261" fmla="*/ 2292098 w 2589424"/>
                <a:gd name="connsiteY261" fmla="*/ 363784 h 518646"/>
                <a:gd name="connsiteX262" fmla="*/ 2442094 w 2589424"/>
                <a:gd name="connsiteY262" fmla="*/ 379556 h 518646"/>
                <a:gd name="connsiteX263" fmla="*/ 2454467 w 2589424"/>
                <a:gd name="connsiteY263" fmla="*/ 374710 h 518646"/>
                <a:gd name="connsiteX264" fmla="*/ 2302948 w 2589424"/>
                <a:gd name="connsiteY264" fmla="*/ 359604 h 518646"/>
                <a:gd name="connsiteX265" fmla="*/ 276483 w 2589424"/>
                <a:gd name="connsiteY265" fmla="*/ 355424 h 518646"/>
                <a:gd name="connsiteX266" fmla="*/ 123347 w 2589424"/>
                <a:gd name="connsiteY266" fmla="*/ 369865 h 518646"/>
                <a:gd name="connsiteX267" fmla="*/ 135053 w 2589424"/>
                <a:gd name="connsiteY267" fmla="*/ 374710 h 518646"/>
                <a:gd name="connsiteX268" fmla="*/ 286572 w 2589424"/>
                <a:gd name="connsiteY268" fmla="*/ 359604 h 518646"/>
                <a:gd name="connsiteX269" fmla="*/ 276388 w 2589424"/>
                <a:gd name="connsiteY269" fmla="*/ 355329 h 518646"/>
                <a:gd name="connsiteX270" fmla="*/ 2323030 w 2589424"/>
                <a:gd name="connsiteY270" fmla="*/ 351053 h 518646"/>
                <a:gd name="connsiteX271" fmla="*/ 2313227 w 2589424"/>
                <a:gd name="connsiteY271" fmla="*/ 355329 h 518646"/>
                <a:gd name="connsiteX272" fmla="*/ 2466364 w 2589424"/>
                <a:gd name="connsiteY272" fmla="*/ 369770 h 518646"/>
                <a:gd name="connsiteX273" fmla="*/ 2477784 w 2589424"/>
                <a:gd name="connsiteY273" fmla="*/ 364829 h 518646"/>
                <a:gd name="connsiteX274" fmla="*/ 2323125 w 2589424"/>
                <a:gd name="connsiteY274" fmla="*/ 350958 h 518646"/>
                <a:gd name="connsiteX275" fmla="*/ 257258 w 2589424"/>
                <a:gd name="connsiteY275" fmla="*/ 346778 h 518646"/>
                <a:gd name="connsiteX276" fmla="*/ 101171 w 2589424"/>
                <a:gd name="connsiteY276" fmla="*/ 359984 h 518646"/>
                <a:gd name="connsiteX277" fmla="*/ 111926 w 2589424"/>
                <a:gd name="connsiteY277" fmla="*/ 364924 h 518646"/>
                <a:gd name="connsiteX278" fmla="*/ 266490 w 2589424"/>
                <a:gd name="connsiteY278" fmla="*/ 351053 h 518646"/>
                <a:gd name="connsiteX279" fmla="*/ 257163 w 2589424"/>
                <a:gd name="connsiteY279" fmla="*/ 346683 h 518646"/>
                <a:gd name="connsiteX280" fmla="*/ 2341399 w 2589424"/>
                <a:gd name="connsiteY280" fmla="*/ 342408 h 518646"/>
                <a:gd name="connsiteX281" fmla="*/ 2332452 w 2589424"/>
                <a:gd name="connsiteY281" fmla="*/ 346778 h 518646"/>
                <a:gd name="connsiteX282" fmla="*/ 2488539 w 2589424"/>
                <a:gd name="connsiteY282" fmla="*/ 359984 h 518646"/>
                <a:gd name="connsiteX283" fmla="*/ 2498818 w 2589424"/>
                <a:gd name="connsiteY283" fmla="*/ 354949 h 518646"/>
                <a:gd name="connsiteX284" fmla="*/ 2341399 w 2589424"/>
                <a:gd name="connsiteY284" fmla="*/ 342408 h 518646"/>
                <a:gd name="connsiteX285" fmla="*/ 239936 w 2589424"/>
                <a:gd name="connsiteY285" fmla="*/ 338037 h 518646"/>
                <a:gd name="connsiteX286" fmla="*/ 81279 w 2589424"/>
                <a:gd name="connsiteY286" fmla="*/ 349913 h 518646"/>
                <a:gd name="connsiteX287" fmla="*/ 90987 w 2589424"/>
                <a:gd name="connsiteY287" fmla="*/ 354949 h 518646"/>
                <a:gd name="connsiteX288" fmla="*/ 248407 w 2589424"/>
                <a:gd name="connsiteY288" fmla="*/ 342408 h 518646"/>
                <a:gd name="connsiteX289" fmla="*/ 239936 w 2589424"/>
                <a:gd name="connsiteY289" fmla="*/ 338037 h 518646"/>
                <a:gd name="connsiteX290" fmla="*/ 2357769 w 2589424"/>
                <a:gd name="connsiteY290" fmla="*/ 333477 h 518646"/>
                <a:gd name="connsiteX291" fmla="*/ 2349774 w 2589424"/>
                <a:gd name="connsiteY291" fmla="*/ 337942 h 518646"/>
                <a:gd name="connsiteX292" fmla="*/ 2508431 w 2589424"/>
                <a:gd name="connsiteY292" fmla="*/ 349818 h 518646"/>
                <a:gd name="connsiteX293" fmla="*/ 2517663 w 2589424"/>
                <a:gd name="connsiteY293" fmla="*/ 344688 h 518646"/>
                <a:gd name="connsiteX294" fmla="*/ 2357769 w 2589424"/>
                <a:gd name="connsiteY294" fmla="*/ 333572 h 518646"/>
                <a:gd name="connsiteX295" fmla="*/ 224423 w 2589424"/>
                <a:gd name="connsiteY295" fmla="*/ 329106 h 518646"/>
                <a:gd name="connsiteX296" fmla="*/ 63482 w 2589424"/>
                <a:gd name="connsiteY296" fmla="*/ 339557 h 518646"/>
                <a:gd name="connsiteX297" fmla="*/ 72143 w 2589424"/>
                <a:gd name="connsiteY297" fmla="*/ 344688 h 518646"/>
                <a:gd name="connsiteX298" fmla="*/ 232037 w 2589424"/>
                <a:gd name="connsiteY298" fmla="*/ 333477 h 518646"/>
                <a:gd name="connsiteX299" fmla="*/ 224423 w 2589424"/>
                <a:gd name="connsiteY299" fmla="*/ 329011 h 518646"/>
                <a:gd name="connsiteX300" fmla="*/ 2372426 w 2589424"/>
                <a:gd name="connsiteY300" fmla="*/ 324451 h 518646"/>
                <a:gd name="connsiteX301" fmla="*/ 2365383 w 2589424"/>
                <a:gd name="connsiteY301" fmla="*/ 329011 h 518646"/>
                <a:gd name="connsiteX302" fmla="*/ 2526419 w 2589424"/>
                <a:gd name="connsiteY302" fmla="*/ 339462 h 518646"/>
                <a:gd name="connsiteX303" fmla="*/ 2534509 w 2589424"/>
                <a:gd name="connsiteY303" fmla="*/ 334237 h 518646"/>
                <a:gd name="connsiteX304" fmla="*/ 2372426 w 2589424"/>
                <a:gd name="connsiteY304" fmla="*/ 324451 h 518646"/>
                <a:gd name="connsiteX305" fmla="*/ 210813 w 2589424"/>
                <a:gd name="connsiteY305" fmla="*/ 320081 h 518646"/>
                <a:gd name="connsiteX306" fmla="*/ 47683 w 2589424"/>
                <a:gd name="connsiteY306" fmla="*/ 329201 h 518646"/>
                <a:gd name="connsiteX307" fmla="*/ 55297 w 2589424"/>
                <a:gd name="connsiteY307" fmla="*/ 334427 h 518646"/>
                <a:gd name="connsiteX308" fmla="*/ 217380 w 2589424"/>
                <a:gd name="connsiteY308" fmla="*/ 324641 h 518646"/>
                <a:gd name="connsiteX309" fmla="*/ 210813 w 2589424"/>
                <a:gd name="connsiteY309" fmla="*/ 320081 h 518646"/>
                <a:gd name="connsiteX310" fmla="*/ 2385084 w 2589424"/>
                <a:gd name="connsiteY310" fmla="*/ 315425 h 518646"/>
                <a:gd name="connsiteX311" fmla="*/ 2378993 w 2589424"/>
                <a:gd name="connsiteY311" fmla="*/ 319986 h 518646"/>
                <a:gd name="connsiteX312" fmla="*/ 2542123 w 2589424"/>
                <a:gd name="connsiteY312" fmla="*/ 329106 h 518646"/>
                <a:gd name="connsiteX313" fmla="*/ 2549166 w 2589424"/>
                <a:gd name="connsiteY313" fmla="*/ 323881 h 518646"/>
                <a:gd name="connsiteX314" fmla="*/ 2385084 w 2589424"/>
                <a:gd name="connsiteY314" fmla="*/ 315520 h 518646"/>
                <a:gd name="connsiteX315" fmla="*/ 199011 w 2589424"/>
                <a:gd name="connsiteY315" fmla="*/ 310960 h 518646"/>
                <a:gd name="connsiteX316" fmla="*/ 34168 w 2589424"/>
                <a:gd name="connsiteY316" fmla="*/ 318656 h 518646"/>
                <a:gd name="connsiteX317" fmla="*/ 40735 w 2589424"/>
                <a:gd name="connsiteY317" fmla="*/ 323976 h 518646"/>
                <a:gd name="connsiteX318" fmla="*/ 204721 w 2589424"/>
                <a:gd name="connsiteY318" fmla="*/ 315520 h 518646"/>
                <a:gd name="connsiteX319" fmla="*/ 199106 w 2589424"/>
                <a:gd name="connsiteY319" fmla="*/ 310960 h 518646"/>
                <a:gd name="connsiteX320" fmla="*/ 2395744 w 2589424"/>
                <a:gd name="connsiteY320" fmla="*/ 306210 h 518646"/>
                <a:gd name="connsiteX321" fmla="*/ 2390604 w 2589424"/>
                <a:gd name="connsiteY321" fmla="*/ 310770 h 518646"/>
                <a:gd name="connsiteX322" fmla="*/ 2555542 w 2589424"/>
                <a:gd name="connsiteY322" fmla="*/ 318466 h 518646"/>
                <a:gd name="connsiteX323" fmla="*/ 2561348 w 2589424"/>
                <a:gd name="connsiteY323" fmla="*/ 313145 h 518646"/>
                <a:gd name="connsiteX324" fmla="*/ 2395649 w 2589424"/>
                <a:gd name="connsiteY324" fmla="*/ 306115 h 518646"/>
                <a:gd name="connsiteX325" fmla="*/ 189303 w 2589424"/>
                <a:gd name="connsiteY325" fmla="*/ 301744 h 518646"/>
                <a:gd name="connsiteX326" fmla="*/ 22937 w 2589424"/>
                <a:gd name="connsiteY326" fmla="*/ 308110 h 518646"/>
                <a:gd name="connsiteX327" fmla="*/ 28362 w 2589424"/>
                <a:gd name="connsiteY327" fmla="*/ 313430 h 518646"/>
                <a:gd name="connsiteX328" fmla="*/ 193967 w 2589424"/>
                <a:gd name="connsiteY328" fmla="*/ 306400 h 518646"/>
                <a:gd name="connsiteX329" fmla="*/ 189398 w 2589424"/>
                <a:gd name="connsiteY329" fmla="*/ 301744 h 518646"/>
                <a:gd name="connsiteX330" fmla="*/ 2404595 w 2589424"/>
                <a:gd name="connsiteY330" fmla="*/ 296899 h 518646"/>
                <a:gd name="connsiteX331" fmla="*/ 2400407 w 2589424"/>
                <a:gd name="connsiteY331" fmla="*/ 301554 h 518646"/>
                <a:gd name="connsiteX332" fmla="*/ 2566868 w 2589424"/>
                <a:gd name="connsiteY332" fmla="*/ 307825 h 518646"/>
                <a:gd name="connsiteX333" fmla="*/ 2571532 w 2589424"/>
                <a:gd name="connsiteY333" fmla="*/ 302504 h 518646"/>
                <a:gd name="connsiteX334" fmla="*/ 2404595 w 2589424"/>
                <a:gd name="connsiteY334" fmla="*/ 296899 h 518646"/>
                <a:gd name="connsiteX335" fmla="*/ 181499 w 2589424"/>
                <a:gd name="connsiteY335" fmla="*/ 292434 h 518646"/>
                <a:gd name="connsiteX336" fmla="*/ 13896 w 2589424"/>
                <a:gd name="connsiteY336" fmla="*/ 297374 h 518646"/>
                <a:gd name="connsiteX337" fmla="*/ 18178 w 2589424"/>
                <a:gd name="connsiteY337" fmla="*/ 302694 h 518646"/>
                <a:gd name="connsiteX338" fmla="*/ 185115 w 2589424"/>
                <a:gd name="connsiteY338" fmla="*/ 297089 h 518646"/>
                <a:gd name="connsiteX339" fmla="*/ 181499 w 2589424"/>
                <a:gd name="connsiteY339" fmla="*/ 292434 h 518646"/>
                <a:gd name="connsiteX340" fmla="*/ 2411353 w 2589424"/>
                <a:gd name="connsiteY340" fmla="*/ 287588 h 518646"/>
                <a:gd name="connsiteX341" fmla="*/ 2408212 w 2589424"/>
                <a:gd name="connsiteY341" fmla="*/ 292243 h 518646"/>
                <a:gd name="connsiteX342" fmla="*/ 2575815 w 2589424"/>
                <a:gd name="connsiteY342" fmla="*/ 297184 h 518646"/>
                <a:gd name="connsiteX343" fmla="*/ 2579431 w 2589424"/>
                <a:gd name="connsiteY343" fmla="*/ 291768 h 518646"/>
                <a:gd name="connsiteX344" fmla="*/ 2411353 w 2589424"/>
                <a:gd name="connsiteY344" fmla="*/ 287588 h 518646"/>
                <a:gd name="connsiteX345" fmla="*/ 175503 w 2589424"/>
                <a:gd name="connsiteY345" fmla="*/ 283028 h 518646"/>
                <a:gd name="connsiteX346" fmla="*/ 7138 w 2589424"/>
                <a:gd name="connsiteY346" fmla="*/ 286543 h 518646"/>
                <a:gd name="connsiteX347" fmla="*/ 10184 w 2589424"/>
                <a:gd name="connsiteY347" fmla="*/ 291958 h 518646"/>
                <a:gd name="connsiteX348" fmla="*/ 178168 w 2589424"/>
                <a:gd name="connsiteY348" fmla="*/ 287683 h 518646"/>
                <a:gd name="connsiteX349" fmla="*/ 175503 w 2589424"/>
                <a:gd name="connsiteY349" fmla="*/ 283028 h 518646"/>
                <a:gd name="connsiteX350" fmla="*/ 2416206 w 2589424"/>
                <a:gd name="connsiteY350" fmla="*/ 278182 h 518646"/>
                <a:gd name="connsiteX351" fmla="*/ 2414017 w 2589424"/>
                <a:gd name="connsiteY351" fmla="*/ 282933 h 518646"/>
                <a:gd name="connsiteX352" fmla="*/ 2582477 w 2589424"/>
                <a:gd name="connsiteY352" fmla="*/ 286448 h 518646"/>
                <a:gd name="connsiteX353" fmla="*/ 2585047 w 2589424"/>
                <a:gd name="connsiteY353" fmla="*/ 281033 h 518646"/>
                <a:gd name="connsiteX354" fmla="*/ 2416206 w 2589424"/>
                <a:gd name="connsiteY354" fmla="*/ 278182 h 518646"/>
                <a:gd name="connsiteX355" fmla="*/ 171600 w 2589424"/>
                <a:gd name="connsiteY355" fmla="*/ 273622 h 518646"/>
                <a:gd name="connsiteX356" fmla="*/ 2665 w 2589424"/>
                <a:gd name="connsiteY356" fmla="*/ 275712 h 518646"/>
                <a:gd name="connsiteX357" fmla="*/ 4664 w 2589424"/>
                <a:gd name="connsiteY357" fmla="*/ 281128 h 518646"/>
                <a:gd name="connsiteX358" fmla="*/ 173409 w 2589424"/>
                <a:gd name="connsiteY358" fmla="*/ 278277 h 518646"/>
                <a:gd name="connsiteX359" fmla="*/ 171696 w 2589424"/>
                <a:gd name="connsiteY359" fmla="*/ 273527 h 518646"/>
                <a:gd name="connsiteX360" fmla="*/ 2419157 w 2589424"/>
                <a:gd name="connsiteY360" fmla="*/ 268777 h 518646"/>
                <a:gd name="connsiteX361" fmla="*/ 2417920 w 2589424"/>
                <a:gd name="connsiteY361" fmla="*/ 273527 h 518646"/>
                <a:gd name="connsiteX362" fmla="*/ 2586855 w 2589424"/>
                <a:gd name="connsiteY362" fmla="*/ 275617 h 518646"/>
                <a:gd name="connsiteX363" fmla="*/ 2588283 w 2589424"/>
                <a:gd name="connsiteY363" fmla="*/ 270202 h 518646"/>
                <a:gd name="connsiteX364" fmla="*/ 2419157 w 2589424"/>
                <a:gd name="connsiteY364" fmla="*/ 268777 h 518646"/>
                <a:gd name="connsiteX365" fmla="*/ 169697 w 2589424"/>
                <a:gd name="connsiteY365" fmla="*/ 264216 h 518646"/>
                <a:gd name="connsiteX366" fmla="*/ 381 w 2589424"/>
                <a:gd name="connsiteY366" fmla="*/ 264976 h 518646"/>
                <a:gd name="connsiteX367" fmla="*/ 1237 w 2589424"/>
                <a:gd name="connsiteY367" fmla="*/ 270392 h 518646"/>
                <a:gd name="connsiteX368" fmla="*/ 170363 w 2589424"/>
                <a:gd name="connsiteY368" fmla="*/ 268967 h 518646"/>
                <a:gd name="connsiteX369" fmla="*/ 169697 w 2589424"/>
                <a:gd name="connsiteY369" fmla="*/ 264216 h 518646"/>
                <a:gd name="connsiteX370" fmla="*/ 2589425 w 2589424"/>
                <a:gd name="connsiteY370" fmla="*/ 258896 h 518646"/>
                <a:gd name="connsiteX371" fmla="*/ 2420108 w 2589424"/>
                <a:gd name="connsiteY371" fmla="*/ 258896 h 518646"/>
                <a:gd name="connsiteX372" fmla="*/ 2420108 w 2589424"/>
                <a:gd name="connsiteY372" fmla="*/ 259276 h 518646"/>
                <a:gd name="connsiteX373" fmla="*/ 2419823 w 2589424"/>
                <a:gd name="connsiteY373" fmla="*/ 264026 h 518646"/>
                <a:gd name="connsiteX374" fmla="*/ 2589139 w 2589424"/>
                <a:gd name="connsiteY374" fmla="*/ 264691 h 518646"/>
                <a:gd name="connsiteX375" fmla="*/ 2589425 w 2589424"/>
                <a:gd name="connsiteY375" fmla="*/ 259276 h 518646"/>
                <a:gd name="connsiteX376" fmla="*/ 2589425 w 2589424"/>
                <a:gd name="connsiteY376" fmla="*/ 258896 h 518646"/>
                <a:gd name="connsiteX377" fmla="*/ 286 w 2589424"/>
                <a:gd name="connsiteY377" fmla="*/ 254145 h 518646"/>
                <a:gd name="connsiteX378" fmla="*/ 0 w 2589424"/>
                <a:gd name="connsiteY378" fmla="*/ 259371 h 518646"/>
                <a:gd name="connsiteX379" fmla="*/ 0 w 2589424"/>
                <a:gd name="connsiteY379" fmla="*/ 259561 h 518646"/>
                <a:gd name="connsiteX380" fmla="*/ 169411 w 2589424"/>
                <a:gd name="connsiteY380" fmla="*/ 259561 h 518646"/>
                <a:gd name="connsiteX381" fmla="*/ 169411 w 2589424"/>
                <a:gd name="connsiteY381" fmla="*/ 259371 h 518646"/>
                <a:gd name="connsiteX382" fmla="*/ 169602 w 2589424"/>
                <a:gd name="connsiteY382" fmla="*/ 254810 h 518646"/>
                <a:gd name="connsiteX383" fmla="*/ 286 w 2589424"/>
                <a:gd name="connsiteY383" fmla="*/ 254145 h 518646"/>
                <a:gd name="connsiteX384" fmla="*/ 2588283 w 2589424"/>
                <a:gd name="connsiteY384" fmla="*/ 248065 h 518646"/>
                <a:gd name="connsiteX385" fmla="*/ 2419157 w 2589424"/>
                <a:gd name="connsiteY385" fmla="*/ 249490 h 518646"/>
                <a:gd name="connsiteX386" fmla="*/ 2419918 w 2589424"/>
                <a:gd name="connsiteY386" fmla="*/ 254240 h 518646"/>
                <a:gd name="connsiteX387" fmla="*/ 2589139 w 2589424"/>
                <a:gd name="connsiteY387" fmla="*/ 253480 h 518646"/>
                <a:gd name="connsiteX388" fmla="*/ 2588283 w 2589424"/>
                <a:gd name="connsiteY388" fmla="*/ 248065 h 518646"/>
                <a:gd name="connsiteX389" fmla="*/ 2475 w 2589424"/>
                <a:gd name="connsiteY389" fmla="*/ 243220 h 518646"/>
                <a:gd name="connsiteX390" fmla="*/ 1142 w 2589424"/>
                <a:gd name="connsiteY390" fmla="*/ 248635 h 518646"/>
                <a:gd name="connsiteX391" fmla="*/ 170268 w 2589424"/>
                <a:gd name="connsiteY391" fmla="*/ 249965 h 518646"/>
                <a:gd name="connsiteX392" fmla="*/ 171505 w 2589424"/>
                <a:gd name="connsiteY392" fmla="*/ 245215 h 518646"/>
                <a:gd name="connsiteX393" fmla="*/ 2475 w 2589424"/>
                <a:gd name="connsiteY393" fmla="*/ 243125 h 518646"/>
                <a:gd name="connsiteX394" fmla="*/ 2584856 w 2589424"/>
                <a:gd name="connsiteY394" fmla="*/ 237234 h 518646"/>
                <a:gd name="connsiteX395" fmla="*/ 2416111 w 2589424"/>
                <a:gd name="connsiteY395" fmla="*/ 240084 h 518646"/>
                <a:gd name="connsiteX396" fmla="*/ 2417824 w 2589424"/>
                <a:gd name="connsiteY396" fmla="*/ 244835 h 518646"/>
                <a:gd name="connsiteX397" fmla="*/ 2586760 w 2589424"/>
                <a:gd name="connsiteY397" fmla="*/ 242649 h 518646"/>
                <a:gd name="connsiteX398" fmla="*/ 2584761 w 2589424"/>
                <a:gd name="connsiteY398" fmla="*/ 237234 h 518646"/>
                <a:gd name="connsiteX399" fmla="*/ 6948 w 2589424"/>
                <a:gd name="connsiteY399" fmla="*/ 232484 h 518646"/>
                <a:gd name="connsiteX400" fmla="*/ 4473 w 2589424"/>
                <a:gd name="connsiteY400" fmla="*/ 237899 h 518646"/>
                <a:gd name="connsiteX401" fmla="*/ 173218 w 2589424"/>
                <a:gd name="connsiteY401" fmla="*/ 240654 h 518646"/>
                <a:gd name="connsiteX402" fmla="*/ 175407 w 2589424"/>
                <a:gd name="connsiteY402" fmla="*/ 235904 h 518646"/>
                <a:gd name="connsiteX403" fmla="*/ 6948 w 2589424"/>
                <a:gd name="connsiteY403" fmla="*/ 232389 h 518646"/>
                <a:gd name="connsiteX404" fmla="*/ 2579146 w 2589424"/>
                <a:gd name="connsiteY404" fmla="*/ 226498 h 518646"/>
                <a:gd name="connsiteX405" fmla="*/ 2411162 w 2589424"/>
                <a:gd name="connsiteY405" fmla="*/ 230774 h 518646"/>
                <a:gd name="connsiteX406" fmla="*/ 2413827 w 2589424"/>
                <a:gd name="connsiteY406" fmla="*/ 235429 h 518646"/>
                <a:gd name="connsiteX407" fmla="*/ 2582287 w 2589424"/>
                <a:gd name="connsiteY407" fmla="*/ 231914 h 518646"/>
                <a:gd name="connsiteX408" fmla="*/ 2579146 w 2589424"/>
                <a:gd name="connsiteY408" fmla="*/ 226498 h 518646"/>
                <a:gd name="connsiteX409" fmla="*/ 13610 w 2589424"/>
                <a:gd name="connsiteY409" fmla="*/ 221653 h 518646"/>
                <a:gd name="connsiteX410" fmla="*/ 10089 w 2589424"/>
                <a:gd name="connsiteY410" fmla="*/ 227068 h 518646"/>
                <a:gd name="connsiteX411" fmla="*/ 178072 w 2589424"/>
                <a:gd name="connsiteY411" fmla="*/ 231249 h 518646"/>
                <a:gd name="connsiteX412" fmla="*/ 181213 w 2589424"/>
                <a:gd name="connsiteY412" fmla="*/ 226593 h 518646"/>
                <a:gd name="connsiteX413" fmla="*/ 13610 w 2589424"/>
                <a:gd name="connsiteY413" fmla="*/ 221748 h 518646"/>
                <a:gd name="connsiteX414" fmla="*/ 2571246 w 2589424"/>
                <a:gd name="connsiteY414" fmla="*/ 215667 h 518646"/>
                <a:gd name="connsiteX415" fmla="*/ 2404309 w 2589424"/>
                <a:gd name="connsiteY415" fmla="*/ 221368 h 518646"/>
                <a:gd name="connsiteX416" fmla="*/ 2407926 w 2589424"/>
                <a:gd name="connsiteY416" fmla="*/ 226023 h 518646"/>
                <a:gd name="connsiteX417" fmla="*/ 2575434 w 2589424"/>
                <a:gd name="connsiteY417" fmla="*/ 221083 h 518646"/>
                <a:gd name="connsiteX418" fmla="*/ 2571246 w 2589424"/>
                <a:gd name="connsiteY418" fmla="*/ 215667 h 518646"/>
                <a:gd name="connsiteX419" fmla="*/ 22556 w 2589424"/>
                <a:gd name="connsiteY419" fmla="*/ 210917 h 518646"/>
                <a:gd name="connsiteX420" fmla="*/ 17798 w 2589424"/>
                <a:gd name="connsiteY420" fmla="*/ 216237 h 518646"/>
                <a:gd name="connsiteX421" fmla="*/ 184830 w 2589424"/>
                <a:gd name="connsiteY421" fmla="*/ 221843 h 518646"/>
                <a:gd name="connsiteX422" fmla="*/ 188922 w 2589424"/>
                <a:gd name="connsiteY422" fmla="*/ 217187 h 518646"/>
                <a:gd name="connsiteX423" fmla="*/ 22556 w 2589424"/>
                <a:gd name="connsiteY423" fmla="*/ 210917 h 518646"/>
                <a:gd name="connsiteX424" fmla="*/ 2561063 w 2589424"/>
                <a:gd name="connsiteY424" fmla="*/ 205026 h 518646"/>
                <a:gd name="connsiteX425" fmla="*/ 2395363 w 2589424"/>
                <a:gd name="connsiteY425" fmla="*/ 212152 h 518646"/>
                <a:gd name="connsiteX426" fmla="*/ 2400027 w 2589424"/>
                <a:gd name="connsiteY426" fmla="*/ 216807 h 518646"/>
                <a:gd name="connsiteX427" fmla="*/ 2566297 w 2589424"/>
                <a:gd name="connsiteY427" fmla="*/ 210442 h 518646"/>
                <a:gd name="connsiteX428" fmla="*/ 2560968 w 2589424"/>
                <a:gd name="connsiteY428" fmla="*/ 205121 h 518646"/>
                <a:gd name="connsiteX429" fmla="*/ 33692 w 2589424"/>
                <a:gd name="connsiteY429" fmla="*/ 200371 h 518646"/>
                <a:gd name="connsiteX430" fmla="*/ 27886 w 2589424"/>
                <a:gd name="connsiteY430" fmla="*/ 205692 h 518646"/>
                <a:gd name="connsiteX431" fmla="*/ 193586 w 2589424"/>
                <a:gd name="connsiteY431" fmla="*/ 212722 h 518646"/>
                <a:gd name="connsiteX432" fmla="*/ 198725 w 2589424"/>
                <a:gd name="connsiteY432" fmla="*/ 208162 h 518646"/>
                <a:gd name="connsiteX433" fmla="*/ 33787 w 2589424"/>
                <a:gd name="connsiteY433" fmla="*/ 200466 h 518646"/>
                <a:gd name="connsiteX434" fmla="*/ 2548595 w 2589424"/>
                <a:gd name="connsiteY434" fmla="*/ 194481 h 518646"/>
                <a:gd name="connsiteX435" fmla="*/ 2384608 w 2589424"/>
                <a:gd name="connsiteY435" fmla="*/ 202936 h 518646"/>
                <a:gd name="connsiteX436" fmla="*/ 2390224 w 2589424"/>
                <a:gd name="connsiteY436" fmla="*/ 207497 h 518646"/>
                <a:gd name="connsiteX437" fmla="*/ 2555067 w 2589424"/>
                <a:gd name="connsiteY437" fmla="*/ 199706 h 518646"/>
                <a:gd name="connsiteX438" fmla="*/ 2548500 w 2589424"/>
                <a:gd name="connsiteY438" fmla="*/ 194481 h 518646"/>
                <a:gd name="connsiteX439" fmla="*/ 47112 w 2589424"/>
                <a:gd name="connsiteY439" fmla="*/ 189825 h 518646"/>
                <a:gd name="connsiteX440" fmla="*/ 40164 w 2589424"/>
                <a:gd name="connsiteY440" fmla="*/ 195051 h 518646"/>
                <a:gd name="connsiteX441" fmla="*/ 204245 w 2589424"/>
                <a:gd name="connsiteY441" fmla="*/ 203411 h 518646"/>
                <a:gd name="connsiteX442" fmla="*/ 210337 w 2589424"/>
                <a:gd name="connsiteY442" fmla="*/ 198851 h 518646"/>
                <a:gd name="connsiteX443" fmla="*/ 47112 w 2589424"/>
                <a:gd name="connsiteY443" fmla="*/ 189825 h 518646"/>
                <a:gd name="connsiteX444" fmla="*/ 2534033 w 2589424"/>
                <a:gd name="connsiteY444" fmla="*/ 184030 h 518646"/>
                <a:gd name="connsiteX445" fmla="*/ 2371950 w 2589424"/>
                <a:gd name="connsiteY445" fmla="*/ 193816 h 518646"/>
                <a:gd name="connsiteX446" fmla="*/ 2378612 w 2589424"/>
                <a:gd name="connsiteY446" fmla="*/ 198376 h 518646"/>
                <a:gd name="connsiteX447" fmla="*/ 2541647 w 2589424"/>
                <a:gd name="connsiteY447" fmla="*/ 189255 h 518646"/>
                <a:gd name="connsiteX448" fmla="*/ 2534033 w 2589424"/>
                <a:gd name="connsiteY448" fmla="*/ 184030 h 518646"/>
                <a:gd name="connsiteX449" fmla="*/ 62815 w 2589424"/>
                <a:gd name="connsiteY449" fmla="*/ 179374 h 518646"/>
                <a:gd name="connsiteX450" fmla="*/ 54726 w 2589424"/>
                <a:gd name="connsiteY450" fmla="*/ 184600 h 518646"/>
                <a:gd name="connsiteX451" fmla="*/ 216904 w 2589424"/>
                <a:gd name="connsiteY451" fmla="*/ 194386 h 518646"/>
                <a:gd name="connsiteX452" fmla="*/ 223947 w 2589424"/>
                <a:gd name="connsiteY452" fmla="*/ 189825 h 518646"/>
                <a:gd name="connsiteX453" fmla="*/ 62815 w 2589424"/>
                <a:gd name="connsiteY453" fmla="*/ 179374 h 518646"/>
                <a:gd name="connsiteX454" fmla="*/ 2517187 w 2589424"/>
                <a:gd name="connsiteY454" fmla="*/ 173674 h 518646"/>
                <a:gd name="connsiteX455" fmla="*/ 2357293 w 2589424"/>
                <a:gd name="connsiteY455" fmla="*/ 184885 h 518646"/>
                <a:gd name="connsiteX456" fmla="*/ 2364907 w 2589424"/>
                <a:gd name="connsiteY456" fmla="*/ 189350 h 518646"/>
                <a:gd name="connsiteX457" fmla="*/ 2525848 w 2589424"/>
                <a:gd name="connsiteY457" fmla="*/ 178804 h 518646"/>
                <a:gd name="connsiteX458" fmla="*/ 2517187 w 2589424"/>
                <a:gd name="connsiteY458" fmla="*/ 173674 h 518646"/>
                <a:gd name="connsiteX459" fmla="*/ 80613 w 2589424"/>
                <a:gd name="connsiteY459" fmla="*/ 169114 h 518646"/>
                <a:gd name="connsiteX460" fmla="*/ 71476 w 2589424"/>
                <a:gd name="connsiteY460" fmla="*/ 174244 h 518646"/>
                <a:gd name="connsiteX461" fmla="*/ 231370 w 2589424"/>
                <a:gd name="connsiteY461" fmla="*/ 185360 h 518646"/>
                <a:gd name="connsiteX462" fmla="*/ 239365 w 2589424"/>
                <a:gd name="connsiteY462" fmla="*/ 180895 h 518646"/>
                <a:gd name="connsiteX463" fmla="*/ 80613 w 2589424"/>
                <a:gd name="connsiteY463" fmla="*/ 169114 h 518646"/>
                <a:gd name="connsiteX464" fmla="*/ 2498152 w 2589424"/>
                <a:gd name="connsiteY464" fmla="*/ 163508 h 518646"/>
                <a:gd name="connsiteX465" fmla="*/ 2340828 w 2589424"/>
                <a:gd name="connsiteY465" fmla="*/ 176049 h 518646"/>
                <a:gd name="connsiteX466" fmla="*/ 2349298 w 2589424"/>
                <a:gd name="connsiteY466" fmla="*/ 180420 h 518646"/>
                <a:gd name="connsiteX467" fmla="*/ 2507955 w 2589424"/>
                <a:gd name="connsiteY467" fmla="*/ 168544 h 518646"/>
                <a:gd name="connsiteX468" fmla="*/ 2498152 w 2589424"/>
                <a:gd name="connsiteY468" fmla="*/ 163508 h 518646"/>
                <a:gd name="connsiteX469" fmla="*/ 100695 w 2589424"/>
                <a:gd name="connsiteY469" fmla="*/ 158948 h 518646"/>
                <a:gd name="connsiteX470" fmla="*/ 90416 w 2589424"/>
                <a:gd name="connsiteY470" fmla="*/ 163983 h 518646"/>
                <a:gd name="connsiteX471" fmla="*/ 247931 w 2589424"/>
                <a:gd name="connsiteY471" fmla="*/ 176429 h 518646"/>
                <a:gd name="connsiteX472" fmla="*/ 256877 w 2589424"/>
                <a:gd name="connsiteY472" fmla="*/ 172059 h 518646"/>
                <a:gd name="connsiteX473" fmla="*/ 100695 w 2589424"/>
                <a:gd name="connsiteY473" fmla="*/ 158948 h 518646"/>
                <a:gd name="connsiteX474" fmla="*/ 2477118 w 2589424"/>
                <a:gd name="connsiteY474" fmla="*/ 153532 h 518646"/>
                <a:gd name="connsiteX475" fmla="*/ 2322554 w 2589424"/>
                <a:gd name="connsiteY475" fmla="*/ 167403 h 518646"/>
                <a:gd name="connsiteX476" fmla="*/ 2331977 w 2589424"/>
                <a:gd name="connsiteY476" fmla="*/ 171774 h 518646"/>
                <a:gd name="connsiteX477" fmla="*/ 2487968 w 2589424"/>
                <a:gd name="connsiteY477" fmla="*/ 158568 h 518646"/>
                <a:gd name="connsiteX478" fmla="*/ 2477213 w 2589424"/>
                <a:gd name="connsiteY478" fmla="*/ 153627 h 518646"/>
                <a:gd name="connsiteX479" fmla="*/ 122776 w 2589424"/>
                <a:gd name="connsiteY479" fmla="*/ 148972 h 518646"/>
                <a:gd name="connsiteX480" fmla="*/ 111450 w 2589424"/>
                <a:gd name="connsiteY480" fmla="*/ 153912 h 518646"/>
                <a:gd name="connsiteX481" fmla="*/ 266109 w 2589424"/>
                <a:gd name="connsiteY481" fmla="*/ 167688 h 518646"/>
                <a:gd name="connsiteX482" fmla="*/ 275912 w 2589424"/>
                <a:gd name="connsiteY482" fmla="*/ 163413 h 518646"/>
                <a:gd name="connsiteX483" fmla="*/ 122680 w 2589424"/>
                <a:gd name="connsiteY483" fmla="*/ 148972 h 518646"/>
                <a:gd name="connsiteX484" fmla="*/ 2453991 w 2589424"/>
                <a:gd name="connsiteY484" fmla="*/ 143747 h 518646"/>
                <a:gd name="connsiteX485" fmla="*/ 2302472 w 2589424"/>
                <a:gd name="connsiteY485" fmla="*/ 158853 h 518646"/>
                <a:gd name="connsiteX486" fmla="*/ 2312751 w 2589424"/>
                <a:gd name="connsiteY486" fmla="*/ 163033 h 518646"/>
                <a:gd name="connsiteX487" fmla="*/ 2465793 w 2589424"/>
                <a:gd name="connsiteY487" fmla="*/ 148497 h 518646"/>
                <a:gd name="connsiteX488" fmla="*/ 2453991 w 2589424"/>
                <a:gd name="connsiteY488" fmla="*/ 143652 h 518646"/>
                <a:gd name="connsiteX489" fmla="*/ 146950 w 2589424"/>
                <a:gd name="connsiteY489" fmla="*/ 139281 h 518646"/>
                <a:gd name="connsiteX490" fmla="*/ 134577 w 2589424"/>
                <a:gd name="connsiteY490" fmla="*/ 144127 h 518646"/>
                <a:gd name="connsiteX491" fmla="*/ 286191 w 2589424"/>
                <a:gd name="connsiteY491" fmla="*/ 159233 h 518646"/>
                <a:gd name="connsiteX492" fmla="*/ 296946 w 2589424"/>
                <a:gd name="connsiteY492" fmla="*/ 155052 h 518646"/>
                <a:gd name="connsiteX493" fmla="*/ 146855 w 2589424"/>
                <a:gd name="connsiteY493" fmla="*/ 139281 h 518646"/>
                <a:gd name="connsiteX494" fmla="*/ 2428960 w 2589424"/>
                <a:gd name="connsiteY494" fmla="*/ 134151 h 518646"/>
                <a:gd name="connsiteX495" fmla="*/ 2280677 w 2589424"/>
                <a:gd name="connsiteY495" fmla="*/ 150587 h 518646"/>
                <a:gd name="connsiteX496" fmla="*/ 2291813 w 2589424"/>
                <a:gd name="connsiteY496" fmla="*/ 154672 h 518646"/>
                <a:gd name="connsiteX497" fmla="*/ 2441713 w 2589424"/>
                <a:gd name="connsiteY497" fmla="*/ 138901 h 518646"/>
                <a:gd name="connsiteX498" fmla="*/ 2428960 w 2589424"/>
                <a:gd name="connsiteY498" fmla="*/ 134151 h 518646"/>
                <a:gd name="connsiteX499" fmla="*/ 173218 w 2589424"/>
                <a:gd name="connsiteY499" fmla="*/ 129685 h 518646"/>
                <a:gd name="connsiteX500" fmla="*/ 159894 w 2589424"/>
                <a:gd name="connsiteY500" fmla="*/ 134436 h 518646"/>
                <a:gd name="connsiteX501" fmla="*/ 308272 w 2589424"/>
                <a:gd name="connsiteY501" fmla="*/ 150777 h 518646"/>
                <a:gd name="connsiteX502" fmla="*/ 319883 w 2589424"/>
                <a:gd name="connsiteY502" fmla="*/ 146692 h 518646"/>
                <a:gd name="connsiteX503" fmla="*/ 173314 w 2589424"/>
                <a:gd name="connsiteY503" fmla="*/ 129685 h 518646"/>
                <a:gd name="connsiteX504" fmla="*/ 2401740 w 2589424"/>
                <a:gd name="connsiteY504" fmla="*/ 124745 h 518646"/>
                <a:gd name="connsiteX505" fmla="*/ 2257074 w 2589424"/>
                <a:gd name="connsiteY505" fmla="*/ 142321 h 518646"/>
                <a:gd name="connsiteX506" fmla="*/ 2269066 w 2589424"/>
                <a:gd name="connsiteY506" fmla="*/ 146407 h 518646"/>
                <a:gd name="connsiteX507" fmla="*/ 2415540 w 2589424"/>
                <a:gd name="connsiteY507" fmla="*/ 129400 h 518646"/>
                <a:gd name="connsiteX508" fmla="*/ 2401740 w 2589424"/>
                <a:gd name="connsiteY508" fmla="*/ 124745 h 518646"/>
                <a:gd name="connsiteX509" fmla="*/ 201390 w 2589424"/>
                <a:gd name="connsiteY509" fmla="*/ 120375 h 518646"/>
                <a:gd name="connsiteX510" fmla="*/ 187019 w 2589424"/>
                <a:gd name="connsiteY510" fmla="*/ 125030 h 518646"/>
                <a:gd name="connsiteX511" fmla="*/ 331780 w 2589424"/>
                <a:gd name="connsiteY511" fmla="*/ 142606 h 518646"/>
                <a:gd name="connsiteX512" fmla="*/ 344248 w 2589424"/>
                <a:gd name="connsiteY512" fmla="*/ 138616 h 518646"/>
                <a:gd name="connsiteX513" fmla="*/ 201390 w 2589424"/>
                <a:gd name="connsiteY513" fmla="*/ 120470 h 518646"/>
                <a:gd name="connsiteX514" fmla="*/ 2372712 w 2589424"/>
                <a:gd name="connsiteY514" fmla="*/ 115624 h 518646"/>
                <a:gd name="connsiteX515" fmla="*/ 2231757 w 2589424"/>
                <a:gd name="connsiteY515" fmla="*/ 134436 h 518646"/>
                <a:gd name="connsiteX516" fmla="*/ 2244606 w 2589424"/>
                <a:gd name="connsiteY516" fmla="*/ 138331 h 518646"/>
                <a:gd name="connsiteX517" fmla="*/ 2387464 w 2589424"/>
                <a:gd name="connsiteY517" fmla="*/ 120090 h 518646"/>
                <a:gd name="connsiteX518" fmla="*/ 2372712 w 2589424"/>
                <a:gd name="connsiteY518" fmla="*/ 115529 h 518646"/>
                <a:gd name="connsiteX519" fmla="*/ 231465 w 2589424"/>
                <a:gd name="connsiteY519" fmla="*/ 111349 h 518646"/>
                <a:gd name="connsiteX520" fmla="*/ 216237 w 2589424"/>
                <a:gd name="connsiteY520" fmla="*/ 115814 h 518646"/>
                <a:gd name="connsiteX521" fmla="*/ 357192 w 2589424"/>
                <a:gd name="connsiteY521" fmla="*/ 134626 h 518646"/>
                <a:gd name="connsiteX522" fmla="*/ 370516 w 2589424"/>
                <a:gd name="connsiteY522" fmla="*/ 130731 h 518646"/>
                <a:gd name="connsiteX523" fmla="*/ 231465 w 2589424"/>
                <a:gd name="connsiteY523" fmla="*/ 111349 h 518646"/>
                <a:gd name="connsiteX524" fmla="*/ 2341684 w 2589424"/>
                <a:gd name="connsiteY524" fmla="*/ 106789 h 518646"/>
                <a:gd name="connsiteX525" fmla="*/ 2204823 w 2589424"/>
                <a:gd name="connsiteY525" fmla="*/ 126740 h 518646"/>
                <a:gd name="connsiteX526" fmla="*/ 2218528 w 2589424"/>
                <a:gd name="connsiteY526" fmla="*/ 130540 h 518646"/>
                <a:gd name="connsiteX527" fmla="*/ 2357483 w 2589424"/>
                <a:gd name="connsiteY527" fmla="*/ 111159 h 518646"/>
                <a:gd name="connsiteX528" fmla="*/ 2341684 w 2589424"/>
                <a:gd name="connsiteY528" fmla="*/ 106694 h 518646"/>
                <a:gd name="connsiteX529" fmla="*/ 263349 w 2589424"/>
                <a:gd name="connsiteY529" fmla="*/ 102608 h 518646"/>
                <a:gd name="connsiteX530" fmla="*/ 247169 w 2589424"/>
                <a:gd name="connsiteY530" fmla="*/ 106979 h 518646"/>
                <a:gd name="connsiteX531" fmla="*/ 384126 w 2589424"/>
                <a:gd name="connsiteY531" fmla="*/ 126930 h 518646"/>
                <a:gd name="connsiteX532" fmla="*/ 398212 w 2589424"/>
                <a:gd name="connsiteY532" fmla="*/ 123130 h 518646"/>
                <a:gd name="connsiteX533" fmla="*/ 263349 w 2589424"/>
                <a:gd name="connsiteY533" fmla="*/ 102608 h 518646"/>
                <a:gd name="connsiteX534" fmla="*/ 2308849 w 2589424"/>
                <a:gd name="connsiteY534" fmla="*/ 98143 h 518646"/>
                <a:gd name="connsiteX535" fmla="*/ 2176366 w 2589424"/>
                <a:gd name="connsiteY535" fmla="*/ 119235 h 518646"/>
                <a:gd name="connsiteX536" fmla="*/ 2190832 w 2589424"/>
                <a:gd name="connsiteY536" fmla="*/ 122940 h 518646"/>
                <a:gd name="connsiteX537" fmla="*/ 2325505 w 2589424"/>
                <a:gd name="connsiteY537" fmla="*/ 102418 h 518646"/>
                <a:gd name="connsiteX538" fmla="*/ 2308849 w 2589424"/>
                <a:gd name="connsiteY538" fmla="*/ 98143 h 518646"/>
                <a:gd name="connsiteX539" fmla="*/ 297041 w 2589424"/>
                <a:gd name="connsiteY539" fmla="*/ 94058 h 518646"/>
                <a:gd name="connsiteX540" fmla="*/ 280005 w 2589424"/>
                <a:gd name="connsiteY540" fmla="*/ 98238 h 518646"/>
                <a:gd name="connsiteX541" fmla="*/ 412679 w 2589424"/>
                <a:gd name="connsiteY541" fmla="*/ 119330 h 518646"/>
                <a:gd name="connsiteX542" fmla="*/ 427431 w 2589424"/>
                <a:gd name="connsiteY542" fmla="*/ 115624 h 518646"/>
                <a:gd name="connsiteX543" fmla="*/ 297041 w 2589424"/>
                <a:gd name="connsiteY543" fmla="*/ 93963 h 518646"/>
                <a:gd name="connsiteX544" fmla="*/ 2274301 w 2589424"/>
                <a:gd name="connsiteY544" fmla="*/ 89782 h 518646"/>
                <a:gd name="connsiteX545" fmla="*/ 2146290 w 2589424"/>
                <a:gd name="connsiteY545" fmla="*/ 111919 h 518646"/>
                <a:gd name="connsiteX546" fmla="*/ 2161518 w 2589424"/>
                <a:gd name="connsiteY546" fmla="*/ 115529 h 518646"/>
                <a:gd name="connsiteX547" fmla="*/ 2291813 w 2589424"/>
                <a:gd name="connsiteY547" fmla="*/ 93868 h 518646"/>
                <a:gd name="connsiteX548" fmla="*/ 2274301 w 2589424"/>
                <a:gd name="connsiteY548" fmla="*/ 89782 h 518646"/>
                <a:gd name="connsiteX549" fmla="*/ 332541 w 2589424"/>
                <a:gd name="connsiteY549" fmla="*/ 85887 h 518646"/>
                <a:gd name="connsiteX550" fmla="*/ 314648 w 2589424"/>
                <a:gd name="connsiteY550" fmla="*/ 89972 h 518646"/>
                <a:gd name="connsiteX551" fmla="*/ 442754 w 2589424"/>
                <a:gd name="connsiteY551" fmla="*/ 112109 h 518646"/>
                <a:gd name="connsiteX552" fmla="*/ 458458 w 2589424"/>
                <a:gd name="connsiteY552" fmla="*/ 108594 h 518646"/>
                <a:gd name="connsiteX553" fmla="*/ 332541 w 2589424"/>
                <a:gd name="connsiteY553" fmla="*/ 85887 h 518646"/>
                <a:gd name="connsiteX554" fmla="*/ 2238134 w 2589424"/>
                <a:gd name="connsiteY554" fmla="*/ 81707 h 518646"/>
                <a:gd name="connsiteX555" fmla="*/ 2114787 w 2589424"/>
                <a:gd name="connsiteY555" fmla="*/ 104888 h 518646"/>
                <a:gd name="connsiteX556" fmla="*/ 2130681 w 2589424"/>
                <a:gd name="connsiteY556" fmla="*/ 108404 h 518646"/>
                <a:gd name="connsiteX557" fmla="*/ 2256408 w 2589424"/>
                <a:gd name="connsiteY557" fmla="*/ 85697 h 518646"/>
                <a:gd name="connsiteX558" fmla="*/ 2238134 w 2589424"/>
                <a:gd name="connsiteY558" fmla="*/ 81707 h 518646"/>
                <a:gd name="connsiteX559" fmla="*/ 369564 w 2589424"/>
                <a:gd name="connsiteY559" fmla="*/ 77906 h 518646"/>
                <a:gd name="connsiteX560" fmla="*/ 350815 w 2589424"/>
                <a:gd name="connsiteY560" fmla="*/ 81802 h 518646"/>
                <a:gd name="connsiteX561" fmla="*/ 474257 w 2589424"/>
                <a:gd name="connsiteY561" fmla="*/ 104983 h 518646"/>
                <a:gd name="connsiteX562" fmla="*/ 490532 w 2589424"/>
                <a:gd name="connsiteY562" fmla="*/ 101563 h 518646"/>
                <a:gd name="connsiteX563" fmla="*/ 369564 w 2589424"/>
                <a:gd name="connsiteY563" fmla="*/ 77811 h 518646"/>
                <a:gd name="connsiteX564" fmla="*/ 2200159 w 2589424"/>
                <a:gd name="connsiteY564" fmla="*/ 74011 h 518646"/>
                <a:gd name="connsiteX565" fmla="*/ 2081666 w 2589424"/>
                <a:gd name="connsiteY565" fmla="*/ 98238 h 518646"/>
                <a:gd name="connsiteX566" fmla="*/ 2098417 w 2589424"/>
                <a:gd name="connsiteY566" fmla="*/ 101563 h 518646"/>
                <a:gd name="connsiteX567" fmla="*/ 2219290 w 2589424"/>
                <a:gd name="connsiteY567" fmla="*/ 77811 h 518646"/>
                <a:gd name="connsiteX568" fmla="*/ 2200159 w 2589424"/>
                <a:gd name="connsiteY568" fmla="*/ 74011 h 518646"/>
                <a:gd name="connsiteX569" fmla="*/ 408301 w 2589424"/>
                <a:gd name="connsiteY569" fmla="*/ 70306 h 518646"/>
                <a:gd name="connsiteX570" fmla="*/ 388695 w 2589424"/>
                <a:gd name="connsiteY570" fmla="*/ 74011 h 518646"/>
                <a:gd name="connsiteX571" fmla="*/ 507282 w 2589424"/>
                <a:gd name="connsiteY571" fmla="*/ 98238 h 518646"/>
                <a:gd name="connsiteX572" fmla="*/ 524224 w 2589424"/>
                <a:gd name="connsiteY572" fmla="*/ 94913 h 518646"/>
                <a:gd name="connsiteX573" fmla="*/ 408301 w 2589424"/>
                <a:gd name="connsiteY573" fmla="*/ 70211 h 518646"/>
                <a:gd name="connsiteX574" fmla="*/ 2160662 w 2589424"/>
                <a:gd name="connsiteY574" fmla="*/ 66505 h 518646"/>
                <a:gd name="connsiteX575" fmla="*/ 2047403 w 2589424"/>
                <a:gd name="connsiteY575" fmla="*/ 91682 h 518646"/>
                <a:gd name="connsiteX576" fmla="*/ 2064725 w 2589424"/>
                <a:gd name="connsiteY576" fmla="*/ 94913 h 518646"/>
                <a:gd name="connsiteX577" fmla="*/ 2180553 w 2589424"/>
                <a:gd name="connsiteY577" fmla="*/ 70211 h 518646"/>
                <a:gd name="connsiteX578" fmla="*/ 2160662 w 2589424"/>
                <a:gd name="connsiteY578" fmla="*/ 66505 h 518646"/>
                <a:gd name="connsiteX579" fmla="*/ 448560 w 2589424"/>
                <a:gd name="connsiteY579" fmla="*/ 63085 h 518646"/>
                <a:gd name="connsiteX580" fmla="*/ 428287 w 2589424"/>
                <a:gd name="connsiteY580" fmla="*/ 66695 h 518646"/>
                <a:gd name="connsiteX581" fmla="*/ 541641 w 2589424"/>
                <a:gd name="connsiteY581" fmla="*/ 91872 h 518646"/>
                <a:gd name="connsiteX582" fmla="*/ 559343 w 2589424"/>
                <a:gd name="connsiteY582" fmla="*/ 88737 h 518646"/>
                <a:gd name="connsiteX583" fmla="*/ 448655 w 2589424"/>
                <a:gd name="connsiteY583" fmla="*/ 63085 h 518646"/>
                <a:gd name="connsiteX584" fmla="*/ 2119546 w 2589424"/>
                <a:gd name="connsiteY584" fmla="*/ 59475 h 518646"/>
                <a:gd name="connsiteX585" fmla="*/ 2011618 w 2589424"/>
                <a:gd name="connsiteY585" fmla="*/ 85602 h 518646"/>
                <a:gd name="connsiteX586" fmla="*/ 2029606 w 2589424"/>
                <a:gd name="connsiteY586" fmla="*/ 88642 h 518646"/>
                <a:gd name="connsiteX587" fmla="*/ 2140294 w 2589424"/>
                <a:gd name="connsiteY587" fmla="*/ 62990 h 518646"/>
                <a:gd name="connsiteX588" fmla="*/ 2119546 w 2589424"/>
                <a:gd name="connsiteY588" fmla="*/ 59475 h 518646"/>
                <a:gd name="connsiteX589" fmla="*/ 490246 w 2589424"/>
                <a:gd name="connsiteY589" fmla="*/ 56150 h 518646"/>
                <a:gd name="connsiteX590" fmla="*/ 469308 w 2589424"/>
                <a:gd name="connsiteY590" fmla="*/ 59570 h 518646"/>
                <a:gd name="connsiteX591" fmla="*/ 577331 w 2589424"/>
                <a:gd name="connsiteY591" fmla="*/ 85697 h 518646"/>
                <a:gd name="connsiteX592" fmla="*/ 595605 w 2589424"/>
                <a:gd name="connsiteY592" fmla="*/ 82752 h 518646"/>
                <a:gd name="connsiteX593" fmla="*/ 490246 w 2589424"/>
                <a:gd name="connsiteY593" fmla="*/ 56150 h 518646"/>
                <a:gd name="connsiteX594" fmla="*/ 2077098 w 2589424"/>
                <a:gd name="connsiteY594" fmla="*/ 52729 h 518646"/>
                <a:gd name="connsiteX595" fmla="*/ 1974690 w 2589424"/>
                <a:gd name="connsiteY595" fmla="*/ 79711 h 518646"/>
                <a:gd name="connsiteX596" fmla="*/ 1993344 w 2589424"/>
                <a:gd name="connsiteY596" fmla="*/ 82562 h 518646"/>
                <a:gd name="connsiteX597" fmla="*/ 2098513 w 2589424"/>
                <a:gd name="connsiteY597" fmla="*/ 55959 h 518646"/>
                <a:gd name="connsiteX598" fmla="*/ 2077098 w 2589424"/>
                <a:gd name="connsiteY598" fmla="*/ 52634 h 518646"/>
                <a:gd name="connsiteX599" fmla="*/ 533360 w 2589424"/>
                <a:gd name="connsiteY599" fmla="*/ 49594 h 518646"/>
                <a:gd name="connsiteX600" fmla="*/ 511661 w 2589424"/>
                <a:gd name="connsiteY600" fmla="*/ 52824 h 518646"/>
                <a:gd name="connsiteX601" fmla="*/ 614164 w 2589424"/>
                <a:gd name="connsiteY601" fmla="*/ 79806 h 518646"/>
                <a:gd name="connsiteX602" fmla="*/ 633009 w 2589424"/>
                <a:gd name="connsiteY602" fmla="*/ 76956 h 518646"/>
                <a:gd name="connsiteX603" fmla="*/ 533360 w 2589424"/>
                <a:gd name="connsiteY603" fmla="*/ 49594 h 518646"/>
                <a:gd name="connsiteX604" fmla="*/ 2033222 w 2589424"/>
                <a:gd name="connsiteY604" fmla="*/ 46269 h 518646"/>
                <a:gd name="connsiteX605" fmla="*/ 1936525 w 2589424"/>
                <a:gd name="connsiteY605" fmla="*/ 74106 h 518646"/>
                <a:gd name="connsiteX606" fmla="*/ 1955750 w 2589424"/>
                <a:gd name="connsiteY606" fmla="*/ 76861 h 518646"/>
                <a:gd name="connsiteX607" fmla="*/ 2055303 w 2589424"/>
                <a:gd name="connsiteY607" fmla="*/ 49404 h 518646"/>
                <a:gd name="connsiteX608" fmla="*/ 2033222 w 2589424"/>
                <a:gd name="connsiteY608" fmla="*/ 46269 h 518646"/>
                <a:gd name="connsiteX609" fmla="*/ 577712 w 2589424"/>
                <a:gd name="connsiteY609" fmla="*/ 43418 h 518646"/>
                <a:gd name="connsiteX610" fmla="*/ 555441 w 2589424"/>
                <a:gd name="connsiteY610" fmla="*/ 46459 h 518646"/>
                <a:gd name="connsiteX611" fmla="*/ 652234 w 2589424"/>
                <a:gd name="connsiteY611" fmla="*/ 74296 h 518646"/>
                <a:gd name="connsiteX612" fmla="*/ 671650 w 2589424"/>
                <a:gd name="connsiteY612" fmla="*/ 71636 h 518646"/>
                <a:gd name="connsiteX613" fmla="*/ 577712 w 2589424"/>
                <a:gd name="connsiteY613" fmla="*/ 43418 h 518646"/>
                <a:gd name="connsiteX614" fmla="*/ 1988014 w 2589424"/>
                <a:gd name="connsiteY614" fmla="*/ 40283 h 518646"/>
                <a:gd name="connsiteX615" fmla="*/ 1897217 w 2589424"/>
                <a:gd name="connsiteY615" fmla="*/ 68881 h 518646"/>
                <a:gd name="connsiteX616" fmla="*/ 1917014 w 2589424"/>
                <a:gd name="connsiteY616" fmla="*/ 71446 h 518646"/>
                <a:gd name="connsiteX617" fmla="*/ 2010761 w 2589424"/>
                <a:gd name="connsiteY617" fmla="*/ 43228 h 518646"/>
                <a:gd name="connsiteX618" fmla="*/ 1988014 w 2589424"/>
                <a:gd name="connsiteY618" fmla="*/ 40283 h 518646"/>
                <a:gd name="connsiteX619" fmla="*/ 623396 w 2589424"/>
                <a:gd name="connsiteY619" fmla="*/ 37528 h 518646"/>
                <a:gd name="connsiteX620" fmla="*/ 600459 w 2589424"/>
                <a:gd name="connsiteY620" fmla="*/ 40378 h 518646"/>
                <a:gd name="connsiteX621" fmla="*/ 691351 w 2589424"/>
                <a:gd name="connsiteY621" fmla="*/ 68976 h 518646"/>
                <a:gd name="connsiteX622" fmla="*/ 711338 w 2589424"/>
                <a:gd name="connsiteY622" fmla="*/ 66505 h 518646"/>
                <a:gd name="connsiteX623" fmla="*/ 623396 w 2589424"/>
                <a:gd name="connsiteY623" fmla="*/ 37528 h 518646"/>
                <a:gd name="connsiteX624" fmla="*/ 1941474 w 2589424"/>
                <a:gd name="connsiteY624" fmla="*/ 34678 h 518646"/>
                <a:gd name="connsiteX625" fmla="*/ 1856768 w 2589424"/>
                <a:gd name="connsiteY625" fmla="*/ 64035 h 518646"/>
                <a:gd name="connsiteX626" fmla="*/ 1877040 w 2589424"/>
                <a:gd name="connsiteY626" fmla="*/ 66410 h 518646"/>
                <a:gd name="connsiteX627" fmla="*/ 1964887 w 2589424"/>
                <a:gd name="connsiteY627" fmla="*/ 37433 h 518646"/>
                <a:gd name="connsiteX628" fmla="*/ 1941474 w 2589424"/>
                <a:gd name="connsiteY628" fmla="*/ 34678 h 518646"/>
                <a:gd name="connsiteX629" fmla="*/ 670317 w 2589424"/>
                <a:gd name="connsiteY629" fmla="*/ 32113 h 518646"/>
                <a:gd name="connsiteX630" fmla="*/ 646714 w 2589424"/>
                <a:gd name="connsiteY630" fmla="*/ 34773 h 518646"/>
                <a:gd name="connsiteX631" fmla="*/ 731610 w 2589424"/>
                <a:gd name="connsiteY631" fmla="*/ 64130 h 518646"/>
                <a:gd name="connsiteX632" fmla="*/ 752072 w 2589424"/>
                <a:gd name="connsiteY632" fmla="*/ 61850 h 518646"/>
                <a:gd name="connsiteX633" fmla="*/ 670317 w 2589424"/>
                <a:gd name="connsiteY633" fmla="*/ 32113 h 518646"/>
                <a:gd name="connsiteX634" fmla="*/ 1893886 w 2589424"/>
                <a:gd name="connsiteY634" fmla="*/ 29357 h 518646"/>
                <a:gd name="connsiteX635" fmla="*/ 1815462 w 2589424"/>
                <a:gd name="connsiteY635" fmla="*/ 59380 h 518646"/>
                <a:gd name="connsiteX636" fmla="*/ 1836305 w 2589424"/>
                <a:gd name="connsiteY636" fmla="*/ 61565 h 518646"/>
                <a:gd name="connsiteX637" fmla="*/ 1917870 w 2589424"/>
                <a:gd name="connsiteY637" fmla="*/ 31828 h 518646"/>
                <a:gd name="connsiteX638" fmla="*/ 1893886 w 2589424"/>
                <a:gd name="connsiteY638" fmla="*/ 29262 h 518646"/>
                <a:gd name="connsiteX639" fmla="*/ 718190 w 2589424"/>
                <a:gd name="connsiteY639" fmla="*/ 27077 h 518646"/>
                <a:gd name="connsiteX640" fmla="*/ 694111 w 2589424"/>
                <a:gd name="connsiteY640" fmla="*/ 29547 h 518646"/>
                <a:gd name="connsiteX641" fmla="*/ 772821 w 2589424"/>
                <a:gd name="connsiteY641" fmla="*/ 59570 h 518646"/>
                <a:gd name="connsiteX642" fmla="*/ 793759 w 2589424"/>
                <a:gd name="connsiteY642" fmla="*/ 57385 h 518646"/>
                <a:gd name="connsiteX643" fmla="*/ 718285 w 2589424"/>
                <a:gd name="connsiteY643" fmla="*/ 27077 h 518646"/>
                <a:gd name="connsiteX644" fmla="*/ 1845252 w 2589424"/>
                <a:gd name="connsiteY644" fmla="*/ 24607 h 518646"/>
                <a:gd name="connsiteX645" fmla="*/ 1773204 w 2589424"/>
                <a:gd name="connsiteY645" fmla="*/ 55294 h 518646"/>
                <a:gd name="connsiteX646" fmla="*/ 1794428 w 2589424"/>
                <a:gd name="connsiteY646" fmla="*/ 57385 h 518646"/>
                <a:gd name="connsiteX647" fmla="*/ 1869712 w 2589424"/>
                <a:gd name="connsiteY647" fmla="*/ 26982 h 518646"/>
                <a:gd name="connsiteX648" fmla="*/ 1845252 w 2589424"/>
                <a:gd name="connsiteY648" fmla="*/ 24607 h 518646"/>
                <a:gd name="connsiteX649" fmla="*/ 767015 w 2589424"/>
                <a:gd name="connsiteY649" fmla="*/ 22517 h 518646"/>
                <a:gd name="connsiteX650" fmla="*/ 742460 w 2589424"/>
                <a:gd name="connsiteY650" fmla="*/ 24797 h 518646"/>
                <a:gd name="connsiteX651" fmla="*/ 814793 w 2589424"/>
                <a:gd name="connsiteY651" fmla="*/ 55484 h 518646"/>
                <a:gd name="connsiteX652" fmla="*/ 836112 w 2589424"/>
                <a:gd name="connsiteY652" fmla="*/ 53489 h 518646"/>
                <a:gd name="connsiteX653" fmla="*/ 767015 w 2589424"/>
                <a:gd name="connsiteY653" fmla="*/ 22517 h 518646"/>
                <a:gd name="connsiteX654" fmla="*/ 1795570 w 2589424"/>
                <a:gd name="connsiteY654" fmla="*/ 20142 h 518646"/>
                <a:gd name="connsiteX655" fmla="*/ 1729995 w 2589424"/>
                <a:gd name="connsiteY655" fmla="*/ 51399 h 518646"/>
                <a:gd name="connsiteX656" fmla="*/ 1751695 w 2589424"/>
                <a:gd name="connsiteY656" fmla="*/ 53299 h 518646"/>
                <a:gd name="connsiteX657" fmla="*/ 1820602 w 2589424"/>
                <a:gd name="connsiteY657" fmla="*/ 22327 h 518646"/>
                <a:gd name="connsiteX658" fmla="*/ 1795570 w 2589424"/>
                <a:gd name="connsiteY658" fmla="*/ 20142 h 518646"/>
                <a:gd name="connsiteX659" fmla="*/ 816791 w 2589424"/>
                <a:gd name="connsiteY659" fmla="*/ 18241 h 518646"/>
                <a:gd name="connsiteX660" fmla="*/ 791760 w 2589424"/>
                <a:gd name="connsiteY660" fmla="*/ 20237 h 518646"/>
                <a:gd name="connsiteX661" fmla="*/ 857526 w 2589424"/>
                <a:gd name="connsiteY661" fmla="*/ 51494 h 518646"/>
                <a:gd name="connsiteX662" fmla="*/ 879321 w 2589424"/>
                <a:gd name="connsiteY662" fmla="*/ 49689 h 518646"/>
                <a:gd name="connsiteX663" fmla="*/ 816696 w 2589424"/>
                <a:gd name="connsiteY663" fmla="*/ 18146 h 518646"/>
                <a:gd name="connsiteX664" fmla="*/ 1744937 w 2589424"/>
                <a:gd name="connsiteY664" fmla="*/ 16151 h 518646"/>
                <a:gd name="connsiteX665" fmla="*/ 1686024 w 2589424"/>
                <a:gd name="connsiteY665" fmla="*/ 47979 h 518646"/>
                <a:gd name="connsiteX666" fmla="*/ 1708105 w 2589424"/>
                <a:gd name="connsiteY666" fmla="*/ 49689 h 518646"/>
                <a:gd name="connsiteX667" fmla="*/ 1770349 w 2589424"/>
                <a:gd name="connsiteY667" fmla="*/ 18146 h 518646"/>
                <a:gd name="connsiteX668" fmla="*/ 1744937 w 2589424"/>
                <a:gd name="connsiteY668" fmla="*/ 16151 h 518646"/>
                <a:gd name="connsiteX669" fmla="*/ 867615 w 2589424"/>
                <a:gd name="connsiteY669" fmla="*/ 14441 h 518646"/>
                <a:gd name="connsiteX670" fmla="*/ 842108 w 2589424"/>
                <a:gd name="connsiteY670" fmla="*/ 16246 h 518646"/>
                <a:gd name="connsiteX671" fmla="*/ 901307 w 2589424"/>
                <a:gd name="connsiteY671" fmla="*/ 47979 h 518646"/>
                <a:gd name="connsiteX672" fmla="*/ 923483 w 2589424"/>
                <a:gd name="connsiteY672" fmla="*/ 46364 h 518646"/>
                <a:gd name="connsiteX673" fmla="*/ 867615 w 2589424"/>
                <a:gd name="connsiteY673" fmla="*/ 14346 h 518646"/>
                <a:gd name="connsiteX674" fmla="*/ 1693543 w 2589424"/>
                <a:gd name="connsiteY674" fmla="*/ 12541 h 518646"/>
                <a:gd name="connsiteX675" fmla="*/ 1641387 w 2589424"/>
                <a:gd name="connsiteY675" fmla="*/ 44844 h 518646"/>
                <a:gd name="connsiteX676" fmla="*/ 1663848 w 2589424"/>
                <a:gd name="connsiteY676" fmla="*/ 46364 h 518646"/>
                <a:gd name="connsiteX677" fmla="*/ 1719335 w 2589424"/>
                <a:gd name="connsiteY677" fmla="*/ 14346 h 518646"/>
                <a:gd name="connsiteX678" fmla="*/ 1693543 w 2589424"/>
                <a:gd name="connsiteY678" fmla="*/ 12636 h 518646"/>
                <a:gd name="connsiteX679" fmla="*/ 919200 w 2589424"/>
                <a:gd name="connsiteY679" fmla="*/ 11116 h 518646"/>
                <a:gd name="connsiteX680" fmla="*/ 893217 w 2589424"/>
                <a:gd name="connsiteY680" fmla="*/ 12731 h 518646"/>
                <a:gd name="connsiteX681" fmla="*/ 945753 w 2589424"/>
                <a:gd name="connsiteY681" fmla="*/ 45034 h 518646"/>
                <a:gd name="connsiteX682" fmla="*/ 968215 w 2589424"/>
                <a:gd name="connsiteY682" fmla="*/ 43609 h 518646"/>
                <a:gd name="connsiteX683" fmla="*/ 919200 w 2589424"/>
                <a:gd name="connsiteY683" fmla="*/ 11116 h 518646"/>
                <a:gd name="connsiteX684" fmla="*/ 1641482 w 2589424"/>
                <a:gd name="connsiteY684" fmla="*/ 9406 h 518646"/>
                <a:gd name="connsiteX685" fmla="*/ 1596179 w 2589424"/>
                <a:gd name="connsiteY685" fmla="*/ 42088 h 518646"/>
                <a:gd name="connsiteX686" fmla="*/ 1618831 w 2589424"/>
                <a:gd name="connsiteY686" fmla="*/ 43418 h 518646"/>
                <a:gd name="connsiteX687" fmla="*/ 1667465 w 2589424"/>
                <a:gd name="connsiteY687" fmla="*/ 10926 h 518646"/>
                <a:gd name="connsiteX688" fmla="*/ 1641482 w 2589424"/>
                <a:gd name="connsiteY688" fmla="*/ 9406 h 518646"/>
                <a:gd name="connsiteX689" fmla="*/ 971451 w 2589424"/>
                <a:gd name="connsiteY689" fmla="*/ 8171 h 518646"/>
                <a:gd name="connsiteX690" fmla="*/ 945278 w 2589424"/>
                <a:gd name="connsiteY690" fmla="*/ 9596 h 518646"/>
                <a:gd name="connsiteX691" fmla="*/ 990866 w 2589424"/>
                <a:gd name="connsiteY691" fmla="*/ 42278 h 518646"/>
                <a:gd name="connsiteX692" fmla="*/ 1013613 w 2589424"/>
                <a:gd name="connsiteY692" fmla="*/ 41043 h 518646"/>
                <a:gd name="connsiteX693" fmla="*/ 971451 w 2589424"/>
                <a:gd name="connsiteY693" fmla="*/ 8171 h 518646"/>
                <a:gd name="connsiteX694" fmla="*/ 1588850 w 2589424"/>
                <a:gd name="connsiteY694" fmla="*/ 6746 h 518646"/>
                <a:gd name="connsiteX695" fmla="*/ 1550590 w 2589424"/>
                <a:gd name="connsiteY695" fmla="*/ 39808 h 518646"/>
                <a:gd name="connsiteX696" fmla="*/ 1573527 w 2589424"/>
                <a:gd name="connsiteY696" fmla="*/ 40948 h 518646"/>
                <a:gd name="connsiteX697" fmla="*/ 1615309 w 2589424"/>
                <a:gd name="connsiteY697" fmla="*/ 8076 h 518646"/>
                <a:gd name="connsiteX698" fmla="*/ 1588946 w 2589424"/>
                <a:gd name="connsiteY698" fmla="*/ 6841 h 518646"/>
                <a:gd name="connsiteX699" fmla="*/ 1024273 w 2589424"/>
                <a:gd name="connsiteY699" fmla="*/ 5700 h 518646"/>
                <a:gd name="connsiteX700" fmla="*/ 997814 w 2589424"/>
                <a:gd name="connsiteY700" fmla="*/ 6841 h 518646"/>
                <a:gd name="connsiteX701" fmla="*/ 1036550 w 2589424"/>
                <a:gd name="connsiteY701" fmla="*/ 39808 h 518646"/>
                <a:gd name="connsiteX702" fmla="*/ 1059488 w 2589424"/>
                <a:gd name="connsiteY702" fmla="*/ 38763 h 518646"/>
                <a:gd name="connsiteX703" fmla="*/ 1024273 w 2589424"/>
                <a:gd name="connsiteY703" fmla="*/ 5605 h 518646"/>
                <a:gd name="connsiteX704" fmla="*/ 1535743 w 2589424"/>
                <a:gd name="connsiteY704" fmla="*/ 4560 h 518646"/>
                <a:gd name="connsiteX705" fmla="*/ 1504430 w 2589424"/>
                <a:gd name="connsiteY705" fmla="*/ 37908 h 518646"/>
                <a:gd name="connsiteX706" fmla="*/ 1527558 w 2589424"/>
                <a:gd name="connsiteY706" fmla="*/ 38858 h 518646"/>
                <a:gd name="connsiteX707" fmla="*/ 1562392 w 2589424"/>
                <a:gd name="connsiteY707" fmla="*/ 5700 h 518646"/>
                <a:gd name="connsiteX708" fmla="*/ 1535743 w 2589424"/>
                <a:gd name="connsiteY708" fmla="*/ 4655 h 518646"/>
                <a:gd name="connsiteX709" fmla="*/ 1077476 w 2589424"/>
                <a:gd name="connsiteY709" fmla="*/ 3705 h 518646"/>
                <a:gd name="connsiteX710" fmla="*/ 1050827 w 2589424"/>
                <a:gd name="connsiteY710" fmla="*/ 4655 h 518646"/>
                <a:gd name="connsiteX711" fmla="*/ 1082520 w 2589424"/>
                <a:gd name="connsiteY711" fmla="*/ 38003 h 518646"/>
                <a:gd name="connsiteX712" fmla="*/ 1105647 w 2589424"/>
                <a:gd name="connsiteY712" fmla="*/ 37148 h 518646"/>
                <a:gd name="connsiteX713" fmla="*/ 1077476 w 2589424"/>
                <a:gd name="connsiteY713" fmla="*/ 3705 h 518646"/>
                <a:gd name="connsiteX714" fmla="*/ 1482350 w 2589424"/>
                <a:gd name="connsiteY714" fmla="*/ 2755 h 518646"/>
                <a:gd name="connsiteX715" fmla="*/ 1457985 w 2589424"/>
                <a:gd name="connsiteY715" fmla="*/ 36293 h 518646"/>
                <a:gd name="connsiteX716" fmla="*/ 1481303 w 2589424"/>
                <a:gd name="connsiteY716" fmla="*/ 37053 h 518646"/>
                <a:gd name="connsiteX717" fmla="*/ 1509094 w 2589424"/>
                <a:gd name="connsiteY717" fmla="*/ 3610 h 518646"/>
                <a:gd name="connsiteX718" fmla="*/ 1482350 w 2589424"/>
                <a:gd name="connsiteY718" fmla="*/ 2755 h 518646"/>
                <a:gd name="connsiteX719" fmla="*/ 1131154 w 2589424"/>
                <a:gd name="connsiteY719" fmla="*/ 2090 h 518646"/>
                <a:gd name="connsiteX720" fmla="*/ 1104315 w 2589424"/>
                <a:gd name="connsiteY720" fmla="*/ 2850 h 518646"/>
                <a:gd name="connsiteX721" fmla="*/ 1129060 w 2589424"/>
                <a:gd name="connsiteY721" fmla="*/ 36388 h 518646"/>
                <a:gd name="connsiteX722" fmla="*/ 1152378 w 2589424"/>
                <a:gd name="connsiteY722" fmla="*/ 35723 h 518646"/>
                <a:gd name="connsiteX723" fmla="*/ 1131154 w 2589424"/>
                <a:gd name="connsiteY723" fmla="*/ 2090 h 518646"/>
                <a:gd name="connsiteX724" fmla="*/ 1428481 w 2589424"/>
                <a:gd name="connsiteY724" fmla="*/ 1425 h 518646"/>
                <a:gd name="connsiteX725" fmla="*/ 1411159 w 2589424"/>
                <a:gd name="connsiteY725" fmla="*/ 35153 h 518646"/>
                <a:gd name="connsiteX726" fmla="*/ 1434572 w 2589424"/>
                <a:gd name="connsiteY726" fmla="*/ 35723 h 518646"/>
                <a:gd name="connsiteX727" fmla="*/ 1455415 w 2589424"/>
                <a:gd name="connsiteY727" fmla="*/ 2090 h 518646"/>
                <a:gd name="connsiteX728" fmla="*/ 1428481 w 2589424"/>
                <a:gd name="connsiteY728" fmla="*/ 1520 h 518646"/>
                <a:gd name="connsiteX729" fmla="*/ 1185118 w 2589424"/>
                <a:gd name="connsiteY729" fmla="*/ 950 h 518646"/>
                <a:gd name="connsiteX730" fmla="*/ 1158089 w 2589424"/>
                <a:gd name="connsiteY730" fmla="*/ 1425 h 518646"/>
                <a:gd name="connsiteX731" fmla="*/ 1175791 w 2589424"/>
                <a:gd name="connsiteY731" fmla="*/ 35153 h 518646"/>
                <a:gd name="connsiteX732" fmla="*/ 1199300 w 2589424"/>
                <a:gd name="connsiteY732" fmla="*/ 34678 h 518646"/>
                <a:gd name="connsiteX733" fmla="*/ 1185118 w 2589424"/>
                <a:gd name="connsiteY733" fmla="*/ 855 h 518646"/>
                <a:gd name="connsiteX734" fmla="*/ 1374421 w 2589424"/>
                <a:gd name="connsiteY734" fmla="*/ 475 h 518646"/>
                <a:gd name="connsiteX735" fmla="*/ 1364143 w 2589424"/>
                <a:gd name="connsiteY735" fmla="*/ 34298 h 518646"/>
                <a:gd name="connsiteX736" fmla="*/ 1387651 w 2589424"/>
                <a:gd name="connsiteY736" fmla="*/ 34583 h 518646"/>
                <a:gd name="connsiteX737" fmla="*/ 1401451 w 2589424"/>
                <a:gd name="connsiteY737" fmla="*/ 760 h 518646"/>
                <a:gd name="connsiteX738" fmla="*/ 1374421 w 2589424"/>
                <a:gd name="connsiteY738" fmla="*/ 380 h 518646"/>
                <a:gd name="connsiteX739" fmla="*/ 1239178 w 2589424"/>
                <a:gd name="connsiteY739" fmla="*/ 285 h 518646"/>
                <a:gd name="connsiteX740" fmla="*/ 1212148 w 2589424"/>
                <a:gd name="connsiteY740" fmla="*/ 570 h 518646"/>
                <a:gd name="connsiteX741" fmla="*/ 1222808 w 2589424"/>
                <a:gd name="connsiteY741" fmla="*/ 34393 h 518646"/>
                <a:gd name="connsiteX742" fmla="*/ 1246316 w 2589424"/>
                <a:gd name="connsiteY742" fmla="*/ 34108 h 518646"/>
                <a:gd name="connsiteX743" fmla="*/ 1239178 w 2589424"/>
                <a:gd name="connsiteY743" fmla="*/ 190 h 518646"/>
                <a:gd name="connsiteX744" fmla="*/ 1320267 w 2589424"/>
                <a:gd name="connsiteY744" fmla="*/ 95 h 518646"/>
                <a:gd name="connsiteX745" fmla="*/ 1317031 w 2589424"/>
                <a:gd name="connsiteY745" fmla="*/ 34013 h 518646"/>
                <a:gd name="connsiteX746" fmla="*/ 1340539 w 2589424"/>
                <a:gd name="connsiteY746" fmla="*/ 34108 h 518646"/>
                <a:gd name="connsiteX747" fmla="*/ 1347297 w 2589424"/>
                <a:gd name="connsiteY747" fmla="*/ 190 h 518646"/>
                <a:gd name="connsiteX748" fmla="*/ 1320267 w 2589424"/>
                <a:gd name="connsiteY748" fmla="*/ 0 h 518646"/>
                <a:gd name="connsiteX749" fmla="*/ 1293237 w 2589424"/>
                <a:gd name="connsiteY749" fmla="*/ 0 h 518646"/>
                <a:gd name="connsiteX750" fmla="*/ 1266207 w 2589424"/>
                <a:gd name="connsiteY750" fmla="*/ 0 h 518646"/>
                <a:gd name="connsiteX751" fmla="*/ 1269824 w 2589424"/>
                <a:gd name="connsiteY751" fmla="*/ 33918 h 518646"/>
                <a:gd name="connsiteX752" fmla="*/ 1293523 w 2589424"/>
                <a:gd name="connsiteY752" fmla="*/ 33918 h 518646"/>
                <a:gd name="connsiteX753" fmla="*/ 1293237 w 2589424"/>
                <a:gd name="connsiteY753" fmla="*/ 0 h 5186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</a:cxnLst>
              <a:rect l="l" t="t" r="r" b="b"/>
              <a:pathLst>
                <a:path w="2589424" h="518646">
                  <a:moveTo>
                    <a:pt x="1318839" y="484634"/>
                  </a:moveTo>
                  <a:cubicBezTo>
                    <a:pt x="1311035" y="484634"/>
                    <a:pt x="1303135" y="484634"/>
                    <a:pt x="1295236" y="484634"/>
                  </a:cubicBezTo>
                  <a:lnTo>
                    <a:pt x="1295236" y="518552"/>
                  </a:lnTo>
                  <a:cubicBezTo>
                    <a:pt x="1304373" y="518552"/>
                    <a:pt x="1313319" y="518552"/>
                    <a:pt x="1322361" y="518552"/>
                  </a:cubicBezTo>
                  <a:lnTo>
                    <a:pt x="1318744" y="484634"/>
                  </a:lnTo>
                  <a:moveTo>
                    <a:pt x="1248029" y="484539"/>
                  </a:moveTo>
                  <a:lnTo>
                    <a:pt x="1241176" y="518457"/>
                  </a:lnTo>
                  <a:cubicBezTo>
                    <a:pt x="1250123" y="518457"/>
                    <a:pt x="1259164" y="518552"/>
                    <a:pt x="1268206" y="518647"/>
                  </a:cubicBezTo>
                  <a:lnTo>
                    <a:pt x="1271633" y="484729"/>
                  </a:lnTo>
                  <a:cubicBezTo>
                    <a:pt x="1263733" y="484729"/>
                    <a:pt x="1255833" y="484729"/>
                    <a:pt x="1248029" y="484634"/>
                  </a:cubicBezTo>
                  <a:moveTo>
                    <a:pt x="1365951" y="484254"/>
                  </a:moveTo>
                  <a:cubicBezTo>
                    <a:pt x="1358147" y="484349"/>
                    <a:pt x="1350247" y="484444"/>
                    <a:pt x="1342347" y="484539"/>
                  </a:cubicBezTo>
                  <a:lnTo>
                    <a:pt x="1349390" y="518457"/>
                  </a:lnTo>
                  <a:cubicBezTo>
                    <a:pt x="1358432" y="518457"/>
                    <a:pt x="1367378" y="518267"/>
                    <a:pt x="1376420" y="518172"/>
                  </a:cubicBezTo>
                  <a:lnTo>
                    <a:pt x="1365856" y="484349"/>
                  </a:lnTo>
                  <a:moveTo>
                    <a:pt x="1200917" y="483969"/>
                  </a:moveTo>
                  <a:lnTo>
                    <a:pt x="1187022" y="517792"/>
                  </a:lnTo>
                  <a:cubicBezTo>
                    <a:pt x="1196064" y="517982"/>
                    <a:pt x="1205010" y="518077"/>
                    <a:pt x="1214052" y="518172"/>
                  </a:cubicBezTo>
                  <a:lnTo>
                    <a:pt x="1224426" y="484349"/>
                  </a:lnTo>
                  <a:cubicBezTo>
                    <a:pt x="1216621" y="484254"/>
                    <a:pt x="1208722" y="484159"/>
                    <a:pt x="1200917" y="483969"/>
                  </a:cubicBezTo>
                  <a:moveTo>
                    <a:pt x="1412967" y="483494"/>
                  </a:moveTo>
                  <a:cubicBezTo>
                    <a:pt x="1405163" y="483684"/>
                    <a:pt x="1397263" y="483779"/>
                    <a:pt x="1389459" y="483969"/>
                  </a:cubicBezTo>
                  <a:lnTo>
                    <a:pt x="1403450" y="517792"/>
                  </a:lnTo>
                  <a:cubicBezTo>
                    <a:pt x="1412491" y="517697"/>
                    <a:pt x="1421438" y="517507"/>
                    <a:pt x="1430479" y="517317"/>
                  </a:cubicBezTo>
                  <a:lnTo>
                    <a:pt x="1412967" y="483589"/>
                  </a:lnTo>
                  <a:moveTo>
                    <a:pt x="1154091" y="483019"/>
                  </a:moveTo>
                  <a:lnTo>
                    <a:pt x="1133153" y="516652"/>
                  </a:lnTo>
                  <a:cubicBezTo>
                    <a:pt x="1142099" y="516842"/>
                    <a:pt x="1151046" y="517127"/>
                    <a:pt x="1160087" y="517222"/>
                  </a:cubicBezTo>
                  <a:lnTo>
                    <a:pt x="1177600" y="483494"/>
                  </a:lnTo>
                  <a:cubicBezTo>
                    <a:pt x="1169795" y="483304"/>
                    <a:pt x="1161896" y="483209"/>
                    <a:pt x="1154187" y="482924"/>
                  </a:cubicBezTo>
                  <a:moveTo>
                    <a:pt x="1459698" y="482354"/>
                  </a:moveTo>
                  <a:cubicBezTo>
                    <a:pt x="1451989" y="482544"/>
                    <a:pt x="1444089" y="482829"/>
                    <a:pt x="1436380" y="483019"/>
                  </a:cubicBezTo>
                  <a:lnTo>
                    <a:pt x="1457414" y="516652"/>
                  </a:lnTo>
                  <a:cubicBezTo>
                    <a:pt x="1466360" y="516462"/>
                    <a:pt x="1475307" y="516177"/>
                    <a:pt x="1484253" y="515891"/>
                  </a:cubicBezTo>
                  <a:lnTo>
                    <a:pt x="1459698" y="482354"/>
                  </a:lnTo>
                  <a:moveTo>
                    <a:pt x="1107456" y="481594"/>
                  </a:moveTo>
                  <a:lnTo>
                    <a:pt x="1079474" y="515036"/>
                  </a:lnTo>
                  <a:cubicBezTo>
                    <a:pt x="1088325" y="515321"/>
                    <a:pt x="1097272" y="515606"/>
                    <a:pt x="1106218" y="515891"/>
                  </a:cubicBezTo>
                  <a:lnTo>
                    <a:pt x="1130678" y="482354"/>
                  </a:lnTo>
                  <a:cubicBezTo>
                    <a:pt x="1122969" y="482164"/>
                    <a:pt x="1115165" y="481879"/>
                    <a:pt x="1107456" y="481594"/>
                  </a:cubicBezTo>
                  <a:moveTo>
                    <a:pt x="1506144" y="480739"/>
                  </a:moveTo>
                  <a:cubicBezTo>
                    <a:pt x="1498434" y="481024"/>
                    <a:pt x="1490630" y="481309"/>
                    <a:pt x="1482921" y="481594"/>
                  </a:cubicBezTo>
                  <a:lnTo>
                    <a:pt x="1510997" y="515036"/>
                  </a:lnTo>
                  <a:cubicBezTo>
                    <a:pt x="1519849" y="514751"/>
                    <a:pt x="1528890" y="514466"/>
                    <a:pt x="1537646" y="514086"/>
                  </a:cubicBezTo>
                  <a:lnTo>
                    <a:pt x="1506144" y="480739"/>
                  </a:lnTo>
                  <a:moveTo>
                    <a:pt x="1061105" y="479884"/>
                  </a:moveTo>
                  <a:lnTo>
                    <a:pt x="1026081" y="513041"/>
                  </a:lnTo>
                  <a:cubicBezTo>
                    <a:pt x="1034932" y="513421"/>
                    <a:pt x="1043879" y="513801"/>
                    <a:pt x="1052730" y="514086"/>
                  </a:cubicBezTo>
                  <a:lnTo>
                    <a:pt x="1084138" y="480739"/>
                  </a:lnTo>
                  <a:cubicBezTo>
                    <a:pt x="1076524" y="480454"/>
                    <a:pt x="1068719" y="480169"/>
                    <a:pt x="1061105" y="479789"/>
                  </a:cubicBezTo>
                  <a:moveTo>
                    <a:pt x="1552208" y="478743"/>
                  </a:moveTo>
                  <a:cubicBezTo>
                    <a:pt x="1544594" y="479124"/>
                    <a:pt x="1536885" y="479409"/>
                    <a:pt x="1529271" y="479789"/>
                  </a:cubicBezTo>
                  <a:lnTo>
                    <a:pt x="1564391" y="512946"/>
                  </a:lnTo>
                  <a:cubicBezTo>
                    <a:pt x="1573242" y="512566"/>
                    <a:pt x="1582093" y="512186"/>
                    <a:pt x="1590849" y="511806"/>
                  </a:cubicBezTo>
                  <a:lnTo>
                    <a:pt x="1552303" y="478743"/>
                  </a:lnTo>
                  <a:moveTo>
                    <a:pt x="1015231" y="477698"/>
                  </a:moveTo>
                  <a:lnTo>
                    <a:pt x="973354" y="510571"/>
                  </a:lnTo>
                  <a:cubicBezTo>
                    <a:pt x="982015" y="511046"/>
                    <a:pt x="990866" y="511426"/>
                    <a:pt x="999622" y="511901"/>
                  </a:cubicBezTo>
                  <a:lnTo>
                    <a:pt x="1038073" y="478839"/>
                  </a:lnTo>
                  <a:cubicBezTo>
                    <a:pt x="1030364" y="478458"/>
                    <a:pt x="1022750" y="478078"/>
                    <a:pt x="1015136" y="477698"/>
                  </a:cubicBezTo>
                  <a:moveTo>
                    <a:pt x="1597797" y="476463"/>
                  </a:moveTo>
                  <a:cubicBezTo>
                    <a:pt x="1590183" y="476843"/>
                    <a:pt x="1582664" y="477318"/>
                    <a:pt x="1575050" y="477698"/>
                  </a:cubicBezTo>
                  <a:lnTo>
                    <a:pt x="1617117" y="510571"/>
                  </a:lnTo>
                  <a:cubicBezTo>
                    <a:pt x="1625778" y="510096"/>
                    <a:pt x="1634630" y="509621"/>
                    <a:pt x="1643291" y="509146"/>
                  </a:cubicBezTo>
                  <a:lnTo>
                    <a:pt x="1597797" y="476463"/>
                  </a:lnTo>
                  <a:moveTo>
                    <a:pt x="969928" y="475228"/>
                  </a:moveTo>
                  <a:lnTo>
                    <a:pt x="921103" y="507721"/>
                  </a:lnTo>
                  <a:cubicBezTo>
                    <a:pt x="929764" y="508291"/>
                    <a:pt x="938425" y="508766"/>
                    <a:pt x="947181" y="509241"/>
                  </a:cubicBezTo>
                  <a:lnTo>
                    <a:pt x="992579" y="476558"/>
                  </a:lnTo>
                  <a:cubicBezTo>
                    <a:pt x="984965" y="476178"/>
                    <a:pt x="977447" y="475703"/>
                    <a:pt x="969928" y="475228"/>
                  </a:cubicBezTo>
                  <a:moveTo>
                    <a:pt x="1642910" y="473708"/>
                  </a:moveTo>
                  <a:cubicBezTo>
                    <a:pt x="1635391" y="474183"/>
                    <a:pt x="1627967" y="474658"/>
                    <a:pt x="1620449" y="475133"/>
                  </a:cubicBezTo>
                  <a:lnTo>
                    <a:pt x="1669369" y="507626"/>
                  </a:lnTo>
                  <a:cubicBezTo>
                    <a:pt x="1678029" y="507151"/>
                    <a:pt x="1686690" y="506581"/>
                    <a:pt x="1695256" y="506011"/>
                  </a:cubicBezTo>
                  <a:lnTo>
                    <a:pt x="1642910" y="473708"/>
                  </a:lnTo>
                  <a:moveTo>
                    <a:pt x="924910" y="472283"/>
                  </a:moveTo>
                  <a:lnTo>
                    <a:pt x="869328" y="504301"/>
                  </a:lnTo>
                  <a:cubicBezTo>
                    <a:pt x="877894" y="504871"/>
                    <a:pt x="886459" y="505441"/>
                    <a:pt x="895216" y="506011"/>
                  </a:cubicBezTo>
                  <a:lnTo>
                    <a:pt x="947467" y="473708"/>
                  </a:lnTo>
                  <a:cubicBezTo>
                    <a:pt x="939853" y="473233"/>
                    <a:pt x="932524" y="472758"/>
                    <a:pt x="925005" y="472188"/>
                  </a:cubicBezTo>
                  <a:moveTo>
                    <a:pt x="1687452" y="470573"/>
                  </a:moveTo>
                  <a:cubicBezTo>
                    <a:pt x="1680028" y="471143"/>
                    <a:pt x="1672700" y="471618"/>
                    <a:pt x="1665276" y="472188"/>
                  </a:cubicBezTo>
                  <a:lnTo>
                    <a:pt x="1720953" y="504206"/>
                  </a:lnTo>
                  <a:cubicBezTo>
                    <a:pt x="1729614" y="503635"/>
                    <a:pt x="1737990" y="502970"/>
                    <a:pt x="1746555" y="502400"/>
                  </a:cubicBezTo>
                  <a:lnTo>
                    <a:pt x="1687452" y="470573"/>
                  </a:lnTo>
                  <a:moveTo>
                    <a:pt x="880559" y="468958"/>
                  </a:moveTo>
                  <a:lnTo>
                    <a:pt x="818219" y="500500"/>
                  </a:lnTo>
                  <a:cubicBezTo>
                    <a:pt x="826690" y="501165"/>
                    <a:pt x="835065" y="501830"/>
                    <a:pt x="843631" y="502495"/>
                  </a:cubicBezTo>
                  <a:lnTo>
                    <a:pt x="902639" y="470668"/>
                  </a:lnTo>
                  <a:cubicBezTo>
                    <a:pt x="895216" y="470098"/>
                    <a:pt x="887887" y="469528"/>
                    <a:pt x="880559" y="468958"/>
                  </a:cubicBezTo>
                  <a:moveTo>
                    <a:pt x="1731137" y="467153"/>
                  </a:moveTo>
                  <a:cubicBezTo>
                    <a:pt x="1723904" y="467723"/>
                    <a:pt x="1716670" y="468388"/>
                    <a:pt x="1709342" y="468958"/>
                  </a:cubicBezTo>
                  <a:lnTo>
                    <a:pt x="1771777" y="500500"/>
                  </a:lnTo>
                  <a:cubicBezTo>
                    <a:pt x="1780247" y="499835"/>
                    <a:pt x="1788528" y="499170"/>
                    <a:pt x="1796808" y="498410"/>
                  </a:cubicBezTo>
                  <a:lnTo>
                    <a:pt x="1731042" y="467153"/>
                  </a:lnTo>
                  <a:moveTo>
                    <a:pt x="837064" y="465252"/>
                  </a:moveTo>
                  <a:lnTo>
                    <a:pt x="768157" y="496225"/>
                  </a:lnTo>
                  <a:cubicBezTo>
                    <a:pt x="776437" y="496985"/>
                    <a:pt x="784813" y="497650"/>
                    <a:pt x="793188" y="498410"/>
                  </a:cubicBezTo>
                  <a:lnTo>
                    <a:pt x="858859" y="467153"/>
                  </a:lnTo>
                  <a:cubicBezTo>
                    <a:pt x="851625" y="466583"/>
                    <a:pt x="844392" y="465917"/>
                    <a:pt x="837159" y="465252"/>
                  </a:cubicBezTo>
                  <a:moveTo>
                    <a:pt x="1773966" y="463352"/>
                  </a:moveTo>
                  <a:cubicBezTo>
                    <a:pt x="1766923" y="464017"/>
                    <a:pt x="1759785" y="464682"/>
                    <a:pt x="1752647" y="465347"/>
                  </a:cubicBezTo>
                  <a:lnTo>
                    <a:pt x="1821649" y="496320"/>
                  </a:lnTo>
                  <a:cubicBezTo>
                    <a:pt x="1829833" y="495560"/>
                    <a:pt x="1838018" y="494800"/>
                    <a:pt x="1846204" y="494040"/>
                  </a:cubicBezTo>
                  <a:lnTo>
                    <a:pt x="1773966" y="463352"/>
                  </a:lnTo>
                  <a:moveTo>
                    <a:pt x="794330" y="461262"/>
                  </a:moveTo>
                  <a:lnTo>
                    <a:pt x="718952" y="491570"/>
                  </a:lnTo>
                  <a:cubicBezTo>
                    <a:pt x="727041" y="492425"/>
                    <a:pt x="735227" y="493185"/>
                    <a:pt x="743412" y="493945"/>
                  </a:cubicBezTo>
                  <a:lnTo>
                    <a:pt x="815554" y="463257"/>
                  </a:lnTo>
                  <a:cubicBezTo>
                    <a:pt x="808511" y="462592"/>
                    <a:pt x="801373" y="461927"/>
                    <a:pt x="794330" y="461167"/>
                  </a:cubicBezTo>
                  <a:moveTo>
                    <a:pt x="1816033" y="459077"/>
                  </a:moveTo>
                  <a:cubicBezTo>
                    <a:pt x="1809085" y="459837"/>
                    <a:pt x="1802138" y="460502"/>
                    <a:pt x="1795095" y="461262"/>
                  </a:cubicBezTo>
                  <a:lnTo>
                    <a:pt x="1870473" y="491665"/>
                  </a:lnTo>
                  <a:cubicBezTo>
                    <a:pt x="1878563" y="490904"/>
                    <a:pt x="1886558" y="490049"/>
                    <a:pt x="1894552" y="489194"/>
                  </a:cubicBezTo>
                  <a:lnTo>
                    <a:pt x="1816033" y="459172"/>
                  </a:lnTo>
                  <a:moveTo>
                    <a:pt x="752548" y="456892"/>
                  </a:moveTo>
                  <a:lnTo>
                    <a:pt x="670793" y="486629"/>
                  </a:lnTo>
                  <a:cubicBezTo>
                    <a:pt x="678693" y="487484"/>
                    <a:pt x="686687" y="488339"/>
                    <a:pt x="694777" y="489194"/>
                  </a:cubicBezTo>
                  <a:lnTo>
                    <a:pt x="773392" y="459172"/>
                  </a:lnTo>
                  <a:cubicBezTo>
                    <a:pt x="766444" y="458412"/>
                    <a:pt x="759496" y="457747"/>
                    <a:pt x="752548" y="456987"/>
                  </a:cubicBezTo>
                  <a:moveTo>
                    <a:pt x="1857244" y="454612"/>
                  </a:moveTo>
                  <a:cubicBezTo>
                    <a:pt x="1850487" y="455372"/>
                    <a:pt x="1843539" y="456132"/>
                    <a:pt x="1836686" y="456892"/>
                  </a:cubicBezTo>
                  <a:lnTo>
                    <a:pt x="1918441" y="486629"/>
                  </a:lnTo>
                  <a:cubicBezTo>
                    <a:pt x="1926341" y="485774"/>
                    <a:pt x="1934240" y="484824"/>
                    <a:pt x="1941950" y="483969"/>
                  </a:cubicBezTo>
                  <a:lnTo>
                    <a:pt x="1857244" y="454612"/>
                  </a:lnTo>
                  <a:moveTo>
                    <a:pt x="711718" y="452141"/>
                  </a:moveTo>
                  <a:lnTo>
                    <a:pt x="623777" y="481119"/>
                  </a:lnTo>
                  <a:cubicBezTo>
                    <a:pt x="631486" y="482069"/>
                    <a:pt x="639290" y="483019"/>
                    <a:pt x="647094" y="483874"/>
                  </a:cubicBezTo>
                  <a:lnTo>
                    <a:pt x="731990" y="454517"/>
                  </a:lnTo>
                  <a:cubicBezTo>
                    <a:pt x="725138" y="453756"/>
                    <a:pt x="718381" y="452901"/>
                    <a:pt x="711718" y="452046"/>
                  </a:cubicBezTo>
                  <a:moveTo>
                    <a:pt x="1897503" y="449671"/>
                  </a:moveTo>
                  <a:cubicBezTo>
                    <a:pt x="1890841" y="450526"/>
                    <a:pt x="1884178" y="451381"/>
                    <a:pt x="1877516" y="452141"/>
                  </a:cubicBezTo>
                  <a:lnTo>
                    <a:pt x="1965363" y="481119"/>
                  </a:lnTo>
                  <a:cubicBezTo>
                    <a:pt x="1972977" y="480169"/>
                    <a:pt x="1980686" y="479218"/>
                    <a:pt x="1988300" y="478268"/>
                  </a:cubicBezTo>
                  <a:lnTo>
                    <a:pt x="1897503" y="449671"/>
                  </a:lnTo>
                  <a:moveTo>
                    <a:pt x="671840" y="447011"/>
                  </a:moveTo>
                  <a:lnTo>
                    <a:pt x="577997" y="475228"/>
                  </a:lnTo>
                  <a:cubicBezTo>
                    <a:pt x="585516" y="476273"/>
                    <a:pt x="593035" y="477223"/>
                    <a:pt x="600744" y="478173"/>
                  </a:cubicBezTo>
                  <a:lnTo>
                    <a:pt x="691636" y="449576"/>
                  </a:lnTo>
                  <a:cubicBezTo>
                    <a:pt x="684974" y="448721"/>
                    <a:pt x="678407" y="447866"/>
                    <a:pt x="671840" y="447011"/>
                  </a:cubicBezTo>
                  <a:moveTo>
                    <a:pt x="1936620" y="444541"/>
                  </a:moveTo>
                  <a:cubicBezTo>
                    <a:pt x="1930148" y="445396"/>
                    <a:pt x="1923676" y="446346"/>
                    <a:pt x="1917109" y="447201"/>
                  </a:cubicBezTo>
                  <a:lnTo>
                    <a:pt x="2010856" y="475418"/>
                  </a:lnTo>
                  <a:cubicBezTo>
                    <a:pt x="2018470" y="474468"/>
                    <a:pt x="2025799" y="473423"/>
                    <a:pt x="2033222" y="472378"/>
                  </a:cubicBezTo>
                  <a:lnTo>
                    <a:pt x="1936620" y="444541"/>
                  </a:lnTo>
                  <a:moveTo>
                    <a:pt x="633104" y="441691"/>
                  </a:moveTo>
                  <a:lnTo>
                    <a:pt x="533456" y="469148"/>
                  </a:lnTo>
                  <a:cubicBezTo>
                    <a:pt x="540784" y="470193"/>
                    <a:pt x="548208" y="471238"/>
                    <a:pt x="555536" y="472283"/>
                  </a:cubicBezTo>
                  <a:lnTo>
                    <a:pt x="652329" y="444446"/>
                  </a:lnTo>
                  <a:cubicBezTo>
                    <a:pt x="645857" y="443496"/>
                    <a:pt x="639480" y="442641"/>
                    <a:pt x="633104" y="441691"/>
                  </a:cubicBezTo>
                  <a:moveTo>
                    <a:pt x="1974690" y="438935"/>
                  </a:moveTo>
                  <a:cubicBezTo>
                    <a:pt x="1968408" y="439885"/>
                    <a:pt x="1962127" y="440835"/>
                    <a:pt x="1955845" y="441786"/>
                  </a:cubicBezTo>
                  <a:lnTo>
                    <a:pt x="2055398" y="469243"/>
                  </a:lnTo>
                  <a:cubicBezTo>
                    <a:pt x="2062727" y="468198"/>
                    <a:pt x="2069960" y="467058"/>
                    <a:pt x="2077098" y="466012"/>
                  </a:cubicBezTo>
                  <a:lnTo>
                    <a:pt x="1974690" y="439030"/>
                  </a:lnTo>
                  <a:moveTo>
                    <a:pt x="595605" y="435895"/>
                  </a:moveTo>
                  <a:lnTo>
                    <a:pt x="490246" y="462497"/>
                  </a:lnTo>
                  <a:cubicBezTo>
                    <a:pt x="497384" y="463637"/>
                    <a:pt x="504522" y="464682"/>
                    <a:pt x="511661" y="465822"/>
                  </a:cubicBezTo>
                  <a:lnTo>
                    <a:pt x="614164" y="438840"/>
                  </a:lnTo>
                  <a:cubicBezTo>
                    <a:pt x="607882" y="437890"/>
                    <a:pt x="601696" y="436940"/>
                    <a:pt x="595510" y="435895"/>
                  </a:cubicBezTo>
                  <a:moveTo>
                    <a:pt x="2011618" y="433045"/>
                  </a:moveTo>
                  <a:cubicBezTo>
                    <a:pt x="2005622" y="434090"/>
                    <a:pt x="1999435" y="435040"/>
                    <a:pt x="1993344" y="435990"/>
                  </a:cubicBezTo>
                  <a:lnTo>
                    <a:pt x="2098513" y="462592"/>
                  </a:lnTo>
                  <a:cubicBezTo>
                    <a:pt x="2105555" y="461452"/>
                    <a:pt x="2112598" y="460312"/>
                    <a:pt x="2119546" y="459172"/>
                  </a:cubicBezTo>
                  <a:lnTo>
                    <a:pt x="2011618" y="433045"/>
                  </a:lnTo>
                  <a:moveTo>
                    <a:pt x="559248" y="429910"/>
                  </a:moveTo>
                  <a:lnTo>
                    <a:pt x="448560" y="455562"/>
                  </a:lnTo>
                  <a:cubicBezTo>
                    <a:pt x="455317" y="456702"/>
                    <a:pt x="462265" y="457937"/>
                    <a:pt x="469213" y="459077"/>
                  </a:cubicBezTo>
                  <a:lnTo>
                    <a:pt x="577236" y="432950"/>
                  </a:lnTo>
                  <a:cubicBezTo>
                    <a:pt x="571240" y="431905"/>
                    <a:pt x="565244" y="430955"/>
                    <a:pt x="559343" y="429910"/>
                  </a:cubicBezTo>
                  <a:moveTo>
                    <a:pt x="2047308" y="426964"/>
                  </a:moveTo>
                  <a:cubicBezTo>
                    <a:pt x="2041502" y="428009"/>
                    <a:pt x="2035602" y="429054"/>
                    <a:pt x="2029606" y="430100"/>
                  </a:cubicBezTo>
                  <a:lnTo>
                    <a:pt x="2140294" y="455752"/>
                  </a:lnTo>
                  <a:cubicBezTo>
                    <a:pt x="2147052" y="454612"/>
                    <a:pt x="2153904" y="453376"/>
                    <a:pt x="2160566" y="452141"/>
                  </a:cubicBezTo>
                  <a:lnTo>
                    <a:pt x="2047308" y="426964"/>
                  </a:lnTo>
                  <a:moveTo>
                    <a:pt x="524224" y="423544"/>
                  </a:moveTo>
                  <a:lnTo>
                    <a:pt x="408301" y="448246"/>
                  </a:lnTo>
                  <a:cubicBezTo>
                    <a:pt x="414963" y="449481"/>
                    <a:pt x="421530" y="450716"/>
                    <a:pt x="428192" y="451951"/>
                  </a:cubicBezTo>
                  <a:lnTo>
                    <a:pt x="541641" y="426774"/>
                  </a:lnTo>
                  <a:cubicBezTo>
                    <a:pt x="535835" y="425729"/>
                    <a:pt x="529934" y="424684"/>
                    <a:pt x="524224" y="423544"/>
                  </a:cubicBezTo>
                  <a:moveTo>
                    <a:pt x="2081666" y="420409"/>
                  </a:moveTo>
                  <a:cubicBezTo>
                    <a:pt x="2076051" y="421549"/>
                    <a:pt x="2070340" y="422594"/>
                    <a:pt x="2064630" y="423734"/>
                  </a:cubicBezTo>
                  <a:lnTo>
                    <a:pt x="2180458" y="448436"/>
                  </a:lnTo>
                  <a:cubicBezTo>
                    <a:pt x="2187120" y="447201"/>
                    <a:pt x="2193592" y="445966"/>
                    <a:pt x="2200064" y="444731"/>
                  </a:cubicBezTo>
                  <a:lnTo>
                    <a:pt x="2081666" y="420504"/>
                  </a:lnTo>
                  <a:moveTo>
                    <a:pt x="490532" y="416989"/>
                  </a:moveTo>
                  <a:lnTo>
                    <a:pt x="369564" y="440740"/>
                  </a:lnTo>
                  <a:cubicBezTo>
                    <a:pt x="375941" y="442071"/>
                    <a:pt x="382318" y="443306"/>
                    <a:pt x="388695" y="444541"/>
                  </a:cubicBezTo>
                  <a:lnTo>
                    <a:pt x="507282" y="420314"/>
                  </a:lnTo>
                  <a:cubicBezTo>
                    <a:pt x="501667" y="419174"/>
                    <a:pt x="496147" y="418129"/>
                    <a:pt x="490532" y="416989"/>
                  </a:cubicBezTo>
                  <a:moveTo>
                    <a:pt x="2114692" y="413758"/>
                  </a:moveTo>
                  <a:cubicBezTo>
                    <a:pt x="2109267" y="414898"/>
                    <a:pt x="2103842" y="416038"/>
                    <a:pt x="2098322" y="417179"/>
                  </a:cubicBezTo>
                  <a:lnTo>
                    <a:pt x="2219194" y="440930"/>
                  </a:lnTo>
                  <a:cubicBezTo>
                    <a:pt x="2225571" y="439600"/>
                    <a:pt x="2231852" y="438365"/>
                    <a:pt x="2238039" y="437035"/>
                  </a:cubicBezTo>
                  <a:lnTo>
                    <a:pt x="2114692" y="413853"/>
                  </a:lnTo>
                  <a:moveTo>
                    <a:pt x="458267" y="410053"/>
                  </a:moveTo>
                  <a:lnTo>
                    <a:pt x="332351" y="432760"/>
                  </a:lnTo>
                  <a:cubicBezTo>
                    <a:pt x="338442" y="434090"/>
                    <a:pt x="344533" y="435420"/>
                    <a:pt x="350720" y="436750"/>
                  </a:cubicBezTo>
                  <a:lnTo>
                    <a:pt x="474162" y="413568"/>
                  </a:lnTo>
                  <a:cubicBezTo>
                    <a:pt x="468737" y="412428"/>
                    <a:pt x="463407" y="411288"/>
                    <a:pt x="458267" y="410053"/>
                  </a:cubicBezTo>
                  <a:moveTo>
                    <a:pt x="2146290" y="406728"/>
                  </a:moveTo>
                  <a:cubicBezTo>
                    <a:pt x="2141151" y="407963"/>
                    <a:pt x="2135916" y="409103"/>
                    <a:pt x="2130586" y="410243"/>
                  </a:cubicBezTo>
                  <a:lnTo>
                    <a:pt x="2256408" y="432950"/>
                  </a:lnTo>
                  <a:cubicBezTo>
                    <a:pt x="2262404" y="431620"/>
                    <a:pt x="2268400" y="430290"/>
                    <a:pt x="2274301" y="428864"/>
                  </a:cubicBezTo>
                  <a:lnTo>
                    <a:pt x="2146290" y="406633"/>
                  </a:lnTo>
                  <a:moveTo>
                    <a:pt x="427526" y="402927"/>
                  </a:moveTo>
                  <a:lnTo>
                    <a:pt x="297136" y="424589"/>
                  </a:lnTo>
                  <a:cubicBezTo>
                    <a:pt x="302847" y="426014"/>
                    <a:pt x="308748" y="427344"/>
                    <a:pt x="314648" y="428769"/>
                  </a:cubicBezTo>
                  <a:lnTo>
                    <a:pt x="442754" y="406633"/>
                  </a:lnTo>
                  <a:cubicBezTo>
                    <a:pt x="437614" y="405493"/>
                    <a:pt x="432570" y="404258"/>
                    <a:pt x="427526" y="403022"/>
                  </a:cubicBezTo>
                  <a:moveTo>
                    <a:pt x="2176366" y="399412"/>
                  </a:moveTo>
                  <a:cubicBezTo>
                    <a:pt x="2171417" y="400647"/>
                    <a:pt x="2166467" y="401882"/>
                    <a:pt x="2161518" y="403117"/>
                  </a:cubicBezTo>
                  <a:lnTo>
                    <a:pt x="2291813" y="424779"/>
                  </a:lnTo>
                  <a:cubicBezTo>
                    <a:pt x="2297523" y="423354"/>
                    <a:pt x="2303329" y="422024"/>
                    <a:pt x="2308849" y="420599"/>
                  </a:cubicBezTo>
                  <a:lnTo>
                    <a:pt x="2176366" y="399507"/>
                  </a:lnTo>
                  <a:moveTo>
                    <a:pt x="398212" y="395612"/>
                  </a:moveTo>
                  <a:lnTo>
                    <a:pt x="263349" y="416133"/>
                  </a:lnTo>
                  <a:cubicBezTo>
                    <a:pt x="268869" y="417559"/>
                    <a:pt x="274294" y="418984"/>
                    <a:pt x="280005" y="420409"/>
                  </a:cubicBezTo>
                  <a:lnTo>
                    <a:pt x="412679" y="399317"/>
                  </a:lnTo>
                  <a:cubicBezTo>
                    <a:pt x="407825" y="398082"/>
                    <a:pt x="402971" y="396847"/>
                    <a:pt x="398212" y="395612"/>
                  </a:cubicBezTo>
                  <a:moveTo>
                    <a:pt x="2204918" y="391907"/>
                  </a:moveTo>
                  <a:cubicBezTo>
                    <a:pt x="2200350" y="393142"/>
                    <a:pt x="2195591" y="394472"/>
                    <a:pt x="2190832" y="395707"/>
                  </a:cubicBezTo>
                  <a:lnTo>
                    <a:pt x="2325600" y="416228"/>
                  </a:lnTo>
                  <a:cubicBezTo>
                    <a:pt x="2331120" y="414803"/>
                    <a:pt x="2336450" y="413378"/>
                    <a:pt x="2341780" y="411858"/>
                  </a:cubicBezTo>
                  <a:lnTo>
                    <a:pt x="2204918" y="391907"/>
                  </a:lnTo>
                  <a:moveTo>
                    <a:pt x="370516" y="387916"/>
                  </a:moveTo>
                  <a:lnTo>
                    <a:pt x="231465" y="407298"/>
                  </a:lnTo>
                  <a:cubicBezTo>
                    <a:pt x="236700" y="408818"/>
                    <a:pt x="241935" y="410243"/>
                    <a:pt x="247265" y="411668"/>
                  </a:cubicBezTo>
                  <a:lnTo>
                    <a:pt x="384126" y="391717"/>
                  </a:lnTo>
                  <a:cubicBezTo>
                    <a:pt x="379558" y="390481"/>
                    <a:pt x="374989" y="389151"/>
                    <a:pt x="370516" y="387916"/>
                  </a:cubicBezTo>
                  <a:moveTo>
                    <a:pt x="2231948" y="384116"/>
                  </a:moveTo>
                  <a:cubicBezTo>
                    <a:pt x="2227570" y="385446"/>
                    <a:pt x="2223191" y="386776"/>
                    <a:pt x="2218623" y="388011"/>
                  </a:cubicBezTo>
                  <a:lnTo>
                    <a:pt x="2357579" y="407393"/>
                  </a:lnTo>
                  <a:cubicBezTo>
                    <a:pt x="2362718" y="405873"/>
                    <a:pt x="2367857" y="404448"/>
                    <a:pt x="2372806" y="402927"/>
                  </a:cubicBezTo>
                  <a:lnTo>
                    <a:pt x="2231948" y="384116"/>
                  </a:lnTo>
                  <a:moveTo>
                    <a:pt x="344438" y="380126"/>
                  </a:moveTo>
                  <a:lnTo>
                    <a:pt x="201581" y="398272"/>
                  </a:lnTo>
                  <a:cubicBezTo>
                    <a:pt x="206339" y="399792"/>
                    <a:pt x="211288" y="401312"/>
                    <a:pt x="216333" y="402832"/>
                  </a:cubicBezTo>
                  <a:lnTo>
                    <a:pt x="357382" y="384021"/>
                  </a:lnTo>
                  <a:cubicBezTo>
                    <a:pt x="353004" y="382691"/>
                    <a:pt x="348721" y="381361"/>
                    <a:pt x="344533" y="380126"/>
                  </a:cubicBezTo>
                  <a:moveTo>
                    <a:pt x="2257264" y="376230"/>
                  </a:moveTo>
                  <a:cubicBezTo>
                    <a:pt x="2253172" y="377560"/>
                    <a:pt x="2248984" y="378890"/>
                    <a:pt x="2244796" y="380221"/>
                  </a:cubicBezTo>
                  <a:lnTo>
                    <a:pt x="2387654" y="398462"/>
                  </a:lnTo>
                  <a:cubicBezTo>
                    <a:pt x="2392412" y="396942"/>
                    <a:pt x="2397267" y="395422"/>
                    <a:pt x="2401930" y="393807"/>
                  </a:cubicBezTo>
                  <a:lnTo>
                    <a:pt x="2257264" y="376230"/>
                  </a:lnTo>
                  <a:moveTo>
                    <a:pt x="320073" y="372050"/>
                  </a:moveTo>
                  <a:lnTo>
                    <a:pt x="173504" y="389056"/>
                  </a:lnTo>
                  <a:cubicBezTo>
                    <a:pt x="178072" y="390671"/>
                    <a:pt x="182641" y="392192"/>
                    <a:pt x="187304" y="393712"/>
                  </a:cubicBezTo>
                  <a:lnTo>
                    <a:pt x="332065" y="376135"/>
                  </a:lnTo>
                  <a:cubicBezTo>
                    <a:pt x="327973" y="374805"/>
                    <a:pt x="323976" y="373475"/>
                    <a:pt x="320073" y="372050"/>
                  </a:cubicBezTo>
                  <a:moveTo>
                    <a:pt x="2280963" y="367965"/>
                  </a:moveTo>
                  <a:cubicBezTo>
                    <a:pt x="2277156" y="369390"/>
                    <a:pt x="2273349" y="370720"/>
                    <a:pt x="2269256" y="372050"/>
                  </a:cubicBezTo>
                  <a:lnTo>
                    <a:pt x="2415826" y="389056"/>
                  </a:lnTo>
                  <a:cubicBezTo>
                    <a:pt x="2420394" y="387441"/>
                    <a:pt x="2424772" y="385921"/>
                    <a:pt x="2429150" y="384306"/>
                  </a:cubicBezTo>
                  <a:lnTo>
                    <a:pt x="2280868" y="367965"/>
                  </a:lnTo>
                  <a:moveTo>
                    <a:pt x="297327" y="363784"/>
                  </a:moveTo>
                  <a:lnTo>
                    <a:pt x="147331" y="379556"/>
                  </a:lnTo>
                  <a:cubicBezTo>
                    <a:pt x="151519" y="381171"/>
                    <a:pt x="155801" y="382786"/>
                    <a:pt x="160084" y="384306"/>
                  </a:cubicBezTo>
                  <a:lnTo>
                    <a:pt x="308462" y="367965"/>
                  </a:lnTo>
                  <a:cubicBezTo>
                    <a:pt x="304750" y="366634"/>
                    <a:pt x="300943" y="365209"/>
                    <a:pt x="297327" y="363784"/>
                  </a:cubicBezTo>
                  <a:moveTo>
                    <a:pt x="2302853" y="359604"/>
                  </a:moveTo>
                  <a:cubicBezTo>
                    <a:pt x="2299236" y="361029"/>
                    <a:pt x="2295715" y="362454"/>
                    <a:pt x="2292098" y="363784"/>
                  </a:cubicBezTo>
                  <a:lnTo>
                    <a:pt x="2442094" y="379556"/>
                  </a:lnTo>
                  <a:cubicBezTo>
                    <a:pt x="2446282" y="377940"/>
                    <a:pt x="2450469" y="376325"/>
                    <a:pt x="2454467" y="374710"/>
                  </a:cubicBezTo>
                  <a:lnTo>
                    <a:pt x="2302948" y="359604"/>
                  </a:lnTo>
                  <a:moveTo>
                    <a:pt x="276483" y="355424"/>
                  </a:moveTo>
                  <a:lnTo>
                    <a:pt x="123347" y="369865"/>
                  </a:lnTo>
                  <a:cubicBezTo>
                    <a:pt x="127154" y="371480"/>
                    <a:pt x="131056" y="373095"/>
                    <a:pt x="135053" y="374710"/>
                  </a:cubicBezTo>
                  <a:lnTo>
                    <a:pt x="286572" y="359604"/>
                  </a:lnTo>
                  <a:cubicBezTo>
                    <a:pt x="283050" y="358179"/>
                    <a:pt x="279719" y="356754"/>
                    <a:pt x="276388" y="355329"/>
                  </a:cubicBezTo>
                  <a:moveTo>
                    <a:pt x="2323030" y="351053"/>
                  </a:moveTo>
                  <a:cubicBezTo>
                    <a:pt x="2319794" y="352478"/>
                    <a:pt x="2316558" y="353903"/>
                    <a:pt x="2313227" y="355329"/>
                  </a:cubicBezTo>
                  <a:lnTo>
                    <a:pt x="2466364" y="369770"/>
                  </a:lnTo>
                  <a:cubicBezTo>
                    <a:pt x="2470266" y="368155"/>
                    <a:pt x="2473977" y="366444"/>
                    <a:pt x="2477784" y="364829"/>
                  </a:cubicBezTo>
                  <a:lnTo>
                    <a:pt x="2323125" y="350958"/>
                  </a:lnTo>
                  <a:moveTo>
                    <a:pt x="257258" y="346778"/>
                  </a:moveTo>
                  <a:lnTo>
                    <a:pt x="101171" y="359984"/>
                  </a:lnTo>
                  <a:cubicBezTo>
                    <a:pt x="104692" y="361599"/>
                    <a:pt x="108309" y="363309"/>
                    <a:pt x="111926" y="364924"/>
                  </a:cubicBezTo>
                  <a:lnTo>
                    <a:pt x="266490" y="351053"/>
                  </a:lnTo>
                  <a:cubicBezTo>
                    <a:pt x="263349" y="349628"/>
                    <a:pt x="260208" y="348203"/>
                    <a:pt x="257163" y="346683"/>
                  </a:cubicBezTo>
                  <a:moveTo>
                    <a:pt x="2341399" y="342408"/>
                  </a:moveTo>
                  <a:cubicBezTo>
                    <a:pt x="2338448" y="343833"/>
                    <a:pt x="2335498" y="345353"/>
                    <a:pt x="2332452" y="346778"/>
                  </a:cubicBezTo>
                  <a:lnTo>
                    <a:pt x="2488539" y="359984"/>
                  </a:lnTo>
                  <a:cubicBezTo>
                    <a:pt x="2492061" y="358274"/>
                    <a:pt x="2495487" y="356659"/>
                    <a:pt x="2498818" y="354949"/>
                  </a:cubicBezTo>
                  <a:lnTo>
                    <a:pt x="2341399" y="342408"/>
                  </a:lnTo>
                  <a:moveTo>
                    <a:pt x="239936" y="338037"/>
                  </a:moveTo>
                  <a:lnTo>
                    <a:pt x="81279" y="349913"/>
                  </a:lnTo>
                  <a:cubicBezTo>
                    <a:pt x="84420" y="351623"/>
                    <a:pt x="87751" y="353333"/>
                    <a:pt x="90987" y="354949"/>
                  </a:cubicBezTo>
                  <a:lnTo>
                    <a:pt x="248407" y="342408"/>
                  </a:lnTo>
                  <a:cubicBezTo>
                    <a:pt x="245551" y="340982"/>
                    <a:pt x="242696" y="339462"/>
                    <a:pt x="239936" y="338037"/>
                  </a:cubicBezTo>
                  <a:moveTo>
                    <a:pt x="2357769" y="333477"/>
                  </a:moveTo>
                  <a:cubicBezTo>
                    <a:pt x="2355199" y="334997"/>
                    <a:pt x="2352534" y="336422"/>
                    <a:pt x="2349774" y="337942"/>
                  </a:cubicBezTo>
                  <a:lnTo>
                    <a:pt x="2508431" y="349818"/>
                  </a:lnTo>
                  <a:cubicBezTo>
                    <a:pt x="2511667" y="348108"/>
                    <a:pt x="2514712" y="346398"/>
                    <a:pt x="2517663" y="344688"/>
                  </a:cubicBezTo>
                  <a:lnTo>
                    <a:pt x="2357769" y="333572"/>
                  </a:lnTo>
                  <a:moveTo>
                    <a:pt x="224423" y="329106"/>
                  </a:moveTo>
                  <a:lnTo>
                    <a:pt x="63482" y="339557"/>
                  </a:lnTo>
                  <a:cubicBezTo>
                    <a:pt x="66242" y="341267"/>
                    <a:pt x="69097" y="342978"/>
                    <a:pt x="72143" y="344688"/>
                  </a:cubicBezTo>
                  <a:lnTo>
                    <a:pt x="232037" y="333477"/>
                  </a:lnTo>
                  <a:cubicBezTo>
                    <a:pt x="229467" y="331957"/>
                    <a:pt x="226897" y="330532"/>
                    <a:pt x="224423" y="329011"/>
                  </a:cubicBezTo>
                  <a:moveTo>
                    <a:pt x="2372426" y="324451"/>
                  </a:moveTo>
                  <a:cubicBezTo>
                    <a:pt x="2370142" y="325971"/>
                    <a:pt x="2367857" y="327491"/>
                    <a:pt x="2365383" y="329011"/>
                  </a:cubicBezTo>
                  <a:lnTo>
                    <a:pt x="2526419" y="339462"/>
                  </a:lnTo>
                  <a:cubicBezTo>
                    <a:pt x="2529179" y="337752"/>
                    <a:pt x="2531939" y="336042"/>
                    <a:pt x="2534509" y="334237"/>
                  </a:cubicBezTo>
                  <a:lnTo>
                    <a:pt x="2372426" y="324451"/>
                  </a:lnTo>
                  <a:moveTo>
                    <a:pt x="210813" y="320081"/>
                  </a:moveTo>
                  <a:lnTo>
                    <a:pt x="47683" y="329201"/>
                  </a:lnTo>
                  <a:cubicBezTo>
                    <a:pt x="50157" y="330912"/>
                    <a:pt x="52632" y="332717"/>
                    <a:pt x="55297" y="334427"/>
                  </a:cubicBezTo>
                  <a:lnTo>
                    <a:pt x="217380" y="324641"/>
                  </a:lnTo>
                  <a:cubicBezTo>
                    <a:pt x="215095" y="323121"/>
                    <a:pt x="212906" y="321601"/>
                    <a:pt x="210813" y="320081"/>
                  </a:cubicBezTo>
                  <a:moveTo>
                    <a:pt x="2385084" y="315425"/>
                  </a:moveTo>
                  <a:cubicBezTo>
                    <a:pt x="2383181" y="316945"/>
                    <a:pt x="2381087" y="318466"/>
                    <a:pt x="2378993" y="319986"/>
                  </a:cubicBezTo>
                  <a:lnTo>
                    <a:pt x="2542123" y="329106"/>
                  </a:lnTo>
                  <a:cubicBezTo>
                    <a:pt x="2544597" y="327396"/>
                    <a:pt x="2546882" y="325591"/>
                    <a:pt x="2549166" y="323881"/>
                  </a:cubicBezTo>
                  <a:lnTo>
                    <a:pt x="2385084" y="315520"/>
                  </a:lnTo>
                  <a:moveTo>
                    <a:pt x="199011" y="310960"/>
                  </a:moveTo>
                  <a:lnTo>
                    <a:pt x="34168" y="318656"/>
                  </a:lnTo>
                  <a:cubicBezTo>
                    <a:pt x="36262" y="320461"/>
                    <a:pt x="38451" y="322171"/>
                    <a:pt x="40735" y="323976"/>
                  </a:cubicBezTo>
                  <a:lnTo>
                    <a:pt x="204721" y="315520"/>
                  </a:lnTo>
                  <a:cubicBezTo>
                    <a:pt x="202723" y="314000"/>
                    <a:pt x="200914" y="312480"/>
                    <a:pt x="199106" y="310960"/>
                  </a:cubicBezTo>
                  <a:moveTo>
                    <a:pt x="2395744" y="306210"/>
                  </a:moveTo>
                  <a:cubicBezTo>
                    <a:pt x="2394221" y="307730"/>
                    <a:pt x="2392412" y="309250"/>
                    <a:pt x="2390604" y="310770"/>
                  </a:cubicBezTo>
                  <a:lnTo>
                    <a:pt x="2555542" y="318466"/>
                  </a:lnTo>
                  <a:cubicBezTo>
                    <a:pt x="2557541" y="316660"/>
                    <a:pt x="2559540" y="314950"/>
                    <a:pt x="2561348" y="313145"/>
                  </a:cubicBezTo>
                  <a:lnTo>
                    <a:pt x="2395649" y="306115"/>
                  </a:lnTo>
                  <a:moveTo>
                    <a:pt x="189303" y="301744"/>
                  </a:moveTo>
                  <a:lnTo>
                    <a:pt x="22937" y="308110"/>
                  </a:lnTo>
                  <a:cubicBezTo>
                    <a:pt x="24650" y="309915"/>
                    <a:pt x="26459" y="311625"/>
                    <a:pt x="28362" y="313430"/>
                  </a:cubicBezTo>
                  <a:lnTo>
                    <a:pt x="193967" y="306400"/>
                  </a:lnTo>
                  <a:cubicBezTo>
                    <a:pt x="192444" y="304879"/>
                    <a:pt x="190826" y="303359"/>
                    <a:pt x="189398" y="301744"/>
                  </a:cubicBezTo>
                  <a:moveTo>
                    <a:pt x="2404595" y="296899"/>
                  </a:moveTo>
                  <a:cubicBezTo>
                    <a:pt x="2403263" y="298514"/>
                    <a:pt x="2401930" y="300034"/>
                    <a:pt x="2400407" y="301554"/>
                  </a:cubicBezTo>
                  <a:lnTo>
                    <a:pt x="2566868" y="307825"/>
                  </a:lnTo>
                  <a:cubicBezTo>
                    <a:pt x="2568486" y="306020"/>
                    <a:pt x="2570104" y="304309"/>
                    <a:pt x="2571532" y="302504"/>
                  </a:cubicBezTo>
                  <a:lnTo>
                    <a:pt x="2404595" y="296899"/>
                  </a:lnTo>
                  <a:moveTo>
                    <a:pt x="181499" y="292434"/>
                  </a:moveTo>
                  <a:lnTo>
                    <a:pt x="13896" y="297374"/>
                  </a:lnTo>
                  <a:cubicBezTo>
                    <a:pt x="15323" y="299179"/>
                    <a:pt x="16656" y="300984"/>
                    <a:pt x="18178" y="302694"/>
                  </a:cubicBezTo>
                  <a:lnTo>
                    <a:pt x="185115" y="297089"/>
                  </a:lnTo>
                  <a:cubicBezTo>
                    <a:pt x="183783" y="295569"/>
                    <a:pt x="182546" y="293954"/>
                    <a:pt x="181499" y="292434"/>
                  </a:cubicBezTo>
                  <a:moveTo>
                    <a:pt x="2411353" y="287588"/>
                  </a:moveTo>
                  <a:cubicBezTo>
                    <a:pt x="2410401" y="289203"/>
                    <a:pt x="2409354" y="290723"/>
                    <a:pt x="2408212" y="292243"/>
                  </a:cubicBezTo>
                  <a:lnTo>
                    <a:pt x="2575815" y="297184"/>
                  </a:lnTo>
                  <a:cubicBezTo>
                    <a:pt x="2577147" y="295379"/>
                    <a:pt x="2578384" y="293574"/>
                    <a:pt x="2579431" y="291768"/>
                  </a:cubicBezTo>
                  <a:lnTo>
                    <a:pt x="2411353" y="287588"/>
                  </a:lnTo>
                  <a:moveTo>
                    <a:pt x="175503" y="283028"/>
                  </a:moveTo>
                  <a:lnTo>
                    <a:pt x="7138" y="286543"/>
                  </a:lnTo>
                  <a:cubicBezTo>
                    <a:pt x="8090" y="288348"/>
                    <a:pt x="9042" y="290153"/>
                    <a:pt x="10184" y="291958"/>
                  </a:cubicBezTo>
                  <a:lnTo>
                    <a:pt x="178168" y="287683"/>
                  </a:lnTo>
                  <a:cubicBezTo>
                    <a:pt x="177216" y="286163"/>
                    <a:pt x="176359" y="284548"/>
                    <a:pt x="175503" y="283028"/>
                  </a:cubicBezTo>
                  <a:moveTo>
                    <a:pt x="2416206" y="278182"/>
                  </a:moveTo>
                  <a:cubicBezTo>
                    <a:pt x="2415635" y="279797"/>
                    <a:pt x="2414779" y="281318"/>
                    <a:pt x="2414017" y="282933"/>
                  </a:cubicBezTo>
                  <a:lnTo>
                    <a:pt x="2582477" y="286448"/>
                  </a:lnTo>
                  <a:cubicBezTo>
                    <a:pt x="2583429" y="284643"/>
                    <a:pt x="2584190" y="282838"/>
                    <a:pt x="2585047" y="281033"/>
                  </a:cubicBezTo>
                  <a:lnTo>
                    <a:pt x="2416206" y="278182"/>
                  </a:lnTo>
                  <a:moveTo>
                    <a:pt x="171600" y="273622"/>
                  </a:moveTo>
                  <a:lnTo>
                    <a:pt x="2665" y="275712"/>
                  </a:lnTo>
                  <a:cubicBezTo>
                    <a:pt x="3141" y="277517"/>
                    <a:pt x="3902" y="279322"/>
                    <a:pt x="4664" y="281128"/>
                  </a:cubicBezTo>
                  <a:lnTo>
                    <a:pt x="173409" y="278277"/>
                  </a:lnTo>
                  <a:cubicBezTo>
                    <a:pt x="172838" y="276662"/>
                    <a:pt x="172172" y="275142"/>
                    <a:pt x="171696" y="273527"/>
                  </a:cubicBezTo>
                  <a:moveTo>
                    <a:pt x="2419157" y="268777"/>
                  </a:moveTo>
                  <a:cubicBezTo>
                    <a:pt x="2418776" y="270392"/>
                    <a:pt x="2418395" y="271912"/>
                    <a:pt x="2417920" y="273527"/>
                  </a:cubicBezTo>
                  <a:lnTo>
                    <a:pt x="2586855" y="275617"/>
                  </a:lnTo>
                  <a:cubicBezTo>
                    <a:pt x="2587426" y="273812"/>
                    <a:pt x="2587902" y="272007"/>
                    <a:pt x="2588283" y="270202"/>
                  </a:cubicBezTo>
                  <a:lnTo>
                    <a:pt x="2419157" y="268777"/>
                  </a:lnTo>
                  <a:moveTo>
                    <a:pt x="169697" y="264216"/>
                  </a:moveTo>
                  <a:lnTo>
                    <a:pt x="381" y="264976"/>
                  </a:lnTo>
                  <a:cubicBezTo>
                    <a:pt x="571" y="266781"/>
                    <a:pt x="857" y="268587"/>
                    <a:pt x="1237" y="270392"/>
                  </a:cubicBezTo>
                  <a:lnTo>
                    <a:pt x="170363" y="268967"/>
                  </a:lnTo>
                  <a:cubicBezTo>
                    <a:pt x="169982" y="267352"/>
                    <a:pt x="169887" y="265831"/>
                    <a:pt x="169697" y="264216"/>
                  </a:cubicBezTo>
                  <a:moveTo>
                    <a:pt x="2589425" y="258896"/>
                  </a:moveTo>
                  <a:lnTo>
                    <a:pt x="2420108" y="258896"/>
                  </a:lnTo>
                  <a:lnTo>
                    <a:pt x="2420108" y="259276"/>
                  </a:lnTo>
                  <a:cubicBezTo>
                    <a:pt x="2420108" y="260891"/>
                    <a:pt x="2420108" y="262411"/>
                    <a:pt x="2419823" y="264026"/>
                  </a:cubicBezTo>
                  <a:lnTo>
                    <a:pt x="2589139" y="264691"/>
                  </a:lnTo>
                  <a:cubicBezTo>
                    <a:pt x="2589329" y="262886"/>
                    <a:pt x="2589425" y="261081"/>
                    <a:pt x="2589425" y="259276"/>
                  </a:cubicBezTo>
                  <a:lnTo>
                    <a:pt x="2589425" y="258896"/>
                  </a:lnTo>
                  <a:moveTo>
                    <a:pt x="286" y="254145"/>
                  </a:moveTo>
                  <a:cubicBezTo>
                    <a:pt x="95" y="255856"/>
                    <a:pt x="0" y="257661"/>
                    <a:pt x="0" y="259371"/>
                  </a:cubicBezTo>
                  <a:lnTo>
                    <a:pt x="0" y="259561"/>
                  </a:lnTo>
                  <a:lnTo>
                    <a:pt x="169411" y="259561"/>
                  </a:lnTo>
                  <a:lnTo>
                    <a:pt x="169411" y="259371"/>
                  </a:lnTo>
                  <a:cubicBezTo>
                    <a:pt x="169411" y="257851"/>
                    <a:pt x="169411" y="256331"/>
                    <a:pt x="169602" y="254810"/>
                  </a:cubicBezTo>
                  <a:lnTo>
                    <a:pt x="286" y="254145"/>
                  </a:lnTo>
                  <a:moveTo>
                    <a:pt x="2588283" y="248065"/>
                  </a:moveTo>
                  <a:lnTo>
                    <a:pt x="2419157" y="249490"/>
                  </a:lnTo>
                  <a:cubicBezTo>
                    <a:pt x="2419537" y="251105"/>
                    <a:pt x="2419728" y="252625"/>
                    <a:pt x="2419918" y="254240"/>
                  </a:cubicBezTo>
                  <a:lnTo>
                    <a:pt x="2589139" y="253480"/>
                  </a:lnTo>
                  <a:cubicBezTo>
                    <a:pt x="2588949" y="251675"/>
                    <a:pt x="2588663" y="249870"/>
                    <a:pt x="2588283" y="248065"/>
                  </a:cubicBezTo>
                  <a:moveTo>
                    <a:pt x="2475" y="243220"/>
                  </a:moveTo>
                  <a:cubicBezTo>
                    <a:pt x="1999" y="245025"/>
                    <a:pt x="1523" y="246830"/>
                    <a:pt x="1142" y="248635"/>
                  </a:cubicBezTo>
                  <a:lnTo>
                    <a:pt x="170268" y="249965"/>
                  </a:lnTo>
                  <a:cubicBezTo>
                    <a:pt x="170649" y="248350"/>
                    <a:pt x="171029" y="246830"/>
                    <a:pt x="171505" y="245215"/>
                  </a:cubicBezTo>
                  <a:lnTo>
                    <a:pt x="2475" y="243125"/>
                  </a:lnTo>
                  <a:moveTo>
                    <a:pt x="2584856" y="237234"/>
                  </a:moveTo>
                  <a:lnTo>
                    <a:pt x="2416111" y="240084"/>
                  </a:lnTo>
                  <a:cubicBezTo>
                    <a:pt x="2416682" y="241699"/>
                    <a:pt x="2417349" y="243220"/>
                    <a:pt x="2417824" y="244835"/>
                  </a:cubicBezTo>
                  <a:lnTo>
                    <a:pt x="2586760" y="242649"/>
                  </a:lnTo>
                  <a:cubicBezTo>
                    <a:pt x="2586189" y="240844"/>
                    <a:pt x="2585523" y="239039"/>
                    <a:pt x="2584761" y="237234"/>
                  </a:cubicBezTo>
                  <a:moveTo>
                    <a:pt x="6948" y="232484"/>
                  </a:moveTo>
                  <a:cubicBezTo>
                    <a:pt x="6091" y="234289"/>
                    <a:pt x="5235" y="236094"/>
                    <a:pt x="4473" y="237899"/>
                  </a:cubicBezTo>
                  <a:lnTo>
                    <a:pt x="173218" y="240654"/>
                  </a:lnTo>
                  <a:cubicBezTo>
                    <a:pt x="173885" y="239039"/>
                    <a:pt x="174646" y="237519"/>
                    <a:pt x="175407" y="235904"/>
                  </a:cubicBezTo>
                  <a:lnTo>
                    <a:pt x="6948" y="232389"/>
                  </a:lnTo>
                  <a:moveTo>
                    <a:pt x="2579146" y="226498"/>
                  </a:moveTo>
                  <a:lnTo>
                    <a:pt x="2411162" y="230774"/>
                  </a:lnTo>
                  <a:cubicBezTo>
                    <a:pt x="2412114" y="232294"/>
                    <a:pt x="2413066" y="233909"/>
                    <a:pt x="2413827" y="235429"/>
                  </a:cubicBezTo>
                  <a:lnTo>
                    <a:pt x="2582287" y="231914"/>
                  </a:lnTo>
                  <a:cubicBezTo>
                    <a:pt x="2581335" y="230108"/>
                    <a:pt x="2580288" y="228303"/>
                    <a:pt x="2579146" y="226498"/>
                  </a:cubicBezTo>
                  <a:moveTo>
                    <a:pt x="13610" y="221653"/>
                  </a:moveTo>
                  <a:cubicBezTo>
                    <a:pt x="12278" y="223458"/>
                    <a:pt x="11040" y="225263"/>
                    <a:pt x="10089" y="227068"/>
                  </a:cubicBezTo>
                  <a:lnTo>
                    <a:pt x="178072" y="231249"/>
                  </a:lnTo>
                  <a:cubicBezTo>
                    <a:pt x="179024" y="229728"/>
                    <a:pt x="180071" y="228113"/>
                    <a:pt x="181213" y="226593"/>
                  </a:cubicBezTo>
                  <a:lnTo>
                    <a:pt x="13610" y="221748"/>
                  </a:lnTo>
                  <a:moveTo>
                    <a:pt x="2571246" y="215667"/>
                  </a:moveTo>
                  <a:lnTo>
                    <a:pt x="2404309" y="221368"/>
                  </a:lnTo>
                  <a:cubicBezTo>
                    <a:pt x="2405642" y="222888"/>
                    <a:pt x="2406879" y="224503"/>
                    <a:pt x="2407926" y="226023"/>
                  </a:cubicBezTo>
                  <a:lnTo>
                    <a:pt x="2575434" y="221083"/>
                  </a:lnTo>
                  <a:cubicBezTo>
                    <a:pt x="2574102" y="219278"/>
                    <a:pt x="2572769" y="217472"/>
                    <a:pt x="2571246" y="215667"/>
                  </a:cubicBezTo>
                  <a:moveTo>
                    <a:pt x="22556" y="210917"/>
                  </a:moveTo>
                  <a:cubicBezTo>
                    <a:pt x="20939" y="212722"/>
                    <a:pt x="19225" y="214527"/>
                    <a:pt x="17798" y="216237"/>
                  </a:cubicBezTo>
                  <a:lnTo>
                    <a:pt x="184830" y="221843"/>
                  </a:lnTo>
                  <a:cubicBezTo>
                    <a:pt x="186162" y="220323"/>
                    <a:pt x="187495" y="218708"/>
                    <a:pt x="188922" y="217187"/>
                  </a:cubicBezTo>
                  <a:lnTo>
                    <a:pt x="22556" y="210917"/>
                  </a:lnTo>
                  <a:moveTo>
                    <a:pt x="2561063" y="205026"/>
                  </a:moveTo>
                  <a:lnTo>
                    <a:pt x="2395363" y="212152"/>
                  </a:lnTo>
                  <a:cubicBezTo>
                    <a:pt x="2396981" y="213672"/>
                    <a:pt x="2398599" y="215192"/>
                    <a:pt x="2400027" y="216807"/>
                  </a:cubicBezTo>
                  <a:lnTo>
                    <a:pt x="2566297" y="210442"/>
                  </a:lnTo>
                  <a:cubicBezTo>
                    <a:pt x="2564679" y="208637"/>
                    <a:pt x="2562776" y="206927"/>
                    <a:pt x="2560968" y="205121"/>
                  </a:cubicBezTo>
                  <a:moveTo>
                    <a:pt x="33692" y="200371"/>
                  </a:moveTo>
                  <a:cubicBezTo>
                    <a:pt x="31693" y="202176"/>
                    <a:pt x="29695" y="203886"/>
                    <a:pt x="27886" y="205692"/>
                  </a:cubicBezTo>
                  <a:lnTo>
                    <a:pt x="193586" y="212722"/>
                  </a:lnTo>
                  <a:cubicBezTo>
                    <a:pt x="195204" y="211202"/>
                    <a:pt x="196917" y="209682"/>
                    <a:pt x="198725" y="208162"/>
                  </a:cubicBezTo>
                  <a:lnTo>
                    <a:pt x="33787" y="200466"/>
                  </a:lnTo>
                  <a:moveTo>
                    <a:pt x="2548595" y="194481"/>
                  </a:moveTo>
                  <a:lnTo>
                    <a:pt x="2384608" y="202936"/>
                  </a:lnTo>
                  <a:cubicBezTo>
                    <a:pt x="2386607" y="204456"/>
                    <a:pt x="2388415" y="205977"/>
                    <a:pt x="2390224" y="207497"/>
                  </a:cubicBezTo>
                  <a:lnTo>
                    <a:pt x="2555067" y="199706"/>
                  </a:lnTo>
                  <a:cubicBezTo>
                    <a:pt x="2552973" y="197901"/>
                    <a:pt x="2550784" y="196191"/>
                    <a:pt x="2548500" y="194481"/>
                  </a:cubicBezTo>
                  <a:moveTo>
                    <a:pt x="47112" y="189825"/>
                  </a:moveTo>
                  <a:cubicBezTo>
                    <a:pt x="44732" y="191535"/>
                    <a:pt x="42448" y="193341"/>
                    <a:pt x="40164" y="195051"/>
                  </a:cubicBezTo>
                  <a:lnTo>
                    <a:pt x="204245" y="203411"/>
                  </a:lnTo>
                  <a:cubicBezTo>
                    <a:pt x="206149" y="201891"/>
                    <a:pt x="208148" y="200371"/>
                    <a:pt x="210337" y="198851"/>
                  </a:cubicBezTo>
                  <a:lnTo>
                    <a:pt x="47112" y="189825"/>
                  </a:lnTo>
                  <a:moveTo>
                    <a:pt x="2534033" y="184030"/>
                  </a:moveTo>
                  <a:lnTo>
                    <a:pt x="2371950" y="193816"/>
                  </a:lnTo>
                  <a:cubicBezTo>
                    <a:pt x="2374234" y="195336"/>
                    <a:pt x="2376518" y="196856"/>
                    <a:pt x="2378612" y="198376"/>
                  </a:cubicBezTo>
                  <a:lnTo>
                    <a:pt x="2541647" y="189255"/>
                  </a:lnTo>
                  <a:cubicBezTo>
                    <a:pt x="2539172" y="187545"/>
                    <a:pt x="2536698" y="185740"/>
                    <a:pt x="2534033" y="184030"/>
                  </a:cubicBezTo>
                  <a:moveTo>
                    <a:pt x="62815" y="179374"/>
                  </a:moveTo>
                  <a:cubicBezTo>
                    <a:pt x="60055" y="181085"/>
                    <a:pt x="57295" y="182890"/>
                    <a:pt x="54726" y="184600"/>
                  </a:cubicBezTo>
                  <a:lnTo>
                    <a:pt x="216904" y="194386"/>
                  </a:lnTo>
                  <a:cubicBezTo>
                    <a:pt x="219188" y="192866"/>
                    <a:pt x="221472" y="191345"/>
                    <a:pt x="223947" y="189825"/>
                  </a:cubicBezTo>
                  <a:lnTo>
                    <a:pt x="62815" y="179374"/>
                  </a:lnTo>
                  <a:moveTo>
                    <a:pt x="2517187" y="173674"/>
                  </a:moveTo>
                  <a:lnTo>
                    <a:pt x="2357293" y="184885"/>
                  </a:lnTo>
                  <a:cubicBezTo>
                    <a:pt x="2359863" y="186405"/>
                    <a:pt x="2362432" y="187830"/>
                    <a:pt x="2364907" y="189350"/>
                  </a:cubicBezTo>
                  <a:lnTo>
                    <a:pt x="2525848" y="178804"/>
                  </a:lnTo>
                  <a:cubicBezTo>
                    <a:pt x="2523088" y="177094"/>
                    <a:pt x="2520233" y="175384"/>
                    <a:pt x="2517187" y="173674"/>
                  </a:cubicBezTo>
                  <a:moveTo>
                    <a:pt x="80613" y="169114"/>
                  </a:moveTo>
                  <a:cubicBezTo>
                    <a:pt x="77472" y="170824"/>
                    <a:pt x="74427" y="172534"/>
                    <a:pt x="71476" y="174244"/>
                  </a:cubicBezTo>
                  <a:lnTo>
                    <a:pt x="231370" y="185360"/>
                  </a:lnTo>
                  <a:cubicBezTo>
                    <a:pt x="233940" y="183840"/>
                    <a:pt x="236605" y="182415"/>
                    <a:pt x="239365" y="180895"/>
                  </a:cubicBezTo>
                  <a:lnTo>
                    <a:pt x="80613" y="169114"/>
                  </a:lnTo>
                  <a:moveTo>
                    <a:pt x="2498152" y="163508"/>
                  </a:moveTo>
                  <a:lnTo>
                    <a:pt x="2340828" y="176049"/>
                  </a:lnTo>
                  <a:cubicBezTo>
                    <a:pt x="2343683" y="177474"/>
                    <a:pt x="2346538" y="178994"/>
                    <a:pt x="2349298" y="180420"/>
                  </a:cubicBezTo>
                  <a:lnTo>
                    <a:pt x="2507955" y="168544"/>
                  </a:lnTo>
                  <a:cubicBezTo>
                    <a:pt x="2504719" y="166833"/>
                    <a:pt x="2501483" y="165123"/>
                    <a:pt x="2498152" y="163508"/>
                  </a:cubicBezTo>
                  <a:moveTo>
                    <a:pt x="100695" y="158948"/>
                  </a:moveTo>
                  <a:cubicBezTo>
                    <a:pt x="97174" y="160658"/>
                    <a:pt x="93843" y="162273"/>
                    <a:pt x="90416" y="163983"/>
                  </a:cubicBezTo>
                  <a:lnTo>
                    <a:pt x="247931" y="176429"/>
                  </a:lnTo>
                  <a:cubicBezTo>
                    <a:pt x="250786" y="175004"/>
                    <a:pt x="253736" y="173484"/>
                    <a:pt x="256877" y="172059"/>
                  </a:cubicBezTo>
                  <a:lnTo>
                    <a:pt x="100695" y="158948"/>
                  </a:lnTo>
                  <a:moveTo>
                    <a:pt x="2477118" y="153532"/>
                  </a:moveTo>
                  <a:lnTo>
                    <a:pt x="2322554" y="167403"/>
                  </a:lnTo>
                  <a:cubicBezTo>
                    <a:pt x="2325790" y="168829"/>
                    <a:pt x="2328931" y="170254"/>
                    <a:pt x="2331977" y="171774"/>
                  </a:cubicBezTo>
                  <a:lnTo>
                    <a:pt x="2487968" y="158568"/>
                  </a:lnTo>
                  <a:cubicBezTo>
                    <a:pt x="2484352" y="156858"/>
                    <a:pt x="2480830" y="155242"/>
                    <a:pt x="2477213" y="153627"/>
                  </a:cubicBezTo>
                  <a:moveTo>
                    <a:pt x="122776" y="148972"/>
                  </a:moveTo>
                  <a:cubicBezTo>
                    <a:pt x="118969" y="150587"/>
                    <a:pt x="115162" y="152297"/>
                    <a:pt x="111450" y="153912"/>
                  </a:cubicBezTo>
                  <a:lnTo>
                    <a:pt x="266109" y="167688"/>
                  </a:lnTo>
                  <a:cubicBezTo>
                    <a:pt x="269345" y="166263"/>
                    <a:pt x="272676" y="164838"/>
                    <a:pt x="275912" y="163413"/>
                  </a:cubicBezTo>
                  <a:lnTo>
                    <a:pt x="122680" y="148972"/>
                  </a:lnTo>
                  <a:moveTo>
                    <a:pt x="2453991" y="143747"/>
                  </a:moveTo>
                  <a:lnTo>
                    <a:pt x="2302472" y="158853"/>
                  </a:lnTo>
                  <a:cubicBezTo>
                    <a:pt x="2305994" y="160278"/>
                    <a:pt x="2309325" y="161703"/>
                    <a:pt x="2312751" y="163033"/>
                  </a:cubicBezTo>
                  <a:lnTo>
                    <a:pt x="2465793" y="148497"/>
                  </a:lnTo>
                  <a:cubicBezTo>
                    <a:pt x="2461986" y="146882"/>
                    <a:pt x="2458083" y="145267"/>
                    <a:pt x="2453991" y="143652"/>
                  </a:cubicBezTo>
                  <a:moveTo>
                    <a:pt x="146950" y="139281"/>
                  </a:moveTo>
                  <a:cubicBezTo>
                    <a:pt x="142762" y="140896"/>
                    <a:pt x="138670" y="142511"/>
                    <a:pt x="134577" y="144127"/>
                  </a:cubicBezTo>
                  <a:lnTo>
                    <a:pt x="286191" y="159233"/>
                  </a:lnTo>
                  <a:cubicBezTo>
                    <a:pt x="289713" y="157808"/>
                    <a:pt x="293329" y="156383"/>
                    <a:pt x="296946" y="155052"/>
                  </a:cubicBezTo>
                  <a:lnTo>
                    <a:pt x="146855" y="139281"/>
                  </a:lnTo>
                  <a:moveTo>
                    <a:pt x="2428960" y="134151"/>
                  </a:moveTo>
                  <a:lnTo>
                    <a:pt x="2280677" y="150587"/>
                  </a:lnTo>
                  <a:cubicBezTo>
                    <a:pt x="2284389" y="151917"/>
                    <a:pt x="2288196" y="153342"/>
                    <a:pt x="2291813" y="154672"/>
                  </a:cubicBezTo>
                  <a:lnTo>
                    <a:pt x="2441713" y="138901"/>
                  </a:lnTo>
                  <a:cubicBezTo>
                    <a:pt x="2437526" y="137286"/>
                    <a:pt x="2433243" y="135671"/>
                    <a:pt x="2428960" y="134151"/>
                  </a:cubicBezTo>
                  <a:moveTo>
                    <a:pt x="173218" y="129685"/>
                  </a:moveTo>
                  <a:cubicBezTo>
                    <a:pt x="168650" y="131301"/>
                    <a:pt x="164272" y="132821"/>
                    <a:pt x="159894" y="134436"/>
                  </a:cubicBezTo>
                  <a:lnTo>
                    <a:pt x="308272" y="150777"/>
                  </a:lnTo>
                  <a:cubicBezTo>
                    <a:pt x="312079" y="149447"/>
                    <a:pt x="315886" y="148022"/>
                    <a:pt x="319883" y="146692"/>
                  </a:cubicBezTo>
                  <a:lnTo>
                    <a:pt x="173314" y="129685"/>
                  </a:lnTo>
                  <a:moveTo>
                    <a:pt x="2401740" y="124745"/>
                  </a:moveTo>
                  <a:lnTo>
                    <a:pt x="2257074" y="142321"/>
                  </a:lnTo>
                  <a:cubicBezTo>
                    <a:pt x="2261166" y="143652"/>
                    <a:pt x="2265164" y="144982"/>
                    <a:pt x="2269066" y="146407"/>
                  </a:cubicBezTo>
                  <a:lnTo>
                    <a:pt x="2415540" y="129400"/>
                  </a:lnTo>
                  <a:cubicBezTo>
                    <a:pt x="2410972" y="127785"/>
                    <a:pt x="2406403" y="126265"/>
                    <a:pt x="2401740" y="124745"/>
                  </a:cubicBezTo>
                  <a:moveTo>
                    <a:pt x="201390" y="120375"/>
                  </a:moveTo>
                  <a:cubicBezTo>
                    <a:pt x="196536" y="121895"/>
                    <a:pt x="191682" y="123415"/>
                    <a:pt x="187019" y="125030"/>
                  </a:cubicBezTo>
                  <a:lnTo>
                    <a:pt x="331780" y="142606"/>
                  </a:lnTo>
                  <a:cubicBezTo>
                    <a:pt x="335872" y="141276"/>
                    <a:pt x="340060" y="139946"/>
                    <a:pt x="344248" y="138616"/>
                  </a:cubicBezTo>
                  <a:lnTo>
                    <a:pt x="201390" y="120470"/>
                  </a:lnTo>
                  <a:moveTo>
                    <a:pt x="2372712" y="115624"/>
                  </a:moveTo>
                  <a:lnTo>
                    <a:pt x="2231757" y="134436"/>
                  </a:lnTo>
                  <a:cubicBezTo>
                    <a:pt x="2236135" y="135766"/>
                    <a:pt x="2240418" y="137096"/>
                    <a:pt x="2244606" y="138331"/>
                  </a:cubicBezTo>
                  <a:lnTo>
                    <a:pt x="2387464" y="120090"/>
                  </a:lnTo>
                  <a:cubicBezTo>
                    <a:pt x="2382609" y="118570"/>
                    <a:pt x="2377660" y="117049"/>
                    <a:pt x="2372712" y="115529"/>
                  </a:cubicBezTo>
                  <a:moveTo>
                    <a:pt x="231465" y="111349"/>
                  </a:moveTo>
                  <a:cubicBezTo>
                    <a:pt x="226326" y="112869"/>
                    <a:pt x="221187" y="114294"/>
                    <a:pt x="216237" y="115814"/>
                  </a:cubicBezTo>
                  <a:lnTo>
                    <a:pt x="357192" y="134626"/>
                  </a:lnTo>
                  <a:cubicBezTo>
                    <a:pt x="361570" y="133296"/>
                    <a:pt x="365948" y="131966"/>
                    <a:pt x="370516" y="130731"/>
                  </a:cubicBezTo>
                  <a:lnTo>
                    <a:pt x="231465" y="111349"/>
                  </a:lnTo>
                  <a:moveTo>
                    <a:pt x="2341684" y="106789"/>
                  </a:moveTo>
                  <a:lnTo>
                    <a:pt x="2204823" y="126740"/>
                  </a:lnTo>
                  <a:cubicBezTo>
                    <a:pt x="2209391" y="127975"/>
                    <a:pt x="2214055" y="129305"/>
                    <a:pt x="2218528" y="130540"/>
                  </a:cubicBezTo>
                  <a:lnTo>
                    <a:pt x="2357483" y="111159"/>
                  </a:lnTo>
                  <a:cubicBezTo>
                    <a:pt x="2352249" y="109639"/>
                    <a:pt x="2347014" y="108214"/>
                    <a:pt x="2341684" y="106694"/>
                  </a:cubicBezTo>
                  <a:moveTo>
                    <a:pt x="263349" y="102608"/>
                  </a:moveTo>
                  <a:cubicBezTo>
                    <a:pt x="257829" y="104033"/>
                    <a:pt x="252499" y="105458"/>
                    <a:pt x="247169" y="106979"/>
                  </a:cubicBezTo>
                  <a:lnTo>
                    <a:pt x="384126" y="126930"/>
                  </a:lnTo>
                  <a:cubicBezTo>
                    <a:pt x="388695" y="125695"/>
                    <a:pt x="393453" y="124365"/>
                    <a:pt x="398212" y="123130"/>
                  </a:cubicBezTo>
                  <a:lnTo>
                    <a:pt x="263349" y="102608"/>
                  </a:lnTo>
                  <a:moveTo>
                    <a:pt x="2308849" y="98143"/>
                  </a:moveTo>
                  <a:lnTo>
                    <a:pt x="2176366" y="119235"/>
                  </a:lnTo>
                  <a:cubicBezTo>
                    <a:pt x="2181220" y="120470"/>
                    <a:pt x="2186073" y="121705"/>
                    <a:pt x="2190832" y="122940"/>
                  </a:cubicBezTo>
                  <a:lnTo>
                    <a:pt x="2325505" y="102418"/>
                  </a:lnTo>
                  <a:cubicBezTo>
                    <a:pt x="2320080" y="100993"/>
                    <a:pt x="2314559" y="99568"/>
                    <a:pt x="2308849" y="98143"/>
                  </a:cubicBezTo>
                  <a:moveTo>
                    <a:pt x="297041" y="94058"/>
                  </a:moveTo>
                  <a:cubicBezTo>
                    <a:pt x="291331" y="95483"/>
                    <a:pt x="285525" y="96813"/>
                    <a:pt x="280005" y="98238"/>
                  </a:cubicBezTo>
                  <a:lnTo>
                    <a:pt x="412679" y="119330"/>
                  </a:lnTo>
                  <a:cubicBezTo>
                    <a:pt x="417533" y="118094"/>
                    <a:pt x="422482" y="116859"/>
                    <a:pt x="427431" y="115624"/>
                  </a:cubicBezTo>
                  <a:lnTo>
                    <a:pt x="297041" y="93963"/>
                  </a:lnTo>
                  <a:moveTo>
                    <a:pt x="2274301" y="89782"/>
                  </a:moveTo>
                  <a:lnTo>
                    <a:pt x="2146290" y="111919"/>
                  </a:lnTo>
                  <a:cubicBezTo>
                    <a:pt x="2151430" y="113059"/>
                    <a:pt x="2156474" y="114294"/>
                    <a:pt x="2161518" y="115529"/>
                  </a:cubicBezTo>
                  <a:lnTo>
                    <a:pt x="2291813" y="93868"/>
                  </a:lnTo>
                  <a:cubicBezTo>
                    <a:pt x="2286102" y="92442"/>
                    <a:pt x="2280201" y="91112"/>
                    <a:pt x="2274301" y="89782"/>
                  </a:cubicBezTo>
                  <a:moveTo>
                    <a:pt x="332541" y="85887"/>
                  </a:moveTo>
                  <a:cubicBezTo>
                    <a:pt x="326545" y="87217"/>
                    <a:pt x="320549" y="88547"/>
                    <a:pt x="314648" y="89972"/>
                  </a:cubicBezTo>
                  <a:lnTo>
                    <a:pt x="442754" y="112109"/>
                  </a:lnTo>
                  <a:cubicBezTo>
                    <a:pt x="447893" y="110969"/>
                    <a:pt x="453128" y="109734"/>
                    <a:pt x="458458" y="108594"/>
                  </a:cubicBezTo>
                  <a:lnTo>
                    <a:pt x="332541" y="85887"/>
                  </a:lnTo>
                  <a:moveTo>
                    <a:pt x="2238134" y="81707"/>
                  </a:moveTo>
                  <a:lnTo>
                    <a:pt x="2114787" y="104888"/>
                  </a:lnTo>
                  <a:cubicBezTo>
                    <a:pt x="2120117" y="106029"/>
                    <a:pt x="2125447" y="107169"/>
                    <a:pt x="2130681" y="108404"/>
                  </a:cubicBezTo>
                  <a:lnTo>
                    <a:pt x="2256408" y="85697"/>
                  </a:lnTo>
                  <a:cubicBezTo>
                    <a:pt x="2250412" y="84367"/>
                    <a:pt x="2244320" y="83037"/>
                    <a:pt x="2238134" y="81707"/>
                  </a:cubicBezTo>
                  <a:moveTo>
                    <a:pt x="369564" y="77906"/>
                  </a:moveTo>
                  <a:cubicBezTo>
                    <a:pt x="363283" y="79236"/>
                    <a:pt x="357001" y="80471"/>
                    <a:pt x="350815" y="81802"/>
                  </a:cubicBezTo>
                  <a:lnTo>
                    <a:pt x="474257" y="104983"/>
                  </a:lnTo>
                  <a:cubicBezTo>
                    <a:pt x="479682" y="103843"/>
                    <a:pt x="485012" y="102703"/>
                    <a:pt x="490532" y="101563"/>
                  </a:cubicBezTo>
                  <a:lnTo>
                    <a:pt x="369564" y="77811"/>
                  </a:lnTo>
                  <a:moveTo>
                    <a:pt x="2200159" y="74011"/>
                  </a:moveTo>
                  <a:lnTo>
                    <a:pt x="2081666" y="98238"/>
                  </a:lnTo>
                  <a:cubicBezTo>
                    <a:pt x="2087282" y="99378"/>
                    <a:pt x="2092897" y="100423"/>
                    <a:pt x="2098417" y="101563"/>
                  </a:cubicBezTo>
                  <a:lnTo>
                    <a:pt x="2219290" y="77811"/>
                  </a:lnTo>
                  <a:cubicBezTo>
                    <a:pt x="2212913" y="76481"/>
                    <a:pt x="2206536" y="75246"/>
                    <a:pt x="2200159" y="74011"/>
                  </a:cubicBezTo>
                  <a:moveTo>
                    <a:pt x="408301" y="70306"/>
                  </a:moveTo>
                  <a:cubicBezTo>
                    <a:pt x="401638" y="71541"/>
                    <a:pt x="395262" y="72776"/>
                    <a:pt x="388695" y="74011"/>
                  </a:cubicBezTo>
                  <a:lnTo>
                    <a:pt x="507282" y="98238"/>
                  </a:lnTo>
                  <a:cubicBezTo>
                    <a:pt x="512898" y="97098"/>
                    <a:pt x="518513" y="96053"/>
                    <a:pt x="524224" y="94913"/>
                  </a:cubicBezTo>
                  <a:lnTo>
                    <a:pt x="408301" y="70211"/>
                  </a:lnTo>
                  <a:moveTo>
                    <a:pt x="2160662" y="66505"/>
                  </a:moveTo>
                  <a:lnTo>
                    <a:pt x="2047403" y="91682"/>
                  </a:lnTo>
                  <a:cubicBezTo>
                    <a:pt x="2053209" y="92727"/>
                    <a:pt x="2059015" y="93773"/>
                    <a:pt x="2064725" y="94913"/>
                  </a:cubicBezTo>
                  <a:lnTo>
                    <a:pt x="2180553" y="70211"/>
                  </a:lnTo>
                  <a:cubicBezTo>
                    <a:pt x="2173891" y="68976"/>
                    <a:pt x="2167324" y="67740"/>
                    <a:pt x="2160662" y="66505"/>
                  </a:cubicBezTo>
                  <a:moveTo>
                    <a:pt x="448560" y="63085"/>
                  </a:moveTo>
                  <a:cubicBezTo>
                    <a:pt x="441802" y="64225"/>
                    <a:pt x="434950" y="65460"/>
                    <a:pt x="428287" y="66695"/>
                  </a:cubicBezTo>
                  <a:lnTo>
                    <a:pt x="541641" y="91872"/>
                  </a:lnTo>
                  <a:cubicBezTo>
                    <a:pt x="547446" y="90827"/>
                    <a:pt x="553347" y="89782"/>
                    <a:pt x="559343" y="88737"/>
                  </a:cubicBezTo>
                  <a:lnTo>
                    <a:pt x="448655" y="63085"/>
                  </a:lnTo>
                  <a:moveTo>
                    <a:pt x="2119546" y="59475"/>
                  </a:moveTo>
                  <a:lnTo>
                    <a:pt x="2011618" y="85602"/>
                  </a:lnTo>
                  <a:cubicBezTo>
                    <a:pt x="2017709" y="86647"/>
                    <a:pt x="2023705" y="87597"/>
                    <a:pt x="2029606" y="88642"/>
                  </a:cubicBezTo>
                  <a:lnTo>
                    <a:pt x="2140294" y="62990"/>
                  </a:lnTo>
                  <a:cubicBezTo>
                    <a:pt x="2133537" y="61850"/>
                    <a:pt x="2126494" y="60615"/>
                    <a:pt x="2119546" y="59475"/>
                  </a:cubicBezTo>
                  <a:moveTo>
                    <a:pt x="490246" y="56150"/>
                  </a:moveTo>
                  <a:cubicBezTo>
                    <a:pt x="483203" y="57290"/>
                    <a:pt x="476255" y="58430"/>
                    <a:pt x="469308" y="59570"/>
                  </a:cubicBezTo>
                  <a:lnTo>
                    <a:pt x="577331" y="85697"/>
                  </a:lnTo>
                  <a:cubicBezTo>
                    <a:pt x="583327" y="84747"/>
                    <a:pt x="589418" y="83702"/>
                    <a:pt x="595605" y="82752"/>
                  </a:cubicBezTo>
                  <a:lnTo>
                    <a:pt x="490246" y="56150"/>
                  </a:lnTo>
                  <a:moveTo>
                    <a:pt x="2077098" y="52729"/>
                  </a:moveTo>
                  <a:lnTo>
                    <a:pt x="1974690" y="79711"/>
                  </a:lnTo>
                  <a:cubicBezTo>
                    <a:pt x="1980971" y="80661"/>
                    <a:pt x="1987158" y="81612"/>
                    <a:pt x="1993344" y="82562"/>
                  </a:cubicBezTo>
                  <a:lnTo>
                    <a:pt x="2098513" y="55959"/>
                  </a:lnTo>
                  <a:cubicBezTo>
                    <a:pt x="2091469" y="54819"/>
                    <a:pt x="2084331" y="53774"/>
                    <a:pt x="2077098" y="52634"/>
                  </a:cubicBezTo>
                  <a:moveTo>
                    <a:pt x="533360" y="49594"/>
                  </a:moveTo>
                  <a:cubicBezTo>
                    <a:pt x="526127" y="50639"/>
                    <a:pt x="518799" y="51779"/>
                    <a:pt x="511661" y="52824"/>
                  </a:cubicBezTo>
                  <a:lnTo>
                    <a:pt x="614164" y="79806"/>
                  </a:lnTo>
                  <a:cubicBezTo>
                    <a:pt x="620350" y="78856"/>
                    <a:pt x="626727" y="77906"/>
                    <a:pt x="633009" y="76956"/>
                  </a:cubicBezTo>
                  <a:lnTo>
                    <a:pt x="533360" y="49594"/>
                  </a:lnTo>
                  <a:moveTo>
                    <a:pt x="2033222" y="46269"/>
                  </a:moveTo>
                  <a:lnTo>
                    <a:pt x="1936525" y="74106"/>
                  </a:lnTo>
                  <a:cubicBezTo>
                    <a:pt x="1942997" y="74961"/>
                    <a:pt x="1949373" y="75911"/>
                    <a:pt x="1955750" y="76861"/>
                  </a:cubicBezTo>
                  <a:lnTo>
                    <a:pt x="2055303" y="49404"/>
                  </a:lnTo>
                  <a:cubicBezTo>
                    <a:pt x="2047975" y="48359"/>
                    <a:pt x="2040551" y="47314"/>
                    <a:pt x="2033222" y="46269"/>
                  </a:cubicBezTo>
                  <a:moveTo>
                    <a:pt x="577712" y="43418"/>
                  </a:moveTo>
                  <a:cubicBezTo>
                    <a:pt x="570193" y="44464"/>
                    <a:pt x="562865" y="45414"/>
                    <a:pt x="555441" y="46459"/>
                  </a:cubicBezTo>
                  <a:lnTo>
                    <a:pt x="652234" y="74296"/>
                  </a:lnTo>
                  <a:cubicBezTo>
                    <a:pt x="658706" y="73441"/>
                    <a:pt x="665082" y="72491"/>
                    <a:pt x="671650" y="71636"/>
                  </a:cubicBezTo>
                  <a:lnTo>
                    <a:pt x="577712" y="43418"/>
                  </a:lnTo>
                  <a:moveTo>
                    <a:pt x="1988014" y="40283"/>
                  </a:moveTo>
                  <a:lnTo>
                    <a:pt x="1897217" y="68881"/>
                  </a:lnTo>
                  <a:cubicBezTo>
                    <a:pt x="1903880" y="69736"/>
                    <a:pt x="1910447" y="70591"/>
                    <a:pt x="1917014" y="71446"/>
                  </a:cubicBezTo>
                  <a:lnTo>
                    <a:pt x="2010761" y="43228"/>
                  </a:lnTo>
                  <a:cubicBezTo>
                    <a:pt x="2003242" y="42278"/>
                    <a:pt x="1995628" y="41233"/>
                    <a:pt x="1988014" y="40283"/>
                  </a:cubicBezTo>
                  <a:moveTo>
                    <a:pt x="623396" y="37528"/>
                  </a:moveTo>
                  <a:cubicBezTo>
                    <a:pt x="615687" y="38478"/>
                    <a:pt x="607978" y="39428"/>
                    <a:pt x="600459" y="40378"/>
                  </a:cubicBezTo>
                  <a:lnTo>
                    <a:pt x="691351" y="68976"/>
                  </a:lnTo>
                  <a:cubicBezTo>
                    <a:pt x="698013" y="68120"/>
                    <a:pt x="704675" y="67265"/>
                    <a:pt x="711338" y="66505"/>
                  </a:cubicBezTo>
                  <a:lnTo>
                    <a:pt x="623396" y="37528"/>
                  </a:lnTo>
                  <a:moveTo>
                    <a:pt x="1941474" y="34678"/>
                  </a:moveTo>
                  <a:lnTo>
                    <a:pt x="1856768" y="64035"/>
                  </a:lnTo>
                  <a:cubicBezTo>
                    <a:pt x="1863526" y="64795"/>
                    <a:pt x="1870378" y="65650"/>
                    <a:pt x="1877040" y="66410"/>
                  </a:cubicBezTo>
                  <a:lnTo>
                    <a:pt x="1964887" y="37433"/>
                  </a:lnTo>
                  <a:cubicBezTo>
                    <a:pt x="1957178" y="36483"/>
                    <a:pt x="1949278" y="35533"/>
                    <a:pt x="1941474" y="34678"/>
                  </a:cubicBezTo>
                  <a:moveTo>
                    <a:pt x="670317" y="32113"/>
                  </a:moveTo>
                  <a:cubicBezTo>
                    <a:pt x="662418" y="32968"/>
                    <a:pt x="654518" y="33918"/>
                    <a:pt x="646714" y="34773"/>
                  </a:cubicBezTo>
                  <a:lnTo>
                    <a:pt x="731610" y="64130"/>
                  </a:lnTo>
                  <a:cubicBezTo>
                    <a:pt x="738367" y="63370"/>
                    <a:pt x="745220" y="62610"/>
                    <a:pt x="752072" y="61850"/>
                  </a:cubicBezTo>
                  <a:lnTo>
                    <a:pt x="670317" y="32113"/>
                  </a:lnTo>
                  <a:moveTo>
                    <a:pt x="1893886" y="29357"/>
                  </a:moveTo>
                  <a:lnTo>
                    <a:pt x="1815462" y="59380"/>
                  </a:lnTo>
                  <a:cubicBezTo>
                    <a:pt x="1822410" y="60140"/>
                    <a:pt x="1829358" y="60900"/>
                    <a:pt x="1836305" y="61565"/>
                  </a:cubicBezTo>
                  <a:lnTo>
                    <a:pt x="1917870" y="31828"/>
                  </a:lnTo>
                  <a:cubicBezTo>
                    <a:pt x="1909971" y="30972"/>
                    <a:pt x="1902071" y="30117"/>
                    <a:pt x="1893886" y="29262"/>
                  </a:cubicBezTo>
                  <a:moveTo>
                    <a:pt x="718190" y="27077"/>
                  </a:moveTo>
                  <a:cubicBezTo>
                    <a:pt x="710100" y="27932"/>
                    <a:pt x="702106" y="28692"/>
                    <a:pt x="694111" y="29547"/>
                  </a:cubicBezTo>
                  <a:lnTo>
                    <a:pt x="772821" y="59570"/>
                  </a:lnTo>
                  <a:cubicBezTo>
                    <a:pt x="779768" y="58810"/>
                    <a:pt x="786716" y="58145"/>
                    <a:pt x="793759" y="57385"/>
                  </a:cubicBezTo>
                  <a:lnTo>
                    <a:pt x="718285" y="27077"/>
                  </a:lnTo>
                  <a:moveTo>
                    <a:pt x="1845252" y="24607"/>
                  </a:moveTo>
                  <a:lnTo>
                    <a:pt x="1773204" y="55294"/>
                  </a:lnTo>
                  <a:cubicBezTo>
                    <a:pt x="1780342" y="55959"/>
                    <a:pt x="1787386" y="56625"/>
                    <a:pt x="1794428" y="57385"/>
                  </a:cubicBezTo>
                  <a:lnTo>
                    <a:pt x="1869712" y="26982"/>
                  </a:lnTo>
                  <a:cubicBezTo>
                    <a:pt x="1861622" y="26127"/>
                    <a:pt x="1853437" y="25367"/>
                    <a:pt x="1845252" y="24607"/>
                  </a:cubicBezTo>
                  <a:moveTo>
                    <a:pt x="767015" y="22517"/>
                  </a:moveTo>
                  <a:cubicBezTo>
                    <a:pt x="758830" y="23277"/>
                    <a:pt x="750645" y="24037"/>
                    <a:pt x="742460" y="24797"/>
                  </a:cubicBezTo>
                  <a:lnTo>
                    <a:pt x="814793" y="55484"/>
                  </a:lnTo>
                  <a:cubicBezTo>
                    <a:pt x="821836" y="54819"/>
                    <a:pt x="828974" y="54154"/>
                    <a:pt x="836112" y="53489"/>
                  </a:cubicBezTo>
                  <a:lnTo>
                    <a:pt x="767015" y="22517"/>
                  </a:lnTo>
                  <a:moveTo>
                    <a:pt x="1795570" y="20142"/>
                  </a:moveTo>
                  <a:lnTo>
                    <a:pt x="1729995" y="51399"/>
                  </a:lnTo>
                  <a:cubicBezTo>
                    <a:pt x="1737323" y="51969"/>
                    <a:pt x="1744557" y="52634"/>
                    <a:pt x="1751695" y="53299"/>
                  </a:cubicBezTo>
                  <a:lnTo>
                    <a:pt x="1820602" y="22327"/>
                  </a:lnTo>
                  <a:cubicBezTo>
                    <a:pt x="1812321" y="21567"/>
                    <a:pt x="1803946" y="20902"/>
                    <a:pt x="1795570" y="20142"/>
                  </a:cubicBezTo>
                  <a:moveTo>
                    <a:pt x="816791" y="18241"/>
                  </a:moveTo>
                  <a:cubicBezTo>
                    <a:pt x="808416" y="18907"/>
                    <a:pt x="800041" y="19572"/>
                    <a:pt x="791760" y="20237"/>
                  </a:cubicBezTo>
                  <a:lnTo>
                    <a:pt x="857526" y="51494"/>
                  </a:lnTo>
                  <a:cubicBezTo>
                    <a:pt x="864760" y="50924"/>
                    <a:pt x="871993" y="50259"/>
                    <a:pt x="879321" y="49689"/>
                  </a:cubicBezTo>
                  <a:lnTo>
                    <a:pt x="816696" y="18146"/>
                  </a:lnTo>
                  <a:moveTo>
                    <a:pt x="1744937" y="16151"/>
                  </a:moveTo>
                  <a:lnTo>
                    <a:pt x="1686024" y="47979"/>
                  </a:lnTo>
                  <a:cubicBezTo>
                    <a:pt x="1693448" y="48549"/>
                    <a:pt x="1700871" y="49119"/>
                    <a:pt x="1708105" y="49689"/>
                  </a:cubicBezTo>
                  <a:lnTo>
                    <a:pt x="1770349" y="18146"/>
                  </a:lnTo>
                  <a:cubicBezTo>
                    <a:pt x="1761878" y="17481"/>
                    <a:pt x="1753503" y="16816"/>
                    <a:pt x="1744937" y="16151"/>
                  </a:cubicBezTo>
                  <a:moveTo>
                    <a:pt x="867615" y="14441"/>
                  </a:moveTo>
                  <a:cubicBezTo>
                    <a:pt x="859049" y="15011"/>
                    <a:pt x="850579" y="15676"/>
                    <a:pt x="842108" y="16246"/>
                  </a:cubicBezTo>
                  <a:lnTo>
                    <a:pt x="901307" y="47979"/>
                  </a:lnTo>
                  <a:cubicBezTo>
                    <a:pt x="908730" y="47409"/>
                    <a:pt x="916059" y="46934"/>
                    <a:pt x="923483" y="46364"/>
                  </a:cubicBezTo>
                  <a:lnTo>
                    <a:pt x="867615" y="14346"/>
                  </a:lnTo>
                  <a:moveTo>
                    <a:pt x="1693543" y="12541"/>
                  </a:moveTo>
                  <a:lnTo>
                    <a:pt x="1641387" y="44844"/>
                  </a:lnTo>
                  <a:cubicBezTo>
                    <a:pt x="1649001" y="45319"/>
                    <a:pt x="1656330" y="45794"/>
                    <a:pt x="1663848" y="46364"/>
                  </a:cubicBezTo>
                  <a:lnTo>
                    <a:pt x="1719335" y="14346"/>
                  </a:lnTo>
                  <a:cubicBezTo>
                    <a:pt x="1710770" y="13776"/>
                    <a:pt x="1702204" y="13206"/>
                    <a:pt x="1693543" y="12636"/>
                  </a:cubicBezTo>
                  <a:moveTo>
                    <a:pt x="919200" y="11116"/>
                  </a:moveTo>
                  <a:cubicBezTo>
                    <a:pt x="910539" y="11686"/>
                    <a:pt x="901878" y="12161"/>
                    <a:pt x="893217" y="12731"/>
                  </a:cubicBezTo>
                  <a:lnTo>
                    <a:pt x="945753" y="45034"/>
                  </a:lnTo>
                  <a:cubicBezTo>
                    <a:pt x="953272" y="44559"/>
                    <a:pt x="960696" y="44084"/>
                    <a:pt x="968215" y="43609"/>
                  </a:cubicBezTo>
                  <a:lnTo>
                    <a:pt x="919200" y="11116"/>
                  </a:lnTo>
                  <a:moveTo>
                    <a:pt x="1641482" y="9406"/>
                  </a:moveTo>
                  <a:lnTo>
                    <a:pt x="1596179" y="42088"/>
                  </a:lnTo>
                  <a:cubicBezTo>
                    <a:pt x="1603793" y="42468"/>
                    <a:pt x="1611312" y="42943"/>
                    <a:pt x="1618831" y="43418"/>
                  </a:cubicBezTo>
                  <a:lnTo>
                    <a:pt x="1667465" y="10926"/>
                  </a:lnTo>
                  <a:cubicBezTo>
                    <a:pt x="1658804" y="10356"/>
                    <a:pt x="1650143" y="9881"/>
                    <a:pt x="1641482" y="9406"/>
                  </a:cubicBezTo>
                  <a:moveTo>
                    <a:pt x="971451" y="8171"/>
                  </a:moveTo>
                  <a:cubicBezTo>
                    <a:pt x="962695" y="8646"/>
                    <a:pt x="953938" y="9121"/>
                    <a:pt x="945278" y="9596"/>
                  </a:cubicBezTo>
                  <a:lnTo>
                    <a:pt x="990866" y="42278"/>
                  </a:lnTo>
                  <a:cubicBezTo>
                    <a:pt x="998480" y="41898"/>
                    <a:pt x="1005999" y="41423"/>
                    <a:pt x="1013613" y="41043"/>
                  </a:cubicBezTo>
                  <a:lnTo>
                    <a:pt x="971451" y="8171"/>
                  </a:lnTo>
                  <a:moveTo>
                    <a:pt x="1588850" y="6746"/>
                  </a:moveTo>
                  <a:lnTo>
                    <a:pt x="1550590" y="39808"/>
                  </a:lnTo>
                  <a:cubicBezTo>
                    <a:pt x="1558204" y="40188"/>
                    <a:pt x="1565818" y="40568"/>
                    <a:pt x="1573527" y="40948"/>
                  </a:cubicBezTo>
                  <a:lnTo>
                    <a:pt x="1615309" y="8076"/>
                  </a:lnTo>
                  <a:cubicBezTo>
                    <a:pt x="1606553" y="7601"/>
                    <a:pt x="1597702" y="7221"/>
                    <a:pt x="1588946" y="6841"/>
                  </a:cubicBezTo>
                  <a:moveTo>
                    <a:pt x="1024273" y="5700"/>
                  </a:moveTo>
                  <a:cubicBezTo>
                    <a:pt x="1015517" y="6080"/>
                    <a:pt x="1006570" y="6461"/>
                    <a:pt x="997814" y="6841"/>
                  </a:cubicBezTo>
                  <a:lnTo>
                    <a:pt x="1036550" y="39808"/>
                  </a:lnTo>
                  <a:cubicBezTo>
                    <a:pt x="1044164" y="39428"/>
                    <a:pt x="1051873" y="39143"/>
                    <a:pt x="1059488" y="38763"/>
                  </a:cubicBezTo>
                  <a:lnTo>
                    <a:pt x="1024273" y="5605"/>
                  </a:lnTo>
                  <a:moveTo>
                    <a:pt x="1535743" y="4560"/>
                  </a:moveTo>
                  <a:lnTo>
                    <a:pt x="1504430" y="37908"/>
                  </a:lnTo>
                  <a:cubicBezTo>
                    <a:pt x="1512139" y="38193"/>
                    <a:pt x="1519849" y="38478"/>
                    <a:pt x="1527558" y="38858"/>
                  </a:cubicBezTo>
                  <a:lnTo>
                    <a:pt x="1562392" y="5700"/>
                  </a:lnTo>
                  <a:cubicBezTo>
                    <a:pt x="1553541" y="5320"/>
                    <a:pt x="1544594" y="4940"/>
                    <a:pt x="1535743" y="4655"/>
                  </a:cubicBezTo>
                  <a:moveTo>
                    <a:pt x="1077476" y="3705"/>
                  </a:moveTo>
                  <a:cubicBezTo>
                    <a:pt x="1068624" y="3990"/>
                    <a:pt x="1059678" y="4370"/>
                    <a:pt x="1050827" y="4655"/>
                  </a:cubicBezTo>
                  <a:lnTo>
                    <a:pt x="1082520" y="38003"/>
                  </a:lnTo>
                  <a:cubicBezTo>
                    <a:pt x="1090229" y="37718"/>
                    <a:pt x="1097938" y="37433"/>
                    <a:pt x="1105647" y="37148"/>
                  </a:cubicBezTo>
                  <a:lnTo>
                    <a:pt x="1077476" y="3705"/>
                  </a:lnTo>
                  <a:moveTo>
                    <a:pt x="1482350" y="2755"/>
                  </a:moveTo>
                  <a:lnTo>
                    <a:pt x="1457985" y="36293"/>
                  </a:lnTo>
                  <a:cubicBezTo>
                    <a:pt x="1465789" y="36483"/>
                    <a:pt x="1473594" y="36768"/>
                    <a:pt x="1481303" y="37053"/>
                  </a:cubicBezTo>
                  <a:lnTo>
                    <a:pt x="1509094" y="3610"/>
                  </a:lnTo>
                  <a:cubicBezTo>
                    <a:pt x="1500243" y="3325"/>
                    <a:pt x="1491296" y="3040"/>
                    <a:pt x="1482350" y="2755"/>
                  </a:cubicBezTo>
                  <a:moveTo>
                    <a:pt x="1131154" y="2090"/>
                  </a:moveTo>
                  <a:cubicBezTo>
                    <a:pt x="1122208" y="2280"/>
                    <a:pt x="1113261" y="2565"/>
                    <a:pt x="1104315" y="2850"/>
                  </a:cubicBezTo>
                  <a:lnTo>
                    <a:pt x="1129060" y="36388"/>
                  </a:lnTo>
                  <a:cubicBezTo>
                    <a:pt x="1136770" y="36198"/>
                    <a:pt x="1144574" y="35913"/>
                    <a:pt x="1152378" y="35723"/>
                  </a:cubicBezTo>
                  <a:lnTo>
                    <a:pt x="1131154" y="2090"/>
                  </a:lnTo>
                  <a:moveTo>
                    <a:pt x="1428481" y="1425"/>
                  </a:moveTo>
                  <a:lnTo>
                    <a:pt x="1411159" y="35153"/>
                  </a:lnTo>
                  <a:cubicBezTo>
                    <a:pt x="1418963" y="35343"/>
                    <a:pt x="1426863" y="35438"/>
                    <a:pt x="1434572" y="35723"/>
                  </a:cubicBezTo>
                  <a:lnTo>
                    <a:pt x="1455415" y="2090"/>
                  </a:lnTo>
                  <a:cubicBezTo>
                    <a:pt x="1446469" y="1900"/>
                    <a:pt x="1437522" y="1615"/>
                    <a:pt x="1428481" y="1520"/>
                  </a:cubicBezTo>
                  <a:moveTo>
                    <a:pt x="1185118" y="950"/>
                  </a:moveTo>
                  <a:cubicBezTo>
                    <a:pt x="1176077" y="1140"/>
                    <a:pt x="1167130" y="1235"/>
                    <a:pt x="1158089" y="1425"/>
                  </a:cubicBezTo>
                  <a:lnTo>
                    <a:pt x="1175791" y="35153"/>
                  </a:lnTo>
                  <a:cubicBezTo>
                    <a:pt x="1183596" y="34963"/>
                    <a:pt x="1191400" y="34868"/>
                    <a:pt x="1199300" y="34678"/>
                  </a:cubicBezTo>
                  <a:lnTo>
                    <a:pt x="1185118" y="855"/>
                  </a:lnTo>
                  <a:moveTo>
                    <a:pt x="1374421" y="475"/>
                  </a:moveTo>
                  <a:lnTo>
                    <a:pt x="1364143" y="34298"/>
                  </a:lnTo>
                  <a:cubicBezTo>
                    <a:pt x="1371947" y="34298"/>
                    <a:pt x="1379846" y="34488"/>
                    <a:pt x="1387651" y="34583"/>
                  </a:cubicBezTo>
                  <a:lnTo>
                    <a:pt x="1401451" y="760"/>
                  </a:lnTo>
                  <a:cubicBezTo>
                    <a:pt x="1392409" y="665"/>
                    <a:pt x="1383463" y="475"/>
                    <a:pt x="1374421" y="380"/>
                  </a:cubicBezTo>
                  <a:moveTo>
                    <a:pt x="1239178" y="285"/>
                  </a:moveTo>
                  <a:cubicBezTo>
                    <a:pt x="1230136" y="285"/>
                    <a:pt x="1221190" y="475"/>
                    <a:pt x="1212148" y="570"/>
                  </a:cubicBezTo>
                  <a:lnTo>
                    <a:pt x="1222808" y="34393"/>
                  </a:lnTo>
                  <a:cubicBezTo>
                    <a:pt x="1230612" y="34393"/>
                    <a:pt x="1238512" y="34203"/>
                    <a:pt x="1246316" y="34108"/>
                  </a:cubicBezTo>
                  <a:lnTo>
                    <a:pt x="1239178" y="190"/>
                  </a:lnTo>
                  <a:moveTo>
                    <a:pt x="1320267" y="95"/>
                  </a:moveTo>
                  <a:lnTo>
                    <a:pt x="1317031" y="34013"/>
                  </a:lnTo>
                  <a:cubicBezTo>
                    <a:pt x="1324835" y="34013"/>
                    <a:pt x="1332735" y="34013"/>
                    <a:pt x="1340539" y="34108"/>
                  </a:cubicBezTo>
                  <a:lnTo>
                    <a:pt x="1347297" y="190"/>
                  </a:lnTo>
                  <a:cubicBezTo>
                    <a:pt x="1338350" y="190"/>
                    <a:pt x="1329309" y="95"/>
                    <a:pt x="1320267" y="0"/>
                  </a:cubicBezTo>
                  <a:moveTo>
                    <a:pt x="1293237" y="0"/>
                  </a:moveTo>
                  <a:cubicBezTo>
                    <a:pt x="1284196" y="0"/>
                    <a:pt x="1275249" y="0"/>
                    <a:pt x="1266207" y="0"/>
                  </a:cubicBezTo>
                  <a:lnTo>
                    <a:pt x="1269824" y="33918"/>
                  </a:lnTo>
                  <a:cubicBezTo>
                    <a:pt x="1277724" y="33918"/>
                    <a:pt x="1285623" y="33918"/>
                    <a:pt x="1293523" y="33918"/>
                  </a:cubicBezTo>
                  <a:lnTo>
                    <a:pt x="1293237" y="0"/>
                  </a:lnTo>
                </a:path>
              </a:pathLst>
            </a:custGeom>
            <a:solidFill>
              <a:schemeClr val="bg1"/>
            </a:solidFill>
            <a:ln w="9502" cap="flat">
              <a:solidFill>
                <a:schemeClr val="bg1"/>
              </a:solidFill>
              <a:prstDash val="solid"/>
              <a:miter/>
            </a:ln>
            <a:effectLst>
              <a:glow rad="127000">
                <a:srgbClr val="E2E2E2">
                  <a:alpha val="1000"/>
                </a:srgbClr>
              </a:glow>
              <a:outerShdw blurRad="50800" dist="50800" dir="5400000" algn="ctr" rotWithShape="0">
                <a:srgbClr val="E2E2E2"/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0" name="Freeform 299">
              <a:extLst>
                <a:ext uri="{FF2B5EF4-FFF2-40B4-BE49-F238E27FC236}">
                  <a16:creationId xmlns:a16="http://schemas.microsoft.com/office/drawing/2014/main" id="{C558B7C5-C1E3-CE4B-E5F1-0852BB16AA25}"/>
                </a:ext>
              </a:extLst>
            </p:cNvPr>
            <p:cNvSpPr/>
            <p:nvPr/>
          </p:nvSpPr>
          <p:spPr>
            <a:xfrm>
              <a:off x="8012607" y="4935222"/>
              <a:ext cx="2083284" cy="417273"/>
            </a:xfrm>
            <a:custGeom>
              <a:avLst/>
              <a:gdLst>
                <a:gd name="connsiteX0" fmla="*/ 1041690 w 2083284"/>
                <a:gd name="connsiteY0" fmla="*/ 0 h 417273"/>
                <a:gd name="connsiteX1" fmla="*/ 0 w 2083284"/>
                <a:gd name="connsiteY1" fmla="*/ 208637 h 417273"/>
                <a:gd name="connsiteX2" fmla="*/ 1041690 w 2083284"/>
                <a:gd name="connsiteY2" fmla="*/ 417274 h 417273"/>
                <a:gd name="connsiteX3" fmla="*/ 2083284 w 2083284"/>
                <a:gd name="connsiteY3" fmla="*/ 208637 h 417273"/>
                <a:gd name="connsiteX4" fmla="*/ 2049402 w 2083284"/>
                <a:gd name="connsiteY4" fmla="*/ 208637 h 417273"/>
                <a:gd name="connsiteX5" fmla="*/ 1754170 w 2083284"/>
                <a:gd name="connsiteY5" fmla="*/ 351338 h 417273"/>
                <a:gd name="connsiteX6" fmla="*/ 1041595 w 2083284"/>
                <a:gd name="connsiteY6" fmla="*/ 410433 h 417273"/>
                <a:gd name="connsiteX7" fmla="*/ 328925 w 2083284"/>
                <a:gd name="connsiteY7" fmla="*/ 351338 h 417273"/>
                <a:gd name="connsiteX8" fmla="*/ 33692 w 2083284"/>
                <a:gd name="connsiteY8" fmla="*/ 208637 h 417273"/>
                <a:gd name="connsiteX9" fmla="*/ 328925 w 2083284"/>
                <a:gd name="connsiteY9" fmla="*/ 65935 h 417273"/>
                <a:gd name="connsiteX10" fmla="*/ 1041595 w 2083284"/>
                <a:gd name="connsiteY10" fmla="*/ 6841 h 417273"/>
                <a:gd name="connsiteX11" fmla="*/ 1754170 w 2083284"/>
                <a:gd name="connsiteY11" fmla="*/ 65935 h 417273"/>
                <a:gd name="connsiteX12" fmla="*/ 2049402 w 2083284"/>
                <a:gd name="connsiteY12" fmla="*/ 208637 h 417273"/>
                <a:gd name="connsiteX13" fmla="*/ 2083284 w 2083284"/>
                <a:gd name="connsiteY13" fmla="*/ 208637 h 417273"/>
                <a:gd name="connsiteX14" fmla="*/ 1041690 w 2083284"/>
                <a:gd name="connsiteY14" fmla="*/ 0 h 4172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083284" h="417273">
                  <a:moveTo>
                    <a:pt x="1041690" y="0"/>
                  </a:moveTo>
                  <a:cubicBezTo>
                    <a:pt x="466357" y="0"/>
                    <a:pt x="95" y="93393"/>
                    <a:pt x="0" y="208637"/>
                  </a:cubicBezTo>
                  <a:cubicBezTo>
                    <a:pt x="0" y="323881"/>
                    <a:pt x="466357" y="417274"/>
                    <a:pt x="1041690" y="417274"/>
                  </a:cubicBezTo>
                  <a:cubicBezTo>
                    <a:pt x="1617022" y="417274"/>
                    <a:pt x="2083284" y="323881"/>
                    <a:pt x="2083284" y="208637"/>
                  </a:cubicBezTo>
                  <a:lnTo>
                    <a:pt x="2049402" y="208637"/>
                  </a:lnTo>
                  <a:cubicBezTo>
                    <a:pt x="2049402" y="264406"/>
                    <a:pt x="1936620" y="314855"/>
                    <a:pt x="1754170" y="351338"/>
                  </a:cubicBezTo>
                  <a:cubicBezTo>
                    <a:pt x="1571814" y="387821"/>
                    <a:pt x="1319981" y="410433"/>
                    <a:pt x="1041595" y="410433"/>
                  </a:cubicBezTo>
                  <a:cubicBezTo>
                    <a:pt x="763208" y="410433"/>
                    <a:pt x="511470" y="387821"/>
                    <a:pt x="328925" y="351338"/>
                  </a:cubicBezTo>
                  <a:cubicBezTo>
                    <a:pt x="146569" y="314855"/>
                    <a:pt x="33787" y="264406"/>
                    <a:pt x="33692" y="208637"/>
                  </a:cubicBezTo>
                  <a:cubicBezTo>
                    <a:pt x="33692" y="152867"/>
                    <a:pt x="146474" y="102418"/>
                    <a:pt x="328925" y="65935"/>
                  </a:cubicBezTo>
                  <a:cubicBezTo>
                    <a:pt x="511375" y="29452"/>
                    <a:pt x="763113" y="6841"/>
                    <a:pt x="1041595" y="6841"/>
                  </a:cubicBezTo>
                  <a:cubicBezTo>
                    <a:pt x="1320076" y="6841"/>
                    <a:pt x="1571719" y="29452"/>
                    <a:pt x="1754170" y="65935"/>
                  </a:cubicBezTo>
                  <a:cubicBezTo>
                    <a:pt x="1936620" y="102418"/>
                    <a:pt x="2049402" y="152867"/>
                    <a:pt x="2049402" y="208637"/>
                  </a:cubicBezTo>
                  <a:lnTo>
                    <a:pt x="2083284" y="208637"/>
                  </a:lnTo>
                  <a:cubicBezTo>
                    <a:pt x="2083284" y="93393"/>
                    <a:pt x="1616927" y="0"/>
                    <a:pt x="1041690" y="0"/>
                  </a:cubicBezTo>
                </a:path>
              </a:pathLst>
            </a:custGeom>
            <a:solidFill>
              <a:srgbClr val="EAEAEA"/>
            </a:solidFill>
            <a:ln w="9502" cap="flat">
              <a:solidFill>
                <a:schemeClr val="bg1"/>
              </a:solidFill>
              <a:prstDash val="solid"/>
              <a:miter/>
            </a:ln>
            <a:effectLst>
              <a:glow rad="127000">
                <a:srgbClr val="E2E2E2">
                  <a:alpha val="12000"/>
                </a:srgbClr>
              </a:glow>
              <a:outerShdw blurRad="50800" dist="50800" dir="5400000" algn="ctr" rotWithShape="0">
                <a:srgbClr val="D3D3D3"/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1" name="Freeform 300">
              <a:extLst>
                <a:ext uri="{FF2B5EF4-FFF2-40B4-BE49-F238E27FC236}">
                  <a16:creationId xmlns:a16="http://schemas.microsoft.com/office/drawing/2014/main" id="{17469926-E9A3-DE9C-F287-6E0B2A702FD8}"/>
                </a:ext>
              </a:extLst>
            </p:cNvPr>
            <p:cNvSpPr/>
            <p:nvPr/>
          </p:nvSpPr>
          <p:spPr>
            <a:xfrm>
              <a:off x="8231034" y="5006953"/>
              <a:ext cx="1646716" cy="301839"/>
            </a:xfrm>
            <a:custGeom>
              <a:avLst/>
              <a:gdLst>
                <a:gd name="connsiteX0" fmla="*/ 363092 w 1646716"/>
                <a:gd name="connsiteY0" fmla="*/ 95 h 301839"/>
                <a:gd name="connsiteX1" fmla="*/ 0 w 1646716"/>
                <a:gd name="connsiteY1" fmla="*/ 136906 h 301839"/>
                <a:gd name="connsiteX2" fmla="*/ 823358 w 1646716"/>
                <a:gd name="connsiteY2" fmla="*/ 301839 h 301839"/>
                <a:gd name="connsiteX3" fmla="*/ 1646717 w 1646716"/>
                <a:gd name="connsiteY3" fmla="*/ 136906 h 301839"/>
                <a:gd name="connsiteX4" fmla="*/ 1629776 w 1646716"/>
                <a:gd name="connsiteY4" fmla="*/ 136906 h 301839"/>
                <a:gd name="connsiteX5" fmla="*/ 1393552 w 1646716"/>
                <a:gd name="connsiteY5" fmla="*/ 251105 h 301839"/>
                <a:gd name="connsiteX6" fmla="*/ 823358 w 1646716"/>
                <a:gd name="connsiteY6" fmla="*/ 298419 h 301839"/>
                <a:gd name="connsiteX7" fmla="*/ 253070 w 1646716"/>
                <a:gd name="connsiteY7" fmla="*/ 251105 h 301839"/>
                <a:gd name="connsiteX8" fmla="*/ 16846 w 1646716"/>
                <a:gd name="connsiteY8" fmla="*/ 136906 h 301839"/>
                <a:gd name="connsiteX9" fmla="*/ 253070 w 1646716"/>
                <a:gd name="connsiteY9" fmla="*/ 22707 h 301839"/>
                <a:gd name="connsiteX10" fmla="*/ 319978 w 1646716"/>
                <a:gd name="connsiteY10" fmla="*/ 10736 h 301839"/>
                <a:gd name="connsiteX11" fmla="*/ 363092 w 1646716"/>
                <a:gd name="connsiteY11" fmla="*/ 190 h 301839"/>
                <a:gd name="connsiteX12" fmla="*/ 1283434 w 1646716"/>
                <a:gd name="connsiteY12" fmla="*/ 95 h 301839"/>
                <a:gd name="connsiteX13" fmla="*/ 1326644 w 1646716"/>
                <a:gd name="connsiteY13" fmla="*/ 10641 h 301839"/>
                <a:gd name="connsiteX14" fmla="*/ 1393552 w 1646716"/>
                <a:gd name="connsiteY14" fmla="*/ 22612 h 301839"/>
                <a:gd name="connsiteX15" fmla="*/ 1629776 w 1646716"/>
                <a:gd name="connsiteY15" fmla="*/ 136811 h 301839"/>
                <a:gd name="connsiteX16" fmla="*/ 1646717 w 1646716"/>
                <a:gd name="connsiteY16" fmla="*/ 136811 h 301839"/>
                <a:gd name="connsiteX17" fmla="*/ 1283434 w 1646716"/>
                <a:gd name="connsiteY17" fmla="*/ 0 h 301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646716" h="301839">
                  <a:moveTo>
                    <a:pt x="363092" y="95"/>
                  </a:moveTo>
                  <a:cubicBezTo>
                    <a:pt x="144000" y="29737"/>
                    <a:pt x="0" y="79901"/>
                    <a:pt x="0" y="136906"/>
                  </a:cubicBezTo>
                  <a:cubicBezTo>
                    <a:pt x="0" y="227923"/>
                    <a:pt x="368613" y="301839"/>
                    <a:pt x="823358" y="301839"/>
                  </a:cubicBezTo>
                  <a:cubicBezTo>
                    <a:pt x="1278104" y="301839"/>
                    <a:pt x="1646717" y="228018"/>
                    <a:pt x="1646717" y="136906"/>
                  </a:cubicBezTo>
                  <a:lnTo>
                    <a:pt x="1629776" y="136906"/>
                  </a:lnTo>
                  <a:cubicBezTo>
                    <a:pt x="1629776" y="181465"/>
                    <a:pt x="1539550" y="221843"/>
                    <a:pt x="1393552" y="251105"/>
                  </a:cubicBezTo>
                  <a:cubicBezTo>
                    <a:pt x="1247553" y="280368"/>
                    <a:pt x="1046068" y="298419"/>
                    <a:pt x="823358" y="298419"/>
                  </a:cubicBezTo>
                  <a:cubicBezTo>
                    <a:pt x="600649" y="298419"/>
                    <a:pt x="399069" y="280368"/>
                    <a:pt x="253070" y="251105"/>
                  </a:cubicBezTo>
                  <a:cubicBezTo>
                    <a:pt x="107167" y="221843"/>
                    <a:pt x="16846" y="181465"/>
                    <a:pt x="16846" y="136906"/>
                  </a:cubicBezTo>
                  <a:cubicBezTo>
                    <a:pt x="16846" y="92347"/>
                    <a:pt x="107167" y="51969"/>
                    <a:pt x="253070" y="22707"/>
                  </a:cubicBezTo>
                  <a:cubicBezTo>
                    <a:pt x="274199" y="18431"/>
                    <a:pt x="296565" y="14441"/>
                    <a:pt x="319978" y="10736"/>
                  </a:cubicBezTo>
                  <a:cubicBezTo>
                    <a:pt x="333398" y="7031"/>
                    <a:pt x="347864" y="3515"/>
                    <a:pt x="363092" y="190"/>
                  </a:cubicBezTo>
                  <a:moveTo>
                    <a:pt x="1283434" y="95"/>
                  </a:moveTo>
                  <a:cubicBezTo>
                    <a:pt x="1298757" y="3420"/>
                    <a:pt x="1313224" y="7031"/>
                    <a:pt x="1326644" y="10641"/>
                  </a:cubicBezTo>
                  <a:cubicBezTo>
                    <a:pt x="1350057" y="14346"/>
                    <a:pt x="1372328" y="18431"/>
                    <a:pt x="1393552" y="22612"/>
                  </a:cubicBezTo>
                  <a:cubicBezTo>
                    <a:pt x="1539550" y="51874"/>
                    <a:pt x="1629776" y="92252"/>
                    <a:pt x="1629776" y="136811"/>
                  </a:cubicBezTo>
                  <a:lnTo>
                    <a:pt x="1646717" y="136811"/>
                  </a:lnTo>
                  <a:cubicBezTo>
                    <a:pt x="1646717" y="79901"/>
                    <a:pt x="1502622" y="29642"/>
                    <a:pt x="1283434" y="0"/>
                  </a:cubicBezTo>
                </a:path>
              </a:pathLst>
            </a:custGeom>
            <a:solidFill>
              <a:srgbClr val="EAEAEA"/>
            </a:solidFill>
            <a:ln w="9502" cap="flat">
              <a:solidFill>
                <a:schemeClr val="bg1"/>
              </a:solidFill>
              <a:prstDash val="solid"/>
              <a:miter/>
            </a:ln>
            <a:effectLst>
              <a:outerShdw blurRad="50800" dist="50800" dir="5400000" algn="ctr" rotWithShape="0">
                <a:srgbClr val="EAEAEA"/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2" name="Freeform 301">
              <a:extLst>
                <a:ext uri="{FF2B5EF4-FFF2-40B4-BE49-F238E27FC236}">
                  <a16:creationId xmlns:a16="http://schemas.microsoft.com/office/drawing/2014/main" id="{0383697C-9460-030E-4C1C-BA85D4FE493C}"/>
                </a:ext>
              </a:extLst>
            </p:cNvPr>
            <p:cNvSpPr/>
            <p:nvPr/>
          </p:nvSpPr>
          <p:spPr>
            <a:xfrm>
              <a:off x="8431282" y="4892754"/>
              <a:ext cx="1245935" cy="249490"/>
            </a:xfrm>
            <a:custGeom>
              <a:avLst/>
              <a:gdLst>
                <a:gd name="connsiteX0" fmla="*/ 623015 w 1245935"/>
                <a:gd name="connsiteY0" fmla="*/ 0 h 249490"/>
                <a:gd name="connsiteX1" fmla="*/ 162749 w 1245935"/>
                <a:gd name="connsiteY1" fmla="*/ 40663 h 249490"/>
                <a:gd name="connsiteX2" fmla="*/ 119635 w 1245935"/>
                <a:gd name="connsiteY2" fmla="*/ 51209 h 249490"/>
                <a:gd name="connsiteX3" fmla="*/ 0 w 1245935"/>
                <a:gd name="connsiteY3" fmla="*/ 124745 h 249490"/>
                <a:gd name="connsiteX4" fmla="*/ 623015 w 1245935"/>
                <a:gd name="connsiteY4" fmla="*/ 249490 h 249490"/>
                <a:gd name="connsiteX5" fmla="*/ 1245935 w 1245935"/>
                <a:gd name="connsiteY5" fmla="*/ 124745 h 249490"/>
                <a:gd name="connsiteX6" fmla="*/ 1126300 w 1245935"/>
                <a:gd name="connsiteY6" fmla="*/ 51209 h 249490"/>
                <a:gd name="connsiteX7" fmla="*/ 1083091 w 1245935"/>
                <a:gd name="connsiteY7" fmla="*/ 40663 h 249490"/>
                <a:gd name="connsiteX8" fmla="*/ 623015 w 1245935"/>
                <a:gd name="connsiteY8" fmla="*/ 0 h 249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45935" h="249490">
                  <a:moveTo>
                    <a:pt x="623015" y="0"/>
                  </a:moveTo>
                  <a:cubicBezTo>
                    <a:pt x="440660" y="0"/>
                    <a:pt x="276673" y="15676"/>
                    <a:pt x="162749" y="40663"/>
                  </a:cubicBezTo>
                  <a:cubicBezTo>
                    <a:pt x="147426" y="43989"/>
                    <a:pt x="133055" y="47504"/>
                    <a:pt x="119635" y="51209"/>
                  </a:cubicBezTo>
                  <a:cubicBezTo>
                    <a:pt x="44447" y="71826"/>
                    <a:pt x="0" y="97288"/>
                    <a:pt x="0" y="124745"/>
                  </a:cubicBezTo>
                  <a:cubicBezTo>
                    <a:pt x="0" y="193626"/>
                    <a:pt x="278958" y="249490"/>
                    <a:pt x="623015" y="249490"/>
                  </a:cubicBezTo>
                  <a:cubicBezTo>
                    <a:pt x="967072" y="249490"/>
                    <a:pt x="1245935" y="193626"/>
                    <a:pt x="1245935" y="124745"/>
                  </a:cubicBezTo>
                  <a:cubicBezTo>
                    <a:pt x="1245935" y="97288"/>
                    <a:pt x="1201488" y="71826"/>
                    <a:pt x="1126300" y="51209"/>
                  </a:cubicBezTo>
                  <a:cubicBezTo>
                    <a:pt x="1112881" y="47504"/>
                    <a:pt x="1098414" y="43989"/>
                    <a:pt x="1083091" y="40663"/>
                  </a:cubicBezTo>
                  <a:cubicBezTo>
                    <a:pt x="969166" y="15676"/>
                    <a:pt x="805180" y="0"/>
                    <a:pt x="623015" y="0"/>
                  </a:cubicBezTo>
                </a:path>
              </a:pathLst>
            </a:custGeom>
            <a:solidFill>
              <a:schemeClr val="bg1"/>
            </a:solidFill>
            <a:ln w="9502" cap="flat">
              <a:solidFill>
                <a:schemeClr val="bg1"/>
              </a:solidFill>
              <a:prstDash val="solid"/>
              <a:miter/>
            </a:ln>
            <a:effectLst>
              <a:outerShdw blurRad="50800" dist="50800" dir="5400000" algn="ctr" rotWithShape="0">
                <a:srgbClr val="D3D3D3"/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9" name="Graphic 6">
              <a:extLst>
                <a:ext uri="{FF2B5EF4-FFF2-40B4-BE49-F238E27FC236}">
                  <a16:creationId xmlns:a16="http://schemas.microsoft.com/office/drawing/2014/main" id="{D0021DD0-E92A-E5E4-6E6B-A3D8B1511C99}"/>
                </a:ext>
              </a:extLst>
            </p:cNvPr>
            <p:cNvGrpSpPr/>
            <p:nvPr/>
          </p:nvGrpSpPr>
          <p:grpSpPr>
            <a:xfrm>
              <a:off x="8352457" y="3344887"/>
              <a:ext cx="1471216" cy="1610157"/>
              <a:chOff x="8352457" y="3344887"/>
              <a:chExt cx="1471216" cy="1610157"/>
            </a:xfrm>
            <a:noFill/>
          </p:grpSpPr>
          <p:sp>
            <p:nvSpPr>
              <p:cNvPr id="11" name="Freeform 10">
                <a:extLst>
                  <a:ext uri="{FF2B5EF4-FFF2-40B4-BE49-F238E27FC236}">
                    <a16:creationId xmlns:a16="http://schemas.microsoft.com/office/drawing/2014/main" id="{EE74B11C-BBAF-E97B-2AF2-8D6220388973}"/>
                  </a:ext>
                </a:extLst>
              </p:cNvPr>
              <p:cNvSpPr/>
              <p:nvPr/>
            </p:nvSpPr>
            <p:spPr>
              <a:xfrm>
                <a:off x="8898083" y="4304710"/>
                <a:ext cx="173661" cy="214894"/>
              </a:xfrm>
              <a:custGeom>
                <a:avLst/>
                <a:gdLst>
                  <a:gd name="connsiteX0" fmla="*/ 0 w 173661"/>
                  <a:gd name="connsiteY0" fmla="*/ 214894 h 214894"/>
                  <a:gd name="connsiteX1" fmla="*/ 173662 w 173661"/>
                  <a:gd name="connsiteY1" fmla="*/ 0 h 214894"/>
                  <a:gd name="connsiteX2" fmla="*/ 4587 w 173661"/>
                  <a:gd name="connsiteY2" fmla="*/ 70067 h 214894"/>
                  <a:gd name="connsiteX3" fmla="*/ 0 w 173661"/>
                  <a:gd name="connsiteY3" fmla="*/ 214894 h 2148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73661" h="214894">
                    <a:moveTo>
                      <a:pt x="0" y="214894"/>
                    </a:moveTo>
                    <a:lnTo>
                      <a:pt x="173662" y="0"/>
                    </a:lnTo>
                    <a:lnTo>
                      <a:pt x="4587" y="70067"/>
                    </a:lnTo>
                    <a:lnTo>
                      <a:pt x="0" y="214894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" name="Freeform 11">
                <a:extLst>
                  <a:ext uri="{FF2B5EF4-FFF2-40B4-BE49-F238E27FC236}">
                    <a16:creationId xmlns:a16="http://schemas.microsoft.com/office/drawing/2014/main" id="{C91295CF-57DE-26E0-3886-0F5BF5075F66}"/>
                  </a:ext>
                </a:extLst>
              </p:cNvPr>
              <p:cNvSpPr/>
              <p:nvPr/>
            </p:nvSpPr>
            <p:spPr>
              <a:xfrm>
                <a:off x="8898083" y="4304710"/>
                <a:ext cx="234784" cy="214894"/>
              </a:xfrm>
              <a:custGeom>
                <a:avLst/>
                <a:gdLst>
                  <a:gd name="connsiteX0" fmla="*/ 234785 w 234784"/>
                  <a:gd name="connsiteY0" fmla="*/ 93210 h 214894"/>
                  <a:gd name="connsiteX1" fmla="*/ 0 w 234784"/>
                  <a:gd name="connsiteY1" fmla="*/ 214894 h 214894"/>
                  <a:gd name="connsiteX2" fmla="*/ 173662 w 234784"/>
                  <a:gd name="connsiteY2" fmla="*/ 0 h 214894"/>
                  <a:gd name="connsiteX3" fmla="*/ 234785 w 234784"/>
                  <a:gd name="connsiteY3" fmla="*/ 93210 h 2148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34784" h="214894">
                    <a:moveTo>
                      <a:pt x="234785" y="93210"/>
                    </a:moveTo>
                    <a:lnTo>
                      <a:pt x="0" y="214894"/>
                    </a:lnTo>
                    <a:lnTo>
                      <a:pt x="173662" y="0"/>
                    </a:lnTo>
                    <a:lnTo>
                      <a:pt x="234785" y="93210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" name="Freeform 12">
                <a:extLst>
                  <a:ext uri="{FF2B5EF4-FFF2-40B4-BE49-F238E27FC236}">
                    <a16:creationId xmlns:a16="http://schemas.microsoft.com/office/drawing/2014/main" id="{B5478755-EF2A-3116-7CC0-7FA8E6055B3E}"/>
                  </a:ext>
                </a:extLst>
              </p:cNvPr>
              <p:cNvSpPr/>
              <p:nvPr/>
            </p:nvSpPr>
            <p:spPr>
              <a:xfrm>
                <a:off x="8898083" y="4397920"/>
                <a:ext cx="234784" cy="130642"/>
              </a:xfrm>
              <a:custGeom>
                <a:avLst/>
                <a:gdLst>
                  <a:gd name="connsiteX0" fmla="*/ 234785 w 234784"/>
                  <a:gd name="connsiteY0" fmla="*/ 130643 h 130642"/>
                  <a:gd name="connsiteX1" fmla="*/ 234785 w 234784"/>
                  <a:gd name="connsiteY1" fmla="*/ 0 h 130642"/>
                  <a:gd name="connsiteX2" fmla="*/ 0 w 234784"/>
                  <a:gd name="connsiteY2" fmla="*/ 121684 h 130642"/>
                  <a:gd name="connsiteX3" fmla="*/ 234785 w 234784"/>
                  <a:gd name="connsiteY3" fmla="*/ 130643 h 1306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34784" h="130642">
                    <a:moveTo>
                      <a:pt x="234785" y="130643"/>
                    </a:moveTo>
                    <a:lnTo>
                      <a:pt x="234785" y="0"/>
                    </a:lnTo>
                    <a:lnTo>
                      <a:pt x="0" y="121684"/>
                    </a:lnTo>
                    <a:lnTo>
                      <a:pt x="234785" y="130643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" name="Freeform 13">
                <a:extLst>
                  <a:ext uri="{FF2B5EF4-FFF2-40B4-BE49-F238E27FC236}">
                    <a16:creationId xmlns:a16="http://schemas.microsoft.com/office/drawing/2014/main" id="{E4A6D422-2F57-2D2D-A1BE-B267B8F5572D}"/>
                  </a:ext>
                </a:extLst>
              </p:cNvPr>
              <p:cNvSpPr/>
              <p:nvPr/>
            </p:nvSpPr>
            <p:spPr>
              <a:xfrm>
                <a:off x="8888482" y="4519604"/>
                <a:ext cx="71470" cy="217346"/>
              </a:xfrm>
              <a:custGeom>
                <a:avLst/>
                <a:gdLst>
                  <a:gd name="connsiteX0" fmla="*/ 0 w 71470"/>
                  <a:gd name="connsiteY0" fmla="*/ 217347 h 217346"/>
                  <a:gd name="connsiteX1" fmla="*/ 71470 w 71470"/>
                  <a:gd name="connsiteY1" fmla="*/ 172022 h 217346"/>
                  <a:gd name="connsiteX2" fmla="*/ 9600 w 71470"/>
                  <a:gd name="connsiteY2" fmla="*/ 0 h 217346"/>
                  <a:gd name="connsiteX3" fmla="*/ 0 w 71470"/>
                  <a:gd name="connsiteY3" fmla="*/ 217347 h 2173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1470" h="217346">
                    <a:moveTo>
                      <a:pt x="0" y="217347"/>
                    </a:moveTo>
                    <a:lnTo>
                      <a:pt x="71470" y="172022"/>
                    </a:lnTo>
                    <a:lnTo>
                      <a:pt x="9600" y="0"/>
                    </a:lnTo>
                    <a:lnTo>
                      <a:pt x="0" y="217347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87B75F75-4F9C-A412-AD72-CBDE8257FBAE}"/>
                  </a:ext>
                </a:extLst>
              </p:cNvPr>
              <p:cNvSpPr/>
              <p:nvPr/>
            </p:nvSpPr>
            <p:spPr>
              <a:xfrm>
                <a:off x="8898083" y="4519604"/>
                <a:ext cx="234784" cy="172021"/>
              </a:xfrm>
              <a:custGeom>
                <a:avLst/>
                <a:gdLst>
                  <a:gd name="connsiteX0" fmla="*/ 234785 w 234784"/>
                  <a:gd name="connsiteY0" fmla="*/ 8959 h 172021"/>
                  <a:gd name="connsiteX1" fmla="*/ 61870 w 234784"/>
                  <a:gd name="connsiteY1" fmla="*/ 172022 h 172021"/>
                  <a:gd name="connsiteX2" fmla="*/ 0 w 234784"/>
                  <a:gd name="connsiteY2" fmla="*/ 0 h 172021"/>
                  <a:gd name="connsiteX3" fmla="*/ 234785 w 234784"/>
                  <a:gd name="connsiteY3" fmla="*/ 8959 h 1720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34784" h="172021">
                    <a:moveTo>
                      <a:pt x="234785" y="8959"/>
                    </a:moveTo>
                    <a:lnTo>
                      <a:pt x="61870" y="172022"/>
                    </a:lnTo>
                    <a:lnTo>
                      <a:pt x="0" y="0"/>
                    </a:lnTo>
                    <a:lnTo>
                      <a:pt x="234785" y="8959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" name="Freeform 15">
                <a:extLst>
                  <a:ext uri="{FF2B5EF4-FFF2-40B4-BE49-F238E27FC236}">
                    <a16:creationId xmlns:a16="http://schemas.microsoft.com/office/drawing/2014/main" id="{09E96A18-581E-5EC7-D43C-E29CE17DD14F}"/>
                  </a:ext>
                </a:extLst>
              </p:cNvPr>
              <p:cNvSpPr/>
              <p:nvPr/>
            </p:nvSpPr>
            <p:spPr>
              <a:xfrm>
                <a:off x="8959952" y="4528563"/>
                <a:ext cx="175474" cy="163063"/>
              </a:xfrm>
              <a:custGeom>
                <a:avLst/>
                <a:gdLst>
                  <a:gd name="connsiteX0" fmla="*/ 175475 w 175474"/>
                  <a:gd name="connsiteY0" fmla="*/ 109419 h 163063"/>
                  <a:gd name="connsiteX1" fmla="*/ 172915 w 175474"/>
                  <a:gd name="connsiteY1" fmla="*/ 0 h 163063"/>
                  <a:gd name="connsiteX2" fmla="*/ 0 w 175474"/>
                  <a:gd name="connsiteY2" fmla="*/ 163063 h 163063"/>
                  <a:gd name="connsiteX3" fmla="*/ 175475 w 175474"/>
                  <a:gd name="connsiteY3" fmla="*/ 109419 h 1630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75474" h="163063">
                    <a:moveTo>
                      <a:pt x="175475" y="109419"/>
                    </a:moveTo>
                    <a:lnTo>
                      <a:pt x="172915" y="0"/>
                    </a:lnTo>
                    <a:lnTo>
                      <a:pt x="0" y="163063"/>
                    </a:lnTo>
                    <a:lnTo>
                      <a:pt x="175475" y="109419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7" name="Freeform 16">
                <a:extLst>
                  <a:ext uri="{FF2B5EF4-FFF2-40B4-BE49-F238E27FC236}">
                    <a16:creationId xmlns:a16="http://schemas.microsoft.com/office/drawing/2014/main" id="{30EFE019-890A-F2E7-78DA-D4F2EB16AC59}"/>
                  </a:ext>
                </a:extLst>
              </p:cNvPr>
              <p:cNvSpPr/>
              <p:nvPr/>
            </p:nvSpPr>
            <p:spPr>
              <a:xfrm>
                <a:off x="8841973" y="3344887"/>
                <a:ext cx="212276" cy="165196"/>
              </a:xfrm>
              <a:custGeom>
                <a:avLst/>
                <a:gdLst>
                  <a:gd name="connsiteX0" fmla="*/ 73603 w 212276"/>
                  <a:gd name="connsiteY0" fmla="*/ 34020 h 165196"/>
                  <a:gd name="connsiteX1" fmla="*/ 0 w 212276"/>
                  <a:gd name="connsiteY1" fmla="*/ 165196 h 165196"/>
                  <a:gd name="connsiteX2" fmla="*/ 212277 w 212276"/>
                  <a:gd name="connsiteY2" fmla="*/ 0 h 165196"/>
                  <a:gd name="connsiteX3" fmla="*/ 73603 w 212276"/>
                  <a:gd name="connsiteY3" fmla="*/ 34020 h 165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12276" h="165196">
                    <a:moveTo>
                      <a:pt x="73603" y="34020"/>
                    </a:moveTo>
                    <a:lnTo>
                      <a:pt x="0" y="165196"/>
                    </a:lnTo>
                    <a:lnTo>
                      <a:pt x="212277" y="0"/>
                    </a:lnTo>
                    <a:lnTo>
                      <a:pt x="73603" y="34020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8" name="Freeform 17">
                <a:extLst>
                  <a:ext uri="{FF2B5EF4-FFF2-40B4-BE49-F238E27FC236}">
                    <a16:creationId xmlns:a16="http://schemas.microsoft.com/office/drawing/2014/main" id="{627C778A-10BD-B727-0A62-E0319FFDBAAD}"/>
                  </a:ext>
                </a:extLst>
              </p:cNvPr>
              <p:cNvSpPr/>
              <p:nvPr/>
            </p:nvSpPr>
            <p:spPr>
              <a:xfrm>
                <a:off x="8841973" y="3510083"/>
                <a:ext cx="199475" cy="183006"/>
              </a:xfrm>
              <a:custGeom>
                <a:avLst/>
                <a:gdLst>
                  <a:gd name="connsiteX0" fmla="*/ 0 w 199475"/>
                  <a:gd name="connsiteY0" fmla="*/ 0 h 183006"/>
                  <a:gd name="connsiteX1" fmla="*/ 199476 w 199475"/>
                  <a:gd name="connsiteY1" fmla="*/ 183006 h 183006"/>
                  <a:gd name="connsiteX2" fmla="*/ 60696 w 199475"/>
                  <a:gd name="connsiteY2" fmla="*/ 128723 h 183006"/>
                  <a:gd name="connsiteX3" fmla="*/ 0 w 199475"/>
                  <a:gd name="connsiteY3" fmla="*/ 0 h 1830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9475" h="183006">
                    <a:moveTo>
                      <a:pt x="0" y="0"/>
                    </a:moveTo>
                    <a:lnTo>
                      <a:pt x="199476" y="183006"/>
                    </a:lnTo>
                    <a:lnTo>
                      <a:pt x="60696" y="128723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" name="Freeform 18">
                <a:extLst>
                  <a:ext uri="{FF2B5EF4-FFF2-40B4-BE49-F238E27FC236}">
                    <a16:creationId xmlns:a16="http://schemas.microsoft.com/office/drawing/2014/main" id="{99CB290F-0B87-ECC6-B640-A1C67E5BA299}"/>
                  </a:ext>
                </a:extLst>
              </p:cNvPr>
              <p:cNvSpPr/>
              <p:nvPr/>
            </p:nvSpPr>
            <p:spPr>
              <a:xfrm>
                <a:off x="8977340" y="3344887"/>
                <a:ext cx="203209" cy="165196"/>
              </a:xfrm>
              <a:custGeom>
                <a:avLst/>
                <a:gdLst>
                  <a:gd name="connsiteX0" fmla="*/ 203210 w 203209"/>
                  <a:gd name="connsiteY0" fmla="*/ 165196 h 165196"/>
                  <a:gd name="connsiteX1" fmla="*/ 0 w 203209"/>
                  <a:gd name="connsiteY1" fmla="*/ 114539 h 165196"/>
                  <a:gd name="connsiteX2" fmla="*/ 76910 w 203209"/>
                  <a:gd name="connsiteY2" fmla="*/ 0 h 165196"/>
                  <a:gd name="connsiteX3" fmla="*/ 203210 w 203209"/>
                  <a:gd name="connsiteY3" fmla="*/ 165196 h 165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209" h="165196">
                    <a:moveTo>
                      <a:pt x="203210" y="165196"/>
                    </a:moveTo>
                    <a:lnTo>
                      <a:pt x="0" y="114539"/>
                    </a:lnTo>
                    <a:lnTo>
                      <a:pt x="76910" y="0"/>
                    </a:lnTo>
                    <a:lnTo>
                      <a:pt x="203210" y="165196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0" name="Freeform 19">
                <a:extLst>
                  <a:ext uri="{FF2B5EF4-FFF2-40B4-BE49-F238E27FC236}">
                    <a16:creationId xmlns:a16="http://schemas.microsoft.com/office/drawing/2014/main" id="{969543E3-B6AE-482C-7DBB-9CFDE4D4BBE6}"/>
                  </a:ext>
                </a:extLst>
              </p:cNvPr>
              <p:cNvSpPr/>
              <p:nvPr/>
            </p:nvSpPr>
            <p:spPr>
              <a:xfrm>
                <a:off x="8841973" y="3459426"/>
                <a:ext cx="199475" cy="233663"/>
              </a:xfrm>
              <a:custGeom>
                <a:avLst/>
                <a:gdLst>
                  <a:gd name="connsiteX0" fmla="*/ 0 w 199475"/>
                  <a:gd name="connsiteY0" fmla="*/ 50657 h 233663"/>
                  <a:gd name="connsiteX1" fmla="*/ 135366 w 199475"/>
                  <a:gd name="connsiteY1" fmla="*/ 0 h 233663"/>
                  <a:gd name="connsiteX2" fmla="*/ 199476 w 199475"/>
                  <a:gd name="connsiteY2" fmla="*/ 233664 h 233663"/>
                  <a:gd name="connsiteX3" fmla="*/ 0 w 199475"/>
                  <a:gd name="connsiteY3" fmla="*/ 50657 h 2336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9475" h="233663">
                    <a:moveTo>
                      <a:pt x="0" y="50657"/>
                    </a:moveTo>
                    <a:lnTo>
                      <a:pt x="135366" y="0"/>
                    </a:lnTo>
                    <a:lnTo>
                      <a:pt x="199476" y="233664"/>
                    </a:lnTo>
                    <a:lnTo>
                      <a:pt x="0" y="50657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" name="Freeform 21">
                <a:extLst>
                  <a:ext uri="{FF2B5EF4-FFF2-40B4-BE49-F238E27FC236}">
                    <a16:creationId xmlns:a16="http://schemas.microsoft.com/office/drawing/2014/main" id="{5B6C32B7-5BFD-61E7-DD9C-D2F8E27B69E4}"/>
                  </a:ext>
                </a:extLst>
              </p:cNvPr>
              <p:cNvSpPr/>
              <p:nvPr/>
            </p:nvSpPr>
            <p:spPr>
              <a:xfrm>
                <a:off x="8977340" y="3459426"/>
                <a:ext cx="203209" cy="233663"/>
              </a:xfrm>
              <a:custGeom>
                <a:avLst/>
                <a:gdLst>
                  <a:gd name="connsiteX0" fmla="*/ 0 w 203209"/>
                  <a:gd name="connsiteY0" fmla="*/ 0 h 233663"/>
                  <a:gd name="connsiteX1" fmla="*/ 203210 w 203209"/>
                  <a:gd name="connsiteY1" fmla="*/ 50657 h 233663"/>
                  <a:gd name="connsiteX2" fmla="*/ 64110 w 203209"/>
                  <a:gd name="connsiteY2" fmla="*/ 233664 h 233663"/>
                  <a:gd name="connsiteX3" fmla="*/ 0 w 203209"/>
                  <a:gd name="connsiteY3" fmla="*/ 0 h 2336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209" h="233663">
                    <a:moveTo>
                      <a:pt x="0" y="0"/>
                    </a:moveTo>
                    <a:lnTo>
                      <a:pt x="203210" y="50657"/>
                    </a:lnTo>
                    <a:lnTo>
                      <a:pt x="64110" y="233664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" name="Freeform 22">
                <a:extLst>
                  <a:ext uri="{FF2B5EF4-FFF2-40B4-BE49-F238E27FC236}">
                    <a16:creationId xmlns:a16="http://schemas.microsoft.com/office/drawing/2014/main" id="{9B0FA3A0-60C7-2D0C-C790-BA4E6C1C62DF}"/>
                  </a:ext>
                </a:extLst>
              </p:cNvPr>
              <p:cNvSpPr/>
              <p:nvPr/>
            </p:nvSpPr>
            <p:spPr>
              <a:xfrm>
                <a:off x="9041449" y="3510083"/>
                <a:ext cx="139100" cy="183006"/>
              </a:xfrm>
              <a:custGeom>
                <a:avLst/>
                <a:gdLst>
                  <a:gd name="connsiteX0" fmla="*/ 139100 w 139100"/>
                  <a:gd name="connsiteY0" fmla="*/ 0 h 183006"/>
                  <a:gd name="connsiteX1" fmla="*/ 91418 w 139100"/>
                  <a:gd name="connsiteY1" fmla="*/ 138961 h 183006"/>
                  <a:gd name="connsiteX2" fmla="*/ 0 w 139100"/>
                  <a:gd name="connsiteY2" fmla="*/ 183006 h 183006"/>
                  <a:gd name="connsiteX3" fmla="*/ 139100 w 139100"/>
                  <a:gd name="connsiteY3" fmla="*/ 0 h 1830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9100" h="183006">
                    <a:moveTo>
                      <a:pt x="139100" y="0"/>
                    </a:moveTo>
                    <a:lnTo>
                      <a:pt x="91418" y="138961"/>
                    </a:lnTo>
                    <a:lnTo>
                      <a:pt x="0" y="183006"/>
                    </a:lnTo>
                    <a:lnTo>
                      <a:pt x="139100" y="0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" name="Freeform 23">
                <a:extLst>
                  <a:ext uri="{FF2B5EF4-FFF2-40B4-BE49-F238E27FC236}">
                    <a16:creationId xmlns:a16="http://schemas.microsoft.com/office/drawing/2014/main" id="{71E6698E-B4C7-0291-24AB-E07EFB5CDD71}"/>
                  </a:ext>
                </a:extLst>
              </p:cNvPr>
              <p:cNvSpPr/>
              <p:nvPr/>
            </p:nvSpPr>
            <p:spPr>
              <a:xfrm>
                <a:off x="8959952" y="4637982"/>
                <a:ext cx="175474" cy="174581"/>
              </a:xfrm>
              <a:custGeom>
                <a:avLst/>
                <a:gdLst>
                  <a:gd name="connsiteX0" fmla="*/ 0 w 175474"/>
                  <a:gd name="connsiteY0" fmla="*/ 53644 h 174581"/>
                  <a:gd name="connsiteX1" fmla="*/ 131419 w 175474"/>
                  <a:gd name="connsiteY1" fmla="*/ 174582 h 174581"/>
                  <a:gd name="connsiteX2" fmla="*/ 175475 w 175474"/>
                  <a:gd name="connsiteY2" fmla="*/ 0 h 174581"/>
                  <a:gd name="connsiteX3" fmla="*/ 0 w 175474"/>
                  <a:gd name="connsiteY3" fmla="*/ 53644 h 1745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75474" h="174581">
                    <a:moveTo>
                      <a:pt x="0" y="53644"/>
                    </a:moveTo>
                    <a:lnTo>
                      <a:pt x="131419" y="174582"/>
                    </a:lnTo>
                    <a:lnTo>
                      <a:pt x="175475" y="0"/>
                    </a:lnTo>
                    <a:lnTo>
                      <a:pt x="0" y="53644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" name="Freeform 24">
                <a:extLst>
                  <a:ext uri="{FF2B5EF4-FFF2-40B4-BE49-F238E27FC236}">
                    <a16:creationId xmlns:a16="http://schemas.microsoft.com/office/drawing/2014/main" id="{FBD8D581-6DAC-0961-9852-3F08EBBF2F1B}"/>
                  </a:ext>
                </a:extLst>
              </p:cNvPr>
              <p:cNvSpPr/>
              <p:nvPr/>
            </p:nvSpPr>
            <p:spPr>
              <a:xfrm>
                <a:off x="8959952" y="4691626"/>
                <a:ext cx="131419" cy="120938"/>
              </a:xfrm>
              <a:custGeom>
                <a:avLst/>
                <a:gdLst>
                  <a:gd name="connsiteX0" fmla="*/ 0 w 131419"/>
                  <a:gd name="connsiteY0" fmla="*/ 0 h 120938"/>
                  <a:gd name="connsiteX1" fmla="*/ 24961 w 131419"/>
                  <a:gd name="connsiteY1" fmla="*/ 114325 h 120938"/>
                  <a:gd name="connsiteX2" fmla="*/ 131419 w 131419"/>
                  <a:gd name="connsiteY2" fmla="*/ 120938 h 120938"/>
                  <a:gd name="connsiteX3" fmla="*/ 0 w 131419"/>
                  <a:gd name="connsiteY3" fmla="*/ 0 h 1209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1419" h="120938">
                    <a:moveTo>
                      <a:pt x="0" y="0"/>
                    </a:moveTo>
                    <a:lnTo>
                      <a:pt x="24961" y="114325"/>
                    </a:lnTo>
                    <a:lnTo>
                      <a:pt x="131419" y="120938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" name="Freeform 26">
                <a:extLst>
                  <a:ext uri="{FF2B5EF4-FFF2-40B4-BE49-F238E27FC236}">
                    <a16:creationId xmlns:a16="http://schemas.microsoft.com/office/drawing/2014/main" id="{BA8711A8-575A-9816-93B9-AE768CCC7DFE}"/>
                  </a:ext>
                </a:extLst>
              </p:cNvPr>
              <p:cNvSpPr/>
              <p:nvPr/>
            </p:nvSpPr>
            <p:spPr>
              <a:xfrm>
                <a:off x="8906296" y="4691626"/>
                <a:ext cx="78617" cy="203482"/>
              </a:xfrm>
              <a:custGeom>
                <a:avLst/>
                <a:gdLst>
                  <a:gd name="connsiteX0" fmla="*/ 0 w 78617"/>
                  <a:gd name="connsiteY0" fmla="*/ 203483 h 203482"/>
                  <a:gd name="connsiteX1" fmla="*/ 78617 w 78617"/>
                  <a:gd name="connsiteY1" fmla="*/ 114325 h 203482"/>
                  <a:gd name="connsiteX2" fmla="*/ 53656 w 78617"/>
                  <a:gd name="connsiteY2" fmla="*/ 0 h 203482"/>
                  <a:gd name="connsiteX3" fmla="*/ 0 w 78617"/>
                  <a:gd name="connsiteY3" fmla="*/ 203483 h 2034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8617" h="203482">
                    <a:moveTo>
                      <a:pt x="0" y="203483"/>
                    </a:moveTo>
                    <a:lnTo>
                      <a:pt x="78617" y="114325"/>
                    </a:lnTo>
                    <a:lnTo>
                      <a:pt x="53656" y="0"/>
                    </a:lnTo>
                    <a:lnTo>
                      <a:pt x="0" y="203483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8" name="Freeform 27">
                <a:extLst>
                  <a:ext uri="{FF2B5EF4-FFF2-40B4-BE49-F238E27FC236}">
                    <a16:creationId xmlns:a16="http://schemas.microsoft.com/office/drawing/2014/main" id="{C5AF6DFE-B4A8-E9B4-EB85-EE7A35E9903B}"/>
                  </a:ext>
                </a:extLst>
              </p:cNvPr>
              <p:cNvSpPr/>
              <p:nvPr/>
            </p:nvSpPr>
            <p:spPr>
              <a:xfrm>
                <a:off x="8898083" y="4099628"/>
                <a:ext cx="89817" cy="147279"/>
              </a:xfrm>
              <a:custGeom>
                <a:avLst/>
                <a:gdLst>
                  <a:gd name="connsiteX0" fmla="*/ 0 w 89817"/>
                  <a:gd name="connsiteY0" fmla="*/ 147280 h 147279"/>
                  <a:gd name="connsiteX1" fmla="*/ 0 w 89817"/>
                  <a:gd name="connsiteY1" fmla="*/ 0 h 147279"/>
                  <a:gd name="connsiteX2" fmla="*/ 89818 w 89817"/>
                  <a:gd name="connsiteY2" fmla="*/ 46605 h 147279"/>
                  <a:gd name="connsiteX3" fmla="*/ 0 w 89817"/>
                  <a:gd name="connsiteY3" fmla="*/ 147280 h 1472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9817" h="147279">
                    <a:moveTo>
                      <a:pt x="0" y="147280"/>
                    </a:moveTo>
                    <a:lnTo>
                      <a:pt x="0" y="0"/>
                    </a:lnTo>
                    <a:lnTo>
                      <a:pt x="89818" y="46605"/>
                    </a:lnTo>
                    <a:lnTo>
                      <a:pt x="0" y="147280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9" name="Freeform 28">
                <a:extLst>
                  <a:ext uri="{FF2B5EF4-FFF2-40B4-BE49-F238E27FC236}">
                    <a16:creationId xmlns:a16="http://schemas.microsoft.com/office/drawing/2014/main" id="{C9A30A87-8E94-13B6-BE33-A74F0267C79E}"/>
                  </a:ext>
                </a:extLst>
              </p:cNvPr>
              <p:cNvSpPr/>
              <p:nvPr/>
            </p:nvSpPr>
            <p:spPr>
              <a:xfrm>
                <a:off x="8902670" y="3638806"/>
                <a:ext cx="138779" cy="226944"/>
              </a:xfrm>
              <a:custGeom>
                <a:avLst/>
                <a:gdLst>
                  <a:gd name="connsiteX0" fmla="*/ 0 w 138779"/>
                  <a:gd name="connsiteY0" fmla="*/ 0 h 226944"/>
                  <a:gd name="connsiteX1" fmla="*/ 15147 w 138779"/>
                  <a:gd name="connsiteY1" fmla="*/ 226945 h 226944"/>
                  <a:gd name="connsiteX2" fmla="*/ 138780 w 138779"/>
                  <a:gd name="connsiteY2" fmla="*/ 54283 h 226944"/>
                  <a:gd name="connsiteX3" fmla="*/ 0 w 138779"/>
                  <a:gd name="connsiteY3" fmla="*/ 0 h 2269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8779" h="226944">
                    <a:moveTo>
                      <a:pt x="0" y="0"/>
                    </a:moveTo>
                    <a:lnTo>
                      <a:pt x="15147" y="226945"/>
                    </a:lnTo>
                    <a:lnTo>
                      <a:pt x="138780" y="54283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0" name="Freeform 29">
                <a:extLst>
                  <a:ext uri="{FF2B5EF4-FFF2-40B4-BE49-F238E27FC236}">
                    <a16:creationId xmlns:a16="http://schemas.microsoft.com/office/drawing/2014/main" id="{5128F498-0261-D6DC-A854-388B54A5406E}"/>
                  </a:ext>
                </a:extLst>
              </p:cNvPr>
              <p:cNvSpPr/>
              <p:nvPr/>
            </p:nvSpPr>
            <p:spPr>
              <a:xfrm>
                <a:off x="9041449" y="3649044"/>
                <a:ext cx="91417" cy="209028"/>
              </a:xfrm>
              <a:custGeom>
                <a:avLst/>
                <a:gdLst>
                  <a:gd name="connsiteX0" fmla="*/ 78937 w 91417"/>
                  <a:gd name="connsiteY0" fmla="*/ 209028 h 209028"/>
                  <a:gd name="connsiteX1" fmla="*/ 0 w 91417"/>
                  <a:gd name="connsiteY1" fmla="*/ 44045 h 209028"/>
                  <a:gd name="connsiteX2" fmla="*/ 91418 w 91417"/>
                  <a:gd name="connsiteY2" fmla="*/ 0 h 209028"/>
                  <a:gd name="connsiteX3" fmla="*/ 78937 w 91417"/>
                  <a:gd name="connsiteY3" fmla="*/ 209028 h 2090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1417" h="209028">
                    <a:moveTo>
                      <a:pt x="78937" y="209028"/>
                    </a:moveTo>
                    <a:lnTo>
                      <a:pt x="0" y="44045"/>
                    </a:lnTo>
                    <a:lnTo>
                      <a:pt x="91418" y="0"/>
                    </a:lnTo>
                    <a:lnTo>
                      <a:pt x="78937" y="209028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1" name="Freeform 30">
                <a:extLst>
                  <a:ext uri="{FF2B5EF4-FFF2-40B4-BE49-F238E27FC236}">
                    <a16:creationId xmlns:a16="http://schemas.microsoft.com/office/drawing/2014/main" id="{84B1C40F-A0A1-A422-C779-699FC123E693}"/>
                  </a:ext>
                </a:extLst>
              </p:cNvPr>
              <p:cNvSpPr/>
              <p:nvPr/>
            </p:nvSpPr>
            <p:spPr>
              <a:xfrm>
                <a:off x="8898083" y="3865751"/>
                <a:ext cx="66989" cy="233876"/>
              </a:xfrm>
              <a:custGeom>
                <a:avLst/>
                <a:gdLst>
                  <a:gd name="connsiteX0" fmla="*/ 19734 w 66989"/>
                  <a:gd name="connsiteY0" fmla="*/ 0 h 233876"/>
                  <a:gd name="connsiteX1" fmla="*/ 0 w 66989"/>
                  <a:gd name="connsiteY1" fmla="*/ 233877 h 233876"/>
                  <a:gd name="connsiteX2" fmla="*/ 66990 w 66989"/>
                  <a:gd name="connsiteY2" fmla="*/ 58656 h 233876"/>
                  <a:gd name="connsiteX3" fmla="*/ 19734 w 66989"/>
                  <a:gd name="connsiteY3" fmla="*/ 0 h 2338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6989" h="233876">
                    <a:moveTo>
                      <a:pt x="19734" y="0"/>
                    </a:moveTo>
                    <a:lnTo>
                      <a:pt x="0" y="233877"/>
                    </a:lnTo>
                    <a:lnTo>
                      <a:pt x="66990" y="58656"/>
                    </a:lnTo>
                    <a:lnTo>
                      <a:pt x="19734" y="0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2" name="Freeform 31">
                <a:extLst>
                  <a:ext uri="{FF2B5EF4-FFF2-40B4-BE49-F238E27FC236}">
                    <a16:creationId xmlns:a16="http://schemas.microsoft.com/office/drawing/2014/main" id="{2D550911-CBF1-EFE4-9F1C-FA9CB0C603B1}"/>
                  </a:ext>
                </a:extLst>
              </p:cNvPr>
              <p:cNvSpPr/>
              <p:nvPr/>
            </p:nvSpPr>
            <p:spPr>
              <a:xfrm>
                <a:off x="9079211" y="3858072"/>
                <a:ext cx="47255" cy="153998"/>
              </a:xfrm>
              <a:custGeom>
                <a:avLst/>
                <a:gdLst>
                  <a:gd name="connsiteX0" fmla="*/ 41175 w 47255"/>
                  <a:gd name="connsiteY0" fmla="*/ 0 h 153998"/>
                  <a:gd name="connsiteX1" fmla="*/ 47256 w 47255"/>
                  <a:gd name="connsiteY1" fmla="*/ 153998 h 153998"/>
                  <a:gd name="connsiteX2" fmla="*/ 0 w 47255"/>
                  <a:gd name="connsiteY2" fmla="*/ 116565 h 153998"/>
                  <a:gd name="connsiteX3" fmla="*/ 41175 w 47255"/>
                  <a:gd name="connsiteY3" fmla="*/ 0 h 1539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7255" h="153998">
                    <a:moveTo>
                      <a:pt x="41175" y="0"/>
                    </a:moveTo>
                    <a:lnTo>
                      <a:pt x="47256" y="153998"/>
                    </a:lnTo>
                    <a:lnTo>
                      <a:pt x="0" y="116565"/>
                    </a:lnTo>
                    <a:lnTo>
                      <a:pt x="41175" y="0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3" name="Freeform 32">
                <a:extLst>
                  <a:ext uri="{FF2B5EF4-FFF2-40B4-BE49-F238E27FC236}">
                    <a16:creationId xmlns:a16="http://schemas.microsoft.com/office/drawing/2014/main" id="{30960235-9215-62A6-109F-01D62258E9D9}"/>
                  </a:ext>
                </a:extLst>
              </p:cNvPr>
              <p:cNvSpPr/>
              <p:nvPr/>
            </p:nvSpPr>
            <p:spPr>
              <a:xfrm>
                <a:off x="8898083" y="4012071"/>
                <a:ext cx="228384" cy="134161"/>
              </a:xfrm>
              <a:custGeom>
                <a:avLst/>
                <a:gdLst>
                  <a:gd name="connsiteX0" fmla="*/ 89818 w 228384"/>
                  <a:gd name="connsiteY0" fmla="*/ 134162 h 134161"/>
                  <a:gd name="connsiteX1" fmla="*/ 0 w 228384"/>
                  <a:gd name="connsiteY1" fmla="*/ 87557 h 134161"/>
                  <a:gd name="connsiteX2" fmla="*/ 228384 w 228384"/>
                  <a:gd name="connsiteY2" fmla="*/ 0 h 134161"/>
                  <a:gd name="connsiteX3" fmla="*/ 89818 w 228384"/>
                  <a:gd name="connsiteY3" fmla="*/ 134162 h 1341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28384" h="134161">
                    <a:moveTo>
                      <a:pt x="89818" y="134162"/>
                    </a:moveTo>
                    <a:lnTo>
                      <a:pt x="0" y="87557"/>
                    </a:lnTo>
                    <a:lnTo>
                      <a:pt x="228384" y="0"/>
                    </a:lnTo>
                    <a:lnTo>
                      <a:pt x="89818" y="134162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4" name="Freeform 33">
                <a:extLst>
                  <a:ext uri="{FF2B5EF4-FFF2-40B4-BE49-F238E27FC236}">
                    <a16:creationId xmlns:a16="http://schemas.microsoft.com/office/drawing/2014/main" id="{7FF80C9D-63A8-DF18-86C0-D45DBE81847F}"/>
                  </a:ext>
                </a:extLst>
              </p:cNvPr>
              <p:cNvSpPr/>
              <p:nvPr/>
            </p:nvSpPr>
            <p:spPr>
              <a:xfrm>
                <a:off x="8898083" y="3974637"/>
                <a:ext cx="228384" cy="124990"/>
              </a:xfrm>
              <a:custGeom>
                <a:avLst/>
                <a:gdLst>
                  <a:gd name="connsiteX0" fmla="*/ 0 w 228384"/>
                  <a:gd name="connsiteY0" fmla="*/ 124990 h 124990"/>
                  <a:gd name="connsiteX1" fmla="*/ 228384 w 228384"/>
                  <a:gd name="connsiteY1" fmla="*/ 37433 h 124990"/>
                  <a:gd name="connsiteX2" fmla="*/ 181129 w 228384"/>
                  <a:gd name="connsiteY2" fmla="*/ 0 h 124990"/>
                  <a:gd name="connsiteX3" fmla="*/ 0 w 228384"/>
                  <a:gd name="connsiteY3" fmla="*/ 124990 h 1249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28384" h="124990">
                    <a:moveTo>
                      <a:pt x="0" y="124990"/>
                    </a:moveTo>
                    <a:lnTo>
                      <a:pt x="228384" y="37433"/>
                    </a:lnTo>
                    <a:lnTo>
                      <a:pt x="181129" y="0"/>
                    </a:lnTo>
                    <a:lnTo>
                      <a:pt x="0" y="124990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5" name="Freeform 34">
                <a:extLst>
                  <a:ext uri="{FF2B5EF4-FFF2-40B4-BE49-F238E27FC236}">
                    <a16:creationId xmlns:a16="http://schemas.microsoft.com/office/drawing/2014/main" id="{0962302F-9441-2976-7DCB-B1341EDD2D9E}"/>
                  </a:ext>
                </a:extLst>
              </p:cNvPr>
              <p:cNvSpPr/>
              <p:nvPr/>
            </p:nvSpPr>
            <p:spPr>
              <a:xfrm>
                <a:off x="9091372" y="4637982"/>
                <a:ext cx="147100" cy="174581"/>
              </a:xfrm>
              <a:custGeom>
                <a:avLst/>
                <a:gdLst>
                  <a:gd name="connsiteX0" fmla="*/ 0 w 147100"/>
                  <a:gd name="connsiteY0" fmla="*/ 174582 h 174581"/>
                  <a:gd name="connsiteX1" fmla="*/ 147100 w 147100"/>
                  <a:gd name="connsiteY1" fmla="*/ 155385 h 174581"/>
                  <a:gd name="connsiteX2" fmla="*/ 44055 w 147100"/>
                  <a:gd name="connsiteY2" fmla="*/ 0 h 174581"/>
                  <a:gd name="connsiteX3" fmla="*/ 0 w 147100"/>
                  <a:gd name="connsiteY3" fmla="*/ 174582 h 1745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47100" h="174581">
                    <a:moveTo>
                      <a:pt x="0" y="174582"/>
                    </a:moveTo>
                    <a:lnTo>
                      <a:pt x="147100" y="155385"/>
                    </a:lnTo>
                    <a:lnTo>
                      <a:pt x="44055" y="0"/>
                    </a:lnTo>
                    <a:lnTo>
                      <a:pt x="0" y="174582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6" name="Freeform 35">
                <a:extLst>
                  <a:ext uri="{FF2B5EF4-FFF2-40B4-BE49-F238E27FC236}">
                    <a16:creationId xmlns:a16="http://schemas.microsoft.com/office/drawing/2014/main" id="{97F2764F-F9A4-E38E-65EC-D2BB2C58A9A1}"/>
                  </a:ext>
                </a:extLst>
              </p:cNvPr>
              <p:cNvSpPr/>
              <p:nvPr/>
            </p:nvSpPr>
            <p:spPr>
              <a:xfrm>
                <a:off x="9238472" y="4793367"/>
                <a:ext cx="172488" cy="113898"/>
              </a:xfrm>
              <a:custGeom>
                <a:avLst/>
                <a:gdLst>
                  <a:gd name="connsiteX0" fmla="*/ 5974 w 172488"/>
                  <a:gd name="connsiteY0" fmla="*/ 101742 h 113898"/>
                  <a:gd name="connsiteX1" fmla="*/ 172488 w 172488"/>
                  <a:gd name="connsiteY1" fmla="*/ 113899 h 113898"/>
                  <a:gd name="connsiteX2" fmla="*/ 0 w 172488"/>
                  <a:gd name="connsiteY2" fmla="*/ 0 h 113898"/>
                  <a:gd name="connsiteX3" fmla="*/ 5974 w 172488"/>
                  <a:gd name="connsiteY3" fmla="*/ 101742 h 1138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72488" h="113898">
                    <a:moveTo>
                      <a:pt x="5974" y="101742"/>
                    </a:moveTo>
                    <a:lnTo>
                      <a:pt x="172488" y="113899"/>
                    </a:lnTo>
                    <a:lnTo>
                      <a:pt x="0" y="0"/>
                    </a:lnTo>
                    <a:lnTo>
                      <a:pt x="5974" y="101742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7" name="Freeform 36">
                <a:extLst>
                  <a:ext uri="{FF2B5EF4-FFF2-40B4-BE49-F238E27FC236}">
                    <a16:creationId xmlns:a16="http://schemas.microsoft.com/office/drawing/2014/main" id="{4F397C2E-3A2B-68F1-41AF-1FB1824D46A9}"/>
                  </a:ext>
                </a:extLst>
              </p:cNvPr>
              <p:cNvSpPr/>
              <p:nvPr/>
            </p:nvSpPr>
            <p:spPr>
              <a:xfrm>
                <a:off x="8898083" y="3924407"/>
                <a:ext cx="181128" cy="175221"/>
              </a:xfrm>
              <a:custGeom>
                <a:avLst/>
                <a:gdLst>
                  <a:gd name="connsiteX0" fmla="*/ 66990 w 181128"/>
                  <a:gd name="connsiteY0" fmla="*/ 0 h 175221"/>
                  <a:gd name="connsiteX1" fmla="*/ 181129 w 181128"/>
                  <a:gd name="connsiteY1" fmla="*/ 50231 h 175221"/>
                  <a:gd name="connsiteX2" fmla="*/ 0 w 181128"/>
                  <a:gd name="connsiteY2" fmla="*/ 175221 h 175221"/>
                  <a:gd name="connsiteX3" fmla="*/ 66990 w 181128"/>
                  <a:gd name="connsiteY3" fmla="*/ 0 h 17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81128" h="175221">
                    <a:moveTo>
                      <a:pt x="66990" y="0"/>
                    </a:moveTo>
                    <a:lnTo>
                      <a:pt x="181129" y="50231"/>
                    </a:lnTo>
                    <a:lnTo>
                      <a:pt x="0" y="175221"/>
                    </a:lnTo>
                    <a:lnTo>
                      <a:pt x="66990" y="0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8" name="Freeform 37">
                <a:extLst>
                  <a:ext uri="{FF2B5EF4-FFF2-40B4-BE49-F238E27FC236}">
                    <a16:creationId xmlns:a16="http://schemas.microsoft.com/office/drawing/2014/main" id="{1D857396-1E50-C9A6-CF04-8FC001398C76}"/>
                  </a:ext>
                </a:extLst>
              </p:cNvPr>
              <p:cNvSpPr/>
              <p:nvPr/>
            </p:nvSpPr>
            <p:spPr>
              <a:xfrm>
                <a:off x="8965072" y="3858072"/>
                <a:ext cx="155314" cy="116565"/>
              </a:xfrm>
              <a:custGeom>
                <a:avLst/>
                <a:gdLst>
                  <a:gd name="connsiteX0" fmla="*/ 0 w 155314"/>
                  <a:gd name="connsiteY0" fmla="*/ 66334 h 116565"/>
                  <a:gd name="connsiteX1" fmla="*/ 155314 w 155314"/>
                  <a:gd name="connsiteY1" fmla="*/ 0 h 116565"/>
                  <a:gd name="connsiteX2" fmla="*/ 114139 w 155314"/>
                  <a:gd name="connsiteY2" fmla="*/ 116565 h 116565"/>
                  <a:gd name="connsiteX3" fmla="*/ 0 w 155314"/>
                  <a:gd name="connsiteY3" fmla="*/ 66334 h 1165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55314" h="116565">
                    <a:moveTo>
                      <a:pt x="0" y="66334"/>
                    </a:moveTo>
                    <a:lnTo>
                      <a:pt x="155314" y="0"/>
                    </a:lnTo>
                    <a:lnTo>
                      <a:pt x="114139" y="116565"/>
                    </a:lnTo>
                    <a:lnTo>
                      <a:pt x="0" y="66334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9" name="Freeform 38">
                <a:extLst>
                  <a:ext uri="{FF2B5EF4-FFF2-40B4-BE49-F238E27FC236}">
                    <a16:creationId xmlns:a16="http://schemas.microsoft.com/office/drawing/2014/main" id="{A0BC4651-950A-7D4F-C07F-07611D40B95E}"/>
                  </a:ext>
                </a:extLst>
              </p:cNvPr>
              <p:cNvSpPr/>
              <p:nvPr/>
            </p:nvSpPr>
            <p:spPr>
              <a:xfrm>
                <a:off x="8917817" y="3693089"/>
                <a:ext cx="123632" cy="231317"/>
              </a:xfrm>
              <a:custGeom>
                <a:avLst/>
                <a:gdLst>
                  <a:gd name="connsiteX0" fmla="*/ 0 w 123632"/>
                  <a:gd name="connsiteY0" fmla="*/ 172662 h 231317"/>
                  <a:gd name="connsiteX1" fmla="*/ 123633 w 123632"/>
                  <a:gd name="connsiteY1" fmla="*/ 0 h 231317"/>
                  <a:gd name="connsiteX2" fmla="*/ 47256 w 123632"/>
                  <a:gd name="connsiteY2" fmla="*/ 231317 h 231317"/>
                  <a:gd name="connsiteX3" fmla="*/ 0 w 123632"/>
                  <a:gd name="connsiteY3" fmla="*/ 172662 h 2313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23632" h="231317">
                    <a:moveTo>
                      <a:pt x="0" y="172662"/>
                    </a:moveTo>
                    <a:lnTo>
                      <a:pt x="123633" y="0"/>
                    </a:lnTo>
                    <a:lnTo>
                      <a:pt x="47256" y="231317"/>
                    </a:lnTo>
                    <a:lnTo>
                      <a:pt x="0" y="172662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" name="Freeform 49">
                <a:extLst>
                  <a:ext uri="{FF2B5EF4-FFF2-40B4-BE49-F238E27FC236}">
                    <a16:creationId xmlns:a16="http://schemas.microsoft.com/office/drawing/2014/main" id="{996C6EA9-F0E1-CF2F-D821-3125E5687E94}"/>
                  </a:ext>
                </a:extLst>
              </p:cNvPr>
              <p:cNvSpPr/>
              <p:nvPr/>
            </p:nvSpPr>
            <p:spPr>
              <a:xfrm>
                <a:off x="8729968" y="4812564"/>
                <a:ext cx="176328" cy="100141"/>
              </a:xfrm>
              <a:custGeom>
                <a:avLst/>
                <a:gdLst>
                  <a:gd name="connsiteX0" fmla="*/ 0 w 176328"/>
                  <a:gd name="connsiteY0" fmla="*/ 100141 h 100141"/>
                  <a:gd name="connsiteX1" fmla="*/ 70510 w 176328"/>
                  <a:gd name="connsiteY1" fmla="*/ 0 h 100141"/>
                  <a:gd name="connsiteX2" fmla="*/ 176328 w 176328"/>
                  <a:gd name="connsiteY2" fmla="*/ 82545 h 100141"/>
                  <a:gd name="connsiteX3" fmla="*/ 0 w 176328"/>
                  <a:gd name="connsiteY3" fmla="*/ 100141 h 1001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76328" h="100141">
                    <a:moveTo>
                      <a:pt x="0" y="100141"/>
                    </a:moveTo>
                    <a:lnTo>
                      <a:pt x="70510" y="0"/>
                    </a:lnTo>
                    <a:lnTo>
                      <a:pt x="176328" y="82545"/>
                    </a:lnTo>
                    <a:lnTo>
                      <a:pt x="0" y="100141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1" name="Freeform 50">
                <a:extLst>
                  <a:ext uri="{FF2B5EF4-FFF2-40B4-BE49-F238E27FC236}">
                    <a16:creationId xmlns:a16="http://schemas.microsoft.com/office/drawing/2014/main" id="{0F0CC630-55ED-65E1-5CA5-79CBFFEAD8D5}"/>
                  </a:ext>
                </a:extLst>
              </p:cNvPr>
              <p:cNvSpPr/>
              <p:nvPr/>
            </p:nvSpPr>
            <p:spPr>
              <a:xfrm>
                <a:off x="8352457" y="4862901"/>
                <a:ext cx="377511" cy="92143"/>
              </a:xfrm>
              <a:custGeom>
                <a:avLst/>
                <a:gdLst>
                  <a:gd name="connsiteX0" fmla="*/ 377511 w 377511"/>
                  <a:gd name="connsiteY0" fmla="*/ 49804 h 92143"/>
                  <a:gd name="connsiteX1" fmla="*/ 0 w 377511"/>
                  <a:gd name="connsiteY1" fmla="*/ 92143 h 92143"/>
                  <a:gd name="connsiteX2" fmla="*/ 288227 w 377511"/>
                  <a:gd name="connsiteY2" fmla="*/ 0 h 92143"/>
                  <a:gd name="connsiteX3" fmla="*/ 377511 w 377511"/>
                  <a:gd name="connsiteY3" fmla="*/ 49804 h 921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77511" h="92143">
                    <a:moveTo>
                      <a:pt x="377511" y="49804"/>
                    </a:moveTo>
                    <a:lnTo>
                      <a:pt x="0" y="92143"/>
                    </a:lnTo>
                    <a:lnTo>
                      <a:pt x="288227" y="0"/>
                    </a:lnTo>
                    <a:lnTo>
                      <a:pt x="377511" y="49804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2" name="Freeform 51">
                <a:extLst>
                  <a:ext uri="{FF2B5EF4-FFF2-40B4-BE49-F238E27FC236}">
                    <a16:creationId xmlns:a16="http://schemas.microsoft.com/office/drawing/2014/main" id="{B48B36E8-76B2-992E-60C4-2871AB4DA9FF}"/>
                  </a:ext>
                </a:extLst>
              </p:cNvPr>
              <p:cNvSpPr/>
              <p:nvPr/>
            </p:nvSpPr>
            <p:spPr>
              <a:xfrm>
                <a:off x="8800478" y="4736951"/>
                <a:ext cx="105818" cy="158157"/>
              </a:xfrm>
              <a:custGeom>
                <a:avLst/>
                <a:gdLst>
                  <a:gd name="connsiteX0" fmla="*/ 0 w 105818"/>
                  <a:gd name="connsiteY0" fmla="*/ 75613 h 158157"/>
                  <a:gd name="connsiteX1" fmla="*/ 88004 w 105818"/>
                  <a:gd name="connsiteY1" fmla="*/ 0 h 158157"/>
                  <a:gd name="connsiteX2" fmla="*/ 105819 w 105818"/>
                  <a:gd name="connsiteY2" fmla="*/ 158158 h 158157"/>
                  <a:gd name="connsiteX3" fmla="*/ 0 w 105818"/>
                  <a:gd name="connsiteY3" fmla="*/ 75613 h 1581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5818" h="158157">
                    <a:moveTo>
                      <a:pt x="0" y="75613"/>
                    </a:moveTo>
                    <a:lnTo>
                      <a:pt x="88004" y="0"/>
                    </a:lnTo>
                    <a:lnTo>
                      <a:pt x="105819" y="158158"/>
                    </a:lnTo>
                    <a:lnTo>
                      <a:pt x="0" y="75613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3" name="Freeform 52">
                <a:extLst>
                  <a:ext uri="{FF2B5EF4-FFF2-40B4-BE49-F238E27FC236}">
                    <a16:creationId xmlns:a16="http://schemas.microsoft.com/office/drawing/2014/main" id="{4B9CEA90-9D1E-C21E-C2D6-77B17B110757}"/>
                  </a:ext>
                </a:extLst>
              </p:cNvPr>
              <p:cNvSpPr/>
              <p:nvPr/>
            </p:nvSpPr>
            <p:spPr>
              <a:xfrm>
                <a:off x="8987900" y="4146233"/>
                <a:ext cx="149767" cy="81158"/>
              </a:xfrm>
              <a:custGeom>
                <a:avLst/>
                <a:gdLst>
                  <a:gd name="connsiteX0" fmla="*/ 149767 w 149767"/>
                  <a:gd name="connsiteY0" fmla="*/ 0 h 81158"/>
                  <a:gd name="connsiteX1" fmla="*/ 0 w 149767"/>
                  <a:gd name="connsiteY1" fmla="*/ 0 h 81158"/>
                  <a:gd name="connsiteX2" fmla="*/ 147527 w 149767"/>
                  <a:gd name="connsiteY2" fmla="*/ 81159 h 81158"/>
                  <a:gd name="connsiteX3" fmla="*/ 149767 w 149767"/>
                  <a:gd name="connsiteY3" fmla="*/ 0 h 811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49767" h="81158">
                    <a:moveTo>
                      <a:pt x="149767" y="0"/>
                    </a:moveTo>
                    <a:lnTo>
                      <a:pt x="0" y="0"/>
                    </a:lnTo>
                    <a:lnTo>
                      <a:pt x="147527" y="81159"/>
                    </a:lnTo>
                    <a:lnTo>
                      <a:pt x="149767" y="0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4" name="Freeform 53">
                <a:extLst>
                  <a:ext uri="{FF2B5EF4-FFF2-40B4-BE49-F238E27FC236}">
                    <a16:creationId xmlns:a16="http://schemas.microsoft.com/office/drawing/2014/main" id="{E5674C70-EF28-0330-6663-427418617E09}"/>
                  </a:ext>
                </a:extLst>
              </p:cNvPr>
              <p:cNvSpPr/>
              <p:nvPr/>
            </p:nvSpPr>
            <p:spPr>
              <a:xfrm>
                <a:off x="8898083" y="4246907"/>
                <a:ext cx="173661" cy="127869"/>
              </a:xfrm>
              <a:custGeom>
                <a:avLst/>
                <a:gdLst>
                  <a:gd name="connsiteX0" fmla="*/ 0 w 173661"/>
                  <a:gd name="connsiteY0" fmla="*/ 0 h 127869"/>
                  <a:gd name="connsiteX1" fmla="*/ 173662 w 173661"/>
                  <a:gd name="connsiteY1" fmla="*/ 57803 h 127869"/>
                  <a:gd name="connsiteX2" fmla="*/ 4587 w 173661"/>
                  <a:gd name="connsiteY2" fmla="*/ 127870 h 127869"/>
                  <a:gd name="connsiteX3" fmla="*/ 0 w 173661"/>
                  <a:gd name="connsiteY3" fmla="*/ 0 h 1278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73661" h="127869">
                    <a:moveTo>
                      <a:pt x="0" y="0"/>
                    </a:moveTo>
                    <a:lnTo>
                      <a:pt x="173662" y="57803"/>
                    </a:lnTo>
                    <a:lnTo>
                      <a:pt x="4587" y="12787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5" name="Freeform 54">
                <a:extLst>
                  <a:ext uri="{FF2B5EF4-FFF2-40B4-BE49-F238E27FC236}">
                    <a16:creationId xmlns:a16="http://schemas.microsoft.com/office/drawing/2014/main" id="{84D7D8BE-8F13-8432-A813-01D1C3976651}"/>
                  </a:ext>
                </a:extLst>
              </p:cNvPr>
              <p:cNvSpPr/>
              <p:nvPr/>
            </p:nvSpPr>
            <p:spPr>
              <a:xfrm>
                <a:off x="8987900" y="4146233"/>
                <a:ext cx="147526" cy="158477"/>
              </a:xfrm>
              <a:custGeom>
                <a:avLst/>
                <a:gdLst>
                  <a:gd name="connsiteX0" fmla="*/ 83844 w 147526"/>
                  <a:gd name="connsiteY0" fmla="*/ 158477 h 158477"/>
                  <a:gd name="connsiteX1" fmla="*/ 0 w 147526"/>
                  <a:gd name="connsiteY1" fmla="*/ 0 h 158477"/>
                  <a:gd name="connsiteX2" fmla="*/ 147527 w 147526"/>
                  <a:gd name="connsiteY2" fmla="*/ 81159 h 158477"/>
                  <a:gd name="connsiteX3" fmla="*/ 83844 w 147526"/>
                  <a:gd name="connsiteY3" fmla="*/ 158477 h 1584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47526" h="158477">
                    <a:moveTo>
                      <a:pt x="83844" y="158477"/>
                    </a:moveTo>
                    <a:lnTo>
                      <a:pt x="0" y="0"/>
                    </a:lnTo>
                    <a:lnTo>
                      <a:pt x="147527" y="81159"/>
                    </a:lnTo>
                    <a:lnTo>
                      <a:pt x="83844" y="158477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6" name="Freeform 55">
                <a:extLst>
                  <a:ext uri="{FF2B5EF4-FFF2-40B4-BE49-F238E27FC236}">
                    <a16:creationId xmlns:a16="http://schemas.microsoft.com/office/drawing/2014/main" id="{A6952814-4AFA-CA09-C87A-2F6C712CF99D}"/>
                  </a:ext>
                </a:extLst>
              </p:cNvPr>
              <p:cNvSpPr/>
              <p:nvPr/>
            </p:nvSpPr>
            <p:spPr>
              <a:xfrm>
                <a:off x="9071744" y="4227391"/>
                <a:ext cx="63683" cy="170528"/>
              </a:xfrm>
              <a:custGeom>
                <a:avLst/>
                <a:gdLst>
                  <a:gd name="connsiteX0" fmla="*/ 61123 w 63683"/>
                  <a:gd name="connsiteY0" fmla="*/ 170529 h 170528"/>
                  <a:gd name="connsiteX1" fmla="*/ 63683 w 63683"/>
                  <a:gd name="connsiteY1" fmla="*/ 0 h 170528"/>
                  <a:gd name="connsiteX2" fmla="*/ 0 w 63683"/>
                  <a:gd name="connsiteY2" fmla="*/ 77319 h 170528"/>
                  <a:gd name="connsiteX3" fmla="*/ 61123 w 63683"/>
                  <a:gd name="connsiteY3" fmla="*/ 170529 h 1705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3683" h="170528">
                    <a:moveTo>
                      <a:pt x="61123" y="170529"/>
                    </a:moveTo>
                    <a:lnTo>
                      <a:pt x="63683" y="0"/>
                    </a:lnTo>
                    <a:lnTo>
                      <a:pt x="0" y="77319"/>
                    </a:lnTo>
                    <a:lnTo>
                      <a:pt x="61123" y="170529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7" name="Freeform 56">
                <a:extLst>
                  <a:ext uri="{FF2B5EF4-FFF2-40B4-BE49-F238E27FC236}">
                    <a16:creationId xmlns:a16="http://schemas.microsoft.com/office/drawing/2014/main" id="{53253EFF-4AA8-A60D-B2DD-E40FB8693484}"/>
                  </a:ext>
                </a:extLst>
              </p:cNvPr>
              <p:cNvSpPr/>
              <p:nvPr/>
            </p:nvSpPr>
            <p:spPr>
              <a:xfrm>
                <a:off x="8906296" y="4812564"/>
                <a:ext cx="338149" cy="82544"/>
              </a:xfrm>
              <a:custGeom>
                <a:avLst/>
                <a:gdLst>
                  <a:gd name="connsiteX0" fmla="*/ 0 w 338149"/>
                  <a:gd name="connsiteY0" fmla="*/ 82545 h 82544"/>
                  <a:gd name="connsiteX1" fmla="*/ 338149 w 338149"/>
                  <a:gd name="connsiteY1" fmla="*/ 82545 h 82544"/>
                  <a:gd name="connsiteX2" fmla="*/ 185075 w 338149"/>
                  <a:gd name="connsiteY2" fmla="*/ 0 h 82544"/>
                  <a:gd name="connsiteX3" fmla="*/ 0 w 338149"/>
                  <a:gd name="connsiteY3" fmla="*/ 82545 h 825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38149" h="82544">
                    <a:moveTo>
                      <a:pt x="0" y="82545"/>
                    </a:moveTo>
                    <a:lnTo>
                      <a:pt x="338149" y="82545"/>
                    </a:lnTo>
                    <a:lnTo>
                      <a:pt x="185075" y="0"/>
                    </a:lnTo>
                    <a:lnTo>
                      <a:pt x="0" y="82545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8" name="Freeform 57">
                <a:extLst>
                  <a:ext uri="{FF2B5EF4-FFF2-40B4-BE49-F238E27FC236}">
                    <a16:creationId xmlns:a16="http://schemas.microsoft.com/office/drawing/2014/main" id="{EAABDDE2-45C4-BD04-D119-824C146BA72D}"/>
                  </a:ext>
                </a:extLst>
              </p:cNvPr>
              <p:cNvSpPr/>
              <p:nvPr/>
            </p:nvSpPr>
            <p:spPr>
              <a:xfrm>
                <a:off x="9415440" y="4884977"/>
                <a:ext cx="408232" cy="55456"/>
              </a:xfrm>
              <a:custGeom>
                <a:avLst/>
                <a:gdLst>
                  <a:gd name="connsiteX0" fmla="*/ 0 w 408232"/>
                  <a:gd name="connsiteY0" fmla="*/ 22289 h 55456"/>
                  <a:gd name="connsiteX1" fmla="*/ 107739 w 408232"/>
                  <a:gd name="connsiteY1" fmla="*/ 0 h 55456"/>
                  <a:gd name="connsiteX2" fmla="*/ 408233 w 408232"/>
                  <a:gd name="connsiteY2" fmla="*/ 55457 h 55456"/>
                  <a:gd name="connsiteX3" fmla="*/ 0 w 408232"/>
                  <a:gd name="connsiteY3" fmla="*/ 22289 h 554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08232" h="55456">
                    <a:moveTo>
                      <a:pt x="0" y="22289"/>
                    </a:moveTo>
                    <a:lnTo>
                      <a:pt x="107739" y="0"/>
                    </a:lnTo>
                    <a:lnTo>
                      <a:pt x="408233" y="55457"/>
                    </a:lnTo>
                    <a:lnTo>
                      <a:pt x="0" y="22289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9" name="Freeform 58">
                <a:extLst>
                  <a:ext uri="{FF2B5EF4-FFF2-40B4-BE49-F238E27FC236}">
                    <a16:creationId xmlns:a16="http://schemas.microsoft.com/office/drawing/2014/main" id="{B6526A5E-D217-C7BA-E99B-02965A2E20E7}"/>
                  </a:ext>
                </a:extLst>
              </p:cNvPr>
              <p:cNvSpPr/>
              <p:nvPr/>
            </p:nvSpPr>
            <p:spPr>
              <a:xfrm>
                <a:off x="8640684" y="4812564"/>
                <a:ext cx="159794" cy="100141"/>
              </a:xfrm>
              <a:custGeom>
                <a:avLst/>
                <a:gdLst>
                  <a:gd name="connsiteX0" fmla="*/ 0 w 159794"/>
                  <a:gd name="connsiteY0" fmla="*/ 50337 h 100141"/>
                  <a:gd name="connsiteX1" fmla="*/ 159794 w 159794"/>
                  <a:gd name="connsiteY1" fmla="*/ 0 h 100141"/>
                  <a:gd name="connsiteX2" fmla="*/ 89285 w 159794"/>
                  <a:gd name="connsiteY2" fmla="*/ 100141 h 100141"/>
                  <a:gd name="connsiteX3" fmla="*/ 0 w 159794"/>
                  <a:gd name="connsiteY3" fmla="*/ 50337 h 1001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59794" h="100141">
                    <a:moveTo>
                      <a:pt x="0" y="50337"/>
                    </a:moveTo>
                    <a:lnTo>
                      <a:pt x="159794" y="0"/>
                    </a:lnTo>
                    <a:lnTo>
                      <a:pt x="89285" y="100141"/>
                    </a:lnTo>
                    <a:lnTo>
                      <a:pt x="0" y="50337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0" name="Freeform 59">
                <a:extLst>
                  <a:ext uri="{FF2B5EF4-FFF2-40B4-BE49-F238E27FC236}">
                    <a16:creationId xmlns:a16="http://schemas.microsoft.com/office/drawing/2014/main" id="{E4D86154-4AD9-BE13-516B-25A8C2CCDED0}"/>
                  </a:ext>
                </a:extLst>
              </p:cNvPr>
              <p:cNvSpPr/>
              <p:nvPr/>
            </p:nvSpPr>
            <p:spPr>
              <a:xfrm>
                <a:off x="9126467" y="4012071"/>
                <a:ext cx="50989" cy="134161"/>
              </a:xfrm>
              <a:custGeom>
                <a:avLst/>
                <a:gdLst>
                  <a:gd name="connsiteX0" fmla="*/ 0 w 50989"/>
                  <a:gd name="connsiteY0" fmla="*/ 0 h 134161"/>
                  <a:gd name="connsiteX1" fmla="*/ 50989 w 50989"/>
                  <a:gd name="connsiteY1" fmla="*/ 25062 h 134161"/>
                  <a:gd name="connsiteX2" fmla="*/ 11201 w 50989"/>
                  <a:gd name="connsiteY2" fmla="*/ 134162 h 134161"/>
                  <a:gd name="connsiteX3" fmla="*/ 0 w 50989"/>
                  <a:gd name="connsiteY3" fmla="*/ 0 h 1341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0989" h="134161">
                    <a:moveTo>
                      <a:pt x="0" y="0"/>
                    </a:moveTo>
                    <a:lnTo>
                      <a:pt x="50989" y="25062"/>
                    </a:lnTo>
                    <a:lnTo>
                      <a:pt x="11201" y="134162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1" name="Freeform 60">
                <a:extLst>
                  <a:ext uri="{FF2B5EF4-FFF2-40B4-BE49-F238E27FC236}">
                    <a16:creationId xmlns:a16="http://schemas.microsoft.com/office/drawing/2014/main" id="{B3BF3210-3768-2B74-0D4A-11E55C489510}"/>
                  </a:ext>
                </a:extLst>
              </p:cNvPr>
              <p:cNvSpPr/>
              <p:nvPr/>
            </p:nvSpPr>
            <p:spPr>
              <a:xfrm>
                <a:off x="9137667" y="4037133"/>
                <a:ext cx="64536" cy="109099"/>
              </a:xfrm>
              <a:custGeom>
                <a:avLst/>
                <a:gdLst>
                  <a:gd name="connsiteX0" fmla="*/ 0 w 64536"/>
                  <a:gd name="connsiteY0" fmla="*/ 109100 h 109099"/>
                  <a:gd name="connsiteX1" fmla="*/ 64536 w 64536"/>
                  <a:gd name="connsiteY1" fmla="*/ 54177 h 109099"/>
                  <a:gd name="connsiteX2" fmla="*/ 39788 w 64536"/>
                  <a:gd name="connsiteY2" fmla="*/ 0 h 109099"/>
                  <a:gd name="connsiteX3" fmla="*/ 0 w 64536"/>
                  <a:gd name="connsiteY3" fmla="*/ 109100 h 109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4536" h="109099">
                    <a:moveTo>
                      <a:pt x="0" y="109100"/>
                    </a:moveTo>
                    <a:lnTo>
                      <a:pt x="64536" y="54177"/>
                    </a:lnTo>
                    <a:lnTo>
                      <a:pt x="39788" y="0"/>
                    </a:lnTo>
                    <a:lnTo>
                      <a:pt x="0" y="109100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2" name="Freeform 61">
                <a:extLst>
                  <a:ext uri="{FF2B5EF4-FFF2-40B4-BE49-F238E27FC236}">
                    <a16:creationId xmlns:a16="http://schemas.microsoft.com/office/drawing/2014/main" id="{AE986CB6-B6C1-3745-D1B7-3A6FAA00F82C}"/>
                  </a:ext>
                </a:extLst>
              </p:cNvPr>
              <p:cNvSpPr/>
              <p:nvPr/>
            </p:nvSpPr>
            <p:spPr>
              <a:xfrm>
                <a:off x="9137667" y="4091309"/>
                <a:ext cx="95364" cy="54923"/>
              </a:xfrm>
              <a:custGeom>
                <a:avLst/>
                <a:gdLst>
                  <a:gd name="connsiteX0" fmla="*/ 0 w 95364"/>
                  <a:gd name="connsiteY0" fmla="*/ 54923 h 54923"/>
                  <a:gd name="connsiteX1" fmla="*/ 95364 w 95364"/>
                  <a:gd name="connsiteY1" fmla="*/ 18770 h 54923"/>
                  <a:gd name="connsiteX2" fmla="*/ 64536 w 95364"/>
                  <a:gd name="connsiteY2" fmla="*/ 0 h 54923"/>
                  <a:gd name="connsiteX3" fmla="*/ 0 w 95364"/>
                  <a:gd name="connsiteY3" fmla="*/ 54923 h 549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5364" h="54923">
                    <a:moveTo>
                      <a:pt x="0" y="54923"/>
                    </a:moveTo>
                    <a:lnTo>
                      <a:pt x="95364" y="18770"/>
                    </a:lnTo>
                    <a:lnTo>
                      <a:pt x="64536" y="0"/>
                    </a:lnTo>
                    <a:lnTo>
                      <a:pt x="0" y="54923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3" name="Freeform 62">
                <a:extLst>
                  <a:ext uri="{FF2B5EF4-FFF2-40B4-BE49-F238E27FC236}">
                    <a16:creationId xmlns:a16="http://schemas.microsoft.com/office/drawing/2014/main" id="{7AD0CD3D-73C6-14FF-EA51-CC50E638D4D0}"/>
                  </a:ext>
                </a:extLst>
              </p:cNvPr>
              <p:cNvSpPr/>
              <p:nvPr/>
            </p:nvSpPr>
            <p:spPr>
              <a:xfrm>
                <a:off x="9177456" y="4030307"/>
                <a:ext cx="109232" cy="61002"/>
              </a:xfrm>
              <a:custGeom>
                <a:avLst/>
                <a:gdLst>
                  <a:gd name="connsiteX0" fmla="*/ 0 w 109232"/>
                  <a:gd name="connsiteY0" fmla="*/ 6826 h 61002"/>
                  <a:gd name="connsiteX1" fmla="*/ 109232 w 109232"/>
                  <a:gd name="connsiteY1" fmla="*/ 0 h 61002"/>
                  <a:gd name="connsiteX2" fmla="*/ 24748 w 109232"/>
                  <a:gd name="connsiteY2" fmla="*/ 61002 h 61002"/>
                  <a:gd name="connsiteX3" fmla="*/ 0 w 109232"/>
                  <a:gd name="connsiteY3" fmla="*/ 6826 h 610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9232" h="61002">
                    <a:moveTo>
                      <a:pt x="0" y="6826"/>
                    </a:moveTo>
                    <a:lnTo>
                      <a:pt x="109232" y="0"/>
                    </a:lnTo>
                    <a:lnTo>
                      <a:pt x="24748" y="61002"/>
                    </a:lnTo>
                    <a:lnTo>
                      <a:pt x="0" y="6826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4" name="Freeform 63">
                <a:extLst>
                  <a:ext uri="{FF2B5EF4-FFF2-40B4-BE49-F238E27FC236}">
                    <a16:creationId xmlns:a16="http://schemas.microsoft.com/office/drawing/2014/main" id="{EAC69085-C097-78C2-0CB4-9A452858A7A6}"/>
                  </a:ext>
                </a:extLst>
              </p:cNvPr>
              <p:cNvSpPr/>
              <p:nvPr/>
            </p:nvSpPr>
            <p:spPr>
              <a:xfrm>
                <a:off x="9202204" y="4030307"/>
                <a:ext cx="84484" cy="79772"/>
              </a:xfrm>
              <a:custGeom>
                <a:avLst/>
                <a:gdLst>
                  <a:gd name="connsiteX0" fmla="*/ 30828 w 84484"/>
                  <a:gd name="connsiteY0" fmla="*/ 79772 h 79772"/>
                  <a:gd name="connsiteX1" fmla="*/ 84484 w 84484"/>
                  <a:gd name="connsiteY1" fmla="*/ 0 h 79772"/>
                  <a:gd name="connsiteX2" fmla="*/ 0 w 84484"/>
                  <a:gd name="connsiteY2" fmla="*/ 61002 h 79772"/>
                  <a:gd name="connsiteX3" fmla="*/ 30828 w 84484"/>
                  <a:gd name="connsiteY3" fmla="*/ 79772 h 797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4484" h="79772">
                    <a:moveTo>
                      <a:pt x="30828" y="79772"/>
                    </a:moveTo>
                    <a:lnTo>
                      <a:pt x="84484" y="0"/>
                    </a:lnTo>
                    <a:lnTo>
                      <a:pt x="0" y="61002"/>
                    </a:lnTo>
                    <a:lnTo>
                      <a:pt x="30828" y="79772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5" name="Freeform 64">
                <a:extLst>
                  <a:ext uri="{FF2B5EF4-FFF2-40B4-BE49-F238E27FC236}">
                    <a16:creationId xmlns:a16="http://schemas.microsoft.com/office/drawing/2014/main" id="{3EFC8C22-8151-1646-00E5-884FE5E1DDD0}"/>
                  </a:ext>
                </a:extLst>
              </p:cNvPr>
              <p:cNvSpPr/>
              <p:nvPr/>
            </p:nvSpPr>
            <p:spPr>
              <a:xfrm>
                <a:off x="9177456" y="3953948"/>
                <a:ext cx="149660" cy="83184"/>
              </a:xfrm>
              <a:custGeom>
                <a:avLst/>
                <a:gdLst>
                  <a:gd name="connsiteX0" fmla="*/ 0 w 149660"/>
                  <a:gd name="connsiteY0" fmla="*/ 83185 h 83184"/>
                  <a:gd name="connsiteX1" fmla="*/ 149660 w 149660"/>
                  <a:gd name="connsiteY1" fmla="*/ 0 h 83184"/>
                  <a:gd name="connsiteX2" fmla="*/ 109232 w 149660"/>
                  <a:gd name="connsiteY2" fmla="*/ 76359 h 83184"/>
                  <a:gd name="connsiteX3" fmla="*/ 0 w 149660"/>
                  <a:gd name="connsiteY3" fmla="*/ 83185 h 831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49660" h="83184">
                    <a:moveTo>
                      <a:pt x="0" y="83185"/>
                    </a:moveTo>
                    <a:lnTo>
                      <a:pt x="149660" y="0"/>
                    </a:lnTo>
                    <a:lnTo>
                      <a:pt x="109232" y="76359"/>
                    </a:lnTo>
                    <a:lnTo>
                      <a:pt x="0" y="83185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6" name="Freeform 65">
                <a:extLst>
                  <a:ext uri="{FF2B5EF4-FFF2-40B4-BE49-F238E27FC236}">
                    <a16:creationId xmlns:a16="http://schemas.microsoft.com/office/drawing/2014/main" id="{7ADFEF7E-17CB-122E-9632-7E4C93A777CD}"/>
                  </a:ext>
                </a:extLst>
              </p:cNvPr>
              <p:cNvSpPr/>
              <p:nvPr/>
            </p:nvSpPr>
            <p:spPr>
              <a:xfrm>
                <a:off x="9233032" y="4024549"/>
                <a:ext cx="96644" cy="85530"/>
              </a:xfrm>
              <a:custGeom>
                <a:avLst/>
                <a:gdLst>
                  <a:gd name="connsiteX0" fmla="*/ 0 w 96644"/>
                  <a:gd name="connsiteY0" fmla="*/ 85531 h 85530"/>
                  <a:gd name="connsiteX1" fmla="*/ 96645 w 96644"/>
                  <a:gd name="connsiteY1" fmla="*/ 0 h 85530"/>
                  <a:gd name="connsiteX2" fmla="*/ 53656 w 96644"/>
                  <a:gd name="connsiteY2" fmla="*/ 5759 h 85530"/>
                  <a:gd name="connsiteX3" fmla="*/ 0 w 96644"/>
                  <a:gd name="connsiteY3" fmla="*/ 85531 h 855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6644" h="85530">
                    <a:moveTo>
                      <a:pt x="0" y="85531"/>
                    </a:moveTo>
                    <a:lnTo>
                      <a:pt x="96645" y="0"/>
                    </a:lnTo>
                    <a:lnTo>
                      <a:pt x="53656" y="5759"/>
                    </a:lnTo>
                    <a:lnTo>
                      <a:pt x="0" y="85531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7" name="Freeform 66">
                <a:extLst>
                  <a:ext uri="{FF2B5EF4-FFF2-40B4-BE49-F238E27FC236}">
                    <a16:creationId xmlns:a16="http://schemas.microsoft.com/office/drawing/2014/main" id="{04445AAF-984B-FA27-5C5A-8B1383C9DB52}"/>
                  </a:ext>
                </a:extLst>
              </p:cNvPr>
              <p:cNvSpPr/>
              <p:nvPr/>
            </p:nvSpPr>
            <p:spPr>
              <a:xfrm>
                <a:off x="9327116" y="3953948"/>
                <a:ext cx="75523" cy="70600"/>
              </a:xfrm>
              <a:custGeom>
                <a:avLst/>
                <a:gdLst>
                  <a:gd name="connsiteX0" fmla="*/ 0 w 75523"/>
                  <a:gd name="connsiteY0" fmla="*/ 0 h 70600"/>
                  <a:gd name="connsiteX1" fmla="*/ 75524 w 75523"/>
                  <a:gd name="connsiteY1" fmla="*/ 33487 h 70600"/>
                  <a:gd name="connsiteX2" fmla="*/ 2560 w 75523"/>
                  <a:gd name="connsiteY2" fmla="*/ 70601 h 70600"/>
                  <a:gd name="connsiteX3" fmla="*/ 0 w 75523"/>
                  <a:gd name="connsiteY3" fmla="*/ 0 h 70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5523" h="70600">
                    <a:moveTo>
                      <a:pt x="0" y="0"/>
                    </a:moveTo>
                    <a:lnTo>
                      <a:pt x="75524" y="33487"/>
                    </a:lnTo>
                    <a:lnTo>
                      <a:pt x="2560" y="70601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8" name="Freeform 67">
                <a:extLst>
                  <a:ext uri="{FF2B5EF4-FFF2-40B4-BE49-F238E27FC236}">
                    <a16:creationId xmlns:a16="http://schemas.microsoft.com/office/drawing/2014/main" id="{F3CAB715-CF5C-12EA-B31B-AB30D93C547B}"/>
                  </a:ext>
                </a:extLst>
              </p:cNvPr>
              <p:cNvSpPr/>
              <p:nvPr/>
            </p:nvSpPr>
            <p:spPr>
              <a:xfrm>
                <a:off x="9327116" y="3934112"/>
                <a:ext cx="117445" cy="53323"/>
              </a:xfrm>
              <a:custGeom>
                <a:avLst/>
                <a:gdLst>
                  <a:gd name="connsiteX0" fmla="*/ 117446 w 117445"/>
                  <a:gd name="connsiteY0" fmla="*/ 0 h 53323"/>
                  <a:gd name="connsiteX1" fmla="*/ 0 w 117445"/>
                  <a:gd name="connsiteY1" fmla="*/ 19836 h 53323"/>
                  <a:gd name="connsiteX2" fmla="*/ 75524 w 117445"/>
                  <a:gd name="connsiteY2" fmla="*/ 53324 h 53323"/>
                  <a:gd name="connsiteX3" fmla="*/ 117446 w 117445"/>
                  <a:gd name="connsiteY3" fmla="*/ 0 h 533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7445" h="53323">
                    <a:moveTo>
                      <a:pt x="117446" y="0"/>
                    </a:moveTo>
                    <a:lnTo>
                      <a:pt x="0" y="19836"/>
                    </a:lnTo>
                    <a:lnTo>
                      <a:pt x="75524" y="53324"/>
                    </a:lnTo>
                    <a:lnTo>
                      <a:pt x="117446" y="0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9" name="Freeform 68">
                <a:extLst>
                  <a:ext uri="{FF2B5EF4-FFF2-40B4-BE49-F238E27FC236}">
                    <a16:creationId xmlns:a16="http://schemas.microsoft.com/office/drawing/2014/main" id="{30F4C1C2-2364-68A8-AB76-98F6E09CC5BE}"/>
                  </a:ext>
                </a:extLst>
              </p:cNvPr>
              <p:cNvSpPr/>
              <p:nvPr/>
            </p:nvSpPr>
            <p:spPr>
              <a:xfrm>
                <a:off x="9402640" y="3934112"/>
                <a:ext cx="148486" cy="53323"/>
              </a:xfrm>
              <a:custGeom>
                <a:avLst/>
                <a:gdLst>
                  <a:gd name="connsiteX0" fmla="*/ 148487 w 148486"/>
                  <a:gd name="connsiteY0" fmla="*/ 17064 h 53323"/>
                  <a:gd name="connsiteX1" fmla="*/ 41922 w 148486"/>
                  <a:gd name="connsiteY1" fmla="*/ 0 h 53323"/>
                  <a:gd name="connsiteX2" fmla="*/ 0 w 148486"/>
                  <a:gd name="connsiteY2" fmla="*/ 53324 h 53323"/>
                  <a:gd name="connsiteX3" fmla="*/ 148487 w 148486"/>
                  <a:gd name="connsiteY3" fmla="*/ 17064 h 533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48486" h="53323">
                    <a:moveTo>
                      <a:pt x="148487" y="17064"/>
                    </a:moveTo>
                    <a:lnTo>
                      <a:pt x="41922" y="0"/>
                    </a:lnTo>
                    <a:lnTo>
                      <a:pt x="0" y="53324"/>
                    </a:lnTo>
                    <a:lnTo>
                      <a:pt x="148487" y="17064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0" name="Freeform 69">
                <a:extLst>
                  <a:ext uri="{FF2B5EF4-FFF2-40B4-BE49-F238E27FC236}">
                    <a16:creationId xmlns:a16="http://schemas.microsoft.com/office/drawing/2014/main" id="{96259D7F-541B-D3F3-F9BF-13FDF93ECB3F}"/>
                  </a:ext>
                </a:extLst>
              </p:cNvPr>
              <p:cNvSpPr/>
              <p:nvPr/>
            </p:nvSpPr>
            <p:spPr>
              <a:xfrm>
                <a:off x="9135427" y="4110079"/>
                <a:ext cx="97604" cy="117311"/>
              </a:xfrm>
              <a:custGeom>
                <a:avLst/>
                <a:gdLst>
                  <a:gd name="connsiteX0" fmla="*/ 0 w 97604"/>
                  <a:gd name="connsiteY0" fmla="*/ 117312 h 117311"/>
                  <a:gd name="connsiteX1" fmla="*/ 97605 w 97604"/>
                  <a:gd name="connsiteY1" fmla="*/ 0 h 117311"/>
                  <a:gd name="connsiteX2" fmla="*/ 2240 w 97604"/>
                  <a:gd name="connsiteY2" fmla="*/ 36153 h 117311"/>
                  <a:gd name="connsiteX3" fmla="*/ 0 w 97604"/>
                  <a:gd name="connsiteY3" fmla="*/ 117312 h 1173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7604" h="117311">
                    <a:moveTo>
                      <a:pt x="0" y="117312"/>
                    </a:moveTo>
                    <a:lnTo>
                      <a:pt x="97605" y="0"/>
                    </a:lnTo>
                    <a:lnTo>
                      <a:pt x="2240" y="36153"/>
                    </a:lnTo>
                    <a:lnTo>
                      <a:pt x="0" y="117312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1" name="Freeform 70">
                <a:extLst>
                  <a:ext uri="{FF2B5EF4-FFF2-40B4-BE49-F238E27FC236}">
                    <a16:creationId xmlns:a16="http://schemas.microsoft.com/office/drawing/2014/main" id="{A99DC7CD-4663-C1D4-E1DC-21E63B555D08}"/>
                  </a:ext>
                </a:extLst>
              </p:cNvPr>
              <p:cNvSpPr/>
              <p:nvPr/>
            </p:nvSpPr>
            <p:spPr>
              <a:xfrm>
                <a:off x="9238472" y="4793367"/>
                <a:ext cx="284706" cy="113898"/>
              </a:xfrm>
              <a:custGeom>
                <a:avLst/>
                <a:gdLst>
                  <a:gd name="connsiteX0" fmla="*/ 0 w 284706"/>
                  <a:gd name="connsiteY0" fmla="*/ 0 h 113898"/>
                  <a:gd name="connsiteX1" fmla="*/ 284707 w 284706"/>
                  <a:gd name="connsiteY1" fmla="*/ 91610 h 113898"/>
                  <a:gd name="connsiteX2" fmla="*/ 176968 w 284706"/>
                  <a:gd name="connsiteY2" fmla="*/ 113899 h 113898"/>
                  <a:gd name="connsiteX3" fmla="*/ 0 w 284706"/>
                  <a:gd name="connsiteY3" fmla="*/ 0 h 1138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84706" h="113898">
                    <a:moveTo>
                      <a:pt x="0" y="0"/>
                    </a:moveTo>
                    <a:lnTo>
                      <a:pt x="284707" y="91610"/>
                    </a:lnTo>
                    <a:lnTo>
                      <a:pt x="176968" y="113899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sp>
          <p:nvSpPr>
            <p:cNvPr id="72" name="Freeform 71">
              <a:extLst>
                <a:ext uri="{FF2B5EF4-FFF2-40B4-BE49-F238E27FC236}">
                  <a16:creationId xmlns:a16="http://schemas.microsoft.com/office/drawing/2014/main" id="{62CA830E-7296-368B-1DF4-C2B94ED519F8}"/>
                </a:ext>
              </a:extLst>
            </p:cNvPr>
            <p:cNvSpPr/>
            <p:nvPr/>
          </p:nvSpPr>
          <p:spPr>
            <a:xfrm>
              <a:off x="8861174" y="3179797"/>
              <a:ext cx="106031" cy="199110"/>
            </a:xfrm>
            <a:custGeom>
              <a:avLst/>
              <a:gdLst>
                <a:gd name="connsiteX0" fmla="*/ 54403 w 106031"/>
                <a:gd name="connsiteY0" fmla="*/ 199110 h 199110"/>
                <a:gd name="connsiteX1" fmla="*/ 0 w 106031"/>
                <a:gd name="connsiteY1" fmla="*/ 42766 h 199110"/>
                <a:gd name="connsiteX2" fmla="*/ 106032 w 106031"/>
                <a:gd name="connsiteY2" fmla="*/ 0 h 199110"/>
                <a:gd name="connsiteX3" fmla="*/ 54403 w 106031"/>
                <a:gd name="connsiteY3" fmla="*/ 199110 h 1991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6031" h="199110">
                  <a:moveTo>
                    <a:pt x="54403" y="199110"/>
                  </a:moveTo>
                  <a:lnTo>
                    <a:pt x="0" y="42766"/>
                  </a:lnTo>
                  <a:lnTo>
                    <a:pt x="106032" y="0"/>
                  </a:lnTo>
                  <a:lnTo>
                    <a:pt x="54403" y="19911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3" name="Freeform 72">
              <a:extLst>
                <a:ext uri="{FF2B5EF4-FFF2-40B4-BE49-F238E27FC236}">
                  <a16:creationId xmlns:a16="http://schemas.microsoft.com/office/drawing/2014/main" id="{584F1639-0268-3942-7774-AD624DDCAF66}"/>
                </a:ext>
              </a:extLst>
            </p:cNvPr>
            <p:cNvSpPr/>
            <p:nvPr/>
          </p:nvSpPr>
          <p:spPr>
            <a:xfrm>
              <a:off x="8653697" y="3222563"/>
              <a:ext cx="261879" cy="156344"/>
            </a:xfrm>
            <a:custGeom>
              <a:avLst/>
              <a:gdLst>
                <a:gd name="connsiteX0" fmla="*/ 0 w 261879"/>
                <a:gd name="connsiteY0" fmla="*/ 0 h 156344"/>
                <a:gd name="connsiteX1" fmla="*/ 207477 w 261879"/>
                <a:gd name="connsiteY1" fmla="*/ 0 h 156344"/>
                <a:gd name="connsiteX2" fmla="*/ 261879 w 261879"/>
                <a:gd name="connsiteY2" fmla="*/ 156345 h 156344"/>
                <a:gd name="connsiteX3" fmla="*/ 0 w 261879"/>
                <a:gd name="connsiteY3" fmla="*/ 0 h 156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1879" h="156344">
                  <a:moveTo>
                    <a:pt x="0" y="0"/>
                  </a:moveTo>
                  <a:lnTo>
                    <a:pt x="207477" y="0"/>
                  </a:lnTo>
                  <a:lnTo>
                    <a:pt x="261879" y="15634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4" name="Freeform 73">
              <a:extLst>
                <a:ext uri="{FF2B5EF4-FFF2-40B4-BE49-F238E27FC236}">
                  <a16:creationId xmlns:a16="http://schemas.microsoft.com/office/drawing/2014/main" id="{171815E2-A4CD-780A-2C05-4290ABDF535C}"/>
                </a:ext>
              </a:extLst>
            </p:cNvPr>
            <p:cNvSpPr/>
            <p:nvPr/>
          </p:nvSpPr>
          <p:spPr>
            <a:xfrm>
              <a:off x="8653697" y="2990605"/>
              <a:ext cx="207476" cy="231957"/>
            </a:xfrm>
            <a:custGeom>
              <a:avLst/>
              <a:gdLst>
                <a:gd name="connsiteX0" fmla="*/ 130246 w 207476"/>
                <a:gd name="connsiteY0" fmla="*/ 0 h 231957"/>
                <a:gd name="connsiteX1" fmla="*/ 0 w 207476"/>
                <a:gd name="connsiteY1" fmla="*/ 231957 h 231957"/>
                <a:gd name="connsiteX2" fmla="*/ 207477 w 207476"/>
                <a:gd name="connsiteY2" fmla="*/ 231957 h 231957"/>
                <a:gd name="connsiteX3" fmla="*/ 130246 w 207476"/>
                <a:gd name="connsiteY3" fmla="*/ 0 h 231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7476" h="231957">
                  <a:moveTo>
                    <a:pt x="130246" y="0"/>
                  </a:moveTo>
                  <a:lnTo>
                    <a:pt x="0" y="231957"/>
                  </a:lnTo>
                  <a:lnTo>
                    <a:pt x="207477" y="231957"/>
                  </a:lnTo>
                  <a:lnTo>
                    <a:pt x="130246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5" name="Freeform 74">
              <a:extLst>
                <a:ext uri="{FF2B5EF4-FFF2-40B4-BE49-F238E27FC236}">
                  <a16:creationId xmlns:a16="http://schemas.microsoft.com/office/drawing/2014/main" id="{C393C3C4-0F79-10B4-BC2B-E063E0CF8A5D}"/>
                </a:ext>
              </a:extLst>
            </p:cNvPr>
            <p:cNvSpPr/>
            <p:nvPr/>
          </p:nvSpPr>
          <p:spPr>
            <a:xfrm>
              <a:off x="8783944" y="2983886"/>
              <a:ext cx="317454" cy="72306"/>
            </a:xfrm>
            <a:custGeom>
              <a:avLst/>
              <a:gdLst>
                <a:gd name="connsiteX0" fmla="*/ 317455 w 317454"/>
                <a:gd name="connsiteY0" fmla="*/ 0 h 72306"/>
                <a:gd name="connsiteX1" fmla="*/ 0 w 317454"/>
                <a:gd name="connsiteY1" fmla="*/ 6719 h 72306"/>
                <a:gd name="connsiteX2" fmla="*/ 142193 w 317454"/>
                <a:gd name="connsiteY2" fmla="*/ 72307 h 72306"/>
                <a:gd name="connsiteX3" fmla="*/ 317455 w 317454"/>
                <a:gd name="connsiteY3" fmla="*/ 0 h 723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7454" h="72306">
                  <a:moveTo>
                    <a:pt x="317455" y="0"/>
                  </a:moveTo>
                  <a:lnTo>
                    <a:pt x="0" y="6719"/>
                  </a:lnTo>
                  <a:lnTo>
                    <a:pt x="142193" y="72307"/>
                  </a:lnTo>
                  <a:lnTo>
                    <a:pt x="317455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6" name="Freeform 75">
              <a:extLst>
                <a:ext uri="{FF2B5EF4-FFF2-40B4-BE49-F238E27FC236}">
                  <a16:creationId xmlns:a16="http://schemas.microsoft.com/office/drawing/2014/main" id="{732EF1CC-8E5C-7A3A-ACFC-67DBEAEBF28B}"/>
                </a:ext>
              </a:extLst>
            </p:cNvPr>
            <p:cNvSpPr/>
            <p:nvPr/>
          </p:nvSpPr>
          <p:spPr>
            <a:xfrm>
              <a:off x="8861174" y="3056193"/>
              <a:ext cx="106031" cy="166369"/>
            </a:xfrm>
            <a:custGeom>
              <a:avLst/>
              <a:gdLst>
                <a:gd name="connsiteX0" fmla="*/ 106032 w 106031"/>
                <a:gd name="connsiteY0" fmla="*/ 123604 h 166369"/>
                <a:gd name="connsiteX1" fmla="*/ 64963 w 106031"/>
                <a:gd name="connsiteY1" fmla="*/ 0 h 166369"/>
                <a:gd name="connsiteX2" fmla="*/ 0 w 106031"/>
                <a:gd name="connsiteY2" fmla="*/ 166369 h 166369"/>
                <a:gd name="connsiteX3" fmla="*/ 106032 w 106031"/>
                <a:gd name="connsiteY3" fmla="*/ 123604 h 1663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6031" h="166369">
                  <a:moveTo>
                    <a:pt x="106032" y="123604"/>
                  </a:moveTo>
                  <a:lnTo>
                    <a:pt x="64963" y="0"/>
                  </a:lnTo>
                  <a:lnTo>
                    <a:pt x="0" y="166369"/>
                  </a:lnTo>
                  <a:lnTo>
                    <a:pt x="106032" y="123604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7" name="Freeform 76">
              <a:extLst>
                <a:ext uri="{FF2B5EF4-FFF2-40B4-BE49-F238E27FC236}">
                  <a16:creationId xmlns:a16="http://schemas.microsoft.com/office/drawing/2014/main" id="{D7F27943-0C83-0943-9802-1D8D26275154}"/>
                </a:ext>
              </a:extLst>
            </p:cNvPr>
            <p:cNvSpPr/>
            <p:nvPr/>
          </p:nvSpPr>
          <p:spPr>
            <a:xfrm>
              <a:off x="8926137" y="2983886"/>
              <a:ext cx="175261" cy="195910"/>
            </a:xfrm>
            <a:custGeom>
              <a:avLst/>
              <a:gdLst>
                <a:gd name="connsiteX0" fmla="*/ 41069 w 175261"/>
                <a:gd name="connsiteY0" fmla="*/ 195911 h 195910"/>
                <a:gd name="connsiteX1" fmla="*/ 175262 w 175261"/>
                <a:gd name="connsiteY1" fmla="*/ 0 h 195910"/>
                <a:gd name="connsiteX2" fmla="*/ 0 w 175261"/>
                <a:gd name="connsiteY2" fmla="*/ 72307 h 195910"/>
                <a:gd name="connsiteX3" fmla="*/ 41069 w 175261"/>
                <a:gd name="connsiteY3" fmla="*/ 195911 h 1959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5261" h="195910">
                  <a:moveTo>
                    <a:pt x="41069" y="195911"/>
                  </a:moveTo>
                  <a:lnTo>
                    <a:pt x="175262" y="0"/>
                  </a:lnTo>
                  <a:lnTo>
                    <a:pt x="0" y="72307"/>
                  </a:lnTo>
                  <a:lnTo>
                    <a:pt x="41069" y="195911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8" name="Freeform 77">
              <a:extLst>
                <a:ext uri="{FF2B5EF4-FFF2-40B4-BE49-F238E27FC236}">
                  <a16:creationId xmlns:a16="http://schemas.microsoft.com/office/drawing/2014/main" id="{209D8125-FDFB-8B9E-ADC2-3281354CC84E}"/>
                </a:ext>
              </a:extLst>
            </p:cNvPr>
            <p:cNvSpPr/>
            <p:nvPr/>
          </p:nvSpPr>
          <p:spPr>
            <a:xfrm>
              <a:off x="8967206" y="2983886"/>
              <a:ext cx="212063" cy="305437"/>
            </a:xfrm>
            <a:custGeom>
              <a:avLst/>
              <a:gdLst>
                <a:gd name="connsiteX0" fmla="*/ 212063 w 212063"/>
                <a:gd name="connsiteY0" fmla="*/ 305437 h 305437"/>
                <a:gd name="connsiteX1" fmla="*/ 0 w 212063"/>
                <a:gd name="connsiteY1" fmla="*/ 195911 h 305437"/>
                <a:gd name="connsiteX2" fmla="*/ 134193 w 212063"/>
                <a:gd name="connsiteY2" fmla="*/ 0 h 305437"/>
                <a:gd name="connsiteX3" fmla="*/ 212063 w 212063"/>
                <a:gd name="connsiteY3" fmla="*/ 305437 h 3054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2063" h="305437">
                  <a:moveTo>
                    <a:pt x="212063" y="305437"/>
                  </a:moveTo>
                  <a:lnTo>
                    <a:pt x="0" y="195911"/>
                  </a:lnTo>
                  <a:lnTo>
                    <a:pt x="134193" y="0"/>
                  </a:lnTo>
                  <a:lnTo>
                    <a:pt x="212063" y="305437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9" name="Freeform 78">
              <a:extLst>
                <a:ext uri="{FF2B5EF4-FFF2-40B4-BE49-F238E27FC236}">
                  <a16:creationId xmlns:a16="http://schemas.microsoft.com/office/drawing/2014/main" id="{296EC918-4905-1985-04BF-CD3893397BA9}"/>
                </a:ext>
              </a:extLst>
            </p:cNvPr>
            <p:cNvSpPr/>
            <p:nvPr/>
          </p:nvSpPr>
          <p:spPr>
            <a:xfrm>
              <a:off x="8915577" y="3179797"/>
              <a:ext cx="138673" cy="199110"/>
            </a:xfrm>
            <a:custGeom>
              <a:avLst/>
              <a:gdLst>
                <a:gd name="connsiteX0" fmla="*/ 0 w 138673"/>
                <a:gd name="connsiteY0" fmla="*/ 199110 h 199110"/>
                <a:gd name="connsiteX1" fmla="*/ 138673 w 138673"/>
                <a:gd name="connsiteY1" fmla="*/ 165090 h 199110"/>
                <a:gd name="connsiteX2" fmla="*/ 51629 w 138673"/>
                <a:gd name="connsiteY2" fmla="*/ 0 h 199110"/>
                <a:gd name="connsiteX3" fmla="*/ 0 w 138673"/>
                <a:gd name="connsiteY3" fmla="*/ 199110 h 1991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8673" h="199110">
                  <a:moveTo>
                    <a:pt x="0" y="199110"/>
                  </a:moveTo>
                  <a:lnTo>
                    <a:pt x="138673" y="165090"/>
                  </a:lnTo>
                  <a:lnTo>
                    <a:pt x="51629" y="0"/>
                  </a:lnTo>
                  <a:lnTo>
                    <a:pt x="0" y="19911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0" name="Freeform 79">
              <a:extLst>
                <a:ext uri="{FF2B5EF4-FFF2-40B4-BE49-F238E27FC236}">
                  <a16:creationId xmlns:a16="http://schemas.microsoft.com/office/drawing/2014/main" id="{00698674-D0CA-77A4-FED6-B516F50C54D8}"/>
                </a:ext>
              </a:extLst>
            </p:cNvPr>
            <p:cNvSpPr/>
            <p:nvPr/>
          </p:nvSpPr>
          <p:spPr>
            <a:xfrm>
              <a:off x="8967206" y="3179797"/>
              <a:ext cx="212063" cy="165089"/>
            </a:xfrm>
            <a:custGeom>
              <a:avLst/>
              <a:gdLst>
                <a:gd name="connsiteX0" fmla="*/ 212063 w 212063"/>
                <a:gd name="connsiteY0" fmla="*/ 109527 h 165089"/>
                <a:gd name="connsiteX1" fmla="*/ 87044 w 212063"/>
                <a:gd name="connsiteY1" fmla="*/ 165090 h 165089"/>
                <a:gd name="connsiteX2" fmla="*/ 0 w 212063"/>
                <a:gd name="connsiteY2" fmla="*/ 0 h 165089"/>
                <a:gd name="connsiteX3" fmla="*/ 212063 w 212063"/>
                <a:gd name="connsiteY3" fmla="*/ 109527 h 1650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2063" h="165089">
                  <a:moveTo>
                    <a:pt x="212063" y="109527"/>
                  </a:moveTo>
                  <a:lnTo>
                    <a:pt x="87044" y="165090"/>
                  </a:lnTo>
                  <a:lnTo>
                    <a:pt x="0" y="0"/>
                  </a:lnTo>
                  <a:lnTo>
                    <a:pt x="212063" y="109527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1" name="Freeform 80">
              <a:extLst>
                <a:ext uri="{FF2B5EF4-FFF2-40B4-BE49-F238E27FC236}">
                  <a16:creationId xmlns:a16="http://schemas.microsoft.com/office/drawing/2014/main" id="{6C582ED2-918D-BC42-05ED-5FC68223830E}"/>
                </a:ext>
              </a:extLst>
            </p:cNvPr>
            <p:cNvSpPr/>
            <p:nvPr/>
          </p:nvSpPr>
          <p:spPr>
            <a:xfrm>
              <a:off x="9101399" y="2983886"/>
              <a:ext cx="223370" cy="305437"/>
            </a:xfrm>
            <a:custGeom>
              <a:avLst/>
              <a:gdLst>
                <a:gd name="connsiteX0" fmla="*/ 223371 w 223370"/>
                <a:gd name="connsiteY0" fmla="*/ 206789 h 305437"/>
                <a:gd name="connsiteX1" fmla="*/ 0 w 223370"/>
                <a:gd name="connsiteY1" fmla="*/ 0 h 305437"/>
                <a:gd name="connsiteX2" fmla="*/ 77871 w 223370"/>
                <a:gd name="connsiteY2" fmla="*/ 305437 h 305437"/>
                <a:gd name="connsiteX3" fmla="*/ 223371 w 223370"/>
                <a:gd name="connsiteY3" fmla="*/ 206789 h 3054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3370" h="305437">
                  <a:moveTo>
                    <a:pt x="223371" y="206789"/>
                  </a:moveTo>
                  <a:lnTo>
                    <a:pt x="0" y="0"/>
                  </a:lnTo>
                  <a:lnTo>
                    <a:pt x="77871" y="305437"/>
                  </a:lnTo>
                  <a:lnTo>
                    <a:pt x="223371" y="206789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2" name="Freeform 81">
              <a:extLst>
                <a:ext uri="{FF2B5EF4-FFF2-40B4-BE49-F238E27FC236}">
                  <a16:creationId xmlns:a16="http://schemas.microsoft.com/office/drawing/2014/main" id="{E057B38B-2305-D5A7-A2EA-300550CDAE31}"/>
                </a:ext>
              </a:extLst>
            </p:cNvPr>
            <p:cNvSpPr/>
            <p:nvPr/>
          </p:nvSpPr>
          <p:spPr>
            <a:xfrm>
              <a:off x="9054250" y="3344887"/>
              <a:ext cx="125019" cy="165196"/>
            </a:xfrm>
            <a:custGeom>
              <a:avLst/>
              <a:gdLst>
                <a:gd name="connsiteX0" fmla="*/ 109765 w 125019"/>
                <a:gd name="connsiteY0" fmla="*/ 43192 h 165196"/>
                <a:gd name="connsiteX1" fmla="*/ 0 w 125019"/>
                <a:gd name="connsiteY1" fmla="*/ 0 h 165196"/>
                <a:gd name="connsiteX2" fmla="*/ 125019 w 125019"/>
                <a:gd name="connsiteY2" fmla="*/ 165196 h 165196"/>
                <a:gd name="connsiteX3" fmla="*/ 109765 w 125019"/>
                <a:gd name="connsiteY3" fmla="*/ 43192 h 1651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5019" h="165196">
                  <a:moveTo>
                    <a:pt x="109765" y="43192"/>
                  </a:moveTo>
                  <a:lnTo>
                    <a:pt x="0" y="0"/>
                  </a:lnTo>
                  <a:lnTo>
                    <a:pt x="125019" y="165196"/>
                  </a:lnTo>
                  <a:lnTo>
                    <a:pt x="109765" y="43192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3" name="Freeform 82">
              <a:extLst>
                <a:ext uri="{FF2B5EF4-FFF2-40B4-BE49-F238E27FC236}">
                  <a16:creationId xmlns:a16="http://schemas.microsoft.com/office/drawing/2014/main" id="{206E709C-14FB-2786-FF6E-F16D44F21A73}"/>
                </a:ext>
              </a:extLst>
            </p:cNvPr>
            <p:cNvSpPr/>
            <p:nvPr/>
          </p:nvSpPr>
          <p:spPr>
            <a:xfrm>
              <a:off x="9164015" y="3190675"/>
              <a:ext cx="160754" cy="197403"/>
            </a:xfrm>
            <a:custGeom>
              <a:avLst/>
              <a:gdLst>
                <a:gd name="connsiteX0" fmla="*/ 15254 w 160754"/>
                <a:gd name="connsiteY0" fmla="*/ 98649 h 197403"/>
                <a:gd name="connsiteX1" fmla="*/ 0 w 160754"/>
                <a:gd name="connsiteY1" fmla="*/ 197403 h 197403"/>
                <a:gd name="connsiteX2" fmla="*/ 160754 w 160754"/>
                <a:gd name="connsiteY2" fmla="*/ 0 h 197403"/>
                <a:gd name="connsiteX3" fmla="*/ 15254 w 160754"/>
                <a:gd name="connsiteY3" fmla="*/ 98649 h 197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0754" h="197403">
                  <a:moveTo>
                    <a:pt x="15254" y="98649"/>
                  </a:moveTo>
                  <a:lnTo>
                    <a:pt x="0" y="197403"/>
                  </a:lnTo>
                  <a:lnTo>
                    <a:pt x="160754" y="0"/>
                  </a:lnTo>
                  <a:lnTo>
                    <a:pt x="15254" y="98649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4" name="Freeform 83">
              <a:extLst>
                <a:ext uri="{FF2B5EF4-FFF2-40B4-BE49-F238E27FC236}">
                  <a16:creationId xmlns:a16="http://schemas.microsoft.com/office/drawing/2014/main" id="{E1D537C3-0206-3C60-DF48-C283DABC373F}"/>
                </a:ext>
              </a:extLst>
            </p:cNvPr>
            <p:cNvSpPr/>
            <p:nvPr/>
          </p:nvSpPr>
          <p:spPr>
            <a:xfrm>
              <a:off x="9288714" y="3190675"/>
              <a:ext cx="311694" cy="248487"/>
            </a:xfrm>
            <a:custGeom>
              <a:avLst/>
              <a:gdLst>
                <a:gd name="connsiteX0" fmla="*/ 311695 w 311694"/>
                <a:gd name="connsiteY0" fmla="*/ 80945 h 248487"/>
                <a:gd name="connsiteX1" fmla="*/ 36055 w 311694"/>
                <a:gd name="connsiteY1" fmla="*/ 0 h 248487"/>
                <a:gd name="connsiteX2" fmla="*/ 0 w 311694"/>
                <a:gd name="connsiteY2" fmla="*/ 248487 h 248487"/>
                <a:gd name="connsiteX3" fmla="*/ 311695 w 311694"/>
                <a:gd name="connsiteY3" fmla="*/ 80945 h 2484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1694" h="248487">
                  <a:moveTo>
                    <a:pt x="311695" y="80945"/>
                  </a:moveTo>
                  <a:lnTo>
                    <a:pt x="36055" y="0"/>
                  </a:lnTo>
                  <a:lnTo>
                    <a:pt x="0" y="248487"/>
                  </a:lnTo>
                  <a:lnTo>
                    <a:pt x="311695" y="80945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5" name="Freeform 84">
              <a:extLst>
                <a:ext uri="{FF2B5EF4-FFF2-40B4-BE49-F238E27FC236}">
                  <a16:creationId xmlns:a16="http://schemas.microsoft.com/office/drawing/2014/main" id="{9A61C230-FDAC-B420-EAF8-BBFA8C6F83AD}"/>
                </a:ext>
              </a:extLst>
            </p:cNvPr>
            <p:cNvSpPr/>
            <p:nvPr/>
          </p:nvSpPr>
          <p:spPr>
            <a:xfrm>
              <a:off x="9101399" y="2983886"/>
              <a:ext cx="456448" cy="206788"/>
            </a:xfrm>
            <a:custGeom>
              <a:avLst/>
              <a:gdLst>
                <a:gd name="connsiteX0" fmla="*/ 0 w 456448"/>
                <a:gd name="connsiteY0" fmla="*/ 0 h 206788"/>
                <a:gd name="connsiteX1" fmla="*/ 456449 w 456448"/>
                <a:gd name="connsiteY1" fmla="*/ 23462 h 206788"/>
                <a:gd name="connsiteX2" fmla="*/ 223371 w 456448"/>
                <a:gd name="connsiteY2" fmla="*/ 206789 h 206788"/>
                <a:gd name="connsiteX3" fmla="*/ 0 w 456448"/>
                <a:gd name="connsiteY3" fmla="*/ 0 h 206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56448" h="206788">
                  <a:moveTo>
                    <a:pt x="0" y="0"/>
                  </a:moveTo>
                  <a:lnTo>
                    <a:pt x="456449" y="23462"/>
                  </a:lnTo>
                  <a:lnTo>
                    <a:pt x="223371" y="20678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6" name="Freeform 85">
              <a:extLst>
                <a:ext uri="{FF2B5EF4-FFF2-40B4-BE49-F238E27FC236}">
                  <a16:creationId xmlns:a16="http://schemas.microsoft.com/office/drawing/2014/main" id="{380362AD-DD7F-6C80-B317-79FA811663F6}"/>
                </a:ext>
              </a:extLst>
            </p:cNvPr>
            <p:cNvSpPr/>
            <p:nvPr/>
          </p:nvSpPr>
          <p:spPr>
            <a:xfrm>
              <a:off x="9557847" y="3007349"/>
              <a:ext cx="228811" cy="264271"/>
            </a:xfrm>
            <a:custGeom>
              <a:avLst/>
              <a:gdLst>
                <a:gd name="connsiteX0" fmla="*/ 228811 w 228811"/>
                <a:gd name="connsiteY0" fmla="*/ 76039 h 264271"/>
                <a:gd name="connsiteX1" fmla="*/ 0 w 228811"/>
                <a:gd name="connsiteY1" fmla="*/ 0 h 264271"/>
                <a:gd name="connsiteX2" fmla="*/ 42562 w 228811"/>
                <a:gd name="connsiteY2" fmla="*/ 264271 h 264271"/>
                <a:gd name="connsiteX3" fmla="*/ 228811 w 228811"/>
                <a:gd name="connsiteY3" fmla="*/ 76039 h 264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8811" h="264271">
                  <a:moveTo>
                    <a:pt x="228811" y="76039"/>
                  </a:moveTo>
                  <a:lnTo>
                    <a:pt x="0" y="0"/>
                  </a:lnTo>
                  <a:lnTo>
                    <a:pt x="42562" y="264271"/>
                  </a:lnTo>
                  <a:lnTo>
                    <a:pt x="228811" y="76039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7" name="Freeform 86">
              <a:extLst>
                <a:ext uri="{FF2B5EF4-FFF2-40B4-BE49-F238E27FC236}">
                  <a16:creationId xmlns:a16="http://schemas.microsoft.com/office/drawing/2014/main" id="{3CCE8500-6DBE-D75C-FC26-D395277B95FF}"/>
                </a:ext>
              </a:extLst>
            </p:cNvPr>
            <p:cNvSpPr/>
            <p:nvPr/>
          </p:nvSpPr>
          <p:spPr>
            <a:xfrm>
              <a:off x="9101399" y="2796721"/>
              <a:ext cx="456448" cy="210627"/>
            </a:xfrm>
            <a:custGeom>
              <a:avLst/>
              <a:gdLst>
                <a:gd name="connsiteX0" fmla="*/ 0 w 456448"/>
                <a:gd name="connsiteY0" fmla="*/ 187165 h 210627"/>
                <a:gd name="connsiteX1" fmla="*/ 80324 w 456448"/>
                <a:gd name="connsiteY1" fmla="*/ 0 h 210627"/>
                <a:gd name="connsiteX2" fmla="*/ 456449 w 456448"/>
                <a:gd name="connsiteY2" fmla="*/ 210628 h 210627"/>
                <a:gd name="connsiteX3" fmla="*/ 0 w 456448"/>
                <a:gd name="connsiteY3" fmla="*/ 187165 h 210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56448" h="210627">
                  <a:moveTo>
                    <a:pt x="0" y="187165"/>
                  </a:moveTo>
                  <a:lnTo>
                    <a:pt x="80324" y="0"/>
                  </a:lnTo>
                  <a:lnTo>
                    <a:pt x="456449" y="210628"/>
                  </a:lnTo>
                  <a:lnTo>
                    <a:pt x="0" y="187165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8" name="Freeform 87">
              <a:extLst>
                <a:ext uri="{FF2B5EF4-FFF2-40B4-BE49-F238E27FC236}">
                  <a16:creationId xmlns:a16="http://schemas.microsoft.com/office/drawing/2014/main" id="{34302BB7-D472-B8C3-D005-F45FECB2B199}"/>
                </a:ext>
              </a:extLst>
            </p:cNvPr>
            <p:cNvSpPr/>
            <p:nvPr/>
          </p:nvSpPr>
          <p:spPr>
            <a:xfrm>
              <a:off x="8783944" y="2708097"/>
              <a:ext cx="317454" cy="282507"/>
            </a:xfrm>
            <a:custGeom>
              <a:avLst/>
              <a:gdLst>
                <a:gd name="connsiteX0" fmla="*/ 172275 w 317454"/>
                <a:gd name="connsiteY0" fmla="*/ 0 h 282507"/>
                <a:gd name="connsiteX1" fmla="*/ 0 w 317454"/>
                <a:gd name="connsiteY1" fmla="*/ 282508 h 282507"/>
                <a:gd name="connsiteX2" fmla="*/ 317455 w 317454"/>
                <a:gd name="connsiteY2" fmla="*/ 275789 h 282507"/>
                <a:gd name="connsiteX3" fmla="*/ 172275 w 317454"/>
                <a:gd name="connsiteY3" fmla="*/ 0 h 2825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7454" h="282507">
                  <a:moveTo>
                    <a:pt x="172275" y="0"/>
                  </a:moveTo>
                  <a:lnTo>
                    <a:pt x="0" y="282508"/>
                  </a:lnTo>
                  <a:lnTo>
                    <a:pt x="317455" y="275789"/>
                  </a:lnTo>
                  <a:lnTo>
                    <a:pt x="172275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9" name="Freeform 88">
              <a:extLst>
                <a:ext uri="{FF2B5EF4-FFF2-40B4-BE49-F238E27FC236}">
                  <a16:creationId xmlns:a16="http://schemas.microsoft.com/office/drawing/2014/main" id="{C268A3F1-2D4F-3839-E8BF-707C7B87C3F1}"/>
                </a:ext>
              </a:extLst>
            </p:cNvPr>
            <p:cNvSpPr/>
            <p:nvPr/>
          </p:nvSpPr>
          <p:spPr>
            <a:xfrm>
              <a:off x="8494543" y="2975461"/>
              <a:ext cx="159154" cy="247101"/>
            </a:xfrm>
            <a:custGeom>
              <a:avLst/>
              <a:gdLst>
                <a:gd name="connsiteX0" fmla="*/ 106672 w 159154"/>
                <a:gd name="connsiteY0" fmla="*/ 0 h 247101"/>
                <a:gd name="connsiteX1" fmla="*/ 159154 w 159154"/>
                <a:gd name="connsiteY1" fmla="*/ 247101 h 247101"/>
                <a:gd name="connsiteX2" fmla="*/ 0 w 159154"/>
                <a:gd name="connsiteY2" fmla="*/ 122751 h 247101"/>
                <a:gd name="connsiteX3" fmla="*/ 106672 w 159154"/>
                <a:gd name="connsiteY3" fmla="*/ 0 h 2471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154" h="247101">
                  <a:moveTo>
                    <a:pt x="106672" y="0"/>
                  </a:moveTo>
                  <a:lnTo>
                    <a:pt x="159154" y="247101"/>
                  </a:lnTo>
                  <a:lnTo>
                    <a:pt x="0" y="122751"/>
                  </a:lnTo>
                  <a:lnTo>
                    <a:pt x="106672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0" name="Freeform 89">
              <a:extLst>
                <a:ext uri="{FF2B5EF4-FFF2-40B4-BE49-F238E27FC236}">
                  <a16:creationId xmlns:a16="http://schemas.microsoft.com/office/drawing/2014/main" id="{3BDB814E-041C-9C42-4C9F-98D942D3C4F6}"/>
                </a:ext>
              </a:extLst>
            </p:cNvPr>
            <p:cNvSpPr/>
            <p:nvPr/>
          </p:nvSpPr>
          <p:spPr>
            <a:xfrm>
              <a:off x="8653697" y="3222563"/>
              <a:ext cx="152647" cy="208068"/>
            </a:xfrm>
            <a:custGeom>
              <a:avLst/>
              <a:gdLst>
                <a:gd name="connsiteX0" fmla="*/ 152647 w 152647"/>
                <a:gd name="connsiteY0" fmla="*/ 146107 h 208068"/>
                <a:gd name="connsiteX1" fmla="*/ 0 w 152647"/>
                <a:gd name="connsiteY1" fmla="*/ 0 h 208068"/>
                <a:gd name="connsiteX2" fmla="*/ 33495 w 152647"/>
                <a:gd name="connsiteY2" fmla="*/ 208068 h 208068"/>
                <a:gd name="connsiteX3" fmla="*/ 152647 w 152647"/>
                <a:gd name="connsiteY3" fmla="*/ 146107 h 208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647" h="208068">
                  <a:moveTo>
                    <a:pt x="152647" y="146107"/>
                  </a:moveTo>
                  <a:lnTo>
                    <a:pt x="0" y="0"/>
                  </a:lnTo>
                  <a:lnTo>
                    <a:pt x="33495" y="208068"/>
                  </a:lnTo>
                  <a:lnTo>
                    <a:pt x="152647" y="146107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1" name="Freeform 90">
              <a:extLst>
                <a:ext uri="{FF2B5EF4-FFF2-40B4-BE49-F238E27FC236}">
                  <a16:creationId xmlns:a16="http://schemas.microsoft.com/office/drawing/2014/main" id="{DEF862BB-213F-6807-BF94-B702665D0471}"/>
                </a:ext>
              </a:extLst>
            </p:cNvPr>
            <p:cNvSpPr/>
            <p:nvPr/>
          </p:nvSpPr>
          <p:spPr>
            <a:xfrm>
              <a:off x="8392885" y="3222563"/>
              <a:ext cx="294307" cy="249767"/>
            </a:xfrm>
            <a:custGeom>
              <a:avLst/>
              <a:gdLst>
                <a:gd name="connsiteX0" fmla="*/ 0 w 294307"/>
                <a:gd name="connsiteY0" fmla="*/ 249767 h 249767"/>
                <a:gd name="connsiteX1" fmla="*/ 260812 w 294307"/>
                <a:gd name="connsiteY1" fmla="*/ 0 h 249767"/>
                <a:gd name="connsiteX2" fmla="*/ 294307 w 294307"/>
                <a:gd name="connsiteY2" fmla="*/ 208068 h 249767"/>
                <a:gd name="connsiteX3" fmla="*/ 0 w 294307"/>
                <a:gd name="connsiteY3" fmla="*/ 249767 h 249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307" h="249767">
                  <a:moveTo>
                    <a:pt x="0" y="249767"/>
                  </a:moveTo>
                  <a:lnTo>
                    <a:pt x="260812" y="0"/>
                  </a:lnTo>
                  <a:lnTo>
                    <a:pt x="294307" y="208068"/>
                  </a:lnTo>
                  <a:lnTo>
                    <a:pt x="0" y="249767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2" name="Freeform 91">
              <a:extLst>
                <a:ext uri="{FF2B5EF4-FFF2-40B4-BE49-F238E27FC236}">
                  <a16:creationId xmlns:a16="http://schemas.microsoft.com/office/drawing/2014/main" id="{CB684A7F-4A51-1AC1-BC6A-802E9CC12C8E}"/>
                </a:ext>
              </a:extLst>
            </p:cNvPr>
            <p:cNvSpPr/>
            <p:nvPr/>
          </p:nvSpPr>
          <p:spPr>
            <a:xfrm>
              <a:off x="8472676" y="2816877"/>
              <a:ext cx="128539" cy="281334"/>
            </a:xfrm>
            <a:custGeom>
              <a:avLst/>
              <a:gdLst>
                <a:gd name="connsiteX0" fmla="*/ 0 w 128539"/>
                <a:gd name="connsiteY0" fmla="*/ 0 h 281334"/>
                <a:gd name="connsiteX1" fmla="*/ 21868 w 128539"/>
                <a:gd name="connsiteY1" fmla="*/ 281335 h 281334"/>
                <a:gd name="connsiteX2" fmla="*/ 128539 w 128539"/>
                <a:gd name="connsiteY2" fmla="*/ 158584 h 281334"/>
                <a:gd name="connsiteX3" fmla="*/ 0 w 128539"/>
                <a:gd name="connsiteY3" fmla="*/ 0 h 2813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8539" h="281334">
                  <a:moveTo>
                    <a:pt x="0" y="0"/>
                  </a:moveTo>
                  <a:lnTo>
                    <a:pt x="21868" y="281335"/>
                  </a:lnTo>
                  <a:lnTo>
                    <a:pt x="128539" y="158584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3" name="Freeform 92">
              <a:extLst>
                <a:ext uri="{FF2B5EF4-FFF2-40B4-BE49-F238E27FC236}">
                  <a16:creationId xmlns:a16="http://schemas.microsoft.com/office/drawing/2014/main" id="{97886249-075E-0BF9-7F9D-A4B4097D59FF}"/>
                </a:ext>
              </a:extLst>
            </p:cNvPr>
            <p:cNvSpPr/>
            <p:nvPr/>
          </p:nvSpPr>
          <p:spPr>
            <a:xfrm>
              <a:off x="8472676" y="2764194"/>
              <a:ext cx="128539" cy="211267"/>
            </a:xfrm>
            <a:custGeom>
              <a:avLst/>
              <a:gdLst>
                <a:gd name="connsiteX0" fmla="*/ 79897 w 128539"/>
                <a:gd name="connsiteY0" fmla="*/ 0 h 211267"/>
                <a:gd name="connsiteX1" fmla="*/ 0 w 128539"/>
                <a:gd name="connsiteY1" fmla="*/ 52684 h 211267"/>
                <a:gd name="connsiteX2" fmla="*/ 128539 w 128539"/>
                <a:gd name="connsiteY2" fmla="*/ 211268 h 211267"/>
                <a:gd name="connsiteX3" fmla="*/ 79897 w 128539"/>
                <a:gd name="connsiteY3" fmla="*/ 0 h 211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8539" h="211267">
                  <a:moveTo>
                    <a:pt x="79897" y="0"/>
                  </a:moveTo>
                  <a:lnTo>
                    <a:pt x="0" y="52684"/>
                  </a:lnTo>
                  <a:lnTo>
                    <a:pt x="128539" y="211268"/>
                  </a:lnTo>
                  <a:lnTo>
                    <a:pt x="79897" y="0"/>
                  </a:lnTo>
                  <a:close/>
                </a:path>
              </a:pathLst>
            </a:custGeom>
            <a:solidFill>
              <a:srgbClr val="763B7F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4" name="Freeform 93">
              <a:extLst>
                <a:ext uri="{FF2B5EF4-FFF2-40B4-BE49-F238E27FC236}">
                  <a16:creationId xmlns:a16="http://schemas.microsoft.com/office/drawing/2014/main" id="{A6562C6E-BC55-4F14-C8EC-6A41AEBCC831}"/>
                </a:ext>
              </a:extLst>
            </p:cNvPr>
            <p:cNvSpPr/>
            <p:nvPr/>
          </p:nvSpPr>
          <p:spPr>
            <a:xfrm>
              <a:off x="8305841" y="2764194"/>
              <a:ext cx="188702" cy="334018"/>
            </a:xfrm>
            <a:custGeom>
              <a:avLst/>
              <a:gdLst>
                <a:gd name="connsiteX0" fmla="*/ 0 w 188702"/>
                <a:gd name="connsiteY0" fmla="*/ 0 h 334018"/>
                <a:gd name="connsiteX1" fmla="*/ 166835 w 188702"/>
                <a:gd name="connsiteY1" fmla="*/ 52684 h 334018"/>
                <a:gd name="connsiteX2" fmla="*/ 188702 w 188702"/>
                <a:gd name="connsiteY2" fmla="*/ 334019 h 334018"/>
                <a:gd name="connsiteX3" fmla="*/ 0 w 188702"/>
                <a:gd name="connsiteY3" fmla="*/ 0 h 3340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702" h="334018">
                  <a:moveTo>
                    <a:pt x="0" y="0"/>
                  </a:moveTo>
                  <a:lnTo>
                    <a:pt x="166835" y="52684"/>
                  </a:lnTo>
                  <a:lnTo>
                    <a:pt x="188702" y="33401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5" name="Freeform 94">
              <a:extLst>
                <a:ext uri="{FF2B5EF4-FFF2-40B4-BE49-F238E27FC236}">
                  <a16:creationId xmlns:a16="http://schemas.microsoft.com/office/drawing/2014/main" id="{08F905A7-6125-E9DF-EADB-ACA01675886B}"/>
                </a:ext>
              </a:extLst>
            </p:cNvPr>
            <p:cNvSpPr/>
            <p:nvPr/>
          </p:nvSpPr>
          <p:spPr>
            <a:xfrm>
              <a:off x="8283333" y="3347446"/>
              <a:ext cx="109551" cy="224065"/>
            </a:xfrm>
            <a:custGeom>
              <a:avLst/>
              <a:gdLst>
                <a:gd name="connsiteX0" fmla="*/ 0 w 109551"/>
                <a:gd name="connsiteY0" fmla="*/ 0 h 224065"/>
                <a:gd name="connsiteX1" fmla="*/ 109552 w 109551"/>
                <a:gd name="connsiteY1" fmla="*/ 124884 h 224065"/>
                <a:gd name="connsiteX2" fmla="*/ 73177 w 109551"/>
                <a:gd name="connsiteY2" fmla="*/ 224066 h 224065"/>
                <a:gd name="connsiteX3" fmla="*/ 0 w 109551"/>
                <a:gd name="connsiteY3" fmla="*/ 0 h 2240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9551" h="224065">
                  <a:moveTo>
                    <a:pt x="0" y="0"/>
                  </a:moveTo>
                  <a:lnTo>
                    <a:pt x="109552" y="124884"/>
                  </a:lnTo>
                  <a:lnTo>
                    <a:pt x="73177" y="224066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6" name="Freeform 95">
              <a:extLst>
                <a:ext uri="{FF2B5EF4-FFF2-40B4-BE49-F238E27FC236}">
                  <a16:creationId xmlns:a16="http://schemas.microsoft.com/office/drawing/2014/main" id="{3E9136BF-8AF1-99AB-0A89-B874FE3A9C40}"/>
                </a:ext>
              </a:extLst>
            </p:cNvPr>
            <p:cNvSpPr/>
            <p:nvPr/>
          </p:nvSpPr>
          <p:spPr>
            <a:xfrm>
              <a:off x="8039908" y="3347446"/>
              <a:ext cx="243425" cy="196657"/>
            </a:xfrm>
            <a:custGeom>
              <a:avLst/>
              <a:gdLst>
                <a:gd name="connsiteX0" fmla="*/ 0 w 243425"/>
                <a:gd name="connsiteY0" fmla="*/ 122964 h 196657"/>
                <a:gd name="connsiteX1" fmla="*/ 243425 w 243425"/>
                <a:gd name="connsiteY1" fmla="*/ 0 h 196657"/>
                <a:gd name="connsiteX2" fmla="*/ 167475 w 243425"/>
                <a:gd name="connsiteY2" fmla="*/ 196657 h 196657"/>
                <a:gd name="connsiteX3" fmla="*/ 0 w 243425"/>
                <a:gd name="connsiteY3" fmla="*/ 122964 h 196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3425" h="196657">
                  <a:moveTo>
                    <a:pt x="0" y="122964"/>
                  </a:moveTo>
                  <a:lnTo>
                    <a:pt x="243425" y="0"/>
                  </a:lnTo>
                  <a:lnTo>
                    <a:pt x="167475" y="196657"/>
                  </a:lnTo>
                  <a:lnTo>
                    <a:pt x="0" y="122964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7" name="Freeform 96">
              <a:extLst>
                <a:ext uri="{FF2B5EF4-FFF2-40B4-BE49-F238E27FC236}">
                  <a16:creationId xmlns:a16="http://schemas.microsoft.com/office/drawing/2014/main" id="{1A25BC5C-FEB7-C8F2-8971-3AF44EB25930}"/>
                </a:ext>
              </a:extLst>
            </p:cNvPr>
            <p:cNvSpPr/>
            <p:nvPr/>
          </p:nvSpPr>
          <p:spPr>
            <a:xfrm>
              <a:off x="8134953" y="3088081"/>
              <a:ext cx="243105" cy="259365"/>
            </a:xfrm>
            <a:custGeom>
              <a:avLst/>
              <a:gdLst>
                <a:gd name="connsiteX0" fmla="*/ 0 w 243105"/>
                <a:gd name="connsiteY0" fmla="*/ 5012 h 259365"/>
                <a:gd name="connsiteX1" fmla="*/ 148380 w 243105"/>
                <a:gd name="connsiteY1" fmla="*/ 259366 h 259365"/>
                <a:gd name="connsiteX2" fmla="*/ 243105 w 243105"/>
                <a:gd name="connsiteY2" fmla="*/ 0 h 259365"/>
                <a:gd name="connsiteX3" fmla="*/ 0 w 243105"/>
                <a:gd name="connsiteY3" fmla="*/ 5012 h 2593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3105" h="259365">
                  <a:moveTo>
                    <a:pt x="0" y="5012"/>
                  </a:moveTo>
                  <a:lnTo>
                    <a:pt x="148380" y="259366"/>
                  </a:lnTo>
                  <a:lnTo>
                    <a:pt x="243105" y="0"/>
                  </a:lnTo>
                  <a:lnTo>
                    <a:pt x="0" y="5012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8" name="Freeform 97">
              <a:extLst>
                <a:ext uri="{FF2B5EF4-FFF2-40B4-BE49-F238E27FC236}">
                  <a16:creationId xmlns:a16="http://schemas.microsoft.com/office/drawing/2014/main" id="{B11BADF7-AE26-CB6A-6F5E-1D7D92ED2473}"/>
                </a:ext>
              </a:extLst>
            </p:cNvPr>
            <p:cNvSpPr/>
            <p:nvPr/>
          </p:nvSpPr>
          <p:spPr>
            <a:xfrm>
              <a:off x="8005560" y="3093093"/>
              <a:ext cx="277773" cy="254353"/>
            </a:xfrm>
            <a:custGeom>
              <a:avLst/>
              <a:gdLst>
                <a:gd name="connsiteX0" fmla="*/ 0 w 277773"/>
                <a:gd name="connsiteY0" fmla="*/ 111020 h 254353"/>
                <a:gd name="connsiteX1" fmla="*/ 129393 w 277773"/>
                <a:gd name="connsiteY1" fmla="*/ 0 h 254353"/>
                <a:gd name="connsiteX2" fmla="*/ 277773 w 277773"/>
                <a:gd name="connsiteY2" fmla="*/ 254353 h 254353"/>
                <a:gd name="connsiteX3" fmla="*/ 0 w 277773"/>
                <a:gd name="connsiteY3" fmla="*/ 111020 h 2543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7773" h="254353">
                  <a:moveTo>
                    <a:pt x="0" y="111020"/>
                  </a:moveTo>
                  <a:lnTo>
                    <a:pt x="129393" y="0"/>
                  </a:lnTo>
                  <a:lnTo>
                    <a:pt x="277773" y="254353"/>
                  </a:lnTo>
                  <a:lnTo>
                    <a:pt x="0" y="11102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9" name="Freeform 98">
              <a:extLst>
                <a:ext uri="{FF2B5EF4-FFF2-40B4-BE49-F238E27FC236}">
                  <a16:creationId xmlns:a16="http://schemas.microsoft.com/office/drawing/2014/main" id="{DD3FD29B-AA8D-494C-E3EB-A9EE6CC85727}"/>
                </a:ext>
              </a:extLst>
            </p:cNvPr>
            <p:cNvSpPr/>
            <p:nvPr/>
          </p:nvSpPr>
          <p:spPr>
            <a:xfrm>
              <a:off x="7847259" y="3204113"/>
              <a:ext cx="436074" cy="163063"/>
            </a:xfrm>
            <a:custGeom>
              <a:avLst/>
              <a:gdLst>
                <a:gd name="connsiteX0" fmla="*/ 0 w 436074"/>
                <a:gd name="connsiteY0" fmla="*/ 163063 h 163063"/>
                <a:gd name="connsiteX1" fmla="*/ 158301 w 436074"/>
                <a:gd name="connsiteY1" fmla="*/ 0 h 163063"/>
                <a:gd name="connsiteX2" fmla="*/ 436074 w 436074"/>
                <a:gd name="connsiteY2" fmla="*/ 143334 h 163063"/>
                <a:gd name="connsiteX3" fmla="*/ 0 w 436074"/>
                <a:gd name="connsiteY3" fmla="*/ 163063 h 1630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6074" h="163063">
                  <a:moveTo>
                    <a:pt x="0" y="163063"/>
                  </a:moveTo>
                  <a:lnTo>
                    <a:pt x="158301" y="0"/>
                  </a:lnTo>
                  <a:lnTo>
                    <a:pt x="436074" y="143334"/>
                  </a:lnTo>
                  <a:lnTo>
                    <a:pt x="0" y="163063"/>
                  </a:lnTo>
                  <a:close/>
                </a:path>
              </a:pathLst>
            </a:custGeom>
            <a:solidFill>
              <a:srgbClr val="F4772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0" name="Freeform 99">
              <a:extLst>
                <a:ext uri="{FF2B5EF4-FFF2-40B4-BE49-F238E27FC236}">
                  <a16:creationId xmlns:a16="http://schemas.microsoft.com/office/drawing/2014/main" id="{A6D312A1-B21B-09D2-9A48-10E706F6A5BE}"/>
                </a:ext>
              </a:extLst>
            </p:cNvPr>
            <p:cNvSpPr/>
            <p:nvPr/>
          </p:nvSpPr>
          <p:spPr>
            <a:xfrm>
              <a:off x="7647250" y="3098212"/>
              <a:ext cx="218463" cy="320154"/>
            </a:xfrm>
            <a:custGeom>
              <a:avLst/>
              <a:gdLst>
                <a:gd name="connsiteX0" fmla="*/ 218464 w 218463"/>
                <a:gd name="connsiteY0" fmla="*/ 0 h 320154"/>
                <a:gd name="connsiteX1" fmla="*/ 200010 w 218463"/>
                <a:gd name="connsiteY1" fmla="*/ 268964 h 320154"/>
                <a:gd name="connsiteX2" fmla="*/ 0 w 218463"/>
                <a:gd name="connsiteY2" fmla="*/ 320154 h 320154"/>
                <a:gd name="connsiteX3" fmla="*/ 218464 w 218463"/>
                <a:gd name="connsiteY3" fmla="*/ 0 h 320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8463" h="320154">
                  <a:moveTo>
                    <a:pt x="218464" y="0"/>
                  </a:moveTo>
                  <a:lnTo>
                    <a:pt x="200010" y="268964"/>
                  </a:lnTo>
                  <a:lnTo>
                    <a:pt x="0" y="320154"/>
                  </a:lnTo>
                  <a:lnTo>
                    <a:pt x="218464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Freeform 100">
              <a:extLst>
                <a:ext uri="{FF2B5EF4-FFF2-40B4-BE49-F238E27FC236}">
                  <a16:creationId xmlns:a16="http://schemas.microsoft.com/office/drawing/2014/main" id="{C6536E37-C214-419F-BF6F-73E200F87BF4}"/>
                </a:ext>
              </a:extLst>
            </p:cNvPr>
            <p:cNvSpPr/>
            <p:nvPr/>
          </p:nvSpPr>
          <p:spPr>
            <a:xfrm>
              <a:off x="7628795" y="3052780"/>
              <a:ext cx="236917" cy="150052"/>
            </a:xfrm>
            <a:custGeom>
              <a:avLst/>
              <a:gdLst>
                <a:gd name="connsiteX0" fmla="*/ 0 w 236917"/>
                <a:gd name="connsiteY0" fmla="*/ 150052 h 150052"/>
                <a:gd name="connsiteX1" fmla="*/ 42349 w 236917"/>
                <a:gd name="connsiteY1" fmla="*/ 0 h 150052"/>
                <a:gd name="connsiteX2" fmla="*/ 236918 w 236917"/>
                <a:gd name="connsiteY2" fmla="*/ 45432 h 150052"/>
                <a:gd name="connsiteX3" fmla="*/ 0 w 236917"/>
                <a:gd name="connsiteY3" fmla="*/ 150052 h 1500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6917" h="150052">
                  <a:moveTo>
                    <a:pt x="0" y="150052"/>
                  </a:moveTo>
                  <a:lnTo>
                    <a:pt x="42349" y="0"/>
                  </a:lnTo>
                  <a:lnTo>
                    <a:pt x="236918" y="45432"/>
                  </a:lnTo>
                  <a:lnTo>
                    <a:pt x="0" y="150052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Freeform 101">
              <a:extLst>
                <a:ext uri="{FF2B5EF4-FFF2-40B4-BE49-F238E27FC236}">
                  <a16:creationId xmlns:a16="http://schemas.microsoft.com/office/drawing/2014/main" id="{80ACA04C-701C-FA57-4747-947E16AF723B}"/>
                </a:ext>
              </a:extLst>
            </p:cNvPr>
            <p:cNvSpPr/>
            <p:nvPr/>
          </p:nvSpPr>
          <p:spPr>
            <a:xfrm>
              <a:off x="7628795" y="3098212"/>
              <a:ext cx="236917" cy="320154"/>
            </a:xfrm>
            <a:custGeom>
              <a:avLst/>
              <a:gdLst>
                <a:gd name="connsiteX0" fmla="*/ 18454 w 236917"/>
                <a:gd name="connsiteY0" fmla="*/ 320154 h 320154"/>
                <a:gd name="connsiteX1" fmla="*/ 0 w 236917"/>
                <a:gd name="connsiteY1" fmla="*/ 104621 h 320154"/>
                <a:gd name="connsiteX2" fmla="*/ 236918 w 236917"/>
                <a:gd name="connsiteY2" fmla="*/ 0 h 320154"/>
                <a:gd name="connsiteX3" fmla="*/ 18454 w 236917"/>
                <a:gd name="connsiteY3" fmla="*/ 320154 h 320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6917" h="320154">
                  <a:moveTo>
                    <a:pt x="18454" y="320154"/>
                  </a:moveTo>
                  <a:lnTo>
                    <a:pt x="0" y="104621"/>
                  </a:lnTo>
                  <a:lnTo>
                    <a:pt x="236918" y="0"/>
                  </a:lnTo>
                  <a:lnTo>
                    <a:pt x="18454" y="320154"/>
                  </a:lnTo>
                  <a:close/>
                </a:path>
              </a:pathLst>
            </a:custGeom>
            <a:solidFill>
              <a:srgbClr val="763B7F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Freeform 102">
              <a:extLst>
                <a:ext uri="{FF2B5EF4-FFF2-40B4-BE49-F238E27FC236}">
                  <a16:creationId xmlns:a16="http://schemas.microsoft.com/office/drawing/2014/main" id="{85535DE7-BD90-E03B-A180-DAD1E74F26B5}"/>
                </a:ext>
              </a:extLst>
            </p:cNvPr>
            <p:cNvSpPr/>
            <p:nvPr/>
          </p:nvSpPr>
          <p:spPr>
            <a:xfrm>
              <a:off x="7342915" y="3202833"/>
              <a:ext cx="285880" cy="192924"/>
            </a:xfrm>
            <a:custGeom>
              <a:avLst/>
              <a:gdLst>
                <a:gd name="connsiteX0" fmla="*/ 0 w 285880"/>
                <a:gd name="connsiteY0" fmla="*/ 58443 h 192924"/>
                <a:gd name="connsiteX1" fmla="*/ 285880 w 285880"/>
                <a:gd name="connsiteY1" fmla="*/ 0 h 192924"/>
                <a:gd name="connsiteX2" fmla="*/ 110512 w 285880"/>
                <a:gd name="connsiteY2" fmla="*/ 192924 h 192924"/>
                <a:gd name="connsiteX3" fmla="*/ 0 w 285880"/>
                <a:gd name="connsiteY3" fmla="*/ 58443 h 1929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5880" h="192924">
                  <a:moveTo>
                    <a:pt x="0" y="58443"/>
                  </a:moveTo>
                  <a:lnTo>
                    <a:pt x="285880" y="0"/>
                  </a:lnTo>
                  <a:lnTo>
                    <a:pt x="110512" y="192924"/>
                  </a:lnTo>
                  <a:lnTo>
                    <a:pt x="0" y="58443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Freeform 103">
              <a:extLst>
                <a:ext uri="{FF2B5EF4-FFF2-40B4-BE49-F238E27FC236}">
                  <a16:creationId xmlns:a16="http://schemas.microsoft.com/office/drawing/2014/main" id="{B32640FA-9E49-A60A-A4FB-753CF81818E1}"/>
                </a:ext>
              </a:extLst>
            </p:cNvPr>
            <p:cNvSpPr/>
            <p:nvPr/>
          </p:nvSpPr>
          <p:spPr>
            <a:xfrm>
              <a:off x="7439987" y="3418366"/>
              <a:ext cx="376017" cy="125736"/>
            </a:xfrm>
            <a:custGeom>
              <a:avLst/>
              <a:gdLst>
                <a:gd name="connsiteX0" fmla="*/ 207263 w 376017"/>
                <a:gd name="connsiteY0" fmla="*/ 0 h 125736"/>
                <a:gd name="connsiteX1" fmla="*/ 0 w 376017"/>
                <a:gd name="connsiteY1" fmla="*/ 91717 h 125736"/>
                <a:gd name="connsiteX2" fmla="*/ 376018 w 376017"/>
                <a:gd name="connsiteY2" fmla="*/ 125737 h 125736"/>
                <a:gd name="connsiteX3" fmla="*/ 207263 w 376017"/>
                <a:gd name="connsiteY3" fmla="*/ 0 h 125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6017" h="125736">
                  <a:moveTo>
                    <a:pt x="207263" y="0"/>
                  </a:moveTo>
                  <a:lnTo>
                    <a:pt x="0" y="91717"/>
                  </a:lnTo>
                  <a:lnTo>
                    <a:pt x="376018" y="125737"/>
                  </a:lnTo>
                  <a:lnTo>
                    <a:pt x="207263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Freeform 104">
              <a:extLst>
                <a:ext uri="{FF2B5EF4-FFF2-40B4-BE49-F238E27FC236}">
                  <a16:creationId xmlns:a16="http://schemas.microsoft.com/office/drawing/2014/main" id="{5A932025-DBBD-BA04-C907-EE45B0E51627}"/>
                </a:ext>
              </a:extLst>
            </p:cNvPr>
            <p:cNvSpPr/>
            <p:nvPr/>
          </p:nvSpPr>
          <p:spPr>
            <a:xfrm>
              <a:off x="7816004" y="3367176"/>
              <a:ext cx="223903" cy="176927"/>
            </a:xfrm>
            <a:custGeom>
              <a:avLst/>
              <a:gdLst>
                <a:gd name="connsiteX0" fmla="*/ 31255 w 223903"/>
                <a:gd name="connsiteY0" fmla="*/ 0 h 176927"/>
                <a:gd name="connsiteX1" fmla="*/ 223904 w 223903"/>
                <a:gd name="connsiteY1" fmla="*/ 103234 h 176927"/>
                <a:gd name="connsiteX2" fmla="*/ 0 w 223903"/>
                <a:gd name="connsiteY2" fmla="*/ 176927 h 176927"/>
                <a:gd name="connsiteX3" fmla="*/ 31255 w 223903"/>
                <a:gd name="connsiteY3" fmla="*/ 0 h 1769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3903" h="176927">
                  <a:moveTo>
                    <a:pt x="31255" y="0"/>
                  </a:moveTo>
                  <a:lnTo>
                    <a:pt x="223904" y="103234"/>
                  </a:lnTo>
                  <a:lnTo>
                    <a:pt x="0" y="176927"/>
                  </a:lnTo>
                  <a:lnTo>
                    <a:pt x="31255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Freeform 105">
              <a:extLst>
                <a:ext uri="{FF2B5EF4-FFF2-40B4-BE49-F238E27FC236}">
                  <a16:creationId xmlns:a16="http://schemas.microsoft.com/office/drawing/2014/main" id="{511B9662-3B44-95BE-CB01-E2A09DCD53CB}"/>
                </a:ext>
              </a:extLst>
            </p:cNvPr>
            <p:cNvSpPr/>
            <p:nvPr/>
          </p:nvSpPr>
          <p:spPr>
            <a:xfrm>
              <a:off x="7197095" y="3088081"/>
              <a:ext cx="431700" cy="114752"/>
            </a:xfrm>
            <a:custGeom>
              <a:avLst/>
              <a:gdLst>
                <a:gd name="connsiteX0" fmla="*/ 108485 w 431700"/>
                <a:gd name="connsiteY0" fmla="*/ 0 h 114752"/>
                <a:gd name="connsiteX1" fmla="*/ 431701 w 431700"/>
                <a:gd name="connsiteY1" fmla="*/ 114752 h 114752"/>
                <a:gd name="connsiteX2" fmla="*/ 0 w 431700"/>
                <a:gd name="connsiteY2" fmla="*/ 110593 h 114752"/>
                <a:gd name="connsiteX3" fmla="*/ 108485 w 431700"/>
                <a:gd name="connsiteY3" fmla="*/ 0 h 11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1700" h="114752">
                  <a:moveTo>
                    <a:pt x="108485" y="0"/>
                  </a:moveTo>
                  <a:lnTo>
                    <a:pt x="431701" y="114752"/>
                  </a:lnTo>
                  <a:lnTo>
                    <a:pt x="0" y="110593"/>
                  </a:lnTo>
                  <a:lnTo>
                    <a:pt x="108485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7" name="Freeform 106">
              <a:extLst>
                <a:ext uri="{FF2B5EF4-FFF2-40B4-BE49-F238E27FC236}">
                  <a16:creationId xmlns:a16="http://schemas.microsoft.com/office/drawing/2014/main" id="{D2820C60-F871-F676-799A-0536E688B058}"/>
                </a:ext>
              </a:extLst>
            </p:cNvPr>
            <p:cNvSpPr/>
            <p:nvPr/>
          </p:nvSpPr>
          <p:spPr>
            <a:xfrm>
              <a:off x="7412999" y="2882252"/>
              <a:ext cx="258145" cy="170528"/>
            </a:xfrm>
            <a:custGeom>
              <a:avLst/>
              <a:gdLst>
                <a:gd name="connsiteX0" fmla="*/ 48536 w 258145"/>
                <a:gd name="connsiteY0" fmla="*/ 0 h 170528"/>
                <a:gd name="connsiteX1" fmla="*/ 0 w 258145"/>
                <a:gd name="connsiteY1" fmla="*/ 125097 h 170528"/>
                <a:gd name="connsiteX2" fmla="*/ 258146 w 258145"/>
                <a:gd name="connsiteY2" fmla="*/ 170529 h 170528"/>
                <a:gd name="connsiteX3" fmla="*/ 48536 w 258145"/>
                <a:gd name="connsiteY3" fmla="*/ 0 h 1705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145" h="170528">
                  <a:moveTo>
                    <a:pt x="48536" y="0"/>
                  </a:moveTo>
                  <a:lnTo>
                    <a:pt x="0" y="125097"/>
                  </a:lnTo>
                  <a:lnTo>
                    <a:pt x="258146" y="170529"/>
                  </a:lnTo>
                  <a:lnTo>
                    <a:pt x="48536" y="0"/>
                  </a:lnTo>
                  <a:close/>
                </a:path>
              </a:pathLst>
            </a:custGeom>
            <a:solidFill>
              <a:srgbClr val="763B7F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8" name="Freeform 107">
              <a:extLst>
                <a:ext uri="{FF2B5EF4-FFF2-40B4-BE49-F238E27FC236}">
                  <a16:creationId xmlns:a16="http://schemas.microsoft.com/office/drawing/2014/main" id="{D8525917-E4D9-E1E6-3993-B56D72C7E02C}"/>
                </a:ext>
              </a:extLst>
            </p:cNvPr>
            <p:cNvSpPr/>
            <p:nvPr/>
          </p:nvSpPr>
          <p:spPr>
            <a:xfrm>
              <a:off x="7305580" y="3007349"/>
              <a:ext cx="323215" cy="195483"/>
            </a:xfrm>
            <a:custGeom>
              <a:avLst/>
              <a:gdLst>
                <a:gd name="connsiteX0" fmla="*/ 0 w 323215"/>
                <a:gd name="connsiteY0" fmla="*/ 80732 h 195483"/>
                <a:gd name="connsiteX1" fmla="*/ 107419 w 323215"/>
                <a:gd name="connsiteY1" fmla="*/ 0 h 195483"/>
                <a:gd name="connsiteX2" fmla="*/ 323215 w 323215"/>
                <a:gd name="connsiteY2" fmla="*/ 195484 h 195483"/>
                <a:gd name="connsiteX3" fmla="*/ 0 w 323215"/>
                <a:gd name="connsiteY3" fmla="*/ 80732 h 1954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3215" h="195483">
                  <a:moveTo>
                    <a:pt x="0" y="80732"/>
                  </a:moveTo>
                  <a:lnTo>
                    <a:pt x="107419" y="0"/>
                  </a:lnTo>
                  <a:lnTo>
                    <a:pt x="323215" y="195484"/>
                  </a:lnTo>
                  <a:lnTo>
                    <a:pt x="0" y="80732"/>
                  </a:lnTo>
                  <a:close/>
                </a:path>
              </a:pathLst>
            </a:custGeom>
            <a:solidFill>
              <a:srgbClr val="F47820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9" name="Freeform 108">
              <a:extLst>
                <a:ext uri="{FF2B5EF4-FFF2-40B4-BE49-F238E27FC236}">
                  <a16:creationId xmlns:a16="http://schemas.microsoft.com/office/drawing/2014/main" id="{92510EA0-484E-3F44-B585-AE4C00E5403B}"/>
                </a:ext>
              </a:extLst>
            </p:cNvPr>
            <p:cNvSpPr/>
            <p:nvPr/>
          </p:nvSpPr>
          <p:spPr>
            <a:xfrm>
              <a:off x="7854300" y="2957545"/>
              <a:ext cx="280653" cy="246567"/>
            </a:xfrm>
            <a:custGeom>
              <a:avLst/>
              <a:gdLst>
                <a:gd name="connsiteX0" fmla="*/ 151260 w 280653"/>
                <a:gd name="connsiteY0" fmla="*/ 246568 h 246567"/>
                <a:gd name="connsiteX1" fmla="*/ 0 w 280653"/>
                <a:gd name="connsiteY1" fmla="*/ 0 h 246567"/>
                <a:gd name="connsiteX2" fmla="*/ 280653 w 280653"/>
                <a:gd name="connsiteY2" fmla="*/ 135548 h 246567"/>
                <a:gd name="connsiteX3" fmla="*/ 151260 w 280653"/>
                <a:gd name="connsiteY3" fmla="*/ 246568 h 2465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0653" h="246567">
                  <a:moveTo>
                    <a:pt x="151260" y="246568"/>
                  </a:moveTo>
                  <a:lnTo>
                    <a:pt x="0" y="0"/>
                  </a:lnTo>
                  <a:lnTo>
                    <a:pt x="280653" y="135548"/>
                  </a:lnTo>
                  <a:lnTo>
                    <a:pt x="151260" y="246568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" name="Freeform 109">
              <a:extLst>
                <a:ext uri="{FF2B5EF4-FFF2-40B4-BE49-F238E27FC236}">
                  <a16:creationId xmlns:a16="http://schemas.microsoft.com/office/drawing/2014/main" id="{4D1A8E9D-AE07-2179-926C-74782FF1A122}"/>
                </a:ext>
              </a:extLst>
            </p:cNvPr>
            <p:cNvSpPr/>
            <p:nvPr/>
          </p:nvSpPr>
          <p:spPr>
            <a:xfrm>
              <a:off x="7522657" y="2865615"/>
              <a:ext cx="148487" cy="187165"/>
            </a:xfrm>
            <a:custGeom>
              <a:avLst/>
              <a:gdLst>
                <a:gd name="connsiteX0" fmla="*/ 124593 w 148487"/>
                <a:gd name="connsiteY0" fmla="*/ 853 h 187165"/>
                <a:gd name="connsiteX1" fmla="*/ 0 w 148487"/>
                <a:gd name="connsiteY1" fmla="*/ 0 h 187165"/>
                <a:gd name="connsiteX2" fmla="*/ 148487 w 148487"/>
                <a:gd name="connsiteY2" fmla="*/ 187165 h 187165"/>
                <a:gd name="connsiteX3" fmla="*/ 124593 w 148487"/>
                <a:gd name="connsiteY3" fmla="*/ 853 h 1871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8487" h="187165">
                  <a:moveTo>
                    <a:pt x="124593" y="853"/>
                  </a:moveTo>
                  <a:lnTo>
                    <a:pt x="0" y="0"/>
                  </a:lnTo>
                  <a:lnTo>
                    <a:pt x="148487" y="187165"/>
                  </a:lnTo>
                  <a:lnTo>
                    <a:pt x="124593" y="853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1" name="Freeform 110">
              <a:extLst>
                <a:ext uri="{FF2B5EF4-FFF2-40B4-BE49-F238E27FC236}">
                  <a16:creationId xmlns:a16="http://schemas.microsoft.com/office/drawing/2014/main" id="{8F03F2F2-9409-43BB-D39C-DFC7AF109DEA}"/>
                </a:ext>
              </a:extLst>
            </p:cNvPr>
            <p:cNvSpPr/>
            <p:nvPr/>
          </p:nvSpPr>
          <p:spPr>
            <a:xfrm>
              <a:off x="7854300" y="2906567"/>
              <a:ext cx="280653" cy="186525"/>
            </a:xfrm>
            <a:custGeom>
              <a:avLst/>
              <a:gdLst>
                <a:gd name="connsiteX0" fmla="*/ 0 w 280653"/>
                <a:gd name="connsiteY0" fmla="*/ 50977 h 186525"/>
                <a:gd name="connsiteX1" fmla="*/ 203850 w 280653"/>
                <a:gd name="connsiteY1" fmla="*/ 0 h 186525"/>
                <a:gd name="connsiteX2" fmla="*/ 280653 w 280653"/>
                <a:gd name="connsiteY2" fmla="*/ 186526 h 186525"/>
                <a:gd name="connsiteX3" fmla="*/ 0 w 280653"/>
                <a:gd name="connsiteY3" fmla="*/ 50977 h 186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0653" h="186525">
                  <a:moveTo>
                    <a:pt x="0" y="50977"/>
                  </a:moveTo>
                  <a:lnTo>
                    <a:pt x="203850" y="0"/>
                  </a:lnTo>
                  <a:lnTo>
                    <a:pt x="280653" y="186526"/>
                  </a:lnTo>
                  <a:lnTo>
                    <a:pt x="0" y="50977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2" name="Freeform 111">
              <a:extLst>
                <a:ext uri="{FF2B5EF4-FFF2-40B4-BE49-F238E27FC236}">
                  <a16:creationId xmlns:a16="http://schemas.microsoft.com/office/drawing/2014/main" id="{18FC8C6B-DEFD-758F-FB60-427BE96BE623}"/>
                </a:ext>
              </a:extLst>
            </p:cNvPr>
            <p:cNvSpPr/>
            <p:nvPr/>
          </p:nvSpPr>
          <p:spPr>
            <a:xfrm>
              <a:off x="8134953" y="2912860"/>
              <a:ext cx="243105" cy="180233"/>
            </a:xfrm>
            <a:custGeom>
              <a:avLst/>
              <a:gdLst>
                <a:gd name="connsiteX0" fmla="*/ 243105 w 243105"/>
                <a:gd name="connsiteY0" fmla="*/ 175221 h 180233"/>
                <a:gd name="connsiteX1" fmla="*/ 124166 w 243105"/>
                <a:gd name="connsiteY1" fmla="*/ 0 h 180233"/>
                <a:gd name="connsiteX2" fmla="*/ 0 w 243105"/>
                <a:gd name="connsiteY2" fmla="*/ 180233 h 180233"/>
                <a:gd name="connsiteX3" fmla="*/ 243105 w 243105"/>
                <a:gd name="connsiteY3" fmla="*/ 175221 h 180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3105" h="180233">
                  <a:moveTo>
                    <a:pt x="243105" y="175221"/>
                  </a:moveTo>
                  <a:lnTo>
                    <a:pt x="124166" y="0"/>
                  </a:lnTo>
                  <a:lnTo>
                    <a:pt x="0" y="180233"/>
                  </a:lnTo>
                  <a:lnTo>
                    <a:pt x="243105" y="175221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3" name="Freeform 112">
              <a:extLst>
                <a:ext uri="{FF2B5EF4-FFF2-40B4-BE49-F238E27FC236}">
                  <a16:creationId xmlns:a16="http://schemas.microsoft.com/office/drawing/2014/main" id="{C7F45FF6-0F1A-6C6B-6E96-E2BCC8D63FE3}"/>
                </a:ext>
              </a:extLst>
            </p:cNvPr>
            <p:cNvSpPr/>
            <p:nvPr/>
          </p:nvSpPr>
          <p:spPr>
            <a:xfrm>
              <a:off x="8259119" y="2764194"/>
              <a:ext cx="118939" cy="323887"/>
            </a:xfrm>
            <a:custGeom>
              <a:avLst/>
              <a:gdLst>
                <a:gd name="connsiteX0" fmla="*/ 46722 w 118939"/>
                <a:gd name="connsiteY0" fmla="*/ 0 h 323887"/>
                <a:gd name="connsiteX1" fmla="*/ 118939 w 118939"/>
                <a:gd name="connsiteY1" fmla="*/ 323887 h 323887"/>
                <a:gd name="connsiteX2" fmla="*/ 0 w 118939"/>
                <a:gd name="connsiteY2" fmla="*/ 148666 h 323887"/>
                <a:gd name="connsiteX3" fmla="*/ 46722 w 118939"/>
                <a:gd name="connsiteY3" fmla="*/ 0 h 3238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8939" h="323887">
                  <a:moveTo>
                    <a:pt x="46722" y="0"/>
                  </a:moveTo>
                  <a:lnTo>
                    <a:pt x="118939" y="323887"/>
                  </a:lnTo>
                  <a:lnTo>
                    <a:pt x="0" y="148666"/>
                  </a:lnTo>
                  <a:lnTo>
                    <a:pt x="46722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" name="Freeform 113">
              <a:extLst>
                <a:ext uri="{FF2B5EF4-FFF2-40B4-BE49-F238E27FC236}">
                  <a16:creationId xmlns:a16="http://schemas.microsoft.com/office/drawing/2014/main" id="{6D717622-C2AA-C93A-7AD0-33DE7C83A5F6}"/>
                </a:ext>
              </a:extLst>
            </p:cNvPr>
            <p:cNvSpPr/>
            <p:nvPr/>
          </p:nvSpPr>
          <p:spPr>
            <a:xfrm>
              <a:off x="8305841" y="2764194"/>
              <a:ext cx="188702" cy="334018"/>
            </a:xfrm>
            <a:custGeom>
              <a:avLst/>
              <a:gdLst>
                <a:gd name="connsiteX0" fmla="*/ 188702 w 188702"/>
                <a:gd name="connsiteY0" fmla="*/ 334019 h 334018"/>
                <a:gd name="connsiteX1" fmla="*/ 72217 w 188702"/>
                <a:gd name="connsiteY1" fmla="*/ 323887 h 334018"/>
                <a:gd name="connsiteX2" fmla="*/ 0 w 188702"/>
                <a:gd name="connsiteY2" fmla="*/ 0 h 334018"/>
                <a:gd name="connsiteX3" fmla="*/ 188702 w 188702"/>
                <a:gd name="connsiteY3" fmla="*/ 334019 h 3340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702" h="334018">
                  <a:moveTo>
                    <a:pt x="188702" y="334019"/>
                  </a:moveTo>
                  <a:lnTo>
                    <a:pt x="72217" y="323887"/>
                  </a:lnTo>
                  <a:lnTo>
                    <a:pt x="0" y="0"/>
                  </a:lnTo>
                  <a:lnTo>
                    <a:pt x="188702" y="334019"/>
                  </a:lnTo>
                  <a:close/>
                </a:path>
              </a:pathLst>
            </a:custGeom>
            <a:solidFill>
              <a:srgbClr val="F4772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" name="Freeform 114">
              <a:extLst>
                <a:ext uri="{FF2B5EF4-FFF2-40B4-BE49-F238E27FC236}">
                  <a16:creationId xmlns:a16="http://schemas.microsoft.com/office/drawing/2014/main" id="{7F40483A-F052-46AC-479D-75B4EC6B0908}"/>
                </a:ext>
              </a:extLst>
            </p:cNvPr>
            <p:cNvSpPr/>
            <p:nvPr/>
          </p:nvSpPr>
          <p:spPr>
            <a:xfrm>
              <a:off x="8392885" y="3222563"/>
              <a:ext cx="260919" cy="249767"/>
            </a:xfrm>
            <a:custGeom>
              <a:avLst/>
              <a:gdLst>
                <a:gd name="connsiteX0" fmla="*/ 0 w 260919"/>
                <a:gd name="connsiteY0" fmla="*/ 249767 h 249767"/>
                <a:gd name="connsiteX1" fmla="*/ 79897 w 260919"/>
                <a:gd name="connsiteY1" fmla="*/ 31141 h 249767"/>
                <a:gd name="connsiteX2" fmla="*/ 260919 w 260919"/>
                <a:gd name="connsiteY2" fmla="*/ 0 h 249767"/>
                <a:gd name="connsiteX3" fmla="*/ 107 w 260919"/>
                <a:gd name="connsiteY3" fmla="*/ 249767 h 249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0919" h="249767">
                  <a:moveTo>
                    <a:pt x="0" y="249767"/>
                  </a:moveTo>
                  <a:cubicBezTo>
                    <a:pt x="11520" y="229611"/>
                    <a:pt x="79897" y="31141"/>
                    <a:pt x="79897" y="31141"/>
                  </a:cubicBezTo>
                  <a:lnTo>
                    <a:pt x="260919" y="0"/>
                  </a:lnTo>
                  <a:lnTo>
                    <a:pt x="107" y="249767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115">
              <a:extLst>
                <a:ext uri="{FF2B5EF4-FFF2-40B4-BE49-F238E27FC236}">
                  <a16:creationId xmlns:a16="http://schemas.microsoft.com/office/drawing/2014/main" id="{1E12139C-D98E-C502-8BF4-82F5797A1B9E}"/>
                </a:ext>
              </a:extLst>
            </p:cNvPr>
            <p:cNvSpPr/>
            <p:nvPr/>
          </p:nvSpPr>
          <p:spPr>
            <a:xfrm>
              <a:off x="8378058" y="3088081"/>
              <a:ext cx="116485" cy="165622"/>
            </a:xfrm>
            <a:custGeom>
              <a:avLst/>
              <a:gdLst>
                <a:gd name="connsiteX0" fmla="*/ 0 w 116485"/>
                <a:gd name="connsiteY0" fmla="*/ 0 h 165622"/>
                <a:gd name="connsiteX1" fmla="*/ 94618 w 116485"/>
                <a:gd name="connsiteY1" fmla="*/ 165623 h 165622"/>
                <a:gd name="connsiteX2" fmla="*/ 116486 w 116485"/>
                <a:gd name="connsiteY2" fmla="*/ 10132 h 165622"/>
                <a:gd name="connsiteX3" fmla="*/ 0 w 116485"/>
                <a:gd name="connsiteY3" fmla="*/ 0 h 1656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485" h="165622">
                  <a:moveTo>
                    <a:pt x="0" y="0"/>
                  </a:moveTo>
                  <a:lnTo>
                    <a:pt x="94618" y="165623"/>
                  </a:lnTo>
                  <a:lnTo>
                    <a:pt x="116486" y="10132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7" name="Freeform 116">
              <a:extLst>
                <a:ext uri="{FF2B5EF4-FFF2-40B4-BE49-F238E27FC236}">
                  <a16:creationId xmlns:a16="http://schemas.microsoft.com/office/drawing/2014/main" id="{607FED18-2097-CEFC-CF64-56BCC24CD2F1}"/>
                </a:ext>
              </a:extLst>
            </p:cNvPr>
            <p:cNvSpPr/>
            <p:nvPr/>
          </p:nvSpPr>
          <p:spPr>
            <a:xfrm>
              <a:off x="8514171" y="3430631"/>
              <a:ext cx="222410" cy="158797"/>
            </a:xfrm>
            <a:custGeom>
              <a:avLst/>
              <a:gdLst>
                <a:gd name="connsiteX0" fmla="*/ 173022 w 222410"/>
                <a:gd name="connsiteY0" fmla="*/ 0 h 158797"/>
                <a:gd name="connsiteX1" fmla="*/ 0 w 222410"/>
                <a:gd name="connsiteY1" fmla="*/ 158797 h 158797"/>
                <a:gd name="connsiteX2" fmla="*/ 222411 w 222410"/>
                <a:gd name="connsiteY2" fmla="*/ 95236 h 158797"/>
                <a:gd name="connsiteX3" fmla="*/ 173022 w 222410"/>
                <a:gd name="connsiteY3" fmla="*/ 0 h 1587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2410" h="158797">
                  <a:moveTo>
                    <a:pt x="173022" y="0"/>
                  </a:moveTo>
                  <a:lnTo>
                    <a:pt x="0" y="158797"/>
                  </a:lnTo>
                  <a:lnTo>
                    <a:pt x="222411" y="95236"/>
                  </a:lnTo>
                  <a:lnTo>
                    <a:pt x="173022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8" name="Freeform 117">
              <a:extLst>
                <a:ext uri="{FF2B5EF4-FFF2-40B4-BE49-F238E27FC236}">
                  <a16:creationId xmlns:a16="http://schemas.microsoft.com/office/drawing/2014/main" id="{C1546E6B-7419-3E21-16D2-26635CDD49A4}"/>
                </a:ext>
              </a:extLst>
            </p:cNvPr>
            <p:cNvSpPr/>
            <p:nvPr/>
          </p:nvSpPr>
          <p:spPr>
            <a:xfrm>
              <a:off x="8687193" y="3368669"/>
              <a:ext cx="154780" cy="141413"/>
            </a:xfrm>
            <a:custGeom>
              <a:avLst/>
              <a:gdLst>
                <a:gd name="connsiteX0" fmla="*/ 154781 w 154780"/>
                <a:gd name="connsiteY0" fmla="*/ 141414 h 141413"/>
                <a:gd name="connsiteX1" fmla="*/ 0 w 154780"/>
                <a:gd name="connsiteY1" fmla="*/ 61962 h 141413"/>
                <a:gd name="connsiteX2" fmla="*/ 119152 w 154780"/>
                <a:gd name="connsiteY2" fmla="*/ 0 h 141413"/>
                <a:gd name="connsiteX3" fmla="*/ 154781 w 154780"/>
                <a:gd name="connsiteY3" fmla="*/ 141414 h 1414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4780" h="141413">
                  <a:moveTo>
                    <a:pt x="154781" y="141414"/>
                  </a:moveTo>
                  <a:lnTo>
                    <a:pt x="0" y="61962"/>
                  </a:lnTo>
                  <a:lnTo>
                    <a:pt x="119152" y="0"/>
                  </a:lnTo>
                  <a:lnTo>
                    <a:pt x="154781" y="141414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9" name="Freeform 118">
              <a:extLst>
                <a:ext uri="{FF2B5EF4-FFF2-40B4-BE49-F238E27FC236}">
                  <a16:creationId xmlns:a16="http://schemas.microsoft.com/office/drawing/2014/main" id="{78FFAB45-18DF-DE0F-DC6F-67407A4227F7}"/>
                </a:ext>
              </a:extLst>
            </p:cNvPr>
            <p:cNvSpPr/>
            <p:nvPr/>
          </p:nvSpPr>
          <p:spPr>
            <a:xfrm>
              <a:off x="9164015" y="3388079"/>
              <a:ext cx="124698" cy="126270"/>
            </a:xfrm>
            <a:custGeom>
              <a:avLst/>
              <a:gdLst>
                <a:gd name="connsiteX0" fmla="*/ 0 w 124698"/>
                <a:gd name="connsiteY0" fmla="*/ 0 h 126270"/>
                <a:gd name="connsiteX1" fmla="*/ 116165 w 124698"/>
                <a:gd name="connsiteY1" fmla="*/ 126270 h 126270"/>
                <a:gd name="connsiteX2" fmla="*/ 124699 w 124698"/>
                <a:gd name="connsiteY2" fmla="*/ 51084 h 126270"/>
                <a:gd name="connsiteX3" fmla="*/ 0 w 124698"/>
                <a:gd name="connsiteY3" fmla="*/ 0 h 126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4698" h="126270">
                  <a:moveTo>
                    <a:pt x="0" y="0"/>
                  </a:moveTo>
                  <a:lnTo>
                    <a:pt x="116165" y="126270"/>
                  </a:lnTo>
                  <a:lnTo>
                    <a:pt x="124699" y="51084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119">
              <a:extLst>
                <a:ext uri="{FF2B5EF4-FFF2-40B4-BE49-F238E27FC236}">
                  <a16:creationId xmlns:a16="http://schemas.microsoft.com/office/drawing/2014/main" id="{5D23C8BA-DAC4-2508-0677-926B06ABA499}"/>
                </a:ext>
              </a:extLst>
            </p:cNvPr>
            <p:cNvSpPr/>
            <p:nvPr/>
          </p:nvSpPr>
          <p:spPr>
            <a:xfrm>
              <a:off x="9288714" y="3439163"/>
              <a:ext cx="284920" cy="93209"/>
            </a:xfrm>
            <a:custGeom>
              <a:avLst/>
              <a:gdLst>
                <a:gd name="connsiteX0" fmla="*/ 227851 w 284920"/>
                <a:gd name="connsiteY0" fmla="*/ 0 h 93209"/>
                <a:gd name="connsiteX1" fmla="*/ 0 w 284920"/>
                <a:gd name="connsiteY1" fmla="*/ 0 h 93209"/>
                <a:gd name="connsiteX2" fmla="*/ 284920 w 284920"/>
                <a:gd name="connsiteY2" fmla="*/ 93209 h 93209"/>
                <a:gd name="connsiteX3" fmla="*/ 227851 w 284920"/>
                <a:gd name="connsiteY3" fmla="*/ 0 h 932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4920" h="93209">
                  <a:moveTo>
                    <a:pt x="227851" y="0"/>
                  </a:moveTo>
                  <a:lnTo>
                    <a:pt x="0" y="0"/>
                  </a:lnTo>
                  <a:lnTo>
                    <a:pt x="284920" y="93209"/>
                  </a:lnTo>
                  <a:lnTo>
                    <a:pt x="227851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120">
              <a:extLst>
                <a:ext uri="{FF2B5EF4-FFF2-40B4-BE49-F238E27FC236}">
                  <a16:creationId xmlns:a16="http://schemas.microsoft.com/office/drawing/2014/main" id="{82799A30-5B14-59D9-B294-4378A29835BC}"/>
                </a:ext>
              </a:extLst>
            </p:cNvPr>
            <p:cNvSpPr/>
            <p:nvPr/>
          </p:nvSpPr>
          <p:spPr>
            <a:xfrm>
              <a:off x="9516565" y="3263088"/>
              <a:ext cx="373991" cy="176074"/>
            </a:xfrm>
            <a:custGeom>
              <a:avLst/>
              <a:gdLst>
                <a:gd name="connsiteX0" fmla="*/ 373991 w 373991"/>
                <a:gd name="connsiteY0" fmla="*/ 0 h 176074"/>
                <a:gd name="connsiteX1" fmla="*/ 0 w 373991"/>
                <a:gd name="connsiteY1" fmla="*/ 176074 h 176074"/>
                <a:gd name="connsiteX2" fmla="*/ 232651 w 373991"/>
                <a:gd name="connsiteY2" fmla="*/ 167543 h 176074"/>
                <a:gd name="connsiteX3" fmla="*/ 373991 w 373991"/>
                <a:gd name="connsiteY3" fmla="*/ 0 h 176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3991" h="176074">
                  <a:moveTo>
                    <a:pt x="373991" y="0"/>
                  </a:moveTo>
                  <a:lnTo>
                    <a:pt x="0" y="176074"/>
                  </a:lnTo>
                  <a:lnTo>
                    <a:pt x="232651" y="167543"/>
                  </a:lnTo>
                  <a:lnTo>
                    <a:pt x="373991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121">
              <a:extLst>
                <a:ext uri="{FF2B5EF4-FFF2-40B4-BE49-F238E27FC236}">
                  <a16:creationId xmlns:a16="http://schemas.microsoft.com/office/drawing/2014/main" id="{53B205A8-8756-B835-523E-E36864984A3D}"/>
                </a:ext>
              </a:extLst>
            </p:cNvPr>
            <p:cNvSpPr/>
            <p:nvPr/>
          </p:nvSpPr>
          <p:spPr>
            <a:xfrm>
              <a:off x="9890557" y="3218403"/>
              <a:ext cx="184115" cy="201883"/>
            </a:xfrm>
            <a:custGeom>
              <a:avLst/>
              <a:gdLst>
                <a:gd name="connsiteX0" fmla="*/ 163208 w 184115"/>
                <a:gd name="connsiteY0" fmla="*/ 0 h 201883"/>
                <a:gd name="connsiteX1" fmla="*/ 0 w 184115"/>
                <a:gd name="connsiteY1" fmla="*/ 44685 h 201883"/>
                <a:gd name="connsiteX2" fmla="*/ 184116 w 184115"/>
                <a:gd name="connsiteY2" fmla="*/ 201883 h 201883"/>
                <a:gd name="connsiteX3" fmla="*/ 163208 w 184115"/>
                <a:gd name="connsiteY3" fmla="*/ 0 h 201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4115" h="201883">
                  <a:moveTo>
                    <a:pt x="163208" y="0"/>
                  </a:moveTo>
                  <a:lnTo>
                    <a:pt x="0" y="44685"/>
                  </a:lnTo>
                  <a:lnTo>
                    <a:pt x="184116" y="201883"/>
                  </a:lnTo>
                  <a:lnTo>
                    <a:pt x="163208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3" name="Freeform 122">
              <a:extLst>
                <a:ext uri="{FF2B5EF4-FFF2-40B4-BE49-F238E27FC236}">
                  <a16:creationId xmlns:a16="http://schemas.microsoft.com/office/drawing/2014/main" id="{E9535B09-7020-A56D-4924-87476F975E90}"/>
                </a:ext>
              </a:extLst>
            </p:cNvPr>
            <p:cNvSpPr/>
            <p:nvPr/>
          </p:nvSpPr>
          <p:spPr>
            <a:xfrm>
              <a:off x="9864955" y="3420286"/>
              <a:ext cx="307428" cy="161996"/>
            </a:xfrm>
            <a:custGeom>
              <a:avLst/>
              <a:gdLst>
                <a:gd name="connsiteX0" fmla="*/ 0 w 307428"/>
                <a:gd name="connsiteY0" fmla="*/ 96729 h 161996"/>
                <a:gd name="connsiteX1" fmla="*/ 209717 w 307428"/>
                <a:gd name="connsiteY1" fmla="*/ 0 h 161996"/>
                <a:gd name="connsiteX2" fmla="*/ 307428 w 307428"/>
                <a:gd name="connsiteY2" fmla="*/ 161997 h 161996"/>
                <a:gd name="connsiteX3" fmla="*/ 0 w 307428"/>
                <a:gd name="connsiteY3" fmla="*/ 96729 h 1619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7428" h="161996">
                  <a:moveTo>
                    <a:pt x="0" y="96729"/>
                  </a:moveTo>
                  <a:lnTo>
                    <a:pt x="209717" y="0"/>
                  </a:lnTo>
                  <a:lnTo>
                    <a:pt x="307428" y="161997"/>
                  </a:lnTo>
                  <a:lnTo>
                    <a:pt x="0" y="96729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4" name="Freeform 123">
              <a:extLst>
                <a:ext uri="{FF2B5EF4-FFF2-40B4-BE49-F238E27FC236}">
                  <a16:creationId xmlns:a16="http://schemas.microsoft.com/office/drawing/2014/main" id="{07923EC0-B670-DD65-2ED6-52338D0F2AAF}"/>
                </a:ext>
              </a:extLst>
            </p:cNvPr>
            <p:cNvSpPr/>
            <p:nvPr/>
          </p:nvSpPr>
          <p:spPr>
            <a:xfrm>
              <a:off x="9516565" y="3430631"/>
              <a:ext cx="232651" cy="101741"/>
            </a:xfrm>
            <a:custGeom>
              <a:avLst/>
              <a:gdLst>
                <a:gd name="connsiteX0" fmla="*/ 57069 w 232651"/>
                <a:gd name="connsiteY0" fmla="*/ 101741 h 101741"/>
                <a:gd name="connsiteX1" fmla="*/ 232651 w 232651"/>
                <a:gd name="connsiteY1" fmla="*/ 0 h 101741"/>
                <a:gd name="connsiteX2" fmla="*/ 0 w 232651"/>
                <a:gd name="connsiteY2" fmla="*/ 8532 h 101741"/>
                <a:gd name="connsiteX3" fmla="*/ 57069 w 232651"/>
                <a:gd name="connsiteY3" fmla="*/ 101741 h 1017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651" h="101741">
                  <a:moveTo>
                    <a:pt x="57069" y="101741"/>
                  </a:moveTo>
                  <a:lnTo>
                    <a:pt x="232651" y="0"/>
                  </a:lnTo>
                  <a:lnTo>
                    <a:pt x="0" y="8532"/>
                  </a:lnTo>
                  <a:lnTo>
                    <a:pt x="57069" y="101741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5" name="Freeform 124">
              <a:extLst>
                <a:ext uri="{FF2B5EF4-FFF2-40B4-BE49-F238E27FC236}">
                  <a16:creationId xmlns:a16="http://schemas.microsoft.com/office/drawing/2014/main" id="{8EBD82FC-CC00-FEEC-A2FE-12C440252E53}"/>
                </a:ext>
              </a:extLst>
            </p:cNvPr>
            <p:cNvSpPr/>
            <p:nvPr/>
          </p:nvSpPr>
          <p:spPr>
            <a:xfrm>
              <a:off x="9573635" y="3430631"/>
              <a:ext cx="273186" cy="140880"/>
            </a:xfrm>
            <a:custGeom>
              <a:avLst/>
              <a:gdLst>
                <a:gd name="connsiteX0" fmla="*/ 273186 w 273186"/>
                <a:gd name="connsiteY0" fmla="*/ 140881 h 140880"/>
                <a:gd name="connsiteX1" fmla="*/ 0 w 273186"/>
                <a:gd name="connsiteY1" fmla="*/ 101741 h 140880"/>
                <a:gd name="connsiteX2" fmla="*/ 175582 w 273186"/>
                <a:gd name="connsiteY2" fmla="*/ 0 h 140880"/>
                <a:gd name="connsiteX3" fmla="*/ 273186 w 273186"/>
                <a:gd name="connsiteY3" fmla="*/ 140881 h 1408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3186" h="140880">
                  <a:moveTo>
                    <a:pt x="273186" y="140881"/>
                  </a:moveTo>
                  <a:lnTo>
                    <a:pt x="0" y="101741"/>
                  </a:lnTo>
                  <a:lnTo>
                    <a:pt x="175582" y="0"/>
                  </a:lnTo>
                  <a:lnTo>
                    <a:pt x="273186" y="140881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6" name="Freeform 125">
              <a:extLst>
                <a:ext uri="{FF2B5EF4-FFF2-40B4-BE49-F238E27FC236}">
                  <a16:creationId xmlns:a16="http://schemas.microsoft.com/office/drawing/2014/main" id="{89DC9B4A-22A1-EF1B-DDA0-5CEE9AB4B1FE}"/>
                </a:ext>
              </a:extLst>
            </p:cNvPr>
            <p:cNvSpPr/>
            <p:nvPr/>
          </p:nvSpPr>
          <p:spPr>
            <a:xfrm>
              <a:off x="9367225" y="3532372"/>
              <a:ext cx="206409" cy="152931"/>
            </a:xfrm>
            <a:custGeom>
              <a:avLst/>
              <a:gdLst>
                <a:gd name="connsiteX0" fmla="*/ 0 w 206409"/>
                <a:gd name="connsiteY0" fmla="*/ 49911 h 152931"/>
                <a:gd name="connsiteX1" fmla="*/ 206410 w 206409"/>
                <a:gd name="connsiteY1" fmla="*/ 0 h 152931"/>
                <a:gd name="connsiteX2" fmla="*/ 143260 w 206409"/>
                <a:gd name="connsiteY2" fmla="*/ 152932 h 152931"/>
                <a:gd name="connsiteX3" fmla="*/ 0 w 206409"/>
                <a:gd name="connsiteY3" fmla="*/ 49911 h 1529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6409" h="152931">
                  <a:moveTo>
                    <a:pt x="0" y="49911"/>
                  </a:moveTo>
                  <a:lnTo>
                    <a:pt x="206410" y="0"/>
                  </a:lnTo>
                  <a:lnTo>
                    <a:pt x="143260" y="152932"/>
                  </a:lnTo>
                  <a:lnTo>
                    <a:pt x="0" y="49911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7" name="Freeform 126">
              <a:extLst>
                <a:ext uri="{FF2B5EF4-FFF2-40B4-BE49-F238E27FC236}">
                  <a16:creationId xmlns:a16="http://schemas.microsoft.com/office/drawing/2014/main" id="{A32A59F9-7570-6AE5-3480-B8E670EBB0AB}"/>
                </a:ext>
              </a:extLst>
            </p:cNvPr>
            <p:cNvSpPr/>
            <p:nvPr/>
          </p:nvSpPr>
          <p:spPr>
            <a:xfrm>
              <a:off x="9786658" y="3005749"/>
              <a:ext cx="267105" cy="212654"/>
            </a:xfrm>
            <a:custGeom>
              <a:avLst/>
              <a:gdLst>
                <a:gd name="connsiteX0" fmla="*/ 0 w 267105"/>
                <a:gd name="connsiteY0" fmla="*/ 77639 h 212654"/>
                <a:gd name="connsiteX1" fmla="*/ 87791 w 267105"/>
                <a:gd name="connsiteY1" fmla="*/ 0 h 212654"/>
                <a:gd name="connsiteX2" fmla="*/ 267106 w 267105"/>
                <a:gd name="connsiteY2" fmla="*/ 212654 h 212654"/>
                <a:gd name="connsiteX3" fmla="*/ 0 w 267105"/>
                <a:gd name="connsiteY3" fmla="*/ 77639 h 2126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7105" h="212654">
                  <a:moveTo>
                    <a:pt x="0" y="77639"/>
                  </a:moveTo>
                  <a:lnTo>
                    <a:pt x="87791" y="0"/>
                  </a:lnTo>
                  <a:lnTo>
                    <a:pt x="267106" y="212654"/>
                  </a:lnTo>
                  <a:lnTo>
                    <a:pt x="0" y="77639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8" name="Freeform 127">
              <a:extLst>
                <a:ext uri="{FF2B5EF4-FFF2-40B4-BE49-F238E27FC236}">
                  <a16:creationId xmlns:a16="http://schemas.microsoft.com/office/drawing/2014/main" id="{7A3E53F8-BE01-AF97-D93E-34AEEA305B5D}"/>
                </a:ext>
              </a:extLst>
            </p:cNvPr>
            <p:cNvSpPr/>
            <p:nvPr/>
          </p:nvSpPr>
          <p:spPr>
            <a:xfrm>
              <a:off x="9874449" y="2882998"/>
              <a:ext cx="210036" cy="151332"/>
            </a:xfrm>
            <a:custGeom>
              <a:avLst/>
              <a:gdLst>
                <a:gd name="connsiteX0" fmla="*/ 210037 w 210036"/>
                <a:gd name="connsiteY0" fmla="*/ 151332 h 151332"/>
                <a:gd name="connsiteX1" fmla="*/ 0 w 210036"/>
                <a:gd name="connsiteY1" fmla="*/ 122751 h 151332"/>
                <a:gd name="connsiteX2" fmla="*/ 129713 w 210036"/>
                <a:gd name="connsiteY2" fmla="*/ 0 h 151332"/>
                <a:gd name="connsiteX3" fmla="*/ 210037 w 210036"/>
                <a:gd name="connsiteY3" fmla="*/ 151332 h 151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0036" h="151332">
                  <a:moveTo>
                    <a:pt x="210037" y="151332"/>
                  </a:moveTo>
                  <a:lnTo>
                    <a:pt x="0" y="122751"/>
                  </a:lnTo>
                  <a:lnTo>
                    <a:pt x="129713" y="0"/>
                  </a:lnTo>
                  <a:lnTo>
                    <a:pt x="210037" y="151332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9" name="Freeform 128">
              <a:extLst>
                <a:ext uri="{FF2B5EF4-FFF2-40B4-BE49-F238E27FC236}">
                  <a16:creationId xmlns:a16="http://schemas.microsoft.com/office/drawing/2014/main" id="{67FB59FE-A676-8B7F-70A4-1AE9D652D8F4}"/>
                </a:ext>
              </a:extLst>
            </p:cNvPr>
            <p:cNvSpPr/>
            <p:nvPr/>
          </p:nvSpPr>
          <p:spPr>
            <a:xfrm>
              <a:off x="10053764" y="3176918"/>
              <a:ext cx="175261" cy="181619"/>
            </a:xfrm>
            <a:custGeom>
              <a:avLst/>
              <a:gdLst>
                <a:gd name="connsiteX0" fmla="*/ 0 w 175261"/>
                <a:gd name="connsiteY0" fmla="*/ 41486 h 181619"/>
                <a:gd name="connsiteX1" fmla="*/ 175262 w 175261"/>
                <a:gd name="connsiteY1" fmla="*/ 0 h 181619"/>
                <a:gd name="connsiteX2" fmla="*/ 91418 w 175261"/>
                <a:gd name="connsiteY2" fmla="*/ 181620 h 181619"/>
                <a:gd name="connsiteX3" fmla="*/ 0 w 175261"/>
                <a:gd name="connsiteY3" fmla="*/ 41486 h 1816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5261" h="181619">
                  <a:moveTo>
                    <a:pt x="0" y="41486"/>
                  </a:moveTo>
                  <a:lnTo>
                    <a:pt x="175262" y="0"/>
                  </a:lnTo>
                  <a:lnTo>
                    <a:pt x="91418" y="181620"/>
                  </a:lnTo>
                  <a:lnTo>
                    <a:pt x="0" y="41486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Freeform 129">
              <a:extLst>
                <a:ext uri="{FF2B5EF4-FFF2-40B4-BE49-F238E27FC236}">
                  <a16:creationId xmlns:a16="http://schemas.microsoft.com/office/drawing/2014/main" id="{29DF09E6-64CD-D5D1-4CB6-4D007B0EA337}"/>
                </a:ext>
              </a:extLst>
            </p:cNvPr>
            <p:cNvSpPr/>
            <p:nvPr/>
          </p:nvSpPr>
          <p:spPr>
            <a:xfrm>
              <a:off x="10229026" y="3149189"/>
              <a:ext cx="312761" cy="69213"/>
            </a:xfrm>
            <a:custGeom>
              <a:avLst/>
              <a:gdLst>
                <a:gd name="connsiteX0" fmla="*/ 312761 w 312761"/>
                <a:gd name="connsiteY0" fmla="*/ 69214 h 69213"/>
                <a:gd name="connsiteX1" fmla="*/ 0 w 312761"/>
                <a:gd name="connsiteY1" fmla="*/ 27728 h 69213"/>
                <a:gd name="connsiteX2" fmla="*/ 190729 w 312761"/>
                <a:gd name="connsiteY2" fmla="*/ 0 h 69213"/>
                <a:gd name="connsiteX3" fmla="*/ 312761 w 312761"/>
                <a:gd name="connsiteY3" fmla="*/ 69214 h 69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2761" h="69213">
                  <a:moveTo>
                    <a:pt x="312761" y="69214"/>
                  </a:moveTo>
                  <a:lnTo>
                    <a:pt x="0" y="27728"/>
                  </a:lnTo>
                  <a:lnTo>
                    <a:pt x="190729" y="0"/>
                  </a:lnTo>
                  <a:lnTo>
                    <a:pt x="312761" y="69214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Freeform 130">
              <a:extLst>
                <a:ext uri="{FF2B5EF4-FFF2-40B4-BE49-F238E27FC236}">
                  <a16:creationId xmlns:a16="http://schemas.microsoft.com/office/drawing/2014/main" id="{EEF7439E-D7BE-4B8B-6E3D-3F23F9E6AF62}"/>
                </a:ext>
              </a:extLst>
            </p:cNvPr>
            <p:cNvSpPr/>
            <p:nvPr/>
          </p:nvSpPr>
          <p:spPr>
            <a:xfrm>
              <a:off x="10145182" y="3358538"/>
              <a:ext cx="176435" cy="173834"/>
            </a:xfrm>
            <a:custGeom>
              <a:avLst/>
              <a:gdLst>
                <a:gd name="connsiteX0" fmla="*/ 0 w 176435"/>
                <a:gd name="connsiteY0" fmla="*/ 0 h 173834"/>
                <a:gd name="connsiteX1" fmla="*/ 167368 w 176435"/>
                <a:gd name="connsiteY1" fmla="*/ 18450 h 173834"/>
                <a:gd name="connsiteX2" fmla="*/ 176435 w 176435"/>
                <a:gd name="connsiteY2" fmla="*/ 173835 h 173834"/>
                <a:gd name="connsiteX3" fmla="*/ 0 w 176435"/>
                <a:gd name="connsiteY3" fmla="*/ 0 h 1738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6435" h="173834">
                  <a:moveTo>
                    <a:pt x="0" y="0"/>
                  </a:moveTo>
                  <a:lnTo>
                    <a:pt x="167368" y="18450"/>
                  </a:lnTo>
                  <a:lnTo>
                    <a:pt x="176435" y="17383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Freeform 131">
              <a:extLst>
                <a:ext uri="{FF2B5EF4-FFF2-40B4-BE49-F238E27FC236}">
                  <a16:creationId xmlns:a16="http://schemas.microsoft.com/office/drawing/2014/main" id="{605DC17F-2628-754C-EE76-19869933B7C2}"/>
                </a:ext>
              </a:extLst>
            </p:cNvPr>
            <p:cNvSpPr/>
            <p:nvPr/>
          </p:nvSpPr>
          <p:spPr>
            <a:xfrm>
              <a:off x="10312550" y="3376988"/>
              <a:ext cx="180915" cy="155384"/>
            </a:xfrm>
            <a:custGeom>
              <a:avLst/>
              <a:gdLst>
                <a:gd name="connsiteX0" fmla="*/ 180915 w 180915"/>
                <a:gd name="connsiteY0" fmla="*/ 155385 h 155384"/>
                <a:gd name="connsiteX1" fmla="*/ 9067 w 180915"/>
                <a:gd name="connsiteY1" fmla="*/ 155385 h 155384"/>
                <a:gd name="connsiteX2" fmla="*/ 0 w 180915"/>
                <a:gd name="connsiteY2" fmla="*/ 0 h 155384"/>
                <a:gd name="connsiteX3" fmla="*/ 180915 w 180915"/>
                <a:gd name="connsiteY3" fmla="*/ 155385 h 1553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0915" h="155384">
                  <a:moveTo>
                    <a:pt x="180915" y="155385"/>
                  </a:moveTo>
                  <a:lnTo>
                    <a:pt x="9067" y="155385"/>
                  </a:lnTo>
                  <a:lnTo>
                    <a:pt x="0" y="0"/>
                  </a:lnTo>
                  <a:lnTo>
                    <a:pt x="180915" y="155385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3E095D0B-0A6A-2018-B475-D0B9628D765E}"/>
                </a:ext>
              </a:extLst>
            </p:cNvPr>
            <p:cNvSpPr/>
            <p:nvPr/>
          </p:nvSpPr>
          <p:spPr>
            <a:xfrm>
              <a:off x="10312550" y="3312893"/>
              <a:ext cx="292600" cy="64094"/>
            </a:xfrm>
            <a:custGeom>
              <a:avLst/>
              <a:gdLst>
                <a:gd name="connsiteX0" fmla="*/ 0 w 292600"/>
                <a:gd name="connsiteY0" fmla="*/ 64095 h 64094"/>
                <a:gd name="connsiteX1" fmla="*/ 66883 w 292600"/>
                <a:gd name="connsiteY1" fmla="*/ 0 h 64094"/>
                <a:gd name="connsiteX2" fmla="*/ 292601 w 292600"/>
                <a:gd name="connsiteY2" fmla="*/ 36367 h 64094"/>
                <a:gd name="connsiteX3" fmla="*/ 0 w 292600"/>
                <a:gd name="connsiteY3" fmla="*/ 64095 h 64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2600" h="64094">
                  <a:moveTo>
                    <a:pt x="0" y="64095"/>
                  </a:moveTo>
                  <a:lnTo>
                    <a:pt x="66883" y="0"/>
                  </a:lnTo>
                  <a:lnTo>
                    <a:pt x="292601" y="36367"/>
                  </a:lnTo>
                  <a:lnTo>
                    <a:pt x="0" y="64095"/>
                  </a:lnTo>
                  <a:close/>
                </a:path>
              </a:pathLst>
            </a:custGeom>
            <a:solidFill>
              <a:srgbClr val="763B7F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41C90647-20DE-5DA9-4EFE-76C60C53D1AD}"/>
                </a:ext>
              </a:extLst>
            </p:cNvPr>
            <p:cNvSpPr/>
            <p:nvPr/>
          </p:nvSpPr>
          <p:spPr>
            <a:xfrm>
              <a:off x="10312550" y="2990605"/>
              <a:ext cx="314788" cy="158584"/>
            </a:xfrm>
            <a:custGeom>
              <a:avLst/>
              <a:gdLst>
                <a:gd name="connsiteX0" fmla="*/ 107205 w 314788"/>
                <a:gd name="connsiteY0" fmla="*/ 158584 h 158584"/>
                <a:gd name="connsiteX1" fmla="*/ 0 w 314788"/>
                <a:gd name="connsiteY1" fmla="*/ 117632 h 158584"/>
                <a:gd name="connsiteX2" fmla="*/ 314788 w 314788"/>
                <a:gd name="connsiteY2" fmla="*/ 0 h 158584"/>
                <a:gd name="connsiteX3" fmla="*/ 107205 w 314788"/>
                <a:gd name="connsiteY3" fmla="*/ 158584 h 158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4788" h="158584">
                  <a:moveTo>
                    <a:pt x="107205" y="158584"/>
                  </a:moveTo>
                  <a:lnTo>
                    <a:pt x="0" y="117632"/>
                  </a:lnTo>
                  <a:lnTo>
                    <a:pt x="314788" y="0"/>
                  </a:lnTo>
                  <a:lnTo>
                    <a:pt x="107205" y="158584"/>
                  </a:lnTo>
                  <a:close/>
                </a:path>
              </a:pathLst>
            </a:custGeom>
            <a:solidFill>
              <a:srgbClr val="763B7F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5" name="Freeform 134">
              <a:extLst>
                <a:ext uri="{FF2B5EF4-FFF2-40B4-BE49-F238E27FC236}">
                  <a16:creationId xmlns:a16="http://schemas.microsoft.com/office/drawing/2014/main" id="{D410B2D2-BC2D-8986-BDB9-9D5263C03DF5}"/>
                </a:ext>
              </a:extLst>
            </p:cNvPr>
            <p:cNvSpPr/>
            <p:nvPr/>
          </p:nvSpPr>
          <p:spPr>
            <a:xfrm>
              <a:off x="10084486" y="2895583"/>
              <a:ext cx="165767" cy="281334"/>
            </a:xfrm>
            <a:custGeom>
              <a:avLst/>
              <a:gdLst>
                <a:gd name="connsiteX0" fmla="*/ 144540 w 165767"/>
                <a:gd name="connsiteY0" fmla="*/ 281335 h 281334"/>
                <a:gd name="connsiteX1" fmla="*/ 165768 w 165767"/>
                <a:gd name="connsiteY1" fmla="*/ 0 h 281334"/>
                <a:gd name="connsiteX2" fmla="*/ 0 w 165767"/>
                <a:gd name="connsiteY2" fmla="*/ 138748 h 281334"/>
                <a:gd name="connsiteX3" fmla="*/ 144540 w 165767"/>
                <a:gd name="connsiteY3" fmla="*/ 281335 h 2813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5767" h="281334">
                  <a:moveTo>
                    <a:pt x="144540" y="281335"/>
                  </a:moveTo>
                  <a:lnTo>
                    <a:pt x="165768" y="0"/>
                  </a:lnTo>
                  <a:lnTo>
                    <a:pt x="0" y="138748"/>
                  </a:lnTo>
                  <a:lnTo>
                    <a:pt x="144540" y="281335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89BB6CBC-94D1-8899-9CBB-C0CB47957986}"/>
                </a:ext>
              </a:extLst>
            </p:cNvPr>
            <p:cNvSpPr/>
            <p:nvPr/>
          </p:nvSpPr>
          <p:spPr>
            <a:xfrm>
              <a:off x="10004162" y="2832554"/>
              <a:ext cx="80323" cy="50444"/>
            </a:xfrm>
            <a:custGeom>
              <a:avLst/>
              <a:gdLst>
                <a:gd name="connsiteX0" fmla="*/ 0 w 80323"/>
                <a:gd name="connsiteY0" fmla="*/ 50444 h 50444"/>
                <a:gd name="connsiteX1" fmla="*/ 70510 w 80323"/>
                <a:gd name="connsiteY1" fmla="*/ 0 h 50444"/>
                <a:gd name="connsiteX2" fmla="*/ 80324 w 80323"/>
                <a:gd name="connsiteY2" fmla="*/ 50444 h 50444"/>
                <a:gd name="connsiteX3" fmla="*/ 0 w 80323"/>
                <a:gd name="connsiteY3" fmla="*/ 50444 h 504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0323" h="50444">
                  <a:moveTo>
                    <a:pt x="0" y="50444"/>
                  </a:moveTo>
                  <a:lnTo>
                    <a:pt x="70510" y="0"/>
                  </a:lnTo>
                  <a:lnTo>
                    <a:pt x="80324" y="50444"/>
                  </a:lnTo>
                  <a:lnTo>
                    <a:pt x="0" y="50444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4584ADAC-6DAA-1E43-18DA-F671E259F404}"/>
                </a:ext>
              </a:extLst>
            </p:cNvPr>
            <p:cNvSpPr/>
            <p:nvPr/>
          </p:nvSpPr>
          <p:spPr>
            <a:xfrm>
              <a:off x="10084486" y="2857830"/>
              <a:ext cx="74670" cy="94702"/>
            </a:xfrm>
            <a:custGeom>
              <a:avLst/>
              <a:gdLst>
                <a:gd name="connsiteX0" fmla="*/ 74670 w 74670"/>
                <a:gd name="connsiteY0" fmla="*/ 0 h 94702"/>
                <a:gd name="connsiteX1" fmla="*/ 0 w 74670"/>
                <a:gd name="connsiteY1" fmla="*/ 25169 h 94702"/>
                <a:gd name="connsiteX2" fmla="*/ 48749 w 74670"/>
                <a:gd name="connsiteY2" fmla="*/ 94703 h 94702"/>
                <a:gd name="connsiteX3" fmla="*/ 74670 w 74670"/>
                <a:gd name="connsiteY3" fmla="*/ 0 h 94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4670" h="94702">
                  <a:moveTo>
                    <a:pt x="74670" y="0"/>
                  </a:moveTo>
                  <a:lnTo>
                    <a:pt x="0" y="25169"/>
                  </a:lnTo>
                  <a:lnTo>
                    <a:pt x="48749" y="94703"/>
                  </a:lnTo>
                  <a:lnTo>
                    <a:pt x="74670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8" name="Freeform 137">
              <a:extLst>
                <a:ext uri="{FF2B5EF4-FFF2-40B4-BE49-F238E27FC236}">
                  <a16:creationId xmlns:a16="http://schemas.microsoft.com/office/drawing/2014/main" id="{BCB25CD9-CF84-E8DF-C41B-87567831D8C6}"/>
                </a:ext>
              </a:extLst>
            </p:cNvPr>
            <p:cNvSpPr/>
            <p:nvPr/>
          </p:nvSpPr>
          <p:spPr>
            <a:xfrm>
              <a:off x="10250254" y="2888651"/>
              <a:ext cx="78723" cy="95235"/>
            </a:xfrm>
            <a:custGeom>
              <a:avLst/>
              <a:gdLst>
                <a:gd name="connsiteX0" fmla="*/ 0 w 78723"/>
                <a:gd name="connsiteY0" fmla="*/ 6932 h 95235"/>
                <a:gd name="connsiteX1" fmla="*/ 78724 w 78723"/>
                <a:gd name="connsiteY1" fmla="*/ 0 h 95235"/>
                <a:gd name="connsiteX2" fmla="*/ 12054 w 78723"/>
                <a:gd name="connsiteY2" fmla="*/ 95236 h 95235"/>
                <a:gd name="connsiteX3" fmla="*/ 0 w 78723"/>
                <a:gd name="connsiteY3" fmla="*/ 6932 h 952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8723" h="95235">
                  <a:moveTo>
                    <a:pt x="0" y="6932"/>
                  </a:moveTo>
                  <a:lnTo>
                    <a:pt x="78724" y="0"/>
                  </a:lnTo>
                  <a:lnTo>
                    <a:pt x="12054" y="95236"/>
                  </a:lnTo>
                  <a:lnTo>
                    <a:pt x="0" y="6932"/>
                  </a:lnTo>
                  <a:close/>
                </a:path>
              </a:pathLst>
            </a:custGeom>
            <a:solidFill>
              <a:srgbClr val="F47820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9" name="Freeform 138">
              <a:extLst>
                <a:ext uri="{FF2B5EF4-FFF2-40B4-BE49-F238E27FC236}">
                  <a16:creationId xmlns:a16="http://schemas.microsoft.com/office/drawing/2014/main" id="{0970F391-AEB9-7CDD-1A09-52D24051B170}"/>
                </a:ext>
              </a:extLst>
            </p:cNvPr>
            <p:cNvSpPr/>
            <p:nvPr/>
          </p:nvSpPr>
          <p:spPr>
            <a:xfrm>
              <a:off x="10262308" y="2901448"/>
              <a:ext cx="165554" cy="82438"/>
            </a:xfrm>
            <a:custGeom>
              <a:avLst/>
              <a:gdLst>
                <a:gd name="connsiteX0" fmla="*/ 110192 w 165554"/>
                <a:gd name="connsiteY0" fmla="*/ 0 h 82438"/>
                <a:gd name="connsiteX1" fmla="*/ 0 w 165554"/>
                <a:gd name="connsiteY1" fmla="*/ 82438 h 82438"/>
                <a:gd name="connsiteX2" fmla="*/ 165554 w 165554"/>
                <a:gd name="connsiteY2" fmla="*/ 24102 h 82438"/>
                <a:gd name="connsiteX3" fmla="*/ 110192 w 165554"/>
                <a:gd name="connsiteY3" fmla="*/ 0 h 82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5554" h="82438">
                  <a:moveTo>
                    <a:pt x="110192" y="0"/>
                  </a:moveTo>
                  <a:lnTo>
                    <a:pt x="0" y="82438"/>
                  </a:lnTo>
                  <a:lnTo>
                    <a:pt x="165554" y="24102"/>
                  </a:lnTo>
                  <a:lnTo>
                    <a:pt x="110192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0" name="Freeform 139">
              <a:extLst>
                <a:ext uri="{FF2B5EF4-FFF2-40B4-BE49-F238E27FC236}">
                  <a16:creationId xmlns:a16="http://schemas.microsoft.com/office/drawing/2014/main" id="{68488391-B475-28B6-3DDC-51C6A66B3E07}"/>
                </a:ext>
              </a:extLst>
            </p:cNvPr>
            <p:cNvSpPr/>
            <p:nvPr/>
          </p:nvSpPr>
          <p:spPr>
            <a:xfrm>
              <a:off x="10321617" y="2925551"/>
              <a:ext cx="305721" cy="117524"/>
            </a:xfrm>
            <a:custGeom>
              <a:avLst/>
              <a:gdLst>
                <a:gd name="connsiteX0" fmla="*/ 0 w 305721"/>
                <a:gd name="connsiteY0" fmla="*/ 117525 h 117524"/>
                <a:gd name="connsiteX1" fmla="*/ 106245 w 305721"/>
                <a:gd name="connsiteY1" fmla="*/ 0 h 117524"/>
                <a:gd name="connsiteX2" fmla="*/ 305721 w 305721"/>
                <a:gd name="connsiteY2" fmla="*/ 65055 h 117524"/>
                <a:gd name="connsiteX3" fmla="*/ 0 w 305721"/>
                <a:gd name="connsiteY3" fmla="*/ 117525 h 1175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5721" h="117524">
                  <a:moveTo>
                    <a:pt x="0" y="117525"/>
                  </a:moveTo>
                  <a:lnTo>
                    <a:pt x="106245" y="0"/>
                  </a:lnTo>
                  <a:lnTo>
                    <a:pt x="305721" y="65055"/>
                  </a:lnTo>
                  <a:lnTo>
                    <a:pt x="0" y="117525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1" name="Freeform 140">
              <a:extLst>
                <a:ext uri="{FF2B5EF4-FFF2-40B4-BE49-F238E27FC236}">
                  <a16:creationId xmlns:a16="http://schemas.microsoft.com/office/drawing/2014/main" id="{4C5A3099-7753-AAD9-2283-5E942ABE896A}"/>
                </a:ext>
              </a:extLst>
            </p:cNvPr>
            <p:cNvSpPr/>
            <p:nvPr/>
          </p:nvSpPr>
          <p:spPr>
            <a:xfrm>
              <a:off x="9557847" y="2866468"/>
              <a:ext cx="228811" cy="216920"/>
            </a:xfrm>
            <a:custGeom>
              <a:avLst/>
              <a:gdLst>
                <a:gd name="connsiteX0" fmla="*/ 0 w 228811"/>
                <a:gd name="connsiteY0" fmla="*/ 140881 h 216920"/>
                <a:gd name="connsiteX1" fmla="*/ 61123 w 228811"/>
                <a:gd name="connsiteY1" fmla="*/ 0 h 216920"/>
                <a:gd name="connsiteX2" fmla="*/ 228811 w 228811"/>
                <a:gd name="connsiteY2" fmla="*/ 216920 h 216920"/>
                <a:gd name="connsiteX3" fmla="*/ 0 w 228811"/>
                <a:gd name="connsiteY3" fmla="*/ 140881 h 216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8811" h="216920">
                  <a:moveTo>
                    <a:pt x="0" y="140881"/>
                  </a:moveTo>
                  <a:lnTo>
                    <a:pt x="61123" y="0"/>
                  </a:lnTo>
                  <a:lnTo>
                    <a:pt x="228811" y="216920"/>
                  </a:lnTo>
                  <a:lnTo>
                    <a:pt x="0" y="140881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2" name="Freeform 141">
              <a:extLst>
                <a:ext uri="{FF2B5EF4-FFF2-40B4-BE49-F238E27FC236}">
                  <a16:creationId xmlns:a16="http://schemas.microsoft.com/office/drawing/2014/main" id="{33D0649E-D7B8-B9F9-CBFA-FF1B9CC14E62}"/>
                </a:ext>
              </a:extLst>
            </p:cNvPr>
            <p:cNvSpPr/>
            <p:nvPr/>
          </p:nvSpPr>
          <p:spPr>
            <a:xfrm>
              <a:off x="9181723" y="2684635"/>
              <a:ext cx="228384" cy="112086"/>
            </a:xfrm>
            <a:custGeom>
              <a:avLst/>
              <a:gdLst>
                <a:gd name="connsiteX0" fmla="*/ 228384 w 228384"/>
                <a:gd name="connsiteY0" fmla="*/ 112086 h 112086"/>
                <a:gd name="connsiteX1" fmla="*/ 0 w 228384"/>
                <a:gd name="connsiteY1" fmla="*/ 112086 h 112086"/>
                <a:gd name="connsiteX2" fmla="*/ 92805 w 228384"/>
                <a:gd name="connsiteY2" fmla="*/ 0 h 112086"/>
                <a:gd name="connsiteX3" fmla="*/ 228384 w 228384"/>
                <a:gd name="connsiteY3" fmla="*/ 112086 h 1120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8384" h="112086">
                  <a:moveTo>
                    <a:pt x="228384" y="112086"/>
                  </a:moveTo>
                  <a:lnTo>
                    <a:pt x="0" y="112086"/>
                  </a:lnTo>
                  <a:lnTo>
                    <a:pt x="92805" y="0"/>
                  </a:lnTo>
                  <a:lnTo>
                    <a:pt x="228384" y="112086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3" name="Freeform 142">
              <a:extLst>
                <a:ext uri="{FF2B5EF4-FFF2-40B4-BE49-F238E27FC236}">
                  <a16:creationId xmlns:a16="http://schemas.microsoft.com/office/drawing/2014/main" id="{6A19DE5C-4237-3FE8-F9FA-FF1E1F0C0BA2}"/>
                </a:ext>
              </a:extLst>
            </p:cNvPr>
            <p:cNvSpPr/>
            <p:nvPr/>
          </p:nvSpPr>
          <p:spPr>
            <a:xfrm>
              <a:off x="9451709" y="2654134"/>
              <a:ext cx="167261" cy="212333"/>
            </a:xfrm>
            <a:custGeom>
              <a:avLst/>
              <a:gdLst>
                <a:gd name="connsiteX0" fmla="*/ 0 w 167261"/>
                <a:gd name="connsiteY0" fmla="*/ 142587 h 212333"/>
                <a:gd name="connsiteX1" fmla="*/ 148700 w 167261"/>
                <a:gd name="connsiteY1" fmla="*/ 0 h 212333"/>
                <a:gd name="connsiteX2" fmla="*/ 167262 w 167261"/>
                <a:gd name="connsiteY2" fmla="*/ 212334 h 212333"/>
                <a:gd name="connsiteX3" fmla="*/ 0 w 167261"/>
                <a:gd name="connsiteY3" fmla="*/ 142587 h 2123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7261" h="212333">
                  <a:moveTo>
                    <a:pt x="0" y="142587"/>
                  </a:moveTo>
                  <a:lnTo>
                    <a:pt x="148700" y="0"/>
                  </a:lnTo>
                  <a:lnTo>
                    <a:pt x="167262" y="212334"/>
                  </a:lnTo>
                  <a:lnTo>
                    <a:pt x="0" y="142587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4" name="Freeform 143">
              <a:extLst>
                <a:ext uri="{FF2B5EF4-FFF2-40B4-BE49-F238E27FC236}">
                  <a16:creationId xmlns:a16="http://schemas.microsoft.com/office/drawing/2014/main" id="{55EA6780-4C6A-56F1-2CC8-824A208FA026}"/>
                </a:ext>
              </a:extLst>
            </p:cNvPr>
            <p:cNvSpPr/>
            <p:nvPr/>
          </p:nvSpPr>
          <p:spPr>
            <a:xfrm>
              <a:off x="9410107" y="2560178"/>
              <a:ext cx="90777" cy="236543"/>
            </a:xfrm>
            <a:custGeom>
              <a:avLst/>
              <a:gdLst>
                <a:gd name="connsiteX0" fmla="*/ 0 w 90777"/>
                <a:gd name="connsiteY0" fmla="*/ 22396 h 236543"/>
                <a:gd name="connsiteX1" fmla="*/ 90778 w 90777"/>
                <a:gd name="connsiteY1" fmla="*/ 0 h 236543"/>
                <a:gd name="connsiteX2" fmla="*/ 0 w 90777"/>
                <a:gd name="connsiteY2" fmla="*/ 236543 h 236543"/>
                <a:gd name="connsiteX3" fmla="*/ 0 w 90777"/>
                <a:gd name="connsiteY3" fmla="*/ 22396 h 2365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0777" h="236543">
                  <a:moveTo>
                    <a:pt x="0" y="22396"/>
                  </a:moveTo>
                  <a:lnTo>
                    <a:pt x="90778" y="0"/>
                  </a:lnTo>
                  <a:lnTo>
                    <a:pt x="0" y="236543"/>
                  </a:lnTo>
                  <a:lnTo>
                    <a:pt x="0" y="22396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5" name="Freeform 144">
              <a:extLst>
                <a:ext uri="{FF2B5EF4-FFF2-40B4-BE49-F238E27FC236}">
                  <a16:creationId xmlns:a16="http://schemas.microsoft.com/office/drawing/2014/main" id="{933551CF-B218-F9FC-36CD-0B23E241B222}"/>
                </a:ext>
              </a:extLst>
            </p:cNvPr>
            <p:cNvSpPr/>
            <p:nvPr/>
          </p:nvSpPr>
          <p:spPr>
            <a:xfrm>
              <a:off x="9275594" y="2582574"/>
              <a:ext cx="134512" cy="114325"/>
            </a:xfrm>
            <a:custGeom>
              <a:avLst/>
              <a:gdLst>
                <a:gd name="connsiteX0" fmla="*/ 0 w 134512"/>
                <a:gd name="connsiteY0" fmla="*/ 75186 h 114325"/>
                <a:gd name="connsiteX1" fmla="*/ 134513 w 134512"/>
                <a:gd name="connsiteY1" fmla="*/ 0 h 114325"/>
                <a:gd name="connsiteX2" fmla="*/ 112645 w 134512"/>
                <a:gd name="connsiteY2" fmla="*/ 114326 h 114325"/>
                <a:gd name="connsiteX3" fmla="*/ 0 w 134512"/>
                <a:gd name="connsiteY3" fmla="*/ 75186 h 1143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4512" h="114325">
                  <a:moveTo>
                    <a:pt x="0" y="75186"/>
                  </a:moveTo>
                  <a:lnTo>
                    <a:pt x="134513" y="0"/>
                  </a:lnTo>
                  <a:lnTo>
                    <a:pt x="112645" y="114326"/>
                  </a:lnTo>
                  <a:lnTo>
                    <a:pt x="0" y="75186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6" name="Freeform 145">
              <a:extLst>
                <a:ext uri="{FF2B5EF4-FFF2-40B4-BE49-F238E27FC236}">
                  <a16:creationId xmlns:a16="http://schemas.microsoft.com/office/drawing/2014/main" id="{FFCE928B-4F2C-B4E2-CA0E-8BB8700F08CE}"/>
                </a:ext>
              </a:extLst>
            </p:cNvPr>
            <p:cNvSpPr/>
            <p:nvPr/>
          </p:nvSpPr>
          <p:spPr>
            <a:xfrm>
              <a:off x="9451709" y="2591639"/>
              <a:ext cx="148700" cy="205082"/>
            </a:xfrm>
            <a:custGeom>
              <a:avLst/>
              <a:gdLst>
                <a:gd name="connsiteX0" fmla="*/ 148700 w 148700"/>
                <a:gd name="connsiteY0" fmla="*/ 62495 h 205082"/>
                <a:gd name="connsiteX1" fmla="*/ 72217 w 148700"/>
                <a:gd name="connsiteY1" fmla="*/ 0 h 205082"/>
                <a:gd name="connsiteX2" fmla="*/ 0 w 148700"/>
                <a:gd name="connsiteY2" fmla="*/ 205082 h 205082"/>
                <a:gd name="connsiteX3" fmla="*/ 148700 w 148700"/>
                <a:gd name="connsiteY3" fmla="*/ 62495 h 205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8700" h="205082">
                  <a:moveTo>
                    <a:pt x="148700" y="62495"/>
                  </a:moveTo>
                  <a:lnTo>
                    <a:pt x="72217" y="0"/>
                  </a:lnTo>
                  <a:lnTo>
                    <a:pt x="0" y="205082"/>
                  </a:lnTo>
                  <a:lnTo>
                    <a:pt x="148700" y="62495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7" name="Freeform 146">
              <a:extLst>
                <a:ext uri="{FF2B5EF4-FFF2-40B4-BE49-F238E27FC236}">
                  <a16:creationId xmlns:a16="http://schemas.microsoft.com/office/drawing/2014/main" id="{96477756-EA27-5225-FF3E-1F5A8B11BD4B}"/>
                </a:ext>
              </a:extLst>
            </p:cNvPr>
            <p:cNvSpPr/>
            <p:nvPr/>
          </p:nvSpPr>
          <p:spPr>
            <a:xfrm>
              <a:off x="9600409" y="2574362"/>
              <a:ext cx="148807" cy="138321"/>
            </a:xfrm>
            <a:custGeom>
              <a:avLst/>
              <a:gdLst>
                <a:gd name="connsiteX0" fmla="*/ 44162 w 148807"/>
                <a:gd name="connsiteY0" fmla="*/ 0 h 138321"/>
                <a:gd name="connsiteX1" fmla="*/ 0 w 148807"/>
                <a:gd name="connsiteY1" fmla="*/ 79772 h 138321"/>
                <a:gd name="connsiteX2" fmla="*/ 148807 w 148807"/>
                <a:gd name="connsiteY2" fmla="*/ 138321 h 138321"/>
                <a:gd name="connsiteX3" fmla="*/ 44162 w 148807"/>
                <a:gd name="connsiteY3" fmla="*/ 0 h 1383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8807" h="138321">
                  <a:moveTo>
                    <a:pt x="44162" y="0"/>
                  </a:moveTo>
                  <a:lnTo>
                    <a:pt x="0" y="79772"/>
                  </a:lnTo>
                  <a:lnTo>
                    <a:pt x="148807" y="138321"/>
                  </a:lnTo>
                  <a:lnTo>
                    <a:pt x="44162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8" name="Freeform 147">
              <a:extLst>
                <a:ext uri="{FF2B5EF4-FFF2-40B4-BE49-F238E27FC236}">
                  <a16:creationId xmlns:a16="http://schemas.microsoft.com/office/drawing/2014/main" id="{A235A230-D090-9C39-3F9A-CBEB90353A75}"/>
                </a:ext>
              </a:extLst>
            </p:cNvPr>
            <p:cNvSpPr/>
            <p:nvPr/>
          </p:nvSpPr>
          <p:spPr>
            <a:xfrm>
              <a:off x="9749216" y="2524984"/>
              <a:ext cx="115738" cy="187698"/>
            </a:xfrm>
            <a:custGeom>
              <a:avLst/>
              <a:gdLst>
                <a:gd name="connsiteX0" fmla="*/ 0 w 115738"/>
                <a:gd name="connsiteY0" fmla="*/ 0 h 187698"/>
                <a:gd name="connsiteX1" fmla="*/ 0 w 115738"/>
                <a:gd name="connsiteY1" fmla="*/ 187699 h 187698"/>
                <a:gd name="connsiteX2" fmla="*/ 115739 w 115738"/>
                <a:gd name="connsiteY2" fmla="*/ 72094 h 187698"/>
                <a:gd name="connsiteX3" fmla="*/ 0 w 115738"/>
                <a:gd name="connsiteY3" fmla="*/ 0 h 1876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5738" h="187698">
                  <a:moveTo>
                    <a:pt x="0" y="0"/>
                  </a:moveTo>
                  <a:lnTo>
                    <a:pt x="0" y="187699"/>
                  </a:lnTo>
                  <a:lnTo>
                    <a:pt x="115739" y="72094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9" name="Freeform 148">
              <a:extLst>
                <a:ext uri="{FF2B5EF4-FFF2-40B4-BE49-F238E27FC236}">
                  <a16:creationId xmlns:a16="http://schemas.microsoft.com/office/drawing/2014/main" id="{0055C124-328D-BE0E-18AC-D05516DE38A5}"/>
                </a:ext>
              </a:extLst>
            </p:cNvPr>
            <p:cNvSpPr/>
            <p:nvPr/>
          </p:nvSpPr>
          <p:spPr>
            <a:xfrm>
              <a:off x="9749216" y="2712683"/>
              <a:ext cx="85870" cy="138321"/>
            </a:xfrm>
            <a:custGeom>
              <a:avLst/>
              <a:gdLst>
                <a:gd name="connsiteX0" fmla="*/ 85871 w 85870"/>
                <a:gd name="connsiteY0" fmla="*/ 7785 h 138321"/>
                <a:gd name="connsiteX1" fmla="*/ 0 w 85870"/>
                <a:gd name="connsiteY1" fmla="*/ 0 h 138321"/>
                <a:gd name="connsiteX2" fmla="*/ 27841 w 85870"/>
                <a:gd name="connsiteY2" fmla="*/ 138321 h 138321"/>
                <a:gd name="connsiteX3" fmla="*/ 85871 w 85870"/>
                <a:gd name="connsiteY3" fmla="*/ 7785 h 1383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5870" h="138321">
                  <a:moveTo>
                    <a:pt x="85871" y="7785"/>
                  </a:moveTo>
                  <a:lnTo>
                    <a:pt x="0" y="0"/>
                  </a:lnTo>
                  <a:lnTo>
                    <a:pt x="27841" y="138321"/>
                  </a:lnTo>
                  <a:lnTo>
                    <a:pt x="85871" y="7785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0" name="Freeform 149">
              <a:extLst>
                <a:ext uri="{FF2B5EF4-FFF2-40B4-BE49-F238E27FC236}">
                  <a16:creationId xmlns:a16="http://schemas.microsoft.com/office/drawing/2014/main" id="{6F3E4DBB-E946-BE34-A6AA-273DDAA741B4}"/>
                </a:ext>
              </a:extLst>
            </p:cNvPr>
            <p:cNvSpPr/>
            <p:nvPr/>
          </p:nvSpPr>
          <p:spPr>
            <a:xfrm>
              <a:off x="9755297" y="2471128"/>
              <a:ext cx="334415" cy="125950"/>
            </a:xfrm>
            <a:custGeom>
              <a:avLst/>
              <a:gdLst>
                <a:gd name="connsiteX0" fmla="*/ 0 w 334415"/>
                <a:gd name="connsiteY0" fmla="*/ 0 h 125950"/>
                <a:gd name="connsiteX1" fmla="*/ 109659 w 334415"/>
                <a:gd name="connsiteY1" fmla="*/ 125950 h 125950"/>
                <a:gd name="connsiteX2" fmla="*/ 334416 w 334415"/>
                <a:gd name="connsiteY2" fmla="*/ 75933 h 125950"/>
                <a:gd name="connsiteX3" fmla="*/ 0 w 334415"/>
                <a:gd name="connsiteY3" fmla="*/ 0 h 1259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4415" h="125950">
                  <a:moveTo>
                    <a:pt x="0" y="0"/>
                  </a:moveTo>
                  <a:lnTo>
                    <a:pt x="109659" y="125950"/>
                  </a:lnTo>
                  <a:lnTo>
                    <a:pt x="334416" y="7593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1" name="Freeform 150">
              <a:extLst>
                <a:ext uri="{FF2B5EF4-FFF2-40B4-BE49-F238E27FC236}">
                  <a16:creationId xmlns:a16="http://schemas.microsoft.com/office/drawing/2014/main" id="{1772D6BC-5562-F3AB-6684-E93032AB357D}"/>
                </a:ext>
              </a:extLst>
            </p:cNvPr>
            <p:cNvSpPr/>
            <p:nvPr/>
          </p:nvSpPr>
          <p:spPr>
            <a:xfrm>
              <a:off x="9755297" y="2392102"/>
              <a:ext cx="334415" cy="154958"/>
            </a:xfrm>
            <a:custGeom>
              <a:avLst/>
              <a:gdLst>
                <a:gd name="connsiteX0" fmla="*/ 219317 w 334415"/>
                <a:gd name="connsiteY0" fmla="*/ 0 h 154958"/>
                <a:gd name="connsiteX1" fmla="*/ 0 w 334415"/>
                <a:gd name="connsiteY1" fmla="*/ 79026 h 154958"/>
                <a:gd name="connsiteX2" fmla="*/ 334416 w 334415"/>
                <a:gd name="connsiteY2" fmla="*/ 154958 h 154958"/>
                <a:gd name="connsiteX3" fmla="*/ 219317 w 334415"/>
                <a:gd name="connsiteY3" fmla="*/ 0 h 154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4415" h="154958">
                  <a:moveTo>
                    <a:pt x="219317" y="0"/>
                  </a:moveTo>
                  <a:lnTo>
                    <a:pt x="0" y="79026"/>
                  </a:lnTo>
                  <a:lnTo>
                    <a:pt x="334416" y="154958"/>
                  </a:lnTo>
                  <a:lnTo>
                    <a:pt x="219317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2" name="Freeform 151">
              <a:extLst>
                <a:ext uri="{FF2B5EF4-FFF2-40B4-BE49-F238E27FC236}">
                  <a16:creationId xmlns:a16="http://schemas.microsoft.com/office/drawing/2014/main" id="{98194FE2-4415-F895-543A-4A872E3F4C83}"/>
                </a:ext>
              </a:extLst>
            </p:cNvPr>
            <p:cNvSpPr/>
            <p:nvPr/>
          </p:nvSpPr>
          <p:spPr>
            <a:xfrm>
              <a:off x="9618970" y="2851004"/>
              <a:ext cx="167688" cy="232383"/>
            </a:xfrm>
            <a:custGeom>
              <a:avLst/>
              <a:gdLst>
                <a:gd name="connsiteX0" fmla="*/ 167688 w 167688"/>
                <a:gd name="connsiteY0" fmla="*/ 232384 h 232383"/>
                <a:gd name="connsiteX1" fmla="*/ 158087 w 167688"/>
                <a:gd name="connsiteY1" fmla="*/ 0 h 232383"/>
                <a:gd name="connsiteX2" fmla="*/ 0 w 167688"/>
                <a:gd name="connsiteY2" fmla="*/ 15464 h 232383"/>
                <a:gd name="connsiteX3" fmla="*/ 167688 w 167688"/>
                <a:gd name="connsiteY3" fmla="*/ 232384 h 2323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7688" h="232383">
                  <a:moveTo>
                    <a:pt x="167688" y="232384"/>
                  </a:moveTo>
                  <a:lnTo>
                    <a:pt x="158087" y="0"/>
                  </a:lnTo>
                  <a:lnTo>
                    <a:pt x="0" y="15464"/>
                  </a:lnTo>
                  <a:lnTo>
                    <a:pt x="167688" y="232384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3" name="Freeform 152">
              <a:extLst>
                <a:ext uri="{FF2B5EF4-FFF2-40B4-BE49-F238E27FC236}">
                  <a16:creationId xmlns:a16="http://schemas.microsoft.com/office/drawing/2014/main" id="{3A1AD792-29FB-8D0C-AF88-A11DBAEB7EDF}"/>
                </a:ext>
              </a:extLst>
            </p:cNvPr>
            <p:cNvSpPr/>
            <p:nvPr/>
          </p:nvSpPr>
          <p:spPr>
            <a:xfrm>
              <a:off x="9777058" y="2782110"/>
              <a:ext cx="227104" cy="100888"/>
            </a:xfrm>
            <a:custGeom>
              <a:avLst/>
              <a:gdLst>
                <a:gd name="connsiteX0" fmla="*/ 227104 w 227104"/>
                <a:gd name="connsiteY0" fmla="*/ 100888 h 100888"/>
                <a:gd name="connsiteX1" fmla="*/ 0 w 227104"/>
                <a:gd name="connsiteY1" fmla="*/ 68894 h 100888"/>
                <a:gd name="connsiteX2" fmla="*/ 97391 w 227104"/>
                <a:gd name="connsiteY2" fmla="*/ 0 h 100888"/>
                <a:gd name="connsiteX3" fmla="*/ 227104 w 227104"/>
                <a:gd name="connsiteY3" fmla="*/ 100888 h 100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7104" h="100888">
                  <a:moveTo>
                    <a:pt x="227104" y="100888"/>
                  </a:moveTo>
                  <a:lnTo>
                    <a:pt x="0" y="68894"/>
                  </a:lnTo>
                  <a:lnTo>
                    <a:pt x="97391" y="0"/>
                  </a:lnTo>
                  <a:lnTo>
                    <a:pt x="227104" y="100888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4" name="Freeform 153">
              <a:extLst>
                <a:ext uri="{FF2B5EF4-FFF2-40B4-BE49-F238E27FC236}">
                  <a16:creationId xmlns:a16="http://schemas.microsoft.com/office/drawing/2014/main" id="{1CD3C15C-890E-6865-962B-8A5801B067EF}"/>
                </a:ext>
              </a:extLst>
            </p:cNvPr>
            <p:cNvSpPr/>
            <p:nvPr/>
          </p:nvSpPr>
          <p:spPr>
            <a:xfrm>
              <a:off x="9181723" y="2796721"/>
              <a:ext cx="376124" cy="210627"/>
            </a:xfrm>
            <a:custGeom>
              <a:avLst/>
              <a:gdLst>
                <a:gd name="connsiteX0" fmla="*/ 228384 w 376124"/>
                <a:gd name="connsiteY0" fmla="*/ 0 h 210627"/>
                <a:gd name="connsiteX1" fmla="*/ 376125 w 376124"/>
                <a:gd name="connsiteY1" fmla="*/ 210628 h 210627"/>
                <a:gd name="connsiteX2" fmla="*/ 0 w 376124"/>
                <a:gd name="connsiteY2" fmla="*/ 0 h 210627"/>
                <a:gd name="connsiteX3" fmla="*/ 228384 w 376124"/>
                <a:gd name="connsiteY3" fmla="*/ 0 h 210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6124" h="210627">
                  <a:moveTo>
                    <a:pt x="228384" y="0"/>
                  </a:moveTo>
                  <a:lnTo>
                    <a:pt x="376125" y="210628"/>
                  </a:lnTo>
                  <a:lnTo>
                    <a:pt x="0" y="0"/>
                  </a:lnTo>
                  <a:lnTo>
                    <a:pt x="228384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5" name="Freeform 154">
              <a:extLst>
                <a:ext uri="{FF2B5EF4-FFF2-40B4-BE49-F238E27FC236}">
                  <a16:creationId xmlns:a16="http://schemas.microsoft.com/office/drawing/2014/main" id="{3E6AD047-7D29-D72E-A339-A46AD8DBA542}"/>
                </a:ext>
              </a:extLst>
            </p:cNvPr>
            <p:cNvSpPr/>
            <p:nvPr/>
          </p:nvSpPr>
          <p:spPr>
            <a:xfrm>
              <a:off x="8956219" y="2531596"/>
              <a:ext cx="209396" cy="176501"/>
            </a:xfrm>
            <a:custGeom>
              <a:avLst/>
              <a:gdLst>
                <a:gd name="connsiteX0" fmla="*/ 209397 w 209396"/>
                <a:gd name="connsiteY0" fmla="*/ 37007 h 176501"/>
                <a:gd name="connsiteX1" fmla="*/ 0 w 209396"/>
                <a:gd name="connsiteY1" fmla="*/ 176501 h 176501"/>
                <a:gd name="connsiteX2" fmla="*/ 76057 w 209396"/>
                <a:gd name="connsiteY2" fmla="*/ 0 h 176501"/>
                <a:gd name="connsiteX3" fmla="*/ 209397 w 209396"/>
                <a:gd name="connsiteY3" fmla="*/ 37007 h 176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396" h="176501">
                  <a:moveTo>
                    <a:pt x="209397" y="37007"/>
                  </a:moveTo>
                  <a:lnTo>
                    <a:pt x="0" y="176501"/>
                  </a:lnTo>
                  <a:lnTo>
                    <a:pt x="76057" y="0"/>
                  </a:lnTo>
                  <a:lnTo>
                    <a:pt x="209397" y="37007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6" name="Freeform 155">
              <a:extLst>
                <a:ext uri="{FF2B5EF4-FFF2-40B4-BE49-F238E27FC236}">
                  <a16:creationId xmlns:a16="http://schemas.microsoft.com/office/drawing/2014/main" id="{4A5D6E4D-B476-49E8-F3F3-80D5F5C8423D}"/>
                </a:ext>
              </a:extLst>
            </p:cNvPr>
            <p:cNvSpPr/>
            <p:nvPr/>
          </p:nvSpPr>
          <p:spPr>
            <a:xfrm>
              <a:off x="9150895" y="2568603"/>
              <a:ext cx="86937" cy="109846"/>
            </a:xfrm>
            <a:custGeom>
              <a:avLst/>
              <a:gdLst>
                <a:gd name="connsiteX0" fmla="*/ 0 w 86937"/>
                <a:gd name="connsiteY0" fmla="*/ 79026 h 109846"/>
                <a:gd name="connsiteX1" fmla="*/ 14721 w 86937"/>
                <a:gd name="connsiteY1" fmla="*/ 0 h 109846"/>
                <a:gd name="connsiteX2" fmla="*/ 86937 w 86937"/>
                <a:gd name="connsiteY2" fmla="*/ 109847 h 109846"/>
                <a:gd name="connsiteX3" fmla="*/ 0 w 86937"/>
                <a:gd name="connsiteY3" fmla="*/ 79026 h 1098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937" h="109846">
                  <a:moveTo>
                    <a:pt x="0" y="79026"/>
                  </a:moveTo>
                  <a:lnTo>
                    <a:pt x="14721" y="0"/>
                  </a:lnTo>
                  <a:lnTo>
                    <a:pt x="86937" y="109847"/>
                  </a:lnTo>
                  <a:lnTo>
                    <a:pt x="0" y="79026"/>
                  </a:lnTo>
                  <a:close/>
                </a:path>
              </a:pathLst>
            </a:custGeom>
            <a:solidFill>
              <a:srgbClr val="F4772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7" name="Freeform 156">
              <a:extLst>
                <a:ext uri="{FF2B5EF4-FFF2-40B4-BE49-F238E27FC236}">
                  <a16:creationId xmlns:a16="http://schemas.microsoft.com/office/drawing/2014/main" id="{F77A3F71-C291-0F30-F906-4424E5330777}"/>
                </a:ext>
              </a:extLst>
            </p:cNvPr>
            <p:cNvSpPr/>
            <p:nvPr/>
          </p:nvSpPr>
          <p:spPr>
            <a:xfrm>
              <a:off x="8806345" y="2405539"/>
              <a:ext cx="225931" cy="144613"/>
            </a:xfrm>
            <a:custGeom>
              <a:avLst/>
              <a:gdLst>
                <a:gd name="connsiteX0" fmla="*/ 225931 w 225931"/>
                <a:gd name="connsiteY0" fmla="*/ 126057 h 144613"/>
                <a:gd name="connsiteX1" fmla="*/ 0 w 225931"/>
                <a:gd name="connsiteY1" fmla="*/ 144614 h 144613"/>
                <a:gd name="connsiteX2" fmla="*/ 149874 w 225931"/>
                <a:gd name="connsiteY2" fmla="*/ 0 h 144613"/>
                <a:gd name="connsiteX3" fmla="*/ 225931 w 225931"/>
                <a:gd name="connsiteY3" fmla="*/ 126057 h 1446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5931" h="144613">
                  <a:moveTo>
                    <a:pt x="225931" y="126057"/>
                  </a:moveTo>
                  <a:lnTo>
                    <a:pt x="0" y="144614"/>
                  </a:lnTo>
                  <a:lnTo>
                    <a:pt x="149874" y="0"/>
                  </a:lnTo>
                  <a:lnTo>
                    <a:pt x="225931" y="126057"/>
                  </a:lnTo>
                  <a:close/>
                </a:path>
              </a:pathLst>
            </a:custGeom>
            <a:solidFill>
              <a:srgbClr val="763B7F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8" name="Freeform 157">
              <a:extLst>
                <a:ext uri="{FF2B5EF4-FFF2-40B4-BE49-F238E27FC236}">
                  <a16:creationId xmlns:a16="http://schemas.microsoft.com/office/drawing/2014/main" id="{76612E38-14C0-A92C-659C-D755D9F6D00C}"/>
                </a:ext>
              </a:extLst>
            </p:cNvPr>
            <p:cNvSpPr/>
            <p:nvPr/>
          </p:nvSpPr>
          <p:spPr>
            <a:xfrm>
              <a:off x="8710447" y="2371946"/>
              <a:ext cx="245771" cy="173408"/>
            </a:xfrm>
            <a:custGeom>
              <a:avLst/>
              <a:gdLst>
                <a:gd name="connsiteX0" fmla="*/ 140167 w 245771"/>
                <a:gd name="connsiteY0" fmla="*/ 0 h 173408"/>
                <a:gd name="connsiteX1" fmla="*/ 0 w 245771"/>
                <a:gd name="connsiteY1" fmla="*/ 173408 h 173408"/>
                <a:gd name="connsiteX2" fmla="*/ 245772 w 245771"/>
                <a:gd name="connsiteY2" fmla="*/ 33594 h 173408"/>
                <a:gd name="connsiteX3" fmla="*/ 140167 w 245771"/>
                <a:gd name="connsiteY3" fmla="*/ 0 h 1734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5771" h="173408">
                  <a:moveTo>
                    <a:pt x="140167" y="0"/>
                  </a:moveTo>
                  <a:lnTo>
                    <a:pt x="0" y="173408"/>
                  </a:lnTo>
                  <a:lnTo>
                    <a:pt x="245772" y="33594"/>
                  </a:lnTo>
                  <a:lnTo>
                    <a:pt x="140167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9" name="Freeform 158">
              <a:extLst>
                <a:ext uri="{FF2B5EF4-FFF2-40B4-BE49-F238E27FC236}">
                  <a16:creationId xmlns:a16="http://schemas.microsoft.com/office/drawing/2014/main" id="{5E32D307-794A-97E7-CD46-4AF05172C801}"/>
                </a:ext>
              </a:extLst>
            </p:cNvPr>
            <p:cNvSpPr/>
            <p:nvPr/>
          </p:nvSpPr>
          <p:spPr>
            <a:xfrm>
              <a:off x="8661485" y="2338245"/>
              <a:ext cx="61123" cy="207108"/>
            </a:xfrm>
            <a:custGeom>
              <a:avLst/>
              <a:gdLst>
                <a:gd name="connsiteX0" fmla="*/ 61123 w 61123"/>
                <a:gd name="connsiteY0" fmla="*/ 0 h 207108"/>
                <a:gd name="connsiteX1" fmla="*/ 48962 w 61123"/>
                <a:gd name="connsiteY1" fmla="*/ 207109 h 207108"/>
                <a:gd name="connsiteX2" fmla="*/ 0 w 61123"/>
                <a:gd name="connsiteY2" fmla="*/ 11305 h 207108"/>
                <a:gd name="connsiteX3" fmla="*/ 61123 w 61123"/>
                <a:gd name="connsiteY3" fmla="*/ 0 h 2071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123" h="207108">
                  <a:moveTo>
                    <a:pt x="61123" y="0"/>
                  </a:moveTo>
                  <a:lnTo>
                    <a:pt x="48962" y="207109"/>
                  </a:lnTo>
                  <a:lnTo>
                    <a:pt x="0" y="11305"/>
                  </a:lnTo>
                  <a:lnTo>
                    <a:pt x="61123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0" name="Freeform 159">
              <a:extLst>
                <a:ext uri="{FF2B5EF4-FFF2-40B4-BE49-F238E27FC236}">
                  <a16:creationId xmlns:a16="http://schemas.microsoft.com/office/drawing/2014/main" id="{FADB9E9D-54D2-24B0-7072-EF9885072AE8}"/>
                </a:ext>
              </a:extLst>
            </p:cNvPr>
            <p:cNvSpPr/>
            <p:nvPr/>
          </p:nvSpPr>
          <p:spPr>
            <a:xfrm>
              <a:off x="8722608" y="2338245"/>
              <a:ext cx="91950" cy="67294"/>
            </a:xfrm>
            <a:custGeom>
              <a:avLst/>
              <a:gdLst>
                <a:gd name="connsiteX0" fmla="*/ 64003 w 91950"/>
                <a:gd name="connsiteY0" fmla="*/ 67294 h 67294"/>
                <a:gd name="connsiteX1" fmla="*/ 0 w 91950"/>
                <a:gd name="connsiteY1" fmla="*/ 0 h 67294"/>
                <a:gd name="connsiteX2" fmla="*/ 91951 w 91950"/>
                <a:gd name="connsiteY2" fmla="*/ 10132 h 67294"/>
                <a:gd name="connsiteX3" fmla="*/ 64003 w 91950"/>
                <a:gd name="connsiteY3" fmla="*/ 67294 h 672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1950" h="67294">
                  <a:moveTo>
                    <a:pt x="64003" y="67294"/>
                  </a:moveTo>
                  <a:lnTo>
                    <a:pt x="0" y="0"/>
                  </a:lnTo>
                  <a:lnTo>
                    <a:pt x="91951" y="10132"/>
                  </a:lnTo>
                  <a:lnTo>
                    <a:pt x="64003" y="67294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1" name="Freeform 160">
              <a:extLst>
                <a:ext uri="{FF2B5EF4-FFF2-40B4-BE49-F238E27FC236}">
                  <a16:creationId xmlns:a16="http://schemas.microsoft.com/office/drawing/2014/main" id="{B0C539F7-87C5-0454-F2C6-DA7B3687B8AA}"/>
                </a:ext>
              </a:extLst>
            </p:cNvPr>
            <p:cNvSpPr/>
            <p:nvPr/>
          </p:nvSpPr>
          <p:spPr>
            <a:xfrm>
              <a:off x="8574120" y="2503868"/>
              <a:ext cx="136326" cy="254673"/>
            </a:xfrm>
            <a:custGeom>
              <a:avLst/>
              <a:gdLst>
                <a:gd name="connsiteX0" fmla="*/ 126406 w 136326"/>
                <a:gd name="connsiteY0" fmla="*/ 254673 h 254673"/>
                <a:gd name="connsiteX1" fmla="*/ 0 w 136326"/>
                <a:gd name="connsiteY1" fmla="*/ 0 h 254673"/>
                <a:gd name="connsiteX2" fmla="*/ 136326 w 136326"/>
                <a:gd name="connsiteY2" fmla="*/ 41486 h 254673"/>
                <a:gd name="connsiteX3" fmla="*/ 126406 w 136326"/>
                <a:gd name="connsiteY3" fmla="*/ 254673 h 254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6326" h="254673">
                  <a:moveTo>
                    <a:pt x="126406" y="254673"/>
                  </a:moveTo>
                  <a:lnTo>
                    <a:pt x="0" y="0"/>
                  </a:lnTo>
                  <a:lnTo>
                    <a:pt x="136326" y="41486"/>
                  </a:lnTo>
                  <a:lnTo>
                    <a:pt x="126406" y="254673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2" name="Freeform 161">
              <a:extLst>
                <a:ext uri="{FF2B5EF4-FFF2-40B4-BE49-F238E27FC236}">
                  <a16:creationId xmlns:a16="http://schemas.microsoft.com/office/drawing/2014/main" id="{AF7BCC98-0AB8-98FC-E554-A4380C7607E1}"/>
                </a:ext>
              </a:extLst>
            </p:cNvPr>
            <p:cNvSpPr/>
            <p:nvPr/>
          </p:nvSpPr>
          <p:spPr>
            <a:xfrm>
              <a:off x="8700527" y="2545354"/>
              <a:ext cx="255692" cy="213187"/>
            </a:xfrm>
            <a:custGeom>
              <a:avLst/>
              <a:gdLst>
                <a:gd name="connsiteX0" fmla="*/ 255692 w 255692"/>
                <a:gd name="connsiteY0" fmla="*/ 162743 h 213187"/>
                <a:gd name="connsiteX1" fmla="*/ 9920 w 255692"/>
                <a:gd name="connsiteY1" fmla="*/ 0 h 213187"/>
                <a:gd name="connsiteX2" fmla="*/ 0 w 255692"/>
                <a:gd name="connsiteY2" fmla="*/ 213187 h 213187"/>
                <a:gd name="connsiteX3" fmla="*/ 255692 w 255692"/>
                <a:gd name="connsiteY3" fmla="*/ 162743 h 2131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5692" h="213187">
                  <a:moveTo>
                    <a:pt x="255692" y="162743"/>
                  </a:moveTo>
                  <a:lnTo>
                    <a:pt x="9920" y="0"/>
                  </a:lnTo>
                  <a:lnTo>
                    <a:pt x="0" y="213187"/>
                  </a:lnTo>
                  <a:lnTo>
                    <a:pt x="255692" y="162743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3" name="Freeform 162">
              <a:extLst>
                <a:ext uri="{FF2B5EF4-FFF2-40B4-BE49-F238E27FC236}">
                  <a16:creationId xmlns:a16="http://schemas.microsoft.com/office/drawing/2014/main" id="{D8C90455-567E-A1BB-7DD6-898DEB4A2AA1}"/>
                </a:ext>
              </a:extLst>
            </p:cNvPr>
            <p:cNvSpPr/>
            <p:nvPr/>
          </p:nvSpPr>
          <p:spPr>
            <a:xfrm>
              <a:off x="8574120" y="2503868"/>
              <a:ext cx="126406" cy="254673"/>
            </a:xfrm>
            <a:custGeom>
              <a:avLst/>
              <a:gdLst>
                <a:gd name="connsiteX0" fmla="*/ 2454 w 126406"/>
                <a:gd name="connsiteY0" fmla="*/ 180767 h 254673"/>
                <a:gd name="connsiteX1" fmla="*/ 0 w 126406"/>
                <a:gd name="connsiteY1" fmla="*/ 0 h 254673"/>
                <a:gd name="connsiteX2" fmla="*/ 126406 w 126406"/>
                <a:gd name="connsiteY2" fmla="*/ 254673 h 254673"/>
                <a:gd name="connsiteX3" fmla="*/ 2454 w 126406"/>
                <a:gd name="connsiteY3" fmla="*/ 180767 h 254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06" h="254673">
                  <a:moveTo>
                    <a:pt x="2454" y="180767"/>
                  </a:moveTo>
                  <a:lnTo>
                    <a:pt x="0" y="0"/>
                  </a:lnTo>
                  <a:lnTo>
                    <a:pt x="126406" y="254673"/>
                  </a:lnTo>
                  <a:lnTo>
                    <a:pt x="2454" y="180767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4" name="Freeform 163">
              <a:extLst>
                <a:ext uri="{FF2B5EF4-FFF2-40B4-BE49-F238E27FC236}">
                  <a16:creationId xmlns:a16="http://schemas.microsoft.com/office/drawing/2014/main" id="{4507019A-66C5-9BC0-4292-4922EB4F284B}"/>
                </a:ext>
              </a:extLst>
            </p:cNvPr>
            <p:cNvSpPr/>
            <p:nvPr/>
          </p:nvSpPr>
          <p:spPr>
            <a:xfrm>
              <a:off x="8305841" y="2677916"/>
              <a:ext cx="166834" cy="138961"/>
            </a:xfrm>
            <a:custGeom>
              <a:avLst/>
              <a:gdLst>
                <a:gd name="connsiteX0" fmla="*/ 0 w 166834"/>
                <a:gd name="connsiteY0" fmla="*/ 86277 h 138961"/>
                <a:gd name="connsiteX1" fmla="*/ 87044 w 166834"/>
                <a:gd name="connsiteY1" fmla="*/ 0 h 138961"/>
                <a:gd name="connsiteX2" fmla="*/ 166835 w 166834"/>
                <a:gd name="connsiteY2" fmla="*/ 138961 h 138961"/>
                <a:gd name="connsiteX3" fmla="*/ 0 w 166834"/>
                <a:gd name="connsiteY3" fmla="*/ 86277 h 1389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6834" h="138961">
                  <a:moveTo>
                    <a:pt x="0" y="86277"/>
                  </a:moveTo>
                  <a:lnTo>
                    <a:pt x="87044" y="0"/>
                  </a:lnTo>
                  <a:lnTo>
                    <a:pt x="166835" y="138961"/>
                  </a:lnTo>
                  <a:lnTo>
                    <a:pt x="0" y="86277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5" name="Freeform 164">
              <a:extLst>
                <a:ext uri="{FF2B5EF4-FFF2-40B4-BE49-F238E27FC236}">
                  <a16:creationId xmlns:a16="http://schemas.microsoft.com/office/drawing/2014/main" id="{A50372A9-BE9E-4E3E-33F7-F6F926801371}"/>
                </a:ext>
              </a:extLst>
            </p:cNvPr>
            <p:cNvSpPr/>
            <p:nvPr/>
          </p:nvSpPr>
          <p:spPr>
            <a:xfrm>
              <a:off x="8392885" y="2550153"/>
              <a:ext cx="79790" cy="266724"/>
            </a:xfrm>
            <a:custGeom>
              <a:avLst/>
              <a:gdLst>
                <a:gd name="connsiteX0" fmla="*/ 50136 w 79790"/>
                <a:gd name="connsiteY0" fmla="*/ 0 h 266724"/>
                <a:gd name="connsiteX1" fmla="*/ 0 w 79790"/>
                <a:gd name="connsiteY1" fmla="*/ 127763 h 266724"/>
                <a:gd name="connsiteX2" fmla="*/ 79790 w 79790"/>
                <a:gd name="connsiteY2" fmla="*/ 266724 h 266724"/>
                <a:gd name="connsiteX3" fmla="*/ 50136 w 79790"/>
                <a:gd name="connsiteY3" fmla="*/ 0 h 2667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790" h="266724">
                  <a:moveTo>
                    <a:pt x="50136" y="0"/>
                  </a:moveTo>
                  <a:lnTo>
                    <a:pt x="0" y="127763"/>
                  </a:lnTo>
                  <a:lnTo>
                    <a:pt x="79790" y="266724"/>
                  </a:lnTo>
                  <a:lnTo>
                    <a:pt x="50136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6" name="Freeform 165">
              <a:extLst>
                <a:ext uri="{FF2B5EF4-FFF2-40B4-BE49-F238E27FC236}">
                  <a16:creationId xmlns:a16="http://schemas.microsoft.com/office/drawing/2014/main" id="{F89A9B10-5FD0-AD3F-5B3F-4773BC450299}"/>
                </a:ext>
              </a:extLst>
            </p:cNvPr>
            <p:cNvSpPr/>
            <p:nvPr/>
          </p:nvSpPr>
          <p:spPr>
            <a:xfrm>
              <a:off x="8443021" y="2550153"/>
              <a:ext cx="109551" cy="266724"/>
            </a:xfrm>
            <a:custGeom>
              <a:avLst/>
              <a:gdLst>
                <a:gd name="connsiteX0" fmla="*/ 109552 w 109551"/>
                <a:gd name="connsiteY0" fmla="*/ 214040 h 266724"/>
                <a:gd name="connsiteX1" fmla="*/ 0 w 109551"/>
                <a:gd name="connsiteY1" fmla="*/ 0 h 266724"/>
                <a:gd name="connsiteX2" fmla="*/ 29655 w 109551"/>
                <a:gd name="connsiteY2" fmla="*/ 266724 h 266724"/>
                <a:gd name="connsiteX3" fmla="*/ 109552 w 109551"/>
                <a:gd name="connsiteY3" fmla="*/ 214040 h 2667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9551" h="266724">
                  <a:moveTo>
                    <a:pt x="109552" y="214040"/>
                  </a:moveTo>
                  <a:lnTo>
                    <a:pt x="0" y="0"/>
                  </a:lnTo>
                  <a:lnTo>
                    <a:pt x="29655" y="266724"/>
                  </a:lnTo>
                  <a:lnTo>
                    <a:pt x="109552" y="21404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7" name="Freeform 166">
              <a:extLst>
                <a:ext uri="{FF2B5EF4-FFF2-40B4-BE49-F238E27FC236}">
                  <a16:creationId xmlns:a16="http://schemas.microsoft.com/office/drawing/2014/main" id="{ADED44D6-B377-F85E-DE69-5B1F5491BDC6}"/>
                </a:ext>
              </a:extLst>
            </p:cNvPr>
            <p:cNvSpPr/>
            <p:nvPr/>
          </p:nvSpPr>
          <p:spPr>
            <a:xfrm>
              <a:off x="8443021" y="2550153"/>
              <a:ext cx="133553" cy="214040"/>
            </a:xfrm>
            <a:custGeom>
              <a:avLst/>
              <a:gdLst>
                <a:gd name="connsiteX0" fmla="*/ 133553 w 133553"/>
                <a:gd name="connsiteY0" fmla="*/ 134482 h 214040"/>
                <a:gd name="connsiteX1" fmla="*/ 109552 w 133553"/>
                <a:gd name="connsiteY1" fmla="*/ 214040 h 214040"/>
                <a:gd name="connsiteX2" fmla="*/ 0 w 133553"/>
                <a:gd name="connsiteY2" fmla="*/ 0 h 214040"/>
                <a:gd name="connsiteX3" fmla="*/ 133553 w 133553"/>
                <a:gd name="connsiteY3" fmla="*/ 134482 h 2140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3553" h="214040">
                  <a:moveTo>
                    <a:pt x="133553" y="134482"/>
                  </a:moveTo>
                  <a:lnTo>
                    <a:pt x="109552" y="214040"/>
                  </a:lnTo>
                  <a:lnTo>
                    <a:pt x="0" y="0"/>
                  </a:lnTo>
                  <a:lnTo>
                    <a:pt x="133553" y="134482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8" name="Freeform 167">
              <a:extLst>
                <a:ext uri="{FF2B5EF4-FFF2-40B4-BE49-F238E27FC236}">
                  <a16:creationId xmlns:a16="http://schemas.microsoft.com/office/drawing/2014/main" id="{CF02D3CD-4A56-8062-E106-EEB795D8FF32}"/>
                </a:ext>
              </a:extLst>
            </p:cNvPr>
            <p:cNvSpPr/>
            <p:nvPr/>
          </p:nvSpPr>
          <p:spPr>
            <a:xfrm>
              <a:off x="8220077" y="2498003"/>
              <a:ext cx="172808" cy="179913"/>
            </a:xfrm>
            <a:custGeom>
              <a:avLst/>
              <a:gdLst>
                <a:gd name="connsiteX0" fmla="*/ 0 w 172808"/>
                <a:gd name="connsiteY0" fmla="*/ 3946 h 179913"/>
                <a:gd name="connsiteX1" fmla="*/ 107099 w 172808"/>
                <a:gd name="connsiteY1" fmla="*/ 0 h 179913"/>
                <a:gd name="connsiteX2" fmla="*/ 172808 w 172808"/>
                <a:gd name="connsiteY2" fmla="*/ 179914 h 179913"/>
                <a:gd name="connsiteX3" fmla="*/ 0 w 172808"/>
                <a:gd name="connsiteY3" fmla="*/ 3946 h 1799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2808" h="179913">
                  <a:moveTo>
                    <a:pt x="0" y="3946"/>
                  </a:moveTo>
                  <a:lnTo>
                    <a:pt x="107099" y="0"/>
                  </a:lnTo>
                  <a:lnTo>
                    <a:pt x="172808" y="179914"/>
                  </a:lnTo>
                  <a:lnTo>
                    <a:pt x="0" y="3946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9" name="Freeform 168">
              <a:extLst>
                <a:ext uri="{FF2B5EF4-FFF2-40B4-BE49-F238E27FC236}">
                  <a16:creationId xmlns:a16="http://schemas.microsoft.com/office/drawing/2014/main" id="{9D81EF34-AFD2-DADE-6995-661892815C5B}"/>
                </a:ext>
              </a:extLst>
            </p:cNvPr>
            <p:cNvSpPr/>
            <p:nvPr/>
          </p:nvSpPr>
          <p:spPr>
            <a:xfrm>
              <a:off x="8091538" y="2764194"/>
              <a:ext cx="214303" cy="148666"/>
            </a:xfrm>
            <a:custGeom>
              <a:avLst/>
              <a:gdLst>
                <a:gd name="connsiteX0" fmla="*/ 167581 w 214303"/>
                <a:gd name="connsiteY0" fmla="*/ 148666 h 148666"/>
                <a:gd name="connsiteX1" fmla="*/ 0 w 214303"/>
                <a:gd name="connsiteY1" fmla="*/ 74333 h 148666"/>
                <a:gd name="connsiteX2" fmla="*/ 214304 w 214303"/>
                <a:gd name="connsiteY2" fmla="*/ 0 h 148666"/>
                <a:gd name="connsiteX3" fmla="*/ 167581 w 214303"/>
                <a:gd name="connsiteY3" fmla="*/ 148666 h 1486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4303" h="148666">
                  <a:moveTo>
                    <a:pt x="167581" y="148666"/>
                  </a:moveTo>
                  <a:lnTo>
                    <a:pt x="0" y="74333"/>
                  </a:lnTo>
                  <a:lnTo>
                    <a:pt x="214304" y="0"/>
                  </a:lnTo>
                  <a:lnTo>
                    <a:pt x="167581" y="148666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0" name="Freeform 169">
              <a:extLst>
                <a:ext uri="{FF2B5EF4-FFF2-40B4-BE49-F238E27FC236}">
                  <a16:creationId xmlns:a16="http://schemas.microsoft.com/office/drawing/2014/main" id="{A99B5831-F01A-97A7-FB6A-4FD7507708D3}"/>
                </a:ext>
              </a:extLst>
            </p:cNvPr>
            <p:cNvSpPr/>
            <p:nvPr/>
          </p:nvSpPr>
          <p:spPr>
            <a:xfrm>
              <a:off x="8198743" y="2677916"/>
              <a:ext cx="194142" cy="86277"/>
            </a:xfrm>
            <a:custGeom>
              <a:avLst/>
              <a:gdLst>
                <a:gd name="connsiteX0" fmla="*/ 0 w 194142"/>
                <a:gd name="connsiteY0" fmla="*/ 6719 h 86277"/>
                <a:gd name="connsiteX1" fmla="*/ 107099 w 194142"/>
                <a:gd name="connsiteY1" fmla="*/ 86277 h 86277"/>
                <a:gd name="connsiteX2" fmla="*/ 194143 w 194142"/>
                <a:gd name="connsiteY2" fmla="*/ 0 h 86277"/>
                <a:gd name="connsiteX3" fmla="*/ 0 w 194142"/>
                <a:gd name="connsiteY3" fmla="*/ 6719 h 86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142" h="86277">
                  <a:moveTo>
                    <a:pt x="0" y="6719"/>
                  </a:moveTo>
                  <a:lnTo>
                    <a:pt x="107099" y="86277"/>
                  </a:lnTo>
                  <a:lnTo>
                    <a:pt x="194143" y="0"/>
                  </a:lnTo>
                  <a:lnTo>
                    <a:pt x="0" y="6719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1" name="Freeform 170">
              <a:extLst>
                <a:ext uri="{FF2B5EF4-FFF2-40B4-BE49-F238E27FC236}">
                  <a16:creationId xmlns:a16="http://schemas.microsoft.com/office/drawing/2014/main" id="{535463E4-B6CB-C3AF-920E-43C389B9CE23}"/>
                </a:ext>
              </a:extLst>
            </p:cNvPr>
            <p:cNvSpPr/>
            <p:nvPr/>
          </p:nvSpPr>
          <p:spPr>
            <a:xfrm>
              <a:off x="7565539" y="2627899"/>
              <a:ext cx="148593" cy="238569"/>
            </a:xfrm>
            <a:custGeom>
              <a:avLst/>
              <a:gdLst>
                <a:gd name="connsiteX0" fmla="*/ 0 w 148593"/>
                <a:gd name="connsiteY0" fmla="*/ 0 h 238569"/>
                <a:gd name="connsiteX1" fmla="*/ 81711 w 148593"/>
                <a:gd name="connsiteY1" fmla="*/ 238569 h 238569"/>
                <a:gd name="connsiteX2" fmla="*/ 148594 w 148593"/>
                <a:gd name="connsiteY2" fmla="*/ 186952 h 238569"/>
                <a:gd name="connsiteX3" fmla="*/ 0 w 148593"/>
                <a:gd name="connsiteY3" fmla="*/ 0 h 2385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8593" h="238569">
                  <a:moveTo>
                    <a:pt x="0" y="0"/>
                  </a:moveTo>
                  <a:lnTo>
                    <a:pt x="81711" y="238569"/>
                  </a:lnTo>
                  <a:lnTo>
                    <a:pt x="148594" y="186952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2" name="Freeform 171">
              <a:extLst>
                <a:ext uri="{FF2B5EF4-FFF2-40B4-BE49-F238E27FC236}">
                  <a16:creationId xmlns:a16="http://schemas.microsoft.com/office/drawing/2014/main" id="{A2C346C4-BA16-1845-0B4D-FA1F0B95B260}"/>
                </a:ext>
              </a:extLst>
            </p:cNvPr>
            <p:cNvSpPr/>
            <p:nvPr/>
          </p:nvSpPr>
          <p:spPr>
            <a:xfrm>
              <a:off x="7565539" y="2627899"/>
              <a:ext cx="226784" cy="186952"/>
            </a:xfrm>
            <a:custGeom>
              <a:avLst/>
              <a:gdLst>
                <a:gd name="connsiteX0" fmla="*/ 0 w 226784"/>
                <a:gd name="connsiteY0" fmla="*/ 0 h 186952"/>
                <a:gd name="connsiteX1" fmla="*/ 148594 w 226784"/>
                <a:gd name="connsiteY1" fmla="*/ 186952 h 186952"/>
                <a:gd name="connsiteX2" fmla="*/ 226784 w 226784"/>
                <a:gd name="connsiteY2" fmla="*/ 160930 h 186952"/>
                <a:gd name="connsiteX3" fmla="*/ 0 w 226784"/>
                <a:gd name="connsiteY3" fmla="*/ 0 h 18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6784" h="186952">
                  <a:moveTo>
                    <a:pt x="0" y="0"/>
                  </a:moveTo>
                  <a:lnTo>
                    <a:pt x="148594" y="186952"/>
                  </a:lnTo>
                  <a:lnTo>
                    <a:pt x="226784" y="1609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7D00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3" name="Freeform 172">
              <a:extLst>
                <a:ext uri="{FF2B5EF4-FFF2-40B4-BE49-F238E27FC236}">
                  <a16:creationId xmlns:a16="http://schemas.microsoft.com/office/drawing/2014/main" id="{7BCEC4CE-ABBD-B28F-1BD6-7E148E5BDDBA}"/>
                </a:ext>
              </a:extLst>
            </p:cNvPr>
            <p:cNvSpPr/>
            <p:nvPr/>
          </p:nvSpPr>
          <p:spPr>
            <a:xfrm>
              <a:off x="7647250" y="2838527"/>
              <a:ext cx="218463" cy="119018"/>
            </a:xfrm>
            <a:custGeom>
              <a:avLst/>
              <a:gdLst>
                <a:gd name="connsiteX0" fmla="*/ 207050 w 218463"/>
                <a:gd name="connsiteY0" fmla="*/ 119018 h 119018"/>
                <a:gd name="connsiteX1" fmla="*/ 218464 w 218463"/>
                <a:gd name="connsiteY1" fmla="*/ 0 h 119018"/>
                <a:gd name="connsiteX2" fmla="*/ 0 w 218463"/>
                <a:gd name="connsiteY2" fmla="*/ 27941 h 119018"/>
                <a:gd name="connsiteX3" fmla="*/ 207050 w 218463"/>
                <a:gd name="connsiteY3" fmla="*/ 119018 h 1190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8463" h="119018">
                  <a:moveTo>
                    <a:pt x="207050" y="119018"/>
                  </a:moveTo>
                  <a:lnTo>
                    <a:pt x="218464" y="0"/>
                  </a:lnTo>
                  <a:lnTo>
                    <a:pt x="0" y="27941"/>
                  </a:lnTo>
                  <a:lnTo>
                    <a:pt x="207050" y="119018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4" name="Freeform 173">
              <a:extLst>
                <a:ext uri="{FF2B5EF4-FFF2-40B4-BE49-F238E27FC236}">
                  <a16:creationId xmlns:a16="http://schemas.microsoft.com/office/drawing/2014/main" id="{EA91C4B4-0C88-2C68-ED96-23E6910D0871}"/>
                </a:ext>
              </a:extLst>
            </p:cNvPr>
            <p:cNvSpPr/>
            <p:nvPr/>
          </p:nvSpPr>
          <p:spPr>
            <a:xfrm>
              <a:off x="7854300" y="2844286"/>
              <a:ext cx="203849" cy="113259"/>
            </a:xfrm>
            <a:custGeom>
              <a:avLst/>
              <a:gdLst>
                <a:gd name="connsiteX0" fmla="*/ 75844 w 203849"/>
                <a:gd name="connsiteY0" fmla="*/ 0 h 113259"/>
                <a:gd name="connsiteX1" fmla="*/ 0 w 203849"/>
                <a:gd name="connsiteY1" fmla="*/ 113259 h 113259"/>
                <a:gd name="connsiteX2" fmla="*/ 203850 w 203849"/>
                <a:gd name="connsiteY2" fmla="*/ 62282 h 113259"/>
                <a:gd name="connsiteX3" fmla="*/ 75844 w 203849"/>
                <a:gd name="connsiteY3" fmla="*/ 0 h 1132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849" h="113259">
                  <a:moveTo>
                    <a:pt x="75844" y="0"/>
                  </a:moveTo>
                  <a:lnTo>
                    <a:pt x="0" y="113259"/>
                  </a:lnTo>
                  <a:lnTo>
                    <a:pt x="203850" y="62282"/>
                  </a:lnTo>
                  <a:lnTo>
                    <a:pt x="75844" y="0"/>
                  </a:lnTo>
                  <a:close/>
                </a:path>
              </a:pathLst>
            </a:custGeom>
            <a:solidFill>
              <a:srgbClr val="763B7F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5" name="Freeform 174">
              <a:extLst>
                <a:ext uri="{FF2B5EF4-FFF2-40B4-BE49-F238E27FC236}">
                  <a16:creationId xmlns:a16="http://schemas.microsoft.com/office/drawing/2014/main" id="{840250F2-F228-8490-EFBA-6532FE8A1B0D}"/>
                </a:ext>
              </a:extLst>
            </p:cNvPr>
            <p:cNvSpPr/>
            <p:nvPr/>
          </p:nvSpPr>
          <p:spPr>
            <a:xfrm>
              <a:off x="8091538" y="2684635"/>
              <a:ext cx="214303" cy="153891"/>
            </a:xfrm>
            <a:custGeom>
              <a:avLst/>
              <a:gdLst>
                <a:gd name="connsiteX0" fmla="*/ 107205 w 214303"/>
                <a:gd name="connsiteY0" fmla="*/ 0 h 153891"/>
                <a:gd name="connsiteX1" fmla="*/ 0 w 214303"/>
                <a:gd name="connsiteY1" fmla="*/ 153892 h 153891"/>
                <a:gd name="connsiteX2" fmla="*/ 214304 w 214303"/>
                <a:gd name="connsiteY2" fmla="*/ 79559 h 153891"/>
                <a:gd name="connsiteX3" fmla="*/ 107205 w 214303"/>
                <a:gd name="connsiteY3" fmla="*/ 0 h 153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4303" h="153891">
                  <a:moveTo>
                    <a:pt x="107205" y="0"/>
                  </a:moveTo>
                  <a:lnTo>
                    <a:pt x="0" y="153892"/>
                  </a:lnTo>
                  <a:lnTo>
                    <a:pt x="214304" y="79559"/>
                  </a:lnTo>
                  <a:lnTo>
                    <a:pt x="107205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6" name="Freeform 175">
              <a:extLst>
                <a:ext uri="{FF2B5EF4-FFF2-40B4-BE49-F238E27FC236}">
                  <a16:creationId xmlns:a16="http://schemas.microsoft.com/office/drawing/2014/main" id="{F6850908-DD7B-579B-1FC4-DD8BB29AD79E}"/>
                </a:ext>
              </a:extLst>
            </p:cNvPr>
            <p:cNvSpPr/>
            <p:nvPr/>
          </p:nvSpPr>
          <p:spPr>
            <a:xfrm>
              <a:off x="8053882" y="2477846"/>
              <a:ext cx="144860" cy="206788"/>
            </a:xfrm>
            <a:custGeom>
              <a:avLst/>
              <a:gdLst>
                <a:gd name="connsiteX0" fmla="*/ 47042 w 144860"/>
                <a:gd name="connsiteY0" fmla="*/ 0 h 206788"/>
                <a:gd name="connsiteX1" fmla="*/ 144860 w 144860"/>
                <a:gd name="connsiteY1" fmla="*/ 206789 h 206788"/>
                <a:gd name="connsiteX2" fmla="*/ 0 w 144860"/>
                <a:gd name="connsiteY2" fmla="*/ 139495 h 206788"/>
                <a:gd name="connsiteX3" fmla="*/ 47042 w 144860"/>
                <a:gd name="connsiteY3" fmla="*/ 0 h 206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4860" h="206788">
                  <a:moveTo>
                    <a:pt x="47042" y="0"/>
                  </a:moveTo>
                  <a:lnTo>
                    <a:pt x="144860" y="206789"/>
                  </a:lnTo>
                  <a:lnTo>
                    <a:pt x="0" y="139495"/>
                  </a:lnTo>
                  <a:lnTo>
                    <a:pt x="47042" y="0"/>
                  </a:lnTo>
                  <a:close/>
                </a:path>
              </a:pathLst>
            </a:custGeom>
            <a:solidFill>
              <a:srgbClr val="763B7F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7" name="Freeform 176">
              <a:extLst>
                <a:ext uri="{FF2B5EF4-FFF2-40B4-BE49-F238E27FC236}">
                  <a16:creationId xmlns:a16="http://schemas.microsoft.com/office/drawing/2014/main" id="{5D4D28CD-E2CB-F5F3-F7C7-4E319BC39436}"/>
                </a:ext>
              </a:extLst>
            </p:cNvPr>
            <p:cNvSpPr/>
            <p:nvPr/>
          </p:nvSpPr>
          <p:spPr>
            <a:xfrm>
              <a:off x="7938357" y="2674290"/>
              <a:ext cx="260385" cy="117951"/>
            </a:xfrm>
            <a:custGeom>
              <a:avLst/>
              <a:gdLst>
                <a:gd name="connsiteX0" fmla="*/ 0 w 260385"/>
                <a:gd name="connsiteY0" fmla="*/ 117952 h 117951"/>
                <a:gd name="connsiteX1" fmla="*/ 260386 w 260385"/>
                <a:gd name="connsiteY1" fmla="*/ 10345 h 117951"/>
                <a:gd name="connsiteX2" fmla="*/ 27841 w 260385"/>
                <a:gd name="connsiteY2" fmla="*/ 0 h 117951"/>
                <a:gd name="connsiteX3" fmla="*/ 0 w 260385"/>
                <a:gd name="connsiteY3" fmla="*/ 117952 h 117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0385" h="117951">
                  <a:moveTo>
                    <a:pt x="0" y="117952"/>
                  </a:moveTo>
                  <a:lnTo>
                    <a:pt x="260386" y="10345"/>
                  </a:lnTo>
                  <a:lnTo>
                    <a:pt x="27841" y="0"/>
                  </a:lnTo>
                  <a:lnTo>
                    <a:pt x="0" y="117952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8" name="Freeform 177">
              <a:extLst>
                <a:ext uri="{FF2B5EF4-FFF2-40B4-BE49-F238E27FC236}">
                  <a16:creationId xmlns:a16="http://schemas.microsoft.com/office/drawing/2014/main" id="{CFD67BBB-34AB-4989-3CEF-0943ADB8A965}"/>
                </a:ext>
              </a:extLst>
            </p:cNvPr>
            <p:cNvSpPr/>
            <p:nvPr/>
          </p:nvSpPr>
          <p:spPr>
            <a:xfrm>
              <a:off x="7966198" y="2617341"/>
              <a:ext cx="232544" cy="67294"/>
            </a:xfrm>
            <a:custGeom>
              <a:avLst/>
              <a:gdLst>
                <a:gd name="connsiteX0" fmla="*/ 87684 w 232544"/>
                <a:gd name="connsiteY0" fmla="*/ 0 h 67294"/>
                <a:gd name="connsiteX1" fmla="*/ 0 w 232544"/>
                <a:gd name="connsiteY1" fmla="*/ 56949 h 67294"/>
                <a:gd name="connsiteX2" fmla="*/ 232544 w 232544"/>
                <a:gd name="connsiteY2" fmla="*/ 67294 h 67294"/>
                <a:gd name="connsiteX3" fmla="*/ 87684 w 232544"/>
                <a:gd name="connsiteY3" fmla="*/ 0 h 672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544" h="67294">
                  <a:moveTo>
                    <a:pt x="87684" y="0"/>
                  </a:moveTo>
                  <a:lnTo>
                    <a:pt x="0" y="56949"/>
                  </a:lnTo>
                  <a:lnTo>
                    <a:pt x="232544" y="67294"/>
                  </a:lnTo>
                  <a:lnTo>
                    <a:pt x="87684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9" name="Freeform 178">
              <a:extLst>
                <a:ext uri="{FF2B5EF4-FFF2-40B4-BE49-F238E27FC236}">
                  <a16:creationId xmlns:a16="http://schemas.microsoft.com/office/drawing/2014/main" id="{17BD6788-D32D-E20D-A740-E73FDD16FA2F}"/>
                </a:ext>
              </a:extLst>
            </p:cNvPr>
            <p:cNvSpPr/>
            <p:nvPr/>
          </p:nvSpPr>
          <p:spPr>
            <a:xfrm>
              <a:off x="8198743" y="2501948"/>
              <a:ext cx="194142" cy="182686"/>
            </a:xfrm>
            <a:custGeom>
              <a:avLst/>
              <a:gdLst>
                <a:gd name="connsiteX0" fmla="*/ 21334 w 194142"/>
                <a:gd name="connsiteY0" fmla="*/ 0 h 182686"/>
                <a:gd name="connsiteX1" fmla="*/ 0 w 194142"/>
                <a:gd name="connsiteY1" fmla="*/ 182686 h 182686"/>
                <a:gd name="connsiteX2" fmla="*/ 194143 w 194142"/>
                <a:gd name="connsiteY2" fmla="*/ 175968 h 182686"/>
                <a:gd name="connsiteX3" fmla="*/ 21334 w 194142"/>
                <a:gd name="connsiteY3" fmla="*/ 0 h 1826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142" h="182686">
                  <a:moveTo>
                    <a:pt x="21334" y="0"/>
                  </a:moveTo>
                  <a:lnTo>
                    <a:pt x="0" y="182686"/>
                  </a:lnTo>
                  <a:lnTo>
                    <a:pt x="194143" y="175968"/>
                  </a:lnTo>
                  <a:lnTo>
                    <a:pt x="21334" y="0"/>
                  </a:lnTo>
                  <a:close/>
                </a:path>
              </a:pathLst>
            </a:custGeom>
            <a:solidFill>
              <a:srgbClr val="FF7D00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0" name="Freeform 179">
              <a:extLst>
                <a:ext uri="{FF2B5EF4-FFF2-40B4-BE49-F238E27FC236}">
                  <a16:creationId xmlns:a16="http://schemas.microsoft.com/office/drawing/2014/main" id="{C4B8A170-879B-D1C9-C296-86B6AC354142}"/>
                </a:ext>
              </a:extLst>
            </p:cNvPr>
            <p:cNvSpPr/>
            <p:nvPr/>
          </p:nvSpPr>
          <p:spPr>
            <a:xfrm>
              <a:off x="8454008" y="2487765"/>
              <a:ext cx="122565" cy="196870"/>
            </a:xfrm>
            <a:custGeom>
              <a:avLst/>
              <a:gdLst>
                <a:gd name="connsiteX0" fmla="*/ 120112 w 122565"/>
                <a:gd name="connsiteY0" fmla="*/ 16103 h 196870"/>
                <a:gd name="connsiteX1" fmla="*/ 0 w 122565"/>
                <a:gd name="connsiteY1" fmla="*/ 0 h 196870"/>
                <a:gd name="connsiteX2" fmla="*/ 122566 w 122565"/>
                <a:gd name="connsiteY2" fmla="*/ 196870 h 196870"/>
                <a:gd name="connsiteX3" fmla="*/ 120112 w 122565"/>
                <a:gd name="connsiteY3" fmla="*/ 16103 h 1968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565" h="196870">
                  <a:moveTo>
                    <a:pt x="120112" y="16103"/>
                  </a:moveTo>
                  <a:lnTo>
                    <a:pt x="0" y="0"/>
                  </a:lnTo>
                  <a:lnTo>
                    <a:pt x="122566" y="196870"/>
                  </a:lnTo>
                  <a:lnTo>
                    <a:pt x="120112" y="16103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1" name="Freeform 180">
              <a:extLst>
                <a:ext uri="{FF2B5EF4-FFF2-40B4-BE49-F238E27FC236}">
                  <a16:creationId xmlns:a16="http://schemas.microsoft.com/office/drawing/2014/main" id="{46D3C7BA-582F-1D77-38BD-9D413870BB20}"/>
                </a:ext>
              </a:extLst>
            </p:cNvPr>
            <p:cNvSpPr/>
            <p:nvPr/>
          </p:nvSpPr>
          <p:spPr>
            <a:xfrm>
              <a:off x="8378058" y="2220080"/>
              <a:ext cx="283426" cy="237609"/>
            </a:xfrm>
            <a:custGeom>
              <a:avLst/>
              <a:gdLst>
                <a:gd name="connsiteX0" fmla="*/ 283427 w 283426"/>
                <a:gd name="connsiteY0" fmla="*/ 129469 h 237609"/>
                <a:gd name="connsiteX1" fmla="*/ 0 w 283426"/>
                <a:gd name="connsiteY1" fmla="*/ 0 h 237609"/>
                <a:gd name="connsiteX2" fmla="*/ 22188 w 283426"/>
                <a:gd name="connsiteY2" fmla="*/ 237610 h 237609"/>
                <a:gd name="connsiteX3" fmla="*/ 283427 w 283426"/>
                <a:gd name="connsiteY3" fmla="*/ 129469 h 2376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3426" h="237609">
                  <a:moveTo>
                    <a:pt x="283427" y="129469"/>
                  </a:moveTo>
                  <a:lnTo>
                    <a:pt x="0" y="0"/>
                  </a:lnTo>
                  <a:lnTo>
                    <a:pt x="22188" y="237610"/>
                  </a:lnTo>
                  <a:lnTo>
                    <a:pt x="283427" y="129469"/>
                  </a:lnTo>
                  <a:close/>
                </a:path>
              </a:pathLst>
            </a:custGeom>
            <a:solidFill>
              <a:srgbClr val="FF7D00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2" name="Freeform 181">
              <a:extLst>
                <a:ext uri="{FF2B5EF4-FFF2-40B4-BE49-F238E27FC236}">
                  <a16:creationId xmlns:a16="http://schemas.microsoft.com/office/drawing/2014/main" id="{D275AE78-8EA8-D86F-0168-5E1927F67FEA}"/>
                </a:ext>
              </a:extLst>
            </p:cNvPr>
            <p:cNvSpPr/>
            <p:nvPr/>
          </p:nvSpPr>
          <p:spPr>
            <a:xfrm>
              <a:off x="8574120" y="2349550"/>
              <a:ext cx="136326" cy="195804"/>
            </a:xfrm>
            <a:custGeom>
              <a:avLst/>
              <a:gdLst>
                <a:gd name="connsiteX0" fmla="*/ 0 w 136326"/>
                <a:gd name="connsiteY0" fmla="*/ 154318 h 195804"/>
                <a:gd name="connsiteX1" fmla="*/ 87364 w 136326"/>
                <a:gd name="connsiteY1" fmla="*/ 0 h 195804"/>
                <a:gd name="connsiteX2" fmla="*/ 136326 w 136326"/>
                <a:gd name="connsiteY2" fmla="*/ 195804 h 195804"/>
                <a:gd name="connsiteX3" fmla="*/ 0 w 136326"/>
                <a:gd name="connsiteY3" fmla="*/ 154318 h 1958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6326" h="195804">
                  <a:moveTo>
                    <a:pt x="0" y="154318"/>
                  </a:moveTo>
                  <a:lnTo>
                    <a:pt x="87364" y="0"/>
                  </a:lnTo>
                  <a:lnTo>
                    <a:pt x="136326" y="195804"/>
                  </a:lnTo>
                  <a:lnTo>
                    <a:pt x="0" y="154318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3" name="Freeform 182">
              <a:extLst>
                <a:ext uri="{FF2B5EF4-FFF2-40B4-BE49-F238E27FC236}">
                  <a16:creationId xmlns:a16="http://schemas.microsoft.com/office/drawing/2014/main" id="{907A07E6-A063-5598-B2F7-7F5E826B9CC3}"/>
                </a:ext>
              </a:extLst>
            </p:cNvPr>
            <p:cNvSpPr/>
            <p:nvPr/>
          </p:nvSpPr>
          <p:spPr>
            <a:xfrm>
              <a:off x="8266053" y="2220080"/>
              <a:ext cx="134192" cy="237609"/>
            </a:xfrm>
            <a:custGeom>
              <a:avLst/>
              <a:gdLst>
                <a:gd name="connsiteX0" fmla="*/ 134193 w 134192"/>
                <a:gd name="connsiteY0" fmla="*/ 237610 h 237609"/>
                <a:gd name="connsiteX1" fmla="*/ 0 w 134192"/>
                <a:gd name="connsiteY1" fmla="*/ 0 h 237609"/>
                <a:gd name="connsiteX2" fmla="*/ 112005 w 134192"/>
                <a:gd name="connsiteY2" fmla="*/ 0 h 237609"/>
                <a:gd name="connsiteX3" fmla="*/ 134193 w 134192"/>
                <a:gd name="connsiteY3" fmla="*/ 237610 h 2376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4192" h="237609">
                  <a:moveTo>
                    <a:pt x="134193" y="237610"/>
                  </a:moveTo>
                  <a:lnTo>
                    <a:pt x="0" y="0"/>
                  </a:lnTo>
                  <a:lnTo>
                    <a:pt x="112005" y="0"/>
                  </a:lnTo>
                  <a:lnTo>
                    <a:pt x="134193" y="23761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4" name="Freeform 183">
              <a:extLst>
                <a:ext uri="{FF2B5EF4-FFF2-40B4-BE49-F238E27FC236}">
                  <a16:creationId xmlns:a16="http://schemas.microsoft.com/office/drawing/2014/main" id="{61B9CE47-FB35-32AA-E6FD-7267C1BF862D}"/>
                </a:ext>
              </a:extLst>
            </p:cNvPr>
            <p:cNvSpPr/>
            <p:nvPr/>
          </p:nvSpPr>
          <p:spPr>
            <a:xfrm>
              <a:off x="8126313" y="2220080"/>
              <a:ext cx="273932" cy="237609"/>
            </a:xfrm>
            <a:custGeom>
              <a:avLst/>
              <a:gdLst>
                <a:gd name="connsiteX0" fmla="*/ 0 w 273932"/>
                <a:gd name="connsiteY0" fmla="*/ 101635 h 237609"/>
                <a:gd name="connsiteX1" fmla="*/ 139740 w 273932"/>
                <a:gd name="connsiteY1" fmla="*/ 0 h 237609"/>
                <a:gd name="connsiteX2" fmla="*/ 273933 w 273932"/>
                <a:gd name="connsiteY2" fmla="*/ 237610 h 237609"/>
                <a:gd name="connsiteX3" fmla="*/ 0 w 273932"/>
                <a:gd name="connsiteY3" fmla="*/ 101635 h 2376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3932" h="237609">
                  <a:moveTo>
                    <a:pt x="0" y="101635"/>
                  </a:moveTo>
                  <a:lnTo>
                    <a:pt x="139740" y="0"/>
                  </a:lnTo>
                  <a:lnTo>
                    <a:pt x="273933" y="237610"/>
                  </a:lnTo>
                  <a:lnTo>
                    <a:pt x="0" y="101635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5" name="Freeform 184">
              <a:extLst>
                <a:ext uri="{FF2B5EF4-FFF2-40B4-BE49-F238E27FC236}">
                  <a16:creationId xmlns:a16="http://schemas.microsoft.com/office/drawing/2014/main" id="{EAC4FE2A-FF87-6EA8-4391-DDBBC00134DE}"/>
                </a:ext>
              </a:extLst>
            </p:cNvPr>
            <p:cNvSpPr/>
            <p:nvPr/>
          </p:nvSpPr>
          <p:spPr>
            <a:xfrm>
              <a:off x="8378058" y="1964554"/>
              <a:ext cx="186782" cy="255526"/>
            </a:xfrm>
            <a:custGeom>
              <a:avLst/>
              <a:gdLst>
                <a:gd name="connsiteX0" fmla="*/ 0 w 186782"/>
                <a:gd name="connsiteY0" fmla="*/ 255526 h 255526"/>
                <a:gd name="connsiteX1" fmla="*/ 33068 w 186782"/>
                <a:gd name="connsiteY1" fmla="*/ 0 h 255526"/>
                <a:gd name="connsiteX2" fmla="*/ 186782 w 186782"/>
                <a:gd name="connsiteY2" fmla="*/ 63242 h 255526"/>
                <a:gd name="connsiteX3" fmla="*/ 0 w 186782"/>
                <a:gd name="connsiteY3" fmla="*/ 255526 h 2555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6782" h="255526">
                  <a:moveTo>
                    <a:pt x="0" y="255526"/>
                  </a:moveTo>
                  <a:lnTo>
                    <a:pt x="33068" y="0"/>
                  </a:lnTo>
                  <a:lnTo>
                    <a:pt x="186782" y="63242"/>
                  </a:lnTo>
                  <a:lnTo>
                    <a:pt x="0" y="255526"/>
                  </a:lnTo>
                  <a:close/>
                </a:path>
              </a:pathLst>
            </a:custGeom>
            <a:solidFill>
              <a:srgbClr val="FF7D00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6" name="Freeform 185">
              <a:extLst>
                <a:ext uri="{FF2B5EF4-FFF2-40B4-BE49-F238E27FC236}">
                  <a16:creationId xmlns:a16="http://schemas.microsoft.com/office/drawing/2014/main" id="{6553749C-C764-B320-0034-85C9F0E24A69}"/>
                </a:ext>
              </a:extLst>
            </p:cNvPr>
            <p:cNvSpPr/>
            <p:nvPr/>
          </p:nvSpPr>
          <p:spPr>
            <a:xfrm>
              <a:off x="8283333" y="1964554"/>
              <a:ext cx="127792" cy="255526"/>
            </a:xfrm>
            <a:custGeom>
              <a:avLst/>
              <a:gdLst>
                <a:gd name="connsiteX0" fmla="*/ 0 w 127792"/>
                <a:gd name="connsiteY0" fmla="*/ 0 h 255526"/>
                <a:gd name="connsiteX1" fmla="*/ 127793 w 127792"/>
                <a:gd name="connsiteY1" fmla="*/ 0 h 255526"/>
                <a:gd name="connsiteX2" fmla="*/ 94725 w 127792"/>
                <a:gd name="connsiteY2" fmla="*/ 255526 h 255526"/>
                <a:gd name="connsiteX3" fmla="*/ 0 w 127792"/>
                <a:gd name="connsiteY3" fmla="*/ 0 h 2555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792" h="255526">
                  <a:moveTo>
                    <a:pt x="0" y="0"/>
                  </a:moveTo>
                  <a:lnTo>
                    <a:pt x="127793" y="0"/>
                  </a:lnTo>
                  <a:lnTo>
                    <a:pt x="94725" y="255526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7" name="Freeform 186">
              <a:extLst>
                <a:ext uri="{FF2B5EF4-FFF2-40B4-BE49-F238E27FC236}">
                  <a16:creationId xmlns:a16="http://schemas.microsoft.com/office/drawing/2014/main" id="{3EDC56EB-3867-3BCF-28C7-70002D38DACC}"/>
                </a:ext>
              </a:extLst>
            </p:cNvPr>
            <p:cNvSpPr/>
            <p:nvPr/>
          </p:nvSpPr>
          <p:spPr>
            <a:xfrm>
              <a:off x="8111165" y="1875931"/>
              <a:ext cx="172168" cy="151865"/>
            </a:xfrm>
            <a:custGeom>
              <a:avLst/>
              <a:gdLst>
                <a:gd name="connsiteX0" fmla="*/ 23788 w 172168"/>
                <a:gd name="connsiteY0" fmla="*/ 0 h 151865"/>
                <a:gd name="connsiteX1" fmla="*/ 172168 w 172168"/>
                <a:gd name="connsiteY1" fmla="*/ 88624 h 151865"/>
                <a:gd name="connsiteX2" fmla="*/ 0 w 172168"/>
                <a:gd name="connsiteY2" fmla="*/ 151865 h 151865"/>
                <a:gd name="connsiteX3" fmla="*/ 23788 w 172168"/>
                <a:gd name="connsiteY3" fmla="*/ 0 h 1518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2168" h="151865">
                  <a:moveTo>
                    <a:pt x="23788" y="0"/>
                  </a:moveTo>
                  <a:lnTo>
                    <a:pt x="172168" y="88624"/>
                  </a:lnTo>
                  <a:lnTo>
                    <a:pt x="0" y="151865"/>
                  </a:lnTo>
                  <a:lnTo>
                    <a:pt x="23788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8" name="Freeform 187">
              <a:extLst>
                <a:ext uri="{FF2B5EF4-FFF2-40B4-BE49-F238E27FC236}">
                  <a16:creationId xmlns:a16="http://schemas.microsoft.com/office/drawing/2014/main" id="{DFDE9412-66BA-7F86-68DB-F9EAAA3D63F6}"/>
                </a:ext>
              </a:extLst>
            </p:cNvPr>
            <p:cNvSpPr/>
            <p:nvPr/>
          </p:nvSpPr>
          <p:spPr>
            <a:xfrm>
              <a:off x="8111165" y="1964554"/>
              <a:ext cx="266892" cy="255526"/>
            </a:xfrm>
            <a:custGeom>
              <a:avLst/>
              <a:gdLst>
                <a:gd name="connsiteX0" fmla="*/ 266893 w 266892"/>
                <a:gd name="connsiteY0" fmla="*/ 255526 h 255526"/>
                <a:gd name="connsiteX1" fmla="*/ 0 w 266892"/>
                <a:gd name="connsiteY1" fmla="*/ 63242 h 255526"/>
                <a:gd name="connsiteX2" fmla="*/ 172168 w 266892"/>
                <a:gd name="connsiteY2" fmla="*/ 0 h 255526"/>
                <a:gd name="connsiteX3" fmla="*/ 266893 w 266892"/>
                <a:gd name="connsiteY3" fmla="*/ 255526 h 2555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6892" h="255526">
                  <a:moveTo>
                    <a:pt x="266893" y="255526"/>
                  </a:moveTo>
                  <a:lnTo>
                    <a:pt x="0" y="63242"/>
                  </a:lnTo>
                  <a:lnTo>
                    <a:pt x="172168" y="0"/>
                  </a:lnTo>
                  <a:lnTo>
                    <a:pt x="266893" y="255526"/>
                  </a:lnTo>
                  <a:close/>
                </a:path>
              </a:pathLst>
            </a:custGeom>
            <a:solidFill>
              <a:srgbClr val="763B7F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9" name="Freeform 188">
              <a:extLst>
                <a:ext uri="{FF2B5EF4-FFF2-40B4-BE49-F238E27FC236}">
                  <a16:creationId xmlns:a16="http://schemas.microsoft.com/office/drawing/2014/main" id="{64D27C77-08CC-F0CF-13E9-BAB5C3520FE7}"/>
                </a:ext>
              </a:extLst>
            </p:cNvPr>
            <p:cNvSpPr/>
            <p:nvPr/>
          </p:nvSpPr>
          <p:spPr>
            <a:xfrm>
              <a:off x="8111165" y="2027796"/>
              <a:ext cx="154887" cy="192284"/>
            </a:xfrm>
            <a:custGeom>
              <a:avLst/>
              <a:gdLst>
                <a:gd name="connsiteX0" fmla="*/ 29015 w 154887"/>
                <a:gd name="connsiteY0" fmla="*/ 119444 h 192284"/>
                <a:gd name="connsiteX1" fmla="*/ 0 w 154887"/>
                <a:gd name="connsiteY1" fmla="*/ 0 h 192284"/>
                <a:gd name="connsiteX2" fmla="*/ 154887 w 154887"/>
                <a:gd name="connsiteY2" fmla="*/ 192285 h 192284"/>
                <a:gd name="connsiteX3" fmla="*/ 29015 w 154887"/>
                <a:gd name="connsiteY3" fmla="*/ 119444 h 192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4887" h="192284">
                  <a:moveTo>
                    <a:pt x="29015" y="119444"/>
                  </a:moveTo>
                  <a:lnTo>
                    <a:pt x="0" y="0"/>
                  </a:lnTo>
                  <a:lnTo>
                    <a:pt x="154887" y="192285"/>
                  </a:lnTo>
                  <a:lnTo>
                    <a:pt x="29015" y="119444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0" name="Freeform 189">
              <a:extLst>
                <a:ext uri="{FF2B5EF4-FFF2-40B4-BE49-F238E27FC236}">
                  <a16:creationId xmlns:a16="http://schemas.microsoft.com/office/drawing/2014/main" id="{856DE7CF-3B3A-15DB-0C64-B085469C67FA}"/>
                </a:ext>
              </a:extLst>
            </p:cNvPr>
            <p:cNvSpPr/>
            <p:nvPr/>
          </p:nvSpPr>
          <p:spPr>
            <a:xfrm>
              <a:off x="8638550" y="2238211"/>
              <a:ext cx="230517" cy="63454"/>
            </a:xfrm>
            <a:custGeom>
              <a:avLst/>
              <a:gdLst>
                <a:gd name="connsiteX0" fmla="*/ 0 w 230517"/>
                <a:gd name="connsiteY0" fmla="*/ 0 h 63454"/>
                <a:gd name="connsiteX1" fmla="*/ 230517 w 230517"/>
                <a:gd name="connsiteY1" fmla="*/ 14504 h 63454"/>
                <a:gd name="connsiteX2" fmla="*/ 167794 w 230517"/>
                <a:gd name="connsiteY2" fmla="*/ 63455 h 63454"/>
                <a:gd name="connsiteX3" fmla="*/ 0 w 230517"/>
                <a:gd name="connsiteY3" fmla="*/ 0 h 634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517" h="63454">
                  <a:moveTo>
                    <a:pt x="0" y="0"/>
                  </a:moveTo>
                  <a:lnTo>
                    <a:pt x="230517" y="14504"/>
                  </a:lnTo>
                  <a:lnTo>
                    <a:pt x="167794" y="6345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63B7F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1" name="Freeform 190">
              <a:extLst>
                <a:ext uri="{FF2B5EF4-FFF2-40B4-BE49-F238E27FC236}">
                  <a16:creationId xmlns:a16="http://schemas.microsoft.com/office/drawing/2014/main" id="{77F59A2C-67F3-1CBE-AE4E-05D00B316CBA}"/>
                </a:ext>
              </a:extLst>
            </p:cNvPr>
            <p:cNvSpPr/>
            <p:nvPr/>
          </p:nvSpPr>
          <p:spPr>
            <a:xfrm>
              <a:off x="8638550" y="2147240"/>
              <a:ext cx="230517" cy="105474"/>
            </a:xfrm>
            <a:custGeom>
              <a:avLst/>
              <a:gdLst>
                <a:gd name="connsiteX0" fmla="*/ 150514 w 230517"/>
                <a:gd name="connsiteY0" fmla="*/ 0 h 105474"/>
                <a:gd name="connsiteX1" fmla="*/ 0 w 230517"/>
                <a:gd name="connsiteY1" fmla="*/ 90970 h 105474"/>
                <a:gd name="connsiteX2" fmla="*/ 230517 w 230517"/>
                <a:gd name="connsiteY2" fmla="*/ 105474 h 105474"/>
                <a:gd name="connsiteX3" fmla="*/ 150514 w 230517"/>
                <a:gd name="connsiteY3" fmla="*/ 0 h 1054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517" h="105474">
                  <a:moveTo>
                    <a:pt x="150514" y="0"/>
                  </a:moveTo>
                  <a:lnTo>
                    <a:pt x="0" y="90970"/>
                  </a:lnTo>
                  <a:lnTo>
                    <a:pt x="230517" y="105474"/>
                  </a:lnTo>
                  <a:lnTo>
                    <a:pt x="150514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2" name="Freeform 191">
              <a:extLst>
                <a:ext uri="{FF2B5EF4-FFF2-40B4-BE49-F238E27FC236}">
                  <a16:creationId xmlns:a16="http://schemas.microsoft.com/office/drawing/2014/main" id="{A41FBBA2-BC9B-0306-94FA-F2BA9E452E58}"/>
                </a:ext>
              </a:extLst>
            </p:cNvPr>
            <p:cNvSpPr/>
            <p:nvPr/>
          </p:nvSpPr>
          <p:spPr>
            <a:xfrm>
              <a:off x="8789064" y="2060856"/>
              <a:ext cx="227637" cy="142906"/>
            </a:xfrm>
            <a:custGeom>
              <a:avLst/>
              <a:gdLst>
                <a:gd name="connsiteX0" fmla="*/ 51203 w 227637"/>
                <a:gd name="connsiteY0" fmla="*/ 0 h 142906"/>
                <a:gd name="connsiteX1" fmla="*/ 0 w 227637"/>
                <a:gd name="connsiteY1" fmla="*/ 86384 h 142906"/>
                <a:gd name="connsiteX2" fmla="*/ 227637 w 227637"/>
                <a:gd name="connsiteY2" fmla="*/ 142907 h 142906"/>
                <a:gd name="connsiteX3" fmla="*/ 51203 w 227637"/>
                <a:gd name="connsiteY3" fmla="*/ 0 h 142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7637" h="142906">
                  <a:moveTo>
                    <a:pt x="51203" y="0"/>
                  </a:moveTo>
                  <a:lnTo>
                    <a:pt x="0" y="86384"/>
                  </a:lnTo>
                  <a:lnTo>
                    <a:pt x="227637" y="142907"/>
                  </a:lnTo>
                  <a:lnTo>
                    <a:pt x="51203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3" name="Freeform 192">
              <a:extLst>
                <a:ext uri="{FF2B5EF4-FFF2-40B4-BE49-F238E27FC236}">
                  <a16:creationId xmlns:a16="http://schemas.microsoft.com/office/drawing/2014/main" id="{9349C1EA-1A27-672D-A583-649B57A6AF49}"/>
                </a:ext>
              </a:extLst>
            </p:cNvPr>
            <p:cNvSpPr/>
            <p:nvPr/>
          </p:nvSpPr>
          <p:spPr>
            <a:xfrm>
              <a:off x="8869068" y="2203763"/>
              <a:ext cx="232331" cy="267364"/>
            </a:xfrm>
            <a:custGeom>
              <a:avLst/>
              <a:gdLst>
                <a:gd name="connsiteX0" fmla="*/ 0 w 232331"/>
                <a:gd name="connsiteY0" fmla="*/ 48951 h 267364"/>
                <a:gd name="connsiteX1" fmla="*/ 232331 w 232331"/>
                <a:gd name="connsiteY1" fmla="*/ 267364 h 267364"/>
                <a:gd name="connsiteX2" fmla="*/ 147634 w 232331"/>
                <a:gd name="connsiteY2" fmla="*/ 0 h 267364"/>
                <a:gd name="connsiteX3" fmla="*/ 0 w 232331"/>
                <a:gd name="connsiteY3" fmla="*/ 48951 h 267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331" h="267364">
                  <a:moveTo>
                    <a:pt x="0" y="48951"/>
                  </a:moveTo>
                  <a:lnTo>
                    <a:pt x="232331" y="267364"/>
                  </a:lnTo>
                  <a:lnTo>
                    <a:pt x="147634" y="0"/>
                  </a:lnTo>
                  <a:lnTo>
                    <a:pt x="0" y="48951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4" name="Freeform 193">
              <a:extLst>
                <a:ext uri="{FF2B5EF4-FFF2-40B4-BE49-F238E27FC236}">
                  <a16:creationId xmlns:a16="http://schemas.microsoft.com/office/drawing/2014/main" id="{1F214329-6DD0-B69D-3BE6-7125E08F85C2}"/>
                </a:ext>
              </a:extLst>
            </p:cNvPr>
            <p:cNvSpPr/>
            <p:nvPr/>
          </p:nvSpPr>
          <p:spPr>
            <a:xfrm>
              <a:off x="8840267" y="2060856"/>
              <a:ext cx="176434" cy="142906"/>
            </a:xfrm>
            <a:custGeom>
              <a:avLst/>
              <a:gdLst>
                <a:gd name="connsiteX0" fmla="*/ 139953 w 176434"/>
                <a:gd name="connsiteY0" fmla="*/ 3946 h 142906"/>
                <a:gd name="connsiteX1" fmla="*/ 176435 w 176434"/>
                <a:gd name="connsiteY1" fmla="*/ 142907 h 142906"/>
                <a:gd name="connsiteX2" fmla="*/ 0 w 176434"/>
                <a:gd name="connsiteY2" fmla="*/ 0 h 142906"/>
                <a:gd name="connsiteX3" fmla="*/ 139953 w 176434"/>
                <a:gd name="connsiteY3" fmla="*/ 3946 h 142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6434" h="142906">
                  <a:moveTo>
                    <a:pt x="139953" y="3946"/>
                  </a:moveTo>
                  <a:lnTo>
                    <a:pt x="176435" y="142907"/>
                  </a:lnTo>
                  <a:lnTo>
                    <a:pt x="0" y="0"/>
                  </a:lnTo>
                  <a:lnTo>
                    <a:pt x="139953" y="3946"/>
                  </a:lnTo>
                  <a:close/>
                </a:path>
              </a:pathLst>
            </a:custGeom>
            <a:solidFill>
              <a:srgbClr val="F4772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5" name="Freeform 194">
              <a:extLst>
                <a:ext uri="{FF2B5EF4-FFF2-40B4-BE49-F238E27FC236}">
                  <a16:creationId xmlns:a16="http://schemas.microsoft.com/office/drawing/2014/main" id="{E579F358-BE7B-8F31-D7F8-384C29D555F1}"/>
                </a:ext>
              </a:extLst>
            </p:cNvPr>
            <p:cNvSpPr/>
            <p:nvPr/>
          </p:nvSpPr>
          <p:spPr>
            <a:xfrm>
              <a:off x="8980220" y="1979591"/>
              <a:ext cx="133446" cy="224171"/>
            </a:xfrm>
            <a:custGeom>
              <a:avLst/>
              <a:gdLst>
                <a:gd name="connsiteX0" fmla="*/ 133446 w 133446"/>
                <a:gd name="connsiteY0" fmla="*/ 0 h 224171"/>
                <a:gd name="connsiteX1" fmla="*/ 36482 w 133446"/>
                <a:gd name="connsiteY1" fmla="*/ 224172 h 224171"/>
                <a:gd name="connsiteX2" fmla="*/ 0 w 133446"/>
                <a:gd name="connsiteY2" fmla="*/ 85211 h 224171"/>
                <a:gd name="connsiteX3" fmla="*/ 133446 w 133446"/>
                <a:gd name="connsiteY3" fmla="*/ 0 h 2241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3446" h="224171">
                  <a:moveTo>
                    <a:pt x="133446" y="0"/>
                  </a:moveTo>
                  <a:lnTo>
                    <a:pt x="36482" y="224172"/>
                  </a:lnTo>
                  <a:lnTo>
                    <a:pt x="0" y="85211"/>
                  </a:lnTo>
                  <a:lnTo>
                    <a:pt x="133446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6" name="Freeform 195">
              <a:extLst>
                <a:ext uri="{FF2B5EF4-FFF2-40B4-BE49-F238E27FC236}">
                  <a16:creationId xmlns:a16="http://schemas.microsoft.com/office/drawing/2014/main" id="{3F6B2705-71EF-50C0-44F4-245B42DFA785}"/>
                </a:ext>
              </a:extLst>
            </p:cNvPr>
            <p:cNvSpPr/>
            <p:nvPr/>
          </p:nvSpPr>
          <p:spPr>
            <a:xfrm>
              <a:off x="9016701" y="1979591"/>
              <a:ext cx="237024" cy="224171"/>
            </a:xfrm>
            <a:custGeom>
              <a:avLst/>
              <a:gdLst>
                <a:gd name="connsiteX0" fmla="*/ 237025 w 237024"/>
                <a:gd name="connsiteY0" fmla="*/ 111553 h 224171"/>
                <a:gd name="connsiteX1" fmla="*/ 96965 w 237024"/>
                <a:gd name="connsiteY1" fmla="*/ 0 h 224171"/>
                <a:gd name="connsiteX2" fmla="*/ 0 w 237024"/>
                <a:gd name="connsiteY2" fmla="*/ 224172 h 224171"/>
                <a:gd name="connsiteX3" fmla="*/ 237025 w 237024"/>
                <a:gd name="connsiteY3" fmla="*/ 111553 h 2241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7024" h="224171">
                  <a:moveTo>
                    <a:pt x="237025" y="111553"/>
                  </a:moveTo>
                  <a:lnTo>
                    <a:pt x="96965" y="0"/>
                  </a:lnTo>
                  <a:lnTo>
                    <a:pt x="0" y="224172"/>
                  </a:lnTo>
                  <a:lnTo>
                    <a:pt x="237025" y="111553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7" name="Freeform 196">
              <a:extLst>
                <a:ext uri="{FF2B5EF4-FFF2-40B4-BE49-F238E27FC236}">
                  <a16:creationId xmlns:a16="http://schemas.microsoft.com/office/drawing/2014/main" id="{C58BFA8E-5612-0BA2-5CA5-120B27C6C8E9}"/>
                </a:ext>
              </a:extLst>
            </p:cNvPr>
            <p:cNvSpPr/>
            <p:nvPr/>
          </p:nvSpPr>
          <p:spPr>
            <a:xfrm>
              <a:off x="9016701" y="2091144"/>
              <a:ext cx="237024" cy="146852"/>
            </a:xfrm>
            <a:custGeom>
              <a:avLst/>
              <a:gdLst>
                <a:gd name="connsiteX0" fmla="*/ 95258 w 237024"/>
                <a:gd name="connsiteY0" fmla="*/ 146853 h 146852"/>
                <a:gd name="connsiteX1" fmla="*/ 0 w 237024"/>
                <a:gd name="connsiteY1" fmla="*/ 112619 h 146852"/>
                <a:gd name="connsiteX2" fmla="*/ 237025 w 237024"/>
                <a:gd name="connsiteY2" fmla="*/ 0 h 146852"/>
                <a:gd name="connsiteX3" fmla="*/ 95258 w 237024"/>
                <a:gd name="connsiteY3" fmla="*/ 146853 h 1468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7024" h="146852">
                  <a:moveTo>
                    <a:pt x="95258" y="146853"/>
                  </a:moveTo>
                  <a:lnTo>
                    <a:pt x="0" y="112619"/>
                  </a:lnTo>
                  <a:lnTo>
                    <a:pt x="237025" y="0"/>
                  </a:lnTo>
                  <a:lnTo>
                    <a:pt x="95258" y="146853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8" name="Freeform 197">
              <a:extLst>
                <a:ext uri="{FF2B5EF4-FFF2-40B4-BE49-F238E27FC236}">
                  <a16:creationId xmlns:a16="http://schemas.microsoft.com/office/drawing/2014/main" id="{21E135FC-6351-03FA-3209-C486FF81D0F1}"/>
                </a:ext>
              </a:extLst>
            </p:cNvPr>
            <p:cNvSpPr/>
            <p:nvPr/>
          </p:nvSpPr>
          <p:spPr>
            <a:xfrm>
              <a:off x="9016701" y="2203763"/>
              <a:ext cx="95258" cy="267364"/>
            </a:xfrm>
            <a:custGeom>
              <a:avLst/>
              <a:gdLst>
                <a:gd name="connsiteX0" fmla="*/ 84697 w 95258"/>
                <a:gd name="connsiteY0" fmla="*/ 267364 h 267364"/>
                <a:gd name="connsiteX1" fmla="*/ 95258 w 95258"/>
                <a:gd name="connsiteY1" fmla="*/ 34234 h 267364"/>
                <a:gd name="connsiteX2" fmla="*/ 0 w 95258"/>
                <a:gd name="connsiteY2" fmla="*/ 0 h 267364"/>
                <a:gd name="connsiteX3" fmla="*/ 84697 w 95258"/>
                <a:gd name="connsiteY3" fmla="*/ 267364 h 267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258" h="267364">
                  <a:moveTo>
                    <a:pt x="84697" y="267364"/>
                  </a:moveTo>
                  <a:lnTo>
                    <a:pt x="95258" y="34234"/>
                  </a:lnTo>
                  <a:lnTo>
                    <a:pt x="0" y="0"/>
                  </a:lnTo>
                  <a:lnTo>
                    <a:pt x="84697" y="267364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9" name="Freeform 198">
              <a:extLst>
                <a:ext uri="{FF2B5EF4-FFF2-40B4-BE49-F238E27FC236}">
                  <a16:creationId xmlns:a16="http://schemas.microsoft.com/office/drawing/2014/main" id="{381EE098-B228-CB31-2F3C-43DA7E89FF10}"/>
                </a:ext>
              </a:extLst>
            </p:cNvPr>
            <p:cNvSpPr/>
            <p:nvPr/>
          </p:nvSpPr>
          <p:spPr>
            <a:xfrm>
              <a:off x="9111960" y="2091144"/>
              <a:ext cx="174194" cy="146852"/>
            </a:xfrm>
            <a:custGeom>
              <a:avLst/>
              <a:gdLst>
                <a:gd name="connsiteX0" fmla="*/ 174195 w 174194"/>
                <a:gd name="connsiteY0" fmla="*/ 146853 h 146852"/>
                <a:gd name="connsiteX1" fmla="*/ 141767 w 174194"/>
                <a:gd name="connsiteY1" fmla="*/ 0 h 146852"/>
                <a:gd name="connsiteX2" fmla="*/ 0 w 174194"/>
                <a:gd name="connsiteY2" fmla="*/ 146853 h 146852"/>
                <a:gd name="connsiteX3" fmla="*/ 174195 w 174194"/>
                <a:gd name="connsiteY3" fmla="*/ 146853 h 1468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4194" h="146852">
                  <a:moveTo>
                    <a:pt x="174195" y="146853"/>
                  </a:moveTo>
                  <a:lnTo>
                    <a:pt x="141767" y="0"/>
                  </a:lnTo>
                  <a:lnTo>
                    <a:pt x="0" y="146853"/>
                  </a:lnTo>
                  <a:lnTo>
                    <a:pt x="174195" y="146853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0" name="Freeform 199">
              <a:extLst>
                <a:ext uri="{FF2B5EF4-FFF2-40B4-BE49-F238E27FC236}">
                  <a16:creationId xmlns:a16="http://schemas.microsoft.com/office/drawing/2014/main" id="{26CC83A0-2AD8-79A5-F84D-0435574C676E}"/>
                </a:ext>
              </a:extLst>
            </p:cNvPr>
            <p:cNvSpPr/>
            <p:nvPr/>
          </p:nvSpPr>
          <p:spPr>
            <a:xfrm>
              <a:off x="9101399" y="2237997"/>
              <a:ext cx="184755" cy="233130"/>
            </a:xfrm>
            <a:custGeom>
              <a:avLst/>
              <a:gdLst>
                <a:gd name="connsiteX0" fmla="*/ 0 w 184755"/>
                <a:gd name="connsiteY0" fmla="*/ 233131 h 233130"/>
                <a:gd name="connsiteX1" fmla="*/ 10561 w 184755"/>
                <a:gd name="connsiteY1" fmla="*/ 0 h 233130"/>
                <a:gd name="connsiteX2" fmla="*/ 184756 w 184755"/>
                <a:gd name="connsiteY2" fmla="*/ 0 h 233130"/>
                <a:gd name="connsiteX3" fmla="*/ 0 w 184755"/>
                <a:gd name="connsiteY3" fmla="*/ 233131 h 233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4755" h="233130">
                  <a:moveTo>
                    <a:pt x="0" y="233131"/>
                  </a:moveTo>
                  <a:lnTo>
                    <a:pt x="10561" y="0"/>
                  </a:lnTo>
                  <a:lnTo>
                    <a:pt x="184756" y="0"/>
                  </a:lnTo>
                  <a:lnTo>
                    <a:pt x="0" y="233131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1" name="Freeform 200">
              <a:extLst>
                <a:ext uri="{FF2B5EF4-FFF2-40B4-BE49-F238E27FC236}">
                  <a16:creationId xmlns:a16="http://schemas.microsoft.com/office/drawing/2014/main" id="{4B17CDD8-AAA3-9C5A-9A3A-22667779D51C}"/>
                </a:ext>
              </a:extLst>
            </p:cNvPr>
            <p:cNvSpPr/>
            <p:nvPr/>
          </p:nvSpPr>
          <p:spPr>
            <a:xfrm>
              <a:off x="9253726" y="2064802"/>
              <a:ext cx="271266" cy="173194"/>
            </a:xfrm>
            <a:custGeom>
              <a:avLst/>
              <a:gdLst>
                <a:gd name="connsiteX0" fmla="*/ 0 w 271266"/>
                <a:gd name="connsiteY0" fmla="*/ 26342 h 173194"/>
                <a:gd name="connsiteX1" fmla="*/ 202356 w 271266"/>
                <a:gd name="connsiteY1" fmla="*/ 0 h 173194"/>
                <a:gd name="connsiteX2" fmla="*/ 271267 w 271266"/>
                <a:gd name="connsiteY2" fmla="*/ 173195 h 173194"/>
                <a:gd name="connsiteX3" fmla="*/ 0 w 271266"/>
                <a:gd name="connsiteY3" fmla="*/ 26342 h 1731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1266" h="173194">
                  <a:moveTo>
                    <a:pt x="0" y="26342"/>
                  </a:moveTo>
                  <a:lnTo>
                    <a:pt x="202356" y="0"/>
                  </a:lnTo>
                  <a:lnTo>
                    <a:pt x="271267" y="173195"/>
                  </a:lnTo>
                  <a:lnTo>
                    <a:pt x="0" y="26342"/>
                  </a:lnTo>
                  <a:close/>
                </a:path>
              </a:pathLst>
            </a:custGeom>
            <a:solidFill>
              <a:srgbClr val="FF7D00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2" name="Freeform 201">
              <a:extLst>
                <a:ext uri="{FF2B5EF4-FFF2-40B4-BE49-F238E27FC236}">
                  <a16:creationId xmlns:a16="http://schemas.microsoft.com/office/drawing/2014/main" id="{CFD97448-2965-BE09-D92A-074B67E90BD3}"/>
                </a:ext>
              </a:extLst>
            </p:cNvPr>
            <p:cNvSpPr/>
            <p:nvPr/>
          </p:nvSpPr>
          <p:spPr>
            <a:xfrm>
              <a:off x="9286154" y="2237997"/>
              <a:ext cx="238838" cy="111552"/>
            </a:xfrm>
            <a:custGeom>
              <a:avLst/>
              <a:gdLst>
                <a:gd name="connsiteX0" fmla="*/ 0 w 238838"/>
                <a:gd name="connsiteY0" fmla="*/ 0 h 111552"/>
                <a:gd name="connsiteX1" fmla="*/ 238838 w 238838"/>
                <a:gd name="connsiteY1" fmla="*/ 0 h 111552"/>
                <a:gd name="connsiteX2" fmla="*/ 227851 w 238838"/>
                <a:gd name="connsiteY2" fmla="*/ 111553 h 111552"/>
                <a:gd name="connsiteX3" fmla="*/ 0 w 238838"/>
                <a:gd name="connsiteY3" fmla="*/ 0 h 1115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8838" h="111552">
                  <a:moveTo>
                    <a:pt x="0" y="0"/>
                  </a:moveTo>
                  <a:lnTo>
                    <a:pt x="238838" y="0"/>
                  </a:lnTo>
                  <a:lnTo>
                    <a:pt x="227851" y="11155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3" name="Freeform 202">
              <a:extLst>
                <a:ext uri="{FF2B5EF4-FFF2-40B4-BE49-F238E27FC236}">
                  <a16:creationId xmlns:a16="http://schemas.microsoft.com/office/drawing/2014/main" id="{B1225E17-7111-8615-5C8F-2AB2817879F4}"/>
                </a:ext>
              </a:extLst>
            </p:cNvPr>
            <p:cNvSpPr/>
            <p:nvPr/>
          </p:nvSpPr>
          <p:spPr>
            <a:xfrm>
              <a:off x="9246046" y="2349550"/>
              <a:ext cx="445248" cy="88730"/>
            </a:xfrm>
            <a:custGeom>
              <a:avLst/>
              <a:gdLst>
                <a:gd name="connsiteX0" fmla="*/ 0 w 445248"/>
                <a:gd name="connsiteY0" fmla="*/ 55990 h 88730"/>
                <a:gd name="connsiteX1" fmla="*/ 267960 w 445248"/>
                <a:gd name="connsiteY1" fmla="*/ 0 h 88730"/>
                <a:gd name="connsiteX2" fmla="*/ 445248 w 445248"/>
                <a:gd name="connsiteY2" fmla="*/ 88730 h 88730"/>
                <a:gd name="connsiteX3" fmla="*/ 0 w 445248"/>
                <a:gd name="connsiteY3" fmla="*/ 55990 h 887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5248" h="88730">
                  <a:moveTo>
                    <a:pt x="0" y="55990"/>
                  </a:moveTo>
                  <a:lnTo>
                    <a:pt x="267960" y="0"/>
                  </a:lnTo>
                  <a:lnTo>
                    <a:pt x="445248" y="88730"/>
                  </a:lnTo>
                  <a:lnTo>
                    <a:pt x="0" y="5599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4" name="Freeform 203">
              <a:extLst>
                <a:ext uri="{FF2B5EF4-FFF2-40B4-BE49-F238E27FC236}">
                  <a16:creationId xmlns:a16="http://schemas.microsoft.com/office/drawing/2014/main" id="{6EDD5268-03ED-EE94-2075-8EECAC517127}"/>
                </a:ext>
              </a:extLst>
            </p:cNvPr>
            <p:cNvSpPr/>
            <p:nvPr/>
          </p:nvSpPr>
          <p:spPr>
            <a:xfrm>
              <a:off x="9755297" y="2237997"/>
              <a:ext cx="219317" cy="233130"/>
            </a:xfrm>
            <a:custGeom>
              <a:avLst/>
              <a:gdLst>
                <a:gd name="connsiteX0" fmla="*/ 0 w 219317"/>
                <a:gd name="connsiteY0" fmla="*/ 233131 h 233130"/>
                <a:gd name="connsiteX1" fmla="*/ 129073 w 219317"/>
                <a:gd name="connsiteY1" fmla="*/ 0 h 233130"/>
                <a:gd name="connsiteX2" fmla="*/ 219317 w 219317"/>
                <a:gd name="connsiteY2" fmla="*/ 154105 h 233130"/>
                <a:gd name="connsiteX3" fmla="*/ 0 w 219317"/>
                <a:gd name="connsiteY3" fmla="*/ 233131 h 233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9317" h="233130">
                  <a:moveTo>
                    <a:pt x="0" y="233131"/>
                  </a:moveTo>
                  <a:lnTo>
                    <a:pt x="129073" y="0"/>
                  </a:lnTo>
                  <a:lnTo>
                    <a:pt x="219317" y="154105"/>
                  </a:lnTo>
                  <a:lnTo>
                    <a:pt x="0" y="233131"/>
                  </a:lnTo>
                  <a:close/>
                </a:path>
              </a:pathLst>
            </a:custGeom>
            <a:solidFill>
              <a:srgbClr val="763B7F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5" name="Freeform 204">
              <a:extLst>
                <a:ext uri="{FF2B5EF4-FFF2-40B4-BE49-F238E27FC236}">
                  <a16:creationId xmlns:a16="http://schemas.microsoft.com/office/drawing/2014/main" id="{7837FF4F-FDB3-7250-8A0D-6A50F99CFD01}"/>
                </a:ext>
              </a:extLst>
            </p:cNvPr>
            <p:cNvSpPr/>
            <p:nvPr/>
          </p:nvSpPr>
          <p:spPr>
            <a:xfrm>
              <a:off x="9558914" y="2120899"/>
              <a:ext cx="325455" cy="203909"/>
            </a:xfrm>
            <a:custGeom>
              <a:avLst/>
              <a:gdLst>
                <a:gd name="connsiteX0" fmla="*/ 0 w 325455"/>
                <a:gd name="connsiteY0" fmla="*/ 0 h 203909"/>
                <a:gd name="connsiteX1" fmla="*/ 325456 w 325455"/>
                <a:gd name="connsiteY1" fmla="*/ 117098 h 203909"/>
                <a:gd name="connsiteX2" fmla="*/ 41495 w 325455"/>
                <a:gd name="connsiteY2" fmla="*/ 203909 h 203909"/>
                <a:gd name="connsiteX3" fmla="*/ 0 w 325455"/>
                <a:gd name="connsiteY3" fmla="*/ 0 h 203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5455" h="203909">
                  <a:moveTo>
                    <a:pt x="0" y="0"/>
                  </a:moveTo>
                  <a:lnTo>
                    <a:pt x="325456" y="117098"/>
                  </a:lnTo>
                  <a:lnTo>
                    <a:pt x="41495" y="20390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6" name="Freeform 205">
              <a:extLst>
                <a:ext uri="{FF2B5EF4-FFF2-40B4-BE49-F238E27FC236}">
                  <a16:creationId xmlns:a16="http://schemas.microsoft.com/office/drawing/2014/main" id="{94B4C823-0142-5562-1748-A08DC08DF9F9}"/>
                </a:ext>
              </a:extLst>
            </p:cNvPr>
            <p:cNvSpPr/>
            <p:nvPr/>
          </p:nvSpPr>
          <p:spPr>
            <a:xfrm>
              <a:off x="9558914" y="2078666"/>
              <a:ext cx="325455" cy="159330"/>
            </a:xfrm>
            <a:custGeom>
              <a:avLst/>
              <a:gdLst>
                <a:gd name="connsiteX0" fmla="*/ 106245 w 325455"/>
                <a:gd name="connsiteY0" fmla="*/ 0 h 159330"/>
                <a:gd name="connsiteX1" fmla="*/ 0 w 325455"/>
                <a:gd name="connsiteY1" fmla="*/ 42232 h 159330"/>
                <a:gd name="connsiteX2" fmla="*/ 325456 w 325455"/>
                <a:gd name="connsiteY2" fmla="*/ 159331 h 159330"/>
                <a:gd name="connsiteX3" fmla="*/ 106245 w 325455"/>
                <a:gd name="connsiteY3" fmla="*/ 0 h 1593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5455" h="159330">
                  <a:moveTo>
                    <a:pt x="106245" y="0"/>
                  </a:moveTo>
                  <a:lnTo>
                    <a:pt x="0" y="42232"/>
                  </a:lnTo>
                  <a:lnTo>
                    <a:pt x="325456" y="159331"/>
                  </a:lnTo>
                  <a:lnTo>
                    <a:pt x="106245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7" name="Freeform 206">
              <a:extLst>
                <a:ext uri="{FF2B5EF4-FFF2-40B4-BE49-F238E27FC236}">
                  <a16:creationId xmlns:a16="http://schemas.microsoft.com/office/drawing/2014/main" id="{B0D7423B-1574-6DF4-80F3-9A5F72134204}"/>
                </a:ext>
              </a:extLst>
            </p:cNvPr>
            <p:cNvSpPr/>
            <p:nvPr/>
          </p:nvSpPr>
          <p:spPr>
            <a:xfrm>
              <a:off x="9824740" y="2060856"/>
              <a:ext cx="68483" cy="177140"/>
            </a:xfrm>
            <a:custGeom>
              <a:avLst/>
              <a:gdLst>
                <a:gd name="connsiteX0" fmla="*/ 0 w 68483"/>
                <a:gd name="connsiteY0" fmla="*/ 71453 h 177140"/>
                <a:gd name="connsiteX1" fmla="*/ 59630 w 68483"/>
                <a:gd name="connsiteY1" fmla="*/ 177141 h 177140"/>
                <a:gd name="connsiteX2" fmla="*/ 68483 w 68483"/>
                <a:gd name="connsiteY2" fmla="*/ 0 h 177140"/>
                <a:gd name="connsiteX3" fmla="*/ 0 w 68483"/>
                <a:gd name="connsiteY3" fmla="*/ 71453 h 177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8483" h="177140">
                  <a:moveTo>
                    <a:pt x="0" y="71453"/>
                  </a:moveTo>
                  <a:lnTo>
                    <a:pt x="59630" y="177141"/>
                  </a:lnTo>
                  <a:lnTo>
                    <a:pt x="68483" y="0"/>
                  </a:lnTo>
                  <a:lnTo>
                    <a:pt x="0" y="71453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8" name="Freeform 207">
              <a:extLst>
                <a:ext uri="{FF2B5EF4-FFF2-40B4-BE49-F238E27FC236}">
                  <a16:creationId xmlns:a16="http://schemas.microsoft.com/office/drawing/2014/main" id="{A63E1E7F-E111-BE99-DCC1-EB5E6DDE3530}"/>
                </a:ext>
              </a:extLst>
            </p:cNvPr>
            <p:cNvSpPr/>
            <p:nvPr/>
          </p:nvSpPr>
          <p:spPr>
            <a:xfrm>
              <a:off x="9665159" y="2078666"/>
              <a:ext cx="219210" cy="159330"/>
            </a:xfrm>
            <a:custGeom>
              <a:avLst/>
              <a:gdLst>
                <a:gd name="connsiteX0" fmla="*/ 0 w 219210"/>
                <a:gd name="connsiteY0" fmla="*/ 0 h 159330"/>
                <a:gd name="connsiteX1" fmla="*/ 159581 w 219210"/>
                <a:gd name="connsiteY1" fmla="*/ 53643 h 159330"/>
                <a:gd name="connsiteX2" fmla="*/ 219211 w 219210"/>
                <a:gd name="connsiteY2" fmla="*/ 159331 h 159330"/>
                <a:gd name="connsiteX3" fmla="*/ 0 w 219210"/>
                <a:gd name="connsiteY3" fmla="*/ 0 h 1593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9210" h="159330">
                  <a:moveTo>
                    <a:pt x="0" y="0"/>
                  </a:moveTo>
                  <a:lnTo>
                    <a:pt x="159581" y="53643"/>
                  </a:lnTo>
                  <a:lnTo>
                    <a:pt x="219211" y="15933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9" name="Freeform 208">
              <a:extLst>
                <a:ext uri="{FF2B5EF4-FFF2-40B4-BE49-F238E27FC236}">
                  <a16:creationId xmlns:a16="http://schemas.microsoft.com/office/drawing/2014/main" id="{71219FE2-A98B-D5D1-4C1A-F204A847C921}"/>
                </a:ext>
              </a:extLst>
            </p:cNvPr>
            <p:cNvSpPr/>
            <p:nvPr/>
          </p:nvSpPr>
          <p:spPr>
            <a:xfrm>
              <a:off x="9893223" y="2060856"/>
              <a:ext cx="178675" cy="102594"/>
            </a:xfrm>
            <a:custGeom>
              <a:avLst/>
              <a:gdLst>
                <a:gd name="connsiteX0" fmla="*/ 178675 w 178675"/>
                <a:gd name="connsiteY0" fmla="*/ 30288 h 102594"/>
                <a:gd name="connsiteX1" fmla="*/ 95578 w 178675"/>
                <a:gd name="connsiteY1" fmla="*/ 102594 h 102594"/>
                <a:gd name="connsiteX2" fmla="*/ 0 w 178675"/>
                <a:gd name="connsiteY2" fmla="*/ 0 h 102594"/>
                <a:gd name="connsiteX3" fmla="*/ 178675 w 178675"/>
                <a:gd name="connsiteY3" fmla="*/ 30288 h 102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8675" h="102594">
                  <a:moveTo>
                    <a:pt x="178675" y="30288"/>
                  </a:moveTo>
                  <a:lnTo>
                    <a:pt x="95578" y="102594"/>
                  </a:lnTo>
                  <a:lnTo>
                    <a:pt x="0" y="0"/>
                  </a:lnTo>
                  <a:lnTo>
                    <a:pt x="178675" y="30288"/>
                  </a:lnTo>
                  <a:close/>
                </a:path>
              </a:pathLst>
            </a:custGeom>
            <a:solidFill>
              <a:srgbClr val="763B7F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0" name="Freeform 209">
              <a:extLst>
                <a:ext uri="{FF2B5EF4-FFF2-40B4-BE49-F238E27FC236}">
                  <a16:creationId xmlns:a16="http://schemas.microsoft.com/office/drawing/2014/main" id="{6052F127-55DF-68C8-993D-D825A6188E74}"/>
                </a:ext>
              </a:extLst>
            </p:cNvPr>
            <p:cNvSpPr/>
            <p:nvPr/>
          </p:nvSpPr>
          <p:spPr>
            <a:xfrm>
              <a:off x="9954880" y="2091144"/>
              <a:ext cx="182728" cy="161996"/>
            </a:xfrm>
            <a:custGeom>
              <a:avLst/>
              <a:gdLst>
                <a:gd name="connsiteX0" fmla="*/ 0 w 182728"/>
                <a:gd name="connsiteY0" fmla="*/ 161997 h 161996"/>
                <a:gd name="connsiteX1" fmla="*/ 117019 w 182728"/>
                <a:gd name="connsiteY1" fmla="*/ 0 h 161996"/>
                <a:gd name="connsiteX2" fmla="*/ 182729 w 182728"/>
                <a:gd name="connsiteY2" fmla="*/ 67507 h 161996"/>
                <a:gd name="connsiteX3" fmla="*/ 0 w 182728"/>
                <a:gd name="connsiteY3" fmla="*/ 161997 h 1619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28" h="161996">
                  <a:moveTo>
                    <a:pt x="0" y="161997"/>
                  </a:moveTo>
                  <a:lnTo>
                    <a:pt x="117019" y="0"/>
                  </a:lnTo>
                  <a:lnTo>
                    <a:pt x="182729" y="67507"/>
                  </a:lnTo>
                  <a:lnTo>
                    <a:pt x="0" y="161997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1" name="Freeform 210">
              <a:extLst>
                <a:ext uri="{FF2B5EF4-FFF2-40B4-BE49-F238E27FC236}">
                  <a16:creationId xmlns:a16="http://schemas.microsoft.com/office/drawing/2014/main" id="{BA8431D0-E134-9E7D-8FCC-B6BD007DFCEB}"/>
                </a:ext>
              </a:extLst>
            </p:cNvPr>
            <p:cNvSpPr/>
            <p:nvPr/>
          </p:nvSpPr>
          <p:spPr>
            <a:xfrm>
              <a:off x="9954880" y="2158652"/>
              <a:ext cx="182728" cy="146426"/>
            </a:xfrm>
            <a:custGeom>
              <a:avLst/>
              <a:gdLst>
                <a:gd name="connsiteX0" fmla="*/ 178355 w 182728"/>
                <a:gd name="connsiteY0" fmla="*/ 146427 h 146426"/>
                <a:gd name="connsiteX1" fmla="*/ 182729 w 182728"/>
                <a:gd name="connsiteY1" fmla="*/ 0 h 146426"/>
                <a:gd name="connsiteX2" fmla="*/ 0 w 182728"/>
                <a:gd name="connsiteY2" fmla="*/ 94489 h 146426"/>
                <a:gd name="connsiteX3" fmla="*/ 178355 w 182728"/>
                <a:gd name="connsiteY3" fmla="*/ 146427 h 146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28" h="146426">
                  <a:moveTo>
                    <a:pt x="178355" y="146427"/>
                  </a:moveTo>
                  <a:lnTo>
                    <a:pt x="182729" y="0"/>
                  </a:lnTo>
                  <a:lnTo>
                    <a:pt x="0" y="94489"/>
                  </a:lnTo>
                  <a:lnTo>
                    <a:pt x="178355" y="146427"/>
                  </a:lnTo>
                  <a:close/>
                </a:path>
              </a:pathLst>
            </a:custGeom>
            <a:solidFill>
              <a:srgbClr val="FF7D00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2" name="Freeform 211">
              <a:extLst>
                <a:ext uri="{FF2B5EF4-FFF2-40B4-BE49-F238E27FC236}">
                  <a16:creationId xmlns:a16="http://schemas.microsoft.com/office/drawing/2014/main" id="{CD1B25D8-C481-DAA4-49A1-684FA048DFD5}"/>
                </a:ext>
              </a:extLst>
            </p:cNvPr>
            <p:cNvSpPr/>
            <p:nvPr/>
          </p:nvSpPr>
          <p:spPr>
            <a:xfrm>
              <a:off x="9974614" y="2305078"/>
              <a:ext cx="235104" cy="87024"/>
            </a:xfrm>
            <a:custGeom>
              <a:avLst/>
              <a:gdLst>
                <a:gd name="connsiteX0" fmla="*/ 0 w 235104"/>
                <a:gd name="connsiteY0" fmla="*/ 87024 h 87024"/>
                <a:gd name="connsiteX1" fmla="*/ 158621 w 235104"/>
                <a:gd name="connsiteY1" fmla="*/ 0 h 87024"/>
                <a:gd name="connsiteX2" fmla="*/ 235105 w 235104"/>
                <a:gd name="connsiteY2" fmla="*/ 76892 h 87024"/>
                <a:gd name="connsiteX3" fmla="*/ 0 w 235104"/>
                <a:gd name="connsiteY3" fmla="*/ 87024 h 870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5104" h="87024">
                  <a:moveTo>
                    <a:pt x="0" y="87024"/>
                  </a:moveTo>
                  <a:lnTo>
                    <a:pt x="158621" y="0"/>
                  </a:lnTo>
                  <a:lnTo>
                    <a:pt x="235105" y="76892"/>
                  </a:lnTo>
                  <a:lnTo>
                    <a:pt x="0" y="87024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3" name="Freeform 212">
              <a:extLst>
                <a:ext uri="{FF2B5EF4-FFF2-40B4-BE49-F238E27FC236}">
                  <a16:creationId xmlns:a16="http://schemas.microsoft.com/office/drawing/2014/main" id="{0E3FC900-5FA8-2906-800A-7555FDAEC3C9}"/>
                </a:ext>
              </a:extLst>
            </p:cNvPr>
            <p:cNvSpPr/>
            <p:nvPr/>
          </p:nvSpPr>
          <p:spPr>
            <a:xfrm>
              <a:off x="10133235" y="2305078"/>
              <a:ext cx="179315" cy="76892"/>
            </a:xfrm>
            <a:custGeom>
              <a:avLst/>
              <a:gdLst>
                <a:gd name="connsiteX0" fmla="*/ 179315 w 179315"/>
                <a:gd name="connsiteY0" fmla="*/ 49484 h 76892"/>
                <a:gd name="connsiteX1" fmla="*/ 0 w 179315"/>
                <a:gd name="connsiteY1" fmla="*/ 0 h 76892"/>
                <a:gd name="connsiteX2" fmla="*/ 76484 w 179315"/>
                <a:gd name="connsiteY2" fmla="*/ 76892 h 76892"/>
                <a:gd name="connsiteX3" fmla="*/ 179315 w 179315"/>
                <a:gd name="connsiteY3" fmla="*/ 49484 h 768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9315" h="76892">
                  <a:moveTo>
                    <a:pt x="179315" y="49484"/>
                  </a:moveTo>
                  <a:lnTo>
                    <a:pt x="0" y="0"/>
                  </a:lnTo>
                  <a:lnTo>
                    <a:pt x="76484" y="76892"/>
                  </a:lnTo>
                  <a:lnTo>
                    <a:pt x="179315" y="49484"/>
                  </a:lnTo>
                  <a:close/>
                </a:path>
              </a:pathLst>
            </a:custGeom>
            <a:solidFill>
              <a:srgbClr val="763B7F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4" name="Freeform 213">
              <a:extLst>
                <a:ext uri="{FF2B5EF4-FFF2-40B4-BE49-F238E27FC236}">
                  <a16:creationId xmlns:a16="http://schemas.microsoft.com/office/drawing/2014/main" id="{DC77FC92-7A77-7A8A-88F9-BD527D0C5B18}"/>
                </a:ext>
              </a:extLst>
            </p:cNvPr>
            <p:cNvSpPr/>
            <p:nvPr/>
          </p:nvSpPr>
          <p:spPr>
            <a:xfrm>
              <a:off x="9982614" y="1964554"/>
              <a:ext cx="154994" cy="78598"/>
            </a:xfrm>
            <a:custGeom>
              <a:avLst/>
              <a:gdLst>
                <a:gd name="connsiteX0" fmla="*/ 0 w 154994"/>
                <a:gd name="connsiteY0" fmla="*/ 78599 h 78598"/>
                <a:gd name="connsiteX1" fmla="*/ 154994 w 154994"/>
                <a:gd name="connsiteY1" fmla="*/ 0 h 78598"/>
                <a:gd name="connsiteX2" fmla="*/ 154994 w 154994"/>
                <a:gd name="connsiteY2" fmla="*/ 73373 h 78598"/>
                <a:gd name="connsiteX3" fmla="*/ 0 w 154994"/>
                <a:gd name="connsiteY3" fmla="*/ 78599 h 78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4994" h="78598">
                  <a:moveTo>
                    <a:pt x="0" y="78599"/>
                  </a:moveTo>
                  <a:lnTo>
                    <a:pt x="154994" y="0"/>
                  </a:lnTo>
                  <a:lnTo>
                    <a:pt x="154994" y="73373"/>
                  </a:lnTo>
                  <a:lnTo>
                    <a:pt x="0" y="78599"/>
                  </a:lnTo>
                  <a:close/>
                </a:path>
              </a:pathLst>
            </a:custGeom>
            <a:solidFill>
              <a:srgbClr val="F47820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5" name="Freeform 214">
              <a:extLst>
                <a:ext uri="{FF2B5EF4-FFF2-40B4-BE49-F238E27FC236}">
                  <a16:creationId xmlns:a16="http://schemas.microsoft.com/office/drawing/2014/main" id="{D8C5CA93-83BD-3C60-F15F-A49C65BBF5C2}"/>
                </a:ext>
              </a:extLst>
            </p:cNvPr>
            <p:cNvSpPr/>
            <p:nvPr/>
          </p:nvSpPr>
          <p:spPr>
            <a:xfrm>
              <a:off x="10137608" y="2037927"/>
              <a:ext cx="174941" cy="165836"/>
            </a:xfrm>
            <a:custGeom>
              <a:avLst/>
              <a:gdLst>
                <a:gd name="connsiteX0" fmla="*/ 28375 w 174941"/>
                <a:gd name="connsiteY0" fmla="*/ 139281 h 165836"/>
                <a:gd name="connsiteX1" fmla="*/ 0 w 174941"/>
                <a:gd name="connsiteY1" fmla="*/ 0 h 165836"/>
                <a:gd name="connsiteX2" fmla="*/ 174942 w 174941"/>
                <a:gd name="connsiteY2" fmla="*/ 165836 h 165836"/>
                <a:gd name="connsiteX3" fmla="*/ 28375 w 174941"/>
                <a:gd name="connsiteY3" fmla="*/ 139281 h 1658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4941" h="165836">
                  <a:moveTo>
                    <a:pt x="28375" y="139281"/>
                  </a:moveTo>
                  <a:lnTo>
                    <a:pt x="0" y="0"/>
                  </a:lnTo>
                  <a:lnTo>
                    <a:pt x="174942" y="165836"/>
                  </a:lnTo>
                  <a:lnTo>
                    <a:pt x="28375" y="139281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6" name="Freeform 215">
              <a:extLst>
                <a:ext uri="{FF2B5EF4-FFF2-40B4-BE49-F238E27FC236}">
                  <a16:creationId xmlns:a16="http://schemas.microsoft.com/office/drawing/2014/main" id="{2C427309-E150-3DF6-7214-56D1B5E2CB13}"/>
                </a:ext>
              </a:extLst>
            </p:cNvPr>
            <p:cNvSpPr/>
            <p:nvPr/>
          </p:nvSpPr>
          <p:spPr>
            <a:xfrm>
              <a:off x="9884370" y="1964554"/>
              <a:ext cx="253238" cy="78598"/>
            </a:xfrm>
            <a:custGeom>
              <a:avLst/>
              <a:gdLst>
                <a:gd name="connsiteX0" fmla="*/ 0 w 253238"/>
                <a:gd name="connsiteY0" fmla="*/ 30821 h 78598"/>
                <a:gd name="connsiteX1" fmla="*/ 253239 w 253238"/>
                <a:gd name="connsiteY1" fmla="*/ 0 h 78598"/>
                <a:gd name="connsiteX2" fmla="*/ 98245 w 253238"/>
                <a:gd name="connsiteY2" fmla="*/ 78599 h 78598"/>
                <a:gd name="connsiteX3" fmla="*/ 0 w 253238"/>
                <a:gd name="connsiteY3" fmla="*/ 30821 h 78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3238" h="78598">
                  <a:moveTo>
                    <a:pt x="0" y="30821"/>
                  </a:moveTo>
                  <a:lnTo>
                    <a:pt x="253239" y="0"/>
                  </a:lnTo>
                  <a:lnTo>
                    <a:pt x="98245" y="78599"/>
                  </a:lnTo>
                  <a:lnTo>
                    <a:pt x="0" y="30821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7" name="Freeform 216">
              <a:extLst>
                <a:ext uri="{FF2B5EF4-FFF2-40B4-BE49-F238E27FC236}">
                  <a16:creationId xmlns:a16="http://schemas.microsoft.com/office/drawing/2014/main" id="{B7DA57B9-D7D1-1615-E739-39BB04D7090B}"/>
                </a:ext>
              </a:extLst>
            </p:cNvPr>
            <p:cNvSpPr/>
            <p:nvPr/>
          </p:nvSpPr>
          <p:spPr>
            <a:xfrm>
              <a:off x="9755297" y="1855241"/>
              <a:ext cx="152540" cy="205615"/>
            </a:xfrm>
            <a:custGeom>
              <a:avLst/>
              <a:gdLst>
                <a:gd name="connsiteX0" fmla="*/ 152540 w 152540"/>
                <a:gd name="connsiteY0" fmla="*/ 0 h 205615"/>
                <a:gd name="connsiteX1" fmla="*/ 0 w 152540"/>
                <a:gd name="connsiteY1" fmla="*/ 205615 h 205615"/>
                <a:gd name="connsiteX2" fmla="*/ 129073 w 152540"/>
                <a:gd name="connsiteY2" fmla="*/ 140134 h 205615"/>
                <a:gd name="connsiteX3" fmla="*/ 152540 w 152540"/>
                <a:gd name="connsiteY3" fmla="*/ 0 h 2056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540" h="205615">
                  <a:moveTo>
                    <a:pt x="152540" y="0"/>
                  </a:moveTo>
                  <a:lnTo>
                    <a:pt x="0" y="205615"/>
                  </a:lnTo>
                  <a:lnTo>
                    <a:pt x="129073" y="140134"/>
                  </a:lnTo>
                  <a:lnTo>
                    <a:pt x="152540" y="0"/>
                  </a:lnTo>
                  <a:close/>
                </a:path>
              </a:pathLst>
            </a:custGeom>
            <a:solidFill>
              <a:srgbClr val="F47820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8" name="Freeform 217">
              <a:extLst>
                <a:ext uri="{FF2B5EF4-FFF2-40B4-BE49-F238E27FC236}">
                  <a16:creationId xmlns:a16="http://schemas.microsoft.com/office/drawing/2014/main" id="{FC6D8B82-A876-72B6-549E-C5BCCA6E87AE}"/>
                </a:ext>
              </a:extLst>
            </p:cNvPr>
            <p:cNvSpPr/>
            <p:nvPr/>
          </p:nvSpPr>
          <p:spPr>
            <a:xfrm>
              <a:off x="9755297" y="1855241"/>
              <a:ext cx="152540" cy="205615"/>
            </a:xfrm>
            <a:custGeom>
              <a:avLst/>
              <a:gdLst>
                <a:gd name="connsiteX0" fmla="*/ 152540 w 152540"/>
                <a:gd name="connsiteY0" fmla="*/ 0 h 205615"/>
                <a:gd name="connsiteX1" fmla="*/ 69443 w 152540"/>
                <a:gd name="connsiteY1" fmla="*/ 20690 h 205615"/>
                <a:gd name="connsiteX2" fmla="*/ 0 w 152540"/>
                <a:gd name="connsiteY2" fmla="*/ 205615 h 205615"/>
                <a:gd name="connsiteX3" fmla="*/ 152540 w 152540"/>
                <a:gd name="connsiteY3" fmla="*/ 0 h 2056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540" h="205615">
                  <a:moveTo>
                    <a:pt x="152540" y="0"/>
                  </a:moveTo>
                  <a:lnTo>
                    <a:pt x="69443" y="20690"/>
                  </a:lnTo>
                  <a:lnTo>
                    <a:pt x="0" y="205615"/>
                  </a:lnTo>
                  <a:lnTo>
                    <a:pt x="152540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9" name="Freeform 218">
              <a:extLst>
                <a:ext uri="{FF2B5EF4-FFF2-40B4-BE49-F238E27FC236}">
                  <a16:creationId xmlns:a16="http://schemas.microsoft.com/office/drawing/2014/main" id="{8E11054D-51F9-853F-2D5F-2E06F2D2A6BB}"/>
                </a:ext>
              </a:extLst>
            </p:cNvPr>
            <p:cNvSpPr/>
            <p:nvPr/>
          </p:nvSpPr>
          <p:spPr>
            <a:xfrm>
              <a:off x="9739403" y="1820154"/>
              <a:ext cx="85337" cy="137041"/>
            </a:xfrm>
            <a:custGeom>
              <a:avLst/>
              <a:gdLst>
                <a:gd name="connsiteX0" fmla="*/ 27628 w 85337"/>
                <a:gd name="connsiteY0" fmla="*/ 0 h 137041"/>
                <a:gd name="connsiteX1" fmla="*/ 85337 w 85337"/>
                <a:gd name="connsiteY1" fmla="*/ 55777 h 137041"/>
                <a:gd name="connsiteX2" fmla="*/ 0 w 85337"/>
                <a:gd name="connsiteY2" fmla="*/ 137042 h 137041"/>
                <a:gd name="connsiteX3" fmla="*/ 27628 w 85337"/>
                <a:gd name="connsiteY3" fmla="*/ 0 h 1370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5337" h="137041">
                  <a:moveTo>
                    <a:pt x="27628" y="0"/>
                  </a:moveTo>
                  <a:lnTo>
                    <a:pt x="85337" y="55777"/>
                  </a:lnTo>
                  <a:lnTo>
                    <a:pt x="0" y="137042"/>
                  </a:lnTo>
                  <a:lnTo>
                    <a:pt x="27628" y="0"/>
                  </a:lnTo>
                  <a:close/>
                </a:path>
              </a:pathLst>
            </a:custGeom>
            <a:solidFill>
              <a:srgbClr val="F47820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0" name="Freeform 219">
              <a:extLst>
                <a:ext uri="{FF2B5EF4-FFF2-40B4-BE49-F238E27FC236}">
                  <a16:creationId xmlns:a16="http://schemas.microsoft.com/office/drawing/2014/main" id="{E2A9E981-7D3D-8CF0-1872-DF1CB32490F5}"/>
                </a:ext>
              </a:extLst>
            </p:cNvPr>
            <p:cNvSpPr/>
            <p:nvPr/>
          </p:nvSpPr>
          <p:spPr>
            <a:xfrm>
              <a:off x="9628891" y="1820154"/>
              <a:ext cx="138140" cy="137041"/>
            </a:xfrm>
            <a:custGeom>
              <a:avLst/>
              <a:gdLst>
                <a:gd name="connsiteX0" fmla="*/ 0 w 138140"/>
                <a:gd name="connsiteY0" fmla="*/ 4799 h 137041"/>
                <a:gd name="connsiteX1" fmla="*/ 138140 w 138140"/>
                <a:gd name="connsiteY1" fmla="*/ 0 h 137041"/>
                <a:gd name="connsiteX2" fmla="*/ 110512 w 138140"/>
                <a:gd name="connsiteY2" fmla="*/ 137042 h 137041"/>
                <a:gd name="connsiteX3" fmla="*/ 0 w 138140"/>
                <a:gd name="connsiteY3" fmla="*/ 4799 h 1370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8140" h="137041">
                  <a:moveTo>
                    <a:pt x="0" y="4799"/>
                  </a:moveTo>
                  <a:lnTo>
                    <a:pt x="138140" y="0"/>
                  </a:lnTo>
                  <a:lnTo>
                    <a:pt x="110512" y="137042"/>
                  </a:lnTo>
                  <a:lnTo>
                    <a:pt x="0" y="4799"/>
                  </a:lnTo>
                  <a:close/>
                </a:path>
              </a:pathLst>
            </a:custGeom>
            <a:solidFill>
              <a:srgbClr val="763B7F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1" name="Freeform 220">
              <a:extLst>
                <a:ext uri="{FF2B5EF4-FFF2-40B4-BE49-F238E27FC236}">
                  <a16:creationId xmlns:a16="http://schemas.microsoft.com/office/drawing/2014/main" id="{690C08E5-04F9-BB03-4FCD-23EB77D9D9AF}"/>
                </a:ext>
              </a:extLst>
            </p:cNvPr>
            <p:cNvSpPr/>
            <p:nvPr/>
          </p:nvSpPr>
          <p:spPr>
            <a:xfrm>
              <a:off x="9514005" y="1790506"/>
              <a:ext cx="114885" cy="50337"/>
            </a:xfrm>
            <a:custGeom>
              <a:avLst/>
              <a:gdLst>
                <a:gd name="connsiteX0" fmla="*/ 0 w 114885"/>
                <a:gd name="connsiteY0" fmla="*/ 50337 h 50337"/>
                <a:gd name="connsiteX1" fmla="*/ 114885 w 114885"/>
                <a:gd name="connsiteY1" fmla="*/ 34447 h 50337"/>
                <a:gd name="connsiteX2" fmla="*/ 0 w 114885"/>
                <a:gd name="connsiteY2" fmla="*/ 0 h 50337"/>
                <a:gd name="connsiteX3" fmla="*/ 0 w 114885"/>
                <a:gd name="connsiteY3" fmla="*/ 50337 h 503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4885" h="50337">
                  <a:moveTo>
                    <a:pt x="0" y="50337"/>
                  </a:moveTo>
                  <a:lnTo>
                    <a:pt x="114885" y="34447"/>
                  </a:lnTo>
                  <a:lnTo>
                    <a:pt x="0" y="0"/>
                  </a:lnTo>
                  <a:lnTo>
                    <a:pt x="0" y="50337"/>
                  </a:lnTo>
                  <a:close/>
                </a:path>
              </a:pathLst>
            </a:custGeom>
            <a:solidFill>
              <a:srgbClr val="F47820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2" name="Freeform 221">
              <a:extLst>
                <a:ext uri="{FF2B5EF4-FFF2-40B4-BE49-F238E27FC236}">
                  <a16:creationId xmlns:a16="http://schemas.microsoft.com/office/drawing/2014/main" id="{0BE45D36-33E8-170E-72E6-731A6B9B42EE}"/>
                </a:ext>
              </a:extLst>
            </p:cNvPr>
            <p:cNvSpPr/>
            <p:nvPr/>
          </p:nvSpPr>
          <p:spPr>
            <a:xfrm>
              <a:off x="9514005" y="1824953"/>
              <a:ext cx="225397" cy="132242"/>
            </a:xfrm>
            <a:custGeom>
              <a:avLst/>
              <a:gdLst>
                <a:gd name="connsiteX0" fmla="*/ 225397 w 225397"/>
                <a:gd name="connsiteY0" fmla="*/ 132242 h 132242"/>
                <a:gd name="connsiteX1" fmla="*/ 0 w 225397"/>
                <a:gd name="connsiteY1" fmla="*/ 15890 h 132242"/>
                <a:gd name="connsiteX2" fmla="*/ 114885 w 225397"/>
                <a:gd name="connsiteY2" fmla="*/ 0 h 132242"/>
                <a:gd name="connsiteX3" fmla="*/ 225397 w 225397"/>
                <a:gd name="connsiteY3" fmla="*/ 132242 h 1322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5397" h="132242">
                  <a:moveTo>
                    <a:pt x="225397" y="132242"/>
                  </a:moveTo>
                  <a:lnTo>
                    <a:pt x="0" y="15890"/>
                  </a:lnTo>
                  <a:lnTo>
                    <a:pt x="114885" y="0"/>
                  </a:lnTo>
                  <a:lnTo>
                    <a:pt x="225397" y="132242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3" name="Freeform 222">
              <a:extLst>
                <a:ext uri="{FF2B5EF4-FFF2-40B4-BE49-F238E27FC236}">
                  <a16:creationId xmlns:a16="http://schemas.microsoft.com/office/drawing/2014/main" id="{D91E31C1-8D34-C4A6-3A61-136D585A89D9}"/>
                </a:ext>
              </a:extLst>
            </p:cNvPr>
            <p:cNvSpPr/>
            <p:nvPr/>
          </p:nvSpPr>
          <p:spPr>
            <a:xfrm>
              <a:off x="9514005" y="1840844"/>
              <a:ext cx="225397" cy="206682"/>
            </a:xfrm>
            <a:custGeom>
              <a:avLst/>
              <a:gdLst>
                <a:gd name="connsiteX0" fmla="*/ 221130 w 225397"/>
                <a:gd name="connsiteY0" fmla="*/ 206682 h 206682"/>
                <a:gd name="connsiteX1" fmla="*/ 0 w 225397"/>
                <a:gd name="connsiteY1" fmla="*/ 0 h 206682"/>
                <a:gd name="connsiteX2" fmla="*/ 225397 w 225397"/>
                <a:gd name="connsiteY2" fmla="*/ 116352 h 206682"/>
                <a:gd name="connsiteX3" fmla="*/ 221130 w 225397"/>
                <a:gd name="connsiteY3" fmla="*/ 206682 h 2066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5397" h="206682">
                  <a:moveTo>
                    <a:pt x="221130" y="206682"/>
                  </a:moveTo>
                  <a:lnTo>
                    <a:pt x="0" y="0"/>
                  </a:lnTo>
                  <a:lnTo>
                    <a:pt x="225397" y="116352"/>
                  </a:lnTo>
                  <a:lnTo>
                    <a:pt x="221130" y="206682"/>
                  </a:lnTo>
                  <a:close/>
                </a:path>
              </a:pathLst>
            </a:custGeom>
            <a:solidFill>
              <a:srgbClr val="763B7F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4" name="Freeform 223">
              <a:extLst>
                <a:ext uri="{FF2B5EF4-FFF2-40B4-BE49-F238E27FC236}">
                  <a16:creationId xmlns:a16="http://schemas.microsoft.com/office/drawing/2014/main" id="{8F899E89-680C-E79C-A582-3622816C699A}"/>
                </a:ext>
              </a:extLst>
            </p:cNvPr>
            <p:cNvSpPr/>
            <p:nvPr/>
          </p:nvSpPr>
          <p:spPr>
            <a:xfrm>
              <a:off x="9302902" y="1807036"/>
              <a:ext cx="125872" cy="198256"/>
            </a:xfrm>
            <a:custGeom>
              <a:avLst/>
              <a:gdLst>
                <a:gd name="connsiteX0" fmla="*/ 0 w 125872"/>
                <a:gd name="connsiteY0" fmla="*/ 0 h 198256"/>
                <a:gd name="connsiteX1" fmla="*/ 21868 w 125872"/>
                <a:gd name="connsiteY1" fmla="*/ 198257 h 198256"/>
                <a:gd name="connsiteX2" fmla="*/ 125873 w 125872"/>
                <a:gd name="connsiteY2" fmla="*/ 23676 h 198256"/>
                <a:gd name="connsiteX3" fmla="*/ 0 w 125872"/>
                <a:gd name="connsiteY3" fmla="*/ 0 h 198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5872" h="198256">
                  <a:moveTo>
                    <a:pt x="0" y="0"/>
                  </a:moveTo>
                  <a:lnTo>
                    <a:pt x="21868" y="198257"/>
                  </a:lnTo>
                  <a:lnTo>
                    <a:pt x="125873" y="236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7D00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5" name="Freeform 224">
              <a:extLst>
                <a:ext uri="{FF2B5EF4-FFF2-40B4-BE49-F238E27FC236}">
                  <a16:creationId xmlns:a16="http://schemas.microsoft.com/office/drawing/2014/main" id="{C4886807-61D1-A5C5-0CCE-66959052B3E1}"/>
                </a:ext>
              </a:extLst>
            </p:cNvPr>
            <p:cNvSpPr/>
            <p:nvPr/>
          </p:nvSpPr>
          <p:spPr>
            <a:xfrm>
              <a:off x="9428774" y="1790506"/>
              <a:ext cx="85230" cy="50337"/>
            </a:xfrm>
            <a:custGeom>
              <a:avLst/>
              <a:gdLst>
                <a:gd name="connsiteX0" fmla="*/ 85231 w 85230"/>
                <a:gd name="connsiteY0" fmla="*/ 50337 h 50337"/>
                <a:gd name="connsiteX1" fmla="*/ 0 w 85230"/>
                <a:gd name="connsiteY1" fmla="*/ 40206 h 50337"/>
                <a:gd name="connsiteX2" fmla="*/ 85231 w 85230"/>
                <a:gd name="connsiteY2" fmla="*/ 0 h 50337"/>
                <a:gd name="connsiteX3" fmla="*/ 85231 w 85230"/>
                <a:gd name="connsiteY3" fmla="*/ 50337 h 503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5230" h="50337">
                  <a:moveTo>
                    <a:pt x="85231" y="50337"/>
                  </a:moveTo>
                  <a:lnTo>
                    <a:pt x="0" y="40206"/>
                  </a:lnTo>
                  <a:lnTo>
                    <a:pt x="85231" y="0"/>
                  </a:lnTo>
                  <a:lnTo>
                    <a:pt x="85231" y="50337"/>
                  </a:lnTo>
                  <a:close/>
                </a:path>
              </a:pathLst>
            </a:custGeom>
            <a:solidFill>
              <a:srgbClr val="763B7F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6" name="Freeform 225">
              <a:extLst>
                <a:ext uri="{FF2B5EF4-FFF2-40B4-BE49-F238E27FC236}">
                  <a16:creationId xmlns:a16="http://schemas.microsoft.com/office/drawing/2014/main" id="{92EC061B-0A5A-D081-2D71-6AD4348F9187}"/>
                </a:ext>
              </a:extLst>
            </p:cNvPr>
            <p:cNvSpPr/>
            <p:nvPr/>
          </p:nvSpPr>
          <p:spPr>
            <a:xfrm>
              <a:off x="9146521" y="1815675"/>
              <a:ext cx="178248" cy="189618"/>
            </a:xfrm>
            <a:custGeom>
              <a:avLst/>
              <a:gdLst>
                <a:gd name="connsiteX0" fmla="*/ 91311 w 178248"/>
                <a:gd name="connsiteY0" fmla="*/ 0 h 189618"/>
                <a:gd name="connsiteX1" fmla="*/ 178248 w 178248"/>
                <a:gd name="connsiteY1" fmla="*/ 189618 h 189618"/>
                <a:gd name="connsiteX2" fmla="*/ 0 w 178248"/>
                <a:gd name="connsiteY2" fmla="*/ 60256 h 189618"/>
                <a:gd name="connsiteX3" fmla="*/ 91311 w 178248"/>
                <a:gd name="connsiteY3" fmla="*/ 0 h 1896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8248" h="189618">
                  <a:moveTo>
                    <a:pt x="91311" y="0"/>
                  </a:moveTo>
                  <a:lnTo>
                    <a:pt x="178248" y="189618"/>
                  </a:lnTo>
                  <a:lnTo>
                    <a:pt x="0" y="60256"/>
                  </a:lnTo>
                  <a:lnTo>
                    <a:pt x="91311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7" name="Freeform 226">
              <a:extLst>
                <a:ext uri="{FF2B5EF4-FFF2-40B4-BE49-F238E27FC236}">
                  <a16:creationId xmlns:a16="http://schemas.microsoft.com/office/drawing/2014/main" id="{9E839755-703C-6661-6CAA-8820253E6453}"/>
                </a:ext>
              </a:extLst>
            </p:cNvPr>
            <p:cNvSpPr/>
            <p:nvPr/>
          </p:nvSpPr>
          <p:spPr>
            <a:xfrm>
              <a:off x="9237832" y="1807036"/>
              <a:ext cx="86937" cy="198256"/>
            </a:xfrm>
            <a:custGeom>
              <a:avLst/>
              <a:gdLst>
                <a:gd name="connsiteX0" fmla="*/ 65070 w 86937"/>
                <a:gd name="connsiteY0" fmla="*/ 0 h 198256"/>
                <a:gd name="connsiteX1" fmla="*/ 86937 w 86937"/>
                <a:gd name="connsiteY1" fmla="*/ 198257 h 198256"/>
                <a:gd name="connsiteX2" fmla="*/ 0 w 86937"/>
                <a:gd name="connsiteY2" fmla="*/ 8638 h 198256"/>
                <a:gd name="connsiteX3" fmla="*/ 65070 w 86937"/>
                <a:gd name="connsiteY3" fmla="*/ 0 h 198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937" h="198256">
                  <a:moveTo>
                    <a:pt x="65070" y="0"/>
                  </a:moveTo>
                  <a:lnTo>
                    <a:pt x="86937" y="198257"/>
                  </a:lnTo>
                  <a:lnTo>
                    <a:pt x="0" y="8638"/>
                  </a:lnTo>
                  <a:lnTo>
                    <a:pt x="65070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8" name="Freeform 227">
              <a:extLst>
                <a:ext uri="{FF2B5EF4-FFF2-40B4-BE49-F238E27FC236}">
                  <a16:creationId xmlns:a16="http://schemas.microsoft.com/office/drawing/2014/main" id="{9A8B3C39-2865-873D-6290-0DDC6F495260}"/>
                </a:ext>
              </a:extLst>
            </p:cNvPr>
            <p:cNvSpPr/>
            <p:nvPr/>
          </p:nvSpPr>
          <p:spPr>
            <a:xfrm>
              <a:off x="9113666" y="1875931"/>
              <a:ext cx="211103" cy="129362"/>
            </a:xfrm>
            <a:custGeom>
              <a:avLst/>
              <a:gdLst>
                <a:gd name="connsiteX0" fmla="*/ 0 w 211103"/>
                <a:gd name="connsiteY0" fmla="*/ 103661 h 129362"/>
                <a:gd name="connsiteX1" fmla="*/ 32855 w 211103"/>
                <a:gd name="connsiteY1" fmla="*/ 0 h 129362"/>
                <a:gd name="connsiteX2" fmla="*/ 211103 w 211103"/>
                <a:gd name="connsiteY2" fmla="*/ 129363 h 129362"/>
                <a:gd name="connsiteX3" fmla="*/ 0 w 211103"/>
                <a:gd name="connsiteY3" fmla="*/ 103661 h 1293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1103" h="129362">
                  <a:moveTo>
                    <a:pt x="0" y="103661"/>
                  </a:moveTo>
                  <a:lnTo>
                    <a:pt x="32855" y="0"/>
                  </a:lnTo>
                  <a:lnTo>
                    <a:pt x="211103" y="129363"/>
                  </a:lnTo>
                  <a:lnTo>
                    <a:pt x="0" y="103661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9" name="Freeform 228">
              <a:extLst>
                <a:ext uri="{FF2B5EF4-FFF2-40B4-BE49-F238E27FC236}">
                  <a16:creationId xmlns:a16="http://schemas.microsoft.com/office/drawing/2014/main" id="{6756DA51-8761-B500-5F44-442471748D2F}"/>
                </a:ext>
              </a:extLst>
            </p:cNvPr>
            <p:cNvSpPr/>
            <p:nvPr/>
          </p:nvSpPr>
          <p:spPr>
            <a:xfrm>
              <a:off x="8783944" y="1831459"/>
              <a:ext cx="196275" cy="233343"/>
            </a:xfrm>
            <a:custGeom>
              <a:avLst/>
              <a:gdLst>
                <a:gd name="connsiteX0" fmla="*/ 196276 w 196275"/>
                <a:gd name="connsiteY0" fmla="*/ 233344 h 233343"/>
                <a:gd name="connsiteX1" fmla="*/ 184222 w 196275"/>
                <a:gd name="connsiteY1" fmla="*/ 0 h 233343"/>
                <a:gd name="connsiteX2" fmla="*/ 0 w 196275"/>
                <a:gd name="connsiteY2" fmla="*/ 98329 h 233343"/>
                <a:gd name="connsiteX3" fmla="*/ 196276 w 196275"/>
                <a:gd name="connsiteY3" fmla="*/ 233344 h 2333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6275" h="233343">
                  <a:moveTo>
                    <a:pt x="196276" y="233344"/>
                  </a:moveTo>
                  <a:lnTo>
                    <a:pt x="184222" y="0"/>
                  </a:lnTo>
                  <a:lnTo>
                    <a:pt x="0" y="98329"/>
                  </a:lnTo>
                  <a:lnTo>
                    <a:pt x="196276" y="233344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0" name="Freeform 229">
              <a:extLst>
                <a:ext uri="{FF2B5EF4-FFF2-40B4-BE49-F238E27FC236}">
                  <a16:creationId xmlns:a16="http://schemas.microsoft.com/office/drawing/2014/main" id="{D75CE288-0C42-6B35-E726-F63D07FBC3AE}"/>
                </a:ext>
              </a:extLst>
            </p:cNvPr>
            <p:cNvSpPr/>
            <p:nvPr/>
          </p:nvSpPr>
          <p:spPr>
            <a:xfrm>
              <a:off x="8626176" y="1929787"/>
              <a:ext cx="214090" cy="131069"/>
            </a:xfrm>
            <a:custGeom>
              <a:avLst/>
              <a:gdLst>
                <a:gd name="connsiteX0" fmla="*/ 0 w 214090"/>
                <a:gd name="connsiteY0" fmla="*/ 27408 h 131069"/>
                <a:gd name="connsiteX1" fmla="*/ 157768 w 214090"/>
                <a:gd name="connsiteY1" fmla="*/ 0 h 131069"/>
                <a:gd name="connsiteX2" fmla="*/ 214090 w 214090"/>
                <a:gd name="connsiteY2" fmla="*/ 131069 h 131069"/>
                <a:gd name="connsiteX3" fmla="*/ 0 w 214090"/>
                <a:gd name="connsiteY3" fmla="*/ 27408 h 1310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4090" h="131069">
                  <a:moveTo>
                    <a:pt x="0" y="27408"/>
                  </a:moveTo>
                  <a:lnTo>
                    <a:pt x="157768" y="0"/>
                  </a:lnTo>
                  <a:lnTo>
                    <a:pt x="214090" y="131069"/>
                  </a:lnTo>
                  <a:lnTo>
                    <a:pt x="0" y="27408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1" name="Freeform 230">
              <a:extLst>
                <a:ext uri="{FF2B5EF4-FFF2-40B4-BE49-F238E27FC236}">
                  <a16:creationId xmlns:a16="http://schemas.microsoft.com/office/drawing/2014/main" id="{E5FCE2D1-4705-7643-4489-B856300F18E0}"/>
                </a:ext>
              </a:extLst>
            </p:cNvPr>
            <p:cNvSpPr/>
            <p:nvPr/>
          </p:nvSpPr>
          <p:spPr>
            <a:xfrm>
              <a:off x="8765810" y="1712867"/>
              <a:ext cx="100698" cy="216920"/>
            </a:xfrm>
            <a:custGeom>
              <a:avLst/>
              <a:gdLst>
                <a:gd name="connsiteX0" fmla="*/ 100698 w 100698"/>
                <a:gd name="connsiteY0" fmla="*/ 20156 h 216920"/>
                <a:gd name="connsiteX1" fmla="*/ 18134 w 100698"/>
                <a:gd name="connsiteY1" fmla="*/ 216920 h 216920"/>
                <a:gd name="connsiteX2" fmla="*/ 0 w 100698"/>
                <a:gd name="connsiteY2" fmla="*/ 0 h 216920"/>
                <a:gd name="connsiteX3" fmla="*/ 100698 w 100698"/>
                <a:gd name="connsiteY3" fmla="*/ 20156 h 216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0698" h="216920">
                  <a:moveTo>
                    <a:pt x="100698" y="20156"/>
                  </a:moveTo>
                  <a:lnTo>
                    <a:pt x="18134" y="216920"/>
                  </a:lnTo>
                  <a:lnTo>
                    <a:pt x="0" y="0"/>
                  </a:lnTo>
                  <a:lnTo>
                    <a:pt x="100698" y="20156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2" name="Freeform 231">
              <a:extLst>
                <a:ext uri="{FF2B5EF4-FFF2-40B4-BE49-F238E27FC236}">
                  <a16:creationId xmlns:a16="http://schemas.microsoft.com/office/drawing/2014/main" id="{73BD6CF9-C0FA-886E-BC7D-28B48D9CD370}"/>
                </a:ext>
              </a:extLst>
            </p:cNvPr>
            <p:cNvSpPr/>
            <p:nvPr/>
          </p:nvSpPr>
          <p:spPr>
            <a:xfrm>
              <a:off x="8968166" y="1685352"/>
              <a:ext cx="145500" cy="294239"/>
            </a:xfrm>
            <a:custGeom>
              <a:avLst/>
              <a:gdLst>
                <a:gd name="connsiteX0" fmla="*/ 0 w 145500"/>
                <a:gd name="connsiteY0" fmla="*/ 146107 h 294239"/>
                <a:gd name="connsiteX1" fmla="*/ 12267 w 145500"/>
                <a:gd name="connsiteY1" fmla="*/ 0 h 294239"/>
                <a:gd name="connsiteX2" fmla="*/ 145500 w 145500"/>
                <a:gd name="connsiteY2" fmla="*/ 294239 h 294239"/>
                <a:gd name="connsiteX3" fmla="*/ 0 w 145500"/>
                <a:gd name="connsiteY3" fmla="*/ 146107 h 294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5500" h="294239">
                  <a:moveTo>
                    <a:pt x="0" y="146107"/>
                  </a:moveTo>
                  <a:lnTo>
                    <a:pt x="12267" y="0"/>
                  </a:lnTo>
                  <a:lnTo>
                    <a:pt x="145500" y="294239"/>
                  </a:lnTo>
                  <a:lnTo>
                    <a:pt x="0" y="146107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3" name="Freeform 232">
              <a:extLst>
                <a:ext uri="{FF2B5EF4-FFF2-40B4-BE49-F238E27FC236}">
                  <a16:creationId xmlns:a16="http://schemas.microsoft.com/office/drawing/2014/main" id="{41D8ED09-7A2C-1035-0621-B2318227A75F}"/>
                </a:ext>
              </a:extLst>
            </p:cNvPr>
            <p:cNvSpPr/>
            <p:nvPr/>
          </p:nvSpPr>
          <p:spPr>
            <a:xfrm>
              <a:off x="8783944" y="1733023"/>
              <a:ext cx="184221" cy="196763"/>
            </a:xfrm>
            <a:custGeom>
              <a:avLst/>
              <a:gdLst>
                <a:gd name="connsiteX0" fmla="*/ 82564 w 184221"/>
                <a:gd name="connsiteY0" fmla="*/ 0 h 196763"/>
                <a:gd name="connsiteX1" fmla="*/ 184222 w 184221"/>
                <a:gd name="connsiteY1" fmla="*/ 98435 h 196763"/>
                <a:gd name="connsiteX2" fmla="*/ 0 w 184221"/>
                <a:gd name="connsiteY2" fmla="*/ 196764 h 196763"/>
                <a:gd name="connsiteX3" fmla="*/ 82564 w 184221"/>
                <a:gd name="connsiteY3" fmla="*/ 0 h 1967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4221" h="196763">
                  <a:moveTo>
                    <a:pt x="82564" y="0"/>
                  </a:moveTo>
                  <a:lnTo>
                    <a:pt x="184222" y="98435"/>
                  </a:lnTo>
                  <a:lnTo>
                    <a:pt x="0" y="196764"/>
                  </a:lnTo>
                  <a:lnTo>
                    <a:pt x="82564" y="0"/>
                  </a:lnTo>
                  <a:close/>
                </a:path>
              </a:pathLst>
            </a:custGeom>
            <a:solidFill>
              <a:srgbClr val="FF7D00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4" name="Freeform 233">
              <a:extLst>
                <a:ext uri="{FF2B5EF4-FFF2-40B4-BE49-F238E27FC236}">
                  <a16:creationId xmlns:a16="http://schemas.microsoft.com/office/drawing/2014/main" id="{B4F96D6E-D18F-5AEF-D08B-C5EA0CA35EAF}"/>
                </a:ext>
              </a:extLst>
            </p:cNvPr>
            <p:cNvSpPr/>
            <p:nvPr/>
          </p:nvSpPr>
          <p:spPr>
            <a:xfrm>
              <a:off x="8980433" y="1600781"/>
              <a:ext cx="185182" cy="119977"/>
            </a:xfrm>
            <a:custGeom>
              <a:avLst/>
              <a:gdLst>
                <a:gd name="connsiteX0" fmla="*/ 0 w 185182"/>
                <a:gd name="connsiteY0" fmla="*/ 84571 h 119977"/>
                <a:gd name="connsiteX1" fmla="*/ 131526 w 185182"/>
                <a:gd name="connsiteY1" fmla="*/ 119978 h 119977"/>
                <a:gd name="connsiteX2" fmla="*/ 185182 w 185182"/>
                <a:gd name="connsiteY2" fmla="*/ 0 h 119977"/>
                <a:gd name="connsiteX3" fmla="*/ 0 w 185182"/>
                <a:gd name="connsiteY3" fmla="*/ 84571 h 1199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5182" h="119977">
                  <a:moveTo>
                    <a:pt x="0" y="84571"/>
                  </a:moveTo>
                  <a:lnTo>
                    <a:pt x="131526" y="119978"/>
                  </a:lnTo>
                  <a:lnTo>
                    <a:pt x="185182" y="0"/>
                  </a:lnTo>
                  <a:lnTo>
                    <a:pt x="0" y="84571"/>
                  </a:lnTo>
                  <a:close/>
                </a:path>
              </a:pathLst>
            </a:custGeom>
            <a:solidFill>
              <a:srgbClr val="763B7F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5" name="Freeform 234">
              <a:extLst>
                <a:ext uri="{FF2B5EF4-FFF2-40B4-BE49-F238E27FC236}">
                  <a16:creationId xmlns:a16="http://schemas.microsoft.com/office/drawing/2014/main" id="{C0002EF3-5AE2-FC7D-A059-F4FAAD0102CC}"/>
                </a:ext>
              </a:extLst>
            </p:cNvPr>
            <p:cNvSpPr/>
            <p:nvPr/>
          </p:nvSpPr>
          <p:spPr>
            <a:xfrm>
              <a:off x="9111960" y="1695804"/>
              <a:ext cx="167047" cy="119871"/>
            </a:xfrm>
            <a:custGeom>
              <a:avLst/>
              <a:gdLst>
                <a:gd name="connsiteX0" fmla="*/ 167048 w 167047"/>
                <a:gd name="connsiteY0" fmla="*/ 0 h 119871"/>
                <a:gd name="connsiteX1" fmla="*/ 0 w 167047"/>
                <a:gd name="connsiteY1" fmla="*/ 24955 h 119871"/>
                <a:gd name="connsiteX2" fmla="*/ 125873 w 167047"/>
                <a:gd name="connsiteY2" fmla="*/ 119871 h 119871"/>
                <a:gd name="connsiteX3" fmla="*/ 167048 w 167047"/>
                <a:gd name="connsiteY3" fmla="*/ 0 h 119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7047" h="119871">
                  <a:moveTo>
                    <a:pt x="167048" y="0"/>
                  </a:moveTo>
                  <a:lnTo>
                    <a:pt x="0" y="24955"/>
                  </a:lnTo>
                  <a:lnTo>
                    <a:pt x="125873" y="119871"/>
                  </a:lnTo>
                  <a:lnTo>
                    <a:pt x="167048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6" name="Freeform 235">
              <a:extLst>
                <a:ext uri="{FF2B5EF4-FFF2-40B4-BE49-F238E27FC236}">
                  <a16:creationId xmlns:a16="http://schemas.microsoft.com/office/drawing/2014/main" id="{2918D9C8-0100-833C-73B5-D87C94A5AC45}"/>
                </a:ext>
              </a:extLst>
            </p:cNvPr>
            <p:cNvSpPr/>
            <p:nvPr/>
          </p:nvSpPr>
          <p:spPr>
            <a:xfrm>
              <a:off x="9237832" y="1695804"/>
              <a:ext cx="65069" cy="119871"/>
            </a:xfrm>
            <a:custGeom>
              <a:avLst/>
              <a:gdLst>
                <a:gd name="connsiteX0" fmla="*/ 65070 w 65069"/>
                <a:gd name="connsiteY0" fmla="*/ 111233 h 119871"/>
                <a:gd name="connsiteX1" fmla="*/ 0 w 65069"/>
                <a:gd name="connsiteY1" fmla="*/ 119871 h 119871"/>
                <a:gd name="connsiteX2" fmla="*/ 41175 w 65069"/>
                <a:gd name="connsiteY2" fmla="*/ 0 h 119871"/>
                <a:gd name="connsiteX3" fmla="*/ 65070 w 65069"/>
                <a:gd name="connsiteY3" fmla="*/ 111233 h 119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5069" h="119871">
                  <a:moveTo>
                    <a:pt x="65070" y="111233"/>
                  </a:moveTo>
                  <a:lnTo>
                    <a:pt x="0" y="119871"/>
                  </a:lnTo>
                  <a:lnTo>
                    <a:pt x="41175" y="0"/>
                  </a:lnTo>
                  <a:lnTo>
                    <a:pt x="65070" y="111233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7" name="Freeform 236">
              <a:extLst>
                <a:ext uri="{FF2B5EF4-FFF2-40B4-BE49-F238E27FC236}">
                  <a16:creationId xmlns:a16="http://schemas.microsoft.com/office/drawing/2014/main" id="{3906BA5C-BE8C-47D9-A5A0-8DC2D4878B9C}"/>
                </a:ext>
              </a:extLst>
            </p:cNvPr>
            <p:cNvSpPr/>
            <p:nvPr/>
          </p:nvSpPr>
          <p:spPr>
            <a:xfrm>
              <a:off x="9302902" y="1699429"/>
              <a:ext cx="211103" cy="107606"/>
            </a:xfrm>
            <a:custGeom>
              <a:avLst/>
              <a:gdLst>
                <a:gd name="connsiteX0" fmla="*/ 211103 w 211103"/>
                <a:gd name="connsiteY0" fmla="*/ 91077 h 107606"/>
                <a:gd name="connsiteX1" fmla="*/ 140060 w 211103"/>
                <a:gd name="connsiteY1" fmla="*/ 0 h 107606"/>
                <a:gd name="connsiteX2" fmla="*/ 0 w 211103"/>
                <a:gd name="connsiteY2" fmla="*/ 107607 h 107606"/>
                <a:gd name="connsiteX3" fmla="*/ 211103 w 211103"/>
                <a:gd name="connsiteY3" fmla="*/ 91077 h 1076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1103" h="107606">
                  <a:moveTo>
                    <a:pt x="211103" y="91077"/>
                  </a:moveTo>
                  <a:lnTo>
                    <a:pt x="140060" y="0"/>
                  </a:lnTo>
                  <a:lnTo>
                    <a:pt x="0" y="107607"/>
                  </a:lnTo>
                  <a:lnTo>
                    <a:pt x="211103" y="91077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8" name="Freeform 237">
              <a:extLst>
                <a:ext uri="{FF2B5EF4-FFF2-40B4-BE49-F238E27FC236}">
                  <a16:creationId xmlns:a16="http://schemas.microsoft.com/office/drawing/2014/main" id="{86D82061-519D-30FC-6550-1A2EC92FA64B}"/>
                </a:ext>
              </a:extLst>
            </p:cNvPr>
            <p:cNvSpPr/>
            <p:nvPr/>
          </p:nvSpPr>
          <p:spPr>
            <a:xfrm>
              <a:off x="9111960" y="1600781"/>
              <a:ext cx="167047" cy="119977"/>
            </a:xfrm>
            <a:custGeom>
              <a:avLst/>
              <a:gdLst>
                <a:gd name="connsiteX0" fmla="*/ 53656 w 167047"/>
                <a:gd name="connsiteY0" fmla="*/ 0 h 119977"/>
                <a:gd name="connsiteX1" fmla="*/ 0 w 167047"/>
                <a:gd name="connsiteY1" fmla="*/ 119978 h 119977"/>
                <a:gd name="connsiteX2" fmla="*/ 167048 w 167047"/>
                <a:gd name="connsiteY2" fmla="*/ 95023 h 119977"/>
                <a:gd name="connsiteX3" fmla="*/ 53656 w 167047"/>
                <a:gd name="connsiteY3" fmla="*/ 0 h 1199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7047" h="119977">
                  <a:moveTo>
                    <a:pt x="53656" y="0"/>
                  </a:moveTo>
                  <a:lnTo>
                    <a:pt x="0" y="119978"/>
                  </a:lnTo>
                  <a:lnTo>
                    <a:pt x="167048" y="95023"/>
                  </a:lnTo>
                  <a:lnTo>
                    <a:pt x="53656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9" name="Freeform 238">
              <a:extLst>
                <a:ext uri="{FF2B5EF4-FFF2-40B4-BE49-F238E27FC236}">
                  <a16:creationId xmlns:a16="http://schemas.microsoft.com/office/drawing/2014/main" id="{42A4700F-B365-81D1-DCB0-3F20D9F34C8D}"/>
                </a:ext>
              </a:extLst>
            </p:cNvPr>
            <p:cNvSpPr/>
            <p:nvPr/>
          </p:nvSpPr>
          <p:spPr>
            <a:xfrm>
              <a:off x="8866508" y="1685352"/>
              <a:ext cx="113925" cy="146106"/>
            </a:xfrm>
            <a:custGeom>
              <a:avLst/>
              <a:gdLst>
                <a:gd name="connsiteX0" fmla="*/ 113925 w 113925"/>
                <a:gd name="connsiteY0" fmla="*/ 0 h 146106"/>
                <a:gd name="connsiteX1" fmla="*/ 0 w 113925"/>
                <a:gd name="connsiteY1" fmla="*/ 47671 h 146106"/>
                <a:gd name="connsiteX2" fmla="*/ 101658 w 113925"/>
                <a:gd name="connsiteY2" fmla="*/ 146107 h 146106"/>
                <a:gd name="connsiteX3" fmla="*/ 113925 w 113925"/>
                <a:gd name="connsiteY3" fmla="*/ 0 h 1461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3925" h="146106">
                  <a:moveTo>
                    <a:pt x="113925" y="0"/>
                  </a:moveTo>
                  <a:lnTo>
                    <a:pt x="0" y="47671"/>
                  </a:lnTo>
                  <a:lnTo>
                    <a:pt x="101658" y="146107"/>
                  </a:lnTo>
                  <a:lnTo>
                    <a:pt x="113925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0" name="Freeform 239">
              <a:extLst>
                <a:ext uri="{FF2B5EF4-FFF2-40B4-BE49-F238E27FC236}">
                  <a16:creationId xmlns:a16="http://schemas.microsoft.com/office/drawing/2014/main" id="{E3CB195F-4FA2-4AF5-750F-C6ADDFA71C51}"/>
                </a:ext>
              </a:extLst>
            </p:cNvPr>
            <p:cNvSpPr/>
            <p:nvPr/>
          </p:nvSpPr>
          <p:spPr>
            <a:xfrm>
              <a:off x="8626176" y="1855241"/>
              <a:ext cx="157767" cy="101954"/>
            </a:xfrm>
            <a:custGeom>
              <a:avLst/>
              <a:gdLst>
                <a:gd name="connsiteX0" fmla="*/ 103792 w 157767"/>
                <a:gd name="connsiteY0" fmla="*/ 0 h 101954"/>
                <a:gd name="connsiteX1" fmla="*/ 0 w 157767"/>
                <a:gd name="connsiteY1" fmla="*/ 101955 h 101954"/>
                <a:gd name="connsiteX2" fmla="*/ 157768 w 157767"/>
                <a:gd name="connsiteY2" fmla="*/ 74546 h 101954"/>
                <a:gd name="connsiteX3" fmla="*/ 103792 w 157767"/>
                <a:gd name="connsiteY3" fmla="*/ 0 h 101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7767" h="101954">
                  <a:moveTo>
                    <a:pt x="103792" y="0"/>
                  </a:moveTo>
                  <a:lnTo>
                    <a:pt x="0" y="101955"/>
                  </a:lnTo>
                  <a:lnTo>
                    <a:pt x="157768" y="74546"/>
                  </a:lnTo>
                  <a:lnTo>
                    <a:pt x="103792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1" name="Freeform 240">
              <a:extLst>
                <a:ext uri="{FF2B5EF4-FFF2-40B4-BE49-F238E27FC236}">
                  <a16:creationId xmlns:a16="http://schemas.microsoft.com/office/drawing/2014/main" id="{00DB6813-DAFC-B448-0CD0-C0131D8D337C}"/>
                </a:ext>
              </a:extLst>
            </p:cNvPr>
            <p:cNvSpPr/>
            <p:nvPr/>
          </p:nvSpPr>
          <p:spPr>
            <a:xfrm>
              <a:off x="8509797" y="1733023"/>
              <a:ext cx="104004" cy="294772"/>
            </a:xfrm>
            <a:custGeom>
              <a:avLst/>
              <a:gdLst>
                <a:gd name="connsiteX0" fmla="*/ 55043 w 104004"/>
                <a:gd name="connsiteY0" fmla="*/ 294773 h 294772"/>
                <a:gd name="connsiteX1" fmla="*/ 0 w 104004"/>
                <a:gd name="connsiteY1" fmla="*/ 107820 h 294772"/>
                <a:gd name="connsiteX2" fmla="*/ 104005 w 104004"/>
                <a:gd name="connsiteY2" fmla="*/ 0 h 294772"/>
                <a:gd name="connsiteX3" fmla="*/ 55043 w 104004"/>
                <a:gd name="connsiteY3" fmla="*/ 294773 h 2947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4004" h="294772">
                  <a:moveTo>
                    <a:pt x="55043" y="294773"/>
                  </a:moveTo>
                  <a:lnTo>
                    <a:pt x="0" y="107820"/>
                  </a:lnTo>
                  <a:lnTo>
                    <a:pt x="104005" y="0"/>
                  </a:lnTo>
                  <a:lnTo>
                    <a:pt x="55043" y="294773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2" name="Freeform 241">
              <a:extLst>
                <a:ext uri="{FF2B5EF4-FFF2-40B4-BE49-F238E27FC236}">
                  <a16:creationId xmlns:a16="http://schemas.microsoft.com/office/drawing/2014/main" id="{694B3E45-D785-0A9D-C2A9-57280B78D5F6}"/>
                </a:ext>
              </a:extLst>
            </p:cNvPr>
            <p:cNvSpPr/>
            <p:nvPr/>
          </p:nvSpPr>
          <p:spPr>
            <a:xfrm>
              <a:off x="8134953" y="1840844"/>
              <a:ext cx="374844" cy="123710"/>
            </a:xfrm>
            <a:custGeom>
              <a:avLst/>
              <a:gdLst>
                <a:gd name="connsiteX0" fmla="*/ 276173 w 374844"/>
                <a:gd name="connsiteY0" fmla="*/ 123711 h 123710"/>
                <a:gd name="connsiteX1" fmla="*/ 374845 w 374844"/>
                <a:gd name="connsiteY1" fmla="*/ 0 h 123710"/>
                <a:gd name="connsiteX2" fmla="*/ 0 w 374844"/>
                <a:gd name="connsiteY2" fmla="*/ 35087 h 123710"/>
                <a:gd name="connsiteX3" fmla="*/ 276173 w 374844"/>
                <a:gd name="connsiteY3" fmla="*/ 123711 h 1237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4844" h="123710">
                  <a:moveTo>
                    <a:pt x="276173" y="123711"/>
                  </a:moveTo>
                  <a:lnTo>
                    <a:pt x="374845" y="0"/>
                  </a:lnTo>
                  <a:lnTo>
                    <a:pt x="0" y="35087"/>
                  </a:lnTo>
                  <a:lnTo>
                    <a:pt x="276173" y="123711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3" name="Freeform 242">
              <a:extLst>
                <a:ext uri="{FF2B5EF4-FFF2-40B4-BE49-F238E27FC236}">
                  <a16:creationId xmlns:a16="http://schemas.microsoft.com/office/drawing/2014/main" id="{1E1575D7-5A85-AA8A-CC14-E4EAE73A75EF}"/>
                </a:ext>
              </a:extLst>
            </p:cNvPr>
            <p:cNvSpPr/>
            <p:nvPr/>
          </p:nvSpPr>
          <p:spPr>
            <a:xfrm>
              <a:off x="8411126" y="1840844"/>
              <a:ext cx="153714" cy="186952"/>
            </a:xfrm>
            <a:custGeom>
              <a:avLst/>
              <a:gdLst>
                <a:gd name="connsiteX0" fmla="*/ 98671 w 153714"/>
                <a:gd name="connsiteY0" fmla="*/ 0 h 186952"/>
                <a:gd name="connsiteX1" fmla="*/ 0 w 153714"/>
                <a:gd name="connsiteY1" fmla="*/ 123711 h 186952"/>
                <a:gd name="connsiteX2" fmla="*/ 153714 w 153714"/>
                <a:gd name="connsiteY2" fmla="*/ 186952 h 186952"/>
                <a:gd name="connsiteX3" fmla="*/ 98671 w 153714"/>
                <a:gd name="connsiteY3" fmla="*/ 0 h 18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3714" h="186952">
                  <a:moveTo>
                    <a:pt x="98671" y="0"/>
                  </a:moveTo>
                  <a:lnTo>
                    <a:pt x="0" y="123711"/>
                  </a:lnTo>
                  <a:lnTo>
                    <a:pt x="153714" y="186952"/>
                  </a:lnTo>
                  <a:lnTo>
                    <a:pt x="98671" y="0"/>
                  </a:lnTo>
                  <a:close/>
                </a:path>
              </a:pathLst>
            </a:custGeom>
            <a:solidFill>
              <a:srgbClr val="763B7F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4" name="Freeform 243">
              <a:extLst>
                <a:ext uri="{FF2B5EF4-FFF2-40B4-BE49-F238E27FC236}">
                  <a16:creationId xmlns:a16="http://schemas.microsoft.com/office/drawing/2014/main" id="{BE817D02-269C-ACE7-7748-A664D5EF2930}"/>
                </a:ext>
              </a:extLst>
            </p:cNvPr>
            <p:cNvSpPr/>
            <p:nvPr/>
          </p:nvSpPr>
          <p:spPr>
            <a:xfrm>
              <a:off x="8134953" y="1875931"/>
              <a:ext cx="276173" cy="88623"/>
            </a:xfrm>
            <a:custGeom>
              <a:avLst/>
              <a:gdLst>
                <a:gd name="connsiteX0" fmla="*/ 148380 w 276173"/>
                <a:gd name="connsiteY0" fmla="*/ 88624 h 88623"/>
                <a:gd name="connsiteX1" fmla="*/ 0 w 276173"/>
                <a:gd name="connsiteY1" fmla="*/ 0 h 88623"/>
                <a:gd name="connsiteX2" fmla="*/ 276173 w 276173"/>
                <a:gd name="connsiteY2" fmla="*/ 88624 h 88623"/>
                <a:gd name="connsiteX3" fmla="*/ 148380 w 276173"/>
                <a:gd name="connsiteY3" fmla="*/ 88624 h 886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6173" h="88623">
                  <a:moveTo>
                    <a:pt x="148380" y="88624"/>
                  </a:moveTo>
                  <a:lnTo>
                    <a:pt x="0" y="0"/>
                  </a:lnTo>
                  <a:lnTo>
                    <a:pt x="276173" y="88624"/>
                  </a:lnTo>
                  <a:lnTo>
                    <a:pt x="148380" y="88624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5" name="Freeform 244">
              <a:extLst>
                <a:ext uri="{FF2B5EF4-FFF2-40B4-BE49-F238E27FC236}">
                  <a16:creationId xmlns:a16="http://schemas.microsoft.com/office/drawing/2014/main" id="{5B768EEE-B1FD-64B9-1BCD-C218858D9189}"/>
                </a:ext>
              </a:extLst>
            </p:cNvPr>
            <p:cNvSpPr/>
            <p:nvPr/>
          </p:nvSpPr>
          <p:spPr>
            <a:xfrm>
              <a:off x="7906035" y="2027796"/>
              <a:ext cx="234144" cy="119444"/>
            </a:xfrm>
            <a:custGeom>
              <a:avLst/>
              <a:gdLst>
                <a:gd name="connsiteX0" fmla="*/ 205130 w 234144"/>
                <a:gd name="connsiteY0" fmla="*/ 0 h 119444"/>
                <a:gd name="connsiteX1" fmla="*/ 0 w 234144"/>
                <a:gd name="connsiteY1" fmla="*/ 64521 h 119444"/>
                <a:gd name="connsiteX2" fmla="*/ 234144 w 234144"/>
                <a:gd name="connsiteY2" fmla="*/ 119444 h 119444"/>
                <a:gd name="connsiteX3" fmla="*/ 205130 w 234144"/>
                <a:gd name="connsiteY3" fmla="*/ 0 h 1194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4144" h="119444">
                  <a:moveTo>
                    <a:pt x="205130" y="0"/>
                  </a:moveTo>
                  <a:lnTo>
                    <a:pt x="0" y="64521"/>
                  </a:lnTo>
                  <a:lnTo>
                    <a:pt x="234144" y="119444"/>
                  </a:lnTo>
                  <a:lnTo>
                    <a:pt x="205130" y="0"/>
                  </a:lnTo>
                  <a:close/>
                </a:path>
              </a:pathLst>
            </a:custGeom>
            <a:solidFill>
              <a:srgbClr val="763B7F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6" name="Freeform 245">
              <a:extLst>
                <a:ext uri="{FF2B5EF4-FFF2-40B4-BE49-F238E27FC236}">
                  <a16:creationId xmlns:a16="http://schemas.microsoft.com/office/drawing/2014/main" id="{9EC338D2-85D8-F4DA-903E-E2092D72FAE9}"/>
                </a:ext>
              </a:extLst>
            </p:cNvPr>
            <p:cNvSpPr/>
            <p:nvPr/>
          </p:nvSpPr>
          <p:spPr>
            <a:xfrm>
              <a:off x="7906035" y="2092317"/>
              <a:ext cx="360017" cy="127763"/>
            </a:xfrm>
            <a:custGeom>
              <a:avLst/>
              <a:gdLst>
                <a:gd name="connsiteX0" fmla="*/ 360017 w 360017"/>
                <a:gd name="connsiteY0" fmla="*/ 127763 h 127763"/>
                <a:gd name="connsiteX1" fmla="*/ 0 w 360017"/>
                <a:gd name="connsiteY1" fmla="*/ 0 h 127763"/>
                <a:gd name="connsiteX2" fmla="*/ 234144 w 360017"/>
                <a:gd name="connsiteY2" fmla="*/ 54923 h 127763"/>
                <a:gd name="connsiteX3" fmla="*/ 360017 w 360017"/>
                <a:gd name="connsiteY3" fmla="*/ 127763 h 1277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0017" h="127763">
                  <a:moveTo>
                    <a:pt x="360017" y="127763"/>
                  </a:moveTo>
                  <a:lnTo>
                    <a:pt x="0" y="0"/>
                  </a:lnTo>
                  <a:lnTo>
                    <a:pt x="234144" y="54923"/>
                  </a:lnTo>
                  <a:lnTo>
                    <a:pt x="360017" y="127763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7" name="Freeform 246">
              <a:extLst>
                <a:ext uri="{FF2B5EF4-FFF2-40B4-BE49-F238E27FC236}">
                  <a16:creationId xmlns:a16="http://schemas.microsoft.com/office/drawing/2014/main" id="{7262E6A6-19DD-AB9C-166F-E5F0D1AFDA92}"/>
                </a:ext>
              </a:extLst>
            </p:cNvPr>
            <p:cNvSpPr/>
            <p:nvPr/>
          </p:nvSpPr>
          <p:spPr>
            <a:xfrm>
              <a:off x="7906035" y="2092317"/>
              <a:ext cx="360017" cy="229397"/>
            </a:xfrm>
            <a:custGeom>
              <a:avLst/>
              <a:gdLst>
                <a:gd name="connsiteX0" fmla="*/ 220277 w 360017"/>
                <a:gd name="connsiteY0" fmla="*/ 229398 h 229397"/>
                <a:gd name="connsiteX1" fmla="*/ 0 w 360017"/>
                <a:gd name="connsiteY1" fmla="*/ 0 h 229397"/>
                <a:gd name="connsiteX2" fmla="*/ 360017 w 360017"/>
                <a:gd name="connsiteY2" fmla="*/ 127763 h 229397"/>
                <a:gd name="connsiteX3" fmla="*/ 220277 w 360017"/>
                <a:gd name="connsiteY3" fmla="*/ 229398 h 2293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0017" h="229397">
                  <a:moveTo>
                    <a:pt x="220277" y="229398"/>
                  </a:moveTo>
                  <a:lnTo>
                    <a:pt x="0" y="0"/>
                  </a:lnTo>
                  <a:lnTo>
                    <a:pt x="360017" y="127763"/>
                  </a:lnTo>
                  <a:lnTo>
                    <a:pt x="220277" y="229398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8" name="Freeform 247">
              <a:extLst>
                <a:ext uri="{FF2B5EF4-FFF2-40B4-BE49-F238E27FC236}">
                  <a16:creationId xmlns:a16="http://schemas.microsoft.com/office/drawing/2014/main" id="{B175661E-CB66-1DEB-E43E-B701FDBE322D}"/>
                </a:ext>
              </a:extLst>
            </p:cNvPr>
            <p:cNvSpPr/>
            <p:nvPr/>
          </p:nvSpPr>
          <p:spPr>
            <a:xfrm>
              <a:off x="7762989" y="2600597"/>
              <a:ext cx="198836" cy="163596"/>
            </a:xfrm>
            <a:custGeom>
              <a:avLst/>
              <a:gdLst>
                <a:gd name="connsiteX0" fmla="*/ 85231 w 198836"/>
                <a:gd name="connsiteY0" fmla="*/ 163597 h 163596"/>
                <a:gd name="connsiteX1" fmla="*/ 198836 w 198836"/>
                <a:gd name="connsiteY1" fmla="*/ 0 h 163596"/>
                <a:gd name="connsiteX2" fmla="*/ 0 w 198836"/>
                <a:gd name="connsiteY2" fmla="*/ 85744 h 163596"/>
                <a:gd name="connsiteX3" fmla="*/ 85231 w 198836"/>
                <a:gd name="connsiteY3" fmla="*/ 163597 h 1635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8836" h="163596">
                  <a:moveTo>
                    <a:pt x="85231" y="163597"/>
                  </a:moveTo>
                  <a:lnTo>
                    <a:pt x="198836" y="0"/>
                  </a:lnTo>
                  <a:lnTo>
                    <a:pt x="0" y="85744"/>
                  </a:lnTo>
                  <a:lnTo>
                    <a:pt x="85231" y="163597"/>
                  </a:lnTo>
                  <a:close/>
                </a:path>
              </a:pathLst>
            </a:custGeom>
            <a:solidFill>
              <a:srgbClr val="FF7D00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9" name="Freeform 248">
              <a:extLst>
                <a:ext uri="{FF2B5EF4-FFF2-40B4-BE49-F238E27FC236}">
                  <a16:creationId xmlns:a16="http://schemas.microsoft.com/office/drawing/2014/main" id="{1A881262-A54C-6463-F855-2208C8D48F3D}"/>
                </a:ext>
              </a:extLst>
            </p:cNvPr>
            <p:cNvSpPr/>
            <p:nvPr/>
          </p:nvSpPr>
          <p:spPr>
            <a:xfrm>
              <a:off x="7677438" y="2490217"/>
              <a:ext cx="284386" cy="110379"/>
            </a:xfrm>
            <a:custGeom>
              <a:avLst/>
              <a:gdLst>
                <a:gd name="connsiteX0" fmla="*/ 0 w 284386"/>
                <a:gd name="connsiteY0" fmla="*/ 110380 h 110379"/>
                <a:gd name="connsiteX1" fmla="*/ 284387 w 284386"/>
                <a:gd name="connsiteY1" fmla="*/ 110380 h 110379"/>
                <a:gd name="connsiteX2" fmla="*/ 85551 w 284386"/>
                <a:gd name="connsiteY2" fmla="*/ 0 h 110379"/>
                <a:gd name="connsiteX3" fmla="*/ 0 w 284386"/>
                <a:gd name="connsiteY3" fmla="*/ 110380 h 1103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4386" h="110379">
                  <a:moveTo>
                    <a:pt x="0" y="110380"/>
                  </a:moveTo>
                  <a:lnTo>
                    <a:pt x="284387" y="110380"/>
                  </a:lnTo>
                  <a:lnTo>
                    <a:pt x="85551" y="0"/>
                  </a:lnTo>
                  <a:lnTo>
                    <a:pt x="0" y="110380"/>
                  </a:lnTo>
                  <a:close/>
                </a:path>
              </a:pathLst>
            </a:custGeom>
            <a:solidFill>
              <a:srgbClr val="763B7F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0" name="Freeform 249">
              <a:extLst>
                <a:ext uri="{FF2B5EF4-FFF2-40B4-BE49-F238E27FC236}">
                  <a16:creationId xmlns:a16="http://schemas.microsoft.com/office/drawing/2014/main" id="{A2782BF8-C43F-6AA2-38E0-1A5703AE7ADD}"/>
                </a:ext>
              </a:extLst>
            </p:cNvPr>
            <p:cNvSpPr/>
            <p:nvPr/>
          </p:nvSpPr>
          <p:spPr>
            <a:xfrm>
              <a:off x="7762989" y="2436041"/>
              <a:ext cx="337936" cy="54176"/>
            </a:xfrm>
            <a:custGeom>
              <a:avLst/>
              <a:gdLst>
                <a:gd name="connsiteX0" fmla="*/ 337936 w 337936"/>
                <a:gd name="connsiteY0" fmla="*/ 41805 h 54176"/>
                <a:gd name="connsiteX1" fmla="*/ 0 w 337936"/>
                <a:gd name="connsiteY1" fmla="*/ 54177 h 54176"/>
                <a:gd name="connsiteX2" fmla="*/ 121179 w 337936"/>
                <a:gd name="connsiteY2" fmla="*/ 0 h 54176"/>
                <a:gd name="connsiteX3" fmla="*/ 337936 w 337936"/>
                <a:gd name="connsiteY3" fmla="*/ 41805 h 541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936" h="54176">
                  <a:moveTo>
                    <a:pt x="337936" y="41805"/>
                  </a:moveTo>
                  <a:lnTo>
                    <a:pt x="0" y="54177"/>
                  </a:lnTo>
                  <a:lnTo>
                    <a:pt x="121179" y="0"/>
                  </a:lnTo>
                  <a:lnTo>
                    <a:pt x="337936" y="41805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1" name="Freeform 250">
              <a:extLst>
                <a:ext uri="{FF2B5EF4-FFF2-40B4-BE49-F238E27FC236}">
                  <a16:creationId xmlns:a16="http://schemas.microsoft.com/office/drawing/2014/main" id="{B17AEC0F-B73D-765A-3B98-8B8477C415F0}"/>
                </a:ext>
              </a:extLst>
            </p:cNvPr>
            <p:cNvSpPr/>
            <p:nvPr/>
          </p:nvSpPr>
          <p:spPr>
            <a:xfrm>
              <a:off x="7714133" y="2283109"/>
              <a:ext cx="203743" cy="88836"/>
            </a:xfrm>
            <a:custGeom>
              <a:avLst/>
              <a:gdLst>
                <a:gd name="connsiteX0" fmla="*/ 0 w 203743"/>
                <a:gd name="connsiteY0" fmla="*/ 88837 h 88836"/>
                <a:gd name="connsiteX1" fmla="*/ 203743 w 203743"/>
                <a:gd name="connsiteY1" fmla="*/ 63881 h 88836"/>
                <a:gd name="connsiteX2" fmla="*/ 139633 w 203743"/>
                <a:gd name="connsiteY2" fmla="*/ 0 h 88836"/>
                <a:gd name="connsiteX3" fmla="*/ 0 w 203743"/>
                <a:gd name="connsiteY3" fmla="*/ 88837 h 888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743" h="88836">
                  <a:moveTo>
                    <a:pt x="0" y="88837"/>
                  </a:moveTo>
                  <a:lnTo>
                    <a:pt x="203743" y="63881"/>
                  </a:lnTo>
                  <a:lnTo>
                    <a:pt x="139633" y="0"/>
                  </a:lnTo>
                  <a:lnTo>
                    <a:pt x="0" y="88837"/>
                  </a:lnTo>
                  <a:close/>
                </a:path>
              </a:pathLst>
            </a:custGeom>
            <a:solidFill>
              <a:srgbClr val="F47820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2" name="Freeform 251">
              <a:extLst>
                <a:ext uri="{FF2B5EF4-FFF2-40B4-BE49-F238E27FC236}">
                  <a16:creationId xmlns:a16="http://schemas.microsoft.com/office/drawing/2014/main" id="{3B1E667F-54E9-B28B-94C5-DD8953374E2F}"/>
                </a:ext>
              </a:extLst>
            </p:cNvPr>
            <p:cNvSpPr/>
            <p:nvPr/>
          </p:nvSpPr>
          <p:spPr>
            <a:xfrm>
              <a:off x="7894621" y="2172089"/>
              <a:ext cx="134086" cy="174901"/>
            </a:xfrm>
            <a:custGeom>
              <a:avLst/>
              <a:gdLst>
                <a:gd name="connsiteX0" fmla="*/ 0 w 134086"/>
                <a:gd name="connsiteY0" fmla="*/ 0 h 174901"/>
                <a:gd name="connsiteX1" fmla="*/ 23255 w 134086"/>
                <a:gd name="connsiteY1" fmla="*/ 174901 h 174901"/>
                <a:gd name="connsiteX2" fmla="*/ 134086 w 134086"/>
                <a:gd name="connsiteY2" fmla="*/ 130643 h 174901"/>
                <a:gd name="connsiteX3" fmla="*/ 0 w 134086"/>
                <a:gd name="connsiteY3" fmla="*/ 0 h 1749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4086" h="174901">
                  <a:moveTo>
                    <a:pt x="0" y="0"/>
                  </a:moveTo>
                  <a:lnTo>
                    <a:pt x="23255" y="174901"/>
                  </a:lnTo>
                  <a:lnTo>
                    <a:pt x="134086" y="13064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3" name="Freeform 252">
              <a:extLst>
                <a:ext uri="{FF2B5EF4-FFF2-40B4-BE49-F238E27FC236}">
                  <a16:creationId xmlns:a16="http://schemas.microsoft.com/office/drawing/2014/main" id="{54EDAEA4-88DE-D36D-F5ED-F7F2D27EB052}"/>
                </a:ext>
              </a:extLst>
            </p:cNvPr>
            <p:cNvSpPr/>
            <p:nvPr/>
          </p:nvSpPr>
          <p:spPr>
            <a:xfrm>
              <a:off x="7917876" y="2321715"/>
              <a:ext cx="208436" cy="156131"/>
            </a:xfrm>
            <a:custGeom>
              <a:avLst/>
              <a:gdLst>
                <a:gd name="connsiteX0" fmla="*/ 208437 w 208436"/>
                <a:gd name="connsiteY0" fmla="*/ 0 h 156131"/>
                <a:gd name="connsiteX1" fmla="*/ 0 w 208436"/>
                <a:gd name="connsiteY1" fmla="*/ 25275 h 156131"/>
                <a:gd name="connsiteX2" fmla="*/ 183049 w 208436"/>
                <a:gd name="connsiteY2" fmla="*/ 156131 h 156131"/>
                <a:gd name="connsiteX3" fmla="*/ 208437 w 208436"/>
                <a:gd name="connsiteY3" fmla="*/ 0 h 156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8436" h="156131">
                  <a:moveTo>
                    <a:pt x="208437" y="0"/>
                  </a:moveTo>
                  <a:lnTo>
                    <a:pt x="0" y="25275"/>
                  </a:lnTo>
                  <a:lnTo>
                    <a:pt x="183049" y="156131"/>
                  </a:lnTo>
                  <a:lnTo>
                    <a:pt x="208437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4" name="Freeform 253">
              <a:extLst>
                <a:ext uri="{FF2B5EF4-FFF2-40B4-BE49-F238E27FC236}">
                  <a16:creationId xmlns:a16="http://schemas.microsoft.com/office/drawing/2014/main" id="{EAF050CD-9DBC-1C86-5EFA-3FA7714FBBB7}"/>
                </a:ext>
              </a:extLst>
            </p:cNvPr>
            <p:cNvSpPr/>
            <p:nvPr/>
          </p:nvSpPr>
          <p:spPr>
            <a:xfrm>
              <a:off x="8443021" y="1616778"/>
              <a:ext cx="170781" cy="116245"/>
            </a:xfrm>
            <a:custGeom>
              <a:avLst/>
              <a:gdLst>
                <a:gd name="connsiteX0" fmla="*/ 0 w 170781"/>
                <a:gd name="connsiteY0" fmla="*/ 99288 h 116245"/>
                <a:gd name="connsiteX1" fmla="*/ 153714 w 170781"/>
                <a:gd name="connsiteY1" fmla="*/ 0 h 116245"/>
                <a:gd name="connsiteX2" fmla="*/ 170781 w 170781"/>
                <a:gd name="connsiteY2" fmla="*/ 116245 h 116245"/>
                <a:gd name="connsiteX3" fmla="*/ 0 w 170781"/>
                <a:gd name="connsiteY3" fmla="*/ 99288 h 1162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0781" h="116245">
                  <a:moveTo>
                    <a:pt x="0" y="99288"/>
                  </a:moveTo>
                  <a:lnTo>
                    <a:pt x="153714" y="0"/>
                  </a:lnTo>
                  <a:lnTo>
                    <a:pt x="170781" y="116245"/>
                  </a:lnTo>
                  <a:lnTo>
                    <a:pt x="0" y="99288"/>
                  </a:lnTo>
                  <a:close/>
                </a:path>
              </a:pathLst>
            </a:custGeom>
            <a:solidFill>
              <a:srgbClr val="FF7D00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5" name="Freeform 254">
              <a:extLst>
                <a:ext uri="{FF2B5EF4-FFF2-40B4-BE49-F238E27FC236}">
                  <a16:creationId xmlns:a16="http://schemas.microsoft.com/office/drawing/2014/main" id="{B1F49946-2E36-53BB-D0E5-461CAA9F5A9C}"/>
                </a:ext>
              </a:extLst>
            </p:cNvPr>
            <p:cNvSpPr/>
            <p:nvPr/>
          </p:nvSpPr>
          <p:spPr>
            <a:xfrm>
              <a:off x="8626176" y="1668075"/>
              <a:ext cx="103791" cy="289120"/>
            </a:xfrm>
            <a:custGeom>
              <a:avLst/>
              <a:gdLst>
                <a:gd name="connsiteX0" fmla="*/ 103792 w 103791"/>
                <a:gd name="connsiteY0" fmla="*/ 187166 h 289120"/>
                <a:gd name="connsiteX1" fmla="*/ 42349 w 103791"/>
                <a:gd name="connsiteY1" fmla="*/ 0 h 289120"/>
                <a:gd name="connsiteX2" fmla="*/ 0 w 103791"/>
                <a:gd name="connsiteY2" fmla="*/ 289120 h 289120"/>
                <a:gd name="connsiteX3" fmla="*/ 103792 w 103791"/>
                <a:gd name="connsiteY3" fmla="*/ 187166 h 2891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3791" h="289120">
                  <a:moveTo>
                    <a:pt x="103792" y="187166"/>
                  </a:moveTo>
                  <a:lnTo>
                    <a:pt x="42349" y="0"/>
                  </a:lnTo>
                  <a:lnTo>
                    <a:pt x="0" y="289120"/>
                  </a:lnTo>
                  <a:lnTo>
                    <a:pt x="103792" y="187166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6" name="Freeform 255">
              <a:extLst>
                <a:ext uri="{FF2B5EF4-FFF2-40B4-BE49-F238E27FC236}">
                  <a16:creationId xmlns:a16="http://schemas.microsoft.com/office/drawing/2014/main" id="{1F880B52-4A35-0BFD-A3B1-EDF4D3A83741}"/>
                </a:ext>
              </a:extLst>
            </p:cNvPr>
            <p:cNvSpPr/>
            <p:nvPr/>
          </p:nvSpPr>
          <p:spPr>
            <a:xfrm>
              <a:off x="8668525" y="1668075"/>
              <a:ext cx="97284" cy="187165"/>
            </a:xfrm>
            <a:custGeom>
              <a:avLst/>
              <a:gdLst>
                <a:gd name="connsiteX0" fmla="*/ 97285 w 97284"/>
                <a:gd name="connsiteY0" fmla="*/ 44792 h 187165"/>
                <a:gd name="connsiteX1" fmla="*/ 0 w 97284"/>
                <a:gd name="connsiteY1" fmla="*/ 0 h 187165"/>
                <a:gd name="connsiteX2" fmla="*/ 61443 w 97284"/>
                <a:gd name="connsiteY2" fmla="*/ 187166 h 187165"/>
                <a:gd name="connsiteX3" fmla="*/ 97285 w 97284"/>
                <a:gd name="connsiteY3" fmla="*/ 44792 h 1871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7284" h="187165">
                  <a:moveTo>
                    <a:pt x="97285" y="44792"/>
                  </a:moveTo>
                  <a:lnTo>
                    <a:pt x="0" y="0"/>
                  </a:lnTo>
                  <a:lnTo>
                    <a:pt x="61443" y="187166"/>
                  </a:lnTo>
                  <a:lnTo>
                    <a:pt x="97285" y="44792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7" name="Freeform 256">
              <a:extLst>
                <a:ext uri="{FF2B5EF4-FFF2-40B4-BE49-F238E27FC236}">
                  <a16:creationId xmlns:a16="http://schemas.microsoft.com/office/drawing/2014/main" id="{12F57C74-6A09-FC3A-B362-32A161913F6C}"/>
                </a:ext>
              </a:extLst>
            </p:cNvPr>
            <p:cNvSpPr/>
            <p:nvPr/>
          </p:nvSpPr>
          <p:spPr>
            <a:xfrm>
              <a:off x="8980433" y="1685352"/>
              <a:ext cx="166087" cy="190578"/>
            </a:xfrm>
            <a:custGeom>
              <a:avLst/>
              <a:gdLst>
                <a:gd name="connsiteX0" fmla="*/ 0 w 166087"/>
                <a:gd name="connsiteY0" fmla="*/ 0 h 190578"/>
                <a:gd name="connsiteX1" fmla="*/ 166088 w 166087"/>
                <a:gd name="connsiteY1" fmla="*/ 190579 h 190578"/>
                <a:gd name="connsiteX2" fmla="*/ 131526 w 166087"/>
                <a:gd name="connsiteY2" fmla="*/ 35407 h 190578"/>
                <a:gd name="connsiteX3" fmla="*/ 0 w 166087"/>
                <a:gd name="connsiteY3" fmla="*/ 0 h 1905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6087" h="190578">
                  <a:moveTo>
                    <a:pt x="0" y="0"/>
                  </a:moveTo>
                  <a:lnTo>
                    <a:pt x="166088" y="190579"/>
                  </a:lnTo>
                  <a:lnTo>
                    <a:pt x="131526" y="3540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8" name="Freeform 257">
              <a:extLst>
                <a:ext uri="{FF2B5EF4-FFF2-40B4-BE49-F238E27FC236}">
                  <a16:creationId xmlns:a16="http://schemas.microsoft.com/office/drawing/2014/main" id="{502F92E5-2BC3-4E44-50AD-1E4A8412C8D5}"/>
                </a:ext>
              </a:extLst>
            </p:cNvPr>
            <p:cNvSpPr/>
            <p:nvPr/>
          </p:nvSpPr>
          <p:spPr>
            <a:xfrm>
              <a:off x="9324769" y="1840844"/>
              <a:ext cx="189235" cy="223958"/>
            </a:xfrm>
            <a:custGeom>
              <a:avLst/>
              <a:gdLst>
                <a:gd name="connsiteX0" fmla="*/ 0 w 189235"/>
                <a:gd name="connsiteY0" fmla="*/ 164450 h 223958"/>
                <a:gd name="connsiteX1" fmla="*/ 189236 w 189235"/>
                <a:gd name="connsiteY1" fmla="*/ 0 h 223958"/>
                <a:gd name="connsiteX2" fmla="*/ 131313 w 189235"/>
                <a:gd name="connsiteY2" fmla="*/ 223959 h 223958"/>
                <a:gd name="connsiteX3" fmla="*/ 0 w 189235"/>
                <a:gd name="connsiteY3" fmla="*/ 164450 h 223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9235" h="223958">
                  <a:moveTo>
                    <a:pt x="0" y="164450"/>
                  </a:moveTo>
                  <a:lnTo>
                    <a:pt x="189236" y="0"/>
                  </a:lnTo>
                  <a:lnTo>
                    <a:pt x="131313" y="223959"/>
                  </a:lnTo>
                  <a:lnTo>
                    <a:pt x="0" y="16445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9" name="Freeform 258">
              <a:extLst>
                <a:ext uri="{FF2B5EF4-FFF2-40B4-BE49-F238E27FC236}">
                  <a16:creationId xmlns:a16="http://schemas.microsoft.com/office/drawing/2014/main" id="{80DE08F9-B774-3194-D8F0-1ED44C49B503}"/>
                </a:ext>
              </a:extLst>
            </p:cNvPr>
            <p:cNvSpPr/>
            <p:nvPr/>
          </p:nvSpPr>
          <p:spPr>
            <a:xfrm>
              <a:off x="10209719" y="2381971"/>
              <a:ext cx="126192" cy="73266"/>
            </a:xfrm>
            <a:custGeom>
              <a:avLst/>
              <a:gdLst>
                <a:gd name="connsiteX0" fmla="*/ 0 w 126192"/>
                <a:gd name="connsiteY0" fmla="*/ 0 h 73266"/>
                <a:gd name="connsiteX1" fmla="*/ 119259 w 126192"/>
                <a:gd name="connsiteY1" fmla="*/ 10132 h 73266"/>
                <a:gd name="connsiteX2" fmla="*/ 126193 w 126192"/>
                <a:gd name="connsiteY2" fmla="*/ 73266 h 73266"/>
                <a:gd name="connsiteX3" fmla="*/ 0 w 126192"/>
                <a:gd name="connsiteY3" fmla="*/ 0 h 732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192" h="73266">
                  <a:moveTo>
                    <a:pt x="0" y="0"/>
                  </a:moveTo>
                  <a:lnTo>
                    <a:pt x="119259" y="10132"/>
                  </a:lnTo>
                  <a:lnTo>
                    <a:pt x="126193" y="73266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0" name="Freeform 259">
              <a:extLst>
                <a:ext uri="{FF2B5EF4-FFF2-40B4-BE49-F238E27FC236}">
                  <a16:creationId xmlns:a16="http://schemas.microsoft.com/office/drawing/2014/main" id="{BDB4526D-D77C-91D4-E9E5-1E2C40D3A24A}"/>
                </a:ext>
              </a:extLst>
            </p:cNvPr>
            <p:cNvSpPr/>
            <p:nvPr/>
          </p:nvSpPr>
          <p:spPr>
            <a:xfrm>
              <a:off x="10089713" y="2381971"/>
              <a:ext cx="246198" cy="165089"/>
            </a:xfrm>
            <a:custGeom>
              <a:avLst/>
              <a:gdLst>
                <a:gd name="connsiteX0" fmla="*/ 0 w 246198"/>
                <a:gd name="connsiteY0" fmla="*/ 165090 h 165089"/>
                <a:gd name="connsiteX1" fmla="*/ 120006 w 246198"/>
                <a:gd name="connsiteY1" fmla="*/ 0 h 165089"/>
                <a:gd name="connsiteX2" fmla="*/ 246198 w 246198"/>
                <a:gd name="connsiteY2" fmla="*/ 73266 h 165089"/>
                <a:gd name="connsiteX3" fmla="*/ 0 w 246198"/>
                <a:gd name="connsiteY3" fmla="*/ 165090 h 1650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6198" h="165089">
                  <a:moveTo>
                    <a:pt x="0" y="165090"/>
                  </a:moveTo>
                  <a:lnTo>
                    <a:pt x="120006" y="0"/>
                  </a:lnTo>
                  <a:lnTo>
                    <a:pt x="246198" y="73266"/>
                  </a:lnTo>
                  <a:lnTo>
                    <a:pt x="0" y="16509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1" name="Freeform 260">
              <a:extLst>
                <a:ext uri="{FF2B5EF4-FFF2-40B4-BE49-F238E27FC236}">
                  <a16:creationId xmlns:a16="http://schemas.microsoft.com/office/drawing/2014/main" id="{E245D81C-37CB-CC7D-B395-52DDEC929EC9}"/>
                </a:ext>
              </a:extLst>
            </p:cNvPr>
            <p:cNvSpPr/>
            <p:nvPr/>
          </p:nvSpPr>
          <p:spPr>
            <a:xfrm>
              <a:off x="10089713" y="2538102"/>
              <a:ext cx="222837" cy="136401"/>
            </a:xfrm>
            <a:custGeom>
              <a:avLst/>
              <a:gdLst>
                <a:gd name="connsiteX0" fmla="*/ 222837 w 222837"/>
                <a:gd name="connsiteY0" fmla="*/ 136401 h 136401"/>
                <a:gd name="connsiteX1" fmla="*/ 0 w 222837"/>
                <a:gd name="connsiteY1" fmla="*/ 8958 h 136401"/>
                <a:gd name="connsiteX2" fmla="*/ 188702 w 222837"/>
                <a:gd name="connsiteY2" fmla="*/ 0 h 136401"/>
                <a:gd name="connsiteX3" fmla="*/ 222837 w 222837"/>
                <a:gd name="connsiteY3" fmla="*/ 136401 h 136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2837" h="136401">
                  <a:moveTo>
                    <a:pt x="222837" y="136401"/>
                  </a:moveTo>
                  <a:lnTo>
                    <a:pt x="0" y="8958"/>
                  </a:lnTo>
                  <a:lnTo>
                    <a:pt x="188702" y="0"/>
                  </a:lnTo>
                  <a:lnTo>
                    <a:pt x="222837" y="136401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2" name="Freeform 261">
              <a:extLst>
                <a:ext uri="{FF2B5EF4-FFF2-40B4-BE49-F238E27FC236}">
                  <a16:creationId xmlns:a16="http://schemas.microsoft.com/office/drawing/2014/main" id="{30DB1E09-A2FE-D0FB-662D-B3586F76C072}"/>
                </a:ext>
              </a:extLst>
            </p:cNvPr>
            <p:cNvSpPr/>
            <p:nvPr/>
          </p:nvSpPr>
          <p:spPr>
            <a:xfrm>
              <a:off x="10089713" y="2455237"/>
              <a:ext cx="246198" cy="91823"/>
            </a:xfrm>
            <a:custGeom>
              <a:avLst/>
              <a:gdLst>
                <a:gd name="connsiteX0" fmla="*/ 246198 w 246198"/>
                <a:gd name="connsiteY0" fmla="*/ 0 h 91823"/>
                <a:gd name="connsiteX1" fmla="*/ 188702 w 246198"/>
                <a:gd name="connsiteY1" fmla="*/ 82865 h 91823"/>
                <a:gd name="connsiteX2" fmla="*/ 0 w 246198"/>
                <a:gd name="connsiteY2" fmla="*/ 91823 h 91823"/>
                <a:gd name="connsiteX3" fmla="*/ 246198 w 246198"/>
                <a:gd name="connsiteY3" fmla="*/ 0 h 918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6198" h="91823">
                  <a:moveTo>
                    <a:pt x="246198" y="0"/>
                  </a:moveTo>
                  <a:lnTo>
                    <a:pt x="188702" y="82865"/>
                  </a:lnTo>
                  <a:lnTo>
                    <a:pt x="0" y="91823"/>
                  </a:lnTo>
                  <a:lnTo>
                    <a:pt x="246198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3" name="Freeform 262">
              <a:extLst>
                <a:ext uri="{FF2B5EF4-FFF2-40B4-BE49-F238E27FC236}">
                  <a16:creationId xmlns:a16="http://schemas.microsoft.com/office/drawing/2014/main" id="{DBBF3DAB-33F3-E14B-0730-0F7D9C57F7D0}"/>
                </a:ext>
              </a:extLst>
            </p:cNvPr>
            <p:cNvSpPr/>
            <p:nvPr/>
          </p:nvSpPr>
          <p:spPr>
            <a:xfrm>
              <a:off x="10328977" y="2392102"/>
              <a:ext cx="139526" cy="92462"/>
            </a:xfrm>
            <a:custGeom>
              <a:avLst/>
              <a:gdLst>
                <a:gd name="connsiteX0" fmla="*/ 139527 w 139526"/>
                <a:gd name="connsiteY0" fmla="*/ 92463 h 92462"/>
                <a:gd name="connsiteX1" fmla="*/ 6934 w 139526"/>
                <a:gd name="connsiteY1" fmla="*/ 63135 h 92462"/>
                <a:gd name="connsiteX2" fmla="*/ 0 w 139526"/>
                <a:gd name="connsiteY2" fmla="*/ 0 h 92462"/>
                <a:gd name="connsiteX3" fmla="*/ 139527 w 139526"/>
                <a:gd name="connsiteY3" fmla="*/ 92463 h 924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9526" h="92462">
                  <a:moveTo>
                    <a:pt x="139527" y="92463"/>
                  </a:moveTo>
                  <a:lnTo>
                    <a:pt x="6934" y="63135"/>
                  </a:lnTo>
                  <a:lnTo>
                    <a:pt x="0" y="0"/>
                  </a:lnTo>
                  <a:lnTo>
                    <a:pt x="139527" y="92463"/>
                  </a:lnTo>
                  <a:close/>
                </a:path>
              </a:pathLst>
            </a:custGeom>
            <a:solidFill>
              <a:srgbClr val="F47820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4" name="Freeform 263">
              <a:extLst>
                <a:ext uri="{FF2B5EF4-FFF2-40B4-BE49-F238E27FC236}">
                  <a16:creationId xmlns:a16="http://schemas.microsoft.com/office/drawing/2014/main" id="{69D98B2A-66C8-128E-9D15-CBDBA6BD828C}"/>
                </a:ext>
              </a:extLst>
            </p:cNvPr>
            <p:cNvSpPr/>
            <p:nvPr/>
          </p:nvSpPr>
          <p:spPr>
            <a:xfrm>
              <a:off x="10278415" y="2504721"/>
              <a:ext cx="248972" cy="131175"/>
            </a:xfrm>
            <a:custGeom>
              <a:avLst/>
              <a:gdLst>
                <a:gd name="connsiteX0" fmla="*/ 0 w 248972"/>
                <a:gd name="connsiteY0" fmla="*/ 33381 h 131175"/>
                <a:gd name="connsiteX1" fmla="*/ 160541 w 248972"/>
                <a:gd name="connsiteY1" fmla="*/ 0 h 131175"/>
                <a:gd name="connsiteX2" fmla="*/ 248972 w 248972"/>
                <a:gd name="connsiteY2" fmla="*/ 131176 h 131175"/>
                <a:gd name="connsiteX3" fmla="*/ 0 w 248972"/>
                <a:gd name="connsiteY3" fmla="*/ 33381 h 1311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8972" h="131175">
                  <a:moveTo>
                    <a:pt x="0" y="33381"/>
                  </a:moveTo>
                  <a:lnTo>
                    <a:pt x="160541" y="0"/>
                  </a:lnTo>
                  <a:lnTo>
                    <a:pt x="248972" y="131176"/>
                  </a:lnTo>
                  <a:lnTo>
                    <a:pt x="0" y="33381"/>
                  </a:lnTo>
                  <a:close/>
                </a:path>
              </a:pathLst>
            </a:custGeom>
            <a:solidFill>
              <a:srgbClr val="763B7F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5" name="Freeform 264">
              <a:extLst>
                <a:ext uri="{FF2B5EF4-FFF2-40B4-BE49-F238E27FC236}">
                  <a16:creationId xmlns:a16="http://schemas.microsoft.com/office/drawing/2014/main" id="{BD349B76-1664-260E-E025-F58A04F417CB}"/>
                </a:ext>
              </a:extLst>
            </p:cNvPr>
            <p:cNvSpPr/>
            <p:nvPr/>
          </p:nvSpPr>
          <p:spPr>
            <a:xfrm>
              <a:off x="10312550" y="2674503"/>
              <a:ext cx="258145" cy="84037"/>
            </a:xfrm>
            <a:custGeom>
              <a:avLst/>
              <a:gdLst>
                <a:gd name="connsiteX0" fmla="*/ 0 w 258145"/>
                <a:gd name="connsiteY0" fmla="*/ 0 h 84037"/>
                <a:gd name="connsiteX1" fmla="*/ 258146 w 258145"/>
                <a:gd name="connsiteY1" fmla="*/ 14611 h 84037"/>
                <a:gd name="connsiteX2" fmla="*/ 86191 w 258145"/>
                <a:gd name="connsiteY2" fmla="*/ 84038 h 84037"/>
                <a:gd name="connsiteX3" fmla="*/ 0 w 258145"/>
                <a:gd name="connsiteY3" fmla="*/ 0 h 840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145" h="84037">
                  <a:moveTo>
                    <a:pt x="0" y="0"/>
                  </a:moveTo>
                  <a:lnTo>
                    <a:pt x="258146" y="14611"/>
                  </a:lnTo>
                  <a:lnTo>
                    <a:pt x="86191" y="8403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47820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6" name="Freeform 265">
              <a:extLst>
                <a:ext uri="{FF2B5EF4-FFF2-40B4-BE49-F238E27FC236}">
                  <a16:creationId xmlns:a16="http://schemas.microsoft.com/office/drawing/2014/main" id="{63C1F54A-69AA-B399-FBB2-370EB511649A}"/>
                </a:ext>
              </a:extLst>
            </p:cNvPr>
            <p:cNvSpPr/>
            <p:nvPr/>
          </p:nvSpPr>
          <p:spPr>
            <a:xfrm>
              <a:off x="9749216" y="2597078"/>
              <a:ext cx="115738" cy="123390"/>
            </a:xfrm>
            <a:custGeom>
              <a:avLst/>
              <a:gdLst>
                <a:gd name="connsiteX0" fmla="*/ 85871 w 115738"/>
                <a:gd name="connsiteY0" fmla="*/ 123390 h 123390"/>
                <a:gd name="connsiteX1" fmla="*/ 115739 w 115738"/>
                <a:gd name="connsiteY1" fmla="*/ 0 h 123390"/>
                <a:gd name="connsiteX2" fmla="*/ 0 w 115738"/>
                <a:gd name="connsiteY2" fmla="*/ 115605 h 123390"/>
                <a:gd name="connsiteX3" fmla="*/ 85871 w 115738"/>
                <a:gd name="connsiteY3" fmla="*/ 123390 h 1233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5738" h="123390">
                  <a:moveTo>
                    <a:pt x="85871" y="123390"/>
                  </a:moveTo>
                  <a:lnTo>
                    <a:pt x="115739" y="0"/>
                  </a:lnTo>
                  <a:lnTo>
                    <a:pt x="0" y="115605"/>
                  </a:lnTo>
                  <a:lnTo>
                    <a:pt x="85871" y="12339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7" name="Freeform 266">
              <a:extLst>
                <a:ext uri="{FF2B5EF4-FFF2-40B4-BE49-F238E27FC236}">
                  <a16:creationId xmlns:a16="http://schemas.microsoft.com/office/drawing/2014/main" id="{E6445A1A-EBEC-6669-2031-44FBBC1C63BE}"/>
                </a:ext>
              </a:extLst>
            </p:cNvPr>
            <p:cNvSpPr/>
            <p:nvPr/>
          </p:nvSpPr>
          <p:spPr>
            <a:xfrm>
              <a:off x="9835087" y="2694127"/>
              <a:ext cx="98458" cy="87983"/>
            </a:xfrm>
            <a:custGeom>
              <a:avLst/>
              <a:gdLst>
                <a:gd name="connsiteX0" fmla="*/ 98458 w 98458"/>
                <a:gd name="connsiteY0" fmla="*/ 0 h 87983"/>
                <a:gd name="connsiteX1" fmla="*/ 0 w 98458"/>
                <a:gd name="connsiteY1" fmla="*/ 26342 h 87983"/>
                <a:gd name="connsiteX2" fmla="*/ 39362 w 98458"/>
                <a:gd name="connsiteY2" fmla="*/ 87984 h 87983"/>
                <a:gd name="connsiteX3" fmla="*/ 98458 w 98458"/>
                <a:gd name="connsiteY3" fmla="*/ 0 h 87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8458" h="87983">
                  <a:moveTo>
                    <a:pt x="98458" y="0"/>
                  </a:moveTo>
                  <a:lnTo>
                    <a:pt x="0" y="26342"/>
                  </a:lnTo>
                  <a:lnTo>
                    <a:pt x="39362" y="87984"/>
                  </a:lnTo>
                  <a:lnTo>
                    <a:pt x="98458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8" name="Freeform 267">
              <a:extLst>
                <a:ext uri="{FF2B5EF4-FFF2-40B4-BE49-F238E27FC236}">
                  <a16:creationId xmlns:a16="http://schemas.microsoft.com/office/drawing/2014/main" id="{184E861C-5B5E-99E6-5C3C-848F61ABEDF8}"/>
                </a:ext>
              </a:extLst>
            </p:cNvPr>
            <p:cNvSpPr/>
            <p:nvPr/>
          </p:nvSpPr>
          <p:spPr>
            <a:xfrm>
              <a:off x="9874449" y="2704791"/>
              <a:ext cx="200223" cy="127762"/>
            </a:xfrm>
            <a:custGeom>
              <a:avLst/>
              <a:gdLst>
                <a:gd name="connsiteX0" fmla="*/ 92698 w 200223"/>
                <a:gd name="connsiteY0" fmla="*/ 0 h 127762"/>
                <a:gd name="connsiteX1" fmla="*/ 200223 w 200223"/>
                <a:gd name="connsiteY1" fmla="*/ 127763 h 127762"/>
                <a:gd name="connsiteX2" fmla="*/ 0 w 200223"/>
                <a:gd name="connsiteY2" fmla="*/ 77319 h 127762"/>
                <a:gd name="connsiteX3" fmla="*/ 92698 w 200223"/>
                <a:gd name="connsiteY3" fmla="*/ 0 h 127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0223" h="127762">
                  <a:moveTo>
                    <a:pt x="92698" y="0"/>
                  </a:moveTo>
                  <a:lnTo>
                    <a:pt x="200223" y="127763"/>
                  </a:lnTo>
                  <a:lnTo>
                    <a:pt x="0" y="77319"/>
                  </a:lnTo>
                  <a:lnTo>
                    <a:pt x="92698" y="0"/>
                  </a:lnTo>
                  <a:close/>
                </a:path>
              </a:pathLst>
            </a:custGeom>
            <a:solidFill>
              <a:srgbClr val="F47820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9" name="Freeform 268">
              <a:extLst>
                <a:ext uri="{FF2B5EF4-FFF2-40B4-BE49-F238E27FC236}">
                  <a16:creationId xmlns:a16="http://schemas.microsoft.com/office/drawing/2014/main" id="{BF11877F-E506-1146-7609-EA9B813A8668}"/>
                </a:ext>
              </a:extLst>
            </p:cNvPr>
            <p:cNvSpPr/>
            <p:nvPr/>
          </p:nvSpPr>
          <p:spPr>
            <a:xfrm>
              <a:off x="9967147" y="2674503"/>
              <a:ext cx="185608" cy="107607"/>
            </a:xfrm>
            <a:custGeom>
              <a:avLst/>
              <a:gdLst>
                <a:gd name="connsiteX0" fmla="*/ 185609 w 185608"/>
                <a:gd name="connsiteY0" fmla="*/ 0 h 107607"/>
                <a:gd name="connsiteX1" fmla="*/ 165768 w 185608"/>
                <a:gd name="connsiteY1" fmla="*/ 107607 h 107607"/>
                <a:gd name="connsiteX2" fmla="*/ 0 w 185608"/>
                <a:gd name="connsiteY2" fmla="*/ 30288 h 107607"/>
                <a:gd name="connsiteX3" fmla="*/ 185609 w 185608"/>
                <a:gd name="connsiteY3" fmla="*/ 0 h 1076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5608" h="107607">
                  <a:moveTo>
                    <a:pt x="185609" y="0"/>
                  </a:moveTo>
                  <a:lnTo>
                    <a:pt x="165768" y="107607"/>
                  </a:lnTo>
                  <a:lnTo>
                    <a:pt x="0" y="30288"/>
                  </a:lnTo>
                  <a:lnTo>
                    <a:pt x="185609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0" name="Freeform 269">
              <a:extLst>
                <a:ext uri="{FF2B5EF4-FFF2-40B4-BE49-F238E27FC236}">
                  <a16:creationId xmlns:a16="http://schemas.microsoft.com/office/drawing/2014/main" id="{883C7851-A0F0-1785-F0F8-DFA48436A959}"/>
                </a:ext>
              </a:extLst>
            </p:cNvPr>
            <p:cNvSpPr/>
            <p:nvPr/>
          </p:nvSpPr>
          <p:spPr>
            <a:xfrm>
              <a:off x="10152756" y="2674503"/>
              <a:ext cx="152434" cy="179060"/>
            </a:xfrm>
            <a:custGeom>
              <a:avLst/>
              <a:gdLst>
                <a:gd name="connsiteX0" fmla="*/ 48216 w 152434"/>
                <a:gd name="connsiteY0" fmla="*/ 179060 h 179060"/>
                <a:gd name="connsiteX1" fmla="*/ 0 w 152434"/>
                <a:gd name="connsiteY1" fmla="*/ 0 h 179060"/>
                <a:gd name="connsiteX2" fmla="*/ 152434 w 152434"/>
                <a:gd name="connsiteY2" fmla="*/ 90757 h 179060"/>
                <a:gd name="connsiteX3" fmla="*/ 48216 w 152434"/>
                <a:gd name="connsiteY3" fmla="*/ 179060 h 179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434" h="179060">
                  <a:moveTo>
                    <a:pt x="48216" y="179060"/>
                  </a:moveTo>
                  <a:lnTo>
                    <a:pt x="0" y="0"/>
                  </a:lnTo>
                  <a:lnTo>
                    <a:pt x="152434" y="90757"/>
                  </a:lnTo>
                  <a:lnTo>
                    <a:pt x="48216" y="179060"/>
                  </a:lnTo>
                  <a:close/>
                </a:path>
              </a:pathLst>
            </a:custGeom>
            <a:solidFill>
              <a:srgbClr val="763B7F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1" name="Freeform 270">
              <a:extLst>
                <a:ext uri="{FF2B5EF4-FFF2-40B4-BE49-F238E27FC236}">
                  <a16:creationId xmlns:a16="http://schemas.microsoft.com/office/drawing/2014/main" id="{BC342BA5-0987-207D-758E-55C4CE17D449}"/>
                </a:ext>
              </a:extLst>
            </p:cNvPr>
            <p:cNvSpPr/>
            <p:nvPr/>
          </p:nvSpPr>
          <p:spPr>
            <a:xfrm>
              <a:off x="10133235" y="2857830"/>
              <a:ext cx="117018" cy="94702"/>
            </a:xfrm>
            <a:custGeom>
              <a:avLst/>
              <a:gdLst>
                <a:gd name="connsiteX0" fmla="*/ 25921 w 117018"/>
                <a:gd name="connsiteY0" fmla="*/ 0 h 94702"/>
                <a:gd name="connsiteX1" fmla="*/ 117019 w 117018"/>
                <a:gd name="connsiteY1" fmla="*/ 37753 h 94702"/>
                <a:gd name="connsiteX2" fmla="*/ 0 w 117018"/>
                <a:gd name="connsiteY2" fmla="*/ 94703 h 94702"/>
                <a:gd name="connsiteX3" fmla="*/ 25921 w 117018"/>
                <a:gd name="connsiteY3" fmla="*/ 0 h 94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7018" h="94702">
                  <a:moveTo>
                    <a:pt x="25921" y="0"/>
                  </a:moveTo>
                  <a:lnTo>
                    <a:pt x="117019" y="37753"/>
                  </a:lnTo>
                  <a:lnTo>
                    <a:pt x="0" y="94703"/>
                  </a:lnTo>
                  <a:lnTo>
                    <a:pt x="25921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2" name="Freeform 271">
              <a:extLst>
                <a:ext uri="{FF2B5EF4-FFF2-40B4-BE49-F238E27FC236}">
                  <a16:creationId xmlns:a16="http://schemas.microsoft.com/office/drawing/2014/main" id="{A3DF2A4D-1D57-11BD-9C2C-528102887245}"/>
                </a:ext>
              </a:extLst>
            </p:cNvPr>
            <p:cNvSpPr/>
            <p:nvPr/>
          </p:nvSpPr>
          <p:spPr>
            <a:xfrm>
              <a:off x="10305190" y="2765260"/>
              <a:ext cx="114565" cy="88303"/>
            </a:xfrm>
            <a:custGeom>
              <a:avLst/>
              <a:gdLst>
                <a:gd name="connsiteX0" fmla="*/ 0 w 114565"/>
                <a:gd name="connsiteY0" fmla="*/ 0 h 88303"/>
                <a:gd name="connsiteX1" fmla="*/ 114565 w 114565"/>
                <a:gd name="connsiteY1" fmla="*/ 57163 h 88303"/>
                <a:gd name="connsiteX2" fmla="*/ 63150 w 114565"/>
                <a:gd name="connsiteY2" fmla="*/ 88304 h 88303"/>
                <a:gd name="connsiteX3" fmla="*/ 0 w 114565"/>
                <a:gd name="connsiteY3" fmla="*/ 0 h 88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4565" h="88303">
                  <a:moveTo>
                    <a:pt x="0" y="0"/>
                  </a:moveTo>
                  <a:lnTo>
                    <a:pt x="114565" y="57163"/>
                  </a:lnTo>
                  <a:lnTo>
                    <a:pt x="63150" y="88304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3" name="Freeform 272">
              <a:extLst>
                <a:ext uri="{FF2B5EF4-FFF2-40B4-BE49-F238E27FC236}">
                  <a16:creationId xmlns:a16="http://schemas.microsoft.com/office/drawing/2014/main" id="{724E3159-F79A-1746-1532-CF2FBB500947}"/>
                </a:ext>
              </a:extLst>
            </p:cNvPr>
            <p:cNvSpPr/>
            <p:nvPr/>
          </p:nvSpPr>
          <p:spPr>
            <a:xfrm>
              <a:off x="10566855" y="3007349"/>
              <a:ext cx="229771" cy="108886"/>
            </a:xfrm>
            <a:custGeom>
              <a:avLst/>
              <a:gdLst>
                <a:gd name="connsiteX0" fmla="*/ 229771 w 229771"/>
                <a:gd name="connsiteY0" fmla="*/ 0 h 108886"/>
                <a:gd name="connsiteX1" fmla="*/ 0 w 229771"/>
                <a:gd name="connsiteY1" fmla="*/ 79879 h 108886"/>
                <a:gd name="connsiteX2" fmla="*/ 157661 w 229771"/>
                <a:gd name="connsiteY2" fmla="*/ 108887 h 108886"/>
                <a:gd name="connsiteX3" fmla="*/ 229771 w 229771"/>
                <a:gd name="connsiteY3" fmla="*/ 0 h 1088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9771" h="108886">
                  <a:moveTo>
                    <a:pt x="229771" y="0"/>
                  </a:moveTo>
                  <a:lnTo>
                    <a:pt x="0" y="79879"/>
                  </a:lnTo>
                  <a:lnTo>
                    <a:pt x="157661" y="108887"/>
                  </a:lnTo>
                  <a:lnTo>
                    <a:pt x="229771" y="0"/>
                  </a:lnTo>
                  <a:close/>
                </a:path>
              </a:pathLst>
            </a:custGeom>
            <a:solidFill>
              <a:srgbClr val="F47820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4" name="Freeform 273">
              <a:extLst>
                <a:ext uri="{FF2B5EF4-FFF2-40B4-BE49-F238E27FC236}">
                  <a16:creationId xmlns:a16="http://schemas.microsoft.com/office/drawing/2014/main" id="{C4D9286D-386C-557A-DDD2-3AB20DB96BF7}"/>
                </a:ext>
              </a:extLst>
            </p:cNvPr>
            <p:cNvSpPr/>
            <p:nvPr/>
          </p:nvSpPr>
          <p:spPr>
            <a:xfrm>
              <a:off x="9246046" y="2237997"/>
              <a:ext cx="267959" cy="167542"/>
            </a:xfrm>
            <a:custGeom>
              <a:avLst/>
              <a:gdLst>
                <a:gd name="connsiteX0" fmla="*/ 0 w 267959"/>
                <a:gd name="connsiteY0" fmla="*/ 167542 h 167542"/>
                <a:gd name="connsiteX1" fmla="*/ 40109 w 267959"/>
                <a:gd name="connsiteY1" fmla="*/ 0 h 167542"/>
                <a:gd name="connsiteX2" fmla="*/ 267960 w 267959"/>
                <a:gd name="connsiteY2" fmla="*/ 111553 h 167542"/>
                <a:gd name="connsiteX3" fmla="*/ 0 w 267959"/>
                <a:gd name="connsiteY3" fmla="*/ 167542 h 1675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7959" h="167542">
                  <a:moveTo>
                    <a:pt x="0" y="167542"/>
                  </a:moveTo>
                  <a:lnTo>
                    <a:pt x="40109" y="0"/>
                  </a:lnTo>
                  <a:lnTo>
                    <a:pt x="267960" y="111553"/>
                  </a:lnTo>
                  <a:lnTo>
                    <a:pt x="0" y="167542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5" name="Freeform 274">
              <a:extLst>
                <a:ext uri="{FF2B5EF4-FFF2-40B4-BE49-F238E27FC236}">
                  <a16:creationId xmlns:a16="http://schemas.microsoft.com/office/drawing/2014/main" id="{483BD66E-A19C-CE0D-27E1-1C467C2D5B19}"/>
                </a:ext>
              </a:extLst>
            </p:cNvPr>
            <p:cNvSpPr/>
            <p:nvPr/>
          </p:nvSpPr>
          <p:spPr>
            <a:xfrm>
              <a:off x="8653697" y="3222563"/>
              <a:ext cx="261879" cy="156344"/>
            </a:xfrm>
            <a:custGeom>
              <a:avLst/>
              <a:gdLst>
                <a:gd name="connsiteX0" fmla="*/ 261879 w 261879"/>
                <a:gd name="connsiteY0" fmla="*/ 156345 h 156344"/>
                <a:gd name="connsiteX1" fmla="*/ 152647 w 261879"/>
                <a:gd name="connsiteY1" fmla="*/ 146107 h 156344"/>
                <a:gd name="connsiteX2" fmla="*/ 0 w 261879"/>
                <a:gd name="connsiteY2" fmla="*/ 0 h 156344"/>
                <a:gd name="connsiteX3" fmla="*/ 261879 w 261879"/>
                <a:gd name="connsiteY3" fmla="*/ 156345 h 156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1879" h="156344">
                  <a:moveTo>
                    <a:pt x="261879" y="156345"/>
                  </a:moveTo>
                  <a:lnTo>
                    <a:pt x="152647" y="146107"/>
                  </a:lnTo>
                  <a:lnTo>
                    <a:pt x="0" y="0"/>
                  </a:lnTo>
                  <a:lnTo>
                    <a:pt x="261879" y="156345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6" name="Freeform 275">
              <a:extLst>
                <a:ext uri="{FF2B5EF4-FFF2-40B4-BE49-F238E27FC236}">
                  <a16:creationId xmlns:a16="http://schemas.microsoft.com/office/drawing/2014/main" id="{AED8F9F5-5598-41E0-CD1E-0B6E5A5F3CAC}"/>
                </a:ext>
              </a:extLst>
            </p:cNvPr>
            <p:cNvSpPr/>
            <p:nvPr/>
          </p:nvSpPr>
          <p:spPr>
            <a:xfrm>
              <a:off x="9600409" y="3083388"/>
              <a:ext cx="290147" cy="188231"/>
            </a:xfrm>
            <a:custGeom>
              <a:avLst/>
              <a:gdLst>
                <a:gd name="connsiteX0" fmla="*/ 186249 w 290147"/>
                <a:gd name="connsiteY0" fmla="*/ 0 h 188231"/>
                <a:gd name="connsiteX1" fmla="*/ 290147 w 290147"/>
                <a:gd name="connsiteY1" fmla="*/ 179700 h 188231"/>
                <a:gd name="connsiteX2" fmla="*/ 0 w 290147"/>
                <a:gd name="connsiteY2" fmla="*/ 188232 h 188231"/>
                <a:gd name="connsiteX3" fmla="*/ 186249 w 290147"/>
                <a:gd name="connsiteY3" fmla="*/ 0 h 1882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0147" h="188231">
                  <a:moveTo>
                    <a:pt x="186249" y="0"/>
                  </a:moveTo>
                  <a:lnTo>
                    <a:pt x="290147" y="179700"/>
                  </a:lnTo>
                  <a:lnTo>
                    <a:pt x="0" y="188232"/>
                  </a:lnTo>
                  <a:lnTo>
                    <a:pt x="186249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7" name="Freeform 276">
              <a:extLst>
                <a:ext uri="{FF2B5EF4-FFF2-40B4-BE49-F238E27FC236}">
                  <a16:creationId xmlns:a16="http://schemas.microsoft.com/office/drawing/2014/main" id="{9D1C4E7A-5BC7-E88B-0189-931DBB2FAF35}"/>
                </a:ext>
              </a:extLst>
            </p:cNvPr>
            <p:cNvSpPr/>
            <p:nvPr/>
          </p:nvSpPr>
          <p:spPr>
            <a:xfrm>
              <a:off x="8601215" y="2708097"/>
              <a:ext cx="355003" cy="267363"/>
            </a:xfrm>
            <a:custGeom>
              <a:avLst/>
              <a:gdLst>
                <a:gd name="connsiteX0" fmla="*/ 99311 w 355003"/>
                <a:gd name="connsiteY0" fmla="*/ 50444 h 267363"/>
                <a:gd name="connsiteX1" fmla="*/ 0 w 355003"/>
                <a:gd name="connsiteY1" fmla="*/ 267364 h 267363"/>
                <a:gd name="connsiteX2" fmla="*/ 355004 w 355003"/>
                <a:gd name="connsiteY2" fmla="*/ 0 h 267363"/>
                <a:gd name="connsiteX3" fmla="*/ 99311 w 355003"/>
                <a:gd name="connsiteY3" fmla="*/ 50444 h 267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55003" h="267363">
                  <a:moveTo>
                    <a:pt x="99311" y="50444"/>
                  </a:moveTo>
                  <a:lnTo>
                    <a:pt x="0" y="267364"/>
                  </a:lnTo>
                  <a:lnTo>
                    <a:pt x="355004" y="0"/>
                  </a:lnTo>
                  <a:lnTo>
                    <a:pt x="99311" y="50444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8" name="Freeform 277">
              <a:extLst>
                <a:ext uri="{FF2B5EF4-FFF2-40B4-BE49-F238E27FC236}">
                  <a16:creationId xmlns:a16="http://schemas.microsoft.com/office/drawing/2014/main" id="{F16670E8-5C16-15FF-01A8-1D068054084A}"/>
                </a:ext>
              </a:extLst>
            </p:cNvPr>
            <p:cNvSpPr/>
            <p:nvPr/>
          </p:nvSpPr>
          <p:spPr>
            <a:xfrm>
              <a:off x="8601215" y="2975461"/>
              <a:ext cx="182728" cy="247101"/>
            </a:xfrm>
            <a:custGeom>
              <a:avLst/>
              <a:gdLst>
                <a:gd name="connsiteX0" fmla="*/ 182729 w 182728"/>
                <a:gd name="connsiteY0" fmla="*/ 15144 h 247101"/>
                <a:gd name="connsiteX1" fmla="*/ 0 w 182728"/>
                <a:gd name="connsiteY1" fmla="*/ 0 h 247101"/>
                <a:gd name="connsiteX2" fmla="*/ 52482 w 182728"/>
                <a:gd name="connsiteY2" fmla="*/ 247101 h 247101"/>
                <a:gd name="connsiteX3" fmla="*/ 182729 w 182728"/>
                <a:gd name="connsiteY3" fmla="*/ 15144 h 2471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28" h="247101">
                  <a:moveTo>
                    <a:pt x="182729" y="15144"/>
                  </a:moveTo>
                  <a:lnTo>
                    <a:pt x="0" y="0"/>
                  </a:lnTo>
                  <a:lnTo>
                    <a:pt x="52482" y="247101"/>
                  </a:lnTo>
                  <a:lnTo>
                    <a:pt x="182729" y="15144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9" name="Freeform 278">
              <a:extLst>
                <a:ext uri="{FF2B5EF4-FFF2-40B4-BE49-F238E27FC236}">
                  <a16:creationId xmlns:a16="http://schemas.microsoft.com/office/drawing/2014/main" id="{9E8A227A-8C8B-E873-7255-61B31EAE3DE4}"/>
                </a:ext>
              </a:extLst>
            </p:cNvPr>
            <p:cNvSpPr/>
            <p:nvPr/>
          </p:nvSpPr>
          <p:spPr>
            <a:xfrm>
              <a:off x="8555666" y="1957196"/>
              <a:ext cx="284600" cy="262884"/>
            </a:xfrm>
            <a:custGeom>
              <a:avLst/>
              <a:gdLst>
                <a:gd name="connsiteX0" fmla="*/ 70510 w 284600"/>
                <a:gd name="connsiteY0" fmla="*/ 0 h 262884"/>
                <a:gd name="connsiteX1" fmla="*/ 0 w 284600"/>
                <a:gd name="connsiteY1" fmla="*/ 262885 h 262884"/>
                <a:gd name="connsiteX2" fmla="*/ 284600 w 284600"/>
                <a:gd name="connsiteY2" fmla="*/ 103661 h 262884"/>
                <a:gd name="connsiteX3" fmla="*/ 70510 w 284600"/>
                <a:gd name="connsiteY3" fmla="*/ 0 h 2628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4600" h="262884">
                  <a:moveTo>
                    <a:pt x="70510" y="0"/>
                  </a:moveTo>
                  <a:lnTo>
                    <a:pt x="0" y="262885"/>
                  </a:lnTo>
                  <a:lnTo>
                    <a:pt x="284600" y="103661"/>
                  </a:lnTo>
                  <a:lnTo>
                    <a:pt x="70510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0" name="Freeform 279">
              <a:extLst>
                <a:ext uri="{FF2B5EF4-FFF2-40B4-BE49-F238E27FC236}">
                  <a16:creationId xmlns:a16="http://schemas.microsoft.com/office/drawing/2014/main" id="{71EA3014-A39D-B240-C737-8A34CA9F0849}"/>
                </a:ext>
              </a:extLst>
            </p:cNvPr>
            <p:cNvSpPr/>
            <p:nvPr/>
          </p:nvSpPr>
          <p:spPr>
            <a:xfrm>
              <a:off x="10229026" y="3176918"/>
              <a:ext cx="376124" cy="172341"/>
            </a:xfrm>
            <a:custGeom>
              <a:avLst/>
              <a:gdLst>
                <a:gd name="connsiteX0" fmla="*/ 0 w 376124"/>
                <a:gd name="connsiteY0" fmla="*/ 0 h 172341"/>
                <a:gd name="connsiteX1" fmla="*/ 150407 w 376124"/>
                <a:gd name="connsiteY1" fmla="*/ 135975 h 172341"/>
                <a:gd name="connsiteX2" fmla="*/ 376124 w 376124"/>
                <a:gd name="connsiteY2" fmla="*/ 172342 h 172341"/>
                <a:gd name="connsiteX3" fmla="*/ 0 w 376124"/>
                <a:gd name="connsiteY3" fmla="*/ 0 h 172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6124" h="172341">
                  <a:moveTo>
                    <a:pt x="0" y="0"/>
                  </a:moveTo>
                  <a:lnTo>
                    <a:pt x="150407" y="135975"/>
                  </a:lnTo>
                  <a:lnTo>
                    <a:pt x="376124" y="172342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1" name="Freeform 280">
              <a:extLst>
                <a:ext uri="{FF2B5EF4-FFF2-40B4-BE49-F238E27FC236}">
                  <a16:creationId xmlns:a16="http://schemas.microsoft.com/office/drawing/2014/main" id="{6E1EE9A2-AE78-6AD4-5705-D483AEC77A69}"/>
                </a:ext>
              </a:extLst>
            </p:cNvPr>
            <p:cNvSpPr/>
            <p:nvPr/>
          </p:nvSpPr>
          <p:spPr>
            <a:xfrm>
              <a:off x="9257460" y="2477846"/>
              <a:ext cx="152647" cy="104727"/>
            </a:xfrm>
            <a:custGeom>
              <a:avLst/>
              <a:gdLst>
                <a:gd name="connsiteX0" fmla="*/ 152647 w 152647"/>
                <a:gd name="connsiteY0" fmla="*/ 104727 h 104727"/>
                <a:gd name="connsiteX1" fmla="*/ 0 w 152647"/>
                <a:gd name="connsiteY1" fmla="*/ 0 h 104727"/>
                <a:gd name="connsiteX2" fmla="*/ 28695 w 152647"/>
                <a:gd name="connsiteY2" fmla="*/ 82332 h 104727"/>
                <a:gd name="connsiteX3" fmla="*/ 152647 w 152647"/>
                <a:gd name="connsiteY3" fmla="*/ 104727 h 1047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647" h="104727">
                  <a:moveTo>
                    <a:pt x="152647" y="104727"/>
                  </a:moveTo>
                  <a:lnTo>
                    <a:pt x="0" y="0"/>
                  </a:lnTo>
                  <a:lnTo>
                    <a:pt x="28695" y="82332"/>
                  </a:lnTo>
                  <a:lnTo>
                    <a:pt x="152647" y="104727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2" name="Freeform 281">
              <a:extLst>
                <a:ext uri="{FF2B5EF4-FFF2-40B4-BE49-F238E27FC236}">
                  <a16:creationId xmlns:a16="http://schemas.microsoft.com/office/drawing/2014/main" id="{563F38A3-B16B-4BCF-9626-72CC0F2C35A3}"/>
                </a:ext>
              </a:extLst>
            </p:cNvPr>
            <p:cNvSpPr/>
            <p:nvPr/>
          </p:nvSpPr>
          <p:spPr>
            <a:xfrm>
              <a:off x="9456082" y="2438280"/>
              <a:ext cx="235211" cy="153358"/>
            </a:xfrm>
            <a:custGeom>
              <a:avLst/>
              <a:gdLst>
                <a:gd name="connsiteX0" fmla="*/ 235211 w 235211"/>
                <a:gd name="connsiteY0" fmla="*/ 0 h 153358"/>
                <a:gd name="connsiteX1" fmla="*/ 67843 w 235211"/>
                <a:gd name="connsiteY1" fmla="*/ 153359 h 153358"/>
                <a:gd name="connsiteX2" fmla="*/ 0 w 235211"/>
                <a:gd name="connsiteY2" fmla="*/ 39566 h 153358"/>
                <a:gd name="connsiteX3" fmla="*/ 235211 w 235211"/>
                <a:gd name="connsiteY3" fmla="*/ 0 h 1533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5211" h="153358">
                  <a:moveTo>
                    <a:pt x="235211" y="0"/>
                  </a:moveTo>
                  <a:lnTo>
                    <a:pt x="67843" y="153359"/>
                  </a:lnTo>
                  <a:lnTo>
                    <a:pt x="0" y="39566"/>
                  </a:lnTo>
                  <a:lnTo>
                    <a:pt x="235211" y="0"/>
                  </a:lnTo>
                  <a:close/>
                </a:path>
              </a:pathLst>
            </a:custGeom>
            <a:solidFill>
              <a:srgbClr val="F47820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3" name="Freeform 282">
              <a:extLst>
                <a:ext uri="{FF2B5EF4-FFF2-40B4-BE49-F238E27FC236}">
                  <a16:creationId xmlns:a16="http://schemas.microsoft.com/office/drawing/2014/main" id="{8AF63026-A97A-9E34-42CF-15CD708DDA1E}"/>
                </a:ext>
              </a:extLst>
            </p:cNvPr>
            <p:cNvSpPr/>
            <p:nvPr/>
          </p:nvSpPr>
          <p:spPr>
            <a:xfrm>
              <a:off x="10419755" y="2793521"/>
              <a:ext cx="243958" cy="125310"/>
            </a:xfrm>
            <a:custGeom>
              <a:avLst/>
              <a:gdLst>
                <a:gd name="connsiteX0" fmla="*/ 0 w 243958"/>
                <a:gd name="connsiteY0" fmla="*/ 28902 h 125310"/>
                <a:gd name="connsiteX1" fmla="*/ 86618 w 243958"/>
                <a:gd name="connsiteY1" fmla="*/ 0 h 125310"/>
                <a:gd name="connsiteX2" fmla="*/ 243959 w 243958"/>
                <a:gd name="connsiteY2" fmla="*/ 125310 h 125310"/>
                <a:gd name="connsiteX3" fmla="*/ 0 w 243958"/>
                <a:gd name="connsiteY3" fmla="*/ 28902 h 1253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3958" h="125310">
                  <a:moveTo>
                    <a:pt x="0" y="28902"/>
                  </a:moveTo>
                  <a:lnTo>
                    <a:pt x="86618" y="0"/>
                  </a:lnTo>
                  <a:lnTo>
                    <a:pt x="243959" y="125310"/>
                  </a:lnTo>
                  <a:lnTo>
                    <a:pt x="0" y="28902"/>
                  </a:lnTo>
                  <a:close/>
                </a:path>
              </a:pathLst>
            </a:custGeom>
            <a:solidFill>
              <a:srgbClr val="F47820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4" name="Freeform 283">
              <a:extLst>
                <a:ext uri="{FF2B5EF4-FFF2-40B4-BE49-F238E27FC236}">
                  <a16:creationId xmlns:a16="http://schemas.microsoft.com/office/drawing/2014/main" id="{C57D6D06-676B-AE05-D054-DDF4A30D6EB8}"/>
                </a:ext>
              </a:extLst>
            </p:cNvPr>
            <p:cNvSpPr/>
            <p:nvPr/>
          </p:nvSpPr>
          <p:spPr>
            <a:xfrm>
              <a:off x="10605150" y="3206566"/>
              <a:ext cx="237238" cy="142693"/>
            </a:xfrm>
            <a:custGeom>
              <a:avLst/>
              <a:gdLst>
                <a:gd name="connsiteX0" fmla="*/ 0 w 237238"/>
                <a:gd name="connsiteY0" fmla="*/ 142694 h 142693"/>
                <a:gd name="connsiteX1" fmla="*/ 14294 w 237238"/>
                <a:gd name="connsiteY1" fmla="*/ 30394 h 142693"/>
                <a:gd name="connsiteX2" fmla="*/ 237238 w 237238"/>
                <a:gd name="connsiteY2" fmla="*/ 0 h 142693"/>
                <a:gd name="connsiteX3" fmla="*/ 0 w 237238"/>
                <a:gd name="connsiteY3" fmla="*/ 142694 h 14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7238" h="142693">
                  <a:moveTo>
                    <a:pt x="0" y="142694"/>
                  </a:moveTo>
                  <a:lnTo>
                    <a:pt x="14294" y="30394"/>
                  </a:lnTo>
                  <a:lnTo>
                    <a:pt x="237238" y="0"/>
                  </a:lnTo>
                  <a:lnTo>
                    <a:pt x="0" y="142694"/>
                  </a:lnTo>
                  <a:close/>
                </a:path>
              </a:pathLst>
            </a:custGeom>
            <a:solidFill>
              <a:srgbClr val="F47820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5" name="Freeform 284">
              <a:extLst>
                <a:ext uri="{FF2B5EF4-FFF2-40B4-BE49-F238E27FC236}">
                  <a16:creationId xmlns:a16="http://schemas.microsoft.com/office/drawing/2014/main" id="{BAC47D9F-CE2F-6E59-AB34-E1E3061FB075}"/>
                </a:ext>
              </a:extLst>
            </p:cNvPr>
            <p:cNvSpPr/>
            <p:nvPr/>
          </p:nvSpPr>
          <p:spPr>
            <a:xfrm>
              <a:off x="10570696" y="3349259"/>
              <a:ext cx="249398" cy="91929"/>
            </a:xfrm>
            <a:custGeom>
              <a:avLst/>
              <a:gdLst>
                <a:gd name="connsiteX0" fmla="*/ 34455 w 249398"/>
                <a:gd name="connsiteY0" fmla="*/ 0 h 91929"/>
                <a:gd name="connsiteX1" fmla="*/ 0 w 249398"/>
                <a:gd name="connsiteY1" fmla="*/ 91930 h 91929"/>
                <a:gd name="connsiteX2" fmla="*/ 249399 w 249398"/>
                <a:gd name="connsiteY2" fmla="*/ 0 h 91929"/>
                <a:gd name="connsiteX3" fmla="*/ 34455 w 249398"/>
                <a:gd name="connsiteY3" fmla="*/ 0 h 919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9398" h="91929">
                  <a:moveTo>
                    <a:pt x="34455" y="0"/>
                  </a:moveTo>
                  <a:lnTo>
                    <a:pt x="0" y="91930"/>
                  </a:lnTo>
                  <a:lnTo>
                    <a:pt x="249399" y="0"/>
                  </a:lnTo>
                  <a:lnTo>
                    <a:pt x="34455" y="0"/>
                  </a:lnTo>
                  <a:close/>
                </a:path>
              </a:pathLst>
            </a:custGeom>
            <a:solidFill>
              <a:srgbClr val="763B7F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6" name="Freeform 285">
              <a:extLst>
                <a:ext uri="{FF2B5EF4-FFF2-40B4-BE49-F238E27FC236}">
                  <a16:creationId xmlns:a16="http://schemas.microsoft.com/office/drawing/2014/main" id="{3F3775E4-BC0C-E256-106F-FBFC4ADB43A9}"/>
                </a:ext>
              </a:extLst>
            </p:cNvPr>
            <p:cNvSpPr/>
            <p:nvPr/>
          </p:nvSpPr>
          <p:spPr>
            <a:xfrm>
              <a:off x="10541787" y="3087227"/>
              <a:ext cx="182728" cy="131175"/>
            </a:xfrm>
            <a:custGeom>
              <a:avLst/>
              <a:gdLst>
                <a:gd name="connsiteX0" fmla="*/ 0 w 182728"/>
                <a:gd name="connsiteY0" fmla="*/ 131176 h 131175"/>
                <a:gd name="connsiteX1" fmla="*/ 25068 w 182728"/>
                <a:gd name="connsiteY1" fmla="*/ 0 h 131175"/>
                <a:gd name="connsiteX2" fmla="*/ 182729 w 182728"/>
                <a:gd name="connsiteY2" fmla="*/ 29008 h 131175"/>
                <a:gd name="connsiteX3" fmla="*/ 0 w 182728"/>
                <a:gd name="connsiteY3" fmla="*/ 131176 h 1311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28" h="131175">
                  <a:moveTo>
                    <a:pt x="0" y="131176"/>
                  </a:moveTo>
                  <a:lnTo>
                    <a:pt x="25068" y="0"/>
                  </a:lnTo>
                  <a:lnTo>
                    <a:pt x="182729" y="29008"/>
                  </a:lnTo>
                  <a:lnTo>
                    <a:pt x="0" y="131176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7" name="Freeform 286">
              <a:extLst>
                <a:ext uri="{FF2B5EF4-FFF2-40B4-BE49-F238E27FC236}">
                  <a16:creationId xmlns:a16="http://schemas.microsoft.com/office/drawing/2014/main" id="{391873B2-B82C-3017-8D54-2C566AF90501}"/>
                </a:ext>
              </a:extLst>
            </p:cNvPr>
            <p:cNvSpPr/>
            <p:nvPr/>
          </p:nvSpPr>
          <p:spPr>
            <a:xfrm>
              <a:off x="10427862" y="2888651"/>
              <a:ext cx="199476" cy="101954"/>
            </a:xfrm>
            <a:custGeom>
              <a:avLst/>
              <a:gdLst>
                <a:gd name="connsiteX0" fmla="*/ 0 w 199476"/>
                <a:gd name="connsiteY0" fmla="*/ 36900 h 101954"/>
                <a:gd name="connsiteX1" fmla="*/ 77017 w 199476"/>
                <a:gd name="connsiteY1" fmla="*/ 0 h 101954"/>
                <a:gd name="connsiteX2" fmla="*/ 199476 w 199476"/>
                <a:gd name="connsiteY2" fmla="*/ 101955 h 101954"/>
                <a:gd name="connsiteX3" fmla="*/ 0 w 199476"/>
                <a:gd name="connsiteY3" fmla="*/ 36900 h 101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9476" h="101954">
                  <a:moveTo>
                    <a:pt x="0" y="36900"/>
                  </a:moveTo>
                  <a:lnTo>
                    <a:pt x="77017" y="0"/>
                  </a:lnTo>
                  <a:lnTo>
                    <a:pt x="199476" y="101955"/>
                  </a:lnTo>
                  <a:lnTo>
                    <a:pt x="0" y="36900"/>
                  </a:lnTo>
                  <a:close/>
                </a:path>
              </a:pathLst>
            </a:custGeom>
            <a:solidFill>
              <a:srgbClr val="763B7F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8" name="Freeform 287">
              <a:extLst>
                <a:ext uri="{FF2B5EF4-FFF2-40B4-BE49-F238E27FC236}">
                  <a16:creationId xmlns:a16="http://schemas.microsoft.com/office/drawing/2014/main" id="{0C6DEBC5-7093-11F2-F01E-B719B24CF6C9}"/>
                </a:ext>
              </a:extLst>
            </p:cNvPr>
            <p:cNvSpPr/>
            <p:nvPr/>
          </p:nvSpPr>
          <p:spPr>
            <a:xfrm>
              <a:off x="10074672" y="3358538"/>
              <a:ext cx="97711" cy="223745"/>
            </a:xfrm>
            <a:custGeom>
              <a:avLst/>
              <a:gdLst>
                <a:gd name="connsiteX0" fmla="*/ 70510 w 97711"/>
                <a:gd name="connsiteY0" fmla="*/ 0 h 223745"/>
                <a:gd name="connsiteX1" fmla="*/ 0 w 97711"/>
                <a:gd name="connsiteY1" fmla="*/ 61749 h 223745"/>
                <a:gd name="connsiteX2" fmla="*/ 97711 w 97711"/>
                <a:gd name="connsiteY2" fmla="*/ 223746 h 223745"/>
                <a:gd name="connsiteX3" fmla="*/ 70510 w 97711"/>
                <a:gd name="connsiteY3" fmla="*/ 0 h 2237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7711" h="223745">
                  <a:moveTo>
                    <a:pt x="70510" y="0"/>
                  </a:moveTo>
                  <a:lnTo>
                    <a:pt x="0" y="61749"/>
                  </a:lnTo>
                  <a:lnTo>
                    <a:pt x="97711" y="223746"/>
                  </a:lnTo>
                  <a:lnTo>
                    <a:pt x="70510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9" name="Freeform 288">
              <a:extLst>
                <a:ext uri="{FF2B5EF4-FFF2-40B4-BE49-F238E27FC236}">
                  <a16:creationId xmlns:a16="http://schemas.microsoft.com/office/drawing/2014/main" id="{EF6B1282-7EAE-DD29-A00E-76B3F6394012}"/>
                </a:ext>
              </a:extLst>
            </p:cNvPr>
            <p:cNvSpPr/>
            <p:nvPr/>
          </p:nvSpPr>
          <p:spPr>
            <a:xfrm>
              <a:off x="10053764" y="3034331"/>
              <a:ext cx="175261" cy="184072"/>
            </a:xfrm>
            <a:custGeom>
              <a:avLst/>
              <a:gdLst>
                <a:gd name="connsiteX0" fmla="*/ 0 w 175261"/>
                <a:gd name="connsiteY0" fmla="*/ 184073 h 184072"/>
                <a:gd name="connsiteX1" fmla="*/ 30722 w 175261"/>
                <a:gd name="connsiteY1" fmla="*/ 0 h 184072"/>
                <a:gd name="connsiteX2" fmla="*/ 175262 w 175261"/>
                <a:gd name="connsiteY2" fmla="*/ 142587 h 184072"/>
                <a:gd name="connsiteX3" fmla="*/ 0 w 175261"/>
                <a:gd name="connsiteY3" fmla="*/ 184073 h 184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5261" h="184072">
                  <a:moveTo>
                    <a:pt x="0" y="184073"/>
                  </a:moveTo>
                  <a:lnTo>
                    <a:pt x="30722" y="0"/>
                  </a:lnTo>
                  <a:lnTo>
                    <a:pt x="175262" y="142587"/>
                  </a:lnTo>
                  <a:lnTo>
                    <a:pt x="0" y="184073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0" name="Freeform 289">
              <a:extLst>
                <a:ext uri="{FF2B5EF4-FFF2-40B4-BE49-F238E27FC236}">
                  <a16:creationId xmlns:a16="http://schemas.microsoft.com/office/drawing/2014/main" id="{1124E898-CB22-8E4D-85D6-27CCCB85AA6E}"/>
                </a:ext>
              </a:extLst>
            </p:cNvPr>
            <p:cNvSpPr/>
            <p:nvPr/>
          </p:nvSpPr>
          <p:spPr>
            <a:xfrm>
              <a:off x="9164015" y="3388079"/>
              <a:ext cx="116165" cy="126270"/>
            </a:xfrm>
            <a:custGeom>
              <a:avLst/>
              <a:gdLst>
                <a:gd name="connsiteX0" fmla="*/ 116165 w 116165"/>
                <a:gd name="connsiteY0" fmla="*/ 126270 h 126270"/>
                <a:gd name="connsiteX1" fmla="*/ 15254 w 116165"/>
                <a:gd name="connsiteY1" fmla="*/ 122004 h 126270"/>
                <a:gd name="connsiteX2" fmla="*/ 0 w 116165"/>
                <a:gd name="connsiteY2" fmla="*/ 0 h 126270"/>
                <a:gd name="connsiteX3" fmla="*/ 116165 w 116165"/>
                <a:gd name="connsiteY3" fmla="*/ 126270 h 126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165" h="126270">
                  <a:moveTo>
                    <a:pt x="116165" y="126270"/>
                  </a:moveTo>
                  <a:lnTo>
                    <a:pt x="15254" y="122004"/>
                  </a:lnTo>
                  <a:lnTo>
                    <a:pt x="0" y="0"/>
                  </a:lnTo>
                  <a:lnTo>
                    <a:pt x="116165" y="12627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1" name="Freeform 290">
              <a:extLst>
                <a:ext uri="{FF2B5EF4-FFF2-40B4-BE49-F238E27FC236}">
                  <a16:creationId xmlns:a16="http://schemas.microsoft.com/office/drawing/2014/main" id="{9CFB1BA0-1962-8E1C-D1AB-F0A964D87B32}"/>
                </a:ext>
              </a:extLst>
            </p:cNvPr>
            <p:cNvSpPr/>
            <p:nvPr/>
          </p:nvSpPr>
          <p:spPr>
            <a:xfrm>
              <a:off x="9516565" y="3263088"/>
              <a:ext cx="373991" cy="176074"/>
            </a:xfrm>
            <a:custGeom>
              <a:avLst/>
              <a:gdLst>
                <a:gd name="connsiteX0" fmla="*/ 83844 w 373991"/>
                <a:gd name="connsiteY0" fmla="*/ 8532 h 176074"/>
                <a:gd name="connsiteX1" fmla="*/ 0 w 373991"/>
                <a:gd name="connsiteY1" fmla="*/ 176074 h 176074"/>
                <a:gd name="connsiteX2" fmla="*/ 373991 w 373991"/>
                <a:gd name="connsiteY2" fmla="*/ 0 h 176074"/>
                <a:gd name="connsiteX3" fmla="*/ 83844 w 373991"/>
                <a:gd name="connsiteY3" fmla="*/ 8532 h 176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3991" h="176074">
                  <a:moveTo>
                    <a:pt x="83844" y="8532"/>
                  </a:moveTo>
                  <a:lnTo>
                    <a:pt x="0" y="176074"/>
                  </a:lnTo>
                  <a:lnTo>
                    <a:pt x="373991" y="0"/>
                  </a:lnTo>
                  <a:lnTo>
                    <a:pt x="83844" y="8532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974" name="Oval 973">
            <a:extLst>
              <a:ext uri="{FF2B5EF4-FFF2-40B4-BE49-F238E27FC236}">
                <a16:creationId xmlns:a16="http://schemas.microsoft.com/office/drawing/2014/main" id="{85F9BA88-37F4-297B-CECB-DF1396B334DD}"/>
              </a:ext>
            </a:extLst>
          </p:cNvPr>
          <p:cNvSpPr/>
          <p:nvPr userDrawn="1"/>
        </p:nvSpPr>
        <p:spPr>
          <a:xfrm>
            <a:off x="7838901" y="2626822"/>
            <a:ext cx="116378" cy="116378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glow rad="139700">
              <a:schemeClr val="accent2">
                <a:satMod val="175000"/>
                <a:alpha val="18000"/>
              </a:schemeClr>
            </a:glow>
            <a:softEdge rad="254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5" name="Oval 974">
            <a:extLst>
              <a:ext uri="{FF2B5EF4-FFF2-40B4-BE49-F238E27FC236}">
                <a16:creationId xmlns:a16="http://schemas.microsoft.com/office/drawing/2014/main" id="{AE6E1A6C-6404-AA01-C1DD-F7D37DC228DB}"/>
              </a:ext>
            </a:extLst>
          </p:cNvPr>
          <p:cNvSpPr/>
          <p:nvPr userDrawn="1"/>
        </p:nvSpPr>
        <p:spPr>
          <a:xfrm>
            <a:off x="9259865" y="1527543"/>
            <a:ext cx="116378" cy="116378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glow rad="139700">
              <a:schemeClr val="accent2">
                <a:satMod val="175000"/>
                <a:alpha val="18000"/>
              </a:schemeClr>
            </a:glow>
            <a:softEdge rad="254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6" name="Oval 975">
            <a:extLst>
              <a:ext uri="{FF2B5EF4-FFF2-40B4-BE49-F238E27FC236}">
                <a16:creationId xmlns:a16="http://schemas.microsoft.com/office/drawing/2014/main" id="{361C7114-56F9-474F-84BB-546A699C2932}"/>
              </a:ext>
            </a:extLst>
          </p:cNvPr>
          <p:cNvSpPr/>
          <p:nvPr userDrawn="1"/>
        </p:nvSpPr>
        <p:spPr>
          <a:xfrm>
            <a:off x="10374682" y="2153845"/>
            <a:ext cx="116378" cy="116378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glow rad="139700">
              <a:schemeClr val="accent2">
                <a:satMod val="175000"/>
                <a:alpha val="18000"/>
              </a:schemeClr>
            </a:glow>
            <a:softEdge rad="254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7" name="Oval 976">
            <a:extLst>
              <a:ext uri="{FF2B5EF4-FFF2-40B4-BE49-F238E27FC236}">
                <a16:creationId xmlns:a16="http://schemas.microsoft.com/office/drawing/2014/main" id="{616625D4-ED10-807C-4857-57A35CA514EB}"/>
              </a:ext>
            </a:extLst>
          </p:cNvPr>
          <p:cNvSpPr/>
          <p:nvPr userDrawn="1"/>
        </p:nvSpPr>
        <p:spPr>
          <a:xfrm>
            <a:off x="10524994" y="2845348"/>
            <a:ext cx="116378" cy="116378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glow rad="139700">
              <a:schemeClr val="accent2">
                <a:satMod val="175000"/>
                <a:alpha val="18000"/>
              </a:schemeClr>
            </a:glow>
            <a:softEdge rad="254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8" name="Oval 977">
            <a:extLst>
              <a:ext uri="{FF2B5EF4-FFF2-40B4-BE49-F238E27FC236}">
                <a16:creationId xmlns:a16="http://schemas.microsoft.com/office/drawing/2014/main" id="{A44F91FE-FB81-8B14-9F38-B806B973A214}"/>
              </a:ext>
            </a:extLst>
          </p:cNvPr>
          <p:cNvSpPr/>
          <p:nvPr userDrawn="1"/>
        </p:nvSpPr>
        <p:spPr>
          <a:xfrm>
            <a:off x="8833771" y="2169720"/>
            <a:ext cx="71830" cy="71830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glow rad="139700">
              <a:srgbClr val="7030A0">
                <a:alpha val="18000"/>
              </a:srgbClr>
            </a:glow>
            <a:softEdge rad="254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9" name="Oval 978">
            <a:extLst>
              <a:ext uri="{FF2B5EF4-FFF2-40B4-BE49-F238E27FC236}">
                <a16:creationId xmlns:a16="http://schemas.microsoft.com/office/drawing/2014/main" id="{341331A8-E73B-954F-7AB0-821D65390930}"/>
              </a:ext>
            </a:extLst>
          </p:cNvPr>
          <p:cNvSpPr/>
          <p:nvPr userDrawn="1"/>
        </p:nvSpPr>
        <p:spPr>
          <a:xfrm>
            <a:off x="9840246" y="2296720"/>
            <a:ext cx="71830" cy="71830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glow rad="139700">
              <a:srgbClr val="7030A0">
                <a:alpha val="18000"/>
              </a:srgbClr>
            </a:glow>
            <a:softEdge rad="254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0" name="Oval 979">
            <a:extLst>
              <a:ext uri="{FF2B5EF4-FFF2-40B4-BE49-F238E27FC236}">
                <a16:creationId xmlns:a16="http://schemas.microsoft.com/office/drawing/2014/main" id="{7F182052-5561-EBF1-D00E-C2C6DB761500}"/>
              </a:ext>
            </a:extLst>
          </p:cNvPr>
          <p:cNvSpPr/>
          <p:nvPr userDrawn="1"/>
        </p:nvSpPr>
        <p:spPr>
          <a:xfrm>
            <a:off x="9448407" y="1230910"/>
            <a:ext cx="71830" cy="71830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glow rad="139700">
              <a:srgbClr val="7030A0">
                <a:alpha val="18000"/>
              </a:srgbClr>
            </a:glow>
            <a:softEdge rad="254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1" name="Oval 980">
            <a:extLst>
              <a:ext uri="{FF2B5EF4-FFF2-40B4-BE49-F238E27FC236}">
                <a16:creationId xmlns:a16="http://schemas.microsoft.com/office/drawing/2014/main" id="{92B822FD-E546-CCFA-3246-B0470EEBA0A9}"/>
              </a:ext>
            </a:extLst>
          </p:cNvPr>
          <p:cNvSpPr/>
          <p:nvPr userDrawn="1"/>
        </p:nvSpPr>
        <p:spPr>
          <a:xfrm>
            <a:off x="8173559" y="1932836"/>
            <a:ext cx="71830" cy="71830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glow rad="139700">
              <a:srgbClr val="7030A0">
                <a:alpha val="18000"/>
              </a:srgbClr>
            </a:glow>
            <a:softEdge rad="254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2" name="Oval 981">
            <a:extLst>
              <a:ext uri="{FF2B5EF4-FFF2-40B4-BE49-F238E27FC236}">
                <a16:creationId xmlns:a16="http://schemas.microsoft.com/office/drawing/2014/main" id="{FCF8EB7C-E9A9-B6B8-791E-E7C39E361585}"/>
              </a:ext>
            </a:extLst>
          </p:cNvPr>
          <p:cNvSpPr/>
          <p:nvPr userDrawn="1"/>
        </p:nvSpPr>
        <p:spPr>
          <a:xfrm>
            <a:off x="8346656" y="3084302"/>
            <a:ext cx="71830" cy="71830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glow rad="139700">
              <a:srgbClr val="7030A0">
                <a:alpha val="18000"/>
              </a:srgbClr>
            </a:glow>
            <a:softEdge rad="254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8" name="Rectangle 1227">
            <a:extLst>
              <a:ext uri="{FF2B5EF4-FFF2-40B4-BE49-F238E27FC236}">
                <a16:creationId xmlns:a16="http://schemas.microsoft.com/office/drawing/2014/main" id="{5F54EA3F-9F16-2C01-154D-5B47D0FA5156}"/>
              </a:ext>
            </a:extLst>
          </p:cNvPr>
          <p:cNvSpPr/>
          <p:nvPr userDrawn="1"/>
        </p:nvSpPr>
        <p:spPr>
          <a:xfrm rot="13500000">
            <a:off x="11346480" y="897586"/>
            <a:ext cx="1905843" cy="1905843"/>
          </a:xfrm>
          <a:custGeom>
            <a:avLst/>
            <a:gdLst>
              <a:gd name="connsiteX0" fmla="*/ 0 w 1905843"/>
              <a:gd name="connsiteY0" fmla="*/ 0 h 1905843"/>
              <a:gd name="connsiteX1" fmla="*/ 1905843 w 1905843"/>
              <a:gd name="connsiteY1" fmla="*/ 0 h 1905843"/>
              <a:gd name="connsiteX2" fmla="*/ 1905843 w 1905843"/>
              <a:gd name="connsiteY2" fmla="*/ 1905843 h 1905843"/>
              <a:gd name="connsiteX3" fmla="*/ 0 w 1905843"/>
              <a:gd name="connsiteY3" fmla="*/ 1905843 h 1905843"/>
              <a:gd name="connsiteX4" fmla="*/ 0 w 1905843"/>
              <a:gd name="connsiteY4" fmla="*/ 0 h 1905843"/>
              <a:gd name="connsiteX0" fmla="*/ 0 w 1905843"/>
              <a:gd name="connsiteY0" fmla="*/ 0 h 1905843"/>
              <a:gd name="connsiteX1" fmla="*/ 1905843 w 1905843"/>
              <a:gd name="connsiteY1" fmla="*/ 0 h 1905843"/>
              <a:gd name="connsiteX2" fmla="*/ 1905843 w 1905843"/>
              <a:gd name="connsiteY2" fmla="*/ 1905843 h 1905843"/>
              <a:gd name="connsiteX3" fmla="*/ 0 w 1905843"/>
              <a:gd name="connsiteY3" fmla="*/ 0 h 19058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5843" h="1905843">
                <a:moveTo>
                  <a:pt x="0" y="0"/>
                </a:moveTo>
                <a:lnTo>
                  <a:pt x="1905843" y="0"/>
                </a:lnTo>
                <a:lnTo>
                  <a:pt x="1905843" y="1905843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bg1">
                  <a:alpha val="38783"/>
                </a:schemeClr>
              </a:gs>
              <a:gs pos="100000">
                <a:schemeClr val="bg1">
                  <a:alpha val="29237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229" name="Rectangle 1227">
            <a:extLst>
              <a:ext uri="{FF2B5EF4-FFF2-40B4-BE49-F238E27FC236}">
                <a16:creationId xmlns:a16="http://schemas.microsoft.com/office/drawing/2014/main" id="{A7C1F3D0-C6FD-90A6-F403-1D64FEB6DC7A}"/>
              </a:ext>
            </a:extLst>
          </p:cNvPr>
          <p:cNvSpPr/>
          <p:nvPr userDrawn="1"/>
        </p:nvSpPr>
        <p:spPr>
          <a:xfrm rot="13500000">
            <a:off x="11321590" y="1096999"/>
            <a:ext cx="1905843" cy="1905843"/>
          </a:xfrm>
          <a:custGeom>
            <a:avLst/>
            <a:gdLst>
              <a:gd name="connsiteX0" fmla="*/ 0 w 1905843"/>
              <a:gd name="connsiteY0" fmla="*/ 0 h 1905843"/>
              <a:gd name="connsiteX1" fmla="*/ 1905843 w 1905843"/>
              <a:gd name="connsiteY1" fmla="*/ 0 h 1905843"/>
              <a:gd name="connsiteX2" fmla="*/ 1905843 w 1905843"/>
              <a:gd name="connsiteY2" fmla="*/ 1905843 h 1905843"/>
              <a:gd name="connsiteX3" fmla="*/ 0 w 1905843"/>
              <a:gd name="connsiteY3" fmla="*/ 1905843 h 1905843"/>
              <a:gd name="connsiteX4" fmla="*/ 0 w 1905843"/>
              <a:gd name="connsiteY4" fmla="*/ 0 h 1905843"/>
              <a:gd name="connsiteX0" fmla="*/ 0 w 1905843"/>
              <a:gd name="connsiteY0" fmla="*/ 0 h 1905843"/>
              <a:gd name="connsiteX1" fmla="*/ 1905843 w 1905843"/>
              <a:gd name="connsiteY1" fmla="*/ 0 h 1905843"/>
              <a:gd name="connsiteX2" fmla="*/ 1905843 w 1905843"/>
              <a:gd name="connsiteY2" fmla="*/ 1905843 h 1905843"/>
              <a:gd name="connsiteX3" fmla="*/ 0 w 1905843"/>
              <a:gd name="connsiteY3" fmla="*/ 0 h 19058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5843" h="1905843">
                <a:moveTo>
                  <a:pt x="0" y="0"/>
                </a:moveTo>
                <a:lnTo>
                  <a:pt x="1905843" y="0"/>
                </a:lnTo>
                <a:lnTo>
                  <a:pt x="1905843" y="1905843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bg1">
                  <a:alpha val="38783"/>
                </a:schemeClr>
              </a:gs>
              <a:gs pos="100000">
                <a:schemeClr val="bg1">
                  <a:alpha val="29237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0287BE4-70F3-9771-F5BE-E08C0917BEF7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98023" y="998"/>
            <a:ext cx="2220685" cy="559241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D55D615-8680-04F1-0893-5D4EB567F4F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88949" y="5932654"/>
            <a:ext cx="5781963" cy="430213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Date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F2CC3C0F-DCC7-EC66-99C1-37359B8AC22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88949" y="5367934"/>
            <a:ext cx="5781963" cy="430213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Author</a:t>
            </a:r>
          </a:p>
        </p:txBody>
      </p:sp>
    </p:spTree>
    <p:extLst>
      <p:ext uri="{BB962C8B-B14F-4D97-AF65-F5344CB8AC3E}">
        <p14:creationId xmlns:p14="http://schemas.microsoft.com/office/powerpoint/2010/main" val="207789456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14619E-CAE3-C579-99C1-91782B57AD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8293" y="269887"/>
            <a:ext cx="11219428" cy="571285"/>
          </a:xfrm>
        </p:spPr>
        <p:txBody>
          <a:bodyPr vert="horz" lIns="91440" tIns="45720" rIns="91440" bIns="45720" rtlCol="0" anchor="t">
            <a:noAutofit/>
          </a:bodyPr>
          <a:lstStyle>
            <a:lvl1pPr>
              <a:defRPr lang="en-US" sz="3200" dirty="0">
                <a:solidFill>
                  <a:schemeClr val="tx1">
                    <a:lumMod val="65000"/>
                    <a:lumOff val="35000"/>
                  </a:schemeClr>
                </a:solidFill>
                <a:ea typeface="Roboto" panose="02000000000000000000" pitchFamily="2" charset="0"/>
                <a:cs typeface="Poppins" panose="00000500000000000000" pitchFamily="50" charset="0"/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A3E96E-B3D5-AE12-D12B-C2A056C19B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8292" y="1698171"/>
            <a:ext cx="11219427" cy="4887356"/>
          </a:xfrm>
        </p:spPr>
        <p:txBody>
          <a:bodyPr>
            <a:normAutofit/>
          </a:bodyPr>
          <a:lstStyle>
            <a:lvl1pPr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Century Gothic" panose="020B0502020202020204" pitchFamily="34" charset="0"/>
                <a:ea typeface="Roboto Light" panose="02000000000000000000" pitchFamily="2" charset="0"/>
                <a:cs typeface="Poppins Light" panose="00000400000000000000" pitchFamily="50" charset="0"/>
              </a:defRPr>
            </a:lvl1pPr>
            <a:lvl2pPr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Century Gothic" panose="020B0502020202020204" pitchFamily="34" charset="0"/>
                <a:ea typeface="Roboto Light" panose="02000000000000000000" pitchFamily="2" charset="0"/>
                <a:cs typeface="Poppins Light" panose="00000400000000000000" pitchFamily="50" charset="0"/>
              </a:defRPr>
            </a:lvl2pPr>
            <a:lvl3pPr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Century Gothic" panose="020B0502020202020204" pitchFamily="34" charset="0"/>
                <a:ea typeface="Roboto Light" panose="02000000000000000000" pitchFamily="2" charset="0"/>
                <a:cs typeface="Poppins Light" panose="00000400000000000000" pitchFamily="50" charset="0"/>
              </a:defRPr>
            </a:lvl3pPr>
            <a:lvl4pPr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Century Gothic" panose="020B0502020202020204" pitchFamily="34" charset="0"/>
                <a:ea typeface="Roboto Light" panose="02000000000000000000" pitchFamily="2" charset="0"/>
                <a:cs typeface="Poppins Light" panose="00000400000000000000" pitchFamily="50" charset="0"/>
              </a:defRPr>
            </a:lvl4pPr>
            <a:lvl5pPr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Century Gothic" panose="020B0502020202020204" pitchFamily="34" charset="0"/>
                <a:ea typeface="Roboto Light" panose="02000000000000000000" pitchFamily="2" charset="0"/>
                <a:cs typeface="Poppins Light" panose="00000400000000000000" pitchFamily="50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439311E6-520F-6EFE-5184-8351896DC106}"/>
              </a:ext>
            </a:extLst>
          </p:cNvPr>
          <p:cNvSpPr>
            <a:spLocks noGrp="1"/>
          </p:cNvSpPr>
          <p:nvPr>
            <p:ph type="subTitle" idx="10"/>
          </p:nvPr>
        </p:nvSpPr>
        <p:spPr>
          <a:xfrm>
            <a:off x="478292" y="936410"/>
            <a:ext cx="11219428" cy="571285"/>
          </a:xfrm>
        </p:spPr>
        <p:txBody>
          <a:bodyPr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  <a:latin typeface="Century Gothic" panose="020B0502020202020204" pitchFamily="34" charset="0"/>
                <a:ea typeface="Roboto" panose="02000000000000000000" pitchFamily="2" charset="0"/>
                <a:cs typeface="Poppins" panose="00000500000000000000" pitchFamily="50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6A2B515-E263-8B2E-8898-123F59F9678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1771145" y="-40023"/>
            <a:ext cx="324566" cy="559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19849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>
            <a:extLst>
              <a:ext uri="{FF2B5EF4-FFF2-40B4-BE49-F238E27FC236}">
                <a16:creationId xmlns:a16="http://schemas.microsoft.com/office/drawing/2014/main" id="{09CDDAC4-E622-D963-4CDD-516EABC3A76C}"/>
              </a:ext>
            </a:extLst>
          </p:cNvPr>
          <p:cNvSpPr/>
          <p:nvPr userDrawn="1"/>
        </p:nvSpPr>
        <p:spPr>
          <a:xfrm>
            <a:off x="6417129" y="1"/>
            <a:ext cx="5774871" cy="796450"/>
          </a:xfrm>
          <a:custGeom>
            <a:avLst/>
            <a:gdLst>
              <a:gd name="connsiteX0" fmla="*/ 0 w 7774379"/>
              <a:gd name="connsiteY0" fmla="*/ 0 h 1072215"/>
              <a:gd name="connsiteX1" fmla="*/ 7774379 w 7774379"/>
              <a:gd name="connsiteY1" fmla="*/ 0 h 1072215"/>
              <a:gd name="connsiteX2" fmla="*/ 7774379 w 7774379"/>
              <a:gd name="connsiteY2" fmla="*/ 1072215 h 1072215"/>
              <a:gd name="connsiteX3" fmla="*/ 0 w 7774379"/>
              <a:gd name="connsiteY3" fmla="*/ 1072215 h 1072215"/>
              <a:gd name="connsiteX4" fmla="*/ 0 w 7774379"/>
              <a:gd name="connsiteY4" fmla="*/ 0 h 1072215"/>
              <a:gd name="connsiteX0" fmla="*/ 0 w 7774379"/>
              <a:gd name="connsiteY0" fmla="*/ 0 h 1072215"/>
              <a:gd name="connsiteX1" fmla="*/ 7774379 w 7774379"/>
              <a:gd name="connsiteY1" fmla="*/ 0 h 1072215"/>
              <a:gd name="connsiteX2" fmla="*/ 7774379 w 7774379"/>
              <a:gd name="connsiteY2" fmla="*/ 1072215 h 1072215"/>
              <a:gd name="connsiteX3" fmla="*/ 0 w 7774379"/>
              <a:gd name="connsiteY3" fmla="*/ 0 h 10722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774379" h="1072215">
                <a:moveTo>
                  <a:pt x="0" y="0"/>
                </a:moveTo>
                <a:lnTo>
                  <a:pt x="7774379" y="0"/>
                </a:lnTo>
                <a:lnTo>
                  <a:pt x="7774379" y="1072215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13BE0675-E9C2-6810-B552-82BFD90425D1}"/>
              </a:ext>
            </a:extLst>
          </p:cNvPr>
          <p:cNvSpPr/>
          <p:nvPr userDrawn="1"/>
        </p:nvSpPr>
        <p:spPr>
          <a:xfrm>
            <a:off x="11206978" y="0"/>
            <a:ext cx="985021" cy="1182025"/>
          </a:xfrm>
          <a:custGeom>
            <a:avLst/>
            <a:gdLst>
              <a:gd name="connsiteX0" fmla="*/ 0 w 1326078"/>
              <a:gd name="connsiteY0" fmla="*/ 0 h 1591294"/>
              <a:gd name="connsiteX1" fmla="*/ 1326078 w 1326078"/>
              <a:gd name="connsiteY1" fmla="*/ 0 h 1591294"/>
              <a:gd name="connsiteX2" fmla="*/ 1326078 w 1326078"/>
              <a:gd name="connsiteY2" fmla="*/ 1591294 h 1591294"/>
              <a:gd name="connsiteX3" fmla="*/ 0 w 1326078"/>
              <a:gd name="connsiteY3" fmla="*/ 1591294 h 1591294"/>
              <a:gd name="connsiteX4" fmla="*/ 0 w 1326078"/>
              <a:gd name="connsiteY4" fmla="*/ 0 h 1591294"/>
              <a:gd name="connsiteX0" fmla="*/ 0 w 1326078"/>
              <a:gd name="connsiteY0" fmla="*/ 0 h 1591294"/>
              <a:gd name="connsiteX1" fmla="*/ 1326078 w 1326078"/>
              <a:gd name="connsiteY1" fmla="*/ 0 h 1591294"/>
              <a:gd name="connsiteX2" fmla="*/ 1326078 w 1326078"/>
              <a:gd name="connsiteY2" fmla="*/ 1591294 h 1591294"/>
              <a:gd name="connsiteX3" fmla="*/ 997528 w 1326078"/>
              <a:gd name="connsiteY3" fmla="*/ 1567544 h 1591294"/>
              <a:gd name="connsiteX4" fmla="*/ 0 w 1326078"/>
              <a:gd name="connsiteY4" fmla="*/ 0 h 15912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26078" h="1591294">
                <a:moveTo>
                  <a:pt x="0" y="0"/>
                </a:moveTo>
                <a:lnTo>
                  <a:pt x="1326078" y="0"/>
                </a:lnTo>
                <a:lnTo>
                  <a:pt x="1326078" y="1591294"/>
                </a:lnTo>
                <a:lnTo>
                  <a:pt x="997528" y="1567544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E14619E-CAE3-C579-99C1-91782B57AD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8293" y="269887"/>
            <a:ext cx="11219428" cy="571285"/>
          </a:xfrm>
        </p:spPr>
        <p:txBody>
          <a:bodyPr vert="horz" lIns="91440" tIns="45720" rIns="91440" bIns="45720" rtlCol="0" anchor="t">
            <a:noAutofit/>
          </a:bodyPr>
          <a:lstStyle>
            <a:lvl1pPr>
              <a:defRPr lang="en-US" sz="3200" dirty="0">
                <a:solidFill>
                  <a:schemeClr val="tx1">
                    <a:lumMod val="65000"/>
                    <a:lumOff val="35000"/>
                  </a:schemeClr>
                </a:solidFill>
                <a:ea typeface="Roboto" panose="02000000000000000000" pitchFamily="2" charset="0"/>
                <a:cs typeface="Poppins" panose="00000500000000000000" pitchFamily="50" charset="0"/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A3E96E-B3D5-AE12-D12B-C2A056C19B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8292" y="1698171"/>
            <a:ext cx="11219427" cy="4887356"/>
          </a:xfrm>
        </p:spPr>
        <p:txBody>
          <a:bodyPr>
            <a:normAutofit/>
          </a:bodyPr>
          <a:lstStyle>
            <a:lvl1pPr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Century Gothic" panose="020B0502020202020204" pitchFamily="34" charset="0"/>
                <a:ea typeface="Roboto Light" panose="02000000000000000000" pitchFamily="2" charset="0"/>
                <a:cs typeface="Poppins Light" panose="00000400000000000000" pitchFamily="50" charset="0"/>
              </a:defRPr>
            </a:lvl1pPr>
            <a:lvl2pPr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Century Gothic" panose="020B0502020202020204" pitchFamily="34" charset="0"/>
                <a:ea typeface="Roboto Light" panose="02000000000000000000" pitchFamily="2" charset="0"/>
                <a:cs typeface="Poppins Light" panose="00000400000000000000" pitchFamily="50" charset="0"/>
              </a:defRPr>
            </a:lvl2pPr>
            <a:lvl3pPr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Century Gothic" panose="020B0502020202020204" pitchFamily="34" charset="0"/>
                <a:ea typeface="Roboto Light" panose="02000000000000000000" pitchFamily="2" charset="0"/>
                <a:cs typeface="Poppins Light" panose="00000400000000000000" pitchFamily="50" charset="0"/>
              </a:defRPr>
            </a:lvl3pPr>
            <a:lvl4pPr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Century Gothic" panose="020B0502020202020204" pitchFamily="34" charset="0"/>
                <a:ea typeface="Roboto Light" panose="02000000000000000000" pitchFamily="2" charset="0"/>
                <a:cs typeface="Poppins Light" panose="00000400000000000000" pitchFamily="50" charset="0"/>
              </a:defRPr>
            </a:lvl4pPr>
            <a:lvl5pPr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Century Gothic" panose="020B0502020202020204" pitchFamily="34" charset="0"/>
                <a:ea typeface="Roboto Light" panose="02000000000000000000" pitchFamily="2" charset="0"/>
                <a:cs typeface="Poppins Light" panose="00000400000000000000" pitchFamily="50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439311E6-520F-6EFE-5184-8351896DC106}"/>
              </a:ext>
            </a:extLst>
          </p:cNvPr>
          <p:cNvSpPr>
            <a:spLocks noGrp="1"/>
          </p:cNvSpPr>
          <p:nvPr>
            <p:ph type="subTitle" idx="10"/>
          </p:nvPr>
        </p:nvSpPr>
        <p:spPr>
          <a:xfrm>
            <a:off x="478292" y="936410"/>
            <a:ext cx="11219428" cy="571285"/>
          </a:xfrm>
        </p:spPr>
        <p:txBody>
          <a:bodyPr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  <a:latin typeface="Century Gothic" panose="020B0502020202020204" pitchFamily="34" charset="0"/>
                <a:ea typeface="Roboto" panose="02000000000000000000" pitchFamily="2" charset="0"/>
                <a:cs typeface="Poppins" panose="00000500000000000000" pitchFamily="50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6A2B515-E263-8B2E-8898-123F59F9678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1771145" y="-40023"/>
            <a:ext cx="324566" cy="559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64602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CD9E09F0-2D7E-D9AB-0113-EB6D395310DA}"/>
              </a:ext>
            </a:extLst>
          </p:cNvPr>
          <p:cNvGrpSpPr/>
          <p:nvPr userDrawn="1"/>
        </p:nvGrpSpPr>
        <p:grpSpPr>
          <a:xfrm rot="10800000">
            <a:off x="0" y="5645417"/>
            <a:ext cx="5929744" cy="1212583"/>
            <a:chOff x="4417621" y="-1"/>
            <a:chExt cx="7781708" cy="1591294"/>
          </a:xfrm>
        </p:grpSpPr>
        <p:sp>
          <p:nvSpPr>
            <p:cNvPr id="6" name="Rectangle 2">
              <a:extLst>
                <a:ext uri="{FF2B5EF4-FFF2-40B4-BE49-F238E27FC236}">
                  <a16:creationId xmlns:a16="http://schemas.microsoft.com/office/drawing/2014/main" id="{2C1DFEE5-366C-B582-A86C-D1A870E51626}"/>
                </a:ext>
              </a:extLst>
            </p:cNvPr>
            <p:cNvSpPr/>
            <p:nvPr/>
          </p:nvSpPr>
          <p:spPr>
            <a:xfrm>
              <a:off x="4417621" y="0"/>
              <a:ext cx="7774379" cy="1072215"/>
            </a:xfrm>
            <a:custGeom>
              <a:avLst/>
              <a:gdLst>
                <a:gd name="connsiteX0" fmla="*/ 0 w 7774379"/>
                <a:gd name="connsiteY0" fmla="*/ 0 h 1072215"/>
                <a:gd name="connsiteX1" fmla="*/ 7774379 w 7774379"/>
                <a:gd name="connsiteY1" fmla="*/ 0 h 1072215"/>
                <a:gd name="connsiteX2" fmla="*/ 7774379 w 7774379"/>
                <a:gd name="connsiteY2" fmla="*/ 1072215 h 1072215"/>
                <a:gd name="connsiteX3" fmla="*/ 0 w 7774379"/>
                <a:gd name="connsiteY3" fmla="*/ 1072215 h 1072215"/>
                <a:gd name="connsiteX4" fmla="*/ 0 w 7774379"/>
                <a:gd name="connsiteY4" fmla="*/ 0 h 1072215"/>
                <a:gd name="connsiteX0" fmla="*/ 0 w 7774379"/>
                <a:gd name="connsiteY0" fmla="*/ 0 h 1072215"/>
                <a:gd name="connsiteX1" fmla="*/ 7774379 w 7774379"/>
                <a:gd name="connsiteY1" fmla="*/ 0 h 1072215"/>
                <a:gd name="connsiteX2" fmla="*/ 7774379 w 7774379"/>
                <a:gd name="connsiteY2" fmla="*/ 1072215 h 1072215"/>
                <a:gd name="connsiteX3" fmla="*/ 0 w 7774379"/>
                <a:gd name="connsiteY3" fmla="*/ 0 h 10722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74379" h="1072215">
                  <a:moveTo>
                    <a:pt x="0" y="0"/>
                  </a:moveTo>
                  <a:lnTo>
                    <a:pt x="7774379" y="0"/>
                  </a:lnTo>
                  <a:lnTo>
                    <a:pt x="7774379" y="107221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8" name="Rectangle 3">
              <a:extLst>
                <a:ext uri="{FF2B5EF4-FFF2-40B4-BE49-F238E27FC236}">
                  <a16:creationId xmlns:a16="http://schemas.microsoft.com/office/drawing/2014/main" id="{161C39F8-B4C0-437F-99A3-702C253617E0}"/>
                </a:ext>
              </a:extLst>
            </p:cNvPr>
            <p:cNvSpPr/>
            <p:nvPr/>
          </p:nvSpPr>
          <p:spPr>
            <a:xfrm>
              <a:off x="10873252" y="-1"/>
              <a:ext cx="1326077" cy="1591294"/>
            </a:xfrm>
            <a:custGeom>
              <a:avLst/>
              <a:gdLst>
                <a:gd name="connsiteX0" fmla="*/ 0 w 1326078"/>
                <a:gd name="connsiteY0" fmla="*/ 0 h 1591294"/>
                <a:gd name="connsiteX1" fmla="*/ 1326078 w 1326078"/>
                <a:gd name="connsiteY1" fmla="*/ 0 h 1591294"/>
                <a:gd name="connsiteX2" fmla="*/ 1326078 w 1326078"/>
                <a:gd name="connsiteY2" fmla="*/ 1591294 h 1591294"/>
                <a:gd name="connsiteX3" fmla="*/ 0 w 1326078"/>
                <a:gd name="connsiteY3" fmla="*/ 1591294 h 1591294"/>
                <a:gd name="connsiteX4" fmla="*/ 0 w 1326078"/>
                <a:gd name="connsiteY4" fmla="*/ 0 h 1591294"/>
                <a:gd name="connsiteX0" fmla="*/ 0 w 1326078"/>
                <a:gd name="connsiteY0" fmla="*/ 0 h 1591294"/>
                <a:gd name="connsiteX1" fmla="*/ 1326078 w 1326078"/>
                <a:gd name="connsiteY1" fmla="*/ 0 h 1591294"/>
                <a:gd name="connsiteX2" fmla="*/ 1326078 w 1326078"/>
                <a:gd name="connsiteY2" fmla="*/ 1591294 h 1591294"/>
                <a:gd name="connsiteX3" fmla="*/ 997528 w 1326078"/>
                <a:gd name="connsiteY3" fmla="*/ 1567544 h 1591294"/>
                <a:gd name="connsiteX4" fmla="*/ 0 w 1326078"/>
                <a:gd name="connsiteY4" fmla="*/ 0 h 15912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26078" h="1591294">
                  <a:moveTo>
                    <a:pt x="0" y="0"/>
                  </a:moveTo>
                  <a:lnTo>
                    <a:pt x="1326078" y="0"/>
                  </a:lnTo>
                  <a:lnTo>
                    <a:pt x="1326078" y="1591294"/>
                  </a:lnTo>
                  <a:lnTo>
                    <a:pt x="997528" y="15675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E14619E-CAE3-C579-99C1-91782B57AD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8293" y="269887"/>
            <a:ext cx="11219428" cy="571285"/>
          </a:xfrm>
        </p:spPr>
        <p:txBody>
          <a:bodyPr vert="horz" lIns="91440" tIns="45720" rIns="91440" bIns="45720" rtlCol="0" anchor="t">
            <a:noAutofit/>
          </a:bodyPr>
          <a:lstStyle>
            <a:lvl1pPr>
              <a:defRPr lang="en-US" sz="3200">
                <a:solidFill>
                  <a:schemeClr val="tx1">
                    <a:lumMod val="65000"/>
                    <a:lumOff val="35000"/>
                  </a:schemeClr>
                </a:solidFill>
                <a:ea typeface="Roboto" panose="02000000000000000000" pitchFamily="2" charset="0"/>
                <a:cs typeface="Poppins" panose="00000500000000000000" pitchFamily="50" charset="0"/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A3E96E-B3D5-AE12-D12B-C2A056C19B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8292" y="1698171"/>
            <a:ext cx="11219427" cy="4887356"/>
          </a:xfrm>
        </p:spPr>
        <p:txBody>
          <a:bodyPr>
            <a:normAutofit/>
          </a:bodyPr>
          <a:lstStyle>
            <a:lvl1pPr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Century Gothic" panose="020B0502020202020204" pitchFamily="34" charset="0"/>
                <a:ea typeface="Roboto Light" panose="02000000000000000000" pitchFamily="2" charset="0"/>
                <a:cs typeface="Poppins Light" panose="00000400000000000000" pitchFamily="50" charset="0"/>
              </a:defRPr>
            </a:lvl1pPr>
            <a:lvl2pPr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Century Gothic" panose="020B0502020202020204" pitchFamily="34" charset="0"/>
                <a:ea typeface="Roboto Light" panose="02000000000000000000" pitchFamily="2" charset="0"/>
                <a:cs typeface="Poppins Light" panose="00000400000000000000" pitchFamily="50" charset="0"/>
              </a:defRPr>
            </a:lvl2pPr>
            <a:lvl3pPr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Century Gothic" panose="020B0502020202020204" pitchFamily="34" charset="0"/>
                <a:ea typeface="Roboto Light" panose="02000000000000000000" pitchFamily="2" charset="0"/>
                <a:cs typeface="Poppins Light" panose="00000400000000000000" pitchFamily="50" charset="0"/>
              </a:defRPr>
            </a:lvl3pPr>
            <a:lvl4pPr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Century Gothic" panose="020B0502020202020204" pitchFamily="34" charset="0"/>
                <a:ea typeface="Roboto Light" panose="02000000000000000000" pitchFamily="2" charset="0"/>
                <a:cs typeface="Poppins Light" panose="00000400000000000000" pitchFamily="50" charset="0"/>
              </a:defRPr>
            </a:lvl4pPr>
            <a:lvl5pPr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Century Gothic" panose="020B0502020202020204" pitchFamily="34" charset="0"/>
                <a:ea typeface="Roboto Light" panose="02000000000000000000" pitchFamily="2" charset="0"/>
                <a:cs typeface="Poppins Light" panose="00000400000000000000" pitchFamily="50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439311E6-520F-6EFE-5184-8351896DC106}"/>
              </a:ext>
            </a:extLst>
          </p:cNvPr>
          <p:cNvSpPr>
            <a:spLocks noGrp="1"/>
          </p:cNvSpPr>
          <p:nvPr>
            <p:ph type="subTitle" idx="10"/>
          </p:nvPr>
        </p:nvSpPr>
        <p:spPr>
          <a:xfrm>
            <a:off x="478292" y="936410"/>
            <a:ext cx="11219428" cy="571285"/>
          </a:xfrm>
        </p:spPr>
        <p:txBody>
          <a:bodyPr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  <a:latin typeface="Century Gothic" panose="020B0502020202020204" pitchFamily="34" charset="0"/>
                <a:ea typeface="Roboto" panose="02000000000000000000" pitchFamily="2" charset="0"/>
                <a:cs typeface="Poppins" panose="00000500000000000000" pitchFamily="50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6A2B515-E263-8B2E-8898-123F59F9678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1771145" y="-40023"/>
            <a:ext cx="324566" cy="559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8873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CE94051F-3FF6-7EBD-46E1-AA8ED6D434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85139" y="328179"/>
            <a:ext cx="7326735" cy="1057275"/>
          </a:xfrm>
        </p:spPr>
        <p:txBody>
          <a:bodyPr vert="horz" lIns="91440" tIns="45720" rIns="91440" bIns="45720" rtlCol="0" anchor="t">
            <a:noAutofit/>
          </a:bodyPr>
          <a:lstStyle>
            <a:lvl1pPr>
              <a:defRPr lang="en-US" sz="3200">
                <a:solidFill>
                  <a:schemeClr val="tx1">
                    <a:lumMod val="65000"/>
                    <a:lumOff val="35000"/>
                  </a:schemeClr>
                </a:solidFill>
                <a:ea typeface="Roboto" panose="02000000000000000000" pitchFamily="2" charset="0"/>
                <a:cs typeface="Poppins" panose="00000500000000000000" pitchFamily="50" charset="0"/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F457696-B1BF-1C37-B909-2A10F9D247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85140" y="2273515"/>
            <a:ext cx="7326734" cy="4275066"/>
          </a:xfrm>
        </p:spPr>
        <p:txBody>
          <a:bodyPr>
            <a:normAutofit/>
          </a:bodyPr>
          <a:lstStyle>
            <a:lvl1pPr>
              <a:defRPr sz="1600">
                <a:latin typeface="Century Gothic" panose="020B0502020202020204" pitchFamily="34" charset="0"/>
                <a:ea typeface="Roboto Light" panose="02000000000000000000" pitchFamily="2" charset="0"/>
                <a:cs typeface="Poppins Light" panose="00000400000000000000" pitchFamily="50" charset="0"/>
              </a:defRPr>
            </a:lvl1pPr>
            <a:lvl2pPr>
              <a:defRPr sz="1600">
                <a:latin typeface="Century Gothic" panose="020B0502020202020204" pitchFamily="34" charset="0"/>
                <a:ea typeface="Roboto Light" panose="02000000000000000000" pitchFamily="2" charset="0"/>
                <a:cs typeface="Poppins Light" panose="00000400000000000000" pitchFamily="50" charset="0"/>
              </a:defRPr>
            </a:lvl2pPr>
            <a:lvl3pPr>
              <a:defRPr sz="1600">
                <a:latin typeface="Century Gothic" panose="020B0502020202020204" pitchFamily="34" charset="0"/>
                <a:ea typeface="Roboto Light" panose="02000000000000000000" pitchFamily="2" charset="0"/>
                <a:cs typeface="Poppins Light" panose="00000400000000000000" pitchFamily="50" charset="0"/>
              </a:defRPr>
            </a:lvl3pPr>
            <a:lvl4pPr>
              <a:defRPr sz="1600">
                <a:latin typeface="Century Gothic" panose="020B0502020202020204" pitchFamily="34" charset="0"/>
                <a:ea typeface="Roboto Light" panose="02000000000000000000" pitchFamily="2" charset="0"/>
                <a:cs typeface="Poppins Light" panose="00000400000000000000" pitchFamily="50" charset="0"/>
              </a:defRPr>
            </a:lvl4pPr>
            <a:lvl5pPr>
              <a:defRPr sz="1600">
                <a:latin typeface="Century Gothic" panose="020B0502020202020204" pitchFamily="34" charset="0"/>
                <a:ea typeface="Roboto Light" panose="02000000000000000000" pitchFamily="2" charset="0"/>
                <a:cs typeface="Poppins Light" panose="00000400000000000000" pitchFamily="50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9C9A94CE-B1AA-A9FB-0D9D-3FF61B3BB096}"/>
              </a:ext>
            </a:extLst>
          </p:cNvPr>
          <p:cNvSpPr>
            <a:spLocks noGrp="1"/>
          </p:cNvSpPr>
          <p:nvPr>
            <p:ph type="subTitle" idx="10"/>
          </p:nvPr>
        </p:nvSpPr>
        <p:spPr>
          <a:xfrm>
            <a:off x="4385140" y="1543842"/>
            <a:ext cx="7326734" cy="571285"/>
          </a:xfrm>
        </p:spPr>
        <p:txBody>
          <a:bodyPr/>
          <a:lstStyle>
            <a:lvl1pPr marL="0" indent="0" algn="l">
              <a:buNone/>
              <a:defRPr sz="2400">
                <a:latin typeface="Century Gothic" panose="020B0502020202020204" pitchFamily="34" charset="0"/>
                <a:ea typeface="Roboto" panose="02000000000000000000" pitchFamily="2" charset="0"/>
                <a:cs typeface="Poppins" panose="00000500000000000000" pitchFamily="50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CA76156-4FF2-0201-17DD-D358DE19E29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1771145" y="-40023"/>
            <a:ext cx="324566" cy="559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875390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on Slide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0FA13884-8E88-2B8B-316A-7A9221DEA39B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62736" y="1"/>
            <a:ext cx="3896366" cy="6858000"/>
          </a:xfrm>
          <a:custGeom>
            <a:avLst/>
            <a:gdLst>
              <a:gd name="connsiteX0" fmla="*/ 133 w 3896366"/>
              <a:gd name="connsiteY0" fmla="*/ -1487 h 12136885"/>
              <a:gd name="connsiteX1" fmla="*/ 3896499 w 3896366"/>
              <a:gd name="connsiteY1" fmla="*/ -1487 h 12136885"/>
              <a:gd name="connsiteX2" fmla="*/ 3896499 w 3896366"/>
              <a:gd name="connsiteY2" fmla="*/ 12135399 h 12136885"/>
              <a:gd name="connsiteX3" fmla="*/ 133 w 3896366"/>
              <a:gd name="connsiteY3" fmla="*/ 12135399 h 121368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896366" h="12136885">
                <a:moveTo>
                  <a:pt x="133" y="-1487"/>
                </a:moveTo>
                <a:lnTo>
                  <a:pt x="3896499" y="-1487"/>
                </a:lnTo>
                <a:lnTo>
                  <a:pt x="3896499" y="12135399"/>
                </a:lnTo>
                <a:lnTo>
                  <a:pt x="133" y="12135399"/>
                </a:lnTo>
                <a:close/>
              </a:path>
            </a:pathLst>
          </a:custGeom>
        </p:spPr>
      </p:pic>
      <p:sp>
        <p:nvSpPr>
          <p:cNvPr id="12" name="Freeform 11">
            <a:extLst>
              <a:ext uri="{FF2B5EF4-FFF2-40B4-BE49-F238E27FC236}">
                <a16:creationId xmlns:a16="http://schemas.microsoft.com/office/drawing/2014/main" id="{E4AB56D5-2935-CA01-2087-F0B079523D15}"/>
              </a:ext>
            </a:extLst>
          </p:cNvPr>
          <p:cNvSpPr/>
          <p:nvPr userDrawn="1"/>
        </p:nvSpPr>
        <p:spPr>
          <a:xfrm>
            <a:off x="6861845" y="0"/>
            <a:ext cx="168848" cy="259650"/>
          </a:xfrm>
          <a:custGeom>
            <a:avLst/>
            <a:gdLst>
              <a:gd name="connsiteX0" fmla="*/ 0 w 168848"/>
              <a:gd name="connsiteY0" fmla="*/ 159 h 524738"/>
              <a:gd name="connsiteX1" fmla="*/ 4439 w 168848"/>
              <a:gd name="connsiteY1" fmla="*/ 28553 h 524738"/>
              <a:gd name="connsiteX2" fmla="*/ 164410 w 168848"/>
              <a:gd name="connsiteY2" fmla="*/ 524739 h 524738"/>
              <a:gd name="connsiteX3" fmla="*/ 168849 w 168848"/>
              <a:gd name="connsiteY3" fmla="*/ 523787 h 524738"/>
              <a:gd name="connsiteX4" fmla="*/ 0 w 168848"/>
              <a:gd name="connsiteY4" fmla="*/ 0 h 5247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8848" h="524738">
                <a:moveTo>
                  <a:pt x="0" y="159"/>
                </a:moveTo>
                <a:lnTo>
                  <a:pt x="4439" y="28553"/>
                </a:lnTo>
                <a:lnTo>
                  <a:pt x="164410" y="524739"/>
                </a:lnTo>
                <a:cubicBezTo>
                  <a:pt x="165836" y="524263"/>
                  <a:pt x="167422" y="524263"/>
                  <a:pt x="168849" y="523787"/>
                </a:cubicBezTo>
                <a:lnTo>
                  <a:pt x="0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ECD84D91-E112-A3AF-67B7-5D125C78865F}"/>
              </a:ext>
            </a:extLst>
          </p:cNvPr>
          <p:cNvSpPr/>
          <p:nvPr userDrawn="1"/>
        </p:nvSpPr>
        <p:spPr>
          <a:xfrm>
            <a:off x="7041475" y="397798"/>
            <a:ext cx="4439" cy="436994"/>
          </a:xfrm>
          <a:custGeom>
            <a:avLst/>
            <a:gdLst>
              <a:gd name="connsiteX0" fmla="*/ 2220 w 4439"/>
              <a:gd name="connsiteY0" fmla="*/ 476 h 507448"/>
              <a:gd name="connsiteX1" fmla="*/ 2220 w 4439"/>
              <a:gd name="connsiteY1" fmla="*/ 476 h 507448"/>
              <a:gd name="connsiteX2" fmla="*/ 0 w 4439"/>
              <a:gd name="connsiteY2" fmla="*/ 0 h 507448"/>
              <a:gd name="connsiteX3" fmla="*/ 0 w 4439"/>
              <a:gd name="connsiteY3" fmla="*/ 507448 h 507448"/>
              <a:gd name="connsiteX4" fmla="*/ 2220 w 4439"/>
              <a:gd name="connsiteY4" fmla="*/ 506973 h 507448"/>
              <a:gd name="connsiteX5" fmla="*/ 4439 w 4439"/>
              <a:gd name="connsiteY5" fmla="*/ 507448 h 507448"/>
              <a:gd name="connsiteX6" fmla="*/ 4439 w 4439"/>
              <a:gd name="connsiteY6" fmla="*/ 45050 h 507448"/>
              <a:gd name="connsiteX7" fmla="*/ 2220 w 4439"/>
              <a:gd name="connsiteY7" fmla="*/ 476 h 5074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439" h="507448">
                <a:moveTo>
                  <a:pt x="2220" y="476"/>
                </a:moveTo>
                <a:lnTo>
                  <a:pt x="2220" y="476"/>
                </a:lnTo>
                <a:cubicBezTo>
                  <a:pt x="1427" y="476"/>
                  <a:pt x="793" y="159"/>
                  <a:pt x="0" y="0"/>
                </a:cubicBezTo>
                <a:lnTo>
                  <a:pt x="0" y="507448"/>
                </a:lnTo>
                <a:cubicBezTo>
                  <a:pt x="0" y="507448"/>
                  <a:pt x="1427" y="506973"/>
                  <a:pt x="2220" y="506973"/>
                </a:cubicBezTo>
                <a:cubicBezTo>
                  <a:pt x="3012" y="506973"/>
                  <a:pt x="3647" y="507448"/>
                  <a:pt x="4439" y="507448"/>
                </a:cubicBezTo>
                <a:lnTo>
                  <a:pt x="4439" y="45050"/>
                </a:lnTo>
                <a:lnTo>
                  <a:pt x="2220" y="476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0C9A4993-C6AA-FAD8-4484-F43F8A410420}"/>
              </a:ext>
            </a:extLst>
          </p:cNvPr>
          <p:cNvSpPr/>
          <p:nvPr userDrawn="1"/>
        </p:nvSpPr>
        <p:spPr>
          <a:xfrm>
            <a:off x="7041158" y="1004706"/>
            <a:ext cx="4597" cy="320881"/>
          </a:xfrm>
          <a:custGeom>
            <a:avLst/>
            <a:gdLst>
              <a:gd name="connsiteX0" fmla="*/ 2378 w 4597"/>
              <a:gd name="connsiteY0" fmla="*/ 372139 h 372615"/>
              <a:gd name="connsiteX1" fmla="*/ 4598 w 4597"/>
              <a:gd name="connsiteY1" fmla="*/ 372615 h 372615"/>
              <a:gd name="connsiteX2" fmla="*/ 4598 w 4597"/>
              <a:gd name="connsiteY2" fmla="*/ 4600 h 372615"/>
              <a:gd name="connsiteX3" fmla="*/ 4122 w 4597"/>
              <a:gd name="connsiteY3" fmla="*/ 159 h 372615"/>
              <a:gd name="connsiteX4" fmla="*/ 2219 w 4597"/>
              <a:gd name="connsiteY4" fmla="*/ 476 h 372615"/>
              <a:gd name="connsiteX5" fmla="*/ 0 w 4597"/>
              <a:gd name="connsiteY5" fmla="*/ 0 h 372615"/>
              <a:gd name="connsiteX6" fmla="*/ 0 w 4597"/>
              <a:gd name="connsiteY6" fmla="*/ 372615 h 372615"/>
              <a:gd name="connsiteX7" fmla="*/ 2219 w 4597"/>
              <a:gd name="connsiteY7" fmla="*/ 372139 h 3726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597" h="372615">
                <a:moveTo>
                  <a:pt x="2378" y="372139"/>
                </a:moveTo>
                <a:cubicBezTo>
                  <a:pt x="3171" y="372139"/>
                  <a:pt x="3805" y="372615"/>
                  <a:pt x="4598" y="372615"/>
                </a:cubicBezTo>
                <a:lnTo>
                  <a:pt x="4598" y="4600"/>
                </a:lnTo>
                <a:lnTo>
                  <a:pt x="4122" y="159"/>
                </a:lnTo>
                <a:cubicBezTo>
                  <a:pt x="4122" y="159"/>
                  <a:pt x="2854" y="476"/>
                  <a:pt x="2219" y="476"/>
                </a:cubicBezTo>
                <a:cubicBezTo>
                  <a:pt x="1427" y="476"/>
                  <a:pt x="793" y="0"/>
                  <a:pt x="0" y="0"/>
                </a:cubicBezTo>
                <a:lnTo>
                  <a:pt x="0" y="372615"/>
                </a:lnTo>
                <a:cubicBezTo>
                  <a:pt x="0" y="372615"/>
                  <a:pt x="1427" y="372139"/>
                  <a:pt x="2219" y="372139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952FA017-D86C-784B-C399-ED2E1256E97E}"/>
              </a:ext>
            </a:extLst>
          </p:cNvPr>
          <p:cNvSpPr/>
          <p:nvPr userDrawn="1"/>
        </p:nvSpPr>
        <p:spPr>
          <a:xfrm>
            <a:off x="7000253" y="1094807"/>
            <a:ext cx="39318" cy="244246"/>
          </a:xfrm>
          <a:custGeom>
            <a:avLst/>
            <a:gdLst>
              <a:gd name="connsiteX0" fmla="*/ 39160 w 39318"/>
              <a:gd name="connsiteY0" fmla="*/ 282832 h 283625"/>
              <a:gd name="connsiteX1" fmla="*/ 3012 w 39318"/>
              <a:gd name="connsiteY1" fmla="*/ 0 h 283625"/>
              <a:gd name="connsiteX2" fmla="*/ 0 w 39318"/>
              <a:gd name="connsiteY2" fmla="*/ 9993 h 283625"/>
              <a:gd name="connsiteX3" fmla="*/ 35038 w 39318"/>
              <a:gd name="connsiteY3" fmla="*/ 283625 h 283625"/>
              <a:gd name="connsiteX4" fmla="*/ 39319 w 39318"/>
              <a:gd name="connsiteY4" fmla="*/ 282832 h 283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318" h="283625">
                <a:moveTo>
                  <a:pt x="39160" y="282832"/>
                </a:moveTo>
                <a:lnTo>
                  <a:pt x="3012" y="0"/>
                </a:lnTo>
                <a:lnTo>
                  <a:pt x="0" y="9993"/>
                </a:lnTo>
                <a:lnTo>
                  <a:pt x="35038" y="283625"/>
                </a:lnTo>
                <a:cubicBezTo>
                  <a:pt x="36465" y="283308"/>
                  <a:pt x="37892" y="282832"/>
                  <a:pt x="39319" y="28283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CB6864E9-3EFD-4F2B-3D73-97080A24A6B4}"/>
              </a:ext>
            </a:extLst>
          </p:cNvPr>
          <p:cNvSpPr/>
          <p:nvPr userDrawn="1"/>
        </p:nvSpPr>
        <p:spPr>
          <a:xfrm>
            <a:off x="7050987" y="1474719"/>
            <a:ext cx="52477" cy="207910"/>
          </a:xfrm>
          <a:custGeom>
            <a:avLst/>
            <a:gdLst>
              <a:gd name="connsiteX0" fmla="*/ 159 w 52477"/>
              <a:gd name="connsiteY0" fmla="*/ 793 h 241430"/>
              <a:gd name="connsiteX1" fmla="*/ 48197 w 52477"/>
              <a:gd name="connsiteY1" fmla="*/ 241431 h 241430"/>
              <a:gd name="connsiteX2" fmla="*/ 52478 w 52477"/>
              <a:gd name="connsiteY2" fmla="*/ 240638 h 241430"/>
              <a:gd name="connsiteX3" fmla="*/ 4281 w 52477"/>
              <a:gd name="connsiteY3" fmla="*/ 0 h 241430"/>
              <a:gd name="connsiteX4" fmla="*/ 0 w 52477"/>
              <a:gd name="connsiteY4" fmla="*/ 793 h 2414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477" h="241430">
                <a:moveTo>
                  <a:pt x="159" y="793"/>
                </a:moveTo>
                <a:lnTo>
                  <a:pt x="48197" y="241431"/>
                </a:lnTo>
                <a:cubicBezTo>
                  <a:pt x="49624" y="241113"/>
                  <a:pt x="51051" y="240796"/>
                  <a:pt x="52478" y="240638"/>
                </a:cubicBezTo>
                <a:lnTo>
                  <a:pt x="4281" y="0"/>
                </a:lnTo>
                <a:cubicBezTo>
                  <a:pt x="2854" y="317"/>
                  <a:pt x="1427" y="635"/>
                  <a:pt x="0" y="793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C77A6FE3-08B5-9267-43EA-955697EC33B4}"/>
              </a:ext>
            </a:extLst>
          </p:cNvPr>
          <p:cNvSpPr/>
          <p:nvPr userDrawn="1"/>
        </p:nvSpPr>
        <p:spPr>
          <a:xfrm>
            <a:off x="7045597" y="1003754"/>
            <a:ext cx="37099" cy="338503"/>
          </a:xfrm>
          <a:custGeom>
            <a:avLst/>
            <a:gdLst>
              <a:gd name="connsiteX0" fmla="*/ 32026 w 37099"/>
              <a:gd name="connsiteY0" fmla="*/ 386733 h 393078"/>
              <a:gd name="connsiteX1" fmla="*/ 37099 w 37099"/>
              <a:gd name="connsiteY1" fmla="*/ 393078 h 393078"/>
              <a:gd name="connsiteX2" fmla="*/ 4439 w 37099"/>
              <a:gd name="connsiteY2" fmla="*/ 0 h 393078"/>
              <a:gd name="connsiteX3" fmla="*/ 0 w 37099"/>
              <a:gd name="connsiteY3" fmla="*/ 952 h 393078"/>
              <a:gd name="connsiteX4" fmla="*/ 476 w 37099"/>
              <a:gd name="connsiteY4" fmla="*/ 5393 h 393078"/>
              <a:gd name="connsiteX5" fmla="*/ 32184 w 37099"/>
              <a:gd name="connsiteY5" fmla="*/ 386733 h 3930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99" h="393078">
                <a:moveTo>
                  <a:pt x="32026" y="386733"/>
                </a:moveTo>
                <a:cubicBezTo>
                  <a:pt x="34087" y="388637"/>
                  <a:pt x="35514" y="391016"/>
                  <a:pt x="37099" y="393078"/>
                </a:cubicBezTo>
                <a:lnTo>
                  <a:pt x="4439" y="0"/>
                </a:lnTo>
                <a:cubicBezTo>
                  <a:pt x="2854" y="159"/>
                  <a:pt x="1586" y="793"/>
                  <a:pt x="0" y="952"/>
                </a:cubicBezTo>
                <a:lnTo>
                  <a:pt x="476" y="5393"/>
                </a:lnTo>
                <a:lnTo>
                  <a:pt x="32184" y="386733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8D915A7B-2225-3995-FB88-A5B2492D18C7}"/>
              </a:ext>
            </a:extLst>
          </p:cNvPr>
          <p:cNvSpPr/>
          <p:nvPr userDrawn="1"/>
        </p:nvSpPr>
        <p:spPr>
          <a:xfrm>
            <a:off x="7083013" y="1450449"/>
            <a:ext cx="23305" cy="227990"/>
          </a:xfrm>
          <a:custGeom>
            <a:avLst/>
            <a:gdLst>
              <a:gd name="connsiteX0" fmla="*/ 0 w 23305"/>
              <a:gd name="connsiteY0" fmla="*/ 5869 h 264748"/>
              <a:gd name="connsiteX1" fmla="*/ 21562 w 23305"/>
              <a:gd name="connsiteY1" fmla="*/ 264749 h 264748"/>
              <a:gd name="connsiteX2" fmla="*/ 23306 w 23305"/>
              <a:gd name="connsiteY2" fmla="*/ 264432 h 264748"/>
              <a:gd name="connsiteX3" fmla="*/ 19660 w 23305"/>
              <a:gd name="connsiteY3" fmla="*/ 186863 h 264748"/>
              <a:gd name="connsiteX4" fmla="*/ 4122 w 23305"/>
              <a:gd name="connsiteY4" fmla="*/ 0 h 264748"/>
              <a:gd name="connsiteX5" fmla="*/ 0 w 23305"/>
              <a:gd name="connsiteY5" fmla="*/ 6028 h 2647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05" h="264748">
                <a:moveTo>
                  <a:pt x="0" y="5869"/>
                </a:moveTo>
                <a:lnTo>
                  <a:pt x="21562" y="264749"/>
                </a:lnTo>
                <a:cubicBezTo>
                  <a:pt x="21562" y="264749"/>
                  <a:pt x="22672" y="264432"/>
                  <a:pt x="23306" y="264432"/>
                </a:cubicBezTo>
                <a:lnTo>
                  <a:pt x="19660" y="186863"/>
                </a:lnTo>
                <a:lnTo>
                  <a:pt x="4122" y="0"/>
                </a:lnTo>
                <a:cubicBezTo>
                  <a:pt x="3012" y="2221"/>
                  <a:pt x="1586" y="4124"/>
                  <a:pt x="0" y="6028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6C9AE5DA-6469-85D1-06DB-4F56C0EA9C95}"/>
              </a:ext>
            </a:extLst>
          </p:cNvPr>
          <p:cNvSpPr/>
          <p:nvPr userDrawn="1"/>
        </p:nvSpPr>
        <p:spPr>
          <a:xfrm>
            <a:off x="7071915" y="992017"/>
            <a:ext cx="38842" cy="622364"/>
          </a:xfrm>
          <a:custGeom>
            <a:avLst/>
            <a:gdLst>
              <a:gd name="connsiteX0" fmla="*/ 20452 w 38842"/>
              <a:gd name="connsiteY0" fmla="*/ 428452 h 722705"/>
              <a:gd name="connsiteX1" fmla="*/ 21720 w 38842"/>
              <a:gd name="connsiteY1" fmla="*/ 434956 h 722705"/>
              <a:gd name="connsiteX2" fmla="*/ 20928 w 38842"/>
              <a:gd name="connsiteY2" fmla="*/ 438922 h 722705"/>
              <a:gd name="connsiteX3" fmla="*/ 30757 w 38842"/>
              <a:gd name="connsiteY3" fmla="*/ 645137 h 722705"/>
              <a:gd name="connsiteX4" fmla="*/ 34404 w 38842"/>
              <a:gd name="connsiteY4" fmla="*/ 722706 h 722705"/>
              <a:gd name="connsiteX5" fmla="*/ 38843 w 38842"/>
              <a:gd name="connsiteY5" fmla="*/ 721754 h 722705"/>
              <a:gd name="connsiteX6" fmla="*/ 4439 w 38842"/>
              <a:gd name="connsiteY6" fmla="*/ 0 h 722705"/>
              <a:gd name="connsiteX7" fmla="*/ 0 w 38842"/>
              <a:gd name="connsiteY7" fmla="*/ 3014 h 722705"/>
              <a:gd name="connsiteX8" fmla="*/ 20294 w 38842"/>
              <a:gd name="connsiteY8" fmla="*/ 428452 h 7227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8842" h="722705">
                <a:moveTo>
                  <a:pt x="20452" y="428452"/>
                </a:moveTo>
                <a:cubicBezTo>
                  <a:pt x="20769" y="430673"/>
                  <a:pt x="21720" y="432735"/>
                  <a:pt x="21720" y="434956"/>
                </a:cubicBezTo>
                <a:cubicBezTo>
                  <a:pt x="21720" y="436383"/>
                  <a:pt x="21086" y="437653"/>
                  <a:pt x="20928" y="438922"/>
                </a:cubicBezTo>
                <a:lnTo>
                  <a:pt x="30757" y="645137"/>
                </a:lnTo>
                <a:lnTo>
                  <a:pt x="34404" y="722706"/>
                </a:lnTo>
                <a:cubicBezTo>
                  <a:pt x="35989" y="722547"/>
                  <a:pt x="37258" y="721754"/>
                  <a:pt x="38843" y="721754"/>
                </a:cubicBezTo>
                <a:lnTo>
                  <a:pt x="4439" y="0"/>
                </a:lnTo>
                <a:cubicBezTo>
                  <a:pt x="3171" y="1269"/>
                  <a:pt x="1586" y="1904"/>
                  <a:pt x="0" y="3014"/>
                </a:cubicBezTo>
                <a:lnTo>
                  <a:pt x="20294" y="428452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B7AD0186-CD15-1B86-4DBC-747BE41B240D}"/>
              </a:ext>
            </a:extLst>
          </p:cNvPr>
          <p:cNvSpPr/>
          <p:nvPr userDrawn="1"/>
        </p:nvSpPr>
        <p:spPr>
          <a:xfrm>
            <a:off x="7043694" y="397481"/>
            <a:ext cx="29171" cy="446009"/>
          </a:xfrm>
          <a:custGeom>
            <a:avLst/>
            <a:gdLst>
              <a:gd name="connsiteX0" fmla="*/ 0 w 29171"/>
              <a:gd name="connsiteY0" fmla="*/ 793 h 517917"/>
              <a:gd name="connsiteX1" fmla="*/ 2219 w 29171"/>
              <a:gd name="connsiteY1" fmla="*/ 45367 h 517917"/>
              <a:gd name="connsiteX2" fmla="*/ 24574 w 29171"/>
              <a:gd name="connsiteY2" fmla="*/ 514745 h 517917"/>
              <a:gd name="connsiteX3" fmla="*/ 29172 w 29171"/>
              <a:gd name="connsiteY3" fmla="*/ 517918 h 517917"/>
              <a:gd name="connsiteX4" fmla="*/ 4597 w 29171"/>
              <a:gd name="connsiteY4" fmla="*/ 0 h 517917"/>
              <a:gd name="connsiteX5" fmla="*/ 158 w 29171"/>
              <a:gd name="connsiteY5" fmla="*/ 952 h 5179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9171" h="517917">
                <a:moveTo>
                  <a:pt x="0" y="793"/>
                </a:moveTo>
                <a:lnTo>
                  <a:pt x="2219" y="45367"/>
                </a:lnTo>
                <a:lnTo>
                  <a:pt x="24574" y="514745"/>
                </a:lnTo>
                <a:cubicBezTo>
                  <a:pt x="26160" y="515697"/>
                  <a:pt x="27745" y="516807"/>
                  <a:pt x="29172" y="517918"/>
                </a:cubicBezTo>
                <a:lnTo>
                  <a:pt x="4597" y="0"/>
                </a:lnTo>
                <a:cubicBezTo>
                  <a:pt x="3012" y="0"/>
                  <a:pt x="1744" y="952"/>
                  <a:pt x="158" y="95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BDAEA70D-3DF3-934A-61EB-3B90391481C9}"/>
              </a:ext>
            </a:extLst>
          </p:cNvPr>
          <p:cNvSpPr/>
          <p:nvPr userDrawn="1"/>
        </p:nvSpPr>
        <p:spPr>
          <a:xfrm>
            <a:off x="7086343" y="186350"/>
            <a:ext cx="2272246" cy="644084"/>
          </a:xfrm>
          <a:custGeom>
            <a:avLst/>
            <a:gdLst>
              <a:gd name="connsiteX0" fmla="*/ 0 w 2272246"/>
              <a:gd name="connsiteY0" fmla="*/ 1167972 h 1171779"/>
              <a:gd name="connsiteX1" fmla="*/ 2537 w 2272246"/>
              <a:gd name="connsiteY1" fmla="*/ 1171779 h 1171779"/>
              <a:gd name="connsiteX2" fmla="*/ 2272247 w 2272246"/>
              <a:gd name="connsiteY2" fmla="*/ 3807 h 1171779"/>
              <a:gd name="connsiteX3" fmla="*/ 2269709 w 2272246"/>
              <a:gd name="connsiteY3" fmla="*/ 0 h 1171779"/>
              <a:gd name="connsiteX4" fmla="*/ 0 w 2272246"/>
              <a:gd name="connsiteY4" fmla="*/ 1167972 h 11717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72246" h="1171779">
                <a:moveTo>
                  <a:pt x="0" y="1167972"/>
                </a:moveTo>
                <a:cubicBezTo>
                  <a:pt x="793" y="1169400"/>
                  <a:pt x="1902" y="1170352"/>
                  <a:pt x="2537" y="1171779"/>
                </a:cubicBezTo>
                <a:lnTo>
                  <a:pt x="2272247" y="3807"/>
                </a:lnTo>
                <a:cubicBezTo>
                  <a:pt x="2271454" y="2379"/>
                  <a:pt x="2270344" y="1428"/>
                  <a:pt x="2269709" y="0"/>
                </a:cubicBezTo>
                <a:lnTo>
                  <a:pt x="0" y="1167972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B5245CCD-EEFE-AB3C-28BF-1F2BD3C08B70}"/>
              </a:ext>
            </a:extLst>
          </p:cNvPr>
          <p:cNvSpPr/>
          <p:nvPr userDrawn="1"/>
        </p:nvSpPr>
        <p:spPr>
          <a:xfrm rot="819193">
            <a:off x="7100391" y="-247138"/>
            <a:ext cx="2263367" cy="505022"/>
          </a:xfrm>
          <a:custGeom>
            <a:avLst/>
            <a:gdLst>
              <a:gd name="connsiteX0" fmla="*/ 793 w 2263367"/>
              <a:gd name="connsiteY0" fmla="*/ 586445 h 586444"/>
              <a:gd name="connsiteX1" fmla="*/ 2263368 w 2263367"/>
              <a:gd name="connsiteY1" fmla="*/ 4283 h 586444"/>
              <a:gd name="connsiteX2" fmla="*/ 2262416 w 2263367"/>
              <a:gd name="connsiteY2" fmla="*/ 0 h 586444"/>
              <a:gd name="connsiteX3" fmla="*/ 0 w 2263367"/>
              <a:gd name="connsiteY3" fmla="*/ 582003 h 586444"/>
              <a:gd name="connsiteX4" fmla="*/ 951 w 2263367"/>
              <a:gd name="connsiteY4" fmla="*/ 586445 h 5864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63367" h="586444">
                <a:moveTo>
                  <a:pt x="793" y="586445"/>
                </a:moveTo>
                <a:lnTo>
                  <a:pt x="2263368" y="4283"/>
                </a:lnTo>
                <a:cubicBezTo>
                  <a:pt x="2262893" y="2855"/>
                  <a:pt x="2262734" y="1428"/>
                  <a:pt x="2262416" y="0"/>
                </a:cubicBezTo>
                <a:lnTo>
                  <a:pt x="0" y="582003"/>
                </a:lnTo>
                <a:cubicBezTo>
                  <a:pt x="476" y="583431"/>
                  <a:pt x="634" y="584859"/>
                  <a:pt x="951" y="586445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E010840D-A242-85EC-A3F1-5351BFFCC536}"/>
              </a:ext>
            </a:extLst>
          </p:cNvPr>
          <p:cNvSpPr/>
          <p:nvPr userDrawn="1"/>
        </p:nvSpPr>
        <p:spPr>
          <a:xfrm>
            <a:off x="1358639" y="166045"/>
            <a:ext cx="183276" cy="81142"/>
          </a:xfrm>
          <a:custGeom>
            <a:avLst/>
            <a:gdLst>
              <a:gd name="connsiteX0" fmla="*/ 0 w 183276"/>
              <a:gd name="connsiteY0" fmla="*/ 3807 h 94224"/>
              <a:gd name="connsiteX1" fmla="*/ 180740 w 183276"/>
              <a:gd name="connsiteY1" fmla="*/ 94225 h 94224"/>
              <a:gd name="connsiteX2" fmla="*/ 183276 w 183276"/>
              <a:gd name="connsiteY2" fmla="*/ 90418 h 94224"/>
              <a:gd name="connsiteX3" fmla="*/ 2537 w 183276"/>
              <a:gd name="connsiteY3" fmla="*/ 0 h 94224"/>
              <a:gd name="connsiteX4" fmla="*/ 0 w 183276"/>
              <a:gd name="connsiteY4" fmla="*/ 3807 h 942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3276" h="94224">
                <a:moveTo>
                  <a:pt x="0" y="3807"/>
                </a:moveTo>
                <a:lnTo>
                  <a:pt x="180740" y="94225"/>
                </a:lnTo>
                <a:cubicBezTo>
                  <a:pt x="181374" y="92797"/>
                  <a:pt x="182484" y="91845"/>
                  <a:pt x="183276" y="90418"/>
                </a:cubicBezTo>
                <a:lnTo>
                  <a:pt x="2537" y="0"/>
                </a:lnTo>
                <a:cubicBezTo>
                  <a:pt x="1903" y="1428"/>
                  <a:pt x="793" y="2538"/>
                  <a:pt x="0" y="3807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4" name="Freeform 23">
            <a:extLst>
              <a:ext uri="{FF2B5EF4-FFF2-40B4-BE49-F238E27FC236}">
                <a16:creationId xmlns:a16="http://schemas.microsoft.com/office/drawing/2014/main" id="{BD35586B-9127-A835-17C3-8175DF67415B}"/>
              </a:ext>
            </a:extLst>
          </p:cNvPr>
          <p:cNvSpPr/>
          <p:nvPr userDrawn="1"/>
        </p:nvSpPr>
        <p:spPr>
          <a:xfrm>
            <a:off x="194929" y="185715"/>
            <a:ext cx="1095377" cy="1440891"/>
          </a:xfrm>
          <a:custGeom>
            <a:avLst/>
            <a:gdLst>
              <a:gd name="connsiteX0" fmla="*/ 1095378 w 1095377"/>
              <a:gd name="connsiteY0" fmla="*/ 2538 h 1673199"/>
              <a:gd name="connsiteX1" fmla="*/ 1091731 w 1095377"/>
              <a:gd name="connsiteY1" fmla="*/ 0 h 1673199"/>
              <a:gd name="connsiteX2" fmla="*/ 0 w 1095377"/>
              <a:gd name="connsiteY2" fmla="*/ 1670662 h 1673199"/>
              <a:gd name="connsiteX3" fmla="*/ 3646 w 1095377"/>
              <a:gd name="connsiteY3" fmla="*/ 1673200 h 1673199"/>
              <a:gd name="connsiteX4" fmla="*/ 1095378 w 1095377"/>
              <a:gd name="connsiteY4" fmla="*/ 2538 h 16731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95377" h="1673199">
                <a:moveTo>
                  <a:pt x="1095378" y="2538"/>
                </a:moveTo>
                <a:cubicBezTo>
                  <a:pt x="1094109" y="1745"/>
                  <a:pt x="1092841" y="952"/>
                  <a:pt x="1091731" y="0"/>
                </a:cubicBezTo>
                <a:lnTo>
                  <a:pt x="0" y="1670662"/>
                </a:lnTo>
                <a:cubicBezTo>
                  <a:pt x="1268" y="1671455"/>
                  <a:pt x="2378" y="1672248"/>
                  <a:pt x="3646" y="1673200"/>
                </a:cubicBezTo>
                <a:lnTo>
                  <a:pt x="1095378" y="2538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DB179093-00B8-E449-EA97-FBBAD440CE6C}"/>
              </a:ext>
            </a:extLst>
          </p:cNvPr>
          <p:cNvSpPr/>
          <p:nvPr userDrawn="1"/>
        </p:nvSpPr>
        <p:spPr>
          <a:xfrm>
            <a:off x="200637" y="316741"/>
            <a:ext cx="1353644" cy="1331472"/>
          </a:xfrm>
          <a:custGeom>
            <a:avLst/>
            <a:gdLst>
              <a:gd name="connsiteX0" fmla="*/ 0 w 1353644"/>
              <a:gd name="connsiteY0" fmla="*/ 1543602 h 1546139"/>
              <a:gd name="connsiteX1" fmla="*/ 3647 w 1353644"/>
              <a:gd name="connsiteY1" fmla="*/ 1546140 h 1546139"/>
              <a:gd name="connsiteX2" fmla="*/ 1353645 w 1353644"/>
              <a:gd name="connsiteY2" fmla="*/ 2538 h 1546139"/>
              <a:gd name="connsiteX3" fmla="*/ 1349998 w 1353644"/>
              <a:gd name="connsiteY3" fmla="*/ 0 h 1546139"/>
              <a:gd name="connsiteX4" fmla="*/ 0 w 1353644"/>
              <a:gd name="connsiteY4" fmla="*/ 1543602 h 15461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53644" h="1546139">
                <a:moveTo>
                  <a:pt x="0" y="1543602"/>
                </a:moveTo>
                <a:cubicBezTo>
                  <a:pt x="1110" y="1544553"/>
                  <a:pt x="2695" y="1545029"/>
                  <a:pt x="3647" y="1546140"/>
                </a:cubicBezTo>
                <a:lnTo>
                  <a:pt x="1353645" y="2538"/>
                </a:lnTo>
                <a:cubicBezTo>
                  <a:pt x="1352535" y="1586"/>
                  <a:pt x="1351108" y="1110"/>
                  <a:pt x="1349998" y="0"/>
                </a:cubicBezTo>
                <a:lnTo>
                  <a:pt x="0" y="1543602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6" name="Freeform 25">
            <a:extLst>
              <a:ext uri="{FF2B5EF4-FFF2-40B4-BE49-F238E27FC236}">
                <a16:creationId xmlns:a16="http://schemas.microsoft.com/office/drawing/2014/main" id="{6C2E3D9C-F987-5CE8-6D11-075BBA2280E4}"/>
              </a:ext>
            </a:extLst>
          </p:cNvPr>
          <p:cNvSpPr/>
          <p:nvPr userDrawn="1"/>
        </p:nvSpPr>
        <p:spPr>
          <a:xfrm>
            <a:off x="33056" y="1945208"/>
            <a:ext cx="122712" cy="302712"/>
          </a:xfrm>
          <a:custGeom>
            <a:avLst/>
            <a:gdLst>
              <a:gd name="connsiteX0" fmla="*/ 118274 w 122712"/>
              <a:gd name="connsiteY0" fmla="*/ 0 h 351517"/>
              <a:gd name="connsiteX1" fmla="*/ 0 w 122712"/>
              <a:gd name="connsiteY1" fmla="*/ 338193 h 351517"/>
              <a:gd name="connsiteX2" fmla="*/ 0 w 122712"/>
              <a:gd name="connsiteY2" fmla="*/ 351518 h 351517"/>
              <a:gd name="connsiteX3" fmla="*/ 122713 w 122712"/>
              <a:gd name="connsiteY3" fmla="*/ 952 h 351517"/>
              <a:gd name="connsiteX4" fmla="*/ 118274 w 122712"/>
              <a:gd name="connsiteY4" fmla="*/ 0 h 3515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712" h="351517">
                <a:moveTo>
                  <a:pt x="118274" y="0"/>
                </a:moveTo>
                <a:lnTo>
                  <a:pt x="0" y="338193"/>
                </a:lnTo>
                <a:lnTo>
                  <a:pt x="0" y="351518"/>
                </a:lnTo>
                <a:lnTo>
                  <a:pt x="122713" y="952"/>
                </a:lnTo>
                <a:cubicBezTo>
                  <a:pt x="121286" y="476"/>
                  <a:pt x="119700" y="635"/>
                  <a:pt x="118274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7CEFBD1A-95AE-4940-2015-DDD8079E16AD}"/>
              </a:ext>
            </a:extLst>
          </p:cNvPr>
          <p:cNvSpPr/>
          <p:nvPr userDrawn="1"/>
        </p:nvSpPr>
        <p:spPr>
          <a:xfrm>
            <a:off x="33056" y="1933787"/>
            <a:ext cx="101943" cy="83600"/>
          </a:xfrm>
          <a:custGeom>
            <a:avLst/>
            <a:gdLst>
              <a:gd name="connsiteX0" fmla="*/ 100992 w 101943"/>
              <a:gd name="connsiteY0" fmla="*/ 0 h 97079"/>
              <a:gd name="connsiteX1" fmla="*/ 21720 w 101943"/>
              <a:gd name="connsiteY1" fmla="*/ 70431 h 97079"/>
              <a:gd name="connsiteX2" fmla="*/ 0 w 101943"/>
              <a:gd name="connsiteY2" fmla="*/ 90893 h 97079"/>
              <a:gd name="connsiteX3" fmla="*/ 0 w 101943"/>
              <a:gd name="connsiteY3" fmla="*/ 97080 h 97079"/>
              <a:gd name="connsiteX4" fmla="*/ 101944 w 101943"/>
              <a:gd name="connsiteY4" fmla="*/ 952 h 97079"/>
              <a:gd name="connsiteX5" fmla="*/ 100992 w 101943"/>
              <a:gd name="connsiteY5" fmla="*/ 0 h 970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1943" h="97079">
                <a:moveTo>
                  <a:pt x="100992" y="0"/>
                </a:moveTo>
                <a:lnTo>
                  <a:pt x="21720" y="70431"/>
                </a:lnTo>
                <a:lnTo>
                  <a:pt x="0" y="90893"/>
                </a:lnTo>
                <a:lnTo>
                  <a:pt x="0" y="97080"/>
                </a:lnTo>
                <a:lnTo>
                  <a:pt x="101944" y="952"/>
                </a:lnTo>
                <a:cubicBezTo>
                  <a:pt x="101944" y="952"/>
                  <a:pt x="101309" y="317"/>
                  <a:pt x="100992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4EC155F4-333B-B79C-6ED1-50938E30D038}"/>
              </a:ext>
            </a:extLst>
          </p:cNvPr>
          <p:cNvSpPr/>
          <p:nvPr userDrawn="1"/>
        </p:nvSpPr>
        <p:spPr>
          <a:xfrm>
            <a:off x="33056" y="1929979"/>
            <a:ext cx="100992" cy="80595"/>
          </a:xfrm>
          <a:custGeom>
            <a:avLst/>
            <a:gdLst>
              <a:gd name="connsiteX0" fmla="*/ 100992 w 100992"/>
              <a:gd name="connsiteY0" fmla="*/ 3807 h 93589"/>
              <a:gd name="connsiteX1" fmla="*/ 98456 w 100992"/>
              <a:gd name="connsiteY1" fmla="*/ 0 h 93589"/>
              <a:gd name="connsiteX2" fmla="*/ 0 w 100992"/>
              <a:gd name="connsiteY2" fmla="*/ 87562 h 93589"/>
              <a:gd name="connsiteX3" fmla="*/ 0 w 100992"/>
              <a:gd name="connsiteY3" fmla="*/ 93590 h 93589"/>
              <a:gd name="connsiteX4" fmla="*/ 21720 w 100992"/>
              <a:gd name="connsiteY4" fmla="*/ 74238 h 93589"/>
              <a:gd name="connsiteX5" fmla="*/ 100992 w 100992"/>
              <a:gd name="connsiteY5" fmla="*/ 3807 h 935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0992" h="93589">
                <a:moveTo>
                  <a:pt x="100992" y="3807"/>
                </a:moveTo>
                <a:cubicBezTo>
                  <a:pt x="99882" y="2697"/>
                  <a:pt x="99407" y="1269"/>
                  <a:pt x="98456" y="0"/>
                </a:cubicBezTo>
                <a:lnTo>
                  <a:pt x="0" y="87562"/>
                </a:lnTo>
                <a:lnTo>
                  <a:pt x="0" y="93590"/>
                </a:lnTo>
                <a:lnTo>
                  <a:pt x="21720" y="74238"/>
                </a:lnTo>
                <a:lnTo>
                  <a:pt x="100992" y="3807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1979B1EE-08C1-2EB2-C76D-BCB413856875}"/>
              </a:ext>
            </a:extLst>
          </p:cNvPr>
          <p:cNvSpPr/>
          <p:nvPr userDrawn="1"/>
        </p:nvSpPr>
        <p:spPr>
          <a:xfrm>
            <a:off x="33056" y="4640125"/>
            <a:ext cx="589940" cy="1120147"/>
          </a:xfrm>
          <a:custGeom>
            <a:avLst/>
            <a:gdLst>
              <a:gd name="connsiteX0" fmla="*/ 586136 w 589940"/>
              <a:gd name="connsiteY0" fmla="*/ 0 h 1300743"/>
              <a:gd name="connsiteX1" fmla="*/ 0 w 589940"/>
              <a:gd name="connsiteY1" fmla="*/ 1290115 h 1300743"/>
              <a:gd name="connsiteX2" fmla="*/ 0 w 589940"/>
              <a:gd name="connsiteY2" fmla="*/ 1300743 h 1300743"/>
              <a:gd name="connsiteX3" fmla="*/ 589941 w 589940"/>
              <a:gd name="connsiteY3" fmla="*/ 2221 h 1300743"/>
              <a:gd name="connsiteX4" fmla="*/ 586136 w 589940"/>
              <a:gd name="connsiteY4" fmla="*/ 0 h 13007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89940" h="1300743">
                <a:moveTo>
                  <a:pt x="586136" y="0"/>
                </a:moveTo>
                <a:lnTo>
                  <a:pt x="0" y="1290115"/>
                </a:lnTo>
                <a:lnTo>
                  <a:pt x="0" y="1300743"/>
                </a:lnTo>
                <a:lnTo>
                  <a:pt x="589941" y="2221"/>
                </a:lnTo>
                <a:cubicBezTo>
                  <a:pt x="588514" y="1586"/>
                  <a:pt x="587404" y="634"/>
                  <a:pt x="586136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0" name="Freeform 29">
            <a:extLst>
              <a:ext uri="{FF2B5EF4-FFF2-40B4-BE49-F238E27FC236}">
                <a16:creationId xmlns:a16="http://schemas.microsoft.com/office/drawing/2014/main" id="{CA1884D6-5D87-913C-8FC1-3F888ED26076}"/>
              </a:ext>
            </a:extLst>
          </p:cNvPr>
          <p:cNvSpPr/>
          <p:nvPr userDrawn="1"/>
        </p:nvSpPr>
        <p:spPr>
          <a:xfrm>
            <a:off x="32898" y="4306690"/>
            <a:ext cx="564890" cy="232225"/>
          </a:xfrm>
          <a:custGeom>
            <a:avLst/>
            <a:gdLst>
              <a:gd name="connsiteX0" fmla="*/ 564891 w 564890"/>
              <a:gd name="connsiteY0" fmla="*/ 266018 h 269666"/>
              <a:gd name="connsiteX1" fmla="*/ 0 w 564890"/>
              <a:gd name="connsiteY1" fmla="*/ 0 h 269666"/>
              <a:gd name="connsiteX2" fmla="*/ 0 w 564890"/>
              <a:gd name="connsiteY2" fmla="*/ 4917 h 269666"/>
              <a:gd name="connsiteX3" fmla="*/ 562354 w 564890"/>
              <a:gd name="connsiteY3" fmla="*/ 269666 h 269666"/>
              <a:gd name="connsiteX4" fmla="*/ 564891 w 564890"/>
              <a:gd name="connsiteY4" fmla="*/ 265859 h 269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64890" h="269666">
                <a:moveTo>
                  <a:pt x="564891" y="266018"/>
                </a:moveTo>
                <a:lnTo>
                  <a:pt x="0" y="0"/>
                </a:lnTo>
                <a:lnTo>
                  <a:pt x="0" y="4917"/>
                </a:lnTo>
                <a:lnTo>
                  <a:pt x="562354" y="269666"/>
                </a:lnTo>
                <a:cubicBezTo>
                  <a:pt x="562988" y="268239"/>
                  <a:pt x="564098" y="267287"/>
                  <a:pt x="564891" y="265859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1" name="Freeform 30">
            <a:extLst>
              <a:ext uri="{FF2B5EF4-FFF2-40B4-BE49-F238E27FC236}">
                <a16:creationId xmlns:a16="http://schemas.microsoft.com/office/drawing/2014/main" id="{D3D189F8-A380-621A-5852-3949310EABA3}"/>
              </a:ext>
            </a:extLst>
          </p:cNvPr>
          <p:cNvSpPr/>
          <p:nvPr userDrawn="1"/>
        </p:nvSpPr>
        <p:spPr>
          <a:xfrm>
            <a:off x="33056" y="3983884"/>
            <a:ext cx="574878" cy="498055"/>
          </a:xfrm>
          <a:custGeom>
            <a:avLst/>
            <a:gdLst>
              <a:gd name="connsiteX0" fmla="*/ 574879 w 574878"/>
              <a:gd name="connsiteY0" fmla="*/ 575182 h 578354"/>
              <a:gd name="connsiteX1" fmla="*/ 0 w 574878"/>
              <a:gd name="connsiteY1" fmla="*/ 0 h 578354"/>
              <a:gd name="connsiteX2" fmla="*/ 0 w 574878"/>
              <a:gd name="connsiteY2" fmla="*/ 6186 h 578354"/>
              <a:gd name="connsiteX3" fmla="*/ 571867 w 574878"/>
              <a:gd name="connsiteY3" fmla="*/ 578355 h 578354"/>
              <a:gd name="connsiteX4" fmla="*/ 574879 w 574878"/>
              <a:gd name="connsiteY4" fmla="*/ 575182 h 5783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74878" h="578354">
                <a:moveTo>
                  <a:pt x="574879" y="575182"/>
                </a:moveTo>
                <a:lnTo>
                  <a:pt x="0" y="0"/>
                </a:lnTo>
                <a:lnTo>
                  <a:pt x="0" y="6186"/>
                </a:lnTo>
                <a:lnTo>
                  <a:pt x="571867" y="578355"/>
                </a:lnTo>
                <a:cubicBezTo>
                  <a:pt x="572818" y="577244"/>
                  <a:pt x="573928" y="576293"/>
                  <a:pt x="574879" y="57518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" name="Freeform 31">
            <a:extLst>
              <a:ext uri="{FF2B5EF4-FFF2-40B4-BE49-F238E27FC236}">
                <a16:creationId xmlns:a16="http://schemas.microsoft.com/office/drawing/2014/main" id="{5B43B887-FBB4-C010-598B-B6DFA710490F}"/>
              </a:ext>
            </a:extLst>
          </p:cNvPr>
          <p:cNvSpPr/>
          <p:nvPr userDrawn="1"/>
        </p:nvSpPr>
        <p:spPr>
          <a:xfrm>
            <a:off x="159574" y="3910598"/>
            <a:ext cx="455654" cy="556385"/>
          </a:xfrm>
          <a:custGeom>
            <a:avLst/>
            <a:gdLst>
              <a:gd name="connsiteX0" fmla="*/ 6342 w 455654"/>
              <a:gd name="connsiteY0" fmla="*/ 1428 h 646088"/>
              <a:gd name="connsiteX1" fmla="*/ 0 w 455654"/>
              <a:gd name="connsiteY1" fmla="*/ 0 h 646088"/>
              <a:gd name="connsiteX2" fmla="*/ 452008 w 455654"/>
              <a:gd name="connsiteY2" fmla="*/ 646089 h 646088"/>
              <a:gd name="connsiteX3" fmla="*/ 455654 w 455654"/>
              <a:gd name="connsiteY3" fmla="*/ 643551 h 646088"/>
              <a:gd name="connsiteX4" fmla="*/ 6342 w 455654"/>
              <a:gd name="connsiteY4" fmla="*/ 1269 h 6460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55654" h="646088">
                <a:moveTo>
                  <a:pt x="6342" y="1428"/>
                </a:moveTo>
                <a:lnTo>
                  <a:pt x="0" y="0"/>
                </a:lnTo>
                <a:lnTo>
                  <a:pt x="452008" y="646089"/>
                </a:lnTo>
                <a:cubicBezTo>
                  <a:pt x="453118" y="645137"/>
                  <a:pt x="454386" y="644344"/>
                  <a:pt x="455654" y="643551"/>
                </a:cubicBezTo>
                <a:lnTo>
                  <a:pt x="6342" y="1269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3" name="Freeform 32">
            <a:extLst>
              <a:ext uri="{FF2B5EF4-FFF2-40B4-BE49-F238E27FC236}">
                <a16:creationId xmlns:a16="http://schemas.microsoft.com/office/drawing/2014/main" id="{16310501-813C-E046-EDAF-D7AB61E9D085}"/>
              </a:ext>
            </a:extLst>
          </p:cNvPr>
          <p:cNvSpPr/>
          <p:nvPr userDrawn="1"/>
        </p:nvSpPr>
        <p:spPr>
          <a:xfrm>
            <a:off x="33056" y="3722149"/>
            <a:ext cx="129212" cy="159006"/>
          </a:xfrm>
          <a:custGeom>
            <a:avLst/>
            <a:gdLst>
              <a:gd name="connsiteX0" fmla="*/ 129213 w 129212"/>
              <a:gd name="connsiteY0" fmla="*/ 184642 h 184642"/>
              <a:gd name="connsiteX1" fmla="*/ 0 w 129212"/>
              <a:gd name="connsiteY1" fmla="*/ 0 h 184642"/>
              <a:gd name="connsiteX2" fmla="*/ 0 w 129212"/>
              <a:gd name="connsiteY2" fmla="*/ 7614 h 184642"/>
              <a:gd name="connsiteX3" fmla="*/ 122713 w 129212"/>
              <a:gd name="connsiteY3" fmla="*/ 183214 h 184642"/>
              <a:gd name="connsiteX4" fmla="*/ 129213 w 129212"/>
              <a:gd name="connsiteY4" fmla="*/ 184642 h 184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9212" h="184642">
                <a:moveTo>
                  <a:pt x="129213" y="184642"/>
                </a:moveTo>
                <a:lnTo>
                  <a:pt x="0" y="0"/>
                </a:lnTo>
                <a:lnTo>
                  <a:pt x="0" y="7614"/>
                </a:lnTo>
                <a:lnTo>
                  <a:pt x="122713" y="183214"/>
                </a:lnTo>
                <a:lnTo>
                  <a:pt x="129213" y="184642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4" name="Freeform 33">
            <a:extLst>
              <a:ext uri="{FF2B5EF4-FFF2-40B4-BE49-F238E27FC236}">
                <a16:creationId xmlns:a16="http://schemas.microsoft.com/office/drawing/2014/main" id="{9BC78EA0-0227-2524-F1DB-74A0BC259A77}"/>
              </a:ext>
            </a:extLst>
          </p:cNvPr>
          <p:cNvSpPr/>
          <p:nvPr userDrawn="1"/>
        </p:nvSpPr>
        <p:spPr>
          <a:xfrm>
            <a:off x="33056" y="4604910"/>
            <a:ext cx="561244" cy="117615"/>
          </a:xfrm>
          <a:custGeom>
            <a:avLst/>
            <a:gdLst>
              <a:gd name="connsiteX0" fmla="*/ 560293 w 561244"/>
              <a:gd name="connsiteY0" fmla="*/ 0 h 136577"/>
              <a:gd name="connsiteX1" fmla="*/ 0 w 561244"/>
              <a:gd name="connsiteY1" fmla="*/ 131978 h 136577"/>
              <a:gd name="connsiteX2" fmla="*/ 0 w 561244"/>
              <a:gd name="connsiteY2" fmla="*/ 136578 h 136577"/>
              <a:gd name="connsiteX3" fmla="*/ 561244 w 561244"/>
              <a:gd name="connsiteY3" fmla="*/ 4442 h 136577"/>
              <a:gd name="connsiteX4" fmla="*/ 560293 w 561244"/>
              <a:gd name="connsiteY4" fmla="*/ 158 h 136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61244" h="136577">
                <a:moveTo>
                  <a:pt x="560293" y="0"/>
                </a:moveTo>
                <a:lnTo>
                  <a:pt x="0" y="131978"/>
                </a:lnTo>
                <a:lnTo>
                  <a:pt x="0" y="136578"/>
                </a:lnTo>
                <a:lnTo>
                  <a:pt x="561244" y="4442"/>
                </a:lnTo>
                <a:cubicBezTo>
                  <a:pt x="560769" y="3014"/>
                  <a:pt x="560610" y="1586"/>
                  <a:pt x="560293" y="158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" name="Freeform 34">
            <a:extLst>
              <a:ext uri="{FF2B5EF4-FFF2-40B4-BE49-F238E27FC236}">
                <a16:creationId xmlns:a16="http://schemas.microsoft.com/office/drawing/2014/main" id="{92D24683-06F1-52ED-65E1-11A4E093732F}"/>
              </a:ext>
            </a:extLst>
          </p:cNvPr>
          <p:cNvSpPr/>
          <p:nvPr userDrawn="1"/>
        </p:nvSpPr>
        <p:spPr>
          <a:xfrm>
            <a:off x="656925" y="4102537"/>
            <a:ext cx="171702" cy="385085"/>
          </a:xfrm>
          <a:custGeom>
            <a:avLst/>
            <a:gdLst>
              <a:gd name="connsiteX0" fmla="*/ 167263 w 171702"/>
              <a:gd name="connsiteY0" fmla="*/ 0 h 447170"/>
              <a:gd name="connsiteX1" fmla="*/ 0 w 171702"/>
              <a:gd name="connsiteY1" fmla="*/ 446218 h 447170"/>
              <a:gd name="connsiteX2" fmla="*/ 4439 w 171702"/>
              <a:gd name="connsiteY2" fmla="*/ 447170 h 447170"/>
              <a:gd name="connsiteX3" fmla="*/ 171703 w 171702"/>
              <a:gd name="connsiteY3" fmla="*/ 952 h 447170"/>
              <a:gd name="connsiteX4" fmla="*/ 167263 w 171702"/>
              <a:gd name="connsiteY4" fmla="*/ 0 h 4471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1702" h="447170">
                <a:moveTo>
                  <a:pt x="167263" y="0"/>
                </a:moveTo>
                <a:lnTo>
                  <a:pt x="0" y="446218"/>
                </a:lnTo>
                <a:cubicBezTo>
                  <a:pt x="1427" y="446694"/>
                  <a:pt x="3012" y="446536"/>
                  <a:pt x="4439" y="447170"/>
                </a:cubicBezTo>
                <a:lnTo>
                  <a:pt x="171703" y="952"/>
                </a:lnTo>
                <a:cubicBezTo>
                  <a:pt x="170276" y="476"/>
                  <a:pt x="168690" y="635"/>
                  <a:pt x="167263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6" name="Freeform 35">
            <a:extLst>
              <a:ext uri="{FF2B5EF4-FFF2-40B4-BE49-F238E27FC236}">
                <a16:creationId xmlns:a16="http://schemas.microsoft.com/office/drawing/2014/main" id="{7F15573C-C9C6-E78E-7DFC-D2EC21A8D279}"/>
              </a:ext>
            </a:extLst>
          </p:cNvPr>
          <p:cNvSpPr/>
          <p:nvPr userDrawn="1"/>
        </p:nvSpPr>
        <p:spPr>
          <a:xfrm>
            <a:off x="401195" y="3958504"/>
            <a:ext cx="394931" cy="77317"/>
          </a:xfrm>
          <a:custGeom>
            <a:avLst/>
            <a:gdLst>
              <a:gd name="connsiteX0" fmla="*/ 394932 w 394931"/>
              <a:gd name="connsiteY0" fmla="*/ 85500 h 89782"/>
              <a:gd name="connsiteX1" fmla="*/ 0 w 394931"/>
              <a:gd name="connsiteY1" fmla="*/ 0 h 89782"/>
              <a:gd name="connsiteX2" fmla="*/ 1903 w 394931"/>
              <a:gd name="connsiteY2" fmla="*/ 4917 h 89782"/>
              <a:gd name="connsiteX3" fmla="*/ 394139 w 394931"/>
              <a:gd name="connsiteY3" fmla="*/ 89783 h 89782"/>
              <a:gd name="connsiteX4" fmla="*/ 394932 w 394931"/>
              <a:gd name="connsiteY4" fmla="*/ 85500 h 897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4931" h="89782">
                <a:moveTo>
                  <a:pt x="394932" y="85500"/>
                </a:moveTo>
                <a:lnTo>
                  <a:pt x="0" y="0"/>
                </a:lnTo>
                <a:lnTo>
                  <a:pt x="1903" y="4917"/>
                </a:lnTo>
                <a:lnTo>
                  <a:pt x="394139" y="89783"/>
                </a:lnTo>
                <a:cubicBezTo>
                  <a:pt x="394456" y="88355"/>
                  <a:pt x="394615" y="86928"/>
                  <a:pt x="394932" y="8550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8" name="Freeform 37">
            <a:extLst>
              <a:ext uri="{FF2B5EF4-FFF2-40B4-BE49-F238E27FC236}">
                <a16:creationId xmlns:a16="http://schemas.microsoft.com/office/drawing/2014/main" id="{F2515FD4-E201-83F7-50A3-DAE46CB67879}"/>
              </a:ext>
            </a:extLst>
          </p:cNvPr>
          <p:cNvSpPr/>
          <p:nvPr userDrawn="1"/>
        </p:nvSpPr>
        <p:spPr>
          <a:xfrm>
            <a:off x="33056" y="3878873"/>
            <a:ext cx="364967" cy="71853"/>
          </a:xfrm>
          <a:custGeom>
            <a:avLst/>
            <a:gdLst>
              <a:gd name="connsiteX0" fmla="*/ 132860 w 364967"/>
              <a:gd name="connsiteY0" fmla="*/ 33153 h 83437"/>
              <a:gd name="connsiteX1" fmla="*/ 364967 w 364967"/>
              <a:gd name="connsiteY1" fmla="*/ 83438 h 83437"/>
              <a:gd name="connsiteX2" fmla="*/ 363065 w 364967"/>
              <a:gd name="connsiteY2" fmla="*/ 78520 h 83437"/>
              <a:gd name="connsiteX3" fmla="*/ 129213 w 364967"/>
              <a:gd name="connsiteY3" fmla="*/ 27918 h 83437"/>
              <a:gd name="connsiteX4" fmla="*/ 122713 w 364967"/>
              <a:gd name="connsiteY4" fmla="*/ 26491 h 83437"/>
              <a:gd name="connsiteX5" fmla="*/ 0 w 364967"/>
              <a:gd name="connsiteY5" fmla="*/ 0 h 83437"/>
              <a:gd name="connsiteX6" fmla="*/ 0 w 364967"/>
              <a:gd name="connsiteY6" fmla="*/ 4442 h 83437"/>
              <a:gd name="connsiteX7" fmla="*/ 126518 w 364967"/>
              <a:gd name="connsiteY7" fmla="*/ 31725 h 83437"/>
              <a:gd name="connsiteX8" fmla="*/ 132860 w 364967"/>
              <a:gd name="connsiteY8" fmla="*/ 33153 h 834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64967" h="83437">
                <a:moveTo>
                  <a:pt x="132860" y="33153"/>
                </a:moveTo>
                <a:lnTo>
                  <a:pt x="364967" y="83438"/>
                </a:lnTo>
                <a:lnTo>
                  <a:pt x="363065" y="78520"/>
                </a:lnTo>
                <a:lnTo>
                  <a:pt x="129213" y="27918"/>
                </a:lnTo>
                <a:lnTo>
                  <a:pt x="122713" y="26491"/>
                </a:lnTo>
                <a:lnTo>
                  <a:pt x="0" y="0"/>
                </a:lnTo>
                <a:lnTo>
                  <a:pt x="0" y="4442"/>
                </a:lnTo>
                <a:lnTo>
                  <a:pt x="126518" y="31725"/>
                </a:lnTo>
                <a:lnTo>
                  <a:pt x="132860" y="33153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9" name="Freeform 38">
            <a:extLst>
              <a:ext uri="{FF2B5EF4-FFF2-40B4-BE49-F238E27FC236}">
                <a16:creationId xmlns:a16="http://schemas.microsoft.com/office/drawing/2014/main" id="{F8B44699-D508-26D1-E163-42746BFD2EFA}"/>
              </a:ext>
            </a:extLst>
          </p:cNvPr>
          <p:cNvSpPr/>
          <p:nvPr userDrawn="1"/>
        </p:nvSpPr>
        <p:spPr>
          <a:xfrm>
            <a:off x="319228" y="3742771"/>
            <a:ext cx="483082" cy="249983"/>
          </a:xfrm>
          <a:custGeom>
            <a:avLst/>
            <a:gdLst>
              <a:gd name="connsiteX0" fmla="*/ 483082 w 483082"/>
              <a:gd name="connsiteY0" fmla="*/ 287115 h 290287"/>
              <a:gd name="connsiteX1" fmla="*/ 478484 w 483082"/>
              <a:gd name="connsiteY1" fmla="*/ 283784 h 290287"/>
              <a:gd name="connsiteX2" fmla="*/ 0 w 483082"/>
              <a:gd name="connsiteY2" fmla="*/ 0 h 290287"/>
              <a:gd name="connsiteX3" fmla="*/ 2537 w 483082"/>
              <a:gd name="connsiteY3" fmla="*/ 6662 h 290287"/>
              <a:gd name="connsiteX4" fmla="*/ 480863 w 483082"/>
              <a:gd name="connsiteY4" fmla="*/ 290288 h 290287"/>
              <a:gd name="connsiteX5" fmla="*/ 483082 w 483082"/>
              <a:gd name="connsiteY5" fmla="*/ 286957 h 2902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83082" h="290287">
                <a:moveTo>
                  <a:pt x="483082" y="287115"/>
                </a:moveTo>
                <a:lnTo>
                  <a:pt x="478484" y="283784"/>
                </a:lnTo>
                <a:lnTo>
                  <a:pt x="0" y="0"/>
                </a:lnTo>
                <a:lnTo>
                  <a:pt x="2537" y="6662"/>
                </a:lnTo>
                <a:lnTo>
                  <a:pt x="480863" y="290288"/>
                </a:lnTo>
                <a:cubicBezTo>
                  <a:pt x="481497" y="289177"/>
                  <a:pt x="482448" y="288067"/>
                  <a:pt x="483082" y="286957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0" name="Freeform 39">
            <a:extLst>
              <a:ext uri="{FF2B5EF4-FFF2-40B4-BE49-F238E27FC236}">
                <a16:creationId xmlns:a16="http://schemas.microsoft.com/office/drawing/2014/main" id="{75EE832D-92F9-4F7D-2B9D-6C58CC8F8724}"/>
              </a:ext>
            </a:extLst>
          </p:cNvPr>
          <p:cNvSpPr/>
          <p:nvPr userDrawn="1"/>
        </p:nvSpPr>
        <p:spPr>
          <a:xfrm>
            <a:off x="33056" y="3573198"/>
            <a:ext cx="282524" cy="148761"/>
          </a:xfrm>
          <a:custGeom>
            <a:avLst/>
            <a:gdLst>
              <a:gd name="connsiteX0" fmla="*/ 279988 w 282524"/>
              <a:gd name="connsiteY0" fmla="*/ 166083 h 172745"/>
              <a:gd name="connsiteX1" fmla="*/ 0 w 282524"/>
              <a:gd name="connsiteY1" fmla="*/ 0 h 172745"/>
              <a:gd name="connsiteX2" fmla="*/ 0 w 282524"/>
              <a:gd name="connsiteY2" fmla="*/ 5076 h 172745"/>
              <a:gd name="connsiteX3" fmla="*/ 282525 w 282524"/>
              <a:gd name="connsiteY3" fmla="*/ 172745 h 172745"/>
              <a:gd name="connsiteX4" fmla="*/ 279988 w 282524"/>
              <a:gd name="connsiteY4" fmla="*/ 166083 h 1727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524" h="172745">
                <a:moveTo>
                  <a:pt x="279988" y="166083"/>
                </a:moveTo>
                <a:lnTo>
                  <a:pt x="0" y="0"/>
                </a:lnTo>
                <a:lnTo>
                  <a:pt x="0" y="5076"/>
                </a:lnTo>
                <a:lnTo>
                  <a:pt x="282525" y="172745"/>
                </a:lnTo>
                <a:lnTo>
                  <a:pt x="279988" y="166083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1" name="Freeform 40">
            <a:extLst>
              <a:ext uri="{FF2B5EF4-FFF2-40B4-BE49-F238E27FC236}">
                <a16:creationId xmlns:a16="http://schemas.microsoft.com/office/drawing/2014/main" id="{1D8DE2F3-B8E4-3E30-1ABA-2AD58EF25FA0}"/>
              </a:ext>
            </a:extLst>
          </p:cNvPr>
          <p:cNvSpPr/>
          <p:nvPr userDrawn="1"/>
        </p:nvSpPr>
        <p:spPr>
          <a:xfrm>
            <a:off x="182404" y="1945524"/>
            <a:ext cx="523986" cy="1432285"/>
          </a:xfrm>
          <a:custGeom>
            <a:avLst/>
            <a:gdLst>
              <a:gd name="connsiteX0" fmla="*/ 523986 w 523986"/>
              <a:gd name="connsiteY0" fmla="*/ 1663207 h 1663206"/>
              <a:gd name="connsiteX1" fmla="*/ 4439 w 523986"/>
              <a:gd name="connsiteY1" fmla="*/ 0 h 1663206"/>
              <a:gd name="connsiteX2" fmla="*/ 0 w 523986"/>
              <a:gd name="connsiteY2" fmla="*/ 952 h 1663206"/>
              <a:gd name="connsiteX3" fmla="*/ 517803 w 523986"/>
              <a:gd name="connsiteY3" fmla="*/ 1658924 h 1663206"/>
              <a:gd name="connsiteX4" fmla="*/ 523828 w 523986"/>
              <a:gd name="connsiteY4" fmla="*/ 1663207 h 16632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3986" h="1663206">
                <a:moveTo>
                  <a:pt x="523986" y="1663207"/>
                </a:moveTo>
                <a:lnTo>
                  <a:pt x="4439" y="0"/>
                </a:lnTo>
                <a:cubicBezTo>
                  <a:pt x="3012" y="476"/>
                  <a:pt x="1427" y="476"/>
                  <a:pt x="0" y="952"/>
                </a:cubicBezTo>
                <a:lnTo>
                  <a:pt x="517803" y="1658924"/>
                </a:lnTo>
                <a:lnTo>
                  <a:pt x="523828" y="1663207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2" name="Freeform 41">
            <a:extLst>
              <a:ext uri="{FF2B5EF4-FFF2-40B4-BE49-F238E27FC236}">
                <a16:creationId xmlns:a16="http://schemas.microsoft.com/office/drawing/2014/main" id="{B01EC347-BE26-E178-166A-211E11B2056A}"/>
              </a:ext>
            </a:extLst>
          </p:cNvPr>
          <p:cNvSpPr/>
          <p:nvPr userDrawn="1"/>
        </p:nvSpPr>
        <p:spPr>
          <a:xfrm>
            <a:off x="702427" y="3611428"/>
            <a:ext cx="36623" cy="87972"/>
          </a:xfrm>
          <a:custGeom>
            <a:avLst/>
            <a:gdLst>
              <a:gd name="connsiteX0" fmla="*/ 36624 w 36623"/>
              <a:gd name="connsiteY0" fmla="*/ 102156 h 102155"/>
              <a:gd name="connsiteX1" fmla="*/ 6025 w 36623"/>
              <a:gd name="connsiteY1" fmla="*/ 4283 h 102155"/>
              <a:gd name="connsiteX2" fmla="*/ 0 w 36623"/>
              <a:gd name="connsiteY2" fmla="*/ 0 h 102155"/>
              <a:gd name="connsiteX3" fmla="*/ 31233 w 36623"/>
              <a:gd name="connsiteY3" fmla="*/ 99776 h 102155"/>
              <a:gd name="connsiteX4" fmla="*/ 36624 w 36623"/>
              <a:gd name="connsiteY4" fmla="*/ 102156 h 1021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623" h="102155">
                <a:moveTo>
                  <a:pt x="36624" y="102156"/>
                </a:moveTo>
                <a:lnTo>
                  <a:pt x="6025" y="4283"/>
                </a:lnTo>
                <a:lnTo>
                  <a:pt x="0" y="0"/>
                </a:lnTo>
                <a:lnTo>
                  <a:pt x="31233" y="99776"/>
                </a:lnTo>
                <a:lnTo>
                  <a:pt x="36624" y="102156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3" name="Freeform 42">
            <a:extLst>
              <a:ext uri="{FF2B5EF4-FFF2-40B4-BE49-F238E27FC236}">
                <a16:creationId xmlns:a16="http://schemas.microsoft.com/office/drawing/2014/main" id="{7F4BF429-961F-6261-CFB1-5CD07C3B78AB}"/>
              </a:ext>
            </a:extLst>
          </p:cNvPr>
          <p:cNvSpPr/>
          <p:nvPr userDrawn="1"/>
        </p:nvSpPr>
        <p:spPr>
          <a:xfrm>
            <a:off x="735404" y="3716756"/>
            <a:ext cx="5549" cy="45719"/>
          </a:xfrm>
          <a:custGeom>
            <a:avLst/>
            <a:gdLst>
              <a:gd name="connsiteX0" fmla="*/ 5549 w 5549"/>
              <a:gd name="connsiteY0" fmla="*/ 2855 h 2855"/>
              <a:gd name="connsiteX1" fmla="*/ 5390 w 5549"/>
              <a:gd name="connsiteY1" fmla="*/ 2538 h 2855"/>
              <a:gd name="connsiteX2" fmla="*/ 0 w 5549"/>
              <a:gd name="connsiteY2" fmla="*/ 0 h 2855"/>
              <a:gd name="connsiteX3" fmla="*/ 159 w 5549"/>
              <a:gd name="connsiteY3" fmla="*/ 476 h 2855"/>
              <a:gd name="connsiteX4" fmla="*/ 5549 w 5549"/>
              <a:gd name="connsiteY4" fmla="*/ 2855 h 28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49" h="2855">
                <a:moveTo>
                  <a:pt x="5549" y="2855"/>
                </a:moveTo>
                <a:lnTo>
                  <a:pt x="5390" y="2538"/>
                </a:lnTo>
                <a:lnTo>
                  <a:pt x="0" y="0"/>
                </a:lnTo>
                <a:lnTo>
                  <a:pt x="159" y="476"/>
                </a:lnTo>
                <a:lnTo>
                  <a:pt x="5549" y="285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4" name="Freeform 43">
            <a:extLst>
              <a:ext uri="{FF2B5EF4-FFF2-40B4-BE49-F238E27FC236}">
                <a16:creationId xmlns:a16="http://schemas.microsoft.com/office/drawing/2014/main" id="{D15F2AC0-2868-6C45-08B3-032005AB42F0}"/>
              </a:ext>
            </a:extLst>
          </p:cNvPr>
          <p:cNvSpPr/>
          <p:nvPr userDrawn="1"/>
        </p:nvSpPr>
        <p:spPr>
          <a:xfrm>
            <a:off x="737307" y="3722625"/>
            <a:ext cx="94016" cy="247115"/>
          </a:xfrm>
          <a:custGeom>
            <a:avLst/>
            <a:gdLst>
              <a:gd name="connsiteX0" fmla="*/ 94016 w 94016"/>
              <a:gd name="connsiteY0" fmla="*/ 286164 h 286956"/>
              <a:gd name="connsiteX1" fmla="*/ 5390 w 94016"/>
              <a:gd name="connsiteY1" fmla="*/ 2380 h 286956"/>
              <a:gd name="connsiteX2" fmla="*/ 0 w 94016"/>
              <a:gd name="connsiteY2" fmla="*/ 0 h 286956"/>
              <a:gd name="connsiteX3" fmla="*/ 89577 w 94016"/>
              <a:gd name="connsiteY3" fmla="*/ 286957 h 286956"/>
              <a:gd name="connsiteX4" fmla="*/ 94016 w 94016"/>
              <a:gd name="connsiteY4" fmla="*/ 286005 h 2869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4016" h="286956">
                <a:moveTo>
                  <a:pt x="94016" y="286164"/>
                </a:moveTo>
                <a:lnTo>
                  <a:pt x="5390" y="2380"/>
                </a:lnTo>
                <a:lnTo>
                  <a:pt x="0" y="0"/>
                </a:lnTo>
                <a:lnTo>
                  <a:pt x="89577" y="286957"/>
                </a:lnTo>
                <a:cubicBezTo>
                  <a:pt x="91004" y="286481"/>
                  <a:pt x="92589" y="286481"/>
                  <a:pt x="94016" y="286005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5" name="Freeform 44">
            <a:extLst>
              <a:ext uri="{FF2B5EF4-FFF2-40B4-BE49-F238E27FC236}">
                <a16:creationId xmlns:a16="http://schemas.microsoft.com/office/drawing/2014/main" id="{4FF612A6-FCD7-A97D-B64C-6C5A1619713C}"/>
              </a:ext>
            </a:extLst>
          </p:cNvPr>
          <p:cNvSpPr/>
          <p:nvPr userDrawn="1"/>
        </p:nvSpPr>
        <p:spPr>
          <a:xfrm>
            <a:off x="33056" y="3481194"/>
            <a:ext cx="251450" cy="157503"/>
          </a:xfrm>
          <a:custGeom>
            <a:avLst/>
            <a:gdLst>
              <a:gd name="connsiteX0" fmla="*/ 248596 w 251450"/>
              <a:gd name="connsiteY0" fmla="*/ 175600 h 182897"/>
              <a:gd name="connsiteX1" fmla="*/ 0 w 251450"/>
              <a:gd name="connsiteY1" fmla="*/ 0 h 182897"/>
              <a:gd name="connsiteX2" fmla="*/ 0 w 251450"/>
              <a:gd name="connsiteY2" fmla="*/ 5394 h 182897"/>
              <a:gd name="connsiteX3" fmla="*/ 251450 w 251450"/>
              <a:gd name="connsiteY3" fmla="*/ 182897 h 182897"/>
              <a:gd name="connsiteX4" fmla="*/ 248596 w 251450"/>
              <a:gd name="connsiteY4" fmla="*/ 175600 h 1828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1450" h="182897">
                <a:moveTo>
                  <a:pt x="248596" y="175600"/>
                </a:moveTo>
                <a:lnTo>
                  <a:pt x="0" y="0"/>
                </a:lnTo>
                <a:lnTo>
                  <a:pt x="0" y="5394"/>
                </a:lnTo>
                <a:lnTo>
                  <a:pt x="251450" y="182897"/>
                </a:lnTo>
                <a:lnTo>
                  <a:pt x="248596" y="17560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6" name="Freeform 45">
            <a:extLst>
              <a:ext uri="{FF2B5EF4-FFF2-40B4-BE49-F238E27FC236}">
                <a16:creationId xmlns:a16="http://schemas.microsoft.com/office/drawing/2014/main" id="{C3816B55-9A6F-7B81-6C23-654C9DFF2CBB}"/>
              </a:ext>
            </a:extLst>
          </p:cNvPr>
          <p:cNvSpPr/>
          <p:nvPr userDrawn="1"/>
        </p:nvSpPr>
        <p:spPr>
          <a:xfrm>
            <a:off x="288153" y="3661395"/>
            <a:ext cx="516534" cy="317329"/>
          </a:xfrm>
          <a:custGeom>
            <a:avLst/>
            <a:gdLst>
              <a:gd name="connsiteX0" fmla="*/ 514157 w 516534"/>
              <a:gd name="connsiteY0" fmla="*/ 368491 h 368491"/>
              <a:gd name="connsiteX1" fmla="*/ 516535 w 516534"/>
              <a:gd name="connsiteY1" fmla="*/ 364843 h 368491"/>
              <a:gd name="connsiteX2" fmla="*/ 0 w 516534"/>
              <a:gd name="connsiteY2" fmla="*/ 0 h 368491"/>
              <a:gd name="connsiteX3" fmla="*/ 2854 w 516534"/>
              <a:gd name="connsiteY3" fmla="*/ 7297 h 368491"/>
              <a:gd name="connsiteX4" fmla="*/ 509718 w 516534"/>
              <a:gd name="connsiteY4" fmla="*/ 365160 h 368491"/>
              <a:gd name="connsiteX5" fmla="*/ 514315 w 516534"/>
              <a:gd name="connsiteY5" fmla="*/ 368491 h 3684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16534" h="368491">
                <a:moveTo>
                  <a:pt x="514157" y="368491"/>
                </a:moveTo>
                <a:cubicBezTo>
                  <a:pt x="514950" y="367222"/>
                  <a:pt x="515742" y="365953"/>
                  <a:pt x="516535" y="364843"/>
                </a:cubicBezTo>
                <a:lnTo>
                  <a:pt x="0" y="0"/>
                </a:lnTo>
                <a:lnTo>
                  <a:pt x="2854" y="7297"/>
                </a:lnTo>
                <a:lnTo>
                  <a:pt x="509718" y="365160"/>
                </a:lnTo>
                <a:lnTo>
                  <a:pt x="514315" y="368491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7" name="Freeform 46">
            <a:extLst>
              <a:ext uri="{FF2B5EF4-FFF2-40B4-BE49-F238E27FC236}">
                <a16:creationId xmlns:a16="http://schemas.microsoft.com/office/drawing/2014/main" id="{6F81428A-7BC4-04A8-3986-563E096A6018}"/>
              </a:ext>
            </a:extLst>
          </p:cNvPr>
          <p:cNvSpPr/>
          <p:nvPr userDrawn="1"/>
        </p:nvSpPr>
        <p:spPr>
          <a:xfrm>
            <a:off x="2783312" y="7138504"/>
            <a:ext cx="74673" cy="319651"/>
          </a:xfrm>
          <a:custGeom>
            <a:avLst/>
            <a:gdLst>
              <a:gd name="connsiteX0" fmla="*/ 0 w 74673"/>
              <a:gd name="connsiteY0" fmla="*/ 351835 h 371187"/>
              <a:gd name="connsiteX1" fmla="*/ 634 w 74673"/>
              <a:gd name="connsiteY1" fmla="*/ 371188 h 371187"/>
              <a:gd name="connsiteX2" fmla="*/ 74674 w 74673"/>
              <a:gd name="connsiteY2" fmla="*/ 793 h 371187"/>
              <a:gd name="connsiteX3" fmla="*/ 71186 w 74673"/>
              <a:gd name="connsiteY3" fmla="*/ 0 h 371187"/>
              <a:gd name="connsiteX4" fmla="*/ 67857 w 74673"/>
              <a:gd name="connsiteY4" fmla="*/ 12373 h 371187"/>
              <a:gd name="connsiteX5" fmla="*/ 0 w 74673"/>
              <a:gd name="connsiteY5" fmla="*/ 351994 h 371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4673" h="371187">
                <a:moveTo>
                  <a:pt x="0" y="351835"/>
                </a:moveTo>
                <a:lnTo>
                  <a:pt x="634" y="371188"/>
                </a:lnTo>
                <a:lnTo>
                  <a:pt x="74674" y="793"/>
                </a:lnTo>
                <a:cubicBezTo>
                  <a:pt x="73406" y="634"/>
                  <a:pt x="72296" y="317"/>
                  <a:pt x="71186" y="0"/>
                </a:cubicBezTo>
                <a:lnTo>
                  <a:pt x="67857" y="12373"/>
                </a:lnTo>
                <a:lnTo>
                  <a:pt x="0" y="351994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8" name="Freeform 47">
            <a:extLst>
              <a:ext uri="{FF2B5EF4-FFF2-40B4-BE49-F238E27FC236}">
                <a16:creationId xmlns:a16="http://schemas.microsoft.com/office/drawing/2014/main" id="{9544B31D-6EE7-711C-6465-33823EFCD96E}"/>
              </a:ext>
            </a:extLst>
          </p:cNvPr>
          <p:cNvSpPr/>
          <p:nvPr userDrawn="1"/>
        </p:nvSpPr>
        <p:spPr>
          <a:xfrm>
            <a:off x="2779824" y="7138028"/>
            <a:ext cx="74832" cy="232225"/>
          </a:xfrm>
          <a:custGeom>
            <a:avLst/>
            <a:gdLst>
              <a:gd name="connsiteX0" fmla="*/ 0 w 74832"/>
              <a:gd name="connsiteY0" fmla="*/ 254914 h 269666"/>
              <a:gd name="connsiteX1" fmla="*/ 634 w 74832"/>
              <a:gd name="connsiteY1" fmla="*/ 269666 h 269666"/>
              <a:gd name="connsiteX2" fmla="*/ 71503 w 74832"/>
              <a:gd name="connsiteY2" fmla="*/ 12849 h 269666"/>
              <a:gd name="connsiteX3" fmla="*/ 74833 w 74832"/>
              <a:gd name="connsiteY3" fmla="*/ 476 h 269666"/>
              <a:gd name="connsiteX4" fmla="*/ 72613 w 74832"/>
              <a:gd name="connsiteY4" fmla="*/ 0 h 269666"/>
              <a:gd name="connsiteX5" fmla="*/ 57393 w 74832"/>
              <a:gd name="connsiteY5" fmla="*/ 47112 h 269666"/>
              <a:gd name="connsiteX6" fmla="*/ 0 w 74832"/>
              <a:gd name="connsiteY6" fmla="*/ 255072 h 269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4832" h="269666">
                <a:moveTo>
                  <a:pt x="0" y="254914"/>
                </a:moveTo>
                <a:lnTo>
                  <a:pt x="634" y="269666"/>
                </a:lnTo>
                <a:lnTo>
                  <a:pt x="71503" y="12849"/>
                </a:lnTo>
                <a:lnTo>
                  <a:pt x="74833" y="476"/>
                </a:lnTo>
                <a:cubicBezTo>
                  <a:pt x="74833" y="476"/>
                  <a:pt x="73406" y="158"/>
                  <a:pt x="72613" y="0"/>
                </a:cubicBezTo>
                <a:lnTo>
                  <a:pt x="57393" y="47112"/>
                </a:lnTo>
                <a:lnTo>
                  <a:pt x="0" y="255072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9" name="Freeform 48">
            <a:extLst>
              <a:ext uri="{FF2B5EF4-FFF2-40B4-BE49-F238E27FC236}">
                <a16:creationId xmlns:a16="http://schemas.microsoft.com/office/drawing/2014/main" id="{121AD68C-B366-4D2C-3550-FD1B208C63FD}"/>
              </a:ext>
            </a:extLst>
          </p:cNvPr>
          <p:cNvSpPr/>
          <p:nvPr userDrawn="1"/>
        </p:nvSpPr>
        <p:spPr>
          <a:xfrm>
            <a:off x="2778238" y="7137076"/>
            <a:ext cx="74039" cy="196299"/>
          </a:xfrm>
          <a:custGeom>
            <a:avLst/>
            <a:gdLst>
              <a:gd name="connsiteX0" fmla="*/ 476 w 74039"/>
              <a:gd name="connsiteY0" fmla="*/ 227947 h 227947"/>
              <a:gd name="connsiteX1" fmla="*/ 58820 w 74039"/>
              <a:gd name="connsiteY1" fmla="*/ 48064 h 227947"/>
              <a:gd name="connsiteX2" fmla="*/ 74040 w 74039"/>
              <a:gd name="connsiteY2" fmla="*/ 952 h 227947"/>
              <a:gd name="connsiteX3" fmla="*/ 69759 w 74039"/>
              <a:gd name="connsiteY3" fmla="*/ 0 h 227947"/>
              <a:gd name="connsiteX4" fmla="*/ 0 w 74039"/>
              <a:gd name="connsiteY4" fmla="*/ 215098 h 227947"/>
              <a:gd name="connsiteX5" fmla="*/ 476 w 74039"/>
              <a:gd name="connsiteY5" fmla="*/ 227788 h 2279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4039" h="227947">
                <a:moveTo>
                  <a:pt x="476" y="227947"/>
                </a:moveTo>
                <a:lnTo>
                  <a:pt x="58820" y="48064"/>
                </a:lnTo>
                <a:lnTo>
                  <a:pt x="74040" y="952"/>
                </a:lnTo>
                <a:cubicBezTo>
                  <a:pt x="72613" y="634"/>
                  <a:pt x="71027" y="634"/>
                  <a:pt x="69759" y="0"/>
                </a:cubicBezTo>
                <a:lnTo>
                  <a:pt x="0" y="215098"/>
                </a:lnTo>
                <a:lnTo>
                  <a:pt x="476" y="227788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0" name="Freeform 49">
            <a:extLst>
              <a:ext uri="{FF2B5EF4-FFF2-40B4-BE49-F238E27FC236}">
                <a16:creationId xmlns:a16="http://schemas.microsoft.com/office/drawing/2014/main" id="{E2059CC6-C5C3-429B-080D-ED2E90A311E4}"/>
              </a:ext>
            </a:extLst>
          </p:cNvPr>
          <p:cNvSpPr/>
          <p:nvPr userDrawn="1"/>
        </p:nvSpPr>
        <p:spPr>
          <a:xfrm>
            <a:off x="2734956" y="6127572"/>
            <a:ext cx="126042" cy="787654"/>
          </a:xfrm>
          <a:custGeom>
            <a:avLst/>
            <a:gdLst>
              <a:gd name="connsiteX0" fmla="*/ 121761 w 126042"/>
              <a:gd name="connsiteY0" fmla="*/ 914645 h 914644"/>
              <a:gd name="connsiteX1" fmla="*/ 126042 w 126042"/>
              <a:gd name="connsiteY1" fmla="*/ 913693 h 914644"/>
              <a:gd name="connsiteX2" fmla="*/ 4281 w 126042"/>
              <a:gd name="connsiteY2" fmla="*/ 0 h 914644"/>
              <a:gd name="connsiteX3" fmla="*/ 0 w 126042"/>
              <a:gd name="connsiteY3" fmla="*/ 952 h 914644"/>
              <a:gd name="connsiteX4" fmla="*/ 121761 w 126042"/>
              <a:gd name="connsiteY4" fmla="*/ 914645 h 914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6042" h="914644">
                <a:moveTo>
                  <a:pt x="121761" y="914645"/>
                </a:moveTo>
                <a:cubicBezTo>
                  <a:pt x="123188" y="914328"/>
                  <a:pt x="124615" y="913852"/>
                  <a:pt x="126042" y="913693"/>
                </a:cubicBezTo>
                <a:lnTo>
                  <a:pt x="4281" y="0"/>
                </a:lnTo>
                <a:cubicBezTo>
                  <a:pt x="2854" y="317"/>
                  <a:pt x="1427" y="793"/>
                  <a:pt x="0" y="952"/>
                </a:cubicBezTo>
                <a:lnTo>
                  <a:pt x="121761" y="91464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1" name="Freeform 50">
            <a:extLst>
              <a:ext uri="{FF2B5EF4-FFF2-40B4-BE49-F238E27FC236}">
                <a16:creationId xmlns:a16="http://schemas.microsoft.com/office/drawing/2014/main" id="{87297A60-9900-241A-9349-DFE76F94A627}"/>
              </a:ext>
            </a:extLst>
          </p:cNvPr>
          <p:cNvSpPr/>
          <p:nvPr userDrawn="1"/>
        </p:nvSpPr>
        <p:spPr>
          <a:xfrm>
            <a:off x="2730358" y="6128683"/>
            <a:ext cx="26793" cy="542451"/>
          </a:xfrm>
          <a:custGeom>
            <a:avLst/>
            <a:gdLst>
              <a:gd name="connsiteX0" fmla="*/ 26794 w 26793"/>
              <a:gd name="connsiteY0" fmla="*/ 629909 h 629908"/>
              <a:gd name="connsiteX1" fmla="*/ 4281 w 26793"/>
              <a:gd name="connsiteY1" fmla="*/ 0 h 629908"/>
              <a:gd name="connsiteX2" fmla="*/ 317 w 26793"/>
              <a:gd name="connsiteY2" fmla="*/ 793 h 629908"/>
              <a:gd name="connsiteX3" fmla="*/ 0 w 26793"/>
              <a:gd name="connsiteY3" fmla="*/ 793 h 629908"/>
              <a:gd name="connsiteX4" fmla="*/ 21879 w 26793"/>
              <a:gd name="connsiteY4" fmla="*/ 615156 h 629908"/>
              <a:gd name="connsiteX5" fmla="*/ 26794 w 26793"/>
              <a:gd name="connsiteY5" fmla="*/ 629909 h 6299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6793" h="629908">
                <a:moveTo>
                  <a:pt x="26794" y="629909"/>
                </a:moveTo>
                <a:lnTo>
                  <a:pt x="4281" y="0"/>
                </a:lnTo>
                <a:cubicBezTo>
                  <a:pt x="2854" y="0"/>
                  <a:pt x="1744" y="793"/>
                  <a:pt x="317" y="793"/>
                </a:cubicBezTo>
                <a:lnTo>
                  <a:pt x="0" y="793"/>
                </a:lnTo>
                <a:cubicBezTo>
                  <a:pt x="0" y="793"/>
                  <a:pt x="21879" y="615156"/>
                  <a:pt x="21879" y="615156"/>
                </a:cubicBezTo>
                <a:lnTo>
                  <a:pt x="26794" y="629909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2" name="Freeform 51">
            <a:extLst>
              <a:ext uri="{FF2B5EF4-FFF2-40B4-BE49-F238E27FC236}">
                <a16:creationId xmlns:a16="http://schemas.microsoft.com/office/drawing/2014/main" id="{6EB8BA7F-FF76-C01E-CBFC-0B51466C0743}"/>
              </a:ext>
            </a:extLst>
          </p:cNvPr>
          <p:cNvSpPr/>
          <p:nvPr userDrawn="1"/>
        </p:nvSpPr>
        <p:spPr>
          <a:xfrm>
            <a:off x="2699601" y="6128208"/>
            <a:ext cx="30440" cy="403662"/>
          </a:xfrm>
          <a:custGeom>
            <a:avLst/>
            <a:gdLst>
              <a:gd name="connsiteX0" fmla="*/ 3646 w 30440"/>
              <a:gd name="connsiteY0" fmla="*/ 468743 h 468743"/>
              <a:gd name="connsiteX1" fmla="*/ 30440 w 30440"/>
              <a:gd name="connsiteY1" fmla="*/ 952 h 468743"/>
              <a:gd name="connsiteX2" fmla="*/ 26160 w 30440"/>
              <a:gd name="connsiteY2" fmla="*/ 0 h 468743"/>
              <a:gd name="connsiteX3" fmla="*/ 0 w 30440"/>
              <a:gd name="connsiteY3" fmla="*/ 457322 h 468743"/>
              <a:gd name="connsiteX4" fmla="*/ 3805 w 30440"/>
              <a:gd name="connsiteY4" fmla="*/ 468585 h 4687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0440" h="468743">
                <a:moveTo>
                  <a:pt x="3646" y="468743"/>
                </a:moveTo>
                <a:lnTo>
                  <a:pt x="30440" y="952"/>
                </a:lnTo>
                <a:cubicBezTo>
                  <a:pt x="28855" y="952"/>
                  <a:pt x="27586" y="158"/>
                  <a:pt x="26160" y="0"/>
                </a:cubicBezTo>
                <a:lnTo>
                  <a:pt x="0" y="457322"/>
                </a:lnTo>
                <a:lnTo>
                  <a:pt x="3805" y="46858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3" name="Freeform 52">
            <a:extLst>
              <a:ext uri="{FF2B5EF4-FFF2-40B4-BE49-F238E27FC236}">
                <a16:creationId xmlns:a16="http://schemas.microsoft.com/office/drawing/2014/main" id="{0B17FB46-FA95-AD72-4002-410582ED9B9B}"/>
              </a:ext>
            </a:extLst>
          </p:cNvPr>
          <p:cNvSpPr/>
          <p:nvPr userDrawn="1"/>
        </p:nvSpPr>
        <p:spPr>
          <a:xfrm>
            <a:off x="2467810" y="5889790"/>
            <a:ext cx="224022" cy="140155"/>
          </a:xfrm>
          <a:custGeom>
            <a:avLst/>
            <a:gdLst>
              <a:gd name="connsiteX0" fmla="*/ 2220 w 224022"/>
              <a:gd name="connsiteY0" fmla="*/ 7138 h 162751"/>
              <a:gd name="connsiteX1" fmla="*/ 221485 w 224022"/>
              <a:gd name="connsiteY1" fmla="*/ 162751 h 162751"/>
              <a:gd name="connsiteX2" fmla="*/ 224022 w 224022"/>
              <a:gd name="connsiteY2" fmla="*/ 159103 h 162751"/>
              <a:gd name="connsiteX3" fmla="*/ 0 w 224022"/>
              <a:gd name="connsiteY3" fmla="*/ 0 h 162751"/>
              <a:gd name="connsiteX4" fmla="*/ 2378 w 224022"/>
              <a:gd name="connsiteY4" fmla="*/ 7138 h 1627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4022" h="162751">
                <a:moveTo>
                  <a:pt x="2220" y="7138"/>
                </a:moveTo>
                <a:lnTo>
                  <a:pt x="221485" y="162751"/>
                </a:lnTo>
                <a:cubicBezTo>
                  <a:pt x="222278" y="161482"/>
                  <a:pt x="223071" y="160214"/>
                  <a:pt x="224022" y="159103"/>
                </a:cubicBezTo>
                <a:lnTo>
                  <a:pt x="0" y="0"/>
                </a:lnTo>
                <a:lnTo>
                  <a:pt x="2378" y="7138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4" name="Freeform 53">
            <a:extLst>
              <a:ext uri="{FF2B5EF4-FFF2-40B4-BE49-F238E27FC236}">
                <a16:creationId xmlns:a16="http://schemas.microsoft.com/office/drawing/2014/main" id="{3F3BA453-8257-7C37-5FFD-5521FD40B60C}"/>
              </a:ext>
            </a:extLst>
          </p:cNvPr>
          <p:cNvSpPr/>
          <p:nvPr userDrawn="1"/>
        </p:nvSpPr>
        <p:spPr>
          <a:xfrm>
            <a:off x="680390" y="4622360"/>
            <a:ext cx="1783456" cy="1093782"/>
          </a:xfrm>
          <a:custGeom>
            <a:avLst/>
            <a:gdLst>
              <a:gd name="connsiteX0" fmla="*/ 2537 w 1783456"/>
              <a:gd name="connsiteY0" fmla="*/ 158 h 1270127"/>
              <a:gd name="connsiteX1" fmla="*/ 0 w 1783456"/>
              <a:gd name="connsiteY1" fmla="*/ 3807 h 1270127"/>
              <a:gd name="connsiteX2" fmla="*/ 1783457 w 1783456"/>
              <a:gd name="connsiteY2" fmla="*/ 1270128 h 1270127"/>
              <a:gd name="connsiteX3" fmla="*/ 1781079 w 1783456"/>
              <a:gd name="connsiteY3" fmla="*/ 1262990 h 1270127"/>
              <a:gd name="connsiteX4" fmla="*/ 2378 w 1783456"/>
              <a:gd name="connsiteY4" fmla="*/ 0 h 12701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83456" h="1270127">
                <a:moveTo>
                  <a:pt x="2537" y="158"/>
                </a:moveTo>
                <a:cubicBezTo>
                  <a:pt x="1744" y="1428"/>
                  <a:pt x="951" y="2696"/>
                  <a:pt x="0" y="3807"/>
                </a:cubicBezTo>
                <a:lnTo>
                  <a:pt x="1783457" y="1270128"/>
                </a:lnTo>
                <a:lnTo>
                  <a:pt x="1781079" y="1262990"/>
                </a:lnTo>
                <a:lnTo>
                  <a:pt x="2378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5" name="Freeform 54">
            <a:extLst>
              <a:ext uri="{FF2B5EF4-FFF2-40B4-BE49-F238E27FC236}">
                <a16:creationId xmlns:a16="http://schemas.microsoft.com/office/drawing/2014/main" id="{1517B3FE-1AB4-A92B-628F-7D28089067E7}"/>
              </a:ext>
            </a:extLst>
          </p:cNvPr>
          <p:cNvSpPr/>
          <p:nvPr userDrawn="1"/>
        </p:nvSpPr>
        <p:spPr>
          <a:xfrm>
            <a:off x="2212872" y="5110296"/>
            <a:ext cx="496399" cy="797899"/>
          </a:xfrm>
          <a:custGeom>
            <a:avLst/>
            <a:gdLst>
              <a:gd name="connsiteX0" fmla="*/ 492753 w 496399"/>
              <a:gd name="connsiteY0" fmla="*/ 926542 h 926541"/>
              <a:gd name="connsiteX1" fmla="*/ 496400 w 496399"/>
              <a:gd name="connsiteY1" fmla="*/ 924004 h 926541"/>
              <a:gd name="connsiteX2" fmla="*/ 3805 w 496399"/>
              <a:gd name="connsiteY2" fmla="*/ 0 h 926541"/>
              <a:gd name="connsiteX3" fmla="*/ 0 w 496399"/>
              <a:gd name="connsiteY3" fmla="*/ 2538 h 926541"/>
              <a:gd name="connsiteX4" fmla="*/ 492595 w 496399"/>
              <a:gd name="connsiteY4" fmla="*/ 926542 h 9265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6399" h="926541">
                <a:moveTo>
                  <a:pt x="492753" y="926542"/>
                </a:moveTo>
                <a:cubicBezTo>
                  <a:pt x="494022" y="925749"/>
                  <a:pt x="495132" y="924638"/>
                  <a:pt x="496400" y="924004"/>
                </a:cubicBezTo>
                <a:lnTo>
                  <a:pt x="3805" y="0"/>
                </a:lnTo>
                <a:cubicBezTo>
                  <a:pt x="2537" y="793"/>
                  <a:pt x="1427" y="1903"/>
                  <a:pt x="0" y="2538"/>
                </a:cubicBezTo>
                <a:lnTo>
                  <a:pt x="492595" y="926542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3BF1C732-0EAA-EA7A-A5A9-1556F5A23C4F}"/>
              </a:ext>
            </a:extLst>
          </p:cNvPr>
          <p:cNvSpPr/>
          <p:nvPr userDrawn="1"/>
        </p:nvSpPr>
        <p:spPr>
          <a:xfrm>
            <a:off x="2204786" y="5114421"/>
            <a:ext cx="647016" cy="1661778"/>
          </a:xfrm>
          <a:custGeom>
            <a:avLst/>
            <a:gdLst>
              <a:gd name="connsiteX0" fmla="*/ 552841 w 647016"/>
              <a:gd name="connsiteY0" fmla="*/ 1659717 h 1929699"/>
              <a:gd name="connsiteX1" fmla="*/ 642736 w 647016"/>
              <a:gd name="connsiteY1" fmla="*/ 1929700 h 1929699"/>
              <a:gd name="connsiteX2" fmla="*/ 647016 w 647016"/>
              <a:gd name="connsiteY2" fmla="*/ 1928748 h 1929699"/>
              <a:gd name="connsiteX3" fmla="*/ 552207 w 647016"/>
              <a:gd name="connsiteY3" fmla="*/ 1644171 h 1929699"/>
              <a:gd name="connsiteX4" fmla="*/ 547292 w 647016"/>
              <a:gd name="connsiteY4" fmla="*/ 1629419 h 1929699"/>
              <a:gd name="connsiteX5" fmla="*/ 498302 w 647016"/>
              <a:gd name="connsiteY5" fmla="*/ 1482689 h 1929699"/>
              <a:gd name="connsiteX6" fmla="*/ 494497 w 647016"/>
              <a:gd name="connsiteY6" fmla="*/ 1471426 h 1929699"/>
              <a:gd name="connsiteX7" fmla="*/ 264926 w 647016"/>
              <a:gd name="connsiteY7" fmla="*/ 782508 h 1929699"/>
              <a:gd name="connsiteX8" fmla="*/ 262548 w 647016"/>
              <a:gd name="connsiteY8" fmla="*/ 775370 h 1929699"/>
              <a:gd name="connsiteX9" fmla="*/ 4281 w 647016"/>
              <a:gd name="connsiteY9" fmla="*/ 0 h 1929699"/>
              <a:gd name="connsiteX10" fmla="*/ 0 w 647016"/>
              <a:gd name="connsiteY10" fmla="*/ 952 h 1929699"/>
              <a:gd name="connsiteX11" fmla="*/ 256523 w 647016"/>
              <a:gd name="connsiteY11" fmla="*/ 771245 h 1929699"/>
              <a:gd name="connsiteX12" fmla="*/ 258902 w 647016"/>
              <a:gd name="connsiteY12" fmla="*/ 778384 h 1929699"/>
              <a:gd name="connsiteX13" fmla="*/ 493705 w 647016"/>
              <a:gd name="connsiteY13" fmla="*/ 1483323 h 1929699"/>
              <a:gd name="connsiteX14" fmla="*/ 497510 w 647016"/>
              <a:gd name="connsiteY14" fmla="*/ 1494586 h 1929699"/>
              <a:gd name="connsiteX15" fmla="*/ 547609 w 647016"/>
              <a:gd name="connsiteY15" fmla="*/ 1645123 h 1929699"/>
              <a:gd name="connsiteX16" fmla="*/ 552524 w 647016"/>
              <a:gd name="connsiteY16" fmla="*/ 1659875 h 19296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647016" h="1929699">
                <a:moveTo>
                  <a:pt x="552841" y="1659717"/>
                </a:moveTo>
                <a:lnTo>
                  <a:pt x="642736" y="1929700"/>
                </a:lnTo>
                <a:cubicBezTo>
                  <a:pt x="644163" y="1929224"/>
                  <a:pt x="645748" y="1929224"/>
                  <a:pt x="647016" y="1928748"/>
                </a:cubicBezTo>
                <a:lnTo>
                  <a:pt x="552207" y="1644171"/>
                </a:lnTo>
                <a:lnTo>
                  <a:pt x="547292" y="1629419"/>
                </a:lnTo>
                <a:lnTo>
                  <a:pt x="498302" y="1482689"/>
                </a:lnTo>
                <a:lnTo>
                  <a:pt x="494497" y="1471426"/>
                </a:lnTo>
                <a:lnTo>
                  <a:pt x="264926" y="782508"/>
                </a:lnTo>
                <a:lnTo>
                  <a:pt x="262548" y="775370"/>
                </a:lnTo>
                <a:lnTo>
                  <a:pt x="4281" y="0"/>
                </a:lnTo>
                <a:cubicBezTo>
                  <a:pt x="2854" y="476"/>
                  <a:pt x="1427" y="476"/>
                  <a:pt x="0" y="952"/>
                </a:cubicBezTo>
                <a:lnTo>
                  <a:pt x="256523" y="771245"/>
                </a:lnTo>
                <a:lnTo>
                  <a:pt x="258902" y="778384"/>
                </a:lnTo>
                <a:lnTo>
                  <a:pt x="493705" y="1483323"/>
                </a:lnTo>
                <a:lnTo>
                  <a:pt x="497510" y="1494586"/>
                </a:lnTo>
                <a:lnTo>
                  <a:pt x="547609" y="1645123"/>
                </a:lnTo>
                <a:lnTo>
                  <a:pt x="552524" y="165987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7" name="Freeform 56">
            <a:extLst>
              <a:ext uri="{FF2B5EF4-FFF2-40B4-BE49-F238E27FC236}">
                <a16:creationId xmlns:a16="http://schemas.microsoft.com/office/drawing/2014/main" id="{C527888F-582F-4833-1ED7-538C8BA0CF65}"/>
              </a:ext>
            </a:extLst>
          </p:cNvPr>
          <p:cNvSpPr/>
          <p:nvPr userDrawn="1"/>
        </p:nvSpPr>
        <p:spPr>
          <a:xfrm>
            <a:off x="909802" y="4104917"/>
            <a:ext cx="1243774" cy="805413"/>
          </a:xfrm>
          <a:custGeom>
            <a:avLst/>
            <a:gdLst>
              <a:gd name="connsiteX0" fmla="*/ 0 w 1243774"/>
              <a:gd name="connsiteY0" fmla="*/ 3807 h 935266"/>
              <a:gd name="connsiteX1" fmla="*/ 1241238 w 1243774"/>
              <a:gd name="connsiteY1" fmla="*/ 935266 h 935266"/>
              <a:gd name="connsiteX2" fmla="*/ 1243774 w 1243774"/>
              <a:gd name="connsiteY2" fmla="*/ 931618 h 935266"/>
              <a:gd name="connsiteX3" fmla="*/ 2220 w 1243774"/>
              <a:gd name="connsiteY3" fmla="*/ 0 h 935266"/>
              <a:gd name="connsiteX4" fmla="*/ 0 w 1243774"/>
              <a:gd name="connsiteY4" fmla="*/ 3966 h 9352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3774" h="935266">
                <a:moveTo>
                  <a:pt x="0" y="3807"/>
                </a:moveTo>
                <a:lnTo>
                  <a:pt x="1241238" y="935266"/>
                </a:lnTo>
                <a:cubicBezTo>
                  <a:pt x="1242030" y="933997"/>
                  <a:pt x="1242823" y="932728"/>
                  <a:pt x="1243774" y="931618"/>
                </a:cubicBezTo>
                <a:lnTo>
                  <a:pt x="2220" y="0"/>
                </a:lnTo>
                <a:lnTo>
                  <a:pt x="0" y="3966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8" name="Freeform 57">
            <a:extLst>
              <a:ext uri="{FF2B5EF4-FFF2-40B4-BE49-F238E27FC236}">
                <a16:creationId xmlns:a16="http://schemas.microsoft.com/office/drawing/2014/main" id="{3A9537A6-441A-EA58-0C63-B27BB0C5ED91}"/>
              </a:ext>
            </a:extLst>
          </p:cNvPr>
          <p:cNvSpPr/>
          <p:nvPr userDrawn="1"/>
        </p:nvSpPr>
        <p:spPr>
          <a:xfrm>
            <a:off x="881899" y="4084135"/>
            <a:ext cx="26318" cy="45719"/>
          </a:xfrm>
          <a:custGeom>
            <a:avLst/>
            <a:gdLst>
              <a:gd name="connsiteX0" fmla="*/ 24257 w 26318"/>
              <a:gd name="connsiteY0" fmla="*/ 21890 h 21890"/>
              <a:gd name="connsiteX1" fmla="*/ 26318 w 26318"/>
              <a:gd name="connsiteY1" fmla="*/ 17925 h 21890"/>
              <a:gd name="connsiteX2" fmla="*/ 2537 w 26318"/>
              <a:gd name="connsiteY2" fmla="*/ 0 h 21890"/>
              <a:gd name="connsiteX3" fmla="*/ 0 w 26318"/>
              <a:gd name="connsiteY3" fmla="*/ 3648 h 21890"/>
              <a:gd name="connsiteX4" fmla="*/ 24257 w 26318"/>
              <a:gd name="connsiteY4" fmla="*/ 21732 h 218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6318" h="21890">
                <a:moveTo>
                  <a:pt x="24257" y="21890"/>
                </a:moveTo>
                <a:lnTo>
                  <a:pt x="26318" y="17925"/>
                </a:lnTo>
                <a:lnTo>
                  <a:pt x="2537" y="0"/>
                </a:lnTo>
                <a:cubicBezTo>
                  <a:pt x="1744" y="1269"/>
                  <a:pt x="951" y="2538"/>
                  <a:pt x="0" y="3648"/>
                </a:cubicBezTo>
                <a:lnTo>
                  <a:pt x="24257" y="21732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9" name="Freeform 58">
            <a:extLst>
              <a:ext uri="{FF2B5EF4-FFF2-40B4-BE49-F238E27FC236}">
                <a16:creationId xmlns:a16="http://schemas.microsoft.com/office/drawing/2014/main" id="{81E7CDDF-CD9D-FD24-7EEA-7096F9E58689}"/>
              </a:ext>
            </a:extLst>
          </p:cNvPr>
          <p:cNvSpPr/>
          <p:nvPr userDrawn="1"/>
        </p:nvSpPr>
        <p:spPr>
          <a:xfrm>
            <a:off x="688317" y="4607924"/>
            <a:ext cx="1456539" cy="385495"/>
          </a:xfrm>
          <a:custGeom>
            <a:avLst/>
            <a:gdLst>
              <a:gd name="connsiteX0" fmla="*/ 0 w 1456539"/>
              <a:gd name="connsiteY0" fmla="*/ 4442 h 447646"/>
              <a:gd name="connsiteX1" fmla="*/ 1455589 w 1456539"/>
              <a:gd name="connsiteY1" fmla="*/ 447646 h 447646"/>
              <a:gd name="connsiteX2" fmla="*/ 1456540 w 1456539"/>
              <a:gd name="connsiteY2" fmla="*/ 443204 h 447646"/>
              <a:gd name="connsiteX3" fmla="*/ 951 w 1456539"/>
              <a:gd name="connsiteY3" fmla="*/ 0 h 447646"/>
              <a:gd name="connsiteX4" fmla="*/ 0 w 1456539"/>
              <a:gd name="connsiteY4" fmla="*/ 4442 h 4476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56539" h="447646">
                <a:moveTo>
                  <a:pt x="0" y="4442"/>
                </a:moveTo>
                <a:lnTo>
                  <a:pt x="1455589" y="447646"/>
                </a:lnTo>
                <a:cubicBezTo>
                  <a:pt x="1456064" y="446218"/>
                  <a:pt x="1456064" y="444632"/>
                  <a:pt x="1456540" y="443204"/>
                </a:cubicBezTo>
                <a:lnTo>
                  <a:pt x="951" y="0"/>
                </a:lnTo>
                <a:cubicBezTo>
                  <a:pt x="634" y="1428"/>
                  <a:pt x="476" y="3014"/>
                  <a:pt x="0" y="444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0" name="Freeform 59">
            <a:extLst>
              <a:ext uri="{FF2B5EF4-FFF2-40B4-BE49-F238E27FC236}">
                <a16:creationId xmlns:a16="http://schemas.microsoft.com/office/drawing/2014/main" id="{152DA304-3A37-699A-FC5C-527C3F21C98C}"/>
              </a:ext>
            </a:extLst>
          </p:cNvPr>
          <p:cNvSpPr/>
          <p:nvPr userDrawn="1"/>
        </p:nvSpPr>
        <p:spPr>
          <a:xfrm>
            <a:off x="1078176" y="3889025"/>
            <a:ext cx="1080949" cy="985183"/>
          </a:xfrm>
          <a:custGeom>
            <a:avLst/>
            <a:gdLst>
              <a:gd name="connsiteX0" fmla="*/ 158 w 1080949"/>
              <a:gd name="connsiteY0" fmla="*/ 2697 h 1144019"/>
              <a:gd name="connsiteX1" fmla="*/ 1077462 w 1080949"/>
              <a:gd name="connsiteY1" fmla="*/ 1144019 h 1144019"/>
              <a:gd name="connsiteX2" fmla="*/ 1080950 w 1080949"/>
              <a:gd name="connsiteY2" fmla="*/ 1141323 h 1144019"/>
              <a:gd name="connsiteX3" fmla="*/ 3488 w 1080949"/>
              <a:gd name="connsiteY3" fmla="*/ 0 h 1144019"/>
              <a:gd name="connsiteX4" fmla="*/ 0 w 1080949"/>
              <a:gd name="connsiteY4" fmla="*/ 2697 h 11440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80949" h="1144019">
                <a:moveTo>
                  <a:pt x="158" y="2697"/>
                </a:moveTo>
                <a:lnTo>
                  <a:pt x="1077462" y="1144019"/>
                </a:lnTo>
                <a:cubicBezTo>
                  <a:pt x="1078572" y="1142909"/>
                  <a:pt x="1079840" y="1142275"/>
                  <a:pt x="1080950" y="1141323"/>
                </a:cubicBezTo>
                <a:lnTo>
                  <a:pt x="3488" y="0"/>
                </a:lnTo>
                <a:cubicBezTo>
                  <a:pt x="2378" y="1110"/>
                  <a:pt x="1110" y="1745"/>
                  <a:pt x="0" y="2697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1" name="Freeform 60">
            <a:extLst>
              <a:ext uri="{FF2B5EF4-FFF2-40B4-BE49-F238E27FC236}">
                <a16:creationId xmlns:a16="http://schemas.microsoft.com/office/drawing/2014/main" id="{3D9FE56C-656C-4EFB-DBD3-0874F2F329FD}"/>
              </a:ext>
            </a:extLst>
          </p:cNvPr>
          <p:cNvSpPr/>
          <p:nvPr userDrawn="1"/>
        </p:nvSpPr>
        <p:spPr>
          <a:xfrm>
            <a:off x="877301" y="3887914"/>
            <a:ext cx="135079" cy="116386"/>
          </a:xfrm>
          <a:custGeom>
            <a:avLst/>
            <a:gdLst>
              <a:gd name="connsiteX0" fmla="*/ 3171 w 135079"/>
              <a:gd name="connsiteY0" fmla="*/ 134992 h 135150"/>
              <a:gd name="connsiteX1" fmla="*/ 135079 w 135079"/>
              <a:gd name="connsiteY1" fmla="*/ 3014 h 135150"/>
              <a:gd name="connsiteX2" fmla="*/ 131908 w 135079"/>
              <a:gd name="connsiteY2" fmla="*/ 0 h 135150"/>
              <a:gd name="connsiteX3" fmla="*/ 0 w 135079"/>
              <a:gd name="connsiteY3" fmla="*/ 131978 h 135150"/>
              <a:gd name="connsiteX4" fmla="*/ 3012 w 135079"/>
              <a:gd name="connsiteY4" fmla="*/ 135150 h 135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5079" h="135150">
                <a:moveTo>
                  <a:pt x="3171" y="134992"/>
                </a:moveTo>
                <a:lnTo>
                  <a:pt x="135079" y="3014"/>
                </a:lnTo>
                <a:cubicBezTo>
                  <a:pt x="133969" y="2062"/>
                  <a:pt x="133018" y="952"/>
                  <a:pt x="131908" y="0"/>
                </a:cubicBezTo>
                <a:lnTo>
                  <a:pt x="0" y="131978"/>
                </a:lnTo>
                <a:cubicBezTo>
                  <a:pt x="1110" y="132930"/>
                  <a:pt x="2061" y="134040"/>
                  <a:pt x="3012" y="13515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2" name="Freeform 61">
            <a:extLst>
              <a:ext uri="{FF2B5EF4-FFF2-40B4-BE49-F238E27FC236}">
                <a16:creationId xmlns:a16="http://schemas.microsoft.com/office/drawing/2014/main" id="{6DF6D95B-F604-3397-989D-3FDDFCD90AB5}"/>
              </a:ext>
            </a:extLst>
          </p:cNvPr>
          <p:cNvSpPr/>
          <p:nvPr userDrawn="1"/>
        </p:nvSpPr>
        <p:spPr>
          <a:xfrm>
            <a:off x="663426" y="3896322"/>
            <a:ext cx="360686" cy="566221"/>
          </a:xfrm>
          <a:custGeom>
            <a:avLst/>
            <a:gdLst>
              <a:gd name="connsiteX0" fmla="*/ 242730 w 360686"/>
              <a:gd name="connsiteY0" fmla="*/ 209705 h 657510"/>
              <a:gd name="connsiteX1" fmla="*/ 0 w 360686"/>
              <a:gd name="connsiteY1" fmla="*/ 654972 h 657510"/>
              <a:gd name="connsiteX2" fmla="*/ 3646 w 360686"/>
              <a:gd name="connsiteY2" fmla="*/ 657510 h 657510"/>
              <a:gd name="connsiteX3" fmla="*/ 246218 w 360686"/>
              <a:gd name="connsiteY3" fmla="*/ 212402 h 657510"/>
              <a:gd name="connsiteX4" fmla="*/ 248438 w 360686"/>
              <a:gd name="connsiteY4" fmla="*/ 208436 h 657510"/>
              <a:gd name="connsiteX5" fmla="*/ 360687 w 360686"/>
              <a:gd name="connsiteY5" fmla="*/ 2538 h 657510"/>
              <a:gd name="connsiteX6" fmla="*/ 357040 w 360686"/>
              <a:gd name="connsiteY6" fmla="*/ 0 h 657510"/>
              <a:gd name="connsiteX7" fmla="*/ 244791 w 360686"/>
              <a:gd name="connsiteY7" fmla="*/ 205740 h 657510"/>
              <a:gd name="connsiteX8" fmla="*/ 242730 w 360686"/>
              <a:gd name="connsiteY8" fmla="*/ 209705 h 6575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60686" h="657510">
                <a:moveTo>
                  <a:pt x="242730" y="209705"/>
                </a:moveTo>
                <a:lnTo>
                  <a:pt x="0" y="654972"/>
                </a:lnTo>
                <a:cubicBezTo>
                  <a:pt x="1427" y="655607"/>
                  <a:pt x="2378" y="656717"/>
                  <a:pt x="3646" y="657510"/>
                </a:cubicBezTo>
                <a:lnTo>
                  <a:pt x="246218" y="212402"/>
                </a:lnTo>
                <a:lnTo>
                  <a:pt x="248438" y="208436"/>
                </a:lnTo>
                <a:lnTo>
                  <a:pt x="360687" y="2538"/>
                </a:lnTo>
                <a:cubicBezTo>
                  <a:pt x="359260" y="1904"/>
                  <a:pt x="358308" y="793"/>
                  <a:pt x="357040" y="0"/>
                </a:cubicBezTo>
                <a:lnTo>
                  <a:pt x="244791" y="205740"/>
                </a:lnTo>
                <a:lnTo>
                  <a:pt x="242730" y="20970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3" name="Freeform 62">
            <a:extLst>
              <a:ext uri="{FF2B5EF4-FFF2-40B4-BE49-F238E27FC236}">
                <a16:creationId xmlns:a16="http://schemas.microsoft.com/office/drawing/2014/main" id="{E3228C4E-899D-12B2-6EF7-0B0686BC80BE}"/>
              </a:ext>
            </a:extLst>
          </p:cNvPr>
          <p:cNvSpPr/>
          <p:nvPr userDrawn="1"/>
        </p:nvSpPr>
        <p:spPr>
          <a:xfrm>
            <a:off x="225211" y="3495947"/>
            <a:ext cx="230205" cy="90157"/>
          </a:xfrm>
          <a:custGeom>
            <a:avLst/>
            <a:gdLst>
              <a:gd name="connsiteX0" fmla="*/ 223705 w 230205"/>
              <a:gd name="connsiteY0" fmla="*/ 97080 h 104693"/>
              <a:gd name="connsiteX1" fmla="*/ 0 w 230205"/>
              <a:gd name="connsiteY1" fmla="*/ 0 h 104693"/>
              <a:gd name="connsiteX2" fmla="*/ 2220 w 230205"/>
              <a:gd name="connsiteY2" fmla="*/ 5711 h 104693"/>
              <a:gd name="connsiteX3" fmla="*/ 230205 w 230205"/>
              <a:gd name="connsiteY3" fmla="*/ 104694 h 104693"/>
              <a:gd name="connsiteX4" fmla="*/ 223705 w 230205"/>
              <a:gd name="connsiteY4" fmla="*/ 97080 h 1046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0205" h="104693">
                <a:moveTo>
                  <a:pt x="223705" y="97080"/>
                </a:moveTo>
                <a:lnTo>
                  <a:pt x="0" y="0"/>
                </a:lnTo>
                <a:lnTo>
                  <a:pt x="2220" y="5711"/>
                </a:lnTo>
                <a:lnTo>
                  <a:pt x="230205" y="104694"/>
                </a:lnTo>
                <a:lnTo>
                  <a:pt x="223705" y="9708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69" name="Freeform 468">
            <a:extLst>
              <a:ext uri="{FF2B5EF4-FFF2-40B4-BE49-F238E27FC236}">
                <a16:creationId xmlns:a16="http://schemas.microsoft.com/office/drawing/2014/main" id="{A879385A-4015-2997-1E4F-F996C1191D23}"/>
              </a:ext>
            </a:extLst>
          </p:cNvPr>
          <p:cNvSpPr/>
          <p:nvPr userDrawn="1"/>
        </p:nvSpPr>
        <p:spPr>
          <a:xfrm>
            <a:off x="458112" y="3596992"/>
            <a:ext cx="541426" cy="206407"/>
          </a:xfrm>
          <a:custGeom>
            <a:avLst/>
            <a:gdLst>
              <a:gd name="connsiteX0" fmla="*/ 282842 w 541426"/>
              <a:gd name="connsiteY0" fmla="*/ 122619 h 239685"/>
              <a:gd name="connsiteX1" fmla="*/ 277451 w 541426"/>
              <a:gd name="connsiteY1" fmla="*/ 120239 h 239685"/>
              <a:gd name="connsiteX2" fmla="*/ 0 w 541426"/>
              <a:gd name="connsiteY2" fmla="*/ 0 h 239685"/>
              <a:gd name="connsiteX3" fmla="*/ 6342 w 541426"/>
              <a:gd name="connsiteY3" fmla="*/ 7614 h 239685"/>
              <a:gd name="connsiteX4" fmla="*/ 279195 w 541426"/>
              <a:gd name="connsiteY4" fmla="*/ 125950 h 239685"/>
              <a:gd name="connsiteX5" fmla="*/ 284586 w 541426"/>
              <a:gd name="connsiteY5" fmla="*/ 128329 h 239685"/>
              <a:gd name="connsiteX6" fmla="*/ 541268 w 541426"/>
              <a:gd name="connsiteY6" fmla="*/ 239686 h 239685"/>
              <a:gd name="connsiteX7" fmla="*/ 541426 w 541426"/>
              <a:gd name="connsiteY7" fmla="*/ 239051 h 239685"/>
              <a:gd name="connsiteX8" fmla="*/ 299330 w 541426"/>
              <a:gd name="connsiteY8" fmla="*/ 130074 h 239685"/>
              <a:gd name="connsiteX9" fmla="*/ 282842 w 541426"/>
              <a:gd name="connsiteY9" fmla="*/ 122936 h 2396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41426" h="239685">
                <a:moveTo>
                  <a:pt x="282842" y="122619"/>
                </a:moveTo>
                <a:lnTo>
                  <a:pt x="277451" y="120239"/>
                </a:lnTo>
                <a:lnTo>
                  <a:pt x="0" y="0"/>
                </a:lnTo>
                <a:lnTo>
                  <a:pt x="6342" y="7614"/>
                </a:lnTo>
                <a:lnTo>
                  <a:pt x="279195" y="125950"/>
                </a:lnTo>
                <a:lnTo>
                  <a:pt x="284586" y="128329"/>
                </a:lnTo>
                <a:lnTo>
                  <a:pt x="541268" y="239686"/>
                </a:lnTo>
                <a:cubicBezTo>
                  <a:pt x="541268" y="239686"/>
                  <a:pt x="541268" y="239210"/>
                  <a:pt x="541426" y="239051"/>
                </a:cubicBezTo>
                <a:lnTo>
                  <a:pt x="299330" y="130074"/>
                </a:lnTo>
                <a:lnTo>
                  <a:pt x="282842" y="122936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65" name="Freeform 564">
            <a:extLst>
              <a:ext uri="{FF2B5EF4-FFF2-40B4-BE49-F238E27FC236}">
                <a16:creationId xmlns:a16="http://schemas.microsoft.com/office/drawing/2014/main" id="{54C72D71-8C51-7A7D-B42B-8C8F2228934F}"/>
              </a:ext>
            </a:extLst>
          </p:cNvPr>
          <p:cNvSpPr/>
          <p:nvPr userDrawn="1"/>
        </p:nvSpPr>
        <p:spPr>
          <a:xfrm>
            <a:off x="33056" y="3412667"/>
            <a:ext cx="188666" cy="74585"/>
          </a:xfrm>
          <a:custGeom>
            <a:avLst/>
            <a:gdLst>
              <a:gd name="connsiteX0" fmla="*/ 186447 w 188666"/>
              <a:gd name="connsiteY0" fmla="*/ 80900 h 86610"/>
              <a:gd name="connsiteX1" fmla="*/ 0 w 188666"/>
              <a:gd name="connsiteY1" fmla="*/ 0 h 86610"/>
              <a:gd name="connsiteX2" fmla="*/ 0 w 188666"/>
              <a:gd name="connsiteY2" fmla="*/ 4759 h 86610"/>
              <a:gd name="connsiteX3" fmla="*/ 188667 w 188666"/>
              <a:gd name="connsiteY3" fmla="*/ 86610 h 86610"/>
              <a:gd name="connsiteX4" fmla="*/ 186447 w 188666"/>
              <a:gd name="connsiteY4" fmla="*/ 80900 h 86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8666" h="86610">
                <a:moveTo>
                  <a:pt x="186447" y="80900"/>
                </a:moveTo>
                <a:lnTo>
                  <a:pt x="0" y="0"/>
                </a:lnTo>
                <a:lnTo>
                  <a:pt x="0" y="4759"/>
                </a:lnTo>
                <a:lnTo>
                  <a:pt x="188667" y="86610"/>
                </a:lnTo>
                <a:lnTo>
                  <a:pt x="186447" y="8090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66" name="Freeform 565">
            <a:extLst>
              <a:ext uri="{FF2B5EF4-FFF2-40B4-BE49-F238E27FC236}">
                <a16:creationId xmlns:a16="http://schemas.microsoft.com/office/drawing/2014/main" id="{9B253357-DC01-F7DE-24FC-06635E3614C3}"/>
              </a:ext>
            </a:extLst>
          </p:cNvPr>
          <p:cNvSpPr/>
          <p:nvPr userDrawn="1"/>
        </p:nvSpPr>
        <p:spPr>
          <a:xfrm>
            <a:off x="188271" y="1943146"/>
            <a:ext cx="839329" cy="1607548"/>
          </a:xfrm>
          <a:custGeom>
            <a:avLst/>
            <a:gdLst>
              <a:gd name="connsiteX0" fmla="*/ 835366 w 839329"/>
              <a:gd name="connsiteY0" fmla="*/ 1866725 h 1866725"/>
              <a:gd name="connsiteX1" fmla="*/ 839330 w 839329"/>
              <a:gd name="connsiteY1" fmla="*/ 1864663 h 1866725"/>
              <a:gd name="connsiteX2" fmla="*/ 3964 w 839329"/>
              <a:gd name="connsiteY2" fmla="*/ 0 h 1866725"/>
              <a:gd name="connsiteX3" fmla="*/ 0 w 839329"/>
              <a:gd name="connsiteY3" fmla="*/ 2062 h 1866725"/>
              <a:gd name="connsiteX4" fmla="*/ 835366 w 839329"/>
              <a:gd name="connsiteY4" fmla="*/ 1866567 h 1866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39329" h="1866725">
                <a:moveTo>
                  <a:pt x="835366" y="1866725"/>
                </a:moveTo>
                <a:cubicBezTo>
                  <a:pt x="836793" y="1866091"/>
                  <a:pt x="837903" y="1865139"/>
                  <a:pt x="839330" y="1864663"/>
                </a:cubicBezTo>
                <a:lnTo>
                  <a:pt x="3964" y="0"/>
                </a:lnTo>
                <a:cubicBezTo>
                  <a:pt x="2537" y="635"/>
                  <a:pt x="1427" y="1586"/>
                  <a:pt x="0" y="2062"/>
                </a:cubicBezTo>
                <a:lnTo>
                  <a:pt x="835366" y="1866567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67" name="Freeform 566">
            <a:extLst>
              <a:ext uri="{FF2B5EF4-FFF2-40B4-BE49-F238E27FC236}">
                <a16:creationId xmlns:a16="http://schemas.microsoft.com/office/drawing/2014/main" id="{C0D63A5E-22D2-4668-6E74-0231791DBEE1}"/>
              </a:ext>
            </a:extLst>
          </p:cNvPr>
          <p:cNvSpPr/>
          <p:nvPr userDrawn="1"/>
        </p:nvSpPr>
        <p:spPr>
          <a:xfrm>
            <a:off x="218870" y="3479449"/>
            <a:ext cx="223070" cy="90567"/>
          </a:xfrm>
          <a:custGeom>
            <a:avLst/>
            <a:gdLst>
              <a:gd name="connsiteX0" fmla="*/ 216412 w 223070"/>
              <a:gd name="connsiteY0" fmla="*/ 97397 h 105169"/>
              <a:gd name="connsiteX1" fmla="*/ 0 w 223070"/>
              <a:gd name="connsiteY1" fmla="*/ 0 h 105169"/>
              <a:gd name="connsiteX2" fmla="*/ 2220 w 223070"/>
              <a:gd name="connsiteY2" fmla="*/ 5869 h 105169"/>
              <a:gd name="connsiteX3" fmla="*/ 223071 w 223070"/>
              <a:gd name="connsiteY3" fmla="*/ 105170 h 105169"/>
              <a:gd name="connsiteX4" fmla="*/ 216412 w 223070"/>
              <a:gd name="connsiteY4" fmla="*/ 97397 h 1051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3070" h="105169">
                <a:moveTo>
                  <a:pt x="216412" y="97397"/>
                </a:moveTo>
                <a:lnTo>
                  <a:pt x="0" y="0"/>
                </a:lnTo>
                <a:lnTo>
                  <a:pt x="2220" y="5869"/>
                </a:lnTo>
                <a:lnTo>
                  <a:pt x="223071" y="105170"/>
                </a:lnTo>
                <a:lnTo>
                  <a:pt x="216412" y="97397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73" name="Freeform 572">
            <a:extLst>
              <a:ext uri="{FF2B5EF4-FFF2-40B4-BE49-F238E27FC236}">
                <a16:creationId xmlns:a16="http://schemas.microsoft.com/office/drawing/2014/main" id="{A22695CE-7E00-324D-AA01-8451E10494B4}"/>
              </a:ext>
            </a:extLst>
          </p:cNvPr>
          <p:cNvSpPr/>
          <p:nvPr userDrawn="1"/>
        </p:nvSpPr>
        <p:spPr>
          <a:xfrm>
            <a:off x="33056" y="3395695"/>
            <a:ext cx="182325" cy="74858"/>
          </a:xfrm>
          <a:custGeom>
            <a:avLst/>
            <a:gdLst>
              <a:gd name="connsiteX0" fmla="*/ 180105 w 182325"/>
              <a:gd name="connsiteY0" fmla="*/ 81217 h 86927"/>
              <a:gd name="connsiteX1" fmla="*/ 0 w 182325"/>
              <a:gd name="connsiteY1" fmla="*/ 0 h 86927"/>
              <a:gd name="connsiteX2" fmla="*/ 0 w 182325"/>
              <a:gd name="connsiteY2" fmla="*/ 4917 h 86927"/>
              <a:gd name="connsiteX3" fmla="*/ 182325 w 182325"/>
              <a:gd name="connsiteY3" fmla="*/ 86928 h 86927"/>
              <a:gd name="connsiteX4" fmla="*/ 180105 w 182325"/>
              <a:gd name="connsiteY4" fmla="*/ 81217 h 869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325" h="86927">
                <a:moveTo>
                  <a:pt x="180105" y="81217"/>
                </a:moveTo>
                <a:lnTo>
                  <a:pt x="0" y="0"/>
                </a:lnTo>
                <a:lnTo>
                  <a:pt x="0" y="4917"/>
                </a:lnTo>
                <a:lnTo>
                  <a:pt x="182325" y="86928"/>
                </a:lnTo>
                <a:lnTo>
                  <a:pt x="180105" y="81217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75" name="Freeform 574">
            <a:extLst>
              <a:ext uri="{FF2B5EF4-FFF2-40B4-BE49-F238E27FC236}">
                <a16:creationId xmlns:a16="http://schemas.microsoft.com/office/drawing/2014/main" id="{5FE5D670-913C-CA2C-8F09-4648A022667F}"/>
              </a:ext>
            </a:extLst>
          </p:cNvPr>
          <p:cNvSpPr/>
          <p:nvPr userDrawn="1"/>
        </p:nvSpPr>
        <p:spPr>
          <a:xfrm>
            <a:off x="444636" y="3581129"/>
            <a:ext cx="556963" cy="219248"/>
          </a:xfrm>
          <a:custGeom>
            <a:avLst/>
            <a:gdLst>
              <a:gd name="connsiteX0" fmla="*/ 289025 w 556963"/>
              <a:gd name="connsiteY0" fmla="*/ 130074 h 254596"/>
              <a:gd name="connsiteX1" fmla="*/ 0 w 556963"/>
              <a:gd name="connsiteY1" fmla="*/ 0 h 254596"/>
              <a:gd name="connsiteX2" fmla="*/ 6659 w 556963"/>
              <a:gd name="connsiteY2" fmla="*/ 7773 h 254596"/>
              <a:gd name="connsiteX3" fmla="*/ 290927 w 556963"/>
              <a:gd name="connsiteY3" fmla="*/ 135785 h 254596"/>
              <a:gd name="connsiteX4" fmla="*/ 296318 w 556963"/>
              <a:gd name="connsiteY4" fmla="*/ 138164 h 254596"/>
              <a:gd name="connsiteX5" fmla="*/ 312806 w 556963"/>
              <a:gd name="connsiteY5" fmla="*/ 145620 h 254596"/>
              <a:gd name="connsiteX6" fmla="*/ 554903 w 556963"/>
              <a:gd name="connsiteY6" fmla="*/ 254597 h 254596"/>
              <a:gd name="connsiteX7" fmla="*/ 556964 w 556963"/>
              <a:gd name="connsiteY7" fmla="*/ 250631 h 254596"/>
              <a:gd name="connsiteX8" fmla="*/ 294415 w 556963"/>
              <a:gd name="connsiteY8" fmla="*/ 132454 h 254596"/>
              <a:gd name="connsiteX9" fmla="*/ 289025 w 556963"/>
              <a:gd name="connsiteY9" fmla="*/ 129916 h 254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56963" h="254596">
                <a:moveTo>
                  <a:pt x="289025" y="130074"/>
                </a:moveTo>
                <a:lnTo>
                  <a:pt x="0" y="0"/>
                </a:lnTo>
                <a:lnTo>
                  <a:pt x="6659" y="7773"/>
                </a:lnTo>
                <a:lnTo>
                  <a:pt x="290927" y="135785"/>
                </a:lnTo>
                <a:lnTo>
                  <a:pt x="296318" y="138164"/>
                </a:lnTo>
                <a:lnTo>
                  <a:pt x="312806" y="145620"/>
                </a:lnTo>
                <a:lnTo>
                  <a:pt x="554903" y="254597"/>
                </a:lnTo>
                <a:cubicBezTo>
                  <a:pt x="555537" y="253169"/>
                  <a:pt x="556329" y="252059"/>
                  <a:pt x="556964" y="250631"/>
                </a:cubicBezTo>
                <a:lnTo>
                  <a:pt x="294415" y="132454"/>
                </a:lnTo>
                <a:lnTo>
                  <a:pt x="289025" y="129916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8" name="Freeform 127">
            <a:extLst>
              <a:ext uri="{FF2B5EF4-FFF2-40B4-BE49-F238E27FC236}">
                <a16:creationId xmlns:a16="http://schemas.microsoft.com/office/drawing/2014/main" id="{9258922A-0EFC-0753-07D8-73DC5C843418}"/>
              </a:ext>
            </a:extLst>
          </p:cNvPr>
          <p:cNvSpPr/>
          <p:nvPr userDrawn="1"/>
        </p:nvSpPr>
        <p:spPr>
          <a:xfrm>
            <a:off x="141342" y="3206770"/>
            <a:ext cx="865964" cy="534392"/>
          </a:xfrm>
          <a:custGeom>
            <a:avLst/>
            <a:gdLst>
              <a:gd name="connsiteX0" fmla="*/ 559025 w 865964"/>
              <a:gd name="connsiteY0" fmla="*/ 397679 h 620549"/>
              <a:gd name="connsiteX1" fmla="*/ 2537 w 865964"/>
              <a:gd name="connsiteY1" fmla="*/ 0 h 620549"/>
              <a:gd name="connsiteX2" fmla="*/ 0 w 865964"/>
              <a:gd name="connsiteY2" fmla="*/ 3649 h 620549"/>
              <a:gd name="connsiteX3" fmla="*/ 561244 w 865964"/>
              <a:gd name="connsiteY3" fmla="*/ 404658 h 620549"/>
              <a:gd name="connsiteX4" fmla="*/ 567269 w 865964"/>
              <a:gd name="connsiteY4" fmla="*/ 408941 h 620549"/>
              <a:gd name="connsiteX5" fmla="*/ 863428 w 865964"/>
              <a:gd name="connsiteY5" fmla="*/ 620550 h 620549"/>
              <a:gd name="connsiteX6" fmla="*/ 865965 w 865964"/>
              <a:gd name="connsiteY6" fmla="*/ 616902 h 620549"/>
              <a:gd name="connsiteX7" fmla="*/ 565208 w 865964"/>
              <a:gd name="connsiteY7" fmla="*/ 401962 h 620549"/>
              <a:gd name="connsiteX8" fmla="*/ 559183 w 865964"/>
              <a:gd name="connsiteY8" fmla="*/ 397679 h 6205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865964" h="620549">
                <a:moveTo>
                  <a:pt x="559025" y="397679"/>
                </a:moveTo>
                <a:lnTo>
                  <a:pt x="2537" y="0"/>
                </a:lnTo>
                <a:cubicBezTo>
                  <a:pt x="1744" y="1269"/>
                  <a:pt x="951" y="2538"/>
                  <a:pt x="0" y="3649"/>
                </a:cubicBezTo>
                <a:lnTo>
                  <a:pt x="561244" y="404658"/>
                </a:lnTo>
                <a:lnTo>
                  <a:pt x="567269" y="408941"/>
                </a:lnTo>
                <a:lnTo>
                  <a:pt x="863428" y="620550"/>
                </a:lnTo>
                <a:cubicBezTo>
                  <a:pt x="864221" y="619281"/>
                  <a:pt x="865014" y="618012"/>
                  <a:pt x="865965" y="616902"/>
                </a:cubicBezTo>
                <a:lnTo>
                  <a:pt x="565208" y="401962"/>
                </a:lnTo>
                <a:lnTo>
                  <a:pt x="559183" y="397679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9" name="Freeform 128">
            <a:extLst>
              <a:ext uri="{FF2B5EF4-FFF2-40B4-BE49-F238E27FC236}">
                <a16:creationId xmlns:a16="http://schemas.microsoft.com/office/drawing/2014/main" id="{12706CF2-05D8-6F1C-68EF-DE37AFFB5995}"/>
              </a:ext>
            </a:extLst>
          </p:cNvPr>
          <p:cNvSpPr/>
          <p:nvPr userDrawn="1"/>
        </p:nvSpPr>
        <p:spPr>
          <a:xfrm>
            <a:off x="132622" y="3216287"/>
            <a:ext cx="681103" cy="691895"/>
          </a:xfrm>
          <a:custGeom>
            <a:avLst/>
            <a:gdLst>
              <a:gd name="connsiteX0" fmla="*/ 309319 w 681103"/>
              <a:gd name="connsiteY0" fmla="*/ 368332 h 803446"/>
              <a:gd name="connsiteX1" fmla="*/ 316294 w 681103"/>
              <a:gd name="connsiteY1" fmla="*/ 376581 h 803446"/>
              <a:gd name="connsiteX2" fmla="*/ 322795 w 681103"/>
              <a:gd name="connsiteY2" fmla="*/ 384195 h 803446"/>
              <a:gd name="connsiteX3" fmla="*/ 677457 w 681103"/>
              <a:gd name="connsiteY3" fmla="*/ 803447 h 803446"/>
              <a:gd name="connsiteX4" fmla="*/ 681103 w 681103"/>
              <a:gd name="connsiteY4" fmla="*/ 800909 h 803446"/>
              <a:gd name="connsiteX5" fmla="*/ 331832 w 681103"/>
              <a:gd name="connsiteY5" fmla="*/ 388002 h 803446"/>
              <a:gd name="connsiteX6" fmla="*/ 325490 w 681103"/>
              <a:gd name="connsiteY6" fmla="*/ 380388 h 803446"/>
              <a:gd name="connsiteX7" fmla="*/ 318673 w 681103"/>
              <a:gd name="connsiteY7" fmla="*/ 372298 h 803446"/>
              <a:gd name="connsiteX8" fmla="*/ 312014 w 681103"/>
              <a:gd name="connsiteY8" fmla="*/ 364525 h 803446"/>
              <a:gd name="connsiteX9" fmla="*/ 3647 w 681103"/>
              <a:gd name="connsiteY9" fmla="*/ 0 h 803446"/>
              <a:gd name="connsiteX10" fmla="*/ 0 w 681103"/>
              <a:gd name="connsiteY10" fmla="*/ 2538 h 803446"/>
              <a:gd name="connsiteX11" fmla="*/ 302660 w 681103"/>
              <a:gd name="connsiteY11" fmla="*/ 360401 h 803446"/>
              <a:gd name="connsiteX12" fmla="*/ 309319 w 681103"/>
              <a:gd name="connsiteY12" fmla="*/ 368174 h 8034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81103" h="803446">
                <a:moveTo>
                  <a:pt x="309319" y="368332"/>
                </a:moveTo>
                <a:lnTo>
                  <a:pt x="316294" y="376581"/>
                </a:lnTo>
                <a:lnTo>
                  <a:pt x="322795" y="384195"/>
                </a:lnTo>
                <a:lnTo>
                  <a:pt x="677457" y="803447"/>
                </a:lnTo>
                <a:cubicBezTo>
                  <a:pt x="678566" y="802495"/>
                  <a:pt x="679993" y="801861"/>
                  <a:pt x="681103" y="800909"/>
                </a:cubicBezTo>
                <a:lnTo>
                  <a:pt x="331832" y="388002"/>
                </a:lnTo>
                <a:lnTo>
                  <a:pt x="325490" y="380388"/>
                </a:lnTo>
                <a:lnTo>
                  <a:pt x="318673" y="372298"/>
                </a:lnTo>
                <a:lnTo>
                  <a:pt x="312014" y="364525"/>
                </a:lnTo>
                <a:lnTo>
                  <a:pt x="3647" y="0"/>
                </a:lnTo>
                <a:cubicBezTo>
                  <a:pt x="2537" y="952"/>
                  <a:pt x="1110" y="1586"/>
                  <a:pt x="0" y="2538"/>
                </a:cubicBezTo>
                <a:lnTo>
                  <a:pt x="302660" y="360401"/>
                </a:lnTo>
                <a:lnTo>
                  <a:pt x="309319" y="368174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0" name="Freeform 129">
            <a:extLst>
              <a:ext uri="{FF2B5EF4-FFF2-40B4-BE49-F238E27FC236}">
                <a16:creationId xmlns:a16="http://schemas.microsoft.com/office/drawing/2014/main" id="{4C88BC65-7EFB-F1EF-259A-B1C894C67FBF}"/>
              </a:ext>
            </a:extLst>
          </p:cNvPr>
          <p:cNvSpPr/>
          <p:nvPr userDrawn="1"/>
        </p:nvSpPr>
        <p:spPr>
          <a:xfrm>
            <a:off x="117719" y="3225805"/>
            <a:ext cx="508290" cy="1140091"/>
          </a:xfrm>
          <a:custGeom>
            <a:avLst/>
            <a:gdLst>
              <a:gd name="connsiteX0" fmla="*/ 508291 w 508290"/>
              <a:gd name="connsiteY0" fmla="*/ 1323110 h 1323902"/>
              <a:gd name="connsiteX1" fmla="*/ 285378 w 508290"/>
              <a:gd name="connsiteY1" fmla="*/ 737617 h 1323902"/>
              <a:gd name="connsiteX2" fmla="*/ 283476 w 508290"/>
              <a:gd name="connsiteY2" fmla="*/ 732699 h 1323902"/>
              <a:gd name="connsiteX3" fmla="*/ 203887 w 508290"/>
              <a:gd name="connsiteY3" fmla="*/ 523628 h 1323902"/>
              <a:gd name="connsiteX4" fmla="*/ 201350 w 508290"/>
              <a:gd name="connsiteY4" fmla="*/ 516966 h 1323902"/>
              <a:gd name="connsiteX5" fmla="*/ 173130 w 508290"/>
              <a:gd name="connsiteY5" fmla="*/ 442887 h 1323902"/>
              <a:gd name="connsiteX6" fmla="*/ 170276 w 508290"/>
              <a:gd name="connsiteY6" fmla="*/ 435590 h 1323902"/>
              <a:gd name="connsiteX7" fmla="*/ 109395 w 508290"/>
              <a:gd name="connsiteY7" fmla="*/ 275853 h 1323902"/>
              <a:gd name="connsiteX8" fmla="*/ 107175 w 508290"/>
              <a:gd name="connsiteY8" fmla="*/ 270142 h 1323902"/>
              <a:gd name="connsiteX9" fmla="*/ 103053 w 508290"/>
              <a:gd name="connsiteY9" fmla="*/ 259355 h 1323902"/>
              <a:gd name="connsiteX10" fmla="*/ 100834 w 508290"/>
              <a:gd name="connsiteY10" fmla="*/ 253486 h 1323902"/>
              <a:gd name="connsiteX11" fmla="*/ 4281 w 508290"/>
              <a:gd name="connsiteY11" fmla="*/ 0 h 1323902"/>
              <a:gd name="connsiteX12" fmla="*/ 0 w 508290"/>
              <a:gd name="connsiteY12" fmla="*/ 1110 h 1323902"/>
              <a:gd name="connsiteX13" fmla="*/ 95126 w 508290"/>
              <a:gd name="connsiteY13" fmla="*/ 250948 h 1323902"/>
              <a:gd name="connsiteX14" fmla="*/ 97346 w 508290"/>
              <a:gd name="connsiteY14" fmla="*/ 256818 h 1323902"/>
              <a:gd name="connsiteX15" fmla="*/ 101468 w 508290"/>
              <a:gd name="connsiteY15" fmla="*/ 267604 h 1323902"/>
              <a:gd name="connsiteX16" fmla="*/ 103688 w 508290"/>
              <a:gd name="connsiteY16" fmla="*/ 273315 h 1323902"/>
              <a:gd name="connsiteX17" fmla="*/ 163617 w 508290"/>
              <a:gd name="connsiteY17" fmla="*/ 430831 h 1323902"/>
              <a:gd name="connsiteX18" fmla="*/ 166471 w 508290"/>
              <a:gd name="connsiteY18" fmla="*/ 438128 h 1323902"/>
              <a:gd name="connsiteX19" fmla="*/ 195009 w 508290"/>
              <a:gd name="connsiteY19" fmla="*/ 513318 h 1323902"/>
              <a:gd name="connsiteX20" fmla="*/ 197545 w 508290"/>
              <a:gd name="connsiteY20" fmla="*/ 519980 h 1323902"/>
              <a:gd name="connsiteX21" fmla="*/ 278085 w 508290"/>
              <a:gd name="connsiteY21" fmla="*/ 731430 h 1323902"/>
              <a:gd name="connsiteX22" fmla="*/ 279988 w 508290"/>
              <a:gd name="connsiteY22" fmla="*/ 736348 h 1323902"/>
              <a:gd name="connsiteX23" fmla="*/ 503693 w 508290"/>
              <a:gd name="connsiteY23" fmla="*/ 1323903 h 1323902"/>
              <a:gd name="connsiteX24" fmla="*/ 507974 w 508290"/>
              <a:gd name="connsiteY24" fmla="*/ 1322792 h 13239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508290" h="1323902">
                <a:moveTo>
                  <a:pt x="508291" y="1323110"/>
                </a:moveTo>
                <a:lnTo>
                  <a:pt x="285378" y="737617"/>
                </a:lnTo>
                <a:lnTo>
                  <a:pt x="283476" y="732699"/>
                </a:lnTo>
                <a:lnTo>
                  <a:pt x="203887" y="523628"/>
                </a:lnTo>
                <a:lnTo>
                  <a:pt x="201350" y="516966"/>
                </a:lnTo>
                <a:lnTo>
                  <a:pt x="173130" y="442887"/>
                </a:lnTo>
                <a:lnTo>
                  <a:pt x="170276" y="435590"/>
                </a:lnTo>
                <a:lnTo>
                  <a:pt x="109395" y="275853"/>
                </a:lnTo>
                <a:lnTo>
                  <a:pt x="107175" y="270142"/>
                </a:lnTo>
                <a:lnTo>
                  <a:pt x="103053" y="259355"/>
                </a:lnTo>
                <a:lnTo>
                  <a:pt x="100834" y="253486"/>
                </a:lnTo>
                <a:lnTo>
                  <a:pt x="4281" y="0"/>
                </a:lnTo>
                <a:cubicBezTo>
                  <a:pt x="2854" y="634"/>
                  <a:pt x="1268" y="634"/>
                  <a:pt x="0" y="1110"/>
                </a:cubicBezTo>
                <a:lnTo>
                  <a:pt x="95126" y="250948"/>
                </a:lnTo>
                <a:lnTo>
                  <a:pt x="97346" y="256818"/>
                </a:lnTo>
                <a:lnTo>
                  <a:pt x="101468" y="267604"/>
                </a:lnTo>
                <a:lnTo>
                  <a:pt x="103688" y="273315"/>
                </a:lnTo>
                <a:lnTo>
                  <a:pt x="163617" y="430831"/>
                </a:lnTo>
                <a:lnTo>
                  <a:pt x="166471" y="438128"/>
                </a:lnTo>
                <a:lnTo>
                  <a:pt x="195009" y="513318"/>
                </a:lnTo>
                <a:lnTo>
                  <a:pt x="197545" y="519980"/>
                </a:lnTo>
                <a:lnTo>
                  <a:pt x="278085" y="731430"/>
                </a:lnTo>
                <a:lnTo>
                  <a:pt x="279988" y="736348"/>
                </a:lnTo>
                <a:lnTo>
                  <a:pt x="503693" y="1323903"/>
                </a:lnTo>
                <a:cubicBezTo>
                  <a:pt x="505120" y="1323268"/>
                  <a:pt x="506705" y="1323268"/>
                  <a:pt x="507974" y="132279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1" name="Freeform 130">
            <a:extLst>
              <a:ext uri="{FF2B5EF4-FFF2-40B4-BE49-F238E27FC236}">
                <a16:creationId xmlns:a16="http://schemas.microsoft.com/office/drawing/2014/main" id="{76C1C544-F1CF-7621-40FF-2C42DD440E3F}"/>
              </a:ext>
            </a:extLst>
          </p:cNvPr>
          <p:cNvSpPr/>
          <p:nvPr userDrawn="1"/>
        </p:nvSpPr>
        <p:spPr>
          <a:xfrm>
            <a:off x="33056" y="3190271"/>
            <a:ext cx="21720" cy="45719"/>
          </a:xfrm>
          <a:custGeom>
            <a:avLst/>
            <a:gdLst>
              <a:gd name="connsiteX0" fmla="*/ 21403 w 21720"/>
              <a:gd name="connsiteY0" fmla="*/ 0 h 5552"/>
              <a:gd name="connsiteX1" fmla="*/ 0 w 21720"/>
              <a:gd name="connsiteY1" fmla="*/ 3648 h 5552"/>
              <a:gd name="connsiteX2" fmla="*/ 0 w 21720"/>
              <a:gd name="connsiteY2" fmla="*/ 5552 h 5552"/>
              <a:gd name="connsiteX3" fmla="*/ 21720 w 21720"/>
              <a:gd name="connsiteY3" fmla="*/ 1428 h 5552"/>
              <a:gd name="connsiteX4" fmla="*/ 21403 w 21720"/>
              <a:gd name="connsiteY4" fmla="*/ 159 h 55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720" h="5552">
                <a:moveTo>
                  <a:pt x="21403" y="0"/>
                </a:moveTo>
                <a:lnTo>
                  <a:pt x="0" y="3648"/>
                </a:lnTo>
                <a:lnTo>
                  <a:pt x="0" y="5552"/>
                </a:lnTo>
                <a:lnTo>
                  <a:pt x="21720" y="1428"/>
                </a:lnTo>
                <a:cubicBezTo>
                  <a:pt x="21720" y="1428"/>
                  <a:pt x="21562" y="634"/>
                  <a:pt x="21403" y="159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2" name="Freeform 131">
            <a:extLst>
              <a:ext uri="{FF2B5EF4-FFF2-40B4-BE49-F238E27FC236}">
                <a16:creationId xmlns:a16="http://schemas.microsoft.com/office/drawing/2014/main" id="{82C8CFF3-018B-203C-E056-A89A0649F2C2}"/>
              </a:ext>
            </a:extLst>
          </p:cNvPr>
          <p:cNvSpPr/>
          <p:nvPr userDrawn="1"/>
        </p:nvSpPr>
        <p:spPr>
          <a:xfrm>
            <a:off x="33056" y="3164574"/>
            <a:ext cx="21720" cy="45719"/>
          </a:xfrm>
          <a:custGeom>
            <a:avLst/>
            <a:gdLst>
              <a:gd name="connsiteX0" fmla="*/ 21562 w 21720"/>
              <a:gd name="connsiteY0" fmla="*/ 4124 h 8565"/>
              <a:gd name="connsiteX1" fmla="*/ 0 w 21720"/>
              <a:gd name="connsiteY1" fmla="*/ 0 h 8565"/>
              <a:gd name="connsiteX2" fmla="*/ 0 w 21720"/>
              <a:gd name="connsiteY2" fmla="*/ 4600 h 8565"/>
              <a:gd name="connsiteX3" fmla="*/ 20769 w 21720"/>
              <a:gd name="connsiteY3" fmla="*/ 8566 h 8565"/>
              <a:gd name="connsiteX4" fmla="*/ 21720 w 21720"/>
              <a:gd name="connsiteY4" fmla="*/ 4124 h 85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720" h="8565">
                <a:moveTo>
                  <a:pt x="21562" y="4124"/>
                </a:moveTo>
                <a:lnTo>
                  <a:pt x="0" y="0"/>
                </a:lnTo>
                <a:lnTo>
                  <a:pt x="0" y="4600"/>
                </a:lnTo>
                <a:lnTo>
                  <a:pt x="20769" y="8566"/>
                </a:lnTo>
                <a:cubicBezTo>
                  <a:pt x="20928" y="6980"/>
                  <a:pt x="21403" y="5552"/>
                  <a:pt x="21720" y="4124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3" name="Freeform 132">
            <a:extLst>
              <a:ext uri="{FF2B5EF4-FFF2-40B4-BE49-F238E27FC236}">
                <a16:creationId xmlns:a16="http://schemas.microsoft.com/office/drawing/2014/main" id="{B8F1404D-E684-A83A-E673-85B97B7EB08D}"/>
              </a:ext>
            </a:extLst>
          </p:cNvPr>
          <p:cNvSpPr/>
          <p:nvPr userDrawn="1"/>
        </p:nvSpPr>
        <p:spPr>
          <a:xfrm>
            <a:off x="102816" y="1947904"/>
            <a:ext cx="66588" cy="1018514"/>
          </a:xfrm>
          <a:custGeom>
            <a:avLst/>
            <a:gdLst>
              <a:gd name="connsiteX0" fmla="*/ 66588 w 66588"/>
              <a:gd name="connsiteY0" fmla="*/ 952 h 1182724"/>
              <a:gd name="connsiteX1" fmla="*/ 62149 w 66588"/>
              <a:gd name="connsiteY1" fmla="*/ 0 h 1182724"/>
              <a:gd name="connsiteX2" fmla="*/ 0 w 66588"/>
              <a:gd name="connsiteY2" fmla="*/ 1181773 h 1182724"/>
              <a:gd name="connsiteX3" fmla="*/ 4281 w 66588"/>
              <a:gd name="connsiteY3" fmla="*/ 1182725 h 1182724"/>
              <a:gd name="connsiteX4" fmla="*/ 66430 w 66588"/>
              <a:gd name="connsiteY4" fmla="*/ 952 h 11827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6588" h="1182724">
                <a:moveTo>
                  <a:pt x="66588" y="952"/>
                </a:moveTo>
                <a:cubicBezTo>
                  <a:pt x="65003" y="952"/>
                  <a:pt x="63735" y="159"/>
                  <a:pt x="62149" y="0"/>
                </a:cubicBezTo>
                <a:lnTo>
                  <a:pt x="0" y="1181773"/>
                </a:lnTo>
                <a:cubicBezTo>
                  <a:pt x="1585" y="1181773"/>
                  <a:pt x="2854" y="1182566"/>
                  <a:pt x="4281" y="1182725"/>
                </a:cubicBezTo>
                <a:lnTo>
                  <a:pt x="66430" y="952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4" name="Freeform 133">
            <a:extLst>
              <a:ext uri="{FF2B5EF4-FFF2-40B4-BE49-F238E27FC236}">
                <a16:creationId xmlns:a16="http://schemas.microsoft.com/office/drawing/2014/main" id="{4ACFCDE9-439D-90B7-C527-FBC53ADFF147}"/>
              </a:ext>
            </a:extLst>
          </p:cNvPr>
          <p:cNvSpPr/>
          <p:nvPr userDrawn="1"/>
        </p:nvSpPr>
        <p:spPr>
          <a:xfrm>
            <a:off x="32898" y="3185830"/>
            <a:ext cx="21403" cy="45719"/>
          </a:xfrm>
          <a:custGeom>
            <a:avLst/>
            <a:gdLst>
              <a:gd name="connsiteX0" fmla="*/ 20611 w 21403"/>
              <a:gd name="connsiteY0" fmla="*/ 0 h 7931"/>
              <a:gd name="connsiteX1" fmla="*/ 0 w 21403"/>
              <a:gd name="connsiteY1" fmla="*/ 3490 h 7931"/>
              <a:gd name="connsiteX2" fmla="*/ 0 w 21403"/>
              <a:gd name="connsiteY2" fmla="*/ 7931 h 7931"/>
              <a:gd name="connsiteX3" fmla="*/ 21403 w 21403"/>
              <a:gd name="connsiteY3" fmla="*/ 4283 h 7931"/>
              <a:gd name="connsiteX4" fmla="*/ 20452 w 21403"/>
              <a:gd name="connsiteY4" fmla="*/ 0 h 79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403" h="7931">
                <a:moveTo>
                  <a:pt x="20611" y="0"/>
                </a:moveTo>
                <a:lnTo>
                  <a:pt x="0" y="3490"/>
                </a:lnTo>
                <a:lnTo>
                  <a:pt x="0" y="7931"/>
                </a:lnTo>
                <a:lnTo>
                  <a:pt x="21403" y="4283"/>
                </a:lnTo>
                <a:cubicBezTo>
                  <a:pt x="21086" y="2855"/>
                  <a:pt x="20769" y="1428"/>
                  <a:pt x="20452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5" name="Freeform 134">
            <a:extLst>
              <a:ext uri="{FF2B5EF4-FFF2-40B4-BE49-F238E27FC236}">
                <a16:creationId xmlns:a16="http://schemas.microsoft.com/office/drawing/2014/main" id="{7549FF0C-4831-2A2E-8793-48281E972277}"/>
              </a:ext>
            </a:extLst>
          </p:cNvPr>
          <p:cNvSpPr/>
          <p:nvPr userDrawn="1"/>
        </p:nvSpPr>
        <p:spPr>
          <a:xfrm>
            <a:off x="33056" y="3215651"/>
            <a:ext cx="38208" cy="45719"/>
          </a:xfrm>
          <a:custGeom>
            <a:avLst/>
            <a:gdLst>
              <a:gd name="connsiteX0" fmla="*/ 34404 w 38208"/>
              <a:gd name="connsiteY0" fmla="*/ 0 h 45208"/>
              <a:gd name="connsiteX1" fmla="*/ 0 w 38208"/>
              <a:gd name="connsiteY1" fmla="*/ 38546 h 45208"/>
              <a:gd name="connsiteX2" fmla="*/ 0 w 38208"/>
              <a:gd name="connsiteY2" fmla="*/ 45209 h 45208"/>
              <a:gd name="connsiteX3" fmla="*/ 38209 w 38208"/>
              <a:gd name="connsiteY3" fmla="*/ 2538 h 45208"/>
              <a:gd name="connsiteX4" fmla="*/ 34562 w 38208"/>
              <a:gd name="connsiteY4" fmla="*/ 0 h 45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8208" h="45208">
                <a:moveTo>
                  <a:pt x="34404" y="0"/>
                </a:moveTo>
                <a:lnTo>
                  <a:pt x="0" y="38546"/>
                </a:lnTo>
                <a:lnTo>
                  <a:pt x="0" y="45209"/>
                </a:lnTo>
                <a:lnTo>
                  <a:pt x="38209" y="2538"/>
                </a:lnTo>
                <a:cubicBezTo>
                  <a:pt x="37099" y="1586"/>
                  <a:pt x="35514" y="1110"/>
                  <a:pt x="34562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6" name="Freeform 135">
            <a:extLst>
              <a:ext uri="{FF2B5EF4-FFF2-40B4-BE49-F238E27FC236}">
                <a16:creationId xmlns:a16="http://schemas.microsoft.com/office/drawing/2014/main" id="{A6083F45-E5F1-8562-33E1-E040F04A5A69}"/>
              </a:ext>
            </a:extLst>
          </p:cNvPr>
          <p:cNvSpPr/>
          <p:nvPr userDrawn="1"/>
        </p:nvSpPr>
        <p:spPr>
          <a:xfrm>
            <a:off x="33056" y="3117937"/>
            <a:ext cx="32977" cy="45719"/>
          </a:xfrm>
          <a:custGeom>
            <a:avLst/>
            <a:gdLst>
              <a:gd name="connsiteX0" fmla="*/ 32977 w 32977"/>
              <a:gd name="connsiteY0" fmla="*/ 28077 h 28394"/>
              <a:gd name="connsiteX1" fmla="*/ 0 w 32977"/>
              <a:gd name="connsiteY1" fmla="*/ 0 h 28394"/>
              <a:gd name="connsiteX2" fmla="*/ 0 w 32977"/>
              <a:gd name="connsiteY2" fmla="*/ 1110 h 28394"/>
              <a:gd name="connsiteX3" fmla="*/ 32660 w 32977"/>
              <a:gd name="connsiteY3" fmla="*/ 28394 h 28394"/>
              <a:gd name="connsiteX4" fmla="*/ 32977 w 32977"/>
              <a:gd name="connsiteY4" fmla="*/ 27918 h 283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2977" h="28394">
                <a:moveTo>
                  <a:pt x="32977" y="28077"/>
                </a:moveTo>
                <a:lnTo>
                  <a:pt x="0" y="0"/>
                </a:lnTo>
                <a:lnTo>
                  <a:pt x="0" y="1110"/>
                </a:lnTo>
                <a:lnTo>
                  <a:pt x="32660" y="28394"/>
                </a:lnTo>
                <a:cubicBezTo>
                  <a:pt x="32660" y="28394"/>
                  <a:pt x="32819" y="28077"/>
                  <a:pt x="32977" y="27918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7" name="Freeform 136">
            <a:extLst>
              <a:ext uri="{FF2B5EF4-FFF2-40B4-BE49-F238E27FC236}">
                <a16:creationId xmlns:a16="http://schemas.microsoft.com/office/drawing/2014/main" id="{C37E18AC-D490-B38E-F5FD-065A5641E27D}"/>
              </a:ext>
            </a:extLst>
          </p:cNvPr>
          <p:cNvSpPr/>
          <p:nvPr userDrawn="1"/>
        </p:nvSpPr>
        <p:spPr>
          <a:xfrm>
            <a:off x="33056" y="1901425"/>
            <a:ext cx="88150" cy="45719"/>
          </a:xfrm>
          <a:custGeom>
            <a:avLst/>
            <a:gdLst>
              <a:gd name="connsiteX0" fmla="*/ 87199 w 88150"/>
              <a:gd name="connsiteY0" fmla="*/ 0 h 12690"/>
              <a:gd name="connsiteX1" fmla="*/ 0 w 88150"/>
              <a:gd name="connsiteY1" fmla="*/ 8249 h 12690"/>
              <a:gd name="connsiteX2" fmla="*/ 0 w 88150"/>
              <a:gd name="connsiteY2" fmla="*/ 12690 h 12690"/>
              <a:gd name="connsiteX3" fmla="*/ 88150 w 88150"/>
              <a:gd name="connsiteY3" fmla="*/ 4283 h 12690"/>
              <a:gd name="connsiteX4" fmla="*/ 87199 w 88150"/>
              <a:gd name="connsiteY4" fmla="*/ 0 h 126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8150" h="12690">
                <a:moveTo>
                  <a:pt x="87199" y="0"/>
                </a:moveTo>
                <a:lnTo>
                  <a:pt x="0" y="8249"/>
                </a:lnTo>
                <a:lnTo>
                  <a:pt x="0" y="12690"/>
                </a:lnTo>
                <a:lnTo>
                  <a:pt x="88150" y="4283"/>
                </a:lnTo>
                <a:cubicBezTo>
                  <a:pt x="87833" y="2855"/>
                  <a:pt x="87358" y="1428"/>
                  <a:pt x="87199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8" name="Freeform 137">
            <a:extLst>
              <a:ext uri="{FF2B5EF4-FFF2-40B4-BE49-F238E27FC236}">
                <a16:creationId xmlns:a16="http://schemas.microsoft.com/office/drawing/2014/main" id="{C92FD67F-0B73-C149-B0A2-03EC0BA8E093}"/>
              </a:ext>
            </a:extLst>
          </p:cNvPr>
          <p:cNvSpPr/>
          <p:nvPr userDrawn="1"/>
        </p:nvSpPr>
        <p:spPr>
          <a:xfrm>
            <a:off x="33056" y="3119206"/>
            <a:ext cx="32818" cy="45719"/>
          </a:xfrm>
          <a:custGeom>
            <a:avLst/>
            <a:gdLst>
              <a:gd name="connsiteX0" fmla="*/ 32660 w 32818"/>
              <a:gd name="connsiteY0" fmla="*/ 27284 h 31090"/>
              <a:gd name="connsiteX1" fmla="*/ 0 w 32818"/>
              <a:gd name="connsiteY1" fmla="*/ 0 h 31090"/>
              <a:gd name="connsiteX2" fmla="*/ 0 w 32818"/>
              <a:gd name="connsiteY2" fmla="*/ 5869 h 31090"/>
              <a:gd name="connsiteX3" fmla="*/ 30282 w 32818"/>
              <a:gd name="connsiteY3" fmla="*/ 31091 h 31090"/>
              <a:gd name="connsiteX4" fmla="*/ 32819 w 32818"/>
              <a:gd name="connsiteY4" fmla="*/ 27442 h 310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2818" h="31090">
                <a:moveTo>
                  <a:pt x="32660" y="27284"/>
                </a:moveTo>
                <a:lnTo>
                  <a:pt x="0" y="0"/>
                </a:lnTo>
                <a:lnTo>
                  <a:pt x="0" y="5869"/>
                </a:lnTo>
                <a:lnTo>
                  <a:pt x="30282" y="31091"/>
                </a:lnTo>
                <a:cubicBezTo>
                  <a:pt x="31233" y="29822"/>
                  <a:pt x="31867" y="28553"/>
                  <a:pt x="32819" y="2744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9" name="Freeform 138">
            <a:extLst>
              <a:ext uri="{FF2B5EF4-FFF2-40B4-BE49-F238E27FC236}">
                <a16:creationId xmlns:a16="http://schemas.microsoft.com/office/drawing/2014/main" id="{7F59FF43-C7A4-9A6C-E4EA-AD640ED2B405}"/>
              </a:ext>
            </a:extLst>
          </p:cNvPr>
          <p:cNvSpPr/>
          <p:nvPr userDrawn="1"/>
        </p:nvSpPr>
        <p:spPr>
          <a:xfrm>
            <a:off x="33056" y="1870018"/>
            <a:ext cx="88625" cy="45719"/>
          </a:xfrm>
          <a:custGeom>
            <a:avLst/>
            <a:gdLst>
              <a:gd name="connsiteX0" fmla="*/ 88626 w 88625"/>
              <a:gd name="connsiteY0" fmla="*/ 19352 h 21573"/>
              <a:gd name="connsiteX1" fmla="*/ 44234 w 88625"/>
              <a:gd name="connsiteY1" fmla="*/ 8566 h 21573"/>
              <a:gd name="connsiteX2" fmla="*/ 0 w 88625"/>
              <a:gd name="connsiteY2" fmla="*/ 0 h 21573"/>
              <a:gd name="connsiteX3" fmla="*/ 0 w 88625"/>
              <a:gd name="connsiteY3" fmla="*/ 4600 h 21573"/>
              <a:gd name="connsiteX4" fmla="*/ 88150 w 88625"/>
              <a:gd name="connsiteY4" fmla="*/ 21573 h 21573"/>
              <a:gd name="connsiteX5" fmla="*/ 88626 w 88625"/>
              <a:gd name="connsiteY5" fmla="*/ 19352 h 215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8625" h="21573">
                <a:moveTo>
                  <a:pt x="88626" y="19352"/>
                </a:moveTo>
                <a:lnTo>
                  <a:pt x="44234" y="8566"/>
                </a:lnTo>
                <a:lnTo>
                  <a:pt x="0" y="0"/>
                </a:lnTo>
                <a:lnTo>
                  <a:pt x="0" y="4600"/>
                </a:lnTo>
                <a:lnTo>
                  <a:pt x="88150" y="21573"/>
                </a:lnTo>
                <a:cubicBezTo>
                  <a:pt x="88150" y="21573"/>
                  <a:pt x="88467" y="19987"/>
                  <a:pt x="88626" y="1935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0" name="Freeform 139">
            <a:extLst>
              <a:ext uri="{FF2B5EF4-FFF2-40B4-BE49-F238E27FC236}">
                <a16:creationId xmlns:a16="http://schemas.microsoft.com/office/drawing/2014/main" id="{8F242CC2-E446-B64E-5FC6-EFF294EAF0BD}"/>
              </a:ext>
            </a:extLst>
          </p:cNvPr>
          <p:cNvSpPr/>
          <p:nvPr userDrawn="1"/>
        </p:nvSpPr>
        <p:spPr>
          <a:xfrm>
            <a:off x="33056" y="1863355"/>
            <a:ext cx="89577" cy="45719"/>
          </a:xfrm>
          <a:custGeom>
            <a:avLst/>
            <a:gdLst>
              <a:gd name="connsiteX0" fmla="*/ 88626 w 89577"/>
              <a:gd name="connsiteY0" fmla="*/ 26015 h 26173"/>
              <a:gd name="connsiteX1" fmla="*/ 89577 w 89577"/>
              <a:gd name="connsiteY1" fmla="*/ 21732 h 26173"/>
              <a:gd name="connsiteX2" fmla="*/ 0 w 89577"/>
              <a:gd name="connsiteY2" fmla="*/ 0 h 26173"/>
              <a:gd name="connsiteX3" fmla="*/ 0 w 89577"/>
              <a:gd name="connsiteY3" fmla="*/ 4600 h 26173"/>
              <a:gd name="connsiteX4" fmla="*/ 44234 w 89577"/>
              <a:gd name="connsiteY4" fmla="*/ 15387 h 26173"/>
              <a:gd name="connsiteX5" fmla="*/ 88626 w 89577"/>
              <a:gd name="connsiteY5" fmla="*/ 26174 h 261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9577" h="26173">
                <a:moveTo>
                  <a:pt x="88626" y="26015"/>
                </a:moveTo>
                <a:cubicBezTo>
                  <a:pt x="88943" y="24587"/>
                  <a:pt x="89101" y="23160"/>
                  <a:pt x="89577" y="21732"/>
                </a:cubicBezTo>
                <a:lnTo>
                  <a:pt x="0" y="0"/>
                </a:lnTo>
                <a:lnTo>
                  <a:pt x="0" y="4600"/>
                </a:lnTo>
                <a:lnTo>
                  <a:pt x="44234" y="15387"/>
                </a:lnTo>
                <a:lnTo>
                  <a:pt x="88626" y="26174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1" name="Freeform 140">
            <a:extLst>
              <a:ext uri="{FF2B5EF4-FFF2-40B4-BE49-F238E27FC236}">
                <a16:creationId xmlns:a16="http://schemas.microsoft.com/office/drawing/2014/main" id="{068BC14E-C55D-6A00-4B2C-2DDC277DCD96}"/>
              </a:ext>
            </a:extLst>
          </p:cNvPr>
          <p:cNvSpPr/>
          <p:nvPr userDrawn="1"/>
        </p:nvSpPr>
        <p:spPr>
          <a:xfrm>
            <a:off x="5977965" y="6530327"/>
            <a:ext cx="379077" cy="1022885"/>
          </a:xfrm>
          <a:custGeom>
            <a:avLst/>
            <a:gdLst>
              <a:gd name="connsiteX0" fmla="*/ 374639 w 379077"/>
              <a:gd name="connsiteY0" fmla="*/ 158 h 1187800"/>
              <a:gd name="connsiteX1" fmla="*/ 0 w 379077"/>
              <a:gd name="connsiteY1" fmla="*/ 1186849 h 1187800"/>
              <a:gd name="connsiteX2" fmla="*/ 4439 w 379077"/>
              <a:gd name="connsiteY2" fmla="*/ 1187800 h 1187800"/>
              <a:gd name="connsiteX3" fmla="*/ 379078 w 379077"/>
              <a:gd name="connsiteY3" fmla="*/ 952 h 1187800"/>
              <a:gd name="connsiteX4" fmla="*/ 374639 w 379077"/>
              <a:gd name="connsiteY4" fmla="*/ 0 h 1187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9077" h="1187800">
                <a:moveTo>
                  <a:pt x="374639" y="158"/>
                </a:moveTo>
                <a:lnTo>
                  <a:pt x="0" y="1186849"/>
                </a:lnTo>
                <a:cubicBezTo>
                  <a:pt x="1427" y="1187324"/>
                  <a:pt x="3012" y="1187324"/>
                  <a:pt x="4439" y="1187800"/>
                </a:cubicBezTo>
                <a:lnTo>
                  <a:pt x="379078" y="952"/>
                </a:lnTo>
                <a:cubicBezTo>
                  <a:pt x="377651" y="476"/>
                  <a:pt x="376065" y="476"/>
                  <a:pt x="374639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2" name="Freeform 141">
            <a:extLst>
              <a:ext uri="{FF2B5EF4-FFF2-40B4-BE49-F238E27FC236}">
                <a16:creationId xmlns:a16="http://schemas.microsoft.com/office/drawing/2014/main" id="{9AD9855D-73E3-FABC-3D44-56D935D9E798}"/>
              </a:ext>
            </a:extLst>
          </p:cNvPr>
          <p:cNvSpPr/>
          <p:nvPr userDrawn="1"/>
        </p:nvSpPr>
        <p:spPr>
          <a:xfrm>
            <a:off x="6322638" y="1807202"/>
            <a:ext cx="768143" cy="1319178"/>
          </a:xfrm>
          <a:custGeom>
            <a:avLst/>
            <a:gdLst>
              <a:gd name="connsiteX0" fmla="*/ 0 w 768143"/>
              <a:gd name="connsiteY0" fmla="*/ 1529325 h 1531863"/>
              <a:gd name="connsiteX1" fmla="*/ 3805 w 768143"/>
              <a:gd name="connsiteY1" fmla="*/ 1531863 h 1531863"/>
              <a:gd name="connsiteX2" fmla="*/ 768144 w 768143"/>
              <a:gd name="connsiteY2" fmla="*/ 2538 h 1531863"/>
              <a:gd name="connsiteX3" fmla="*/ 764338 w 768143"/>
              <a:gd name="connsiteY3" fmla="*/ 0 h 1531863"/>
              <a:gd name="connsiteX4" fmla="*/ 0 w 768143"/>
              <a:gd name="connsiteY4" fmla="*/ 1529325 h 15318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68143" h="1531863">
                <a:moveTo>
                  <a:pt x="0" y="1529325"/>
                </a:moveTo>
                <a:cubicBezTo>
                  <a:pt x="1427" y="1529960"/>
                  <a:pt x="2378" y="1531070"/>
                  <a:pt x="3805" y="1531863"/>
                </a:cubicBezTo>
                <a:lnTo>
                  <a:pt x="768144" y="2538"/>
                </a:lnTo>
                <a:cubicBezTo>
                  <a:pt x="766717" y="1904"/>
                  <a:pt x="765766" y="793"/>
                  <a:pt x="764338" y="0"/>
                </a:cubicBezTo>
                <a:lnTo>
                  <a:pt x="0" y="152932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3" name="Freeform 142">
            <a:extLst>
              <a:ext uri="{FF2B5EF4-FFF2-40B4-BE49-F238E27FC236}">
                <a16:creationId xmlns:a16="http://schemas.microsoft.com/office/drawing/2014/main" id="{485B96D2-9680-65C3-1B5B-4880A5FEFEE3}"/>
              </a:ext>
            </a:extLst>
          </p:cNvPr>
          <p:cNvSpPr/>
          <p:nvPr userDrawn="1"/>
        </p:nvSpPr>
        <p:spPr>
          <a:xfrm>
            <a:off x="6873577" y="1472974"/>
            <a:ext cx="154579" cy="341508"/>
          </a:xfrm>
          <a:custGeom>
            <a:avLst/>
            <a:gdLst>
              <a:gd name="connsiteX0" fmla="*/ 5549 w 154579"/>
              <a:gd name="connsiteY0" fmla="*/ 394030 h 396568"/>
              <a:gd name="connsiteX1" fmla="*/ 154580 w 154579"/>
              <a:gd name="connsiteY1" fmla="*/ 952 h 396568"/>
              <a:gd name="connsiteX2" fmla="*/ 150299 w 154579"/>
              <a:gd name="connsiteY2" fmla="*/ 0 h 396568"/>
              <a:gd name="connsiteX3" fmla="*/ 0 w 154579"/>
              <a:gd name="connsiteY3" fmla="*/ 396568 h 396568"/>
              <a:gd name="connsiteX4" fmla="*/ 5549 w 154579"/>
              <a:gd name="connsiteY4" fmla="*/ 394030 h 3965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4579" h="396568">
                <a:moveTo>
                  <a:pt x="5549" y="394030"/>
                </a:moveTo>
                <a:lnTo>
                  <a:pt x="154580" y="952"/>
                </a:lnTo>
                <a:cubicBezTo>
                  <a:pt x="153153" y="476"/>
                  <a:pt x="151568" y="476"/>
                  <a:pt x="150299" y="0"/>
                </a:cubicBezTo>
                <a:lnTo>
                  <a:pt x="0" y="396568"/>
                </a:lnTo>
                <a:lnTo>
                  <a:pt x="5549" y="39403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4" name="Freeform 143">
            <a:extLst>
              <a:ext uri="{FF2B5EF4-FFF2-40B4-BE49-F238E27FC236}">
                <a16:creationId xmlns:a16="http://schemas.microsoft.com/office/drawing/2014/main" id="{6CD2E3CA-2253-A449-F357-F097FF91F561}"/>
              </a:ext>
            </a:extLst>
          </p:cNvPr>
          <p:cNvSpPr/>
          <p:nvPr userDrawn="1"/>
        </p:nvSpPr>
        <p:spPr>
          <a:xfrm>
            <a:off x="6318833" y="1872873"/>
            <a:ext cx="557914" cy="1260029"/>
          </a:xfrm>
          <a:custGeom>
            <a:avLst/>
            <a:gdLst>
              <a:gd name="connsiteX0" fmla="*/ 552366 w 557914"/>
              <a:gd name="connsiteY0" fmla="*/ 2538 h 1463177"/>
              <a:gd name="connsiteX1" fmla="*/ 4915 w 557914"/>
              <a:gd name="connsiteY1" fmla="*/ 1446363 h 1463177"/>
              <a:gd name="connsiteX2" fmla="*/ 0 w 557914"/>
              <a:gd name="connsiteY2" fmla="*/ 1462384 h 1463177"/>
              <a:gd name="connsiteX3" fmla="*/ 3171 w 557914"/>
              <a:gd name="connsiteY3" fmla="*/ 1463178 h 1463177"/>
              <a:gd name="connsiteX4" fmla="*/ 557915 w 557914"/>
              <a:gd name="connsiteY4" fmla="*/ 0 h 1463177"/>
              <a:gd name="connsiteX5" fmla="*/ 552207 w 557914"/>
              <a:gd name="connsiteY5" fmla="*/ 2538 h 14631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57914" h="1463177">
                <a:moveTo>
                  <a:pt x="552366" y="2538"/>
                </a:moveTo>
                <a:lnTo>
                  <a:pt x="4915" y="1446363"/>
                </a:lnTo>
                <a:lnTo>
                  <a:pt x="0" y="1462384"/>
                </a:lnTo>
                <a:cubicBezTo>
                  <a:pt x="951" y="1462702"/>
                  <a:pt x="2219" y="1462702"/>
                  <a:pt x="3171" y="1463178"/>
                </a:cubicBezTo>
                <a:lnTo>
                  <a:pt x="557915" y="0"/>
                </a:lnTo>
                <a:lnTo>
                  <a:pt x="552207" y="2538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5" name="Freeform 144">
            <a:extLst>
              <a:ext uri="{FF2B5EF4-FFF2-40B4-BE49-F238E27FC236}">
                <a16:creationId xmlns:a16="http://schemas.microsoft.com/office/drawing/2014/main" id="{7ED1C3FC-9E43-3317-67FF-252FCCB9C560}"/>
              </a:ext>
            </a:extLst>
          </p:cNvPr>
          <p:cNvSpPr/>
          <p:nvPr userDrawn="1"/>
        </p:nvSpPr>
        <p:spPr>
          <a:xfrm>
            <a:off x="6863430" y="1001692"/>
            <a:ext cx="167897" cy="460899"/>
          </a:xfrm>
          <a:custGeom>
            <a:avLst/>
            <a:gdLst>
              <a:gd name="connsiteX0" fmla="*/ 136664 w 167897"/>
              <a:gd name="connsiteY0" fmla="*/ 103108 h 535208"/>
              <a:gd name="connsiteX1" fmla="*/ 139677 w 167897"/>
              <a:gd name="connsiteY1" fmla="*/ 93114 h 535208"/>
              <a:gd name="connsiteX2" fmla="*/ 167898 w 167897"/>
              <a:gd name="connsiteY2" fmla="*/ 952 h 535208"/>
              <a:gd name="connsiteX3" fmla="*/ 163458 w 167897"/>
              <a:gd name="connsiteY3" fmla="*/ 0 h 535208"/>
              <a:gd name="connsiteX4" fmla="*/ 138250 w 167897"/>
              <a:gd name="connsiteY4" fmla="*/ 82486 h 535208"/>
              <a:gd name="connsiteX5" fmla="*/ 135238 w 167897"/>
              <a:gd name="connsiteY5" fmla="*/ 92480 h 535208"/>
              <a:gd name="connsiteX6" fmla="*/ 0 w 167897"/>
              <a:gd name="connsiteY6" fmla="*/ 535208 h 535208"/>
              <a:gd name="connsiteX7" fmla="*/ 5707 w 167897"/>
              <a:gd name="connsiteY7" fmla="*/ 531560 h 535208"/>
              <a:gd name="connsiteX8" fmla="*/ 136664 w 167897"/>
              <a:gd name="connsiteY8" fmla="*/ 103108 h 535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67897" h="535208">
                <a:moveTo>
                  <a:pt x="136664" y="103108"/>
                </a:moveTo>
                <a:lnTo>
                  <a:pt x="139677" y="93114"/>
                </a:lnTo>
                <a:lnTo>
                  <a:pt x="167898" y="952"/>
                </a:lnTo>
                <a:cubicBezTo>
                  <a:pt x="166471" y="635"/>
                  <a:pt x="164885" y="476"/>
                  <a:pt x="163458" y="0"/>
                </a:cubicBezTo>
                <a:lnTo>
                  <a:pt x="138250" y="82486"/>
                </a:lnTo>
                <a:lnTo>
                  <a:pt x="135238" y="92480"/>
                </a:lnTo>
                <a:lnTo>
                  <a:pt x="0" y="535208"/>
                </a:lnTo>
                <a:lnTo>
                  <a:pt x="5707" y="531560"/>
                </a:lnTo>
                <a:lnTo>
                  <a:pt x="136664" y="103108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6" name="Freeform 145">
            <a:extLst>
              <a:ext uri="{FF2B5EF4-FFF2-40B4-BE49-F238E27FC236}">
                <a16:creationId xmlns:a16="http://schemas.microsoft.com/office/drawing/2014/main" id="{647F7F8A-B1D8-A5B1-E7AC-EFFB74BEFEC8}"/>
              </a:ext>
            </a:extLst>
          </p:cNvPr>
          <p:cNvSpPr/>
          <p:nvPr userDrawn="1"/>
        </p:nvSpPr>
        <p:spPr>
          <a:xfrm>
            <a:off x="6314394" y="1931724"/>
            <a:ext cx="433141" cy="1208939"/>
          </a:xfrm>
          <a:custGeom>
            <a:avLst/>
            <a:gdLst>
              <a:gd name="connsiteX0" fmla="*/ 433141 w 433141"/>
              <a:gd name="connsiteY0" fmla="*/ 0 h 1403850"/>
              <a:gd name="connsiteX1" fmla="*/ 427750 w 433141"/>
              <a:gd name="connsiteY1" fmla="*/ 2538 h 1403850"/>
              <a:gd name="connsiteX2" fmla="*/ 0 w 433141"/>
              <a:gd name="connsiteY2" fmla="*/ 1402899 h 1403850"/>
              <a:gd name="connsiteX3" fmla="*/ 4439 w 433141"/>
              <a:gd name="connsiteY3" fmla="*/ 1403851 h 1403850"/>
              <a:gd name="connsiteX4" fmla="*/ 9354 w 433141"/>
              <a:gd name="connsiteY4" fmla="*/ 1387829 h 1403850"/>
              <a:gd name="connsiteX5" fmla="*/ 433141 w 433141"/>
              <a:gd name="connsiteY5" fmla="*/ 159 h 14038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33141" h="1403850">
                <a:moveTo>
                  <a:pt x="433141" y="0"/>
                </a:moveTo>
                <a:lnTo>
                  <a:pt x="427750" y="2538"/>
                </a:lnTo>
                <a:lnTo>
                  <a:pt x="0" y="1402899"/>
                </a:lnTo>
                <a:cubicBezTo>
                  <a:pt x="1427" y="1403216"/>
                  <a:pt x="3012" y="1403216"/>
                  <a:pt x="4439" y="1403851"/>
                </a:cubicBezTo>
                <a:lnTo>
                  <a:pt x="9354" y="1387829"/>
                </a:lnTo>
                <a:lnTo>
                  <a:pt x="433141" y="159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7" name="Freeform 146">
            <a:extLst>
              <a:ext uri="{FF2B5EF4-FFF2-40B4-BE49-F238E27FC236}">
                <a16:creationId xmlns:a16="http://schemas.microsoft.com/office/drawing/2014/main" id="{194E339A-C0B7-AC58-C28E-A89829F6CCB6}"/>
              </a:ext>
            </a:extLst>
          </p:cNvPr>
          <p:cNvSpPr/>
          <p:nvPr userDrawn="1"/>
        </p:nvSpPr>
        <p:spPr>
          <a:xfrm>
            <a:off x="6743888" y="1539757"/>
            <a:ext cx="123346" cy="334814"/>
          </a:xfrm>
          <a:custGeom>
            <a:avLst/>
            <a:gdLst>
              <a:gd name="connsiteX0" fmla="*/ 5390 w 123346"/>
              <a:gd name="connsiteY0" fmla="*/ 386257 h 388795"/>
              <a:gd name="connsiteX1" fmla="*/ 123347 w 123346"/>
              <a:gd name="connsiteY1" fmla="*/ 0 h 388795"/>
              <a:gd name="connsiteX2" fmla="*/ 117639 w 123346"/>
              <a:gd name="connsiteY2" fmla="*/ 3648 h 388795"/>
              <a:gd name="connsiteX3" fmla="*/ 0 w 123346"/>
              <a:gd name="connsiteY3" fmla="*/ 388795 h 388795"/>
              <a:gd name="connsiteX4" fmla="*/ 5390 w 123346"/>
              <a:gd name="connsiteY4" fmla="*/ 386257 h 3887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346" h="388795">
                <a:moveTo>
                  <a:pt x="5390" y="386257"/>
                </a:moveTo>
                <a:lnTo>
                  <a:pt x="123347" y="0"/>
                </a:lnTo>
                <a:lnTo>
                  <a:pt x="117639" y="3648"/>
                </a:lnTo>
                <a:lnTo>
                  <a:pt x="0" y="388795"/>
                </a:lnTo>
                <a:lnTo>
                  <a:pt x="5390" y="386257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8" name="Freeform 147">
            <a:extLst>
              <a:ext uri="{FF2B5EF4-FFF2-40B4-BE49-F238E27FC236}">
                <a16:creationId xmlns:a16="http://schemas.microsoft.com/office/drawing/2014/main" id="{3BD77A11-B56C-B7D2-9748-CE7109E50D01}"/>
              </a:ext>
            </a:extLst>
          </p:cNvPr>
          <p:cNvSpPr/>
          <p:nvPr userDrawn="1"/>
        </p:nvSpPr>
        <p:spPr>
          <a:xfrm>
            <a:off x="6709326" y="6524456"/>
            <a:ext cx="151091" cy="45719"/>
          </a:xfrm>
          <a:custGeom>
            <a:avLst/>
            <a:gdLst>
              <a:gd name="connsiteX0" fmla="*/ 0 w 151091"/>
              <a:gd name="connsiteY0" fmla="*/ 3966 h 22842"/>
              <a:gd name="connsiteX1" fmla="*/ 150141 w 151091"/>
              <a:gd name="connsiteY1" fmla="*/ 22842 h 22842"/>
              <a:gd name="connsiteX2" fmla="*/ 151092 w 151091"/>
              <a:gd name="connsiteY2" fmla="*/ 18560 h 22842"/>
              <a:gd name="connsiteX3" fmla="*/ 2537 w 151091"/>
              <a:gd name="connsiteY3" fmla="*/ 0 h 22842"/>
              <a:gd name="connsiteX4" fmla="*/ 0 w 151091"/>
              <a:gd name="connsiteY4" fmla="*/ 4124 h 228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1091" h="22842">
                <a:moveTo>
                  <a:pt x="0" y="3966"/>
                </a:moveTo>
                <a:lnTo>
                  <a:pt x="150141" y="22842"/>
                </a:lnTo>
                <a:cubicBezTo>
                  <a:pt x="150299" y="21256"/>
                  <a:pt x="150775" y="19987"/>
                  <a:pt x="151092" y="18560"/>
                </a:cubicBezTo>
                <a:lnTo>
                  <a:pt x="2537" y="0"/>
                </a:lnTo>
                <a:lnTo>
                  <a:pt x="0" y="4124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9" name="Freeform 148">
            <a:extLst>
              <a:ext uri="{FF2B5EF4-FFF2-40B4-BE49-F238E27FC236}">
                <a16:creationId xmlns:a16="http://schemas.microsoft.com/office/drawing/2014/main" id="{1F0A6145-28DA-7930-37AC-BCB5A0FE8CD7}"/>
              </a:ext>
            </a:extLst>
          </p:cNvPr>
          <p:cNvSpPr/>
          <p:nvPr userDrawn="1"/>
        </p:nvSpPr>
        <p:spPr>
          <a:xfrm>
            <a:off x="6418081" y="6487655"/>
            <a:ext cx="289025" cy="45719"/>
          </a:xfrm>
          <a:custGeom>
            <a:avLst/>
            <a:gdLst>
              <a:gd name="connsiteX0" fmla="*/ 286488 w 289025"/>
              <a:gd name="connsiteY0" fmla="*/ 40133 h 40132"/>
              <a:gd name="connsiteX1" fmla="*/ 289025 w 289025"/>
              <a:gd name="connsiteY1" fmla="*/ 36008 h 40132"/>
              <a:gd name="connsiteX2" fmla="*/ 952 w 289025"/>
              <a:gd name="connsiteY2" fmla="*/ 0 h 40132"/>
              <a:gd name="connsiteX3" fmla="*/ 0 w 289025"/>
              <a:gd name="connsiteY3" fmla="*/ 4283 h 40132"/>
              <a:gd name="connsiteX4" fmla="*/ 286488 w 289025"/>
              <a:gd name="connsiteY4" fmla="*/ 40133 h 40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9025" h="40132">
                <a:moveTo>
                  <a:pt x="286488" y="40133"/>
                </a:moveTo>
                <a:lnTo>
                  <a:pt x="289025" y="36008"/>
                </a:lnTo>
                <a:lnTo>
                  <a:pt x="952" y="0"/>
                </a:lnTo>
                <a:cubicBezTo>
                  <a:pt x="952" y="1586"/>
                  <a:pt x="317" y="2855"/>
                  <a:pt x="0" y="4283"/>
                </a:cubicBezTo>
                <a:lnTo>
                  <a:pt x="286488" y="40133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0" name="Freeform 149">
            <a:extLst>
              <a:ext uri="{FF2B5EF4-FFF2-40B4-BE49-F238E27FC236}">
                <a16:creationId xmlns:a16="http://schemas.microsoft.com/office/drawing/2014/main" id="{66A16C3D-9518-0730-DCFD-E94EC55C71FD}"/>
              </a:ext>
            </a:extLst>
          </p:cNvPr>
          <p:cNvSpPr/>
          <p:nvPr userDrawn="1"/>
        </p:nvSpPr>
        <p:spPr>
          <a:xfrm>
            <a:off x="5993819" y="6589019"/>
            <a:ext cx="886575" cy="980129"/>
          </a:xfrm>
          <a:custGeom>
            <a:avLst/>
            <a:gdLst>
              <a:gd name="connsiteX0" fmla="*/ 0 w 886575"/>
              <a:gd name="connsiteY0" fmla="*/ 1135612 h 1138150"/>
              <a:gd name="connsiteX1" fmla="*/ 3646 w 886575"/>
              <a:gd name="connsiteY1" fmla="*/ 1138150 h 1138150"/>
              <a:gd name="connsiteX2" fmla="*/ 886575 w 886575"/>
              <a:gd name="connsiteY2" fmla="*/ 2538 h 1138150"/>
              <a:gd name="connsiteX3" fmla="*/ 882929 w 886575"/>
              <a:gd name="connsiteY3" fmla="*/ 0 h 1138150"/>
              <a:gd name="connsiteX4" fmla="*/ 0 w 886575"/>
              <a:gd name="connsiteY4" fmla="*/ 1135771 h 1138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86575" h="1138150">
                <a:moveTo>
                  <a:pt x="0" y="1135612"/>
                </a:moveTo>
                <a:cubicBezTo>
                  <a:pt x="1268" y="1136564"/>
                  <a:pt x="2537" y="1137199"/>
                  <a:pt x="3646" y="1138150"/>
                </a:cubicBezTo>
                <a:lnTo>
                  <a:pt x="886575" y="2538"/>
                </a:lnTo>
                <a:cubicBezTo>
                  <a:pt x="885307" y="1586"/>
                  <a:pt x="884039" y="952"/>
                  <a:pt x="882929" y="0"/>
                </a:cubicBezTo>
                <a:lnTo>
                  <a:pt x="0" y="1135771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1" name="Freeform 150">
            <a:extLst>
              <a:ext uri="{FF2B5EF4-FFF2-40B4-BE49-F238E27FC236}">
                <a16:creationId xmlns:a16="http://schemas.microsoft.com/office/drawing/2014/main" id="{838A2108-ACAE-B956-50D6-159D94AF9653}"/>
              </a:ext>
            </a:extLst>
          </p:cNvPr>
          <p:cNvSpPr/>
          <p:nvPr userDrawn="1"/>
        </p:nvSpPr>
        <p:spPr>
          <a:xfrm>
            <a:off x="6417606" y="6422302"/>
            <a:ext cx="308367" cy="47947"/>
          </a:xfrm>
          <a:custGeom>
            <a:avLst/>
            <a:gdLst>
              <a:gd name="connsiteX0" fmla="*/ 952 w 308367"/>
              <a:gd name="connsiteY0" fmla="*/ 55520 h 55677"/>
              <a:gd name="connsiteX1" fmla="*/ 308367 w 308367"/>
              <a:gd name="connsiteY1" fmla="*/ 4283 h 55677"/>
              <a:gd name="connsiteX2" fmla="*/ 307416 w 308367"/>
              <a:gd name="connsiteY2" fmla="*/ 0 h 55677"/>
              <a:gd name="connsiteX3" fmla="*/ 0 w 308367"/>
              <a:gd name="connsiteY3" fmla="*/ 51236 h 55677"/>
              <a:gd name="connsiteX4" fmla="*/ 952 w 308367"/>
              <a:gd name="connsiteY4" fmla="*/ 55678 h 55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08367" h="55677">
                <a:moveTo>
                  <a:pt x="952" y="55520"/>
                </a:moveTo>
                <a:lnTo>
                  <a:pt x="308367" y="4283"/>
                </a:lnTo>
                <a:cubicBezTo>
                  <a:pt x="308051" y="2855"/>
                  <a:pt x="307733" y="1428"/>
                  <a:pt x="307416" y="0"/>
                </a:cubicBezTo>
                <a:lnTo>
                  <a:pt x="0" y="51236"/>
                </a:lnTo>
                <a:cubicBezTo>
                  <a:pt x="317" y="52664"/>
                  <a:pt x="634" y="54091"/>
                  <a:pt x="952" y="55678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2" name="Freeform 151">
            <a:extLst>
              <a:ext uri="{FF2B5EF4-FFF2-40B4-BE49-F238E27FC236}">
                <a16:creationId xmlns:a16="http://schemas.microsoft.com/office/drawing/2014/main" id="{E8051CE5-F53B-5673-8397-93485EFE951D}"/>
              </a:ext>
            </a:extLst>
          </p:cNvPr>
          <p:cNvSpPr/>
          <p:nvPr userDrawn="1"/>
        </p:nvSpPr>
        <p:spPr>
          <a:xfrm>
            <a:off x="5988904" y="6457199"/>
            <a:ext cx="761642" cy="1090777"/>
          </a:xfrm>
          <a:custGeom>
            <a:avLst/>
            <a:gdLst>
              <a:gd name="connsiteX0" fmla="*/ 715665 w 761642"/>
              <a:gd name="connsiteY0" fmla="*/ 70589 h 1266638"/>
              <a:gd name="connsiteX1" fmla="*/ 0 w 761642"/>
              <a:gd name="connsiteY1" fmla="*/ 1264100 h 1266638"/>
              <a:gd name="connsiteX2" fmla="*/ 3646 w 761642"/>
              <a:gd name="connsiteY2" fmla="*/ 1266638 h 1266638"/>
              <a:gd name="connsiteX3" fmla="*/ 720422 w 761642"/>
              <a:gd name="connsiteY3" fmla="*/ 71223 h 1266638"/>
              <a:gd name="connsiteX4" fmla="*/ 722959 w 761642"/>
              <a:gd name="connsiteY4" fmla="*/ 67099 h 1266638"/>
              <a:gd name="connsiteX5" fmla="*/ 761643 w 761642"/>
              <a:gd name="connsiteY5" fmla="*/ 2538 h 1266638"/>
              <a:gd name="connsiteX6" fmla="*/ 757997 w 761642"/>
              <a:gd name="connsiteY6" fmla="*/ 0 h 1266638"/>
              <a:gd name="connsiteX7" fmla="*/ 718202 w 761642"/>
              <a:gd name="connsiteY7" fmla="*/ 66306 h 1266638"/>
              <a:gd name="connsiteX8" fmla="*/ 715665 w 761642"/>
              <a:gd name="connsiteY8" fmla="*/ 70431 h 1266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61642" h="1266638">
                <a:moveTo>
                  <a:pt x="715665" y="70589"/>
                </a:moveTo>
                <a:lnTo>
                  <a:pt x="0" y="1264100"/>
                </a:lnTo>
                <a:cubicBezTo>
                  <a:pt x="1268" y="1264893"/>
                  <a:pt x="2378" y="1265846"/>
                  <a:pt x="3646" y="1266638"/>
                </a:cubicBezTo>
                <a:lnTo>
                  <a:pt x="720422" y="71223"/>
                </a:lnTo>
                <a:lnTo>
                  <a:pt x="722959" y="67099"/>
                </a:lnTo>
                <a:lnTo>
                  <a:pt x="761643" y="2538"/>
                </a:lnTo>
                <a:cubicBezTo>
                  <a:pt x="760375" y="1745"/>
                  <a:pt x="759265" y="952"/>
                  <a:pt x="757997" y="0"/>
                </a:cubicBezTo>
                <a:lnTo>
                  <a:pt x="718202" y="66306"/>
                </a:lnTo>
                <a:lnTo>
                  <a:pt x="715665" y="70431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3" name="Freeform 152">
            <a:extLst>
              <a:ext uri="{FF2B5EF4-FFF2-40B4-BE49-F238E27FC236}">
                <a16:creationId xmlns:a16="http://schemas.microsoft.com/office/drawing/2014/main" id="{904C18F7-8FF4-3178-3086-4554D6940BBA}"/>
              </a:ext>
            </a:extLst>
          </p:cNvPr>
          <p:cNvSpPr/>
          <p:nvPr userDrawn="1"/>
        </p:nvSpPr>
        <p:spPr>
          <a:xfrm>
            <a:off x="5931353" y="5573487"/>
            <a:ext cx="808413" cy="696813"/>
          </a:xfrm>
          <a:custGeom>
            <a:avLst/>
            <a:gdLst>
              <a:gd name="connsiteX0" fmla="*/ 803657 w 808413"/>
              <a:gd name="connsiteY0" fmla="*/ 800750 h 809157"/>
              <a:gd name="connsiteX1" fmla="*/ 3171 w 808413"/>
              <a:gd name="connsiteY1" fmla="*/ 0 h 809157"/>
              <a:gd name="connsiteX2" fmla="*/ 0 w 808413"/>
              <a:gd name="connsiteY2" fmla="*/ 3014 h 809157"/>
              <a:gd name="connsiteX3" fmla="*/ 805877 w 808413"/>
              <a:gd name="connsiteY3" fmla="*/ 809158 h 809157"/>
              <a:gd name="connsiteX4" fmla="*/ 808414 w 808413"/>
              <a:gd name="connsiteY4" fmla="*/ 806461 h 809157"/>
              <a:gd name="connsiteX5" fmla="*/ 803499 w 808413"/>
              <a:gd name="connsiteY5" fmla="*/ 800750 h 8091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08413" h="809157">
                <a:moveTo>
                  <a:pt x="803657" y="800750"/>
                </a:moveTo>
                <a:lnTo>
                  <a:pt x="3171" y="0"/>
                </a:lnTo>
                <a:cubicBezTo>
                  <a:pt x="2061" y="1111"/>
                  <a:pt x="1110" y="2062"/>
                  <a:pt x="0" y="3014"/>
                </a:cubicBezTo>
                <a:lnTo>
                  <a:pt x="805877" y="809158"/>
                </a:lnTo>
                <a:cubicBezTo>
                  <a:pt x="806828" y="808205"/>
                  <a:pt x="807621" y="807254"/>
                  <a:pt x="808414" y="806461"/>
                </a:cubicBezTo>
                <a:lnTo>
                  <a:pt x="803499" y="80075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4" name="Freeform 153">
            <a:extLst>
              <a:ext uri="{FF2B5EF4-FFF2-40B4-BE49-F238E27FC236}">
                <a16:creationId xmlns:a16="http://schemas.microsoft.com/office/drawing/2014/main" id="{6FB8E72B-85BA-BB5D-C44B-B6077391321B}"/>
              </a:ext>
            </a:extLst>
          </p:cNvPr>
          <p:cNvSpPr/>
          <p:nvPr userDrawn="1"/>
        </p:nvSpPr>
        <p:spPr>
          <a:xfrm>
            <a:off x="6807623" y="6450061"/>
            <a:ext cx="66905" cy="58192"/>
          </a:xfrm>
          <a:custGeom>
            <a:avLst/>
            <a:gdLst>
              <a:gd name="connsiteX0" fmla="*/ 66747 w 66905"/>
              <a:gd name="connsiteY0" fmla="*/ 64878 h 67574"/>
              <a:gd name="connsiteX1" fmla="*/ 58503 w 66905"/>
              <a:gd name="connsiteY1" fmla="*/ 55361 h 67574"/>
              <a:gd name="connsiteX2" fmla="*/ 3012 w 66905"/>
              <a:gd name="connsiteY2" fmla="*/ 0 h 67574"/>
              <a:gd name="connsiteX3" fmla="*/ 0 w 66905"/>
              <a:gd name="connsiteY3" fmla="*/ 3013 h 67574"/>
              <a:gd name="connsiteX4" fmla="*/ 64527 w 66905"/>
              <a:gd name="connsiteY4" fmla="*/ 67575 h 67574"/>
              <a:gd name="connsiteX5" fmla="*/ 66905 w 66905"/>
              <a:gd name="connsiteY5" fmla="*/ 65037 h 675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6905" h="67574">
                <a:moveTo>
                  <a:pt x="66747" y="64878"/>
                </a:moveTo>
                <a:lnTo>
                  <a:pt x="58503" y="55361"/>
                </a:lnTo>
                <a:lnTo>
                  <a:pt x="3012" y="0"/>
                </a:lnTo>
                <a:cubicBezTo>
                  <a:pt x="2061" y="1110"/>
                  <a:pt x="951" y="2062"/>
                  <a:pt x="0" y="3013"/>
                </a:cubicBezTo>
                <a:lnTo>
                  <a:pt x="64527" y="67575"/>
                </a:lnTo>
                <a:cubicBezTo>
                  <a:pt x="65320" y="66623"/>
                  <a:pt x="65954" y="65830"/>
                  <a:pt x="66905" y="65037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5" name="Freeform 154">
            <a:extLst>
              <a:ext uri="{FF2B5EF4-FFF2-40B4-BE49-F238E27FC236}">
                <a16:creationId xmlns:a16="http://schemas.microsoft.com/office/drawing/2014/main" id="{3BE56B12-0359-E58B-E759-143773C2EAF2}"/>
              </a:ext>
            </a:extLst>
          </p:cNvPr>
          <p:cNvSpPr/>
          <p:nvPr userDrawn="1"/>
        </p:nvSpPr>
        <p:spPr>
          <a:xfrm>
            <a:off x="5919938" y="3429958"/>
            <a:ext cx="375431" cy="1708907"/>
          </a:xfrm>
          <a:custGeom>
            <a:avLst/>
            <a:gdLst>
              <a:gd name="connsiteX0" fmla="*/ 0 w 375431"/>
              <a:gd name="connsiteY0" fmla="*/ 1980143 h 1984426"/>
              <a:gd name="connsiteX1" fmla="*/ 3805 w 375431"/>
              <a:gd name="connsiteY1" fmla="*/ 1984427 h 1984426"/>
              <a:gd name="connsiteX2" fmla="*/ 375431 w 375431"/>
              <a:gd name="connsiteY2" fmla="*/ 952 h 1984426"/>
              <a:gd name="connsiteX3" fmla="*/ 371151 w 375431"/>
              <a:gd name="connsiteY3" fmla="*/ 0 h 1984426"/>
              <a:gd name="connsiteX4" fmla="*/ 159 w 375431"/>
              <a:gd name="connsiteY4" fmla="*/ 1979985 h 1984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5431" h="1984426">
                <a:moveTo>
                  <a:pt x="0" y="1980143"/>
                </a:moveTo>
                <a:lnTo>
                  <a:pt x="3805" y="1984427"/>
                </a:lnTo>
                <a:lnTo>
                  <a:pt x="375431" y="952"/>
                </a:lnTo>
                <a:cubicBezTo>
                  <a:pt x="374004" y="793"/>
                  <a:pt x="372577" y="476"/>
                  <a:pt x="371151" y="0"/>
                </a:cubicBezTo>
                <a:lnTo>
                  <a:pt x="159" y="197998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6" name="Freeform 155">
            <a:extLst>
              <a:ext uri="{FF2B5EF4-FFF2-40B4-BE49-F238E27FC236}">
                <a16:creationId xmlns:a16="http://schemas.microsoft.com/office/drawing/2014/main" id="{F27895B7-515C-2766-1110-221DE46F6A17}"/>
              </a:ext>
            </a:extLst>
          </p:cNvPr>
          <p:cNvSpPr/>
          <p:nvPr userDrawn="1"/>
        </p:nvSpPr>
        <p:spPr>
          <a:xfrm>
            <a:off x="5904876" y="5420570"/>
            <a:ext cx="16964" cy="61471"/>
          </a:xfrm>
          <a:custGeom>
            <a:avLst/>
            <a:gdLst>
              <a:gd name="connsiteX0" fmla="*/ 13159 w 16964"/>
              <a:gd name="connsiteY0" fmla="*/ 0 h 71382"/>
              <a:gd name="connsiteX1" fmla="*/ 0 w 16964"/>
              <a:gd name="connsiteY1" fmla="*/ 70431 h 71382"/>
              <a:gd name="connsiteX2" fmla="*/ 4439 w 16964"/>
              <a:gd name="connsiteY2" fmla="*/ 71382 h 71382"/>
              <a:gd name="connsiteX3" fmla="*/ 16964 w 16964"/>
              <a:gd name="connsiteY3" fmla="*/ 4283 h 71382"/>
              <a:gd name="connsiteX4" fmla="*/ 13318 w 16964"/>
              <a:gd name="connsiteY4" fmla="*/ 0 h 713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964" h="71382">
                <a:moveTo>
                  <a:pt x="13159" y="0"/>
                </a:moveTo>
                <a:lnTo>
                  <a:pt x="0" y="70431"/>
                </a:lnTo>
                <a:cubicBezTo>
                  <a:pt x="1586" y="70748"/>
                  <a:pt x="3012" y="71065"/>
                  <a:pt x="4439" y="71382"/>
                </a:cubicBezTo>
                <a:lnTo>
                  <a:pt x="16964" y="4283"/>
                </a:lnTo>
                <a:lnTo>
                  <a:pt x="13318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7" name="Freeform 156">
            <a:extLst>
              <a:ext uri="{FF2B5EF4-FFF2-40B4-BE49-F238E27FC236}">
                <a16:creationId xmlns:a16="http://schemas.microsoft.com/office/drawing/2014/main" id="{F21C9D27-D72B-F08C-9914-1D718570A6DF}"/>
              </a:ext>
            </a:extLst>
          </p:cNvPr>
          <p:cNvSpPr/>
          <p:nvPr userDrawn="1"/>
        </p:nvSpPr>
        <p:spPr>
          <a:xfrm>
            <a:off x="5918352" y="5583006"/>
            <a:ext cx="431238" cy="737384"/>
          </a:xfrm>
          <a:custGeom>
            <a:avLst/>
            <a:gdLst>
              <a:gd name="connsiteX0" fmla="*/ 3647 w 431238"/>
              <a:gd name="connsiteY0" fmla="*/ 0 h 856269"/>
              <a:gd name="connsiteX1" fmla="*/ 0 w 431238"/>
              <a:gd name="connsiteY1" fmla="*/ 2538 h 856269"/>
              <a:gd name="connsiteX2" fmla="*/ 393981 w 431238"/>
              <a:gd name="connsiteY2" fmla="*/ 790915 h 856269"/>
              <a:gd name="connsiteX3" fmla="*/ 429653 w 431238"/>
              <a:gd name="connsiteY3" fmla="*/ 856269 h 856269"/>
              <a:gd name="connsiteX4" fmla="*/ 431239 w 431238"/>
              <a:gd name="connsiteY4" fmla="*/ 855159 h 856269"/>
              <a:gd name="connsiteX5" fmla="*/ 3805 w 431238"/>
              <a:gd name="connsiteY5" fmla="*/ 158 h 8562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31238" h="856269">
                <a:moveTo>
                  <a:pt x="3647" y="0"/>
                </a:moveTo>
                <a:cubicBezTo>
                  <a:pt x="2378" y="793"/>
                  <a:pt x="1269" y="1903"/>
                  <a:pt x="0" y="2538"/>
                </a:cubicBezTo>
                <a:lnTo>
                  <a:pt x="393981" y="790915"/>
                </a:lnTo>
                <a:lnTo>
                  <a:pt x="429653" y="856269"/>
                </a:lnTo>
                <a:cubicBezTo>
                  <a:pt x="429653" y="856269"/>
                  <a:pt x="430604" y="855476"/>
                  <a:pt x="431239" y="855159"/>
                </a:cubicBezTo>
                <a:lnTo>
                  <a:pt x="3805" y="158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8" name="Freeform 157">
            <a:extLst>
              <a:ext uri="{FF2B5EF4-FFF2-40B4-BE49-F238E27FC236}">
                <a16:creationId xmlns:a16="http://schemas.microsoft.com/office/drawing/2014/main" id="{B54F3E5C-1FB4-ADCA-39D3-B417B3948596}"/>
              </a:ext>
            </a:extLst>
          </p:cNvPr>
          <p:cNvSpPr/>
          <p:nvPr userDrawn="1"/>
        </p:nvSpPr>
        <p:spPr>
          <a:xfrm>
            <a:off x="5897107" y="5589509"/>
            <a:ext cx="5390" cy="45719"/>
          </a:xfrm>
          <a:custGeom>
            <a:avLst/>
            <a:gdLst>
              <a:gd name="connsiteX0" fmla="*/ 793 w 5390"/>
              <a:gd name="connsiteY0" fmla="*/ 476 h 33153"/>
              <a:gd name="connsiteX1" fmla="*/ 0 w 5390"/>
              <a:gd name="connsiteY1" fmla="*/ 476 h 33153"/>
              <a:gd name="connsiteX2" fmla="*/ 793 w 5390"/>
              <a:gd name="connsiteY2" fmla="*/ 24587 h 33153"/>
              <a:gd name="connsiteX3" fmla="*/ 5390 w 5390"/>
              <a:gd name="connsiteY3" fmla="*/ 33153 h 33153"/>
              <a:gd name="connsiteX4" fmla="*/ 4439 w 5390"/>
              <a:gd name="connsiteY4" fmla="*/ 0 h 33153"/>
              <a:gd name="connsiteX5" fmla="*/ 793 w 5390"/>
              <a:gd name="connsiteY5" fmla="*/ 793 h 331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390" h="33153">
                <a:moveTo>
                  <a:pt x="793" y="476"/>
                </a:moveTo>
                <a:cubicBezTo>
                  <a:pt x="793" y="476"/>
                  <a:pt x="317" y="476"/>
                  <a:pt x="0" y="476"/>
                </a:cubicBezTo>
                <a:lnTo>
                  <a:pt x="793" y="24587"/>
                </a:lnTo>
                <a:lnTo>
                  <a:pt x="5390" y="33153"/>
                </a:lnTo>
                <a:lnTo>
                  <a:pt x="4439" y="0"/>
                </a:lnTo>
                <a:cubicBezTo>
                  <a:pt x="3171" y="0"/>
                  <a:pt x="2061" y="793"/>
                  <a:pt x="793" y="793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9" name="Freeform 158">
            <a:extLst>
              <a:ext uri="{FF2B5EF4-FFF2-40B4-BE49-F238E27FC236}">
                <a16:creationId xmlns:a16="http://schemas.microsoft.com/office/drawing/2014/main" id="{E6B2D710-EAAE-5362-1644-3C3BCE76DA14}"/>
              </a:ext>
            </a:extLst>
          </p:cNvPr>
          <p:cNvSpPr/>
          <p:nvPr userDrawn="1"/>
        </p:nvSpPr>
        <p:spPr>
          <a:xfrm>
            <a:off x="5898375" y="5623615"/>
            <a:ext cx="67856" cy="1801388"/>
          </a:xfrm>
          <a:custGeom>
            <a:avLst/>
            <a:gdLst>
              <a:gd name="connsiteX0" fmla="*/ 67698 w 67856"/>
              <a:gd name="connsiteY0" fmla="*/ 2091182 h 2091817"/>
              <a:gd name="connsiteX1" fmla="*/ 4598 w 67856"/>
              <a:gd name="connsiteY1" fmla="*/ 8566 h 2091817"/>
              <a:gd name="connsiteX2" fmla="*/ 0 w 67856"/>
              <a:gd name="connsiteY2" fmla="*/ 0 h 2091817"/>
              <a:gd name="connsiteX3" fmla="*/ 63417 w 67856"/>
              <a:gd name="connsiteY3" fmla="*/ 2091817 h 2091817"/>
              <a:gd name="connsiteX4" fmla="*/ 67064 w 67856"/>
              <a:gd name="connsiteY4" fmla="*/ 2091024 h 2091817"/>
              <a:gd name="connsiteX5" fmla="*/ 67857 w 67856"/>
              <a:gd name="connsiteY5" fmla="*/ 2091024 h 2091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7856" h="2091817">
                <a:moveTo>
                  <a:pt x="67698" y="2091182"/>
                </a:moveTo>
                <a:lnTo>
                  <a:pt x="4598" y="8566"/>
                </a:lnTo>
                <a:lnTo>
                  <a:pt x="0" y="0"/>
                </a:lnTo>
                <a:lnTo>
                  <a:pt x="63417" y="2091817"/>
                </a:lnTo>
                <a:cubicBezTo>
                  <a:pt x="64686" y="2091817"/>
                  <a:pt x="65796" y="2091024"/>
                  <a:pt x="67064" y="2091024"/>
                </a:cubicBezTo>
                <a:lnTo>
                  <a:pt x="67857" y="2091024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0" name="Freeform 159">
            <a:extLst>
              <a:ext uri="{FF2B5EF4-FFF2-40B4-BE49-F238E27FC236}">
                <a16:creationId xmlns:a16="http://schemas.microsoft.com/office/drawing/2014/main" id="{F1DC310D-EB7E-E77A-692C-CE427BDD3A04}"/>
              </a:ext>
            </a:extLst>
          </p:cNvPr>
          <p:cNvSpPr/>
          <p:nvPr userDrawn="1"/>
        </p:nvSpPr>
        <p:spPr>
          <a:xfrm>
            <a:off x="5586520" y="5040818"/>
            <a:ext cx="287280" cy="394784"/>
          </a:xfrm>
          <a:custGeom>
            <a:avLst/>
            <a:gdLst>
              <a:gd name="connsiteX0" fmla="*/ 0 w 287280"/>
              <a:gd name="connsiteY0" fmla="*/ 1745 h 458433"/>
              <a:gd name="connsiteX1" fmla="*/ 12525 w 287280"/>
              <a:gd name="connsiteY1" fmla="*/ 24588 h 458433"/>
              <a:gd name="connsiteX2" fmla="*/ 283476 w 287280"/>
              <a:gd name="connsiteY2" fmla="*/ 458433 h 458433"/>
              <a:gd name="connsiteX3" fmla="*/ 287281 w 287280"/>
              <a:gd name="connsiteY3" fmla="*/ 455895 h 458433"/>
              <a:gd name="connsiteX4" fmla="*/ 2537 w 287280"/>
              <a:gd name="connsiteY4" fmla="*/ 0 h 458433"/>
              <a:gd name="connsiteX5" fmla="*/ 159 w 287280"/>
              <a:gd name="connsiteY5" fmla="*/ 1745 h 458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87280" h="458433">
                <a:moveTo>
                  <a:pt x="0" y="1745"/>
                </a:moveTo>
                <a:lnTo>
                  <a:pt x="12525" y="24588"/>
                </a:lnTo>
                <a:lnTo>
                  <a:pt x="283476" y="458433"/>
                </a:lnTo>
                <a:cubicBezTo>
                  <a:pt x="284744" y="457640"/>
                  <a:pt x="285854" y="456688"/>
                  <a:pt x="287281" y="455895"/>
                </a:cubicBezTo>
                <a:lnTo>
                  <a:pt x="2537" y="0"/>
                </a:lnTo>
                <a:cubicBezTo>
                  <a:pt x="1744" y="635"/>
                  <a:pt x="951" y="1111"/>
                  <a:pt x="159" y="1745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1" name="Freeform 160">
            <a:extLst>
              <a:ext uri="{FF2B5EF4-FFF2-40B4-BE49-F238E27FC236}">
                <a16:creationId xmlns:a16="http://schemas.microsoft.com/office/drawing/2014/main" id="{4B0C4540-8274-38A3-BA30-E81DB446A697}"/>
              </a:ext>
            </a:extLst>
          </p:cNvPr>
          <p:cNvSpPr/>
          <p:nvPr userDrawn="1"/>
        </p:nvSpPr>
        <p:spPr>
          <a:xfrm>
            <a:off x="5591435" y="5039073"/>
            <a:ext cx="156641" cy="157640"/>
          </a:xfrm>
          <a:custGeom>
            <a:avLst/>
            <a:gdLst>
              <a:gd name="connsiteX0" fmla="*/ 153470 w 156641"/>
              <a:gd name="connsiteY0" fmla="*/ 176235 h 183055"/>
              <a:gd name="connsiteX1" fmla="*/ 317 w 156641"/>
              <a:gd name="connsiteY1" fmla="*/ 0 h 183055"/>
              <a:gd name="connsiteX2" fmla="*/ 0 w 156641"/>
              <a:gd name="connsiteY2" fmla="*/ 159 h 183055"/>
              <a:gd name="connsiteX3" fmla="*/ 156641 w 156641"/>
              <a:gd name="connsiteY3" fmla="*/ 183056 h 183055"/>
              <a:gd name="connsiteX4" fmla="*/ 153470 w 156641"/>
              <a:gd name="connsiteY4" fmla="*/ 176235 h 1830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6641" h="183055">
                <a:moveTo>
                  <a:pt x="153470" y="176235"/>
                </a:moveTo>
                <a:lnTo>
                  <a:pt x="317" y="0"/>
                </a:lnTo>
                <a:lnTo>
                  <a:pt x="0" y="159"/>
                </a:lnTo>
                <a:lnTo>
                  <a:pt x="156641" y="183056"/>
                </a:lnTo>
                <a:lnTo>
                  <a:pt x="153470" y="17623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2" name="Freeform 161">
            <a:extLst>
              <a:ext uri="{FF2B5EF4-FFF2-40B4-BE49-F238E27FC236}">
                <a16:creationId xmlns:a16="http://schemas.microsoft.com/office/drawing/2014/main" id="{F69FCE0D-8E15-491A-10FA-FFDE097EB0A1}"/>
              </a:ext>
            </a:extLst>
          </p:cNvPr>
          <p:cNvSpPr/>
          <p:nvPr userDrawn="1"/>
        </p:nvSpPr>
        <p:spPr>
          <a:xfrm>
            <a:off x="5755528" y="5227363"/>
            <a:ext cx="988043" cy="992559"/>
          </a:xfrm>
          <a:custGeom>
            <a:avLst/>
            <a:gdLst>
              <a:gd name="connsiteX0" fmla="*/ 162507 w 988043"/>
              <a:gd name="connsiteY0" fmla="*/ 193208 h 1152585"/>
              <a:gd name="connsiteX1" fmla="*/ 166153 w 988043"/>
              <a:gd name="connsiteY1" fmla="*/ 197491 h 1152585"/>
              <a:gd name="connsiteX2" fmla="*/ 979482 w 988043"/>
              <a:gd name="connsiteY2" fmla="*/ 1146875 h 1152585"/>
              <a:gd name="connsiteX3" fmla="*/ 984397 w 988043"/>
              <a:gd name="connsiteY3" fmla="*/ 1152585 h 1152585"/>
              <a:gd name="connsiteX4" fmla="*/ 988044 w 988043"/>
              <a:gd name="connsiteY4" fmla="*/ 1150047 h 1152585"/>
              <a:gd name="connsiteX5" fmla="*/ 205155 w 988043"/>
              <a:gd name="connsiteY5" fmla="*/ 236037 h 1152585"/>
              <a:gd name="connsiteX6" fmla="*/ 0 w 988043"/>
              <a:gd name="connsiteY6" fmla="*/ 0 h 1152585"/>
              <a:gd name="connsiteX7" fmla="*/ 3329 w 988043"/>
              <a:gd name="connsiteY7" fmla="*/ 7138 h 1152585"/>
              <a:gd name="connsiteX8" fmla="*/ 162665 w 988043"/>
              <a:gd name="connsiteY8" fmla="*/ 193050 h 11525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88043" h="1152585">
                <a:moveTo>
                  <a:pt x="162507" y="193208"/>
                </a:moveTo>
                <a:lnTo>
                  <a:pt x="166153" y="197491"/>
                </a:lnTo>
                <a:lnTo>
                  <a:pt x="979482" y="1146875"/>
                </a:lnTo>
                <a:lnTo>
                  <a:pt x="984397" y="1152585"/>
                </a:lnTo>
                <a:cubicBezTo>
                  <a:pt x="985507" y="1151475"/>
                  <a:pt x="986934" y="1150999"/>
                  <a:pt x="988044" y="1150047"/>
                </a:cubicBezTo>
                <a:lnTo>
                  <a:pt x="205155" y="236037"/>
                </a:lnTo>
                <a:lnTo>
                  <a:pt x="0" y="0"/>
                </a:lnTo>
                <a:lnTo>
                  <a:pt x="3329" y="7138"/>
                </a:lnTo>
                <a:lnTo>
                  <a:pt x="162665" y="19305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3" name="Freeform 162">
            <a:extLst>
              <a:ext uri="{FF2B5EF4-FFF2-40B4-BE49-F238E27FC236}">
                <a16:creationId xmlns:a16="http://schemas.microsoft.com/office/drawing/2014/main" id="{EAB55F6D-C898-29FF-F3B9-00AFF5370BCC}"/>
              </a:ext>
            </a:extLst>
          </p:cNvPr>
          <p:cNvSpPr/>
          <p:nvPr userDrawn="1"/>
        </p:nvSpPr>
        <p:spPr>
          <a:xfrm>
            <a:off x="5748711" y="5213245"/>
            <a:ext cx="1005799" cy="998433"/>
          </a:xfrm>
          <a:custGeom>
            <a:avLst/>
            <a:gdLst>
              <a:gd name="connsiteX0" fmla="*/ 158 w 1005799"/>
              <a:gd name="connsiteY0" fmla="*/ 0 h 1159406"/>
              <a:gd name="connsiteX1" fmla="*/ 6817 w 1005799"/>
              <a:gd name="connsiteY1" fmla="*/ 14276 h 1159406"/>
              <a:gd name="connsiteX2" fmla="*/ 211973 w 1005799"/>
              <a:gd name="connsiteY2" fmla="*/ 250314 h 1159406"/>
              <a:gd name="connsiteX3" fmla="*/ 1002154 w 1005799"/>
              <a:gd name="connsiteY3" fmla="*/ 1159406 h 1159406"/>
              <a:gd name="connsiteX4" fmla="*/ 1005800 w 1005799"/>
              <a:gd name="connsiteY4" fmla="*/ 1156868 h 1159406"/>
              <a:gd name="connsiteX5" fmla="*/ 175032 w 1005799"/>
              <a:gd name="connsiteY5" fmla="*/ 201139 h 1159406"/>
              <a:gd name="connsiteX6" fmla="*/ 171227 w 1005799"/>
              <a:gd name="connsiteY6" fmla="*/ 196856 h 1159406"/>
              <a:gd name="connsiteX7" fmla="*/ 0 w 1005799"/>
              <a:gd name="connsiteY7" fmla="*/ 0 h 11594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05799" h="1159406">
                <a:moveTo>
                  <a:pt x="158" y="0"/>
                </a:moveTo>
                <a:lnTo>
                  <a:pt x="6817" y="14276"/>
                </a:lnTo>
                <a:lnTo>
                  <a:pt x="211973" y="250314"/>
                </a:lnTo>
                <a:lnTo>
                  <a:pt x="1002154" y="1159406"/>
                </a:lnTo>
                <a:cubicBezTo>
                  <a:pt x="1003422" y="1158613"/>
                  <a:pt x="1004373" y="1157503"/>
                  <a:pt x="1005800" y="1156868"/>
                </a:cubicBezTo>
                <a:lnTo>
                  <a:pt x="175032" y="201139"/>
                </a:lnTo>
                <a:lnTo>
                  <a:pt x="171227" y="196856"/>
                </a:lnTo>
                <a:lnTo>
                  <a:pt x="0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4" name="Freeform 163">
            <a:extLst>
              <a:ext uri="{FF2B5EF4-FFF2-40B4-BE49-F238E27FC236}">
                <a16:creationId xmlns:a16="http://schemas.microsoft.com/office/drawing/2014/main" id="{DDAC5FA5-85E0-5C6C-CD8C-7476552AAA12}"/>
              </a:ext>
            </a:extLst>
          </p:cNvPr>
          <p:cNvSpPr/>
          <p:nvPr userDrawn="1"/>
        </p:nvSpPr>
        <p:spPr>
          <a:xfrm>
            <a:off x="6813806" y="6441338"/>
            <a:ext cx="64209" cy="63384"/>
          </a:xfrm>
          <a:custGeom>
            <a:avLst/>
            <a:gdLst>
              <a:gd name="connsiteX0" fmla="*/ 52319 w 64209"/>
              <a:gd name="connsiteY0" fmla="*/ 64086 h 73603"/>
              <a:gd name="connsiteX1" fmla="*/ 60564 w 64209"/>
              <a:gd name="connsiteY1" fmla="*/ 73603 h 73603"/>
              <a:gd name="connsiteX2" fmla="*/ 64210 w 64209"/>
              <a:gd name="connsiteY2" fmla="*/ 71065 h 73603"/>
              <a:gd name="connsiteX3" fmla="*/ 2537 w 64209"/>
              <a:gd name="connsiteY3" fmla="*/ 0 h 73603"/>
              <a:gd name="connsiteX4" fmla="*/ 0 w 64209"/>
              <a:gd name="connsiteY4" fmla="*/ 3807 h 73603"/>
              <a:gd name="connsiteX5" fmla="*/ 52319 w 64209"/>
              <a:gd name="connsiteY5" fmla="*/ 63927 h 736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4209" h="73603">
                <a:moveTo>
                  <a:pt x="52319" y="64086"/>
                </a:moveTo>
                <a:lnTo>
                  <a:pt x="60564" y="73603"/>
                </a:lnTo>
                <a:cubicBezTo>
                  <a:pt x="61673" y="72652"/>
                  <a:pt x="63100" y="72017"/>
                  <a:pt x="64210" y="71065"/>
                </a:cubicBezTo>
                <a:lnTo>
                  <a:pt x="2537" y="0"/>
                </a:lnTo>
                <a:cubicBezTo>
                  <a:pt x="1744" y="1269"/>
                  <a:pt x="951" y="2538"/>
                  <a:pt x="0" y="3807"/>
                </a:cubicBezTo>
                <a:lnTo>
                  <a:pt x="52319" y="63927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5" name="Freeform 164">
            <a:extLst>
              <a:ext uri="{FF2B5EF4-FFF2-40B4-BE49-F238E27FC236}">
                <a16:creationId xmlns:a16="http://schemas.microsoft.com/office/drawing/2014/main" id="{591FCFC2-CA00-883C-4FB7-FE154C2A36B1}"/>
              </a:ext>
            </a:extLst>
          </p:cNvPr>
          <p:cNvSpPr/>
          <p:nvPr userDrawn="1"/>
        </p:nvSpPr>
        <p:spPr>
          <a:xfrm>
            <a:off x="5591594" y="5036534"/>
            <a:ext cx="153311" cy="153951"/>
          </a:xfrm>
          <a:custGeom>
            <a:avLst/>
            <a:gdLst>
              <a:gd name="connsiteX0" fmla="*/ 146653 w 153311"/>
              <a:gd name="connsiteY0" fmla="*/ 164496 h 178772"/>
              <a:gd name="connsiteX1" fmla="*/ 3646 w 153311"/>
              <a:gd name="connsiteY1" fmla="*/ 0 h 178772"/>
              <a:gd name="connsiteX2" fmla="*/ 0 w 153311"/>
              <a:gd name="connsiteY2" fmla="*/ 2379 h 178772"/>
              <a:gd name="connsiteX3" fmla="*/ 153311 w 153311"/>
              <a:gd name="connsiteY3" fmla="*/ 178773 h 178772"/>
              <a:gd name="connsiteX4" fmla="*/ 146653 w 153311"/>
              <a:gd name="connsiteY4" fmla="*/ 164496 h 1787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3311" h="178772">
                <a:moveTo>
                  <a:pt x="146653" y="164496"/>
                </a:moveTo>
                <a:lnTo>
                  <a:pt x="3646" y="0"/>
                </a:lnTo>
                <a:cubicBezTo>
                  <a:pt x="2537" y="952"/>
                  <a:pt x="1109" y="1586"/>
                  <a:pt x="0" y="2379"/>
                </a:cubicBezTo>
                <a:lnTo>
                  <a:pt x="153311" y="178773"/>
                </a:lnTo>
                <a:lnTo>
                  <a:pt x="146653" y="164496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6" name="Freeform 165">
            <a:extLst>
              <a:ext uri="{FF2B5EF4-FFF2-40B4-BE49-F238E27FC236}">
                <a16:creationId xmlns:a16="http://schemas.microsoft.com/office/drawing/2014/main" id="{890E1F18-EAAC-6527-8880-E6C8914DE236}"/>
              </a:ext>
            </a:extLst>
          </p:cNvPr>
          <p:cNvSpPr/>
          <p:nvPr userDrawn="1"/>
        </p:nvSpPr>
        <p:spPr>
          <a:xfrm>
            <a:off x="5579861" y="4906301"/>
            <a:ext cx="24257" cy="45719"/>
          </a:xfrm>
          <a:custGeom>
            <a:avLst/>
            <a:gdLst>
              <a:gd name="connsiteX0" fmla="*/ 21720 w 24257"/>
              <a:gd name="connsiteY0" fmla="*/ 158 h 49967"/>
              <a:gd name="connsiteX1" fmla="*/ 0 w 24257"/>
              <a:gd name="connsiteY1" fmla="*/ 47746 h 49967"/>
              <a:gd name="connsiteX2" fmla="*/ 3805 w 24257"/>
              <a:gd name="connsiteY2" fmla="*/ 49967 h 49967"/>
              <a:gd name="connsiteX3" fmla="*/ 24257 w 24257"/>
              <a:gd name="connsiteY3" fmla="*/ 5393 h 49967"/>
              <a:gd name="connsiteX4" fmla="*/ 21720 w 24257"/>
              <a:gd name="connsiteY4" fmla="*/ 0 h 49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257" h="49967">
                <a:moveTo>
                  <a:pt x="21720" y="158"/>
                </a:moveTo>
                <a:lnTo>
                  <a:pt x="0" y="47746"/>
                </a:lnTo>
                <a:cubicBezTo>
                  <a:pt x="1427" y="48381"/>
                  <a:pt x="2537" y="49333"/>
                  <a:pt x="3805" y="49967"/>
                </a:cubicBezTo>
                <a:lnTo>
                  <a:pt x="24257" y="5393"/>
                </a:lnTo>
                <a:lnTo>
                  <a:pt x="21720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7" name="Freeform 166">
            <a:extLst>
              <a:ext uri="{FF2B5EF4-FFF2-40B4-BE49-F238E27FC236}">
                <a16:creationId xmlns:a16="http://schemas.microsoft.com/office/drawing/2014/main" id="{39C0B917-0BA7-455F-42DD-361F66F5A495}"/>
              </a:ext>
            </a:extLst>
          </p:cNvPr>
          <p:cNvSpPr/>
          <p:nvPr userDrawn="1"/>
        </p:nvSpPr>
        <p:spPr>
          <a:xfrm>
            <a:off x="5604119" y="3426152"/>
            <a:ext cx="679359" cy="1274782"/>
          </a:xfrm>
          <a:custGeom>
            <a:avLst/>
            <a:gdLst>
              <a:gd name="connsiteX0" fmla="*/ 2379 w 679359"/>
              <a:gd name="connsiteY0" fmla="*/ 1480309 h 1480309"/>
              <a:gd name="connsiteX1" fmla="*/ 679359 w 679359"/>
              <a:gd name="connsiteY1" fmla="*/ 2380 h 1480309"/>
              <a:gd name="connsiteX2" fmla="*/ 675554 w 679359"/>
              <a:gd name="connsiteY2" fmla="*/ 0 h 1480309"/>
              <a:gd name="connsiteX3" fmla="*/ 0 w 679359"/>
              <a:gd name="connsiteY3" fmla="*/ 1474916 h 1480309"/>
              <a:gd name="connsiteX4" fmla="*/ 2537 w 679359"/>
              <a:gd name="connsiteY4" fmla="*/ 1480309 h 14803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9359" h="1480309">
                <a:moveTo>
                  <a:pt x="2379" y="1480309"/>
                </a:moveTo>
                <a:lnTo>
                  <a:pt x="679359" y="2380"/>
                </a:lnTo>
                <a:cubicBezTo>
                  <a:pt x="677932" y="1745"/>
                  <a:pt x="676823" y="793"/>
                  <a:pt x="675554" y="0"/>
                </a:cubicBezTo>
                <a:lnTo>
                  <a:pt x="0" y="1474916"/>
                </a:lnTo>
                <a:lnTo>
                  <a:pt x="2537" y="1480309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8" name="Freeform 167">
            <a:extLst>
              <a:ext uri="{FF2B5EF4-FFF2-40B4-BE49-F238E27FC236}">
                <a16:creationId xmlns:a16="http://schemas.microsoft.com/office/drawing/2014/main" id="{38264755-FBFD-D97F-E4BD-88610FC6190C}"/>
              </a:ext>
            </a:extLst>
          </p:cNvPr>
          <p:cNvSpPr/>
          <p:nvPr userDrawn="1"/>
        </p:nvSpPr>
        <p:spPr>
          <a:xfrm>
            <a:off x="5877289" y="5585067"/>
            <a:ext cx="470557" cy="737521"/>
          </a:xfrm>
          <a:custGeom>
            <a:avLst/>
            <a:gdLst>
              <a:gd name="connsiteX0" fmla="*/ 466911 w 470557"/>
              <a:gd name="connsiteY0" fmla="*/ 856429 h 856428"/>
              <a:gd name="connsiteX1" fmla="*/ 470557 w 470557"/>
              <a:gd name="connsiteY1" fmla="*/ 853891 h 856428"/>
              <a:gd name="connsiteX2" fmla="*/ 434885 w 470557"/>
              <a:gd name="connsiteY2" fmla="*/ 788536 h 856428"/>
              <a:gd name="connsiteX3" fmla="*/ 25208 w 470557"/>
              <a:gd name="connsiteY3" fmla="*/ 37119 h 856428"/>
              <a:gd name="connsiteX4" fmla="*/ 20610 w 470557"/>
              <a:gd name="connsiteY4" fmla="*/ 28553 h 856428"/>
              <a:gd name="connsiteX5" fmla="*/ 6025 w 470557"/>
              <a:gd name="connsiteY5" fmla="*/ 1745 h 856428"/>
              <a:gd name="connsiteX6" fmla="*/ 0 w 470557"/>
              <a:gd name="connsiteY6" fmla="*/ 0 h 856428"/>
              <a:gd name="connsiteX7" fmla="*/ 20928 w 470557"/>
              <a:gd name="connsiteY7" fmla="*/ 38388 h 856428"/>
              <a:gd name="connsiteX8" fmla="*/ 25525 w 470557"/>
              <a:gd name="connsiteY8" fmla="*/ 46954 h 856428"/>
              <a:gd name="connsiteX9" fmla="*/ 466911 w 470557"/>
              <a:gd name="connsiteY9" fmla="*/ 856429 h 856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70557" h="856428">
                <a:moveTo>
                  <a:pt x="466911" y="856429"/>
                </a:moveTo>
                <a:cubicBezTo>
                  <a:pt x="468179" y="855635"/>
                  <a:pt x="469289" y="854525"/>
                  <a:pt x="470557" y="853891"/>
                </a:cubicBezTo>
                <a:lnTo>
                  <a:pt x="434885" y="788536"/>
                </a:lnTo>
                <a:lnTo>
                  <a:pt x="25208" y="37119"/>
                </a:lnTo>
                <a:lnTo>
                  <a:pt x="20610" y="28553"/>
                </a:lnTo>
                <a:lnTo>
                  <a:pt x="6025" y="1745"/>
                </a:lnTo>
                <a:cubicBezTo>
                  <a:pt x="3964" y="1111"/>
                  <a:pt x="1902" y="793"/>
                  <a:pt x="0" y="0"/>
                </a:cubicBezTo>
                <a:lnTo>
                  <a:pt x="20928" y="38388"/>
                </a:lnTo>
                <a:lnTo>
                  <a:pt x="25525" y="46954"/>
                </a:lnTo>
                <a:lnTo>
                  <a:pt x="466911" y="856429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9" name="Freeform 168">
            <a:extLst>
              <a:ext uri="{FF2B5EF4-FFF2-40B4-BE49-F238E27FC236}">
                <a16:creationId xmlns:a16="http://schemas.microsoft.com/office/drawing/2014/main" id="{EC3F55B0-7078-E005-B5FE-64FC725A2479}"/>
              </a:ext>
            </a:extLst>
          </p:cNvPr>
          <p:cNvSpPr/>
          <p:nvPr userDrawn="1"/>
        </p:nvSpPr>
        <p:spPr>
          <a:xfrm>
            <a:off x="5582874" y="5042562"/>
            <a:ext cx="267780" cy="422786"/>
          </a:xfrm>
          <a:custGeom>
            <a:avLst/>
            <a:gdLst>
              <a:gd name="connsiteX0" fmla="*/ 16172 w 267780"/>
              <a:gd name="connsiteY0" fmla="*/ 22842 h 490950"/>
              <a:gd name="connsiteX1" fmla="*/ 3647 w 267780"/>
              <a:gd name="connsiteY1" fmla="*/ 0 h 490950"/>
              <a:gd name="connsiteX2" fmla="*/ 0 w 267780"/>
              <a:gd name="connsiteY2" fmla="*/ 2538 h 490950"/>
              <a:gd name="connsiteX3" fmla="*/ 266353 w 267780"/>
              <a:gd name="connsiteY3" fmla="*/ 490951 h 490950"/>
              <a:gd name="connsiteX4" fmla="*/ 267780 w 267780"/>
              <a:gd name="connsiteY4" fmla="*/ 484289 h 490950"/>
              <a:gd name="connsiteX5" fmla="*/ 16330 w 267780"/>
              <a:gd name="connsiteY5" fmla="*/ 23001 h 490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67780" h="490950">
                <a:moveTo>
                  <a:pt x="16172" y="22842"/>
                </a:moveTo>
                <a:lnTo>
                  <a:pt x="3647" y="0"/>
                </a:lnTo>
                <a:cubicBezTo>
                  <a:pt x="2378" y="793"/>
                  <a:pt x="1269" y="1903"/>
                  <a:pt x="0" y="2538"/>
                </a:cubicBezTo>
                <a:lnTo>
                  <a:pt x="266353" y="490951"/>
                </a:lnTo>
                <a:cubicBezTo>
                  <a:pt x="266670" y="488572"/>
                  <a:pt x="267146" y="486351"/>
                  <a:pt x="267780" y="484289"/>
                </a:cubicBezTo>
                <a:lnTo>
                  <a:pt x="16330" y="23001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70" name="Freeform 169">
            <a:extLst>
              <a:ext uri="{FF2B5EF4-FFF2-40B4-BE49-F238E27FC236}">
                <a16:creationId xmlns:a16="http://schemas.microsoft.com/office/drawing/2014/main" id="{EB054222-D793-2318-EE91-AAF0CF931766}"/>
              </a:ext>
            </a:extLst>
          </p:cNvPr>
          <p:cNvSpPr/>
          <p:nvPr userDrawn="1"/>
        </p:nvSpPr>
        <p:spPr>
          <a:xfrm>
            <a:off x="5038118" y="3698039"/>
            <a:ext cx="506229" cy="1082308"/>
          </a:xfrm>
          <a:custGeom>
            <a:avLst/>
            <a:gdLst>
              <a:gd name="connsiteX0" fmla="*/ 505754 w 506229"/>
              <a:gd name="connsiteY0" fmla="*/ 1253473 h 1256803"/>
              <a:gd name="connsiteX1" fmla="*/ 16330 w 506229"/>
              <a:gd name="connsiteY1" fmla="*/ 29346 h 1256803"/>
              <a:gd name="connsiteX2" fmla="*/ 2695 w 506229"/>
              <a:gd name="connsiteY2" fmla="*/ 0 h 1256803"/>
              <a:gd name="connsiteX3" fmla="*/ 0 w 506229"/>
              <a:gd name="connsiteY3" fmla="*/ 635 h 1256803"/>
              <a:gd name="connsiteX4" fmla="*/ 502107 w 506229"/>
              <a:gd name="connsiteY4" fmla="*/ 1256804 h 1256803"/>
              <a:gd name="connsiteX5" fmla="*/ 506229 w 506229"/>
              <a:gd name="connsiteY5" fmla="*/ 1255534 h 1256803"/>
              <a:gd name="connsiteX6" fmla="*/ 505595 w 506229"/>
              <a:gd name="connsiteY6" fmla="*/ 1253473 h 12568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06229" h="1256803">
                <a:moveTo>
                  <a:pt x="505754" y="1253473"/>
                </a:moveTo>
                <a:lnTo>
                  <a:pt x="16330" y="29346"/>
                </a:lnTo>
                <a:lnTo>
                  <a:pt x="2695" y="0"/>
                </a:lnTo>
                <a:cubicBezTo>
                  <a:pt x="1902" y="317"/>
                  <a:pt x="793" y="317"/>
                  <a:pt x="0" y="635"/>
                </a:cubicBezTo>
                <a:lnTo>
                  <a:pt x="502107" y="1256804"/>
                </a:lnTo>
                <a:cubicBezTo>
                  <a:pt x="503376" y="1256169"/>
                  <a:pt x="504803" y="1256010"/>
                  <a:pt x="506229" y="1255534"/>
                </a:cubicBezTo>
                <a:lnTo>
                  <a:pt x="505595" y="1253473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71" name="Freeform 170">
            <a:extLst>
              <a:ext uri="{FF2B5EF4-FFF2-40B4-BE49-F238E27FC236}">
                <a16:creationId xmlns:a16="http://schemas.microsoft.com/office/drawing/2014/main" id="{6B965887-EC95-5C2D-AA82-B389640F4556}"/>
              </a:ext>
            </a:extLst>
          </p:cNvPr>
          <p:cNvSpPr/>
          <p:nvPr userDrawn="1"/>
        </p:nvSpPr>
        <p:spPr>
          <a:xfrm>
            <a:off x="5040972" y="3695976"/>
            <a:ext cx="355296" cy="661296"/>
          </a:xfrm>
          <a:custGeom>
            <a:avLst/>
            <a:gdLst>
              <a:gd name="connsiteX0" fmla="*/ 345942 w 355296"/>
              <a:gd name="connsiteY0" fmla="*/ 737299 h 767914"/>
              <a:gd name="connsiteX1" fmla="*/ 3805 w 355296"/>
              <a:gd name="connsiteY1" fmla="*/ 0 h 767914"/>
              <a:gd name="connsiteX2" fmla="*/ 0 w 355296"/>
              <a:gd name="connsiteY2" fmla="*/ 2379 h 767914"/>
              <a:gd name="connsiteX3" fmla="*/ 13635 w 355296"/>
              <a:gd name="connsiteY3" fmla="*/ 31725 h 767914"/>
              <a:gd name="connsiteX4" fmla="*/ 355296 w 355296"/>
              <a:gd name="connsiteY4" fmla="*/ 767914 h 767914"/>
              <a:gd name="connsiteX5" fmla="*/ 346100 w 355296"/>
              <a:gd name="connsiteY5" fmla="*/ 737458 h 7679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55296" h="767914">
                <a:moveTo>
                  <a:pt x="345942" y="737299"/>
                </a:moveTo>
                <a:lnTo>
                  <a:pt x="3805" y="0"/>
                </a:lnTo>
                <a:cubicBezTo>
                  <a:pt x="2378" y="793"/>
                  <a:pt x="1427" y="1745"/>
                  <a:pt x="0" y="2379"/>
                </a:cubicBezTo>
                <a:lnTo>
                  <a:pt x="13635" y="31725"/>
                </a:lnTo>
                <a:lnTo>
                  <a:pt x="355296" y="767914"/>
                </a:lnTo>
                <a:lnTo>
                  <a:pt x="346100" y="737458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72" name="Freeform 171">
            <a:extLst>
              <a:ext uri="{FF2B5EF4-FFF2-40B4-BE49-F238E27FC236}">
                <a16:creationId xmlns:a16="http://schemas.microsoft.com/office/drawing/2014/main" id="{9817401D-90B6-E496-AE0B-753388281229}"/>
              </a:ext>
            </a:extLst>
          </p:cNvPr>
          <p:cNvSpPr/>
          <p:nvPr userDrawn="1"/>
        </p:nvSpPr>
        <p:spPr>
          <a:xfrm>
            <a:off x="5400232" y="4462303"/>
            <a:ext cx="478643" cy="890380"/>
          </a:xfrm>
          <a:custGeom>
            <a:avLst/>
            <a:gdLst>
              <a:gd name="connsiteX0" fmla="*/ 203729 w 478643"/>
              <a:gd name="connsiteY0" fmla="*/ 438922 h 1033932"/>
              <a:gd name="connsiteX1" fmla="*/ 0 w 478643"/>
              <a:gd name="connsiteY1" fmla="*/ 0 h 1033932"/>
              <a:gd name="connsiteX2" fmla="*/ 9195 w 478643"/>
              <a:gd name="connsiteY2" fmla="*/ 30457 h 1033932"/>
              <a:gd name="connsiteX3" fmla="*/ 201192 w 478643"/>
              <a:gd name="connsiteY3" fmla="*/ 444315 h 1033932"/>
              <a:gd name="connsiteX4" fmla="*/ 203729 w 478643"/>
              <a:gd name="connsiteY4" fmla="*/ 449708 h 1033932"/>
              <a:gd name="connsiteX5" fmla="*/ 338015 w 478643"/>
              <a:gd name="connsiteY5" fmla="*/ 739045 h 1033932"/>
              <a:gd name="connsiteX6" fmla="*/ 344674 w 478643"/>
              <a:gd name="connsiteY6" fmla="*/ 753321 h 1033932"/>
              <a:gd name="connsiteX7" fmla="*/ 347845 w 478643"/>
              <a:gd name="connsiteY7" fmla="*/ 760142 h 1033932"/>
              <a:gd name="connsiteX8" fmla="*/ 474838 w 478643"/>
              <a:gd name="connsiteY8" fmla="*/ 1033933 h 1033932"/>
              <a:gd name="connsiteX9" fmla="*/ 478643 w 478643"/>
              <a:gd name="connsiteY9" fmla="*/ 1031553 h 1033932"/>
              <a:gd name="connsiteX10" fmla="*/ 358467 w 478643"/>
              <a:gd name="connsiteY10" fmla="*/ 772674 h 1033932"/>
              <a:gd name="connsiteX11" fmla="*/ 355138 w 478643"/>
              <a:gd name="connsiteY11" fmla="*/ 765535 h 1033932"/>
              <a:gd name="connsiteX12" fmla="*/ 348479 w 478643"/>
              <a:gd name="connsiteY12" fmla="*/ 751259 h 1033932"/>
              <a:gd name="connsiteX13" fmla="*/ 206107 w 478643"/>
              <a:gd name="connsiteY13" fmla="*/ 444474 h 1033932"/>
              <a:gd name="connsiteX14" fmla="*/ 203570 w 478643"/>
              <a:gd name="connsiteY14" fmla="*/ 439081 h 1033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478643" h="1033932">
                <a:moveTo>
                  <a:pt x="203729" y="438922"/>
                </a:moveTo>
                <a:lnTo>
                  <a:pt x="0" y="0"/>
                </a:lnTo>
                <a:lnTo>
                  <a:pt x="9195" y="30457"/>
                </a:lnTo>
                <a:lnTo>
                  <a:pt x="201192" y="444315"/>
                </a:lnTo>
                <a:lnTo>
                  <a:pt x="203729" y="449708"/>
                </a:lnTo>
                <a:lnTo>
                  <a:pt x="338015" y="739045"/>
                </a:lnTo>
                <a:lnTo>
                  <a:pt x="344674" y="753321"/>
                </a:lnTo>
                <a:lnTo>
                  <a:pt x="347845" y="760142"/>
                </a:lnTo>
                <a:lnTo>
                  <a:pt x="474838" y="1033933"/>
                </a:lnTo>
                <a:cubicBezTo>
                  <a:pt x="476265" y="1033139"/>
                  <a:pt x="477216" y="1032187"/>
                  <a:pt x="478643" y="1031553"/>
                </a:cubicBezTo>
                <a:lnTo>
                  <a:pt x="358467" y="772674"/>
                </a:lnTo>
                <a:lnTo>
                  <a:pt x="355138" y="765535"/>
                </a:lnTo>
                <a:lnTo>
                  <a:pt x="348479" y="751259"/>
                </a:lnTo>
                <a:lnTo>
                  <a:pt x="206107" y="444474"/>
                </a:lnTo>
                <a:lnTo>
                  <a:pt x="203570" y="439081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74" name="Freeform 173">
            <a:extLst>
              <a:ext uri="{FF2B5EF4-FFF2-40B4-BE49-F238E27FC236}">
                <a16:creationId xmlns:a16="http://schemas.microsoft.com/office/drawing/2014/main" id="{A3E83E0A-0E21-A9D6-B43C-DA72FD89148A}"/>
              </a:ext>
            </a:extLst>
          </p:cNvPr>
          <p:cNvSpPr/>
          <p:nvPr userDrawn="1"/>
        </p:nvSpPr>
        <p:spPr>
          <a:xfrm>
            <a:off x="5146245" y="3390142"/>
            <a:ext cx="1108377" cy="204494"/>
          </a:xfrm>
          <a:custGeom>
            <a:avLst/>
            <a:gdLst>
              <a:gd name="connsiteX0" fmla="*/ 1268 w 1108377"/>
              <a:gd name="connsiteY0" fmla="*/ 237465 h 237464"/>
              <a:gd name="connsiteX1" fmla="*/ 1108378 w 1108377"/>
              <a:gd name="connsiteY1" fmla="*/ 4283 h 237464"/>
              <a:gd name="connsiteX2" fmla="*/ 1107426 w 1108377"/>
              <a:gd name="connsiteY2" fmla="*/ 0 h 237464"/>
              <a:gd name="connsiteX3" fmla="*/ 0 w 1108377"/>
              <a:gd name="connsiteY3" fmla="*/ 233341 h 237464"/>
              <a:gd name="connsiteX4" fmla="*/ 1268 w 1108377"/>
              <a:gd name="connsiteY4" fmla="*/ 237465 h 2374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08377" h="237464">
                <a:moveTo>
                  <a:pt x="1268" y="237465"/>
                </a:moveTo>
                <a:lnTo>
                  <a:pt x="1108378" y="4283"/>
                </a:lnTo>
                <a:cubicBezTo>
                  <a:pt x="1107902" y="2855"/>
                  <a:pt x="1107744" y="1428"/>
                  <a:pt x="1107426" y="0"/>
                </a:cubicBezTo>
                <a:lnTo>
                  <a:pt x="0" y="233341"/>
                </a:lnTo>
                <a:lnTo>
                  <a:pt x="1268" y="23746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75" name="Freeform 174">
            <a:extLst>
              <a:ext uri="{FF2B5EF4-FFF2-40B4-BE49-F238E27FC236}">
                <a16:creationId xmlns:a16="http://schemas.microsoft.com/office/drawing/2014/main" id="{9A93DB52-A0ED-9244-FD9A-2A93F535764A}"/>
              </a:ext>
            </a:extLst>
          </p:cNvPr>
          <p:cNvSpPr/>
          <p:nvPr userDrawn="1"/>
        </p:nvSpPr>
        <p:spPr>
          <a:xfrm>
            <a:off x="5069510" y="3624435"/>
            <a:ext cx="73723" cy="45719"/>
          </a:xfrm>
          <a:custGeom>
            <a:avLst/>
            <a:gdLst>
              <a:gd name="connsiteX0" fmla="*/ 72455 w 73723"/>
              <a:gd name="connsiteY0" fmla="*/ 0 h 19511"/>
              <a:gd name="connsiteX1" fmla="*/ 0 w 73723"/>
              <a:gd name="connsiteY1" fmla="*/ 15228 h 19511"/>
              <a:gd name="connsiteX2" fmla="*/ 951 w 73723"/>
              <a:gd name="connsiteY2" fmla="*/ 19511 h 19511"/>
              <a:gd name="connsiteX3" fmla="*/ 73723 w 73723"/>
              <a:gd name="connsiteY3" fmla="*/ 4124 h 19511"/>
              <a:gd name="connsiteX4" fmla="*/ 72455 w 73723"/>
              <a:gd name="connsiteY4" fmla="*/ 0 h 195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3723" h="19511">
                <a:moveTo>
                  <a:pt x="72455" y="0"/>
                </a:moveTo>
                <a:lnTo>
                  <a:pt x="0" y="15228"/>
                </a:lnTo>
                <a:cubicBezTo>
                  <a:pt x="317" y="16656"/>
                  <a:pt x="634" y="18083"/>
                  <a:pt x="951" y="19511"/>
                </a:cubicBezTo>
                <a:lnTo>
                  <a:pt x="73723" y="4124"/>
                </a:lnTo>
                <a:lnTo>
                  <a:pt x="72455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79" name="Freeform 178">
            <a:extLst>
              <a:ext uri="{FF2B5EF4-FFF2-40B4-BE49-F238E27FC236}">
                <a16:creationId xmlns:a16="http://schemas.microsoft.com/office/drawing/2014/main" id="{DDFDC562-0054-A078-FC4E-0D8BABCE931D}"/>
              </a:ext>
            </a:extLst>
          </p:cNvPr>
          <p:cNvSpPr/>
          <p:nvPr userDrawn="1"/>
        </p:nvSpPr>
        <p:spPr>
          <a:xfrm>
            <a:off x="4892417" y="2823526"/>
            <a:ext cx="124139" cy="671815"/>
          </a:xfrm>
          <a:custGeom>
            <a:avLst/>
            <a:gdLst>
              <a:gd name="connsiteX0" fmla="*/ 4281 w 124139"/>
              <a:gd name="connsiteY0" fmla="*/ 0 h 780128"/>
              <a:gd name="connsiteX1" fmla="*/ 0 w 124139"/>
              <a:gd name="connsiteY1" fmla="*/ 952 h 780128"/>
              <a:gd name="connsiteX2" fmla="*/ 119859 w 124139"/>
              <a:gd name="connsiteY2" fmla="*/ 780129 h 780128"/>
              <a:gd name="connsiteX3" fmla="*/ 124139 w 124139"/>
              <a:gd name="connsiteY3" fmla="*/ 779177 h 780128"/>
              <a:gd name="connsiteX4" fmla="*/ 4281 w 124139"/>
              <a:gd name="connsiteY4" fmla="*/ 0 h 7801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139" h="780128">
                <a:moveTo>
                  <a:pt x="4281" y="0"/>
                </a:moveTo>
                <a:cubicBezTo>
                  <a:pt x="2854" y="317"/>
                  <a:pt x="1427" y="793"/>
                  <a:pt x="0" y="952"/>
                </a:cubicBezTo>
                <a:lnTo>
                  <a:pt x="119859" y="780129"/>
                </a:lnTo>
                <a:cubicBezTo>
                  <a:pt x="121286" y="779811"/>
                  <a:pt x="122713" y="779335"/>
                  <a:pt x="124139" y="779177"/>
                </a:cubicBezTo>
                <a:lnTo>
                  <a:pt x="4281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7" name="Freeform 186">
            <a:extLst>
              <a:ext uri="{FF2B5EF4-FFF2-40B4-BE49-F238E27FC236}">
                <a16:creationId xmlns:a16="http://schemas.microsoft.com/office/drawing/2014/main" id="{68FB87BA-F4BD-23F4-AD37-CCE95FBE0B5A}"/>
              </a:ext>
            </a:extLst>
          </p:cNvPr>
          <p:cNvSpPr/>
          <p:nvPr userDrawn="1"/>
        </p:nvSpPr>
        <p:spPr>
          <a:xfrm>
            <a:off x="4899075" y="2822257"/>
            <a:ext cx="649711" cy="1835675"/>
          </a:xfrm>
          <a:custGeom>
            <a:avLst/>
            <a:gdLst>
              <a:gd name="connsiteX0" fmla="*/ 501156 w 649711"/>
              <a:gd name="connsiteY0" fmla="*/ 1639888 h 2131632"/>
              <a:gd name="connsiteX1" fmla="*/ 248438 w 649711"/>
              <a:gd name="connsiteY1" fmla="*/ 805350 h 2131632"/>
              <a:gd name="connsiteX2" fmla="*/ 247170 w 649711"/>
              <a:gd name="connsiteY2" fmla="*/ 801226 h 2131632"/>
              <a:gd name="connsiteX3" fmla="*/ 4439 w 649711"/>
              <a:gd name="connsiteY3" fmla="*/ 0 h 2131632"/>
              <a:gd name="connsiteX4" fmla="*/ 0 w 649711"/>
              <a:gd name="connsiteY4" fmla="*/ 952 h 2131632"/>
              <a:gd name="connsiteX5" fmla="*/ 242730 w 649711"/>
              <a:gd name="connsiteY5" fmla="*/ 802337 h 2131632"/>
              <a:gd name="connsiteX6" fmla="*/ 243999 w 649711"/>
              <a:gd name="connsiteY6" fmla="*/ 806461 h 2131632"/>
              <a:gd name="connsiteX7" fmla="*/ 487680 w 649711"/>
              <a:gd name="connsiteY7" fmla="*/ 1611177 h 2131632"/>
              <a:gd name="connsiteX8" fmla="*/ 496876 w 649711"/>
              <a:gd name="connsiteY8" fmla="*/ 1641633 h 2131632"/>
              <a:gd name="connsiteX9" fmla="*/ 644638 w 649711"/>
              <a:gd name="connsiteY9" fmla="*/ 2129570 h 2131632"/>
              <a:gd name="connsiteX10" fmla="*/ 645273 w 649711"/>
              <a:gd name="connsiteY10" fmla="*/ 2131633 h 2131632"/>
              <a:gd name="connsiteX11" fmla="*/ 649712 w 649711"/>
              <a:gd name="connsiteY11" fmla="*/ 2130681 h 2131632"/>
              <a:gd name="connsiteX12" fmla="*/ 510352 w 649711"/>
              <a:gd name="connsiteY12" fmla="*/ 1670503 h 2131632"/>
              <a:gd name="connsiteX13" fmla="*/ 501156 w 649711"/>
              <a:gd name="connsiteY13" fmla="*/ 1640047 h 21316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649711" h="2131632">
                <a:moveTo>
                  <a:pt x="501156" y="1639888"/>
                </a:moveTo>
                <a:lnTo>
                  <a:pt x="248438" y="805350"/>
                </a:lnTo>
                <a:lnTo>
                  <a:pt x="247170" y="801226"/>
                </a:lnTo>
                <a:lnTo>
                  <a:pt x="4439" y="0"/>
                </a:lnTo>
                <a:cubicBezTo>
                  <a:pt x="3012" y="476"/>
                  <a:pt x="1427" y="476"/>
                  <a:pt x="0" y="952"/>
                </a:cubicBezTo>
                <a:lnTo>
                  <a:pt x="242730" y="802337"/>
                </a:lnTo>
                <a:lnTo>
                  <a:pt x="243999" y="806461"/>
                </a:lnTo>
                <a:lnTo>
                  <a:pt x="487680" y="1611177"/>
                </a:lnTo>
                <a:lnTo>
                  <a:pt x="496876" y="1641633"/>
                </a:lnTo>
                <a:lnTo>
                  <a:pt x="644638" y="2129570"/>
                </a:lnTo>
                <a:lnTo>
                  <a:pt x="645273" y="2131633"/>
                </a:lnTo>
                <a:cubicBezTo>
                  <a:pt x="646699" y="2131157"/>
                  <a:pt x="648285" y="2131157"/>
                  <a:pt x="649712" y="2130681"/>
                </a:cubicBezTo>
                <a:lnTo>
                  <a:pt x="510352" y="1670503"/>
                </a:lnTo>
                <a:lnTo>
                  <a:pt x="501156" y="1640047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8" name="Freeform 187">
            <a:extLst>
              <a:ext uri="{FF2B5EF4-FFF2-40B4-BE49-F238E27FC236}">
                <a16:creationId xmlns:a16="http://schemas.microsoft.com/office/drawing/2014/main" id="{759FC820-60AC-EC6E-B332-3842220F507D}"/>
              </a:ext>
            </a:extLst>
          </p:cNvPr>
          <p:cNvSpPr/>
          <p:nvPr userDrawn="1"/>
        </p:nvSpPr>
        <p:spPr>
          <a:xfrm>
            <a:off x="4931894" y="2793070"/>
            <a:ext cx="1325582" cy="492318"/>
          </a:xfrm>
          <a:custGeom>
            <a:avLst/>
            <a:gdLst>
              <a:gd name="connsiteX0" fmla="*/ 0 w 1325582"/>
              <a:gd name="connsiteY0" fmla="*/ 3966 h 571692"/>
              <a:gd name="connsiteX1" fmla="*/ 1323839 w 1325582"/>
              <a:gd name="connsiteY1" fmla="*/ 571692 h 571692"/>
              <a:gd name="connsiteX2" fmla="*/ 1325583 w 1325582"/>
              <a:gd name="connsiteY2" fmla="*/ 567727 h 571692"/>
              <a:gd name="connsiteX3" fmla="*/ 1744 w 1325582"/>
              <a:gd name="connsiteY3" fmla="*/ 0 h 571692"/>
              <a:gd name="connsiteX4" fmla="*/ 0 w 1325582"/>
              <a:gd name="connsiteY4" fmla="*/ 3966 h 5716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25582" h="571692">
                <a:moveTo>
                  <a:pt x="0" y="3966"/>
                </a:moveTo>
                <a:lnTo>
                  <a:pt x="1323839" y="571692"/>
                </a:lnTo>
                <a:cubicBezTo>
                  <a:pt x="1324314" y="570265"/>
                  <a:pt x="1324949" y="568996"/>
                  <a:pt x="1325583" y="567727"/>
                </a:cubicBezTo>
                <a:lnTo>
                  <a:pt x="1744" y="0"/>
                </a:lnTo>
                <a:cubicBezTo>
                  <a:pt x="1269" y="1428"/>
                  <a:pt x="634" y="2697"/>
                  <a:pt x="0" y="3966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9" name="Freeform 188">
            <a:extLst>
              <a:ext uri="{FF2B5EF4-FFF2-40B4-BE49-F238E27FC236}">
                <a16:creationId xmlns:a16="http://schemas.microsoft.com/office/drawing/2014/main" id="{54A500A6-6F89-03BE-0273-DB0D8D4CCCB0}"/>
              </a:ext>
            </a:extLst>
          </p:cNvPr>
          <p:cNvSpPr/>
          <p:nvPr userDrawn="1"/>
        </p:nvSpPr>
        <p:spPr>
          <a:xfrm>
            <a:off x="4931260" y="1782455"/>
            <a:ext cx="2135581" cy="839017"/>
          </a:xfrm>
          <a:custGeom>
            <a:avLst/>
            <a:gdLst>
              <a:gd name="connsiteX0" fmla="*/ 1942159 w 2135581"/>
              <a:gd name="connsiteY0" fmla="*/ 87086 h 974288"/>
              <a:gd name="connsiteX1" fmla="*/ 1818019 w 2135581"/>
              <a:gd name="connsiteY1" fmla="*/ 143558 h 974288"/>
              <a:gd name="connsiteX2" fmla="*/ 1812629 w 2135581"/>
              <a:gd name="connsiteY2" fmla="*/ 146096 h 974288"/>
              <a:gd name="connsiteX3" fmla="*/ 0 w 2135581"/>
              <a:gd name="connsiteY3" fmla="*/ 970481 h 974288"/>
              <a:gd name="connsiteX4" fmla="*/ 2220 w 2135581"/>
              <a:gd name="connsiteY4" fmla="*/ 974288 h 974288"/>
              <a:gd name="connsiteX5" fmla="*/ 1810885 w 2135581"/>
              <a:gd name="connsiteY5" fmla="*/ 151648 h 974288"/>
              <a:gd name="connsiteX6" fmla="*/ 1816276 w 2135581"/>
              <a:gd name="connsiteY6" fmla="*/ 149110 h 974288"/>
              <a:gd name="connsiteX7" fmla="*/ 1939939 w 2135581"/>
              <a:gd name="connsiteY7" fmla="*/ 92956 h 974288"/>
              <a:gd name="connsiteX8" fmla="*/ 1945647 w 2135581"/>
              <a:gd name="connsiteY8" fmla="*/ 90417 h 974288"/>
              <a:gd name="connsiteX9" fmla="*/ 2135582 w 2135581"/>
              <a:gd name="connsiteY9" fmla="*/ 3966 h 974288"/>
              <a:gd name="connsiteX10" fmla="*/ 2133363 w 2135581"/>
              <a:gd name="connsiteY10" fmla="*/ 0 h 974288"/>
              <a:gd name="connsiteX11" fmla="*/ 1947867 w 2135581"/>
              <a:gd name="connsiteY11" fmla="*/ 84390 h 974288"/>
              <a:gd name="connsiteX12" fmla="*/ 1942317 w 2135581"/>
              <a:gd name="connsiteY12" fmla="*/ 86928 h 974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2135581" h="974288">
                <a:moveTo>
                  <a:pt x="1942159" y="87086"/>
                </a:moveTo>
                <a:lnTo>
                  <a:pt x="1818019" y="143558"/>
                </a:lnTo>
                <a:lnTo>
                  <a:pt x="1812629" y="146096"/>
                </a:lnTo>
                <a:lnTo>
                  <a:pt x="0" y="970481"/>
                </a:lnTo>
                <a:cubicBezTo>
                  <a:pt x="634" y="971909"/>
                  <a:pt x="1586" y="973019"/>
                  <a:pt x="2220" y="974288"/>
                </a:cubicBezTo>
                <a:lnTo>
                  <a:pt x="1810885" y="151648"/>
                </a:lnTo>
                <a:lnTo>
                  <a:pt x="1816276" y="149110"/>
                </a:lnTo>
                <a:lnTo>
                  <a:pt x="1939939" y="92956"/>
                </a:lnTo>
                <a:lnTo>
                  <a:pt x="1945647" y="90417"/>
                </a:lnTo>
                <a:lnTo>
                  <a:pt x="2135582" y="3966"/>
                </a:lnTo>
                <a:cubicBezTo>
                  <a:pt x="2134948" y="2538"/>
                  <a:pt x="2133997" y="1428"/>
                  <a:pt x="2133363" y="0"/>
                </a:cubicBezTo>
                <a:lnTo>
                  <a:pt x="1947867" y="84390"/>
                </a:lnTo>
                <a:lnTo>
                  <a:pt x="1942317" y="86928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0" name="Freeform 189">
            <a:extLst>
              <a:ext uri="{FF2B5EF4-FFF2-40B4-BE49-F238E27FC236}">
                <a16:creationId xmlns:a16="http://schemas.microsoft.com/office/drawing/2014/main" id="{34A57E3F-7D41-37C8-0C79-907B3223347B}"/>
              </a:ext>
            </a:extLst>
          </p:cNvPr>
          <p:cNvSpPr/>
          <p:nvPr userDrawn="1"/>
        </p:nvSpPr>
        <p:spPr>
          <a:xfrm>
            <a:off x="4927613" y="1451242"/>
            <a:ext cx="2075493" cy="1119600"/>
          </a:xfrm>
          <a:custGeom>
            <a:avLst/>
            <a:gdLst>
              <a:gd name="connsiteX0" fmla="*/ 1933914 w 2075493"/>
              <a:gd name="connsiteY0" fmla="*/ 92162 h 1300108"/>
              <a:gd name="connsiteX1" fmla="*/ 1939622 w 2075493"/>
              <a:gd name="connsiteY1" fmla="*/ 88514 h 1300108"/>
              <a:gd name="connsiteX2" fmla="*/ 2075494 w 2075493"/>
              <a:gd name="connsiteY2" fmla="*/ 3648 h 1300108"/>
              <a:gd name="connsiteX3" fmla="*/ 2072957 w 2075493"/>
              <a:gd name="connsiteY3" fmla="*/ 0 h 1300108"/>
              <a:gd name="connsiteX4" fmla="*/ 1941524 w 2075493"/>
              <a:gd name="connsiteY4" fmla="*/ 82169 h 1300108"/>
              <a:gd name="connsiteX5" fmla="*/ 1935817 w 2075493"/>
              <a:gd name="connsiteY5" fmla="*/ 85817 h 1300108"/>
              <a:gd name="connsiteX6" fmla="*/ 0 w 2075493"/>
              <a:gd name="connsiteY6" fmla="*/ 1296460 h 1300108"/>
              <a:gd name="connsiteX7" fmla="*/ 2537 w 2075493"/>
              <a:gd name="connsiteY7" fmla="*/ 1300109 h 1300108"/>
              <a:gd name="connsiteX8" fmla="*/ 1933914 w 2075493"/>
              <a:gd name="connsiteY8" fmla="*/ 92321 h 13001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075493" h="1300108">
                <a:moveTo>
                  <a:pt x="1933914" y="92162"/>
                </a:moveTo>
                <a:lnTo>
                  <a:pt x="1939622" y="88514"/>
                </a:lnTo>
                <a:lnTo>
                  <a:pt x="2075494" y="3648"/>
                </a:lnTo>
                <a:cubicBezTo>
                  <a:pt x="2074543" y="2379"/>
                  <a:pt x="2073750" y="1269"/>
                  <a:pt x="2072957" y="0"/>
                </a:cubicBezTo>
                <a:lnTo>
                  <a:pt x="1941524" y="82169"/>
                </a:lnTo>
                <a:lnTo>
                  <a:pt x="1935817" y="85817"/>
                </a:lnTo>
                <a:lnTo>
                  <a:pt x="0" y="1296460"/>
                </a:lnTo>
                <a:cubicBezTo>
                  <a:pt x="793" y="1297729"/>
                  <a:pt x="1744" y="1298840"/>
                  <a:pt x="2537" y="1300109"/>
                </a:cubicBezTo>
                <a:lnTo>
                  <a:pt x="1933914" y="92321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1" name="Freeform 190">
            <a:extLst>
              <a:ext uri="{FF2B5EF4-FFF2-40B4-BE49-F238E27FC236}">
                <a16:creationId xmlns:a16="http://schemas.microsoft.com/office/drawing/2014/main" id="{B419098A-87A7-FA2F-BDDF-6C1C2CC5D03A}"/>
              </a:ext>
            </a:extLst>
          </p:cNvPr>
          <p:cNvSpPr/>
          <p:nvPr userDrawn="1"/>
        </p:nvSpPr>
        <p:spPr>
          <a:xfrm>
            <a:off x="9366992" y="213157"/>
            <a:ext cx="101785" cy="87699"/>
          </a:xfrm>
          <a:custGeom>
            <a:avLst/>
            <a:gdLst>
              <a:gd name="connsiteX0" fmla="*/ 0 w 101785"/>
              <a:gd name="connsiteY0" fmla="*/ 50919 h 101838"/>
              <a:gd name="connsiteX1" fmla="*/ 2061 w 101785"/>
              <a:gd name="connsiteY1" fmla="*/ 61230 h 101838"/>
              <a:gd name="connsiteX2" fmla="*/ 3012 w 101785"/>
              <a:gd name="connsiteY2" fmla="*/ 65513 h 101838"/>
              <a:gd name="connsiteX3" fmla="*/ 4915 w 101785"/>
              <a:gd name="connsiteY3" fmla="*/ 72017 h 101838"/>
              <a:gd name="connsiteX4" fmla="*/ 7452 w 101785"/>
              <a:gd name="connsiteY4" fmla="*/ 75824 h 101838"/>
              <a:gd name="connsiteX5" fmla="*/ 50893 w 101785"/>
              <a:gd name="connsiteY5" fmla="*/ 101839 h 101838"/>
              <a:gd name="connsiteX6" fmla="*/ 101786 w 101785"/>
              <a:gd name="connsiteY6" fmla="*/ 50919 h 101838"/>
              <a:gd name="connsiteX7" fmla="*/ 50893 w 101785"/>
              <a:gd name="connsiteY7" fmla="*/ 0 h 101838"/>
              <a:gd name="connsiteX8" fmla="*/ 31392 w 101785"/>
              <a:gd name="connsiteY8" fmla="*/ 3966 h 101838"/>
              <a:gd name="connsiteX9" fmla="*/ 27586 w 101785"/>
              <a:gd name="connsiteY9" fmla="*/ 6345 h 101838"/>
              <a:gd name="connsiteX10" fmla="*/ 0 w 101785"/>
              <a:gd name="connsiteY10" fmla="*/ 50919 h 1018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01785" h="101838">
                <a:moveTo>
                  <a:pt x="0" y="50919"/>
                </a:moveTo>
                <a:cubicBezTo>
                  <a:pt x="0" y="54568"/>
                  <a:pt x="1427" y="57740"/>
                  <a:pt x="2061" y="61230"/>
                </a:cubicBezTo>
                <a:cubicBezTo>
                  <a:pt x="2379" y="62658"/>
                  <a:pt x="2537" y="64244"/>
                  <a:pt x="3012" y="65513"/>
                </a:cubicBezTo>
                <a:cubicBezTo>
                  <a:pt x="3647" y="67734"/>
                  <a:pt x="3964" y="69955"/>
                  <a:pt x="4915" y="72017"/>
                </a:cubicBezTo>
                <a:cubicBezTo>
                  <a:pt x="5550" y="73444"/>
                  <a:pt x="6817" y="74555"/>
                  <a:pt x="7452" y="75824"/>
                </a:cubicBezTo>
                <a:cubicBezTo>
                  <a:pt x="16330" y="91052"/>
                  <a:pt x="32026" y="101839"/>
                  <a:pt x="50893" y="101839"/>
                </a:cubicBezTo>
                <a:cubicBezTo>
                  <a:pt x="79113" y="101839"/>
                  <a:pt x="101786" y="78996"/>
                  <a:pt x="101786" y="50919"/>
                </a:cubicBezTo>
                <a:cubicBezTo>
                  <a:pt x="101786" y="22842"/>
                  <a:pt x="78955" y="0"/>
                  <a:pt x="50893" y="0"/>
                </a:cubicBezTo>
                <a:cubicBezTo>
                  <a:pt x="43917" y="0"/>
                  <a:pt x="37416" y="1428"/>
                  <a:pt x="31392" y="3966"/>
                </a:cubicBezTo>
                <a:cubicBezTo>
                  <a:pt x="29965" y="4600"/>
                  <a:pt x="29014" y="5711"/>
                  <a:pt x="27586" y="6345"/>
                </a:cubicBezTo>
                <a:cubicBezTo>
                  <a:pt x="11416" y="14911"/>
                  <a:pt x="0" y="31408"/>
                  <a:pt x="0" y="50919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76" name="Freeform 575">
            <a:extLst>
              <a:ext uri="{FF2B5EF4-FFF2-40B4-BE49-F238E27FC236}">
                <a16:creationId xmlns:a16="http://schemas.microsoft.com/office/drawing/2014/main" id="{945F6376-2F38-AB4F-4F42-3E851930E542}"/>
              </a:ext>
            </a:extLst>
          </p:cNvPr>
          <p:cNvSpPr/>
          <p:nvPr userDrawn="1"/>
        </p:nvSpPr>
        <p:spPr>
          <a:xfrm>
            <a:off x="6993595" y="297864"/>
            <a:ext cx="100040" cy="86470"/>
          </a:xfrm>
          <a:custGeom>
            <a:avLst/>
            <a:gdLst>
              <a:gd name="connsiteX0" fmla="*/ 37099 w 100040"/>
              <a:gd name="connsiteY0" fmla="*/ 2697 h 100411"/>
              <a:gd name="connsiteX1" fmla="*/ 32660 w 100040"/>
              <a:gd name="connsiteY1" fmla="*/ 3648 h 100411"/>
              <a:gd name="connsiteX2" fmla="*/ 0 w 100040"/>
              <a:gd name="connsiteY2" fmla="*/ 50285 h 100411"/>
              <a:gd name="connsiteX3" fmla="*/ 47880 w 100040"/>
              <a:gd name="connsiteY3" fmla="*/ 99935 h 100411"/>
              <a:gd name="connsiteX4" fmla="*/ 50100 w 100040"/>
              <a:gd name="connsiteY4" fmla="*/ 100411 h 100411"/>
              <a:gd name="connsiteX5" fmla="*/ 50100 w 100040"/>
              <a:gd name="connsiteY5" fmla="*/ 100411 h 100411"/>
              <a:gd name="connsiteX6" fmla="*/ 54539 w 100040"/>
              <a:gd name="connsiteY6" fmla="*/ 99459 h 100411"/>
              <a:gd name="connsiteX7" fmla="*/ 100041 w 100040"/>
              <a:gd name="connsiteY7" fmla="*/ 50285 h 100411"/>
              <a:gd name="connsiteX8" fmla="*/ 97980 w 100040"/>
              <a:gd name="connsiteY8" fmla="*/ 40291 h 100411"/>
              <a:gd name="connsiteX9" fmla="*/ 97029 w 100040"/>
              <a:gd name="connsiteY9" fmla="*/ 35850 h 100411"/>
              <a:gd name="connsiteX10" fmla="*/ 88626 w 100040"/>
              <a:gd name="connsiteY10" fmla="*/ 19828 h 100411"/>
              <a:gd name="connsiteX11" fmla="*/ 86089 w 100040"/>
              <a:gd name="connsiteY11" fmla="*/ 16180 h 100411"/>
              <a:gd name="connsiteX12" fmla="*/ 49782 w 100040"/>
              <a:gd name="connsiteY12" fmla="*/ 0 h 100411"/>
              <a:gd name="connsiteX13" fmla="*/ 41538 w 100040"/>
              <a:gd name="connsiteY13" fmla="*/ 1745 h 100411"/>
              <a:gd name="connsiteX14" fmla="*/ 37258 w 100040"/>
              <a:gd name="connsiteY14" fmla="*/ 2697 h 100411"/>
              <a:gd name="connsiteX15" fmla="*/ 36940 w 100040"/>
              <a:gd name="connsiteY15" fmla="*/ 2697 h 1004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00040" h="100411">
                <a:moveTo>
                  <a:pt x="37099" y="2697"/>
                </a:moveTo>
                <a:cubicBezTo>
                  <a:pt x="35672" y="3173"/>
                  <a:pt x="34087" y="3173"/>
                  <a:pt x="32660" y="3648"/>
                </a:cubicBezTo>
                <a:cubicBezTo>
                  <a:pt x="13635" y="10787"/>
                  <a:pt x="0" y="28712"/>
                  <a:pt x="0" y="50285"/>
                </a:cubicBezTo>
                <a:cubicBezTo>
                  <a:pt x="0" y="77251"/>
                  <a:pt x="21245" y="98666"/>
                  <a:pt x="47880" y="99935"/>
                </a:cubicBezTo>
                <a:cubicBezTo>
                  <a:pt x="48673" y="99935"/>
                  <a:pt x="49307" y="100411"/>
                  <a:pt x="50100" y="100411"/>
                </a:cubicBezTo>
                <a:lnTo>
                  <a:pt x="50100" y="100411"/>
                </a:lnTo>
                <a:cubicBezTo>
                  <a:pt x="51685" y="100411"/>
                  <a:pt x="53112" y="99618"/>
                  <a:pt x="54539" y="99459"/>
                </a:cubicBezTo>
                <a:cubicBezTo>
                  <a:pt x="79906" y="96921"/>
                  <a:pt x="100041" y="76300"/>
                  <a:pt x="100041" y="50285"/>
                </a:cubicBezTo>
                <a:cubicBezTo>
                  <a:pt x="100041" y="46636"/>
                  <a:pt x="98773" y="43622"/>
                  <a:pt x="97980" y="40291"/>
                </a:cubicBezTo>
                <a:cubicBezTo>
                  <a:pt x="97663" y="38864"/>
                  <a:pt x="97504" y="37277"/>
                  <a:pt x="97029" y="35850"/>
                </a:cubicBezTo>
                <a:cubicBezTo>
                  <a:pt x="95126" y="29981"/>
                  <a:pt x="92431" y="24587"/>
                  <a:pt x="88626" y="19828"/>
                </a:cubicBezTo>
                <a:cubicBezTo>
                  <a:pt x="87675" y="18718"/>
                  <a:pt x="87199" y="17290"/>
                  <a:pt x="86089" y="16180"/>
                </a:cubicBezTo>
                <a:cubicBezTo>
                  <a:pt x="76894" y="6345"/>
                  <a:pt x="64210" y="0"/>
                  <a:pt x="49782" y="0"/>
                </a:cubicBezTo>
                <a:cubicBezTo>
                  <a:pt x="46770" y="0"/>
                  <a:pt x="44234" y="1269"/>
                  <a:pt x="41538" y="1745"/>
                </a:cubicBezTo>
                <a:cubicBezTo>
                  <a:pt x="40112" y="2062"/>
                  <a:pt x="38685" y="2221"/>
                  <a:pt x="37258" y="2697"/>
                </a:cubicBezTo>
                <a:cubicBezTo>
                  <a:pt x="37258" y="2697"/>
                  <a:pt x="36940" y="2697"/>
                  <a:pt x="36940" y="2697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77" name="Freeform 576">
            <a:extLst>
              <a:ext uri="{FF2B5EF4-FFF2-40B4-BE49-F238E27FC236}">
                <a16:creationId xmlns:a16="http://schemas.microsoft.com/office/drawing/2014/main" id="{B99FD1F6-58F4-D670-682A-C65471621491}"/>
              </a:ext>
            </a:extLst>
          </p:cNvPr>
          <p:cNvSpPr/>
          <p:nvPr userDrawn="1"/>
        </p:nvSpPr>
        <p:spPr>
          <a:xfrm>
            <a:off x="1265416" y="95616"/>
            <a:ext cx="100199" cy="86470"/>
          </a:xfrm>
          <a:custGeom>
            <a:avLst/>
            <a:gdLst>
              <a:gd name="connsiteX0" fmla="*/ 50100 w 100199"/>
              <a:gd name="connsiteY0" fmla="*/ 100411 h 100411"/>
              <a:gd name="connsiteX1" fmla="*/ 93224 w 100199"/>
              <a:gd name="connsiteY1" fmla="*/ 74396 h 100411"/>
              <a:gd name="connsiteX2" fmla="*/ 95760 w 100199"/>
              <a:gd name="connsiteY2" fmla="*/ 70589 h 100411"/>
              <a:gd name="connsiteX3" fmla="*/ 100200 w 100199"/>
              <a:gd name="connsiteY3" fmla="*/ 50285 h 100411"/>
              <a:gd name="connsiteX4" fmla="*/ 80540 w 100199"/>
              <a:gd name="connsiteY4" fmla="*/ 11421 h 100411"/>
              <a:gd name="connsiteX5" fmla="*/ 76894 w 100199"/>
              <a:gd name="connsiteY5" fmla="*/ 8883 h 100411"/>
              <a:gd name="connsiteX6" fmla="*/ 50100 w 100199"/>
              <a:gd name="connsiteY6" fmla="*/ 0 h 100411"/>
              <a:gd name="connsiteX7" fmla="*/ 0 w 100199"/>
              <a:gd name="connsiteY7" fmla="*/ 50126 h 100411"/>
              <a:gd name="connsiteX8" fmla="*/ 21403 w 100199"/>
              <a:gd name="connsiteY8" fmla="*/ 90100 h 100411"/>
              <a:gd name="connsiteX9" fmla="*/ 25050 w 100199"/>
              <a:gd name="connsiteY9" fmla="*/ 92638 h 100411"/>
              <a:gd name="connsiteX10" fmla="*/ 50258 w 100199"/>
              <a:gd name="connsiteY10" fmla="*/ 100411 h 1004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00199" h="100411">
                <a:moveTo>
                  <a:pt x="50100" y="100411"/>
                </a:moveTo>
                <a:cubicBezTo>
                  <a:pt x="68966" y="100411"/>
                  <a:pt x="84662" y="89624"/>
                  <a:pt x="93224" y="74396"/>
                </a:cubicBezTo>
                <a:cubicBezTo>
                  <a:pt x="94016" y="73127"/>
                  <a:pt x="95126" y="72017"/>
                  <a:pt x="95760" y="70589"/>
                </a:cubicBezTo>
                <a:cubicBezTo>
                  <a:pt x="98614" y="64403"/>
                  <a:pt x="100200" y="57582"/>
                  <a:pt x="100200" y="50285"/>
                </a:cubicBezTo>
                <a:cubicBezTo>
                  <a:pt x="100200" y="34263"/>
                  <a:pt x="92272" y="20622"/>
                  <a:pt x="80540" y="11421"/>
                </a:cubicBezTo>
                <a:cubicBezTo>
                  <a:pt x="79430" y="10469"/>
                  <a:pt x="78162" y="9676"/>
                  <a:pt x="76894" y="8883"/>
                </a:cubicBezTo>
                <a:cubicBezTo>
                  <a:pt x="69125" y="3807"/>
                  <a:pt x="60247" y="0"/>
                  <a:pt x="50100" y="0"/>
                </a:cubicBezTo>
                <a:cubicBezTo>
                  <a:pt x="22355" y="0"/>
                  <a:pt x="0" y="22525"/>
                  <a:pt x="0" y="50126"/>
                </a:cubicBezTo>
                <a:cubicBezTo>
                  <a:pt x="0" y="66782"/>
                  <a:pt x="8720" y="80900"/>
                  <a:pt x="21403" y="90100"/>
                </a:cubicBezTo>
                <a:cubicBezTo>
                  <a:pt x="22513" y="91052"/>
                  <a:pt x="23782" y="91845"/>
                  <a:pt x="25050" y="92638"/>
                </a:cubicBezTo>
                <a:cubicBezTo>
                  <a:pt x="32501" y="97080"/>
                  <a:pt x="40746" y="100411"/>
                  <a:pt x="50258" y="100411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78" name="Freeform 577">
            <a:extLst>
              <a:ext uri="{FF2B5EF4-FFF2-40B4-BE49-F238E27FC236}">
                <a16:creationId xmlns:a16="http://schemas.microsoft.com/office/drawing/2014/main" id="{A023C48B-3142-AE0F-ED21-D4B1DA060E86}"/>
              </a:ext>
            </a:extLst>
          </p:cNvPr>
          <p:cNvSpPr/>
          <p:nvPr userDrawn="1"/>
        </p:nvSpPr>
        <p:spPr>
          <a:xfrm>
            <a:off x="1534940" y="230606"/>
            <a:ext cx="100199" cy="86470"/>
          </a:xfrm>
          <a:custGeom>
            <a:avLst/>
            <a:gdLst>
              <a:gd name="connsiteX0" fmla="*/ 50100 w 100199"/>
              <a:gd name="connsiteY0" fmla="*/ 0 h 100411"/>
              <a:gd name="connsiteX1" fmla="*/ 6976 w 100199"/>
              <a:gd name="connsiteY1" fmla="*/ 26015 h 100411"/>
              <a:gd name="connsiteX2" fmla="*/ 4439 w 100199"/>
              <a:gd name="connsiteY2" fmla="*/ 29822 h 100411"/>
              <a:gd name="connsiteX3" fmla="*/ 0 w 100199"/>
              <a:gd name="connsiteY3" fmla="*/ 50126 h 100411"/>
              <a:gd name="connsiteX4" fmla="*/ 15696 w 100199"/>
              <a:gd name="connsiteY4" fmla="*/ 86293 h 100411"/>
              <a:gd name="connsiteX5" fmla="*/ 19342 w 100199"/>
              <a:gd name="connsiteY5" fmla="*/ 88831 h 100411"/>
              <a:gd name="connsiteX6" fmla="*/ 50100 w 100199"/>
              <a:gd name="connsiteY6" fmla="*/ 100411 h 100411"/>
              <a:gd name="connsiteX7" fmla="*/ 100200 w 100199"/>
              <a:gd name="connsiteY7" fmla="*/ 50285 h 100411"/>
              <a:gd name="connsiteX8" fmla="*/ 69759 w 100199"/>
              <a:gd name="connsiteY8" fmla="*/ 4124 h 100411"/>
              <a:gd name="connsiteX9" fmla="*/ 65320 w 100199"/>
              <a:gd name="connsiteY9" fmla="*/ 3173 h 100411"/>
              <a:gd name="connsiteX10" fmla="*/ 50100 w 100199"/>
              <a:gd name="connsiteY10" fmla="*/ 159 h 1004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00199" h="100411">
                <a:moveTo>
                  <a:pt x="50100" y="0"/>
                </a:moveTo>
                <a:cubicBezTo>
                  <a:pt x="31233" y="0"/>
                  <a:pt x="15537" y="10787"/>
                  <a:pt x="6976" y="26015"/>
                </a:cubicBezTo>
                <a:cubicBezTo>
                  <a:pt x="6183" y="27443"/>
                  <a:pt x="5073" y="28394"/>
                  <a:pt x="4439" y="29822"/>
                </a:cubicBezTo>
                <a:cubicBezTo>
                  <a:pt x="1585" y="36008"/>
                  <a:pt x="0" y="42829"/>
                  <a:pt x="0" y="50126"/>
                </a:cubicBezTo>
                <a:cubicBezTo>
                  <a:pt x="0" y="64403"/>
                  <a:pt x="6025" y="77093"/>
                  <a:pt x="15696" y="86293"/>
                </a:cubicBezTo>
                <a:cubicBezTo>
                  <a:pt x="16806" y="87245"/>
                  <a:pt x="18233" y="87879"/>
                  <a:pt x="19342" y="88831"/>
                </a:cubicBezTo>
                <a:cubicBezTo>
                  <a:pt x="27904" y="95652"/>
                  <a:pt x="38368" y="100411"/>
                  <a:pt x="50100" y="100411"/>
                </a:cubicBezTo>
                <a:cubicBezTo>
                  <a:pt x="77845" y="100411"/>
                  <a:pt x="100200" y="78045"/>
                  <a:pt x="100200" y="50285"/>
                </a:cubicBezTo>
                <a:cubicBezTo>
                  <a:pt x="100200" y="29505"/>
                  <a:pt x="87675" y="11897"/>
                  <a:pt x="69759" y="4124"/>
                </a:cubicBezTo>
                <a:cubicBezTo>
                  <a:pt x="68332" y="3490"/>
                  <a:pt x="66747" y="3648"/>
                  <a:pt x="65320" y="3173"/>
                </a:cubicBezTo>
                <a:cubicBezTo>
                  <a:pt x="60405" y="1586"/>
                  <a:pt x="55490" y="159"/>
                  <a:pt x="50100" y="159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79" name="Freeform 578">
            <a:extLst>
              <a:ext uri="{FF2B5EF4-FFF2-40B4-BE49-F238E27FC236}">
                <a16:creationId xmlns:a16="http://schemas.microsoft.com/office/drawing/2014/main" id="{B9059BEB-A0B9-293A-9B11-727D91D42B71}"/>
              </a:ext>
            </a:extLst>
          </p:cNvPr>
          <p:cNvSpPr/>
          <p:nvPr userDrawn="1"/>
        </p:nvSpPr>
        <p:spPr>
          <a:xfrm>
            <a:off x="2680575" y="6029065"/>
            <a:ext cx="100199" cy="86333"/>
          </a:xfrm>
          <a:custGeom>
            <a:avLst/>
            <a:gdLst>
              <a:gd name="connsiteX0" fmla="*/ 11257 w 100199"/>
              <a:gd name="connsiteY0" fmla="*/ 19828 h 100252"/>
              <a:gd name="connsiteX1" fmla="*/ 8720 w 100199"/>
              <a:gd name="connsiteY1" fmla="*/ 23477 h 100252"/>
              <a:gd name="connsiteX2" fmla="*/ 0 w 100199"/>
              <a:gd name="connsiteY2" fmla="*/ 50126 h 100252"/>
              <a:gd name="connsiteX3" fmla="*/ 45185 w 100199"/>
              <a:gd name="connsiteY3" fmla="*/ 99300 h 100252"/>
              <a:gd name="connsiteX4" fmla="*/ 49466 w 100199"/>
              <a:gd name="connsiteY4" fmla="*/ 100253 h 100252"/>
              <a:gd name="connsiteX5" fmla="*/ 49624 w 100199"/>
              <a:gd name="connsiteY5" fmla="*/ 100253 h 100252"/>
              <a:gd name="connsiteX6" fmla="*/ 50100 w 100199"/>
              <a:gd name="connsiteY6" fmla="*/ 100253 h 100252"/>
              <a:gd name="connsiteX7" fmla="*/ 54063 w 100199"/>
              <a:gd name="connsiteY7" fmla="*/ 99459 h 100252"/>
              <a:gd name="connsiteX8" fmla="*/ 54539 w 100199"/>
              <a:gd name="connsiteY8" fmla="*/ 99459 h 100252"/>
              <a:gd name="connsiteX9" fmla="*/ 58820 w 100199"/>
              <a:gd name="connsiteY9" fmla="*/ 98507 h 100252"/>
              <a:gd name="connsiteX10" fmla="*/ 100200 w 100199"/>
              <a:gd name="connsiteY10" fmla="*/ 50126 h 100252"/>
              <a:gd name="connsiteX11" fmla="*/ 50100 w 100199"/>
              <a:gd name="connsiteY11" fmla="*/ 0 h 100252"/>
              <a:gd name="connsiteX12" fmla="*/ 28696 w 100199"/>
              <a:gd name="connsiteY12" fmla="*/ 5234 h 100252"/>
              <a:gd name="connsiteX13" fmla="*/ 25050 w 100199"/>
              <a:gd name="connsiteY13" fmla="*/ 7773 h 100252"/>
              <a:gd name="connsiteX14" fmla="*/ 11257 w 100199"/>
              <a:gd name="connsiteY14" fmla="*/ 19828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00199" h="100252">
                <a:moveTo>
                  <a:pt x="11257" y="19828"/>
                </a:moveTo>
                <a:cubicBezTo>
                  <a:pt x="10305" y="20939"/>
                  <a:pt x="9513" y="22208"/>
                  <a:pt x="8720" y="23477"/>
                </a:cubicBezTo>
                <a:cubicBezTo>
                  <a:pt x="3647" y="31250"/>
                  <a:pt x="0" y="40133"/>
                  <a:pt x="0" y="50126"/>
                </a:cubicBezTo>
                <a:cubicBezTo>
                  <a:pt x="0" y="76141"/>
                  <a:pt x="19977" y="96604"/>
                  <a:pt x="45185" y="99300"/>
                </a:cubicBezTo>
                <a:cubicBezTo>
                  <a:pt x="46612" y="99300"/>
                  <a:pt x="48039" y="100094"/>
                  <a:pt x="49466" y="100253"/>
                </a:cubicBezTo>
                <a:lnTo>
                  <a:pt x="49624" y="100253"/>
                </a:lnTo>
                <a:cubicBezTo>
                  <a:pt x="49624" y="100253"/>
                  <a:pt x="50100" y="100253"/>
                  <a:pt x="50100" y="100253"/>
                </a:cubicBezTo>
                <a:cubicBezTo>
                  <a:pt x="51527" y="100253"/>
                  <a:pt x="52637" y="99618"/>
                  <a:pt x="54063" y="99459"/>
                </a:cubicBezTo>
                <a:lnTo>
                  <a:pt x="54539" y="99459"/>
                </a:lnTo>
                <a:cubicBezTo>
                  <a:pt x="56125" y="99142"/>
                  <a:pt x="57393" y="98666"/>
                  <a:pt x="58820" y="98507"/>
                </a:cubicBezTo>
                <a:cubicBezTo>
                  <a:pt x="82126" y="94225"/>
                  <a:pt x="100200" y="74713"/>
                  <a:pt x="100200" y="50126"/>
                </a:cubicBezTo>
                <a:cubicBezTo>
                  <a:pt x="100200" y="22525"/>
                  <a:pt x="77845" y="0"/>
                  <a:pt x="50100" y="0"/>
                </a:cubicBezTo>
                <a:cubicBezTo>
                  <a:pt x="42331" y="0"/>
                  <a:pt x="35197" y="2062"/>
                  <a:pt x="28696" y="5234"/>
                </a:cubicBezTo>
                <a:cubicBezTo>
                  <a:pt x="27270" y="5869"/>
                  <a:pt x="26318" y="6980"/>
                  <a:pt x="25050" y="7773"/>
                </a:cubicBezTo>
                <a:cubicBezTo>
                  <a:pt x="19659" y="10945"/>
                  <a:pt x="15062" y="14911"/>
                  <a:pt x="11257" y="19828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80" name="Freeform 579">
            <a:extLst>
              <a:ext uri="{FF2B5EF4-FFF2-40B4-BE49-F238E27FC236}">
                <a16:creationId xmlns:a16="http://schemas.microsoft.com/office/drawing/2014/main" id="{98CE8DDE-23EA-6F01-EB7D-139467DBFC82}"/>
              </a:ext>
            </a:extLst>
          </p:cNvPr>
          <p:cNvSpPr/>
          <p:nvPr userDrawn="1"/>
        </p:nvSpPr>
        <p:spPr>
          <a:xfrm>
            <a:off x="2815337" y="7040789"/>
            <a:ext cx="100040" cy="86333"/>
          </a:xfrm>
          <a:custGeom>
            <a:avLst/>
            <a:gdLst>
              <a:gd name="connsiteX0" fmla="*/ 36624 w 100040"/>
              <a:gd name="connsiteY0" fmla="*/ 2379 h 100252"/>
              <a:gd name="connsiteX1" fmla="*/ 32343 w 100040"/>
              <a:gd name="connsiteY1" fmla="*/ 3331 h 100252"/>
              <a:gd name="connsiteX2" fmla="*/ 0 w 100040"/>
              <a:gd name="connsiteY2" fmla="*/ 49809 h 100252"/>
              <a:gd name="connsiteX3" fmla="*/ 32660 w 100040"/>
              <a:gd name="connsiteY3" fmla="*/ 96445 h 100252"/>
              <a:gd name="connsiteX4" fmla="*/ 36941 w 100040"/>
              <a:gd name="connsiteY4" fmla="*/ 97397 h 100252"/>
              <a:gd name="connsiteX5" fmla="*/ 39160 w 100040"/>
              <a:gd name="connsiteY5" fmla="*/ 97873 h 100252"/>
              <a:gd name="connsiteX6" fmla="*/ 42648 w 100040"/>
              <a:gd name="connsiteY6" fmla="*/ 98666 h 100252"/>
              <a:gd name="connsiteX7" fmla="*/ 44075 w 100040"/>
              <a:gd name="connsiteY7" fmla="*/ 98983 h 100252"/>
              <a:gd name="connsiteX8" fmla="*/ 48356 w 100040"/>
              <a:gd name="connsiteY8" fmla="*/ 99935 h 100252"/>
              <a:gd name="connsiteX9" fmla="*/ 49941 w 100040"/>
              <a:gd name="connsiteY9" fmla="*/ 100253 h 100252"/>
              <a:gd name="connsiteX10" fmla="*/ 100041 w 100040"/>
              <a:gd name="connsiteY10" fmla="*/ 50126 h 100252"/>
              <a:gd name="connsiteX11" fmla="*/ 49941 w 100040"/>
              <a:gd name="connsiteY11" fmla="*/ 0 h 100252"/>
              <a:gd name="connsiteX12" fmla="*/ 45661 w 100040"/>
              <a:gd name="connsiteY12" fmla="*/ 952 h 100252"/>
              <a:gd name="connsiteX13" fmla="*/ 41380 w 100040"/>
              <a:gd name="connsiteY13" fmla="*/ 1903 h 100252"/>
              <a:gd name="connsiteX14" fmla="*/ 36465 w 100040"/>
              <a:gd name="connsiteY14" fmla="*/ 2855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00040" h="100252">
                <a:moveTo>
                  <a:pt x="36624" y="2379"/>
                </a:moveTo>
                <a:cubicBezTo>
                  <a:pt x="35197" y="2855"/>
                  <a:pt x="33611" y="2696"/>
                  <a:pt x="32343" y="3331"/>
                </a:cubicBezTo>
                <a:cubicBezTo>
                  <a:pt x="13476" y="10469"/>
                  <a:pt x="0" y="28553"/>
                  <a:pt x="0" y="49809"/>
                </a:cubicBezTo>
                <a:cubicBezTo>
                  <a:pt x="0" y="71065"/>
                  <a:pt x="13635" y="89307"/>
                  <a:pt x="32660" y="96445"/>
                </a:cubicBezTo>
                <a:cubicBezTo>
                  <a:pt x="34087" y="96921"/>
                  <a:pt x="35514" y="96921"/>
                  <a:pt x="36941" y="97397"/>
                </a:cubicBezTo>
                <a:cubicBezTo>
                  <a:pt x="37733" y="97556"/>
                  <a:pt x="38368" y="97714"/>
                  <a:pt x="39160" y="97873"/>
                </a:cubicBezTo>
                <a:cubicBezTo>
                  <a:pt x="40270" y="98190"/>
                  <a:pt x="41539" y="98349"/>
                  <a:pt x="42648" y="98666"/>
                </a:cubicBezTo>
                <a:cubicBezTo>
                  <a:pt x="43124" y="98666"/>
                  <a:pt x="43599" y="98983"/>
                  <a:pt x="44075" y="98983"/>
                </a:cubicBezTo>
                <a:cubicBezTo>
                  <a:pt x="45502" y="99142"/>
                  <a:pt x="46929" y="99777"/>
                  <a:pt x="48356" y="99935"/>
                </a:cubicBezTo>
                <a:cubicBezTo>
                  <a:pt x="48990" y="99935"/>
                  <a:pt x="49466" y="100253"/>
                  <a:pt x="49941" y="100253"/>
                </a:cubicBezTo>
                <a:cubicBezTo>
                  <a:pt x="77686" y="100253"/>
                  <a:pt x="100041" y="77727"/>
                  <a:pt x="100041" y="50126"/>
                </a:cubicBezTo>
                <a:cubicBezTo>
                  <a:pt x="100041" y="22525"/>
                  <a:pt x="77686" y="0"/>
                  <a:pt x="49941" y="0"/>
                </a:cubicBezTo>
                <a:cubicBezTo>
                  <a:pt x="48356" y="0"/>
                  <a:pt x="47087" y="793"/>
                  <a:pt x="45661" y="952"/>
                </a:cubicBezTo>
                <a:cubicBezTo>
                  <a:pt x="44075" y="1111"/>
                  <a:pt x="42807" y="1586"/>
                  <a:pt x="41380" y="1903"/>
                </a:cubicBezTo>
                <a:cubicBezTo>
                  <a:pt x="39795" y="2221"/>
                  <a:pt x="38051" y="2379"/>
                  <a:pt x="36465" y="2855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81" name="Freeform 580">
            <a:extLst>
              <a:ext uri="{FF2B5EF4-FFF2-40B4-BE49-F238E27FC236}">
                <a16:creationId xmlns:a16="http://schemas.microsoft.com/office/drawing/2014/main" id="{57DB9B67-5833-3992-4028-EA766209C05D}"/>
              </a:ext>
            </a:extLst>
          </p:cNvPr>
          <p:cNvSpPr/>
          <p:nvPr userDrawn="1"/>
        </p:nvSpPr>
        <p:spPr>
          <a:xfrm>
            <a:off x="2141052" y="5017816"/>
            <a:ext cx="100199" cy="86333"/>
          </a:xfrm>
          <a:custGeom>
            <a:avLst/>
            <a:gdLst>
              <a:gd name="connsiteX0" fmla="*/ 14586 w 100199"/>
              <a:gd name="connsiteY0" fmla="*/ 15228 h 100252"/>
              <a:gd name="connsiteX1" fmla="*/ 12208 w 100199"/>
              <a:gd name="connsiteY1" fmla="*/ 18718 h 100252"/>
              <a:gd name="connsiteX2" fmla="*/ 9671 w 100199"/>
              <a:gd name="connsiteY2" fmla="*/ 22366 h 100252"/>
              <a:gd name="connsiteX3" fmla="*/ 3488 w 100199"/>
              <a:gd name="connsiteY3" fmla="*/ 33470 h 100252"/>
              <a:gd name="connsiteX4" fmla="*/ 2537 w 100199"/>
              <a:gd name="connsiteY4" fmla="*/ 37912 h 100252"/>
              <a:gd name="connsiteX5" fmla="*/ 0 w 100199"/>
              <a:gd name="connsiteY5" fmla="*/ 50126 h 100252"/>
              <a:gd name="connsiteX6" fmla="*/ 50100 w 100199"/>
              <a:gd name="connsiteY6" fmla="*/ 100253 h 100252"/>
              <a:gd name="connsiteX7" fmla="*/ 63576 w 100199"/>
              <a:gd name="connsiteY7" fmla="*/ 97556 h 100252"/>
              <a:gd name="connsiteX8" fmla="*/ 67857 w 100199"/>
              <a:gd name="connsiteY8" fmla="*/ 96604 h 100252"/>
              <a:gd name="connsiteX9" fmla="*/ 71503 w 100199"/>
              <a:gd name="connsiteY9" fmla="*/ 95018 h 100252"/>
              <a:gd name="connsiteX10" fmla="*/ 75308 w 100199"/>
              <a:gd name="connsiteY10" fmla="*/ 92479 h 100252"/>
              <a:gd name="connsiteX11" fmla="*/ 100200 w 100199"/>
              <a:gd name="connsiteY11" fmla="*/ 50126 h 100252"/>
              <a:gd name="connsiteX12" fmla="*/ 50100 w 100199"/>
              <a:gd name="connsiteY12" fmla="*/ 0 h 100252"/>
              <a:gd name="connsiteX13" fmla="*/ 17757 w 100199"/>
              <a:gd name="connsiteY13" fmla="*/ 12690 h 100252"/>
              <a:gd name="connsiteX14" fmla="*/ 14269 w 100199"/>
              <a:gd name="connsiteY14" fmla="*/ 15387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00199" h="100252">
                <a:moveTo>
                  <a:pt x="14586" y="15228"/>
                </a:moveTo>
                <a:cubicBezTo>
                  <a:pt x="13635" y="16180"/>
                  <a:pt x="13159" y="17607"/>
                  <a:pt x="12208" y="18718"/>
                </a:cubicBezTo>
                <a:cubicBezTo>
                  <a:pt x="11257" y="19828"/>
                  <a:pt x="10622" y="21097"/>
                  <a:pt x="9671" y="22366"/>
                </a:cubicBezTo>
                <a:cubicBezTo>
                  <a:pt x="7293" y="25856"/>
                  <a:pt x="4915" y="29346"/>
                  <a:pt x="3488" y="33470"/>
                </a:cubicBezTo>
                <a:cubicBezTo>
                  <a:pt x="3012" y="34898"/>
                  <a:pt x="3012" y="36484"/>
                  <a:pt x="2537" y="37912"/>
                </a:cubicBezTo>
                <a:cubicBezTo>
                  <a:pt x="1427" y="41877"/>
                  <a:pt x="0" y="45843"/>
                  <a:pt x="0" y="50126"/>
                </a:cubicBezTo>
                <a:cubicBezTo>
                  <a:pt x="0" y="77886"/>
                  <a:pt x="22513" y="100253"/>
                  <a:pt x="50100" y="100253"/>
                </a:cubicBezTo>
                <a:cubicBezTo>
                  <a:pt x="54856" y="100253"/>
                  <a:pt x="59295" y="98824"/>
                  <a:pt x="63576" y="97556"/>
                </a:cubicBezTo>
                <a:cubicBezTo>
                  <a:pt x="65003" y="97080"/>
                  <a:pt x="66588" y="97239"/>
                  <a:pt x="67857" y="96604"/>
                </a:cubicBezTo>
                <a:cubicBezTo>
                  <a:pt x="69125" y="96128"/>
                  <a:pt x="70235" y="95493"/>
                  <a:pt x="71503" y="95018"/>
                </a:cubicBezTo>
                <a:cubicBezTo>
                  <a:pt x="72930" y="94383"/>
                  <a:pt x="73881" y="93273"/>
                  <a:pt x="75308" y="92479"/>
                </a:cubicBezTo>
                <a:cubicBezTo>
                  <a:pt x="89894" y="83755"/>
                  <a:pt x="100200" y="68368"/>
                  <a:pt x="100200" y="50126"/>
                </a:cubicBezTo>
                <a:cubicBezTo>
                  <a:pt x="100200" y="22525"/>
                  <a:pt x="77686" y="0"/>
                  <a:pt x="50100" y="0"/>
                </a:cubicBezTo>
                <a:cubicBezTo>
                  <a:pt x="37575" y="0"/>
                  <a:pt x="26477" y="5076"/>
                  <a:pt x="17757" y="12690"/>
                </a:cubicBezTo>
                <a:cubicBezTo>
                  <a:pt x="16647" y="13642"/>
                  <a:pt x="15220" y="14276"/>
                  <a:pt x="14269" y="15387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83" name="Freeform 582">
            <a:extLst>
              <a:ext uri="{FF2B5EF4-FFF2-40B4-BE49-F238E27FC236}">
                <a16:creationId xmlns:a16="http://schemas.microsoft.com/office/drawing/2014/main" id="{BD8A5DED-0DC4-4D86-998E-0D988F2CF7D7}"/>
              </a:ext>
            </a:extLst>
          </p:cNvPr>
          <p:cNvSpPr/>
          <p:nvPr userDrawn="1"/>
        </p:nvSpPr>
        <p:spPr>
          <a:xfrm>
            <a:off x="995892" y="3804478"/>
            <a:ext cx="100358" cy="86196"/>
          </a:xfrm>
          <a:custGeom>
            <a:avLst/>
            <a:gdLst>
              <a:gd name="connsiteX0" fmla="*/ 11257 w 100358"/>
              <a:gd name="connsiteY0" fmla="*/ 19353 h 100093"/>
              <a:gd name="connsiteX1" fmla="*/ 8720 w 100358"/>
              <a:gd name="connsiteY1" fmla="*/ 23001 h 100093"/>
              <a:gd name="connsiteX2" fmla="*/ 5708 w 100358"/>
              <a:gd name="connsiteY2" fmla="*/ 27442 h 100093"/>
              <a:gd name="connsiteX3" fmla="*/ 3646 w 100358"/>
              <a:gd name="connsiteY3" fmla="*/ 31408 h 100093"/>
              <a:gd name="connsiteX4" fmla="*/ 3646 w 100358"/>
              <a:gd name="connsiteY4" fmla="*/ 31884 h 100093"/>
              <a:gd name="connsiteX5" fmla="*/ 0 w 100358"/>
              <a:gd name="connsiteY5" fmla="*/ 49809 h 100093"/>
              <a:gd name="connsiteX6" fmla="*/ 13476 w 100358"/>
              <a:gd name="connsiteY6" fmla="*/ 83438 h 100093"/>
              <a:gd name="connsiteX7" fmla="*/ 16647 w 100358"/>
              <a:gd name="connsiteY7" fmla="*/ 86452 h 100093"/>
              <a:gd name="connsiteX8" fmla="*/ 24733 w 100358"/>
              <a:gd name="connsiteY8" fmla="*/ 92004 h 100093"/>
              <a:gd name="connsiteX9" fmla="*/ 28379 w 100358"/>
              <a:gd name="connsiteY9" fmla="*/ 94542 h 100093"/>
              <a:gd name="connsiteX10" fmla="*/ 50258 w 100358"/>
              <a:gd name="connsiteY10" fmla="*/ 100094 h 100093"/>
              <a:gd name="connsiteX11" fmla="*/ 82601 w 100358"/>
              <a:gd name="connsiteY11" fmla="*/ 87562 h 100093"/>
              <a:gd name="connsiteX12" fmla="*/ 86089 w 100358"/>
              <a:gd name="connsiteY12" fmla="*/ 84866 h 100093"/>
              <a:gd name="connsiteX13" fmla="*/ 100358 w 100358"/>
              <a:gd name="connsiteY13" fmla="*/ 50126 h 100093"/>
              <a:gd name="connsiteX14" fmla="*/ 50258 w 100358"/>
              <a:gd name="connsiteY14" fmla="*/ 0 h 100093"/>
              <a:gd name="connsiteX15" fmla="*/ 31867 w 100358"/>
              <a:gd name="connsiteY15" fmla="*/ 3648 h 100093"/>
              <a:gd name="connsiteX16" fmla="*/ 27904 w 100358"/>
              <a:gd name="connsiteY16" fmla="*/ 5711 h 100093"/>
              <a:gd name="connsiteX17" fmla="*/ 11415 w 100358"/>
              <a:gd name="connsiteY17" fmla="*/ 19670 h 1000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00358" h="100093">
                <a:moveTo>
                  <a:pt x="11257" y="19353"/>
                </a:moveTo>
                <a:cubicBezTo>
                  <a:pt x="10305" y="20463"/>
                  <a:pt x="9513" y="21732"/>
                  <a:pt x="8720" y="23001"/>
                </a:cubicBezTo>
                <a:cubicBezTo>
                  <a:pt x="7769" y="24587"/>
                  <a:pt x="6500" y="25856"/>
                  <a:pt x="5708" y="27442"/>
                </a:cubicBezTo>
                <a:cubicBezTo>
                  <a:pt x="5073" y="28870"/>
                  <a:pt x="4122" y="29981"/>
                  <a:pt x="3646" y="31408"/>
                </a:cubicBezTo>
                <a:cubicBezTo>
                  <a:pt x="3646" y="31567"/>
                  <a:pt x="3646" y="31884"/>
                  <a:pt x="3646" y="31884"/>
                </a:cubicBezTo>
                <a:cubicBezTo>
                  <a:pt x="1427" y="37595"/>
                  <a:pt x="0" y="43464"/>
                  <a:pt x="0" y="49809"/>
                </a:cubicBezTo>
                <a:cubicBezTo>
                  <a:pt x="0" y="62816"/>
                  <a:pt x="5232" y="74555"/>
                  <a:pt x="13476" y="83438"/>
                </a:cubicBezTo>
                <a:cubicBezTo>
                  <a:pt x="14427" y="84548"/>
                  <a:pt x="15537" y="85500"/>
                  <a:pt x="16647" y="86452"/>
                </a:cubicBezTo>
                <a:cubicBezTo>
                  <a:pt x="19025" y="88673"/>
                  <a:pt x="21879" y="90259"/>
                  <a:pt x="24733" y="92004"/>
                </a:cubicBezTo>
                <a:cubicBezTo>
                  <a:pt x="26001" y="92797"/>
                  <a:pt x="27111" y="93907"/>
                  <a:pt x="28379" y="94542"/>
                </a:cubicBezTo>
                <a:cubicBezTo>
                  <a:pt x="35038" y="97873"/>
                  <a:pt x="42331" y="100094"/>
                  <a:pt x="50258" y="100094"/>
                </a:cubicBezTo>
                <a:cubicBezTo>
                  <a:pt x="62783" y="100094"/>
                  <a:pt x="73881" y="95018"/>
                  <a:pt x="82601" y="87562"/>
                </a:cubicBezTo>
                <a:cubicBezTo>
                  <a:pt x="83711" y="86611"/>
                  <a:pt x="85138" y="85976"/>
                  <a:pt x="86089" y="84866"/>
                </a:cubicBezTo>
                <a:cubicBezTo>
                  <a:pt x="94809" y="75824"/>
                  <a:pt x="100358" y="63609"/>
                  <a:pt x="100358" y="50126"/>
                </a:cubicBezTo>
                <a:cubicBezTo>
                  <a:pt x="100358" y="22366"/>
                  <a:pt x="77845" y="0"/>
                  <a:pt x="50258" y="0"/>
                </a:cubicBezTo>
                <a:cubicBezTo>
                  <a:pt x="43758" y="0"/>
                  <a:pt x="37575" y="1428"/>
                  <a:pt x="31867" y="3648"/>
                </a:cubicBezTo>
                <a:cubicBezTo>
                  <a:pt x="30440" y="4283"/>
                  <a:pt x="29331" y="5076"/>
                  <a:pt x="27904" y="5711"/>
                </a:cubicBezTo>
                <a:cubicBezTo>
                  <a:pt x="21245" y="9042"/>
                  <a:pt x="15854" y="13800"/>
                  <a:pt x="11415" y="1967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84" name="Freeform 583">
            <a:extLst>
              <a:ext uri="{FF2B5EF4-FFF2-40B4-BE49-F238E27FC236}">
                <a16:creationId xmlns:a16="http://schemas.microsoft.com/office/drawing/2014/main" id="{937B6432-40F3-83CC-2139-0973D4C4DEFF}"/>
              </a:ext>
            </a:extLst>
          </p:cNvPr>
          <p:cNvSpPr/>
          <p:nvPr userDrawn="1"/>
        </p:nvSpPr>
        <p:spPr>
          <a:xfrm>
            <a:off x="793590" y="4006251"/>
            <a:ext cx="100358" cy="86470"/>
          </a:xfrm>
          <a:custGeom>
            <a:avLst/>
            <a:gdLst>
              <a:gd name="connsiteX0" fmla="*/ 19977 w 100358"/>
              <a:gd name="connsiteY0" fmla="*/ 11104 h 100411"/>
              <a:gd name="connsiteX1" fmla="*/ 16330 w 100358"/>
              <a:gd name="connsiteY1" fmla="*/ 13642 h 100411"/>
              <a:gd name="connsiteX2" fmla="*/ 11098 w 100358"/>
              <a:gd name="connsiteY2" fmla="*/ 19987 h 100411"/>
              <a:gd name="connsiteX3" fmla="*/ 8720 w 100358"/>
              <a:gd name="connsiteY3" fmla="*/ 23636 h 100411"/>
              <a:gd name="connsiteX4" fmla="*/ 6500 w 100358"/>
              <a:gd name="connsiteY4" fmla="*/ 26967 h 100411"/>
              <a:gd name="connsiteX5" fmla="*/ 2537 w 100358"/>
              <a:gd name="connsiteY5" fmla="*/ 37753 h 100411"/>
              <a:gd name="connsiteX6" fmla="*/ 1744 w 100358"/>
              <a:gd name="connsiteY6" fmla="*/ 42036 h 100411"/>
              <a:gd name="connsiteX7" fmla="*/ 0 w 100358"/>
              <a:gd name="connsiteY7" fmla="*/ 50285 h 100411"/>
              <a:gd name="connsiteX8" fmla="*/ 30440 w 100358"/>
              <a:gd name="connsiteY8" fmla="*/ 96445 h 100411"/>
              <a:gd name="connsiteX9" fmla="*/ 34880 w 100358"/>
              <a:gd name="connsiteY9" fmla="*/ 97397 h 100411"/>
              <a:gd name="connsiteX10" fmla="*/ 50100 w 100358"/>
              <a:gd name="connsiteY10" fmla="*/ 100411 h 100411"/>
              <a:gd name="connsiteX11" fmla="*/ 88309 w 100358"/>
              <a:gd name="connsiteY11" fmla="*/ 81693 h 100411"/>
              <a:gd name="connsiteX12" fmla="*/ 90846 w 100358"/>
              <a:gd name="connsiteY12" fmla="*/ 78045 h 100411"/>
              <a:gd name="connsiteX13" fmla="*/ 100358 w 100358"/>
              <a:gd name="connsiteY13" fmla="*/ 50285 h 100411"/>
              <a:gd name="connsiteX14" fmla="*/ 86882 w 100358"/>
              <a:gd name="connsiteY14" fmla="*/ 16656 h 100411"/>
              <a:gd name="connsiteX15" fmla="*/ 83870 w 100358"/>
              <a:gd name="connsiteY15" fmla="*/ 13483 h 100411"/>
              <a:gd name="connsiteX16" fmla="*/ 50258 w 100358"/>
              <a:gd name="connsiteY16" fmla="*/ 0 h 100411"/>
              <a:gd name="connsiteX17" fmla="*/ 37733 w 100358"/>
              <a:gd name="connsiteY17" fmla="*/ 2538 h 100411"/>
              <a:gd name="connsiteX18" fmla="*/ 33294 w 100358"/>
              <a:gd name="connsiteY18" fmla="*/ 3490 h 100411"/>
              <a:gd name="connsiteX19" fmla="*/ 20135 w 100358"/>
              <a:gd name="connsiteY19" fmla="*/ 11262 h 1004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00358" h="100411">
                <a:moveTo>
                  <a:pt x="19977" y="11104"/>
                </a:moveTo>
                <a:cubicBezTo>
                  <a:pt x="18867" y="12056"/>
                  <a:pt x="17440" y="12531"/>
                  <a:pt x="16330" y="13642"/>
                </a:cubicBezTo>
                <a:cubicBezTo>
                  <a:pt x="14269" y="15545"/>
                  <a:pt x="12842" y="17766"/>
                  <a:pt x="11098" y="19987"/>
                </a:cubicBezTo>
                <a:cubicBezTo>
                  <a:pt x="10147" y="21097"/>
                  <a:pt x="9513" y="22366"/>
                  <a:pt x="8720" y="23636"/>
                </a:cubicBezTo>
                <a:cubicBezTo>
                  <a:pt x="7927" y="24746"/>
                  <a:pt x="7134" y="25698"/>
                  <a:pt x="6500" y="26967"/>
                </a:cubicBezTo>
                <a:cubicBezTo>
                  <a:pt x="4598" y="30456"/>
                  <a:pt x="3488" y="33946"/>
                  <a:pt x="2537" y="37753"/>
                </a:cubicBezTo>
                <a:cubicBezTo>
                  <a:pt x="2220" y="39181"/>
                  <a:pt x="1903" y="40609"/>
                  <a:pt x="1744" y="42036"/>
                </a:cubicBezTo>
                <a:cubicBezTo>
                  <a:pt x="1268" y="44892"/>
                  <a:pt x="0" y="47430"/>
                  <a:pt x="0" y="50285"/>
                </a:cubicBezTo>
                <a:cubicBezTo>
                  <a:pt x="0" y="71065"/>
                  <a:pt x="12525" y="88831"/>
                  <a:pt x="30440" y="96445"/>
                </a:cubicBezTo>
                <a:cubicBezTo>
                  <a:pt x="31709" y="97080"/>
                  <a:pt x="33453" y="96921"/>
                  <a:pt x="34880" y="97397"/>
                </a:cubicBezTo>
                <a:cubicBezTo>
                  <a:pt x="39794" y="98983"/>
                  <a:pt x="44709" y="100411"/>
                  <a:pt x="50100" y="100411"/>
                </a:cubicBezTo>
                <a:cubicBezTo>
                  <a:pt x="65637" y="100411"/>
                  <a:pt x="79113" y="92797"/>
                  <a:pt x="88309" y="81693"/>
                </a:cubicBezTo>
                <a:cubicBezTo>
                  <a:pt x="89260" y="80583"/>
                  <a:pt x="89894" y="79314"/>
                  <a:pt x="90846" y="78045"/>
                </a:cubicBezTo>
                <a:cubicBezTo>
                  <a:pt x="96395" y="69955"/>
                  <a:pt x="100358" y="60913"/>
                  <a:pt x="100358" y="50285"/>
                </a:cubicBezTo>
                <a:cubicBezTo>
                  <a:pt x="100358" y="37277"/>
                  <a:pt x="95126" y="25539"/>
                  <a:pt x="86882" y="16656"/>
                </a:cubicBezTo>
                <a:cubicBezTo>
                  <a:pt x="85931" y="15545"/>
                  <a:pt x="84821" y="14594"/>
                  <a:pt x="83870" y="13483"/>
                </a:cubicBezTo>
                <a:cubicBezTo>
                  <a:pt x="74991" y="5235"/>
                  <a:pt x="63259" y="0"/>
                  <a:pt x="50258" y="0"/>
                </a:cubicBezTo>
                <a:cubicBezTo>
                  <a:pt x="45819" y="0"/>
                  <a:pt x="41856" y="1428"/>
                  <a:pt x="37733" y="2538"/>
                </a:cubicBezTo>
                <a:cubicBezTo>
                  <a:pt x="36306" y="3014"/>
                  <a:pt x="34721" y="3014"/>
                  <a:pt x="33294" y="3490"/>
                </a:cubicBezTo>
                <a:cubicBezTo>
                  <a:pt x="28379" y="5235"/>
                  <a:pt x="24099" y="8090"/>
                  <a:pt x="20135" y="1126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85" name="Freeform 584">
            <a:extLst>
              <a:ext uri="{FF2B5EF4-FFF2-40B4-BE49-F238E27FC236}">
                <a16:creationId xmlns:a16="http://schemas.microsoft.com/office/drawing/2014/main" id="{FFA64ACE-B075-5556-7785-559DE6D45261}"/>
              </a:ext>
            </a:extLst>
          </p:cNvPr>
          <p:cNvSpPr/>
          <p:nvPr userDrawn="1"/>
        </p:nvSpPr>
        <p:spPr>
          <a:xfrm>
            <a:off x="591447" y="4545425"/>
            <a:ext cx="100358" cy="86606"/>
          </a:xfrm>
          <a:custGeom>
            <a:avLst/>
            <a:gdLst>
              <a:gd name="connsiteX0" fmla="*/ 96870 w 100358"/>
              <a:gd name="connsiteY0" fmla="*/ 66941 h 100569"/>
              <a:gd name="connsiteX1" fmla="*/ 97821 w 100358"/>
              <a:gd name="connsiteY1" fmla="*/ 62499 h 100569"/>
              <a:gd name="connsiteX2" fmla="*/ 100358 w 100358"/>
              <a:gd name="connsiteY2" fmla="*/ 50285 h 100569"/>
              <a:gd name="connsiteX3" fmla="*/ 75784 w 100358"/>
              <a:gd name="connsiteY3" fmla="*/ 8090 h 100569"/>
              <a:gd name="connsiteX4" fmla="*/ 72137 w 100358"/>
              <a:gd name="connsiteY4" fmla="*/ 5552 h 100569"/>
              <a:gd name="connsiteX5" fmla="*/ 69918 w 100358"/>
              <a:gd name="connsiteY5" fmla="*/ 4124 h 100569"/>
              <a:gd name="connsiteX6" fmla="*/ 65479 w 100358"/>
              <a:gd name="connsiteY6" fmla="*/ 3172 h 100569"/>
              <a:gd name="connsiteX7" fmla="*/ 50258 w 100358"/>
              <a:gd name="connsiteY7" fmla="*/ 0 h 100569"/>
              <a:gd name="connsiteX8" fmla="*/ 34721 w 100358"/>
              <a:gd name="connsiteY8" fmla="*/ 3172 h 100569"/>
              <a:gd name="connsiteX9" fmla="*/ 30440 w 100358"/>
              <a:gd name="connsiteY9" fmla="*/ 4283 h 100569"/>
              <a:gd name="connsiteX10" fmla="*/ 23940 w 100358"/>
              <a:gd name="connsiteY10" fmla="*/ 8724 h 100569"/>
              <a:gd name="connsiteX11" fmla="*/ 20294 w 100358"/>
              <a:gd name="connsiteY11" fmla="*/ 11262 h 100569"/>
              <a:gd name="connsiteX12" fmla="*/ 16647 w 100358"/>
              <a:gd name="connsiteY12" fmla="*/ 13642 h 100569"/>
              <a:gd name="connsiteX13" fmla="*/ 13635 w 100358"/>
              <a:gd name="connsiteY13" fmla="*/ 16814 h 100569"/>
              <a:gd name="connsiteX14" fmla="*/ 6500 w 100358"/>
              <a:gd name="connsiteY14" fmla="*/ 27284 h 100569"/>
              <a:gd name="connsiteX15" fmla="*/ 3964 w 100358"/>
              <a:gd name="connsiteY15" fmla="*/ 31091 h 100569"/>
              <a:gd name="connsiteX16" fmla="*/ 0 w 100358"/>
              <a:gd name="connsiteY16" fmla="*/ 50443 h 100569"/>
              <a:gd name="connsiteX17" fmla="*/ 1903 w 100358"/>
              <a:gd name="connsiteY17" fmla="*/ 59485 h 100569"/>
              <a:gd name="connsiteX18" fmla="*/ 2854 w 100358"/>
              <a:gd name="connsiteY18" fmla="*/ 63768 h 100569"/>
              <a:gd name="connsiteX19" fmla="*/ 27745 w 100358"/>
              <a:gd name="connsiteY19" fmla="*/ 94542 h 100569"/>
              <a:gd name="connsiteX20" fmla="*/ 31550 w 100358"/>
              <a:gd name="connsiteY20" fmla="*/ 96763 h 100569"/>
              <a:gd name="connsiteX21" fmla="*/ 50100 w 100358"/>
              <a:gd name="connsiteY21" fmla="*/ 100570 h 100569"/>
              <a:gd name="connsiteX22" fmla="*/ 88943 w 100358"/>
              <a:gd name="connsiteY22" fmla="*/ 80741 h 100569"/>
              <a:gd name="connsiteX23" fmla="*/ 91480 w 100358"/>
              <a:gd name="connsiteY23" fmla="*/ 77093 h 100569"/>
              <a:gd name="connsiteX24" fmla="*/ 96870 w 100358"/>
              <a:gd name="connsiteY24" fmla="*/ 66941 h 1005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100358" h="100569">
                <a:moveTo>
                  <a:pt x="96870" y="66941"/>
                </a:moveTo>
                <a:cubicBezTo>
                  <a:pt x="97346" y="65513"/>
                  <a:pt x="97346" y="63927"/>
                  <a:pt x="97821" y="62499"/>
                </a:cubicBezTo>
                <a:cubicBezTo>
                  <a:pt x="98931" y="58533"/>
                  <a:pt x="100358" y="54726"/>
                  <a:pt x="100358" y="50285"/>
                </a:cubicBezTo>
                <a:cubicBezTo>
                  <a:pt x="100358" y="32201"/>
                  <a:pt x="90211" y="16973"/>
                  <a:pt x="75784" y="8090"/>
                </a:cubicBezTo>
                <a:cubicBezTo>
                  <a:pt x="74515" y="7297"/>
                  <a:pt x="73406" y="6186"/>
                  <a:pt x="72137" y="5552"/>
                </a:cubicBezTo>
                <a:cubicBezTo>
                  <a:pt x="71345" y="5076"/>
                  <a:pt x="70710" y="4442"/>
                  <a:pt x="69918" y="4124"/>
                </a:cubicBezTo>
                <a:cubicBezTo>
                  <a:pt x="68491" y="3490"/>
                  <a:pt x="66905" y="3648"/>
                  <a:pt x="65479" y="3172"/>
                </a:cubicBezTo>
                <a:cubicBezTo>
                  <a:pt x="60564" y="1586"/>
                  <a:pt x="55649" y="0"/>
                  <a:pt x="50258" y="0"/>
                </a:cubicBezTo>
                <a:cubicBezTo>
                  <a:pt x="44868" y="0"/>
                  <a:pt x="39636" y="1586"/>
                  <a:pt x="34721" y="3172"/>
                </a:cubicBezTo>
                <a:cubicBezTo>
                  <a:pt x="33294" y="3648"/>
                  <a:pt x="31709" y="3648"/>
                  <a:pt x="30440" y="4283"/>
                </a:cubicBezTo>
                <a:cubicBezTo>
                  <a:pt x="27904" y="5393"/>
                  <a:pt x="26160" y="7297"/>
                  <a:pt x="23940" y="8724"/>
                </a:cubicBezTo>
                <a:cubicBezTo>
                  <a:pt x="22672" y="9518"/>
                  <a:pt x="21403" y="10311"/>
                  <a:pt x="20294" y="11262"/>
                </a:cubicBezTo>
                <a:cubicBezTo>
                  <a:pt x="19184" y="12214"/>
                  <a:pt x="17757" y="12690"/>
                  <a:pt x="16647" y="13642"/>
                </a:cubicBezTo>
                <a:cubicBezTo>
                  <a:pt x="15537" y="14593"/>
                  <a:pt x="14586" y="15704"/>
                  <a:pt x="13635" y="16814"/>
                </a:cubicBezTo>
                <a:cubicBezTo>
                  <a:pt x="10781" y="19987"/>
                  <a:pt x="8561" y="23635"/>
                  <a:pt x="6500" y="27284"/>
                </a:cubicBezTo>
                <a:cubicBezTo>
                  <a:pt x="5708" y="28711"/>
                  <a:pt x="4598" y="29663"/>
                  <a:pt x="3964" y="31091"/>
                </a:cubicBezTo>
                <a:cubicBezTo>
                  <a:pt x="1427" y="37119"/>
                  <a:pt x="0" y="43622"/>
                  <a:pt x="0" y="50443"/>
                </a:cubicBezTo>
                <a:cubicBezTo>
                  <a:pt x="0" y="53774"/>
                  <a:pt x="1268" y="56471"/>
                  <a:pt x="1903" y="59485"/>
                </a:cubicBezTo>
                <a:cubicBezTo>
                  <a:pt x="2220" y="60913"/>
                  <a:pt x="2378" y="62340"/>
                  <a:pt x="2854" y="63768"/>
                </a:cubicBezTo>
                <a:cubicBezTo>
                  <a:pt x="6659" y="77251"/>
                  <a:pt x="15537" y="88355"/>
                  <a:pt x="27745" y="94542"/>
                </a:cubicBezTo>
                <a:cubicBezTo>
                  <a:pt x="29014" y="95176"/>
                  <a:pt x="30123" y="96128"/>
                  <a:pt x="31550" y="96763"/>
                </a:cubicBezTo>
                <a:cubicBezTo>
                  <a:pt x="37258" y="99142"/>
                  <a:pt x="43599" y="100570"/>
                  <a:pt x="50100" y="100570"/>
                </a:cubicBezTo>
                <a:cubicBezTo>
                  <a:pt x="66113" y="100570"/>
                  <a:pt x="79747" y="92479"/>
                  <a:pt x="88943" y="80741"/>
                </a:cubicBezTo>
                <a:cubicBezTo>
                  <a:pt x="89894" y="79472"/>
                  <a:pt x="90687" y="78362"/>
                  <a:pt x="91480" y="77093"/>
                </a:cubicBezTo>
                <a:cubicBezTo>
                  <a:pt x="93541" y="73762"/>
                  <a:pt x="95602" y="70589"/>
                  <a:pt x="96870" y="66941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86" name="Freeform 585">
            <a:extLst>
              <a:ext uri="{FF2B5EF4-FFF2-40B4-BE49-F238E27FC236}">
                <a16:creationId xmlns:a16="http://schemas.microsoft.com/office/drawing/2014/main" id="{F88712C6-2E96-90B4-7118-56ECE8EA116F}"/>
              </a:ext>
            </a:extLst>
          </p:cNvPr>
          <p:cNvSpPr/>
          <p:nvPr userDrawn="1"/>
        </p:nvSpPr>
        <p:spPr>
          <a:xfrm>
            <a:off x="52399" y="3129676"/>
            <a:ext cx="100358" cy="86333"/>
          </a:xfrm>
          <a:custGeom>
            <a:avLst/>
            <a:gdLst>
              <a:gd name="connsiteX0" fmla="*/ 80223 w 100358"/>
              <a:gd name="connsiteY0" fmla="*/ 89307 h 100252"/>
              <a:gd name="connsiteX1" fmla="*/ 83870 w 100358"/>
              <a:gd name="connsiteY1" fmla="*/ 86769 h 100252"/>
              <a:gd name="connsiteX2" fmla="*/ 88943 w 100358"/>
              <a:gd name="connsiteY2" fmla="*/ 80582 h 100252"/>
              <a:gd name="connsiteX3" fmla="*/ 91480 w 100358"/>
              <a:gd name="connsiteY3" fmla="*/ 76934 h 100252"/>
              <a:gd name="connsiteX4" fmla="*/ 100358 w 100358"/>
              <a:gd name="connsiteY4" fmla="*/ 50126 h 100252"/>
              <a:gd name="connsiteX5" fmla="*/ 55015 w 100358"/>
              <a:gd name="connsiteY5" fmla="*/ 952 h 100252"/>
              <a:gd name="connsiteX6" fmla="*/ 50734 w 100358"/>
              <a:gd name="connsiteY6" fmla="*/ 0 h 100252"/>
              <a:gd name="connsiteX7" fmla="*/ 50258 w 100358"/>
              <a:gd name="connsiteY7" fmla="*/ 0 h 100252"/>
              <a:gd name="connsiteX8" fmla="*/ 13793 w 100358"/>
              <a:gd name="connsiteY8" fmla="*/ 16180 h 100252"/>
              <a:gd name="connsiteX9" fmla="*/ 13476 w 100358"/>
              <a:gd name="connsiteY9" fmla="*/ 16656 h 100252"/>
              <a:gd name="connsiteX10" fmla="*/ 10940 w 100358"/>
              <a:gd name="connsiteY10" fmla="*/ 20304 h 100252"/>
              <a:gd name="connsiteX11" fmla="*/ 2378 w 100358"/>
              <a:gd name="connsiteY11" fmla="*/ 38864 h 100252"/>
              <a:gd name="connsiteX12" fmla="*/ 1427 w 100358"/>
              <a:gd name="connsiteY12" fmla="*/ 43305 h 100252"/>
              <a:gd name="connsiteX13" fmla="*/ 0 w 100358"/>
              <a:gd name="connsiteY13" fmla="*/ 50126 h 100252"/>
              <a:gd name="connsiteX14" fmla="*/ 1268 w 100358"/>
              <a:gd name="connsiteY14" fmla="*/ 55995 h 100252"/>
              <a:gd name="connsiteX15" fmla="*/ 2220 w 100358"/>
              <a:gd name="connsiteY15" fmla="*/ 60278 h 100252"/>
              <a:gd name="connsiteX16" fmla="*/ 2537 w 100358"/>
              <a:gd name="connsiteY16" fmla="*/ 61547 h 100252"/>
              <a:gd name="connsiteX17" fmla="*/ 15379 w 100358"/>
              <a:gd name="connsiteY17" fmla="*/ 85817 h 100252"/>
              <a:gd name="connsiteX18" fmla="*/ 19025 w 100358"/>
              <a:gd name="connsiteY18" fmla="*/ 88355 h 100252"/>
              <a:gd name="connsiteX19" fmla="*/ 50258 w 100358"/>
              <a:gd name="connsiteY19" fmla="*/ 100252 h 100252"/>
              <a:gd name="connsiteX20" fmla="*/ 65796 w 100358"/>
              <a:gd name="connsiteY20" fmla="*/ 97080 h 100252"/>
              <a:gd name="connsiteX21" fmla="*/ 70076 w 100358"/>
              <a:gd name="connsiteY21" fmla="*/ 95969 h 100252"/>
              <a:gd name="connsiteX22" fmla="*/ 80382 w 100358"/>
              <a:gd name="connsiteY22" fmla="*/ 88990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100358" h="100252">
                <a:moveTo>
                  <a:pt x="80223" y="89307"/>
                </a:moveTo>
                <a:cubicBezTo>
                  <a:pt x="81333" y="88355"/>
                  <a:pt x="82760" y="87879"/>
                  <a:pt x="83870" y="86769"/>
                </a:cubicBezTo>
                <a:cubicBezTo>
                  <a:pt x="85931" y="84865"/>
                  <a:pt x="87199" y="82803"/>
                  <a:pt x="88943" y="80582"/>
                </a:cubicBezTo>
                <a:cubicBezTo>
                  <a:pt x="89894" y="79472"/>
                  <a:pt x="90687" y="78203"/>
                  <a:pt x="91480" y="76934"/>
                </a:cubicBezTo>
                <a:cubicBezTo>
                  <a:pt x="96553" y="69003"/>
                  <a:pt x="100358" y="60278"/>
                  <a:pt x="100358" y="50126"/>
                </a:cubicBezTo>
                <a:cubicBezTo>
                  <a:pt x="100358" y="24111"/>
                  <a:pt x="80382" y="3490"/>
                  <a:pt x="55015" y="952"/>
                </a:cubicBezTo>
                <a:cubicBezTo>
                  <a:pt x="53429" y="793"/>
                  <a:pt x="52161" y="0"/>
                  <a:pt x="50734" y="0"/>
                </a:cubicBezTo>
                <a:cubicBezTo>
                  <a:pt x="50734" y="0"/>
                  <a:pt x="50417" y="0"/>
                  <a:pt x="50258" y="0"/>
                </a:cubicBezTo>
                <a:cubicBezTo>
                  <a:pt x="35831" y="0"/>
                  <a:pt x="22989" y="6345"/>
                  <a:pt x="13793" y="16180"/>
                </a:cubicBezTo>
                <a:cubicBezTo>
                  <a:pt x="13793" y="16180"/>
                  <a:pt x="13793" y="16497"/>
                  <a:pt x="13476" y="16656"/>
                </a:cubicBezTo>
                <a:cubicBezTo>
                  <a:pt x="12525" y="17766"/>
                  <a:pt x="11891" y="19194"/>
                  <a:pt x="10940" y="20304"/>
                </a:cubicBezTo>
                <a:cubicBezTo>
                  <a:pt x="6817" y="25856"/>
                  <a:pt x="3964" y="32043"/>
                  <a:pt x="2378" y="38864"/>
                </a:cubicBezTo>
                <a:cubicBezTo>
                  <a:pt x="2061" y="40291"/>
                  <a:pt x="1744" y="41719"/>
                  <a:pt x="1427" y="43305"/>
                </a:cubicBezTo>
                <a:cubicBezTo>
                  <a:pt x="1110" y="45684"/>
                  <a:pt x="0" y="47747"/>
                  <a:pt x="0" y="50126"/>
                </a:cubicBezTo>
                <a:cubicBezTo>
                  <a:pt x="0" y="52188"/>
                  <a:pt x="951" y="54092"/>
                  <a:pt x="1268" y="55995"/>
                </a:cubicBezTo>
                <a:cubicBezTo>
                  <a:pt x="1427" y="57423"/>
                  <a:pt x="1903" y="58851"/>
                  <a:pt x="2220" y="60278"/>
                </a:cubicBezTo>
                <a:cubicBezTo>
                  <a:pt x="2220" y="60754"/>
                  <a:pt x="2378" y="61071"/>
                  <a:pt x="2537" y="61547"/>
                </a:cubicBezTo>
                <a:cubicBezTo>
                  <a:pt x="4756" y="70748"/>
                  <a:pt x="8720" y="79314"/>
                  <a:pt x="15379" y="85817"/>
                </a:cubicBezTo>
                <a:cubicBezTo>
                  <a:pt x="16489" y="86928"/>
                  <a:pt x="17915" y="87404"/>
                  <a:pt x="19025" y="88355"/>
                </a:cubicBezTo>
                <a:cubicBezTo>
                  <a:pt x="27745" y="95493"/>
                  <a:pt x="38368" y="100252"/>
                  <a:pt x="50258" y="100252"/>
                </a:cubicBezTo>
                <a:cubicBezTo>
                  <a:pt x="55807" y="100252"/>
                  <a:pt x="60881" y="98666"/>
                  <a:pt x="65796" y="97080"/>
                </a:cubicBezTo>
                <a:cubicBezTo>
                  <a:pt x="67222" y="96604"/>
                  <a:pt x="68808" y="96604"/>
                  <a:pt x="70076" y="95969"/>
                </a:cubicBezTo>
                <a:cubicBezTo>
                  <a:pt x="73881" y="94224"/>
                  <a:pt x="77052" y="91528"/>
                  <a:pt x="80382" y="8899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87" name="Freeform 586">
            <a:extLst>
              <a:ext uri="{FF2B5EF4-FFF2-40B4-BE49-F238E27FC236}">
                <a16:creationId xmlns:a16="http://schemas.microsoft.com/office/drawing/2014/main" id="{1DDF2174-0276-0A50-A42C-419845BF8755}"/>
              </a:ext>
            </a:extLst>
          </p:cNvPr>
          <p:cNvSpPr/>
          <p:nvPr userDrawn="1"/>
        </p:nvSpPr>
        <p:spPr>
          <a:xfrm>
            <a:off x="119621" y="1848604"/>
            <a:ext cx="100358" cy="86196"/>
          </a:xfrm>
          <a:custGeom>
            <a:avLst/>
            <a:gdLst>
              <a:gd name="connsiteX0" fmla="*/ 78955 w 100358"/>
              <a:gd name="connsiteY0" fmla="*/ 10311 h 100093"/>
              <a:gd name="connsiteX1" fmla="*/ 75308 w 100358"/>
              <a:gd name="connsiteY1" fmla="*/ 7773 h 100093"/>
              <a:gd name="connsiteX2" fmla="*/ 50258 w 100358"/>
              <a:gd name="connsiteY2" fmla="*/ 0 h 100093"/>
              <a:gd name="connsiteX3" fmla="*/ 2854 w 100358"/>
              <a:gd name="connsiteY3" fmla="*/ 36326 h 100093"/>
              <a:gd name="connsiteX4" fmla="*/ 1903 w 100358"/>
              <a:gd name="connsiteY4" fmla="*/ 40609 h 100093"/>
              <a:gd name="connsiteX5" fmla="*/ 1427 w 100358"/>
              <a:gd name="connsiteY5" fmla="*/ 42829 h 100093"/>
              <a:gd name="connsiteX6" fmla="*/ 0 w 100358"/>
              <a:gd name="connsiteY6" fmla="*/ 49968 h 100093"/>
              <a:gd name="connsiteX7" fmla="*/ 476 w 100358"/>
              <a:gd name="connsiteY7" fmla="*/ 52506 h 100093"/>
              <a:gd name="connsiteX8" fmla="*/ 1427 w 100358"/>
              <a:gd name="connsiteY8" fmla="*/ 56789 h 100093"/>
              <a:gd name="connsiteX9" fmla="*/ 11732 w 100358"/>
              <a:gd name="connsiteY9" fmla="*/ 81059 h 100093"/>
              <a:gd name="connsiteX10" fmla="*/ 14269 w 100358"/>
              <a:gd name="connsiteY10" fmla="*/ 84866 h 100093"/>
              <a:gd name="connsiteX11" fmla="*/ 15220 w 100358"/>
              <a:gd name="connsiteY11" fmla="*/ 85817 h 100093"/>
              <a:gd name="connsiteX12" fmla="*/ 31550 w 100358"/>
              <a:gd name="connsiteY12" fmla="*/ 96287 h 100093"/>
              <a:gd name="connsiteX13" fmla="*/ 35989 w 100358"/>
              <a:gd name="connsiteY13" fmla="*/ 97239 h 100093"/>
              <a:gd name="connsiteX14" fmla="*/ 45343 w 100358"/>
              <a:gd name="connsiteY14" fmla="*/ 99142 h 100093"/>
              <a:gd name="connsiteX15" fmla="*/ 49783 w 100358"/>
              <a:gd name="connsiteY15" fmla="*/ 100094 h 100093"/>
              <a:gd name="connsiteX16" fmla="*/ 50258 w 100358"/>
              <a:gd name="connsiteY16" fmla="*/ 100094 h 100093"/>
              <a:gd name="connsiteX17" fmla="*/ 62783 w 100358"/>
              <a:gd name="connsiteY17" fmla="*/ 97556 h 100093"/>
              <a:gd name="connsiteX18" fmla="*/ 67222 w 100358"/>
              <a:gd name="connsiteY18" fmla="*/ 96604 h 100093"/>
              <a:gd name="connsiteX19" fmla="*/ 68649 w 100358"/>
              <a:gd name="connsiteY19" fmla="*/ 96287 h 100093"/>
              <a:gd name="connsiteX20" fmla="*/ 72613 w 100358"/>
              <a:gd name="connsiteY20" fmla="*/ 94225 h 100093"/>
              <a:gd name="connsiteX21" fmla="*/ 100358 w 100358"/>
              <a:gd name="connsiteY21" fmla="*/ 49968 h 100093"/>
              <a:gd name="connsiteX22" fmla="*/ 84821 w 100358"/>
              <a:gd name="connsiteY22" fmla="*/ 13959 h 100093"/>
              <a:gd name="connsiteX23" fmla="*/ 81174 w 100358"/>
              <a:gd name="connsiteY23" fmla="*/ 11421 h 100093"/>
              <a:gd name="connsiteX24" fmla="*/ 79113 w 100358"/>
              <a:gd name="connsiteY24" fmla="*/ 9994 h 1000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100358" h="100093">
                <a:moveTo>
                  <a:pt x="78955" y="10311"/>
                </a:moveTo>
                <a:cubicBezTo>
                  <a:pt x="77686" y="9359"/>
                  <a:pt x="76577" y="8566"/>
                  <a:pt x="75308" y="7773"/>
                </a:cubicBezTo>
                <a:cubicBezTo>
                  <a:pt x="67857" y="3331"/>
                  <a:pt x="59612" y="0"/>
                  <a:pt x="50258" y="0"/>
                </a:cubicBezTo>
                <a:cubicBezTo>
                  <a:pt x="27428" y="0"/>
                  <a:pt x="8878" y="15546"/>
                  <a:pt x="2854" y="36326"/>
                </a:cubicBezTo>
                <a:cubicBezTo>
                  <a:pt x="2378" y="37753"/>
                  <a:pt x="2220" y="39181"/>
                  <a:pt x="1903" y="40609"/>
                </a:cubicBezTo>
                <a:cubicBezTo>
                  <a:pt x="1744" y="41402"/>
                  <a:pt x="1585" y="42195"/>
                  <a:pt x="1427" y="42829"/>
                </a:cubicBezTo>
                <a:cubicBezTo>
                  <a:pt x="1110" y="45367"/>
                  <a:pt x="0" y="47430"/>
                  <a:pt x="0" y="49968"/>
                </a:cubicBezTo>
                <a:cubicBezTo>
                  <a:pt x="0" y="50919"/>
                  <a:pt x="476" y="51554"/>
                  <a:pt x="476" y="52506"/>
                </a:cubicBezTo>
                <a:cubicBezTo>
                  <a:pt x="476" y="54092"/>
                  <a:pt x="1110" y="55361"/>
                  <a:pt x="1427" y="56789"/>
                </a:cubicBezTo>
                <a:cubicBezTo>
                  <a:pt x="2695" y="65989"/>
                  <a:pt x="6183" y="74238"/>
                  <a:pt x="11732" y="81059"/>
                </a:cubicBezTo>
                <a:cubicBezTo>
                  <a:pt x="12683" y="82169"/>
                  <a:pt x="13159" y="83755"/>
                  <a:pt x="14269" y="84866"/>
                </a:cubicBezTo>
                <a:cubicBezTo>
                  <a:pt x="14586" y="85183"/>
                  <a:pt x="14903" y="85500"/>
                  <a:pt x="15220" y="85817"/>
                </a:cubicBezTo>
                <a:cubicBezTo>
                  <a:pt x="19818" y="90418"/>
                  <a:pt x="25367" y="93907"/>
                  <a:pt x="31550" y="96287"/>
                </a:cubicBezTo>
                <a:cubicBezTo>
                  <a:pt x="32977" y="96921"/>
                  <a:pt x="34563" y="96763"/>
                  <a:pt x="35989" y="97239"/>
                </a:cubicBezTo>
                <a:cubicBezTo>
                  <a:pt x="39002" y="98190"/>
                  <a:pt x="42173" y="98825"/>
                  <a:pt x="45343" y="99142"/>
                </a:cubicBezTo>
                <a:cubicBezTo>
                  <a:pt x="46929" y="99301"/>
                  <a:pt x="48197" y="100094"/>
                  <a:pt x="49783" y="100094"/>
                </a:cubicBezTo>
                <a:cubicBezTo>
                  <a:pt x="49783" y="100094"/>
                  <a:pt x="50100" y="100094"/>
                  <a:pt x="50258" y="100094"/>
                </a:cubicBezTo>
                <a:cubicBezTo>
                  <a:pt x="54698" y="100094"/>
                  <a:pt x="58661" y="98666"/>
                  <a:pt x="62783" y="97556"/>
                </a:cubicBezTo>
                <a:cubicBezTo>
                  <a:pt x="64210" y="97080"/>
                  <a:pt x="65796" y="97080"/>
                  <a:pt x="67222" y="96604"/>
                </a:cubicBezTo>
                <a:cubicBezTo>
                  <a:pt x="67698" y="96445"/>
                  <a:pt x="68174" y="96604"/>
                  <a:pt x="68649" y="96287"/>
                </a:cubicBezTo>
                <a:cubicBezTo>
                  <a:pt x="70076" y="95652"/>
                  <a:pt x="71186" y="94859"/>
                  <a:pt x="72613" y="94225"/>
                </a:cubicBezTo>
                <a:cubicBezTo>
                  <a:pt x="88943" y="85976"/>
                  <a:pt x="100358" y="69479"/>
                  <a:pt x="100358" y="49968"/>
                </a:cubicBezTo>
                <a:cubicBezTo>
                  <a:pt x="100358" y="35691"/>
                  <a:pt x="94333" y="23001"/>
                  <a:pt x="84821" y="13959"/>
                </a:cubicBezTo>
                <a:cubicBezTo>
                  <a:pt x="83711" y="12849"/>
                  <a:pt x="82284" y="12373"/>
                  <a:pt x="81174" y="11421"/>
                </a:cubicBezTo>
                <a:cubicBezTo>
                  <a:pt x="80540" y="10945"/>
                  <a:pt x="79747" y="10469"/>
                  <a:pt x="79113" y="9994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88" name="Freeform 587">
            <a:extLst>
              <a:ext uri="{FF2B5EF4-FFF2-40B4-BE49-F238E27FC236}">
                <a16:creationId xmlns:a16="http://schemas.microsoft.com/office/drawing/2014/main" id="{FE7A44C9-4CC2-DA14-0564-2026FFB5BDAA}"/>
              </a:ext>
            </a:extLst>
          </p:cNvPr>
          <p:cNvSpPr/>
          <p:nvPr userDrawn="1"/>
        </p:nvSpPr>
        <p:spPr>
          <a:xfrm>
            <a:off x="6993436" y="904613"/>
            <a:ext cx="100199" cy="86606"/>
          </a:xfrm>
          <a:custGeom>
            <a:avLst/>
            <a:gdLst>
              <a:gd name="connsiteX0" fmla="*/ 79430 w 100199"/>
              <a:gd name="connsiteY0" fmla="*/ 10628 h 100569"/>
              <a:gd name="connsiteX1" fmla="*/ 74833 w 100199"/>
              <a:gd name="connsiteY1" fmla="*/ 7455 h 100569"/>
              <a:gd name="connsiteX2" fmla="*/ 52478 w 100199"/>
              <a:gd name="connsiteY2" fmla="*/ 476 h 100569"/>
              <a:gd name="connsiteX3" fmla="*/ 50259 w 100199"/>
              <a:gd name="connsiteY3" fmla="*/ 0 h 100569"/>
              <a:gd name="connsiteX4" fmla="*/ 48039 w 100199"/>
              <a:gd name="connsiteY4" fmla="*/ 476 h 100569"/>
              <a:gd name="connsiteX5" fmla="*/ 44709 w 100199"/>
              <a:gd name="connsiteY5" fmla="*/ 1110 h 100569"/>
              <a:gd name="connsiteX6" fmla="*/ 40429 w 100199"/>
              <a:gd name="connsiteY6" fmla="*/ 2062 h 100569"/>
              <a:gd name="connsiteX7" fmla="*/ 0 w 100199"/>
              <a:gd name="connsiteY7" fmla="*/ 50285 h 100569"/>
              <a:gd name="connsiteX8" fmla="*/ 33453 w 100199"/>
              <a:gd name="connsiteY8" fmla="*/ 97080 h 100569"/>
              <a:gd name="connsiteX9" fmla="*/ 37892 w 100199"/>
              <a:gd name="connsiteY9" fmla="*/ 98032 h 100569"/>
              <a:gd name="connsiteX10" fmla="*/ 47880 w 100199"/>
              <a:gd name="connsiteY10" fmla="*/ 100094 h 100569"/>
              <a:gd name="connsiteX11" fmla="*/ 50100 w 100199"/>
              <a:gd name="connsiteY11" fmla="*/ 100570 h 100569"/>
              <a:gd name="connsiteX12" fmla="*/ 52002 w 100199"/>
              <a:gd name="connsiteY12" fmla="*/ 100252 h 100569"/>
              <a:gd name="connsiteX13" fmla="*/ 56441 w 100199"/>
              <a:gd name="connsiteY13" fmla="*/ 99301 h 100569"/>
              <a:gd name="connsiteX14" fmla="*/ 78637 w 100199"/>
              <a:gd name="connsiteY14" fmla="*/ 90576 h 100569"/>
              <a:gd name="connsiteX15" fmla="*/ 83077 w 100199"/>
              <a:gd name="connsiteY15" fmla="*/ 87562 h 100569"/>
              <a:gd name="connsiteX16" fmla="*/ 100200 w 100199"/>
              <a:gd name="connsiteY16" fmla="*/ 50443 h 100569"/>
              <a:gd name="connsiteX17" fmla="*/ 95444 w 100199"/>
              <a:gd name="connsiteY17" fmla="*/ 29663 h 100569"/>
              <a:gd name="connsiteX18" fmla="*/ 92907 w 100199"/>
              <a:gd name="connsiteY18" fmla="*/ 25856 h 100569"/>
              <a:gd name="connsiteX19" fmla="*/ 79430 w 100199"/>
              <a:gd name="connsiteY19" fmla="*/ 10787 h 1005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00199" h="100569">
                <a:moveTo>
                  <a:pt x="79430" y="10628"/>
                </a:moveTo>
                <a:cubicBezTo>
                  <a:pt x="77845" y="9518"/>
                  <a:pt x="76418" y="8407"/>
                  <a:pt x="74833" y="7455"/>
                </a:cubicBezTo>
                <a:cubicBezTo>
                  <a:pt x="68174" y="3490"/>
                  <a:pt x="60722" y="952"/>
                  <a:pt x="52478" y="476"/>
                </a:cubicBezTo>
                <a:cubicBezTo>
                  <a:pt x="51685" y="476"/>
                  <a:pt x="51051" y="0"/>
                  <a:pt x="50259" y="0"/>
                </a:cubicBezTo>
                <a:cubicBezTo>
                  <a:pt x="49466" y="0"/>
                  <a:pt x="48832" y="476"/>
                  <a:pt x="48039" y="476"/>
                </a:cubicBezTo>
                <a:cubicBezTo>
                  <a:pt x="46929" y="476"/>
                  <a:pt x="45819" y="952"/>
                  <a:pt x="44709" y="1110"/>
                </a:cubicBezTo>
                <a:cubicBezTo>
                  <a:pt x="43283" y="1269"/>
                  <a:pt x="41856" y="1745"/>
                  <a:pt x="40429" y="2062"/>
                </a:cubicBezTo>
                <a:cubicBezTo>
                  <a:pt x="17599" y="6662"/>
                  <a:pt x="0" y="26015"/>
                  <a:pt x="0" y="50285"/>
                </a:cubicBezTo>
                <a:cubicBezTo>
                  <a:pt x="0" y="72017"/>
                  <a:pt x="14111" y="90100"/>
                  <a:pt x="33453" y="97080"/>
                </a:cubicBezTo>
                <a:cubicBezTo>
                  <a:pt x="34880" y="97556"/>
                  <a:pt x="36465" y="97556"/>
                  <a:pt x="37892" y="98032"/>
                </a:cubicBezTo>
                <a:cubicBezTo>
                  <a:pt x="41221" y="98825"/>
                  <a:pt x="44392" y="99935"/>
                  <a:pt x="47880" y="100094"/>
                </a:cubicBezTo>
                <a:cubicBezTo>
                  <a:pt x="48673" y="100094"/>
                  <a:pt x="49307" y="100570"/>
                  <a:pt x="50100" y="100570"/>
                </a:cubicBezTo>
                <a:cubicBezTo>
                  <a:pt x="50734" y="100570"/>
                  <a:pt x="51368" y="100252"/>
                  <a:pt x="52002" y="100252"/>
                </a:cubicBezTo>
                <a:cubicBezTo>
                  <a:pt x="53588" y="100252"/>
                  <a:pt x="55015" y="99459"/>
                  <a:pt x="56441" y="99301"/>
                </a:cubicBezTo>
                <a:cubicBezTo>
                  <a:pt x="64686" y="98190"/>
                  <a:pt x="72138" y="95176"/>
                  <a:pt x="78637" y="90576"/>
                </a:cubicBezTo>
                <a:cubicBezTo>
                  <a:pt x="80065" y="89624"/>
                  <a:pt x="81650" y="88831"/>
                  <a:pt x="83077" y="87562"/>
                </a:cubicBezTo>
                <a:cubicBezTo>
                  <a:pt x="93382" y="78362"/>
                  <a:pt x="100200" y="65354"/>
                  <a:pt x="100200" y="50443"/>
                </a:cubicBezTo>
                <a:cubicBezTo>
                  <a:pt x="100200" y="42988"/>
                  <a:pt x="98297" y="36008"/>
                  <a:pt x="95444" y="29663"/>
                </a:cubicBezTo>
                <a:cubicBezTo>
                  <a:pt x="94809" y="28236"/>
                  <a:pt x="93699" y="27125"/>
                  <a:pt x="92907" y="25856"/>
                </a:cubicBezTo>
                <a:cubicBezTo>
                  <a:pt x="89419" y="19828"/>
                  <a:pt x="84980" y="14911"/>
                  <a:pt x="79430" y="10787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89" name="Freeform 588">
            <a:extLst>
              <a:ext uri="{FF2B5EF4-FFF2-40B4-BE49-F238E27FC236}">
                <a16:creationId xmlns:a16="http://schemas.microsoft.com/office/drawing/2014/main" id="{A7669DE6-10A5-3994-5245-CFC18A01DC8D}"/>
              </a:ext>
            </a:extLst>
          </p:cNvPr>
          <p:cNvSpPr/>
          <p:nvPr userDrawn="1"/>
        </p:nvSpPr>
        <p:spPr>
          <a:xfrm>
            <a:off x="6723912" y="6365990"/>
            <a:ext cx="100516" cy="86606"/>
          </a:xfrm>
          <a:custGeom>
            <a:avLst/>
            <a:gdLst>
              <a:gd name="connsiteX0" fmla="*/ 19660 w 100516"/>
              <a:gd name="connsiteY0" fmla="*/ 11580 h 100569"/>
              <a:gd name="connsiteX1" fmla="*/ 16013 w 100516"/>
              <a:gd name="connsiteY1" fmla="*/ 14118 h 100569"/>
              <a:gd name="connsiteX2" fmla="*/ 13476 w 100516"/>
              <a:gd name="connsiteY2" fmla="*/ 16814 h 100569"/>
              <a:gd name="connsiteX3" fmla="*/ 13476 w 100516"/>
              <a:gd name="connsiteY3" fmla="*/ 16814 h 100569"/>
              <a:gd name="connsiteX4" fmla="*/ 0 w 100516"/>
              <a:gd name="connsiteY4" fmla="*/ 50443 h 100569"/>
              <a:gd name="connsiteX5" fmla="*/ 1269 w 100516"/>
              <a:gd name="connsiteY5" fmla="*/ 56313 h 100569"/>
              <a:gd name="connsiteX6" fmla="*/ 2220 w 100516"/>
              <a:gd name="connsiteY6" fmla="*/ 60596 h 100569"/>
              <a:gd name="connsiteX7" fmla="*/ 23147 w 100516"/>
              <a:gd name="connsiteY7" fmla="*/ 91369 h 100569"/>
              <a:gd name="connsiteX8" fmla="*/ 26794 w 100516"/>
              <a:gd name="connsiteY8" fmla="*/ 93908 h 100569"/>
              <a:gd name="connsiteX9" fmla="*/ 50417 w 100516"/>
              <a:gd name="connsiteY9" fmla="*/ 100570 h 100569"/>
              <a:gd name="connsiteX10" fmla="*/ 84028 w 100516"/>
              <a:gd name="connsiteY10" fmla="*/ 87086 h 100569"/>
              <a:gd name="connsiteX11" fmla="*/ 84028 w 100516"/>
              <a:gd name="connsiteY11" fmla="*/ 87086 h 100569"/>
              <a:gd name="connsiteX12" fmla="*/ 87041 w 100516"/>
              <a:gd name="connsiteY12" fmla="*/ 83914 h 100569"/>
              <a:gd name="connsiteX13" fmla="*/ 90211 w 100516"/>
              <a:gd name="connsiteY13" fmla="*/ 79155 h 100569"/>
              <a:gd name="connsiteX14" fmla="*/ 92748 w 100516"/>
              <a:gd name="connsiteY14" fmla="*/ 75348 h 100569"/>
              <a:gd name="connsiteX15" fmla="*/ 100517 w 100516"/>
              <a:gd name="connsiteY15" fmla="*/ 50126 h 100569"/>
              <a:gd name="connsiteX16" fmla="*/ 50417 w 100516"/>
              <a:gd name="connsiteY16" fmla="*/ 0 h 100569"/>
              <a:gd name="connsiteX17" fmla="*/ 30757 w 100516"/>
              <a:gd name="connsiteY17" fmla="*/ 3966 h 100569"/>
              <a:gd name="connsiteX18" fmla="*/ 27111 w 100516"/>
              <a:gd name="connsiteY18" fmla="*/ 6504 h 100569"/>
              <a:gd name="connsiteX19" fmla="*/ 19977 w 100516"/>
              <a:gd name="connsiteY19" fmla="*/ 11421 h 1005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00516" h="100569">
                <a:moveTo>
                  <a:pt x="19660" y="11580"/>
                </a:moveTo>
                <a:cubicBezTo>
                  <a:pt x="18550" y="12532"/>
                  <a:pt x="17123" y="13008"/>
                  <a:pt x="16013" y="14118"/>
                </a:cubicBezTo>
                <a:cubicBezTo>
                  <a:pt x="15062" y="15070"/>
                  <a:pt x="14269" y="15863"/>
                  <a:pt x="13476" y="16814"/>
                </a:cubicBezTo>
                <a:lnTo>
                  <a:pt x="13476" y="16814"/>
                </a:lnTo>
                <a:cubicBezTo>
                  <a:pt x="5232" y="25698"/>
                  <a:pt x="0" y="37436"/>
                  <a:pt x="0" y="50443"/>
                </a:cubicBezTo>
                <a:cubicBezTo>
                  <a:pt x="0" y="52506"/>
                  <a:pt x="951" y="54409"/>
                  <a:pt x="1269" y="56313"/>
                </a:cubicBezTo>
                <a:cubicBezTo>
                  <a:pt x="1427" y="57741"/>
                  <a:pt x="1902" y="59168"/>
                  <a:pt x="2220" y="60596"/>
                </a:cubicBezTo>
                <a:cubicBezTo>
                  <a:pt x="5074" y="73603"/>
                  <a:pt x="12366" y="84231"/>
                  <a:pt x="23147" y="91369"/>
                </a:cubicBezTo>
                <a:cubicBezTo>
                  <a:pt x="24416" y="92162"/>
                  <a:pt x="25526" y="93114"/>
                  <a:pt x="26794" y="93908"/>
                </a:cubicBezTo>
                <a:cubicBezTo>
                  <a:pt x="33929" y="97873"/>
                  <a:pt x="41697" y="100570"/>
                  <a:pt x="50417" y="100570"/>
                </a:cubicBezTo>
                <a:cubicBezTo>
                  <a:pt x="63417" y="100570"/>
                  <a:pt x="75150" y="95335"/>
                  <a:pt x="84028" y="87086"/>
                </a:cubicBezTo>
                <a:lnTo>
                  <a:pt x="84028" y="87086"/>
                </a:lnTo>
                <a:cubicBezTo>
                  <a:pt x="85138" y="85976"/>
                  <a:pt x="86089" y="85024"/>
                  <a:pt x="87041" y="83914"/>
                </a:cubicBezTo>
                <a:cubicBezTo>
                  <a:pt x="88309" y="82486"/>
                  <a:pt x="89101" y="80741"/>
                  <a:pt x="90211" y="79155"/>
                </a:cubicBezTo>
                <a:cubicBezTo>
                  <a:pt x="91163" y="77886"/>
                  <a:pt x="91956" y="76617"/>
                  <a:pt x="92748" y="75348"/>
                </a:cubicBezTo>
                <a:cubicBezTo>
                  <a:pt x="97187" y="67892"/>
                  <a:pt x="100517" y="59644"/>
                  <a:pt x="100517" y="50126"/>
                </a:cubicBezTo>
                <a:cubicBezTo>
                  <a:pt x="100517" y="22525"/>
                  <a:pt x="78004" y="0"/>
                  <a:pt x="50417" y="0"/>
                </a:cubicBezTo>
                <a:cubicBezTo>
                  <a:pt x="43441" y="0"/>
                  <a:pt x="36941" y="1428"/>
                  <a:pt x="30757" y="3966"/>
                </a:cubicBezTo>
                <a:cubicBezTo>
                  <a:pt x="29331" y="4600"/>
                  <a:pt x="28379" y="5711"/>
                  <a:pt x="27111" y="6504"/>
                </a:cubicBezTo>
                <a:cubicBezTo>
                  <a:pt x="24575" y="7931"/>
                  <a:pt x="22196" y="9518"/>
                  <a:pt x="19977" y="11421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90" name="Freeform 589">
            <a:extLst>
              <a:ext uri="{FF2B5EF4-FFF2-40B4-BE49-F238E27FC236}">
                <a16:creationId xmlns:a16="http://schemas.microsoft.com/office/drawing/2014/main" id="{670A3DC3-1FB3-5508-0838-D21BA2D90836}"/>
              </a:ext>
            </a:extLst>
          </p:cNvPr>
          <p:cNvSpPr/>
          <p:nvPr userDrawn="1"/>
        </p:nvSpPr>
        <p:spPr>
          <a:xfrm>
            <a:off x="6858516" y="6500981"/>
            <a:ext cx="100199" cy="86333"/>
          </a:xfrm>
          <a:custGeom>
            <a:avLst/>
            <a:gdLst>
              <a:gd name="connsiteX0" fmla="*/ 15854 w 100199"/>
              <a:gd name="connsiteY0" fmla="*/ 13959 h 100252"/>
              <a:gd name="connsiteX1" fmla="*/ 13476 w 100199"/>
              <a:gd name="connsiteY1" fmla="*/ 16497 h 100252"/>
              <a:gd name="connsiteX2" fmla="*/ 13476 w 100199"/>
              <a:gd name="connsiteY2" fmla="*/ 16497 h 100252"/>
              <a:gd name="connsiteX3" fmla="*/ 1744 w 100199"/>
              <a:gd name="connsiteY3" fmla="*/ 41877 h 100252"/>
              <a:gd name="connsiteX4" fmla="*/ 793 w 100199"/>
              <a:gd name="connsiteY4" fmla="*/ 46161 h 100252"/>
              <a:gd name="connsiteX5" fmla="*/ 0 w 100199"/>
              <a:gd name="connsiteY5" fmla="*/ 50126 h 100252"/>
              <a:gd name="connsiteX6" fmla="*/ 18074 w 100199"/>
              <a:gd name="connsiteY6" fmla="*/ 87880 h 100252"/>
              <a:gd name="connsiteX7" fmla="*/ 21720 w 100199"/>
              <a:gd name="connsiteY7" fmla="*/ 90417 h 100252"/>
              <a:gd name="connsiteX8" fmla="*/ 50099 w 100199"/>
              <a:gd name="connsiteY8" fmla="*/ 100253 h 100252"/>
              <a:gd name="connsiteX9" fmla="*/ 100199 w 100199"/>
              <a:gd name="connsiteY9" fmla="*/ 50126 h 100252"/>
              <a:gd name="connsiteX10" fmla="*/ 50099 w 100199"/>
              <a:gd name="connsiteY10" fmla="*/ 0 h 100252"/>
              <a:gd name="connsiteX11" fmla="*/ 19342 w 100199"/>
              <a:gd name="connsiteY11" fmla="*/ 11421 h 100252"/>
              <a:gd name="connsiteX12" fmla="*/ 15696 w 100199"/>
              <a:gd name="connsiteY12" fmla="*/ 13959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00199" h="100252">
                <a:moveTo>
                  <a:pt x="15854" y="13959"/>
                </a:moveTo>
                <a:cubicBezTo>
                  <a:pt x="14903" y="14752"/>
                  <a:pt x="14269" y="15704"/>
                  <a:pt x="13476" y="16497"/>
                </a:cubicBezTo>
                <a:lnTo>
                  <a:pt x="13476" y="16497"/>
                </a:lnTo>
                <a:cubicBezTo>
                  <a:pt x="7134" y="23477"/>
                  <a:pt x="3329" y="32201"/>
                  <a:pt x="1744" y="41877"/>
                </a:cubicBezTo>
                <a:cubicBezTo>
                  <a:pt x="1427" y="43305"/>
                  <a:pt x="951" y="44733"/>
                  <a:pt x="793" y="46161"/>
                </a:cubicBezTo>
                <a:cubicBezTo>
                  <a:pt x="793" y="47588"/>
                  <a:pt x="0" y="48699"/>
                  <a:pt x="0" y="50126"/>
                </a:cubicBezTo>
                <a:cubicBezTo>
                  <a:pt x="0" y="65513"/>
                  <a:pt x="7293" y="78679"/>
                  <a:pt x="18074" y="87880"/>
                </a:cubicBezTo>
                <a:cubicBezTo>
                  <a:pt x="19184" y="88831"/>
                  <a:pt x="20610" y="89624"/>
                  <a:pt x="21720" y="90417"/>
                </a:cubicBezTo>
                <a:cubicBezTo>
                  <a:pt x="29964" y="96128"/>
                  <a:pt x="39318" y="100253"/>
                  <a:pt x="50099" y="100253"/>
                </a:cubicBezTo>
                <a:cubicBezTo>
                  <a:pt x="77686" y="100253"/>
                  <a:pt x="100199" y="77727"/>
                  <a:pt x="100199" y="50126"/>
                </a:cubicBezTo>
                <a:cubicBezTo>
                  <a:pt x="100199" y="22525"/>
                  <a:pt x="77686" y="0"/>
                  <a:pt x="50099" y="0"/>
                </a:cubicBezTo>
                <a:cubicBezTo>
                  <a:pt x="38367" y="0"/>
                  <a:pt x="27903" y="4759"/>
                  <a:pt x="19342" y="11421"/>
                </a:cubicBezTo>
                <a:cubicBezTo>
                  <a:pt x="18232" y="12373"/>
                  <a:pt x="16806" y="12849"/>
                  <a:pt x="15696" y="13959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91" name="Freeform 590">
            <a:extLst>
              <a:ext uri="{FF2B5EF4-FFF2-40B4-BE49-F238E27FC236}">
                <a16:creationId xmlns:a16="http://schemas.microsoft.com/office/drawing/2014/main" id="{214A1E1D-DDBA-1C12-3FDB-161DEEBFE54A}"/>
              </a:ext>
            </a:extLst>
          </p:cNvPr>
          <p:cNvSpPr/>
          <p:nvPr userDrawn="1"/>
        </p:nvSpPr>
        <p:spPr>
          <a:xfrm>
            <a:off x="6319468" y="6433564"/>
            <a:ext cx="100516" cy="86333"/>
          </a:xfrm>
          <a:custGeom>
            <a:avLst/>
            <a:gdLst>
              <a:gd name="connsiteX0" fmla="*/ 158 w 100516"/>
              <a:gd name="connsiteY0" fmla="*/ 50126 h 100252"/>
              <a:gd name="connsiteX1" fmla="*/ 33294 w 100516"/>
              <a:gd name="connsiteY1" fmla="*/ 96763 h 100252"/>
              <a:gd name="connsiteX2" fmla="*/ 37733 w 100516"/>
              <a:gd name="connsiteY2" fmla="*/ 97714 h 100252"/>
              <a:gd name="connsiteX3" fmla="*/ 50417 w 100516"/>
              <a:gd name="connsiteY3" fmla="*/ 100253 h 100252"/>
              <a:gd name="connsiteX4" fmla="*/ 98772 w 100516"/>
              <a:gd name="connsiteY4" fmla="*/ 58375 h 100252"/>
              <a:gd name="connsiteX5" fmla="*/ 99724 w 100516"/>
              <a:gd name="connsiteY5" fmla="*/ 54092 h 100252"/>
              <a:gd name="connsiteX6" fmla="*/ 100517 w 100516"/>
              <a:gd name="connsiteY6" fmla="*/ 50126 h 100252"/>
              <a:gd name="connsiteX7" fmla="*/ 99248 w 100516"/>
              <a:gd name="connsiteY7" fmla="*/ 44257 h 100252"/>
              <a:gd name="connsiteX8" fmla="*/ 98297 w 100516"/>
              <a:gd name="connsiteY8" fmla="*/ 39815 h 100252"/>
              <a:gd name="connsiteX9" fmla="*/ 50258 w 100516"/>
              <a:gd name="connsiteY9" fmla="*/ 0 h 100252"/>
              <a:gd name="connsiteX10" fmla="*/ 29964 w 100516"/>
              <a:gd name="connsiteY10" fmla="*/ 4442 h 100252"/>
              <a:gd name="connsiteX11" fmla="*/ 28379 w 100516"/>
              <a:gd name="connsiteY11" fmla="*/ 5552 h 100252"/>
              <a:gd name="connsiteX12" fmla="*/ 24733 w 100516"/>
              <a:gd name="connsiteY12" fmla="*/ 8090 h 100252"/>
              <a:gd name="connsiteX13" fmla="*/ 0 w 100516"/>
              <a:gd name="connsiteY13" fmla="*/ 50285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00516" h="100252">
                <a:moveTo>
                  <a:pt x="158" y="50126"/>
                </a:moveTo>
                <a:cubicBezTo>
                  <a:pt x="158" y="71858"/>
                  <a:pt x="13951" y="89783"/>
                  <a:pt x="33294" y="96763"/>
                </a:cubicBezTo>
                <a:cubicBezTo>
                  <a:pt x="34721" y="97239"/>
                  <a:pt x="36306" y="97239"/>
                  <a:pt x="37733" y="97714"/>
                </a:cubicBezTo>
                <a:cubicBezTo>
                  <a:pt x="41855" y="98824"/>
                  <a:pt x="45978" y="100253"/>
                  <a:pt x="50417" y="100253"/>
                </a:cubicBezTo>
                <a:cubicBezTo>
                  <a:pt x="75149" y="100253"/>
                  <a:pt x="94809" y="82010"/>
                  <a:pt x="98772" y="58375"/>
                </a:cubicBezTo>
                <a:cubicBezTo>
                  <a:pt x="99090" y="56947"/>
                  <a:pt x="99565" y="55520"/>
                  <a:pt x="99724" y="54092"/>
                </a:cubicBezTo>
                <a:cubicBezTo>
                  <a:pt x="99724" y="52664"/>
                  <a:pt x="100517" y="51554"/>
                  <a:pt x="100517" y="50126"/>
                </a:cubicBezTo>
                <a:cubicBezTo>
                  <a:pt x="100517" y="48064"/>
                  <a:pt x="99565" y="46161"/>
                  <a:pt x="99248" y="44257"/>
                </a:cubicBezTo>
                <a:cubicBezTo>
                  <a:pt x="99090" y="42671"/>
                  <a:pt x="98614" y="41401"/>
                  <a:pt x="98297" y="39815"/>
                </a:cubicBezTo>
                <a:cubicBezTo>
                  <a:pt x="93382" y="17290"/>
                  <a:pt x="74356" y="0"/>
                  <a:pt x="50258" y="0"/>
                </a:cubicBezTo>
                <a:cubicBezTo>
                  <a:pt x="42965" y="0"/>
                  <a:pt x="36148" y="1745"/>
                  <a:pt x="29964" y="4442"/>
                </a:cubicBezTo>
                <a:cubicBezTo>
                  <a:pt x="29330" y="4759"/>
                  <a:pt x="29013" y="5234"/>
                  <a:pt x="28379" y="5552"/>
                </a:cubicBezTo>
                <a:cubicBezTo>
                  <a:pt x="27111" y="6186"/>
                  <a:pt x="26001" y="7297"/>
                  <a:pt x="24733" y="8090"/>
                </a:cubicBezTo>
                <a:cubicBezTo>
                  <a:pt x="10305" y="16814"/>
                  <a:pt x="0" y="32043"/>
                  <a:pt x="0" y="50285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92" name="Freeform 591">
            <a:extLst>
              <a:ext uri="{FF2B5EF4-FFF2-40B4-BE49-F238E27FC236}">
                <a16:creationId xmlns:a16="http://schemas.microsoft.com/office/drawing/2014/main" id="{29993C48-60DC-B1D4-790E-5294D76AD947}"/>
              </a:ext>
            </a:extLst>
          </p:cNvPr>
          <p:cNvSpPr/>
          <p:nvPr userDrawn="1"/>
        </p:nvSpPr>
        <p:spPr>
          <a:xfrm>
            <a:off x="5847800" y="5489257"/>
            <a:ext cx="100357" cy="86606"/>
          </a:xfrm>
          <a:custGeom>
            <a:avLst/>
            <a:gdLst>
              <a:gd name="connsiteX0" fmla="*/ 49466 w 100357"/>
              <a:gd name="connsiteY0" fmla="*/ 100570 h 100569"/>
              <a:gd name="connsiteX1" fmla="*/ 50258 w 100357"/>
              <a:gd name="connsiteY1" fmla="*/ 100570 h 100569"/>
              <a:gd name="connsiteX2" fmla="*/ 53905 w 100357"/>
              <a:gd name="connsiteY2" fmla="*/ 99776 h 100569"/>
              <a:gd name="connsiteX3" fmla="*/ 70552 w 100357"/>
              <a:gd name="connsiteY3" fmla="*/ 95969 h 100569"/>
              <a:gd name="connsiteX4" fmla="*/ 74198 w 100357"/>
              <a:gd name="connsiteY4" fmla="*/ 93431 h 100569"/>
              <a:gd name="connsiteX5" fmla="*/ 83711 w 100357"/>
              <a:gd name="connsiteY5" fmla="*/ 86927 h 100569"/>
              <a:gd name="connsiteX6" fmla="*/ 83711 w 100357"/>
              <a:gd name="connsiteY6" fmla="*/ 86927 h 100569"/>
              <a:gd name="connsiteX7" fmla="*/ 86882 w 100357"/>
              <a:gd name="connsiteY7" fmla="*/ 83913 h 100569"/>
              <a:gd name="connsiteX8" fmla="*/ 100358 w 100357"/>
              <a:gd name="connsiteY8" fmla="*/ 50285 h 100569"/>
              <a:gd name="connsiteX9" fmla="*/ 61514 w 100357"/>
              <a:gd name="connsiteY9" fmla="*/ 2379 h 100569"/>
              <a:gd name="connsiteX10" fmla="*/ 57075 w 100357"/>
              <a:gd name="connsiteY10" fmla="*/ 1428 h 100569"/>
              <a:gd name="connsiteX11" fmla="*/ 50258 w 100357"/>
              <a:gd name="connsiteY11" fmla="*/ 0 h 100569"/>
              <a:gd name="connsiteX12" fmla="*/ 31233 w 100357"/>
              <a:gd name="connsiteY12" fmla="*/ 3807 h 100569"/>
              <a:gd name="connsiteX13" fmla="*/ 27428 w 100357"/>
              <a:gd name="connsiteY13" fmla="*/ 6186 h 100569"/>
              <a:gd name="connsiteX14" fmla="*/ 26001 w 100357"/>
              <a:gd name="connsiteY14" fmla="*/ 7138 h 100569"/>
              <a:gd name="connsiteX15" fmla="*/ 22196 w 100357"/>
              <a:gd name="connsiteY15" fmla="*/ 9676 h 100569"/>
              <a:gd name="connsiteX16" fmla="*/ 2695 w 100357"/>
              <a:gd name="connsiteY16" fmla="*/ 37119 h 100569"/>
              <a:gd name="connsiteX17" fmla="*/ 1268 w 100357"/>
              <a:gd name="connsiteY17" fmla="*/ 43781 h 100569"/>
              <a:gd name="connsiteX18" fmla="*/ 0 w 100357"/>
              <a:gd name="connsiteY18" fmla="*/ 50126 h 100569"/>
              <a:gd name="connsiteX19" fmla="*/ 29489 w 100357"/>
              <a:gd name="connsiteY19" fmla="*/ 95652 h 100569"/>
              <a:gd name="connsiteX20" fmla="*/ 35514 w 100357"/>
              <a:gd name="connsiteY20" fmla="*/ 97397 h 100569"/>
              <a:gd name="connsiteX21" fmla="*/ 49466 w 100357"/>
              <a:gd name="connsiteY21" fmla="*/ 100253 h 1005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100357" h="100569">
                <a:moveTo>
                  <a:pt x="49466" y="100570"/>
                </a:moveTo>
                <a:cubicBezTo>
                  <a:pt x="49466" y="100570"/>
                  <a:pt x="49941" y="100570"/>
                  <a:pt x="50258" y="100570"/>
                </a:cubicBezTo>
                <a:cubicBezTo>
                  <a:pt x="51527" y="100570"/>
                  <a:pt x="52636" y="99935"/>
                  <a:pt x="53905" y="99776"/>
                </a:cubicBezTo>
                <a:cubicBezTo>
                  <a:pt x="59771" y="99300"/>
                  <a:pt x="65478" y="98349"/>
                  <a:pt x="70552" y="95969"/>
                </a:cubicBezTo>
                <a:cubicBezTo>
                  <a:pt x="71978" y="95335"/>
                  <a:pt x="72930" y="94225"/>
                  <a:pt x="74198" y="93431"/>
                </a:cubicBezTo>
                <a:cubicBezTo>
                  <a:pt x="77528" y="91528"/>
                  <a:pt x="80857" y="89624"/>
                  <a:pt x="83711" y="86927"/>
                </a:cubicBezTo>
                <a:lnTo>
                  <a:pt x="83711" y="86927"/>
                </a:lnTo>
                <a:cubicBezTo>
                  <a:pt x="84820" y="85976"/>
                  <a:pt x="85772" y="84866"/>
                  <a:pt x="86882" y="83913"/>
                </a:cubicBezTo>
                <a:cubicBezTo>
                  <a:pt x="94967" y="75030"/>
                  <a:pt x="100358" y="63292"/>
                  <a:pt x="100358" y="50285"/>
                </a:cubicBezTo>
                <a:cubicBezTo>
                  <a:pt x="100358" y="26649"/>
                  <a:pt x="83552" y="7614"/>
                  <a:pt x="61514" y="2379"/>
                </a:cubicBezTo>
                <a:cubicBezTo>
                  <a:pt x="60088" y="2062"/>
                  <a:pt x="58661" y="1745"/>
                  <a:pt x="57075" y="1428"/>
                </a:cubicBezTo>
                <a:cubicBezTo>
                  <a:pt x="54697" y="1111"/>
                  <a:pt x="52636" y="0"/>
                  <a:pt x="50258" y="0"/>
                </a:cubicBezTo>
                <a:cubicBezTo>
                  <a:pt x="43441" y="0"/>
                  <a:pt x="37099" y="1428"/>
                  <a:pt x="31233" y="3807"/>
                </a:cubicBezTo>
                <a:cubicBezTo>
                  <a:pt x="29806" y="4442"/>
                  <a:pt x="28696" y="5552"/>
                  <a:pt x="27428" y="6186"/>
                </a:cubicBezTo>
                <a:cubicBezTo>
                  <a:pt x="26952" y="6504"/>
                  <a:pt x="26477" y="6821"/>
                  <a:pt x="26001" y="7138"/>
                </a:cubicBezTo>
                <a:cubicBezTo>
                  <a:pt x="24733" y="7931"/>
                  <a:pt x="23464" y="8883"/>
                  <a:pt x="22196" y="9676"/>
                </a:cubicBezTo>
                <a:cubicBezTo>
                  <a:pt x="12683" y="16339"/>
                  <a:pt x="5866" y="25698"/>
                  <a:pt x="2695" y="37119"/>
                </a:cubicBezTo>
                <a:cubicBezTo>
                  <a:pt x="2061" y="39339"/>
                  <a:pt x="1585" y="41560"/>
                  <a:pt x="1268" y="43781"/>
                </a:cubicBezTo>
                <a:cubicBezTo>
                  <a:pt x="951" y="46002"/>
                  <a:pt x="0" y="47905"/>
                  <a:pt x="0" y="50126"/>
                </a:cubicBezTo>
                <a:cubicBezTo>
                  <a:pt x="0" y="70431"/>
                  <a:pt x="12208" y="87721"/>
                  <a:pt x="29489" y="95652"/>
                </a:cubicBezTo>
                <a:cubicBezTo>
                  <a:pt x="31391" y="96445"/>
                  <a:pt x="33452" y="96763"/>
                  <a:pt x="35514" y="97397"/>
                </a:cubicBezTo>
                <a:cubicBezTo>
                  <a:pt x="39953" y="98824"/>
                  <a:pt x="44551" y="100094"/>
                  <a:pt x="49466" y="100253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93" name="Freeform 592">
            <a:extLst>
              <a:ext uri="{FF2B5EF4-FFF2-40B4-BE49-F238E27FC236}">
                <a16:creationId xmlns:a16="http://schemas.microsoft.com/office/drawing/2014/main" id="{79CBE0A7-C923-937A-1B2D-C5F2F1D31F35}"/>
              </a:ext>
            </a:extLst>
          </p:cNvPr>
          <p:cNvSpPr/>
          <p:nvPr userDrawn="1"/>
        </p:nvSpPr>
        <p:spPr>
          <a:xfrm>
            <a:off x="4971847" y="3601752"/>
            <a:ext cx="100199" cy="86470"/>
          </a:xfrm>
          <a:custGeom>
            <a:avLst/>
            <a:gdLst>
              <a:gd name="connsiteX0" fmla="*/ 72930 w 100199"/>
              <a:gd name="connsiteY0" fmla="*/ 94066 h 100411"/>
              <a:gd name="connsiteX1" fmla="*/ 100199 w 100199"/>
              <a:gd name="connsiteY1" fmla="*/ 50126 h 100411"/>
              <a:gd name="connsiteX2" fmla="*/ 98614 w 100199"/>
              <a:gd name="connsiteY2" fmla="*/ 42195 h 100411"/>
              <a:gd name="connsiteX3" fmla="*/ 97662 w 100199"/>
              <a:gd name="connsiteY3" fmla="*/ 37912 h 100411"/>
              <a:gd name="connsiteX4" fmla="*/ 50099 w 100199"/>
              <a:gd name="connsiteY4" fmla="*/ 0 h 100411"/>
              <a:gd name="connsiteX5" fmla="*/ 44709 w 100199"/>
              <a:gd name="connsiteY5" fmla="*/ 1110 h 100411"/>
              <a:gd name="connsiteX6" fmla="*/ 40428 w 100199"/>
              <a:gd name="connsiteY6" fmla="*/ 2062 h 100411"/>
              <a:gd name="connsiteX7" fmla="*/ 0 w 100199"/>
              <a:gd name="connsiteY7" fmla="*/ 50285 h 100411"/>
              <a:gd name="connsiteX8" fmla="*/ 50099 w 100199"/>
              <a:gd name="connsiteY8" fmla="*/ 100411 h 100411"/>
              <a:gd name="connsiteX9" fmla="*/ 66429 w 100199"/>
              <a:gd name="connsiteY9" fmla="*/ 97080 h 100411"/>
              <a:gd name="connsiteX10" fmla="*/ 69125 w 100199"/>
              <a:gd name="connsiteY10" fmla="*/ 96445 h 100411"/>
              <a:gd name="connsiteX11" fmla="*/ 72930 w 100199"/>
              <a:gd name="connsiteY11" fmla="*/ 94066 h 1004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00199" h="100411">
                <a:moveTo>
                  <a:pt x="72930" y="94066"/>
                </a:moveTo>
                <a:cubicBezTo>
                  <a:pt x="88943" y="85659"/>
                  <a:pt x="100199" y="69479"/>
                  <a:pt x="100199" y="50126"/>
                </a:cubicBezTo>
                <a:cubicBezTo>
                  <a:pt x="100199" y="47271"/>
                  <a:pt x="99090" y="44892"/>
                  <a:pt x="98614" y="42195"/>
                </a:cubicBezTo>
                <a:cubicBezTo>
                  <a:pt x="98297" y="40767"/>
                  <a:pt x="98138" y="39339"/>
                  <a:pt x="97662" y="37912"/>
                </a:cubicBezTo>
                <a:cubicBezTo>
                  <a:pt x="92114" y="16339"/>
                  <a:pt x="73405" y="0"/>
                  <a:pt x="50099" y="0"/>
                </a:cubicBezTo>
                <a:cubicBezTo>
                  <a:pt x="48197" y="0"/>
                  <a:pt x="46611" y="952"/>
                  <a:pt x="44709" y="1110"/>
                </a:cubicBezTo>
                <a:cubicBezTo>
                  <a:pt x="43123" y="1269"/>
                  <a:pt x="41855" y="1745"/>
                  <a:pt x="40428" y="2062"/>
                </a:cubicBezTo>
                <a:cubicBezTo>
                  <a:pt x="17439" y="6662"/>
                  <a:pt x="0" y="26015"/>
                  <a:pt x="0" y="50285"/>
                </a:cubicBezTo>
                <a:cubicBezTo>
                  <a:pt x="0" y="78045"/>
                  <a:pt x="22513" y="100411"/>
                  <a:pt x="50099" y="100411"/>
                </a:cubicBezTo>
                <a:cubicBezTo>
                  <a:pt x="55966" y="100411"/>
                  <a:pt x="61198" y="98825"/>
                  <a:pt x="66429" y="97080"/>
                </a:cubicBezTo>
                <a:cubicBezTo>
                  <a:pt x="67222" y="96762"/>
                  <a:pt x="68332" y="96921"/>
                  <a:pt x="69125" y="96445"/>
                </a:cubicBezTo>
                <a:cubicBezTo>
                  <a:pt x="70552" y="95811"/>
                  <a:pt x="71662" y="94859"/>
                  <a:pt x="72930" y="94066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94" name="Freeform 593">
            <a:extLst>
              <a:ext uri="{FF2B5EF4-FFF2-40B4-BE49-F238E27FC236}">
                <a16:creationId xmlns:a16="http://schemas.microsoft.com/office/drawing/2014/main" id="{B39CF183-F984-7FC5-D397-B60B726BA406}"/>
              </a:ext>
            </a:extLst>
          </p:cNvPr>
          <p:cNvSpPr/>
          <p:nvPr userDrawn="1"/>
        </p:nvSpPr>
        <p:spPr>
          <a:xfrm>
            <a:off x="5510737" y="4950082"/>
            <a:ext cx="100357" cy="86333"/>
          </a:xfrm>
          <a:custGeom>
            <a:avLst/>
            <a:gdLst>
              <a:gd name="connsiteX0" fmla="*/ 75784 w 100357"/>
              <a:gd name="connsiteY0" fmla="*/ 92480 h 100252"/>
              <a:gd name="connsiteX1" fmla="*/ 78162 w 100357"/>
              <a:gd name="connsiteY1" fmla="*/ 90735 h 100252"/>
              <a:gd name="connsiteX2" fmla="*/ 80699 w 100357"/>
              <a:gd name="connsiteY2" fmla="*/ 88990 h 100252"/>
              <a:gd name="connsiteX3" fmla="*/ 80857 w 100357"/>
              <a:gd name="connsiteY3" fmla="*/ 88990 h 100252"/>
              <a:gd name="connsiteX4" fmla="*/ 84662 w 100357"/>
              <a:gd name="connsiteY4" fmla="*/ 86293 h 100252"/>
              <a:gd name="connsiteX5" fmla="*/ 100358 w 100357"/>
              <a:gd name="connsiteY5" fmla="*/ 50126 h 100252"/>
              <a:gd name="connsiteX6" fmla="*/ 72930 w 100357"/>
              <a:gd name="connsiteY6" fmla="*/ 6028 h 100252"/>
              <a:gd name="connsiteX7" fmla="*/ 69125 w 100357"/>
              <a:gd name="connsiteY7" fmla="*/ 3807 h 100252"/>
              <a:gd name="connsiteX8" fmla="*/ 50258 w 100357"/>
              <a:gd name="connsiteY8" fmla="*/ 0 h 100252"/>
              <a:gd name="connsiteX9" fmla="*/ 38050 w 100357"/>
              <a:gd name="connsiteY9" fmla="*/ 2380 h 100252"/>
              <a:gd name="connsiteX10" fmla="*/ 33611 w 100357"/>
              <a:gd name="connsiteY10" fmla="*/ 3332 h 100252"/>
              <a:gd name="connsiteX11" fmla="*/ 29489 w 100357"/>
              <a:gd name="connsiteY11" fmla="*/ 4600 h 100252"/>
              <a:gd name="connsiteX12" fmla="*/ 0 w 100357"/>
              <a:gd name="connsiteY12" fmla="*/ 50126 h 100252"/>
              <a:gd name="connsiteX13" fmla="*/ 50100 w 100357"/>
              <a:gd name="connsiteY13" fmla="*/ 100253 h 100252"/>
              <a:gd name="connsiteX14" fmla="*/ 71979 w 100357"/>
              <a:gd name="connsiteY14" fmla="*/ 94700 h 100252"/>
              <a:gd name="connsiteX15" fmla="*/ 75625 w 100357"/>
              <a:gd name="connsiteY15" fmla="*/ 92163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00357" h="100252">
                <a:moveTo>
                  <a:pt x="75784" y="92480"/>
                </a:moveTo>
                <a:cubicBezTo>
                  <a:pt x="76576" y="92004"/>
                  <a:pt x="77369" y="91369"/>
                  <a:pt x="78162" y="90735"/>
                </a:cubicBezTo>
                <a:cubicBezTo>
                  <a:pt x="78954" y="90101"/>
                  <a:pt x="79906" y="89625"/>
                  <a:pt x="80699" y="88990"/>
                </a:cubicBezTo>
                <a:lnTo>
                  <a:pt x="80857" y="88990"/>
                </a:lnTo>
                <a:cubicBezTo>
                  <a:pt x="82125" y="87880"/>
                  <a:pt x="83552" y="87404"/>
                  <a:pt x="84662" y="86293"/>
                </a:cubicBezTo>
                <a:cubicBezTo>
                  <a:pt x="94333" y="77093"/>
                  <a:pt x="100358" y="64403"/>
                  <a:pt x="100358" y="50126"/>
                </a:cubicBezTo>
                <a:cubicBezTo>
                  <a:pt x="100358" y="30774"/>
                  <a:pt x="88943" y="14435"/>
                  <a:pt x="72930" y="6028"/>
                </a:cubicBezTo>
                <a:cubicBezTo>
                  <a:pt x="71503" y="5394"/>
                  <a:pt x="70393" y="4283"/>
                  <a:pt x="69125" y="3807"/>
                </a:cubicBezTo>
                <a:cubicBezTo>
                  <a:pt x="63259" y="1428"/>
                  <a:pt x="56917" y="0"/>
                  <a:pt x="50258" y="0"/>
                </a:cubicBezTo>
                <a:cubicBezTo>
                  <a:pt x="45978" y="0"/>
                  <a:pt x="42173" y="1428"/>
                  <a:pt x="38050" y="2380"/>
                </a:cubicBezTo>
                <a:cubicBezTo>
                  <a:pt x="36624" y="2856"/>
                  <a:pt x="35038" y="2856"/>
                  <a:pt x="33611" y="3332"/>
                </a:cubicBezTo>
                <a:cubicBezTo>
                  <a:pt x="32184" y="3807"/>
                  <a:pt x="30757" y="4124"/>
                  <a:pt x="29489" y="4600"/>
                </a:cubicBezTo>
                <a:cubicBezTo>
                  <a:pt x="12208" y="12532"/>
                  <a:pt x="0" y="29822"/>
                  <a:pt x="0" y="50126"/>
                </a:cubicBezTo>
                <a:cubicBezTo>
                  <a:pt x="0" y="77886"/>
                  <a:pt x="22513" y="100253"/>
                  <a:pt x="50100" y="100253"/>
                </a:cubicBezTo>
                <a:cubicBezTo>
                  <a:pt x="58027" y="100253"/>
                  <a:pt x="65161" y="98032"/>
                  <a:pt x="71979" y="94700"/>
                </a:cubicBezTo>
                <a:cubicBezTo>
                  <a:pt x="73406" y="94066"/>
                  <a:pt x="74357" y="92956"/>
                  <a:pt x="75625" y="92163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95" name="Freeform 594">
            <a:extLst>
              <a:ext uri="{FF2B5EF4-FFF2-40B4-BE49-F238E27FC236}">
                <a16:creationId xmlns:a16="http://schemas.microsoft.com/office/drawing/2014/main" id="{9703BCD5-C7F0-B848-CE4B-01B4E90C263E}"/>
              </a:ext>
            </a:extLst>
          </p:cNvPr>
          <p:cNvSpPr/>
          <p:nvPr userDrawn="1"/>
        </p:nvSpPr>
        <p:spPr>
          <a:xfrm>
            <a:off x="6251928" y="3331926"/>
            <a:ext cx="100199" cy="86469"/>
          </a:xfrm>
          <a:custGeom>
            <a:avLst/>
            <a:gdLst>
              <a:gd name="connsiteX0" fmla="*/ 70076 w 100199"/>
              <a:gd name="connsiteY0" fmla="*/ 4283 h 100410"/>
              <a:gd name="connsiteX1" fmla="*/ 66905 w 100199"/>
              <a:gd name="connsiteY1" fmla="*/ 3490 h 100410"/>
              <a:gd name="connsiteX2" fmla="*/ 62466 w 100199"/>
              <a:gd name="connsiteY2" fmla="*/ 2538 h 100410"/>
              <a:gd name="connsiteX3" fmla="*/ 50258 w 100199"/>
              <a:gd name="connsiteY3" fmla="*/ 0 h 100410"/>
              <a:gd name="connsiteX4" fmla="*/ 5390 w 100199"/>
              <a:gd name="connsiteY4" fmla="*/ 28553 h 100410"/>
              <a:gd name="connsiteX5" fmla="*/ 3646 w 100199"/>
              <a:gd name="connsiteY5" fmla="*/ 32518 h 100410"/>
              <a:gd name="connsiteX6" fmla="*/ 0 w 100199"/>
              <a:gd name="connsiteY6" fmla="*/ 50126 h 100410"/>
              <a:gd name="connsiteX7" fmla="*/ 1586 w 100199"/>
              <a:gd name="connsiteY7" fmla="*/ 58057 h 100410"/>
              <a:gd name="connsiteX8" fmla="*/ 2537 w 100199"/>
              <a:gd name="connsiteY8" fmla="*/ 62340 h 100410"/>
              <a:gd name="connsiteX9" fmla="*/ 27428 w 100199"/>
              <a:gd name="connsiteY9" fmla="*/ 94066 h 100410"/>
              <a:gd name="connsiteX10" fmla="*/ 31233 w 100199"/>
              <a:gd name="connsiteY10" fmla="*/ 96445 h 100410"/>
              <a:gd name="connsiteX11" fmla="*/ 38843 w 100199"/>
              <a:gd name="connsiteY11" fmla="*/ 98032 h 100410"/>
              <a:gd name="connsiteX12" fmla="*/ 43124 w 100199"/>
              <a:gd name="connsiteY12" fmla="*/ 98983 h 100410"/>
              <a:gd name="connsiteX13" fmla="*/ 50100 w 100199"/>
              <a:gd name="connsiteY13" fmla="*/ 100411 h 100410"/>
              <a:gd name="connsiteX14" fmla="*/ 100200 w 100199"/>
              <a:gd name="connsiteY14" fmla="*/ 50285 h 100410"/>
              <a:gd name="connsiteX15" fmla="*/ 74040 w 100199"/>
              <a:gd name="connsiteY15" fmla="*/ 7138 h 100410"/>
              <a:gd name="connsiteX16" fmla="*/ 70235 w 100199"/>
              <a:gd name="connsiteY16" fmla="*/ 4600 h 100410"/>
              <a:gd name="connsiteX17" fmla="*/ 69600 w 100199"/>
              <a:gd name="connsiteY17" fmla="*/ 4283 h 1004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00199" h="100410">
                <a:moveTo>
                  <a:pt x="70076" y="4283"/>
                </a:moveTo>
                <a:cubicBezTo>
                  <a:pt x="69125" y="3807"/>
                  <a:pt x="67857" y="3807"/>
                  <a:pt x="66905" y="3490"/>
                </a:cubicBezTo>
                <a:cubicBezTo>
                  <a:pt x="65479" y="3014"/>
                  <a:pt x="63893" y="3014"/>
                  <a:pt x="62466" y="2538"/>
                </a:cubicBezTo>
                <a:cubicBezTo>
                  <a:pt x="58503" y="1428"/>
                  <a:pt x="54539" y="0"/>
                  <a:pt x="50258" y="0"/>
                </a:cubicBezTo>
                <a:cubicBezTo>
                  <a:pt x="30440" y="0"/>
                  <a:pt x="13635" y="11738"/>
                  <a:pt x="5390" y="28553"/>
                </a:cubicBezTo>
                <a:cubicBezTo>
                  <a:pt x="4756" y="29981"/>
                  <a:pt x="4122" y="31249"/>
                  <a:pt x="3646" y="32518"/>
                </a:cubicBezTo>
                <a:cubicBezTo>
                  <a:pt x="1586" y="38070"/>
                  <a:pt x="0" y="43781"/>
                  <a:pt x="0" y="50126"/>
                </a:cubicBezTo>
                <a:cubicBezTo>
                  <a:pt x="0" y="52981"/>
                  <a:pt x="1110" y="55361"/>
                  <a:pt x="1586" y="58057"/>
                </a:cubicBezTo>
                <a:cubicBezTo>
                  <a:pt x="1902" y="59485"/>
                  <a:pt x="2061" y="60913"/>
                  <a:pt x="2537" y="62340"/>
                </a:cubicBezTo>
                <a:cubicBezTo>
                  <a:pt x="6183" y="76300"/>
                  <a:pt x="15061" y="87721"/>
                  <a:pt x="27428" y="94066"/>
                </a:cubicBezTo>
                <a:cubicBezTo>
                  <a:pt x="28855" y="94859"/>
                  <a:pt x="29964" y="95811"/>
                  <a:pt x="31233" y="96445"/>
                </a:cubicBezTo>
                <a:cubicBezTo>
                  <a:pt x="33611" y="97397"/>
                  <a:pt x="36307" y="97397"/>
                  <a:pt x="38843" y="98032"/>
                </a:cubicBezTo>
                <a:cubicBezTo>
                  <a:pt x="40270" y="98349"/>
                  <a:pt x="41697" y="98666"/>
                  <a:pt x="43124" y="98983"/>
                </a:cubicBezTo>
                <a:cubicBezTo>
                  <a:pt x="45502" y="99301"/>
                  <a:pt x="47563" y="100411"/>
                  <a:pt x="50100" y="100411"/>
                </a:cubicBezTo>
                <a:cubicBezTo>
                  <a:pt x="77845" y="100411"/>
                  <a:pt x="100200" y="78045"/>
                  <a:pt x="100200" y="50285"/>
                </a:cubicBezTo>
                <a:cubicBezTo>
                  <a:pt x="100200" y="31408"/>
                  <a:pt x="89418" y="15704"/>
                  <a:pt x="74040" y="7138"/>
                </a:cubicBezTo>
                <a:cubicBezTo>
                  <a:pt x="72771" y="6345"/>
                  <a:pt x="71662" y="5234"/>
                  <a:pt x="70235" y="4600"/>
                </a:cubicBezTo>
                <a:cubicBezTo>
                  <a:pt x="69918" y="4600"/>
                  <a:pt x="69918" y="4283"/>
                  <a:pt x="69600" y="4283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10" name="Freeform 609">
            <a:extLst>
              <a:ext uri="{FF2B5EF4-FFF2-40B4-BE49-F238E27FC236}">
                <a16:creationId xmlns:a16="http://schemas.microsoft.com/office/drawing/2014/main" id="{E1E2B5FA-D616-31D9-23C8-17D23201B18A}"/>
              </a:ext>
            </a:extLst>
          </p:cNvPr>
          <p:cNvSpPr/>
          <p:nvPr userDrawn="1"/>
        </p:nvSpPr>
        <p:spPr>
          <a:xfrm>
            <a:off x="7060817" y="1713928"/>
            <a:ext cx="100358" cy="86333"/>
          </a:xfrm>
          <a:custGeom>
            <a:avLst/>
            <a:gdLst>
              <a:gd name="connsiteX0" fmla="*/ 45502 w 100358"/>
              <a:gd name="connsiteY0" fmla="*/ 952 h 100252"/>
              <a:gd name="connsiteX1" fmla="*/ 43758 w 100358"/>
              <a:gd name="connsiteY1" fmla="*/ 1269 h 100252"/>
              <a:gd name="connsiteX2" fmla="*/ 42648 w 100358"/>
              <a:gd name="connsiteY2" fmla="*/ 1586 h 100252"/>
              <a:gd name="connsiteX3" fmla="*/ 38368 w 100358"/>
              <a:gd name="connsiteY3" fmla="*/ 2379 h 100252"/>
              <a:gd name="connsiteX4" fmla="*/ 0 w 100358"/>
              <a:gd name="connsiteY4" fmla="*/ 50126 h 100252"/>
              <a:gd name="connsiteX5" fmla="*/ 3805 w 100358"/>
              <a:gd name="connsiteY5" fmla="*/ 68686 h 100252"/>
              <a:gd name="connsiteX6" fmla="*/ 6025 w 100358"/>
              <a:gd name="connsiteY6" fmla="*/ 72651 h 100252"/>
              <a:gd name="connsiteX7" fmla="*/ 26160 w 100358"/>
              <a:gd name="connsiteY7" fmla="*/ 93273 h 100252"/>
              <a:gd name="connsiteX8" fmla="*/ 29965 w 100358"/>
              <a:gd name="connsiteY8" fmla="*/ 95811 h 100252"/>
              <a:gd name="connsiteX9" fmla="*/ 50259 w 100358"/>
              <a:gd name="connsiteY9" fmla="*/ 100252 h 100252"/>
              <a:gd name="connsiteX10" fmla="*/ 100358 w 100358"/>
              <a:gd name="connsiteY10" fmla="*/ 50126 h 100252"/>
              <a:gd name="connsiteX11" fmla="*/ 50259 w 100358"/>
              <a:gd name="connsiteY11" fmla="*/ 0 h 100252"/>
              <a:gd name="connsiteX12" fmla="*/ 50259 w 100358"/>
              <a:gd name="connsiteY12" fmla="*/ 0 h 100252"/>
              <a:gd name="connsiteX13" fmla="*/ 45819 w 100358"/>
              <a:gd name="connsiteY13" fmla="*/ 952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00358" h="100252">
                <a:moveTo>
                  <a:pt x="45502" y="952"/>
                </a:moveTo>
                <a:cubicBezTo>
                  <a:pt x="45502" y="952"/>
                  <a:pt x="44392" y="1269"/>
                  <a:pt x="43758" y="1269"/>
                </a:cubicBezTo>
                <a:cubicBezTo>
                  <a:pt x="43283" y="1269"/>
                  <a:pt x="42965" y="1428"/>
                  <a:pt x="42648" y="1586"/>
                </a:cubicBezTo>
                <a:cubicBezTo>
                  <a:pt x="41221" y="1745"/>
                  <a:pt x="39795" y="2062"/>
                  <a:pt x="38368" y="2379"/>
                </a:cubicBezTo>
                <a:cubicBezTo>
                  <a:pt x="16489" y="7773"/>
                  <a:pt x="0" y="26649"/>
                  <a:pt x="0" y="50126"/>
                </a:cubicBezTo>
                <a:cubicBezTo>
                  <a:pt x="0" y="56789"/>
                  <a:pt x="1427" y="62975"/>
                  <a:pt x="3805" y="68686"/>
                </a:cubicBezTo>
                <a:cubicBezTo>
                  <a:pt x="4439" y="70113"/>
                  <a:pt x="5390" y="71224"/>
                  <a:pt x="6025" y="72651"/>
                </a:cubicBezTo>
                <a:cubicBezTo>
                  <a:pt x="10464" y="81376"/>
                  <a:pt x="17599" y="88514"/>
                  <a:pt x="26160" y="93273"/>
                </a:cubicBezTo>
                <a:cubicBezTo>
                  <a:pt x="27587" y="94066"/>
                  <a:pt x="28538" y="95176"/>
                  <a:pt x="29965" y="95811"/>
                </a:cubicBezTo>
                <a:cubicBezTo>
                  <a:pt x="36148" y="98666"/>
                  <a:pt x="42965" y="100252"/>
                  <a:pt x="50259" y="100252"/>
                </a:cubicBezTo>
                <a:cubicBezTo>
                  <a:pt x="78004" y="100252"/>
                  <a:pt x="100358" y="77886"/>
                  <a:pt x="100358" y="50126"/>
                </a:cubicBezTo>
                <a:cubicBezTo>
                  <a:pt x="100358" y="22366"/>
                  <a:pt x="77845" y="0"/>
                  <a:pt x="50259" y="0"/>
                </a:cubicBezTo>
                <a:lnTo>
                  <a:pt x="50259" y="0"/>
                </a:lnTo>
                <a:cubicBezTo>
                  <a:pt x="48673" y="0"/>
                  <a:pt x="47405" y="793"/>
                  <a:pt x="45819" y="95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11" name="Freeform 610">
            <a:extLst>
              <a:ext uri="{FF2B5EF4-FFF2-40B4-BE49-F238E27FC236}">
                <a16:creationId xmlns:a16="http://schemas.microsoft.com/office/drawing/2014/main" id="{A5FA5C36-6A27-7FFB-B437-A492B2A4B56D}"/>
              </a:ext>
            </a:extLst>
          </p:cNvPr>
          <p:cNvSpPr/>
          <p:nvPr userDrawn="1"/>
        </p:nvSpPr>
        <p:spPr>
          <a:xfrm>
            <a:off x="6993595" y="1376688"/>
            <a:ext cx="100357" cy="86470"/>
          </a:xfrm>
          <a:custGeom>
            <a:avLst/>
            <a:gdLst>
              <a:gd name="connsiteX0" fmla="*/ 84028 w 100357"/>
              <a:gd name="connsiteY0" fmla="*/ 13801 h 100411"/>
              <a:gd name="connsiteX1" fmla="*/ 52319 w 100357"/>
              <a:gd name="connsiteY1" fmla="*/ 476 h 100411"/>
              <a:gd name="connsiteX2" fmla="*/ 50100 w 100357"/>
              <a:gd name="connsiteY2" fmla="*/ 0 h 100411"/>
              <a:gd name="connsiteX3" fmla="*/ 47880 w 100357"/>
              <a:gd name="connsiteY3" fmla="*/ 476 h 100411"/>
              <a:gd name="connsiteX4" fmla="*/ 45978 w 100357"/>
              <a:gd name="connsiteY4" fmla="*/ 952 h 100411"/>
              <a:gd name="connsiteX5" fmla="*/ 41697 w 100357"/>
              <a:gd name="connsiteY5" fmla="*/ 1745 h 100411"/>
              <a:gd name="connsiteX6" fmla="*/ 0 w 100357"/>
              <a:gd name="connsiteY6" fmla="*/ 50285 h 100411"/>
              <a:gd name="connsiteX7" fmla="*/ 7134 w 100357"/>
              <a:gd name="connsiteY7" fmla="*/ 74555 h 100411"/>
              <a:gd name="connsiteX8" fmla="*/ 9671 w 100357"/>
              <a:gd name="connsiteY8" fmla="*/ 78203 h 100411"/>
              <a:gd name="connsiteX9" fmla="*/ 30440 w 100357"/>
              <a:gd name="connsiteY9" fmla="*/ 96287 h 100411"/>
              <a:gd name="connsiteX10" fmla="*/ 34721 w 100357"/>
              <a:gd name="connsiteY10" fmla="*/ 97239 h 100411"/>
              <a:gd name="connsiteX11" fmla="*/ 50258 w 100357"/>
              <a:gd name="connsiteY11" fmla="*/ 100411 h 100411"/>
              <a:gd name="connsiteX12" fmla="*/ 57710 w 100357"/>
              <a:gd name="connsiteY12" fmla="*/ 98825 h 100411"/>
              <a:gd name="connsiteX13" fmla="*/ 61991 w 100357"/>
              <a:gd name="connsiteY13" fmla="*/ 98032 h 100411"/>
              <a:gd name="connsiteX14" fmla="*/ 89736 w 100357"/>
              <a:gd name="connsiteY14" fmla="*/ 79631 h 100411"/>
              <a:gd name="connsiteX15" fmla="*/ 93858 w 100357"/>
              <a:gd name="connsiteY15" fmla="*/ 73603 h 100411"/>
              <a:gd name="connsiteX16" fmla="*/ 99565 w 100357"/>
              <a:gd name="connsiteY16" fmla="*/ 54251 h 100411"/>
              <a:gd name="connsiteX17" fmla="*/ 100358 w 100357"/>
              <a:gd name="connsiteY17" fmla="*/ 50285 h 100411"/>
              <a:gd name="connsiteX18" fmla="*/ 99090 w 100357"/>
              <a:gd name="connsiteY18" fmla="*/ 43781 h 100411"/>
              <a:gd name="connsiteX19" fmla="*/ 89418 w 100357"/>
              <a:gd name="connsiteY19" fmla="*/ 20304 h 100411"/>
              <a:gd name="connsiteX20" fmla="*/ 84345 w 100357"/>
              <a:gd name="connsiteY20" fmla="*/ 13959 h 1004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00357" h="100411">
                <a:moveTo>
                  <a:pt x="84028" y="13801"/>
                </a:moveTo>
                <a:cubicBezTo>
                  <a:pt x="75625" y="5869"/>
                  <a:pt x="64527" y="1110"/>
                  <a:pt x="52319" y="476"/>
                </a:cubicBezTo>
                <a:cubicBezTo>
                  <a:pt x="51527" y="476"/>
                  <a:pt x="50892" y="0"/>
                  <a:pt x="50100" y="0"/>
                </a:cubicBezTo>
                <a:cubicBezTo>
                  <a:pt x="49307" y="0"/>
                  <a:pt x="48673" y="476"/>
                  <a:pt x="47880" y="476"/>
                </a:cubicBezTo>
                <a:cubicBezTo>
                  <a:pt x="47246" y="476"/>
                  <a:pt x="46612" y="793"/>
                  <a:pt x="45978" y="952"/>
                </a:cubicBezTo>
                <a:cubicBezTo>
                  <a:pt x="44551" y="952"/>
                  <a:pt x="43124" y="1586"/>
                  <a:pt x="41697" y="1745"/>
                </a:cubicBezTo>
                <a:cubicBezTo>
                  <a:pt x="18232" y="5869"/>
                  <a:pt x="0" y="25539"/>
                  <a:pt x="0" y="50285"/>
                </a:cubicBezTo>
                <a:cubicBezTo>
                  <a:pt x="0" y="59327"/>
                  <a:pt x="3012" y="67258"/>
                  <a:pt x="7134" y="74555"/>
                </a:cubicBezTo>
                <a:cubicBezTo>
                  <a:pt x="7927" y="75824"/>
                  <a:pt x="8720" y="77093"/>
                  <a:pt x="9671" y="78203"/>
                </a:cubicBezTo>
                <a:cubicBezTo>
                  <a:pt x="15061" y="85817"/>
                  <a:pt x="21720" y="92480"/>
                  <a:pt x="30440" y="96287"/>
                </a:cubicBezTo>
                <a:cubicBezTo>
                  <a:pt x="31867" y="96921"/>
                  <a:pt x="33294" y="96763"/>
                  <a:pt x="34721" y="97239"/>
                </a:cubicBezTo>
                <a:cubicBezTo>
                  <a:pt x="39636" y="98825"/>
                  <a:pt x="44709" y="100411"/>
                  <a:pt x="50258" y="100411"/>
                </a:cubicBezTo>
                <a:cubicBezTo>
                  <a:pt x="52953" y="100411"/>
                  <a:pt x="55173" y="99301"/>
                  <a:pt x="57710" y="98825"/>
                </a:cubicBezTo>
                <a:cubicBezTo>
                  <a:pt x="59137" y="98507"/>
                  <a:pt x="60564" y="98349"/>
                  <a:pt x="61991" y="98032"/>
                </a:cubicBezTo>
                <a:cubicBezTo>
                  <a:pt x="73406" y="95176"/>
                  <a:pt x="82918" y="88831"/>
                  <a:pt x="89736" y="79631"/>
                </a:cubicBezTo>
                <a:cubicBezTo>
                  <a:pt x="91163" y="77727"/>
                  <a:pt x="92589" y="75824"/>
                  <a:pt x="93858" y="73603"/>
                </a:cubicBezTo>
                <a:cubicBezTo>
                  <a:pt x="97029" y="67734"/>
                  <a:pt x="99090" y="61230"/>
                  <a:pt x="99565" y="54251"/>
                </a:cubicBezTo>
                <a:cubicBezTo>
                  <a:pt x="99565" y="52823"/>
                  <a:pt x="100358" y="51554"/>
                  <a:pt x="100358" y="50285"/>
                </a:cubicBezTo>
                <a:cubicBezTo>
                  <a:pt x="100358" y="47905"/>
                  <a:pt x="99407" y="46002"/>
                  <a:pt x="99090" y="43781"/>
                </a:cubicBezTo>
                <a:cubicBezTo>
                  <a:pt x="97821" y="34898"/>
                  <a:pt x="94651" y="26967"/>
                  <a:pt x="89418" y="20304"/>
                </a:cubicBezTo>
                <a:cubicBezTo>
                  <a:pt x="87675" y="18083"/>
                  <a:pt x="86406" y="15863"/>
                  <a:pt x="84345" y="13959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12" name="Freeform 611">
            <a:extLst>
              <a:ext uri="{FF2B5EF4-FFF2-40B4-BE49-F238E27FC236}">
                <a16:creationId xmlns:a16="http://schemas.microsoft.com/office/drawing/2014/main" id="{2AD60877-A7AA-F979-4917-4714CE137193}"/>
              </a:ext>
            </a:extLst>
          </p:cNvPr>
          <p:cNvSpPr/>
          <p:nvPr userDrawn="1"/>
        </p:nvSpPr>
        <p:spPr>
          <a:xfrm>
            <a:off x="4836768" y="2725336"/>
            <a:ext cx="100358" cy="86333"/>
          </a:xfrm>
          <a:custGeom>
            <a:avLst/>
            <a:gdLst>
              <a:gd name="connsiteX0" fmla="*/ 62466 w 100358"/>
              <a:gd name="connsiteY0" fmla="*/ 97714 h 100252"/>
              <a:gd name="connsiteX1" fmla="*/ 66905 w 100358"/>
              <a:gd name="connsiteY1" fmla="*/ 96762 h 100252"/>
              <a:gd name="connsiteX2" fmla="*/ 95126 w 100358"/>
              <a:gd name="connsiteY2" fmla="*/ 71541 h 100252"/>
              <a:gd name="connsiteX3" fmla="*/ 96870 w 100358"/>
              <a:gd name="connsiteY3" fmla="*/ 67575 h 100252"/>
              <a:gd name="connsiteX4" fmla="*/ 100358 w 100358"/>
              <a:gd name="connsiteY4" fmla="*/ 49967 h 100252"/>
              <a:gd name="connsiteX5" fmla="*/ 96553 w 100358"/>
              <a:gd name="connsiteY5" fmla="*/ 31408 h 100252"/>
              <a:gd name="connsiteX6" fmla="*/ 94334 w 100358"/>
              <a:gd name="connsiteY6" fmla="*/ 27601 h 100252"/>
              <a:gd name="connsiteX7" fmla="*/ 93224 w 100358"/>
              <a:gd name="connsiteY7" fmla="*/ 25856 h 100252"/>
              <a:gd name="connsiteX8" fmla="*/ 90687 w 100358"/>
              <a:gd name="connsiteY8" fmla="*/ 22208 h 100252"/>
              <a:gd name="connsiteX9" fmla="*/ 50100 w 100358"/>
              <a:gd name="connsiteY9" fmla="*/ 0 h 100252"/>
              <a:gd name="connsiteX10" fmla="*/ 0 w 100358"/>
              <a:gd name="connsiteY10" fmla="*/ 50126 h 100252"/>
              <a:gd name="connsiteX11" fmla="*/ 50100 w 100358"/>
              <a:gd name="connsiteY11" fmla="*/ 100252 h 100252"/>
              <a:gd name="connsiteX12" fmla="*/ 55490 w 100358"/>
              <a:gd name="connsiteY12" fmla="*/ 99142 h 100252"/>
              <a:gd name="connsiteX13" fmla="*/ 59771 w 100358"/>
              <a:gd name="connsiteY13" fmla="*/ 98190 h 100252"/>
              <a:gd name="connsiteX14" fmla="*/ 62308 w 100358"/>
              <a:gd name="connsiteY14" fmla="*/ 97714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00358" h="100252">
                <a:moveTo>
                  <a:pt x="62466" y="97714"/>
                </a:moveTo>
                <a:cubicBezTo>
                  <a:pt x="63893" y="97397"/>
                  <a:pt x="65479" y="97239"/>
                  <a:pt x="66905" y="96762"/>
                </a:cubicBezTo>
                <a:cubicBezTo>
                  <a:pt x="79430" y="92321"/>
                  <a:pt x="89419" y="83438"/>
                  <a:pt x="95126" y="71541"/>
                </a:cubicBezTo>
                <a:cubicBezTo>
                  <a:pt x="95760" y="70113"/>
                  <a:pt x="96395" y="69003"/>
                  <a:pt x="96870" y="67575"/>
                </a:cubicBezTo>
                <a:cubicBezTo>
                  <a:pt x="98931" y="62023"/>
                  <a:pt x="100358" y="56154"/>
                  <a:pt x="100358" y="49967"/>
                </a:cubicBezTo>
                <a:cubicBezTo>
                  <a:pt x="100358" y="43305"/>
                  <a:pt x="98931" y="37119"/>
                  <a:pt x="96553" y="31408"/>
                </a:cubicBezTo>
                <a:cubicBezTo>
                  <a:pt x="95919" y="29981"/>
                  <a:pt x="94967" y="28870"/>
                  <a:pt x="94334" y="27601"/>
                </a:cubicBezTo>
                <a:cubicBezTo>
                  <a:pt x="94016" y="26967"/>
                  <a:pt x="93541" y="26491"/>
                  <a:pt x="93224" y="25856"/>
                </a:cubicBezTo>
                <a:cubicBezTo>
                  <a:pt x="92431" y="24587"/>
                  <a:pt x="91480" y="23318"/>
                  <a:pt x="90687" y="22208"/>
                </a:cubicBezTo>
                <a:cubicBezTo>
                  <a:pt x="81650" y="9042"/>
                  <a:pt x="67222" y="0"/>
                  <a:pt x="50100" y="0"/>
                </a:cubicBezTo>
                <a:cubicBezTo>
                  <a:pt x="22355" y="0"/>
                  <a:pt x="0" y="22525"/>
                  <a:pt x="0" y="50126"/>
                </a:cubicBezTo>
                <a:cubicBezTo>
                  <a:pt x="0" y="77727"/>
                  <a:pt x="22513" y="100252"/>
                  <a:pt x="50100" y="100252"/>
                </a:cubicBezTo>
                <a:cubicBezTo>
                  <a:pt x="52002" y="100252"/>
                  <a:pt x="53588" y="99301"/>
                  <a:pt x="55490" y="99142"/>
                </a:cubicBezTo>
                <a:cubicBezTo>
                  <a:pt x="56917" y="98983"/>
                  <a:pt x="58344" y="98507"/>
                  <a:pt x="59771" y="98190"/>
                </a:cubicBezTo>
                <a:cubicBezTo>
                  <a:pt x="60564" y="98032"/>
                  <a:pt x="61515" y="97873"/>
                  <a:pt x="62308" y="97714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14" name="Freeform 613">
            <a:extLst>
              <a:ext uri="{FF2B5EF4-FFF2-40B4-BE49-F238E27FC236}">
                <a16:creationId xmlns:a16="http://schemas.microsoft.com/office/drawing/2014/main" id="{E4F29C5A-7B52-1ADA-E759-982C74749569}"/>
              </a:ext>
            </a:extLst>
          </p:cNvPr>
          <p:cNvSpPr/>
          <p:nvPr userDrawn="1"/>
        </p:nvSpPr>
        <p:spPr>
          <a:xfrm>
            <a:off x="6273807" y="0"/>
            <a:ext cx="1370767" cy="3163656"/>
          </a:xfrm>
          <a:custGeom>
            <a:avLst/>
            <a:gdLst>
              <a:gd name="connsiteX0" fmla="*/ 8085 w 1370767"/>
              <a:gd name="connsiteY0" fmla="*/ 0 h 3508199"/>
              <a:gd name="connsiteX1" fmla="*/ 0 w 1370767"/>
              <a:gd name="connsiteY1" fmla="*/ 2538 h 3508199"/>
              <a:gd name="connsiteX2" fmla="*/ 1362682 w 1370767"/>
              <a:gd name="connsiteY2" fmla="*/ 3508200 h 3508199"/>
              <a:gd name="connsiteX3" fmla="*/ 1370768 w 1370767"/>
              <a:gd name="connsiteY3" fmla="*/ 3505820 h 3508199"/>
              <a:gd name="connsiteX4" fmla="*/ 8085 w 1370767"/>
              <a:gd name="connsiteY4" fmla="*/ 159 h 35081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0767" h="3508199">
                <a:moveTo>
                  <a:pt x="8085" y="0"/>
                </a:moveTo>
                <a:cubicBezTo>
                  <a:pt x="5549" y="1269"/>
                  <a:pt x="2695" y="1586"/>
                  <a:pt x="0" y="2538"/>
                </a:cubicBezTo>
                <a:lnTo>
                  <a:pt x="1362682" y="3508200"/>
                </a:lnTo>
                <a:cubicBezTo>
                  <a:pt x="1365218" y="3507089"/>
                  <a:pt x="1368072" y="3506613"/>
                  <a:pt x="1370768" y="3505820"/>
                </a:cubicBezTo>
                <a:lnTo>
                  <a:pt x="8085" y="159"/>
                </a:lnTo>
                <a:close/>
              </a:path>
            </a:pathLst>
          </a:custGeom>
          <a:solidFill>
            <a:srgbClr val="FF7D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15" name="Freeform 614">
            <a:extLst>
              <a:ext uri="{FF2B5EF4-FFF2-40B4-BE49-F238E27FC236}">
                <a16:creationId xmlns:a16="http://schemas.microsoft.com/office/drawing/2014/main" id="{49F7B69B-CB21-AB48-D55F-D40424772847}"/>
              </a:ext>
            </a:extLst>
          </p:cNvPr>
          <p:cNvSpPr/>
          <p:nvPr userDrawn="1"/>
        </p:nvSpPr>
        <p:spPr>
          <a:xfrm>
            <a:off x="1815561" y="6343146"/>
            <a:ext cx="45719" cy="514854"/>
          </a:xfrm>
          <a:custGeom>
            <a:avLst/>
            <a:gdLst>
              <a:gd name="connsiteX0" fmla="*/ 159 w 31550"/>
              <a:gd name="connsiteY0" fmla="*/ 1745 h 118494"/>
              <a:gd name="connsiteX1" fmla="*/ 27587 w 31550"/>
              <a:gd name="connsiteY1" fmla="*/ 118495 h 118494"/>
              <a:gd name="connsiteX2" fmla="*/ 31550 w 31550"/>
              <a:gd name="connsiteY2" fmla="*/ 98349 h 118494"/>
              <a:gd name="connsiteX3" fmla="*/ 8403 w 31550"/>
              <a:gd name="connsiteY3" fmla="*/ 0 h 118494"/>
              <a:gd name="connsiteX4" fmla="*/ 0 w 31550"/>
              <a:gd name="connsiteY4" fmla="*/ 1745 h 1184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550" h="118494">
                <a:moveTo>
                  <a:pt x="159" y="1745"/>
                </a:moveTo>
                <a:lnTo>
                  <a:pt x="27587" y="118495"/>
                </a:lnTo>
                <a:lnTo>
                  <a:pt x="31550" y="98349"/>
                </a:lnTo>
                <a:lnTo>
                  <a:pt x="8403" y="0"/>
                </a:lnTo>
                <a:cubicBezTo>
                  <a:pt x="5708" y="793"/>
                  <a:pt x="2854" y="1269"/>
                  <a:pt x="0" y="1745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16" name="Freeform 615">
            <a:extLst>
              <a:ext uri="{FF2B5EF4-FFF2-40B4-BE49-F238E27FC236}">
                <a16:creationId xmlns:a16="http://schemas.microsoft.com/office/drawing/2014/main" id="{66D4F058-BAFF-0CC4-D35A-89D9279424C8}"/>
              </a:ext>
            </a:extLst>
          </p:cNvPr>
          <p:cNvSpPr/>
          <p:nvPr userDrawn="1"/>
        </p:nvSpPr>
        <p:spPr>
          <a:xfrm>
            <a:off x="1759279" y="6346477"/>
            <a:ext cx="47619" cy="568749"/>
          </a:xfrm>
          <a:custGeom>
            <a:avLst/>
            <a:gdLst>
              <a:gd name="connsiteX0" fmla="*/ 40587 w 44233"/>
              <a:gd name="connsiteY0" fmla="*/ 0 h 535208"/>
              <a:gd name="connsiteX1" fmla="*/ 29172 w 44233"/>
              <a:gd name="connsiteY1" fmla="*/ 97080 h 535208"/>
              <a:gd name="connsiteX2" fmla="*/ 0 w 44233"/>
              <a:gd name="connsiteY2" fmla="*/ 535209 h 535208"/>
              <a:gd name="connsiteX3" fmla="*/ 12842 w 44233"/>
              <a:gd name="connsiteY3" fmla="*/ 470964 h 535208"/>
              <a:gd name="connsiteX4" fmla="*/ 44234 w 44233"/>
              <a:gd name="connsiteY4" fmla="*/ 793 h 535208"/>
              <a:gd name="connsiteX5" fmla="*/ 40587 w 44233"/>
              <a:gd name="connsiteY5" fmla="*/ 0 h 535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4233" h="535208">
                <a:moveTo>
                  <a:pt x="40587" y="0"/>
                </a:moveTo>
                <a:lnTo>
                  <a:pt x="29172" y="97080"/>
                </a:lnTo>
                <a:lnTo>
                  <a:pt x="0" y="535209"/>
                </a:lnTo>
                <a:lnTo>
                  <a:pt x="12842" y="470964"/>
                </a:lnTo>
                <a:lnTo>
                  <a:pt x="44234" y="793"/>
                </a:lnTo>
                <a:cubicBezTo>
                  <a:pt x="42965" y="793"/>
                  <a:pt x="41855" y="159"/>
                  <a:pt x="40587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17" name="Freeform 616">
            <a:extLst>
              <a:ext uri="{FF2B5EF4-FFF2-40B4-BE49-F238E27FC236}">
                <a16:creationId xmlns:a16="http://schemas.microsoft.com/office/drawing/2014/main" id="{64BDB757-2EF4-76A4-5A2A-CDF25A1FA553}"/>
              </a:ext>
            </a:extLst>
          </p:cNvPr>
          <p:cNvSpPr/>
          <p:nvPr userDrawn="1"/>
        </p:nvSpPr>
        <p:spPr>
          <a:xfrm>
            <a:off x="1684288" y="6345844"/>
            <a:ext cx="81649" cy="569382"/>
          </a:xfrm>
          <a:custGeom>
            <a:avLst/>
            <a:gdLst>
              <a:gd name="connsiteX0" fmla="*/ 115578 w 115578"/>
              <a:gd name="connsiteY0" fmla="*/ 634 h 910837"/>
              <a:gd name="connsiteX1" fmla="*/ 112249 w 115578"/>
              <a:gd name="connsiteY1" fmla="*/ 0 h 910837"/>
              <a:gd name="connsiteX2" fmla="*/ 94809 w 115578"/>
              <a:gd name="connsiteY2" fmla="*/ 105170 h 910837"/>
              <a:gd name="connsiteX3" fmla="*/ 0 w 115578"/>
              <a:gd name="connsiteY3" fmla="*/ 910837 h 910837"/>
              <a:gd name="connsiteX4" fmla="*/ 20769 w 115578"/>
              <a:gd name="connsiteY4" fmla="*/ 807254 h 910837"/>
              <a:gd name="connsiteX5" fmla="*/ 104163 w 115578"/>
              <a:gd name="connsiteY5" fmla="*/ 97714 h 910837"/>
              <a:gd name="connsiteX6" fmla="*/ 115578 w 115578"/>
              <a:gd name="connsiteY6" fmla="*/ 634 h 91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5578" h="910837">
                <a:moveTo>
                  <a:pt x="115578" y="634"/>
                </a:moveTo>
                <a:cubicBezTo>
                  <a:pt x="114468" y="634"/>
                  <a:pt x="113359" y="0"/>
                  <a:pt x="112249" y="0"/>
                </a:cubicBezTo>
                <a:lnTo>
                  <a:pt x="94809" y="105170"/>
                </a:lnTo>
                <a:lnTo>
                  <a:pt x="0" y="910837"/>
                </a:lnTo>
                <a:lnTo>
                  <a:pt x="20769" y="807254"/>
                </a:lnTo>
                <a:lnTo>
                  <a:pt x="104163" y="97714"/>
                </a:lnTo>
                <a:lnTo>
                  <a:pt x="115578" y="634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20" name="Freeform 619">
            <a:extLst>
              <a:ext uri="{FF2B5EF4-FFF2-40B4-BE49-F238E27FC236}">
                <a16:creationId xmlns:a16="http://schemas.microsoft.com/office/drawing/2014/main" id="{640E2642-F999-D58C-E153-44D31BC3AC70}"/>
              </a:ext>
            </a:extLst>
          </p:cNvPr>
          <p:cNvSpPr/>
          <p:nvPr userDrawn="1"/>
        </p:nvSpPr>
        <p:spPr>
          <a:xfrm>
            <a:off x="1807317" y="6019547"/>
            <a:ext cx="29171" cy="161328"/>
          </a:xfrm>
          <a:custGeom>
            <a:avLst/>
            <a:gdLst>
              <a:gd name="connsiteX0" fmla="*/ 8403 w 29171"/>
              <a:gd name="connsiteY0" fmla="*/ 187339 h 187338"/>
              <a:gd name="connsiteX1" fmla="*/ 29172 w 29171"/>
              <a:gd name="connsiteY1" fmla="*/ 0 h 187338"/>
              <a:gd name="connsiteX2" fmla="*/ 20611 w 29171"/>
              <a:gd name="connsiteY2" fmla="*/ 793 h 187338"/>
              <a:gd name="connsiteX3" fmla="*/ 0 w 29171"/>
              <a:gd name="connsiteY3" fmla="*/ 185594 h 187338"/>
              <a:gd name="connsiteX4" fmla="*/ 8403 w 29171"/>
              <a:gd name="connsiteY4" fmla="*/ 187339 h 1873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9171" h="187338">
                <a:moveTo>
                  <a:pt x="8403" y="187339"/>
                </a:moveTo>
                <a:lnTo>
                  <a:pt x="29172" y="0"/>
                </a:lnTo>
                <a:lnTo>
                  <a:pt x="20611" y="793"/>
                </a:lnTo>
                <a:lnTo>
                  <a:pt x="0" y="185594"/>
                </a:lnTo>
                <a:cubicBezTo>
                  <a:pt x="3012" y="185752"/>
                  <a:pt x="5549" y="186863"/>
                  <a:pt x="8403" y="187339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21" name="Freeform 620">
            <a:extLst>
              <a:ext uri="{FF2B5EF4-FFF2-40B4-BE49-F238E27FC236}">
                <a16:creationId xmlns:a16="http://schemas.microsoft.com/office/drawing/2014/main" id="{1E1CDAFC-E593-38EC-F1D6-615A5111A6C5}"/>
              </a:ext>
            </a:extLst>
          </p:cNvPr>
          <p:cNvSpPr/>
          <p:nvPr userDrawn="1"/>
        </p:nvSpPr>
        <p:spPr>
          <a:xfrm>
            <a:off x="1831733" y="2715184"/>
            <a:ext cx="365759" cy="3516745"/>
          </a:xfrm>
          <a:custGeom>
            <a:avLst/>
            <a:gdLst>
              <a:gd name="connsiteX0" fmla="*/ 365760 w 365759"/>
              <a:gd name="connsiteY0" fmla="*/ 476 h 3271845"/>
              <a:gd name="connsiteX1" fmla="*/ 363223 w 365759"/>
              <a:gd name="connsiteY1" fmla="*/ 0 h 3271845"/>
              <a:gd name="connsiteX2" fmla="*/ 0 w 365759"/>
              <a:gd name="connsiteY2" fmla="*/ 3270576 h 3271845"/>
              <a:gd name="connsiteX3" fmla="*/ 8403 w 365759"/>
              <a:gd name="connsiteY3" fmla="*/ 3271845 h 3271845"/>
              <a:gd name="connsiteX4" fmla="*/ 350381 w 365759"/>
              <a:gd name="connsiteY4" fmla="*/ 193208 h 3271845"/>
              <a:gd name="connsiteX5" fmla="*/ 365760 w 365759"/>
              <a:gd name="connsiteY5" fmla="*/ 476 h 32718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65759" h="3271845">
                <a:moveTo>
                  <a:pt x="365760" y="476"/>
                </a:moveTo>
                <a:cubicBezTo>
                  <a:pt x="364809" y="476"/>
                  <a:pt x="364016" y="159"/>
                  <a:pt x="363223" y="0"/>
                </a:cubicBezTo>
                <a:lnTo>
                  <a:pt x="0" y="3270576"/>
                </a:lnTo>
                <a:lnTo>
                  <a:pt x="8403" y="3271845"/>
                </a:lnTo>
                <a:lnTo>
                  <a:pt x="350381" y="193208"/>
                </a:lnTo>
                <a:lnTo>
                  <a:pt x="365760" y="476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22" name="Freeform 621">
            <a:extLst>
              <a:ext uri="{FF2B5EF4-FFF2-40B4-BE49-F238E27FC236}">
                <a16:creationId xmlns:a16="http://schemas.microsoft.com/office/drawing/2014/main" id="{1D36F312-7D87-D097-7156-37F02429F27F}"/>
              </a:ext>
            </a:extLst>
          </p:cNvPr>
          <p:cNvSpPr/>
          <p:nvPr userDrawn="1"/>
        </p:nvSpPr>
        <p:spPr>
          <a:xfrm>
            <a:off x="1828879" y="5994167"/>
            <a:ext cx="10305" cy="45719"/>
          </a:xfrm>
          <a:custGeom>
            <a:avLst/>
            <a:gdLst>
              <a:gd name="connsiteX0" fmla="*/ 2061 w 10305"/>
              <a:gd name="connsiteY0" fmla="*/ 0 h 17607"/>
              <a:gd name="connsiteX1" fmla="*/ 0 w 10305"/>
              <a:gd name="connsiteY1" fmla="*/ 17608 h 17607"/>
              <a:gd name="connsiteX2" fmla="*/ 8561 w 10305"/>
              <a:gd name="connsiteY2" fmla="*/ 16814 h 17607"/>
              <a:gd name="connsiteX3" fmla="*/ 10305 w 10305"/>
              <a:gd name="connsiteY3" fmla="*/ 1269 h 17607"/>
              <a:gd name="connsiteX4" fmla="*/ 2061 w 10305"/>
              <a:gd name="connsiteY4" fmla="*/ 0 h 176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305" h="17607">
                <a:moveTo>
                  <a:pt x="2061" y="0"/>
                </a:moveTo>
                <a:lnTo>
                  <a:pt x="0" y="17608"/>
                </a:lnTo>
                <a:lnTo>
                  <a:pt x="8561" y="16814"/>
                </a:lnTo>
                <a:lnTo>
                  <a:pt x="10305" y="1269"/>
                </a:lnTo>
                <a:lnTo>
                  <a:pt x="2061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23" name="Freeform 622">
            <a:extLst>
              <a:ext uri="{FF2B5EF4-FFF2-40B4-BE49-F238E27FC236}">
                <a16:creationId xmlns:a16="http://schemas.microsoft.com/office/drawing/2014/main" id="{A18BA156-11C8-27B1-3CA7-318653B2577D}"/>
              </a:ext>
            </a:extLst>
          </p:cNvPr>
          <p:cNvSpPr/>
          <p:nvPr userDrawn="1"/>
        </p:nvSpPr>
        <p:spPr>
          <a:xfrm>
            <a:off x="33056" y="5843948"/>
            <a:ext cx="996604" cy="209276"/>
          </a:xfrm>
          <a:custGeom>
            <a:avLst/>
            <a:gdLst>
              <a:gd name="connsiteX0" fmla="*/ 996605 w 996604"/>
              <a:gd name="connsiteY0" fmla="*/ 240638 h 243017"/>
              <a:gd name="connsiteX1" fmla="*/ 0 w 996604"/>
              <a:gd name="connsiteY1" fmla="*/ 0 h 243017"/>
              <a:gd name="connsiteX2" fmla="*/ 0 w 996604"/>
              <a:gd name="connsiteY2" fmla="*/ 8725 h 243017"/>
              <a:gd name="connsiteX3" fmla="*/ 970128 w 996604"/>
              <a:gd name="connsiteY3" fmla="*/ 243017 h 243017"/>
              <a:gd name="connsiteX4" fmla="*/ 996605 w 996604"/>
              <a:gd name="connsiteY4" fmla="*/ 240638 h 2430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96604" h="243017">
                <a:moveTo>
                  <a:pt x="996605" y="240638"/>
                </a:moveTo>
                <a:lnTo>
                  <a:pt x="0" y="0"/>
                </a:lnTo>
                <a:lnTo>
                  <a:pt x="0" y="8725"/>
                </a:lnTo>
                <a:lnTo>
                  <a:pt x="970128" y="243017"/>
                </a:lnTo>
                <a:lnTo>
                  <a:pt x="996605" y="240638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24" name="Freeform 623">
            <a:extLst>
              <a:ext uri="{FF2B5EF4-FFF2-40B4-BE49-F238E27FC236}">
                <a16:creationId xmlns:a16="http://schemas.microsoft.com/office/drawing/2014/main" id="{B98CC531-2C7A-1187-0B26-06EC740D93A4}"/>
              </a:ext>
            </a:extLst>
          </p:cNvPr>
          <p:cNvSpPr/>
          <p:nvPr userDrawn="1"/>
        </p:nvSpPr>
        <p:spPr>
          <a:xfrm>
            <a:off x="1028551" y="6090770"/>
            <a:ext cx="706470" cy="148898"/>
          </a:xfrm>
          <a:custGeom>
            <a:avLst/>
            <a:gdLst>
              <a:gd name="connsiteX0" fmla="*/ 375590 w 706470"/>
              <a:gd name="connsiteY0" fmla="*/ 84231 h 172904"/>
              <a:gd name="connsiteX1" fmla="*/ 26477 w 706470"/>
              <a:gd name="connsiteY1" fmla="*/ 0 h 172904"/>
              <a:gd name="connsiteX2" fmla="*/ 0 w 706470"/>
              <a:gd name="connsiteY2" fmla="*/ 2380 h 172904"/>
              <a:gd name="connsiteX3" fmla="*/ 706153 w 706470"/>
              <a:gd name="connsiteY3" fmla="*/ 172904 h 172904"/>
              <a:gd name="connsiteX4" fmla="*/ 706470 w 706470"/>
              <a:gd name="connsiteY4" fmla="*/ 171476 h 172904"/>
              <a:gd name="connsiteX5" fmla="*/ 375431 w 706470"/>
              <a:gd name="connsiteY5" fmla="*/ 84231 h 1729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06470" h="172904">
                <a:moveTo>
                  <a:pt x="375590" y="84231"/>
                </a:moveTo>
                <a:lnTo>
                  <a:pt x="26477" y="0"/>
                </a:lnTo>
                <a:lnTo>
                  <a:pt x="0" y="2380"/>
                </a:lnTo>
                <a:lnTo>
                  <a:pt x="706153" y="172904"/>
                </a:lnTo>
                <a:cubicBezTo>
                  <a:pt x="706153" y="172904"/>
                  <a:pt x="706312" y="171952"/>
                  <a:pt x="706470" y="171476"/>
                </a:cubicBezTo>
                <a:lnTo>
                  <a:pt x="375431" y="84231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25" name="Freeform 624">
            <a:extLst>
              <a:ext uri="{FF2B5EF4-FFF2-40B4-BE49-F238E27FC236}">
                <a16:creationId xmlns:a16="http://schemas.microsoft.com/office/drawing/2014/main" id="{3048C35E-7579-58F1-4EB4-5E3A31D82CDA}"/>
              </a:ext>
            </a:extLst>
          </p:cNvPr>
          <p:cNvSpPr/>
          <p:nvPr userDrawn="1"/>
        </p:nvSpPr>
        <p:spPr>
          <a:xfrm>
            <a:off x="33056" y="5805083"/>
            <a:ext cx="1044326" cy="238782"/>
          </a:xfrm>
          <a:custGeom>
            <a:avLst/>
            <a:gdLst>
              <a:gd name="connsiteX0" fmla="*/ 1044326 w 1044326"/>
              <a:gd name="connsiteY0" fmla="*/ 275060 h 277280"/>
              <a:gd name="connsiteX1" fmla="*/ 0 w 1044326"/>
              <a:gd name="connsiteY1" fmla="*/ 0 h 277280"/>
              <a:gd name="connsiteX2" fmla="*/ 0 w 1044326"/>
              <a:gd name="connsiteY2" fmla="*/ 8724 h 277280"/>
              <a:gd name="connsiteX3" fmla="*/ 1019752 w 1044326"/>
              <a:gd name="connsiteY3" fmla="*/ 277280 h 277280"/>
              <a:gd name="connsiteX4" fmla="*/ 1044326 w 1044326"/>
              <a:gd name="connsiteY4" fmla="*/ 275060 h 2772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44326" h="277280">
                <a:moveTo>
                  <a:pt x="1044326" y="275060"/>
                </a:moveTo>
                <a:lnTo>
                  <a:pt x="0" y="0"/>
                </a:lnTo>
                <a:lnTo>
                  <a:pt x="0" y="8724"/>
                </a:lnTo>
                <a:lnTo>
                  <a:pt x="1019752" y="277280"/>
                </a:lnTo>
                <a:lnTo>
                  <a:pt x="1044326" y="27506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26" name="Freeform 625">
            <a:extLst>
              <a:ext uri="{FF2B5EF4-FFF2-40B4-BE49-F238E27FC236}">
                <a16:creationId xmlns:a16="http://schemas.microsoft.com/office/drawing/2014/main" id="{3C5D994F-5CEB-89C9-A284-7BBAF1874636}"/>
              </a:ext>
            </a:extLst>
          </p:cNvPr>
          <p:cNvSpPr/>
          <p:nvPr userDrawn="1"/>
        </p:nvSpPr>
        <p:spPr>
          <a:xfrm>
            <a:off x="1076590" y="6086488"/>
            <a:ext cx="660333" cy="151356"/>
          </a:xfrm>
          <a:custGeom>
            <a:avLst/>
            <a:gdLst>
              <a:gd name="connsiteX0" fmla="*/ 658590 w 660333"/>
              <a:gd name="connsiteY0" fmla="*/ 175600 h 175758"/>
              <a:gd name="connsiteX1" fmla="*/ 660334 w 660333"/>
              <a:gd name="connsiteY1" fmla="*/ 167352 h 175758"/>
              <a:gd name="connsiteX2" fmla="*/ 24733 w 660333"/>
              <a:gd name="connsiteY2" fmla="*/ 0 h 175758"/>
              <a:gd name="connsiteX3" fmla="*/ 0 w 660333"/>
              <a:gd name="connsiteY3" fmla="*/ 2221 h 175758"/>
              <a:gd name="connsiteX4" fmla="*/ 327551 w 660333"/>
              <a:gd name="connsiteY4" fmla="*/ 88514 h 175758"/>
              <a:gd name="connsiteX5" fmla="*/ 658590 w 660333"/>
              <a:gd name="connsiteY5" fmla="*/ 175759 h 1757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60333" h="175758">
                <a:moveTo>
                  <a:pt x="658590" y="175600"/>
                </a:moveTo>
                <a:cubicBezTo>
                  <a:pt x="659224" y="172745"/>
                  <a:pt x="659383" y="169890"/>
                  <a:pt x="660334" y="167352"/>
                </a:cubicBezTo>
                <a:lnTo>
                  <a:pt x="24733" y="0"/>
                </a:lnTo>
                <a:lnTo>
                  <a:pt x="0" y="2221"/>
                </a:lnTo>
                <a:lnTo>
                  <a:pt x="327551" y="88514"/>
                </a:lnTo>
                <a:lnTo>
                  <a:pt x="658590" y="17575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27" name="Freeform 626">
            <a:extLst>
              <a:ext uri="{FF2B5EF4-FFF2-40B4-BE49-F238E27FC236}">
                <a16:creationId xmlns:a16="http://schemas.microsoft.com/office/drawing/2014/main" id="{A7C67A70-5713-A9FE-198F-2A7997E726F7}"/>
              </a:ext>
            </a:extLst>
          </p:cNvPr>
          <p:cNvSpPr/>
          <p:nvPr userDrawn="1"/>
        </p:nvSpPr>
        <p:spPr>
          <a:xfrm>
            <a:off x="-4780" y="5715777"/>
            <a:ext cx="1874721" cy="244656"/>
          </a:xfrm>
          <a:custGeom>
            <a:avLst/>
            <a:gdLst>
              <a:gd name="connsiteX0" fmla="*/ 1806128 w 1836885"/>
              <a:gd name="connsiteY0" fmla="*/ 279660 h 284101"/>
              <a:gd name="connsiteX1" fmla="*/ 1835142 w 1836885"/>
              <a:gd name="connsiteY1" fmla="*/ 284101 h 284101"/>
              <a:gd name="connsiteX2" fmla="*/ 1836886 w 1836885"/>
              <a:gd name="connsiteY2" fmla="*/ 275694 h 284101"/>
              <a:gd name="connsiteX3" fmla="*/ 1807080 w 1836885"/>
              <a:gd name="connsiteY3" fmla="*/ 271253 h 284101"/>
              <a:gd name="connsiteX4" fmla="*/ 1798677 w 1836885"/>
              <a:gd name="connsiteY4" fmla="*/ 269983 h 284101"/>
              <a:gd name="connsiteX5" fmla="*/ 0 w 1836885"/>
              <a:gd name="connsiteY5" fmla="*/ 0 h 284101"/>
              <a:gd name="connsiteX6" fmla="*/ 0 w 1836885"/>
              <a:gd name="connsiteY6" fmla="*/ 8566 h 284101"/>
              <a:gd name="connsiteX7" fmla="*/ 1797884 w 1836885"/>
              <a:gd name="connsiteY7" fmla="*/ 278391 h 284101"/>
              <a:gd name="connsiteX8" fmla="*/ 1806287 w 1836885"/>
              <a:gd name="connsiteY8" fmla="*/ 279660 h 284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836885" h="284101">
                <a:moveTo>
                  <a:pt x="1806128" y="279660"/>
                </a:moveTo>
                <a:lnTo>
                  <a:pt x="1835142" y="284101"/>
                </a:lnTo>
                <a:cubicBezTo>
                  <a:pt x="1835459" y="281246"/>
                  <a:pt x="1836252" y="278549"/>
                  <a:pt x="1836886" y="275694"/>
                </a:cubicBezTo>
                <a:lnTo>
                  <a:pt x="1807080" y="271253"/>
                </a:lnTo>
                <a:lnTo>
                  <a:pt x="1798677" y="269983"/>
                </a:lnTo>
                <a:lnTo>
                  <a:pt x="0" y="0"/>
                </a:lnTo>
                <a:lnTo>
                  <a:pt x="0" y="8566"/>
                </a:lnTo>
                <a:lnTo>
                  <a:pt x="1797884" y="278391"/>
                </a:lnTo>
                <a:lnTo>
                  <a:pt x="1806287" y="27966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28" name="Freeform 627">
            <a:extLst>
              <a:ext uri="{FF2B5EF4-FFF2-40B4-BE49-F238E27FC236}">
                <a16:creationId xmlns:a16="http://schemas.microsoft.com/office/drawing/2014/main" id="{9D3D148C-C27F-C6A0-D51B-0B36AB8A9F43}"/>
              </a:ext>
            </a:extLst>
          </p:cNvPr>
          <p:cNvSpPr/>
          <p:nvPr userDrawn="1"/>
        </p:nvSpPr>
        <p:spPr>
          <a:xfrm>
            <a:off x="1940018" y="2715659"/>
            <a:ext cx="265877" cy="3314286"/>
          </a:xfrm>
          <a:custGeom>
            <a:avLst/>
            <a:gdLst>
              <a:gd name="connsiteX0" fmla="*/ 257475 w 265877"/>
              <a:gd name="connsiteY0" fmla="*/ 0 h 3221084"/>
              <a:gd name="connsiteX1" fmla="*/ 242096 w 265877"/>
              <a:gd name="connsiteY1" fmla="*/ 192732 h 3221084"/>
              <a:gd name="connsiteX2" fmla="*/ 0 w 265877"/>
              <a:gd name="connsiteY2" fmla="*/ 3219340 h 3221084"/>
              <a:gd name="connsiteX3" fmla="*/ 8403 w 265877"/>
              <a:gd name="connsiteY3" fmla="*/ 3221084 h 3221084"/>
              <a:gd name="connsiteX4" fmla="*/ 265877 w 265877"/>
              <a:gd name="connsiteY4" fmla="*/ 1903 h 3221084"/>
              <a:gd name="connsiteX5" fmla="*/ 257633 w 265877"/>
              <a:gd name="connsiteY5" fmla="*/ 159 h 32210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65877" h="3221084">
                <a:moveTo>
                  <a:pt x="257475" y="0"/>
                </a:moveTo>
                <a:lnTo>
                  <a:pt x="242096" y="192732"/>
                </a:lnTo>
                <a:lnTo>
                  <a:pt x="0" y="3219340"/>
                </a:lnTo>
                <a:cubicBezTo>
                  <a:pt x="3012" y="3219340"/>
                  <a:pt x="5549" y="3220608"/>
                  <a:pt x="8403" y="3221084"/>
                </a:cubicBezTo>
                <a:lnTo>
                  <a:pt x="265877" y="1903"/>
                </a:lnTo>
                <a:cubicBezTo>
                  <a:pt x="262865" y="1903"/>
                  <a:pt x="260487" y="634"/>
                  <a:pt x="257633" y="159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29" name="Freeform 628">
            <a:extLst>
              <a:ext uri="{FF2B5EF4-FFF2-40B4-BE49-F238E27FC236}">
                <a16:creationId xmlns:a16="http://schemas.microsoft.com/office/drawing/2014/main" id="{2699F62F-C50B-D6C6-7146-54D56C20D25C}"/>
              </a:ext>
            </a:extLst>
          </p:cNvPr>
          <p:cNvSpPr/>
          <p:nvPr userDrawn="1"/>
        </p:nvSpPr>
        <p:spPr>
          <a:xfrm>
            <a:off x="1831892" y="6066976"/>
            <a:ext cx="78637" cy="127451"/>
          </a:xfrm>
          <a:custGeom>
            <a:avLst/>
            <a:gdLst>
              <a:gd name="connsiteX0" fmla="*/ 71503 w 78637"/>
              <a:gd name="connsiteY0" fmla="*/ 0 h 147999"/>
              <a:gd name="connsiteX1" fmla="*/ 0 w 78637"/>
              <a:gd name="connsiteY1" fmla="*/ 143240 h 147999"/>
              <a:gd name="connsiteX2" fmla="*/ 7135 w 78637"/>
              <a:gd name="connsiteY2" fmla="*/ 147999 h 147999"/>
              <a:gd name="connsiteX3" fmla="*/ 78638 w 78637"/>
              <a:gd name="connsiteY3" fmla="*/ 4759 h 147999"/>
              <a:gd name="connsiteX4" fmla="*/ 71503 w 78637"/>
              <a:gd name="connsiteY4" fmla="*/ 0 h 14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8637" h="147999">
                <a:moveTo>
                  <a:pt x="71503" y="0"/>
                </a:moveTo>
                <a:lnTo>
                  <a:pt x="0" y="143240"/>
                </a:lnTo>
                <a:cubicBezTo>
                  <a:pt x="2695" y="144351"/>
                  <a:pt x="4598" y="146572"/>
                  <a:pt x="7135" y="147999"/>
                </a:cubicBezTo>
                <a:lnTo>
                  <a:pt x="78638" y="4759"/>
                </a:lnTo>
                <a:cubicBezTo>
                  <a:pt x="75942" y="3649"/>
                  <a:pt x="74040" y="1428"/>
                  <a:pt x="71503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30" name="Freeform 629">
            <a:extLst>
              <a:ext uri="{FF2B5EF4-FFF2-40B4-BE49-F238E27FC236}">
                <a16:creationId xmlns:a16="http://schemas.microsoft.com/office/drawing/2014/main" id="{7503BCF8-91D9-A892-B979-A6402FC5EBD0}"/>
              </a:ext>
            </a:extLst>
          </p:cNvPr>
          <p:cNvSpPr/>
          <p:nvPr userDrawn="1"/>
        </p:nvSpPr>
        <p:spPr>
          <a:xfrm>
            <a:off x="1946836" y="6074115"/>
            <a:ext cx="41379" cy="156957"/>
          </a:xfrm>
          <a:custGeom>
            <a:avLst/>
            <a:gdLst>
              <a:gd name="connsiteX0" fmla="*/ 0 w 41379"/>
              <a:gd name="connsiteY0" fmla="*/ 1745 h 182262"/>
              <a:gd name="connsiteX1" fmla="*/ 32819 w 41379"/>
              <a:gd name="connsiteY1" fmla="*/ 182263 h 182262"/>
              <a:gd name="connsiteX2" fmla="*/ 41380 w 41379"/>
              <a:gd name="connsiteY2" fmla="*/ 181470 h 182262"/>
              <a:gd name="connsiteX3" fmla="*/ 8403 w 41379"/>
              <a:gd name="connsiteY3" fmla="*/ 0 h 182262"/>
              <a:gd name="connsiteX4" fmla="*/ 0 w 41379"/>
              <a:gd name="connsiteY4" fmla="*/ 1745 h 1822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1379" h="182262">
                <a:moveTo>
                  <a:pt x="0" y="1745"/>
                </a:moveTo>
                <a:lnTo>
                  <a:pt x="32819" y="182263"/>
                </a:lnTo>
                <a:lnTo>
                  <a:pt x="41380" y="181470"/>
                </a:lnTo>
                <a:lnTo>
                  <a:pt x="8403" y="0"/>
                </a:lnTo>
                <a:cubicBezTo>
                  <a:pt x="5549" y="635"/>
                  <a:pt x="2854" y="1428"/>
                  <a:pt x="0" y="1745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31" name="Freeform 630">
            <a:extLst>
              <a:ext uri="{FF2B5EF4-FFF2-40B4-BE49-F238E27FC236}">
                <a16:creationId xmlns:a16="http://schemas.microsoft.com/office/drawing/2014/main" id="{4460E73A-742F-7F6B-CD0D-748F5BCFA58C}"/>
              </a:ext>
            </a:extLst>
          </p:cNvPr>
          <p:cNvSpPr/>
          <p:nvPr userDrawn="1"/>
        </p:nvSpPr>
        <p:spPr>
          <a:xfrm>
            <a:off x="1981081" y="6263992"/>
            <a:ext cx="317087" cy="594008"/>
          </a:xfrm>
          <a:custGeom>
            <a:avLst/>
            <a:gdLst>
              <a:gd name="connsiteX0" fmla="*/ 0 w 317087"/>
              <a:gd name="connsiteY0" fmla="*/ 635 h 1697628"/>
              <a:gd name="connsiteX1" fmla="*/ 308526 w 317087"/>
              <a:gd name="connsiteY1" fmla="*/ 1697628 h 1697628"/>
              <a:gd name="connsiteX2" fmla="*/ 317087 w 317087"/>
              <a:gd name="connsiteY2" fmla="*/ 1697628 h 1697628"/>
              <a:gd name="connsiteX3" fmla="*/ 8561 w 317087"/>
              <a:gd name="connsiteY3" fmla="*/ 0 h 1697628"/>
              <a:gd name="connsiteX4" fmla="*/ 0 w 317087"/>
              <a:gd name="connsiteY4" fmla="*/ 635 h 16976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7087" h="1697628">
                <a:moveTo>
                  <a:pt x="0" y="635"/>
                </a:moveTo>
                <a:lnTo>
                  <a:pt x="308526" y="1697628"/>
                </a:lnTo>
                <a:lnTo>
                  <a:pt x="317087" y="1697628"/>
                </a:lnTo>
                <a:lnTo>
                  <a:pt x="8561" y="0"/>
                </a:lnTo>
                <a:lnTo>
                  <a:pt x="0" y="635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32" name="Freeform 631">
            <a:extLst>
              <a:ext uri="{FF2B5EF4-FFF2-40B4-BE49-F238E27FC236}">
                <a16:creationId xmlns:a16="http://schemas.microsoft.com/office/drawing/2014/main" id="{8C83C6EE-7C5C-B53C-1EDB-A7E056894FA3}"/>
              </a:ext>
            </a:extLst>
          </p:cNvPr>
          <p:cNvSpPr/>
          <p:nvPr userDrawn="1"/>
        </p:nvSpPr>
        <p:spPr>
          <a:xfrm>
            <a:off x="1908151" y="6076335"/>
            <a:ext cx="27427" cy="160508"/>
          </a:xfrm>
          <a:custGeom>
            <a:avLst/>
            <a:gdLst>
              <a:gd name="connsiteX0" fmla="*/ 24416 w 27427"/>
              <a:gd name="connsiteY0" fmla="*/ 0 h 186386"/>
              <a:gd name="connsiteX1" fmla="*/ 6025 w 27427"/>
              <a:gd name="connsiteY1" fmla="*/ 126585 h 186386"/>
              <a:gd name="connsiteX2" fmla="*/ 0 w 27427"/>
              <a:gd name="connsiteY2" fmla="*/ 186387 h 186386"/>
              <a:gd name="connsiteX3" fmla="*/ 8561 w 27427"/>
              <a:gd name="connsiteY3" fmla="*/ 185594 h 186386"/>
              <a:gd name="connsiteX4" fmla="*/ 27428 w 27427"/>
              <a:gd name="connsiteY4" fmla="*/ 635 h 186386"/>
              <a:gd name="connsiteX5" fmla="*/ 24416 w 27427"/>
              <a:gd name="connsiteY5" fmla="*/ 0 h 1863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7427" h="186386">
                <a:moveTo>
                  <a:pt x="24416" y="0"/>
                </a:moveTo>
                <a:lnTo>
                  <a:pt x="6025" y="126585"/>
                </a:lnTo>
                <a:lnTo>
                  <a:pt x="0" y="186387"/>
                </a:lnTo>
                <a:lnTo>
                  <a:pt x="8561" y="185594"/>
                </a:lnTo>
                <a:lnTo>
                  <a:pt x="27428" y="635"/>
                </a:lnTo>
                <a:cubicBezTo>
                  <a:pt x="26318" y="635"/>
                  <a:pt x="25526" y="159"/>
                  <a:pt x="24416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33" name="Freeform 632">
            <a:extLst>
              <a:ext uri="{FF2B5EF4-FFF2-40B4-BE49-F238E27FC236}">
                <a16:creationId xmlns:a16="http://schemas.microsoft.com/office/drawing/2014/main" id="{05263B34-2506-3321-ED8F-C4EF4063D058}"/>
              </a:ext>
            </a:extLst>
          </p:cNvPr>
          <p:cNvSpPr/>
          <p:nvPr userDrawn="1"/>
        </p:nvSpPr>
        <p:spPr>
          <a:xfrm>
            <a:off x="1896895" y="6075542"/>
            <a:ext cx="35830" cy="162012"/>
          </a:xfrm>
          <a:custGeom>
            <a:avLst/>
            <a:gdLst>
              <a:gd name="connsiteX0" fmla="*/ 35672 w 35830"/>
              <a:gd name="connsiteY0" fmla="*/ 793 h 188132"/>
              <a:gd name="connsiteX1" fmla="*/ 32026 w 35830"/>
              <a:gd name="connsiteY1" fmla="*/ 0 h 188132"/>
              <a:gd name="connsiteX2" fmla="*/ 14427 w 35830"/>
              <a:gd name="connsiteY2" fmla="*/ 88355 h 188132"/>
              <a:gd name="connsiteX3" fmla="*/ 0 w 35830"/>
              <a:gd name="connsiteY3" fmla="*/ 188132 h 188132"/>
              <a:gd name="connsiteX4" fmla="*/ 8720 w 35830"/>
              <a:gd name="connsiteY4" fmla="*/ 187339 h 188132"/>
              <a:gd name="connsiteX5" fmla="*/ 17440 w 35830"/>
              <a:gd name="connsiteY5" fmla="*/ 127378 h 188132"/>
              <a:gd name="connsiteX6" fmla="*/ 35831 w 35830"/>
              <a:gd name="connsiteY6" fmla="*/ 793 h 188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5830" h="188132">
                <a:moveTo>
                  <a:pt x="35672" y="793"/>
                </a:moveTo>
                <a:cubicBezTo>
                  <a:pt x="34404" y="793"/>
                  <a:pt x="33294" y="159"/>
                  <a:pt x="32026" y="0"/>
                </a:cubicBezTo>
                <a:lnTo>
                  <a:pt x="14427" y="88355"/>
                </a:lnTo>
                <a:lnTo>
                  <a:pt x="0" y="188132"/>
                </a:lnTo>
                <a:lnTo>
                  <a:pt x="8720" y="187339"/>
                </a:lnTo>
                <a:lnTo>
                  <a:pt x="17440" y="127378"/>
                </a:lnTo>
                <a:lnTo>
                  <a:pt x="35831" y="793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34" name="Freeform 633">
            <a:extLst>
              <a:ext uri="{FF2B5EF4-FFF2-40B4-BE49-F238E27FC236}">
                <a16:creationId xmlns:a16="http://schemas.microsoft.com/office/drawing/2014/main" id="{C70491F5-4284-F40C-8B43-4E1D5FCBD2F1}"/>
              </a:ext>
            </a:extLst>
          </p:cNvPr>
          <p:cNvSpPr/>
          <p:nvPr userDrawn="1"/>
        </p:nvSpPr>
        <p:spPr>
          <a:xfrm>
            <a:off x="1882467" y="6073798"/>
            <a:ext cx="46453" cy="164469"/>
          </a:xfrm>
          <a:custGeom>
            <a:avLst/>
            <a:gdLst>
              <a:gd name="connsiteX0" fmla="*/ 46453 w 46453"/>
              <a:gd name="connsiteY0" fmla="*/ 1745 h 190986"/>
              <a:gd name="connsiteX1" fmla="*/ 38209 w 46453"/>
              <a:gd name="connsiteY1" fmla="*/ 0 h 190986"/>
              <a:gd name="connsiteX2" fmla="*/ 0 w 46453"/>
              <a:gd name="connsiteY2" fmla="*/ 190987 h 190986"/>
              <a:gd name="connsiteX3" fmla="*/ 8720 w 46453"/>
              <a:gd name="connsiteY3" fmla="*/ 190194 h 190986"/>
              <a:gd name="connsiteX4" fmla="*/ 28696 w 46453"/>
              <a:gd name="connsiteY4" fmla="*/ 89941 h 190986"/>
              <a:gd name="connsiteX5" fmla="*/ 46295 w 46453"/>
              <a:gd name="connsiteY5" fmla="*/ 1586 h 1909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6453" h="190986">
                <a:moveTo>
                  <a:pt x="46453" y="1745"/>
                </a:moveTo>
                <a:cubicBezTo>
                  <a:pt x="43599" y="1269"/>
                  <a:pt x="40904" y="793"/>
                  <a:pt x="38209" y="0"/>
                </a:cubicBezTo>
                <a:lnTo>
                  <a:pt x="0" y="190987"/>
                </a:lnTo>
                <a:lnTo>
                  <a:pt x="8720" y="190194"/>
                </a:lnTo>
                <a:lnTo>
                  <a:pt x="28696" y="89941"/>
                </a:lnTo>
                <a:lnTo>
                  <a:pt x="46295" y="1586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35" name="Freeform 634">
            <a:extLst>
              <a:ext uri="{FF2B5EF4-FFF2-40B4-BE49-F238E27FC236}">
                <a16:creationId xmlns:a16="http://schemas.microsoft.com/office/drawing/2014/main" id="{94AD88BC-7172-FD08-9CC2-10FB5B1505CC}"/>
              </a:ext>
            </a:extLst>
          </p:cNvPr>
          <p:cNvSpPr/>
          <p:nvPr userDrawn="1"/>
        </p:nvSpPr>
        <p:spPr>
          <a:xfrm>
            <a:off x="-4780" y="6008126"/>
            <a:ext cx="1873929" cy="140868"/>
          </a:xfrm>
          <a:custGeom>
            <a:avLst/>
            <a:gdLst>
              <a:gd name="connsiteX0" fmla="*/ 1021972 w 1836093"/>
              <a:gd name="connsiteY0" fmla="*/ 82486 h 175282"/>
              <a:gd name="connsiteX1" fmla="*/ 1043534 w 1836093"/>
              <a:gd name="connsiteY1" fmla="*/ 80582 h 175282"/>
              <a:gd name="connsiteX2" fmla="*/ 1068267 w 1836093"/>
              <a:gd name="connsiteY2" fmla="*/ 78362 h 175282"/>
              <a:gd name="connsiteX3" fmla="*/ 1794872 w 1836093"/>
              <a:gd name="connsiteY3" fmla="*/ 12214 h 175282"/>
              <a:gd name="connsiteX4" fmla="*/ 1803433 w 1836093"/>
              <a:gd name="connsiteY4" fmla="*/ 11421 h 175282"/>
              <a:gd name="connsiteX5" fmla="*/ 1836093 w 1836093"/>
              <a:gd name="connsiteY5" fmla="*/ 8407 h 175282"/>
              <a:gd name="connsiteX6" fmla="*/ 1834349 w 1836093"/>
              <a:gd name="connsiteY6" fmla="*/ 0 h 175282"/>
              <a:gd name="connsiteX7" fmla="*/ 1804384 w 1836093"/>
              <a:gd name="connsiteY7" fmla="*/ 2697 h 175282"/>
              <a:gd name="connsiteX8" fmla="*/ 1795823 w 1836093"/>
              <a:gd name="connsiteY8" fmla="*/ 3490 h 175282"/>
              <a:gd name="connsiteX9" fmla="*/ 1044326 w 1836093"/>
              <a:gd name="connsiteY9" fmla="*/ 71858 h 175282"/>
              <a:gd name="connsiteX10" fmla="*/ 1019752 w 1836093"/>
              <a:gd name="connsiteY10" fmla="*/ 74079 h 175282"/>
              <a:gd name="connsiteX11" fmla="*/ 996605 w 1836093"/>
              <a:gd name="connsiteY11" fmla="*/ 76141 h 175282"/>
              <a:gd name="connsiteX12" fmla="*/ 970128 w 1836093"/>
              <a:gd name="connsiteY12" fmla="*/ 78521 h 175282"/>
              <a:gd name="connsiteX13" fmla="*/ 0 w 1836093"/>
              <a:gd name="connsiteY13" fmla="*/ 166717 h 175282"/>
              <a:gd name="connsiteX14" fmla="*/ 0 w 1836093"/>
              <a:gd name="connsiteY14" fmla="*/ 175283 h 175282"/>
              <a:gd name="connsiteX15" fmla="*/ 995654 w 1836093"/>
              <a:gd name="connsiteY15" fmla="*/ 84707 h 175282"/>
              <a:gd name="connsiteX16" fmla="*/ 1022130 w 1836093"/>
              <a:gd name="connsiteY16" fmla="*/ 82328 h 1752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836093" h="175282">
                <a:moveTo>
                  <a:pt x="1021972" y="82486"/>
                </a:moveTo>
                <a:lnTo>
                  <a:pt x="1043534" y="80582"/>
                </a:lnTo>
                <a:lnTo>
                  <a:pt x="1068267" y="78362"/>
                </a:lnTo>
                <a:lnTo>
                  <a:pt x="1794872" y="12214"/>
                </a:lnTo>
                <a:lnTo>
                  <a:pt x="1803433" y="11421"/>
                </a:lnTo>
                <a:lnTo>
                  <a:pt x="1836093" y="8407"/>
                </a:lnTo>
                <a:cubicBezTo>
                  <a:pt x="1835617" y="5552"/>
                  <a:pt x="1834508" y="3014"/>
                  <a:pt x="1834349" y="0"/>
                </a:cubicBezTo>
                <a:lnTo>
                  <a:pt x="1804384" y="2697"/>
                </a:lnTo>
                <a:lnTo>
                  <a:pt x="1795823" y="3490"/>
                </a:lnTo>
                <a:lnTo>
                  <a:pt x="1044326" y="71858"/>
                </a:lnTo>
                <a:lnTo>
                  <a:pt x="1019752" y="74079"/>
                </a:lnTo>
                <a:lnTo>
                  <a:pt x="996605" y="76141"/>
                </a:lnTo>
                <a:lnTo>
                  <a:pt x="970128" y="78521"/>
                </a:lnTo>
                <a:lnTo>
                  <a:pt x="0" y="166717"/>
                </a:lnTo>
                <a:lnTo>
                  <a:pt x="0" y="175283"/>
                </a:lnTo>
                <a:lnTo>
                  <a:pt x="995654" y="84707"/>
                </a:lnTo>
                <a:lnTo>
                  <a:pt x="1022130" y="82328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36" name="Freeform 635">
            <a:extLst>
              <a:ext uri="{FF2B5EF4-FFF2-40B4-BE49-F238E27FC236}">
                <a16:creationId xmlns:a16="http://schemas.microsoft.com/office/drawing/2014/main" id="{48BFF73B-FA2F-FCC0-46C7-E42F7FF1757F}"/>
              </a:ext>
            </a:extLst>
          </p:cNvPr>
          <p:cNvSpPr/>
          <p:nvPr userDrawn="1"/>
        </p:nvSpPr>
        <p:spPr>
          <a:xfrm>
            <a:off x="1873113" y="6008126"/>
            <a:ext cx="2959532" cy="229220"/>
          </a:xfrm>
          <a:custGeom>
            <a:avLst/>
            <a:gdLst>
              <a:gd name="connsiteX0" fmla="*/ 2957947 w 2959532"/>
              <a:gd name="connsiteY0" fmla="*/ 0 h 266176"/>
              <a:gd name="connsiteX1" fmla="*/ 2933215 w 2959532"/>
              <a:gd name="connsiteY1" fmla="*/ 2221 h 266176"/>
              <a:gd name="connsiteX2" fmla="*/ 115103 w 2959532"/>
              <a:gd name="connsiteY2" fmla="*/ 247459 h 266176"/>
              <a:gd name="connsiteX3" fmla="*/ 106541 w 2959532"/>
              <a:gd name="connsiteY3" fmla="*/ 248252 h 266176"/>
              <a:gd name="connsiteX4" fmla="*/ 43599 w 2959532"/>
              <a:gd name="connsiteY4" fmla="*/ 253804 h 266176"/>
              <a:gd name="connsiteX5" fmla="*/ 35038 w 2959532"/>
              <a:gd name="connsiteY5" fmla="*/ 254596 h 266176"/>
              <a:gd name="connsiteX6" fmla="*/ 32343 w 2959532"/>
              <a:gd name="connsiteY6" fmla="*/ 254914 h 266176"/>
              <a:gd name="connsiteX7" fmla="*/ 23623 w 2959532"/>
              <a:gd name="connsiteY7" fmla="*/ 255707 h 266176"/>
              <a:gd name="connsiteX8" fmla="*/ 18074 w 2959532"/>
              <a:gd name="connsiteY8" fmla="*/ 256183 h 266176"/>
              <a:gd name="connsiteX9" fmla="*/ 9354 w 2959532"/>
              <a:gd name="connsiteY9" fmla="*/ 256976 h 266176"/>
              <a:gd name="connsiteX10" fmla="*/ 0 w 2959532"/>
              <a:gd name="connsiteY10" fmla="*/ 257769 h 266176"/>
              <a:gd name="connsiteX11" fmla="*/ 1744 w 2959532"/>
              <a:gd name="connsiteY11" fmla="*/ 266176 h 266176"/>
              <a:gd name="connsiteX12" fmla="*/ 7610 w 2959532"/>
              <a:gd name="connsiteY12" fmla="*/ 265701 h 266176"/>
              <a:gd name="connsiteX13" fmla="*/ 16330 w 2959532"/>
              <a:gd name="connsiteY13" fmla="*/ 264908 h 266176"/>
              <a:gd name="connsiteX14" fmla="*/ 22355 w 2959532"/>
              <a:gd name="connsiteY14" fmla="*/ 264432 h 266176"/>
              <a:gd name="connsiteX15" fmla="*/ 31075 w 2959532"/>
              <a:gd name="connsiteY15" fmla="*/ 263638 h 266176"/>
              <a:gd name="connsiteX16" fmla="*/ 34087 w 2959532"/>
              <a:gd name="connsiteY16" fmla="*/ 263321 h 266176"/>
              <a:gd name="connsiteX17" fmla="*/ 42648 w 2959532"/>
              <a:gd name="connsiteY17" fmla="*/ 262528 h 266176"/>
              <a:gd name="connsiteX18" fmla="*/ 107968 w 2959532"/>
              <a:gd name="connsiteY18" fmla="*/ 256818 h 266176"/>
              <a:gd name="connsiteX19" fmla="*/ 116529 w 2959532"/>
              <a:gd name="connsiteY19" fmla="*/ 256025 h 266176"/>
              <a:gd name="connsiteX20" fmla="*/ 2959533 w 2959532"/>
              <a:gd name="connsiteY20" fmla="*/ 8566 h 266176"/>
              <a:gd name="connsiteX21" fmla="*/ 2957789 w 2959532"/>
              <a:gd name="connsiteY21" fmla="*/ 317 h 2661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2959532" h="266176">
                <a:moveTo>
                  <a:pt x="2957947" y="0"/>
                </a:moveTo>
                <a:lnTo>
                  <a:pt x="2933215" y="2221"/>
                </a:lnTo>
                <a:lnTo>
                  <a:pt x="115103" y="247459"/>
                </a:lnTo>
                <a:lnTo>
                  <a:pt x="106541" y="248252"/>
                </a:lnTo>
                <a:lnTo>
                  <a:pt x="43599" y="253804"/>
                </a:lnTo>
                <a:lnTo>
                  <a:pt x="35038" y="254596"/>
                </a:lnTo>
                <a:lnTo>
                  <a:pt x="32343" y="254914"/>
                </a:lnTo>
                <a:lnTo>
                  <a:pt x="23623" y="255707"/>
                </a:lnTo>
                <a:lnTo>
                  <a:pt x="18074" y="256183"/>
                </a:lnTo>
                <a:lnTo>
                  <a:pt x="9354" y="256976"/>
                </a:lnTo>
                <a:lnTo>
                  <a:pt x="0" y="257769"/>
                </a:lnTo>
                <a:cubicBezTo>
                  <a:pt x="476" y="260624"/>
                  <a:pt x="1585" y="263163"/>
                  <a:pt x="1744" y="266176"/>
                </a:cubicBezTo>
                <a:lnTo>
                  <a:pt x="7610" y="265701"/>
                </a:lnTo>
                <a:lnTo>
                  <a:pt x="16330" y="264908"/>
                </a:lnTo>
                <a:lnTo>
                  <a:pt x="22355" y="264432"/>
                </a:lnTo>
                <a:lnTo>
                  <a:pt x="31075" y="263638"/>
                </a:lnTo>
                <a:lnTo>
                  <a:pt x="34087" y="263321"/>
                </a:lnTo>
                <a:lnTo>
                  <a:pt x="42648" y="262528"/>
                </a:lnTo>
                <a:lnTo>
                  <a:pt x="107968" y="256818"/>
                </a:lnTo>
                <a:lnTo>
                  <a:pt x="116529" y="256025"/>
                </a:lnTo>
                <a:lnTo>
                  <a:pt x="2959533" y="8566"/>
                </a:lnTo>
                <a:cubicBezTo>
                  <a:pt x="2959057" y="5711"/>
                  <a:pt x="2957947" y="3173"/>
                  <a:pt x="2957789" y="317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37" name="Freeform 636">
            <a:extLst>
              <a:ext uri="{FF2B5EF4-FFF2-40B4-BE49-F238E27FC236}">
                <a16:creationId xmlns:a16="http://schemas.microsoft.com/office/drawing/2014/main" id="{A2283E32-144C-0767-001A-4F015D2549DA}"/>
              </a:ext>
            </a:extLst>
          </p:cNvPr>
          <p:cNvSpPr/>
          <p:nvPr userDrawn="1"/>
        </p:nvSpPr>
        <p:spPr>
          <a:xfrm>
            <a:off x="4892431" y="3290047"/>
            <a:ext cx="2726141" cy="2739897"/>
          </a:xfrm>
          <a:custGeom>
            <a:avLst/>
            <a:gdLst>
              <a:gd name="connsiteX0" fmla="*/ 6025 w 2666385"/>
              <a:gd name="connsiteY0" fmla="*/ 2667793 h 2667792"/>
              <a:gd name="connsiteX1" fmla="*/ 2666386 w 2666385"/>
              <a:gd name="connsiteY1" fmla="*/ 6028 h 2667792"/>
              <a:gd name="connsiteX2" fmla="*/ 2660361 w 2666385"/>
              <a:gd name="connsiteY2" fmla="*/ 0 h 2667792"/>
              <a:gd name="connsiteX3" fmla="*/ 0 w 2666385"/>
              <a:gd name="connsiteY3" fmla="*/ 2661765 h 2667792"/>
              <a:gd name="connsiteX4" fmla="*/ 6025 w 2666385"/>
              <a:gd name="connsiteY4" fmla="*/ 2667793 h 26677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666385" h="2667792">
                <a:moveTo>
                  <a:pt x="6025" y="2667793"/>
                </a:moveTo>
                <a:lnTo>
                  <a:pt x="2666386" y="6028"/>
                </a:lnTo>
                <a:cubicBezTo>
                  <a:pt x="2664166" y="4124"/>
                  <a:pt x="2662264" y="2221"/>
                  <a:pt x="2660361" y="0"/>
                </a:cubicBezTo>
                <a:lnTo>
                  <a:pt x="0" y="2661765"/>
                </a:lnTo>
                <a:cubicBezTo>
                  <a:pt x="2220" y="2663669"/>
                  <a:pt x="4122" y="2665572"/>
                  <a:pt x="6025" y="2667793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38" name="Freeform 637">
            <a:extLst>
              <a:ext uri="{FF2B5EF4-FFF2-40B4-BE49-F238E27FC236}">
                <a16:creationId xmlns:a16="http://schemas.microsoft.com/office/drawing/2014/main" id="{2AFE47EB-E76C-84F8-204D-0905F85782F5}"/>
              </a:ext>
            </a:extLst>
          </p:cNvPr>
          <p:cNvSpPr/>
          <p:nvPr userDrawn="1"/>
        </p:nvSpPr>
        <p:spPr>
          <a:xfrm>
            <a:off x="4973432" y="5746550"/>
            <a:ext cx="1208419" cy="214876"/>
          </a:xfrm>
          <a:custGeom>
            <a:avLst/>
            <a:gdLst>
              <a:gd name="connsiteX0" fmla="*/ 0 w 1208419"/>
              <a:gd name="connsiteY0" fmla="*/ 241272 h 249520"/>
              <a:gd name="connsiteX1" fmla="*/ 1744 w 1208419"/>
              <a:gd name="connsiteY1" fmla="*/ 249520 h 249520"/>
              <a:gd name="connsiteX2" fmla="*/ 1208419 w 1208419"/>
              <a:gd name="connsiteY2" fmla="*/ 8248 h 249520"/>
              <a:gd name="connsiteX3" fmla="*/ 1206675 w 1208419"/>
              <a:gd name="connsiteY3" fmla="*/ 0 h 249520"/>
              <a:gd name="connsiteX4" fmla="*/ 0 w 1208419"/>
              <a:gd name="connsiteY4" fmla="*/ 241272 h 249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08419" h="249520">
                <a:moveTo>
                  <a:pt x="0" y="241272"/>
                </a:moveTo>
                <a:cubicBezTo>
                  <a:pt x="793" y="243969"/>
                  <a:pt x="1269" y="246665"/>
                  <a:pt x="1744" y="249520"/>
                </a:cubicBezTo>
                <a:lnTo>
                  <a:pt x="1208419" y="8248"/>
                </a:lnTo>
                <a:cubicBezTo>
                  <a:pt x="1207627" y="5552"/>
                  <a:pt x="1207151" y="2855"/>
                  <a:pt x="1206675" y="0"/>
                </a:cubicBezTo>
                <a:lnTo>
                  <a:pt x="0" y="24127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39" name="Freeform 638">
            <a:extLst>
              <a:ext uri="{FF2B5EF4-FFF2-40B4-BE49-F238E27FC236}">
                <a16:creationId xmlns:a16="http://schemas.microsoft.com/office/drawing/2014/main" id="{E56E3A25-DF61-9FD9-6012-6DC981D68FFC}"/>
              </a:ext>
            </a:extLst>
          </p:cNvPr>
          <p:cNvSpPr/>
          <p:nvPr userDrawn="1"/>
        </p:nvSpPr>
        <p:spPr>
          <a:xfrm>
            <a:off x="6254307" y="3302262"/>
            <a:ext cx="1380280" cy="2413879"/>
          </a:xfrm>
          <a:custGeom>
            <a:avLst/>
            <a:gdLst>
              <a:gd name="connsiteX0" fmla="*/ 1343974 w 1350949"/>
              <a:gd name="connsiteY0" fmla="*/ 0 h 2374014"/>
              <a:gd name="connsiteX1" fmla="*/ 0 w 1350949"/>
              <a:gd name="connsiteY1" fmla="*/ 2369256 h 2374014"/>
              <a:gd name="connsiteX2" fmla="*/ 6976 w 1350949"/>
              <a:gd name="connsiteY2" fmla="*/ 2374015 h 2374014"/>
              <a:gd name="connsiteX3" fmla="*/ 1350950 w 1350949"/>
              <a:gd name="connsiteY3" fmla="*/ 4759 h 2374014"/>
              <a:gd name="connsiteX4" fmla="*/ 1343974 w 1350949"/>
              <a:gd name="connsiteY4" fmla="*/ 0 h 2374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50949" h="2374014">
                <a:moveTo>
                  <a:pt x="1343974" y="0"/>
                </a:moveTo>
                <a:lnTo>
                  <a:pt x="0" y="2369256"/>
                </a:lnTo>
                <a:cubicBezTo>
                  <a:pt x="2537" y="2370526"/>
                  <a:pt x="4598" y="2372429"/>
                  <a:pt x="6976" y="2374015"/>
                </a:cubicBezTo>
                <a:lnTo>
                  <a:pt x="1350950" y="4759"/>
                </a:lnTo>
                <a:cubicBezTo>
                  <a:pt x="1348413" y="3490"/>
                  <a:pt x="1346352" y="1586"/>
                  <a:pt x="1343974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2" name="Freeform 191">
            <a:extLst>
              <a:ext uri="{FF2B5EF4-FFF2-40B4-BE49-F238E27FC236}">
                <a16:creationId xmlns:a16="http://schemas.microsoft.com/office/drawing/2014/main" id="{C7F74A3C-09C2-1305-E7A9-1E8CB49971AB}"/>
              </a:ext>
            </a:extLst>
          </p:cNvPr>
          <p:cNvSpPr/>
          <p:nvPr userDrawn="1"/>
        </p:nvSpPr>
        <p:spPr>
          <a:xfrm rot="20930958">
            <a:off x="6334893" y="5498432"/>
            <a:ext cx="2193069" cy="1512849"/>
          </a:xfrm>
          <a:custGeom>
            <a:avLst/>
            <a:gdLst>
              <a:gd name="connsiteX0" fmla="*/ 4756 w 2318223"/>
              <a:gd name="connsiteY0" fmla="*/ 0 h 1871484"/>
              <a:gd name="connsiteX1" fmla="*/ 0 w 2318223"/>
              <a:gd name="connsiteY1" fmla="*/ 6980 h 1871484"/>
              <a:gd name="connsiteX2" fmla="*/ 2313468 w 2318223"/>
              <a:gd name="connsiteY2" fmla="*/ 1871484 h 1871484"/>
              <a:gd name="connsiteX3" fmla="*/ 2318224 w 2318223"/>
              <a:gd name="connsiteY3" fmla="*/ 1864504 h 1871484"/>
              <a:gd name="connsiteX4" fmla="*/ 4756 w 2318223"/>
              <a:gd name="connsiteY4" fmla="*/ 0 h 18714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18223" h="1871484">
                <a:moveTo>
                  <a:pt x="4756" y="0"/>
                </a:moveTo>
                <a:cubicBezTo>
                  <a:pt x="3012" y="2380"/>
                  <a:pt x="1902" y="4917"/>
                  <a:pt x="0" y="6980"/>
                </a:cubicBezTo>
                <a:lnTo>
                  <a:pt x="2313468" y="1871484"/>
                </a:lnTo>
                <a:cubicBezTo>
                  <a:pt x="2315054" y="1869105"/>
                  <a:pt x="2316321" y="1866567"/>
                  <a:pt x="2318224" y="1864504"/>
                </a:cubicBezTo>
                <a:lnTo>
                  <a:pt x="4756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3" name="Freeform 192">
            <a:extLst>
              <a:ext uri="{FF2B5EF4-FFF2-40B4-BE49-F238E27FC236}">
                <a16:creationId xmlns:a16="http://schemas.microsoft.com/office/drawing/2014/main" id="{EB28D55D-6F90-B3F3-8F2B-EA37482E116E}"/>
              </a:ext>
            </a:extLst>
          </p:cNvPr>
          <p:cNvSpPr/>
          <p:nvPr userDrawn="1"/>
        </p:nvSpPr>
        <p:spPr>
          <a:xfrm>
            <a:off x="6318832" y="4680575"/>
            <a:ext cx="2562539" cy="1035567"/>
          </a:xfrm>
          <a:custGeom>
            <a:avLst/>
            <a:gdLst>
              <a:gd name="connsiteX0" fmla="*/ 2854 w 2563966"/>
              <a:gd name="connsiteY0" fmla="*/ 1033139 h 1033139"/>
              <a:gd name="connsiteX1" fmla="*/ 2563966 w 2563966"/>
              <a:gd name="connsiteY1" fmla="*/ 8090 h 1033139"/>
              <a:gd name="connsiteX2" fmla="*/ 2561112 w 2563966"/>
              <a:gd name="connsiteY2" fmla="*/ 0 h 1033139"/>
              <a:gd name="connsiteX3" fmla="*/ 0 w 2563966"/>
              <a:gd name="connsiteY3" fmla="*/ 1025049 h 1033139"/>
              <a:gd name="connsiteX4" fmla="*/ 2695 w 2563966"/>
              <a:gd name="connsiteY4" fmla="*/ 1033139 h 10331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63966" h="1033139">
                <a:moveTo>
                  <a:pt x="2854" y="1033139"/>
                </a:moveTo>
                <a:lnTo>
                  <a:pt x="2563966" y="8090"/>
                </a:lnTo>
                <a:cubicBezTo>
                  <a:pt x="2562699" y="5552"/>
                  <a:pt x="2562064" y="2697"/>
                  <a:pt x="2561112" y="0"/>
                </a:cubicBezTo>
                <a:lnTo>
                  <a:pt x="0" y="1025049"/>
                </a:lnTo>
                <a:cubicBezTo>
                  <a:pt x="1268" y="1027746"/>
                  <a:pt x="1902" y="1030442"/>
                  <a:pt x="2695" y="1033139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4" name="Freeform 193">
            <a:extLst>
              <a:ext uri="{FF2B5EF4-FFF2-40B4-BE49-F238E27FC236}">
                <a16:creationId xmlns:a16="http://schemas.microsoft.com/office/drawing/2014/main" id="{F4CDDA10-FB8D-0F61-DD99-C39E2FE0FAB9}"/>
              </a:ext>
            </a:extLst>
          </p:cNvPr>
          <p:cNvSpPr/>
          <p:nvPr userDrawn="1"/>
        </p:nvSpPr>
        <p:spPr>
          <a:xfrm>
            <a:off x="7711798" y="3293062"/>
            <a:ext cx="1150234" cy="1311848"/>
          </a:xfrm>
          <a:custGeom>
            <a:avLst/>
            <a:gdLst>
              <a:gd name="connsiteX0" fmla="*/ 159 w 1190187"/>
              <a:gd name="connsiteY0" fmla="*/ 5076 h 1313433"/>
              <a:gd name="connsiteX1" fmla="*/ 1183211 w 1190187"/>
              <a:gd name="connsiteY1" fmla="*/ 1313434 h 1313433"/>
              <a:gd name="connsiteX2" fmla="*/ 1190187 w 1190187"/>
              <a:gd name="connsiteY2" fmla="*/ 1308358 h 1313433"/>
              <a:gd name="connsiteX3" fmla="*/ 6976 w 1190187"/>
              <a:gd name="connsiteY3" fmla="*/ 0 h 1313433"/>
              <a:gd name="connsiteX4" fmla="*/ 0 w 1190187"/>
              <a:gd name="connsiteY4" fmla="*/ 5076 h 1313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90187" h="1313433">
                <a:moveTo>
                  <a:pt x="159" y="5076"/>
                </a:moveTo>
                <a:lnTo>
                  <a:pt x="1183211" y="1313434"/>
                </a:lnTo>
                <a:cubicBezTo>
                  <a:pt x="1185271" y="1311371"/>
                  <a:pt x="1187967" y="1310261"/>
                  <a:pt x="1190187" y="1308358"/>
                </a:cubicBezTo>
                <a:lnTo>
                  <a:pt x="6976" y="0"/>
                </a:lnTo>
                <a:cubicBezTo>
                  <a:pt x="4915" y="2062"/>
                  <a:pt x="2220" y="3173"/>
                  <a:pt x="0" y="5076"/>
                </a:cubicBezTo>
                <a:close/>
              </a:path>
            </a:pathLst>
          </a:custGeom>
          <a:solidFill>
            <a:srgbClr val="7030A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5" name="Freeform 194">
            <a:extLst>
              <a:ext uri="{FF2B5EF4-FFF2-40B4-BE49-F238E27FC236}">
                <a16:creationId xmlns:a16="http://schemas.microsoft.com/office/drawing/2014/main" id="{CBA9B25A-8B91-0413-02CB-9F4CEB1BCE49}"/>
              </a:ext>
            </a:extLst>
          </p:cNvPr>
          <p:cNvSpPr/>
          <p:nvPr userDrawn="1"/>
        </p:nvSpPr>
        <p:spPr>
          <a:xfrm>
            <a:off x="8679547" y="4728798"/>
            <a:ext cx="265401" cy="2129202"/>
          </a:xfrm>
          <a:custGeom>
            <a:avLst/>
            <a:gdLst>
              <a:gd name="connsiteX0" fmla="*/ 159 w 265401"/>
              <a:gd name="connsiteY0" fmla="*/ 2890029 h 2891773"/>
              <a:gd name="connsiteX1" fmla="*/ 8561 w 265401"/>
              <a:gd name="connsiteY1" fmla="*/ 2891774 h 2891773"/>
              <a:gd name="connsiteX2" fmla="*/ 265402 w 265401"/>
              <a:gd name="connsiteY2" fmla="*/ 1745 h 2891773"/>
              <a:gd name="connsiteX3" fmla="*/ 256999 w 265401"/>
              <a:gd name="connsiteY3" fmla="*/ 0 h 2891773"/>
              <a:gd name="connsiteX4" fmla="*/ 0 w 265401"/>
              <a:gd name="connsiteY4" fmla="*/ 2890029 h 28917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65401" h="2891773">
                <a:moveTo>
                  <a:pt x="159" y="2890029"/>
                </a:moveTo>
                <a:cubicBezTo>
                  <a:pt x="3171" y="2890029"/>
                  <a:pt x="5707" y="2891298"/>
                  <a:pt x="8561" y="2891774"/>
                </a:cubicBezTo>
                <a:lnTo>
                  <a:pt x="265402" y="1745"/>
                </a:lnTo>
                <a:cubicBezTo>
                  <a:pt x="262389" y="1745"/>
                  <a:pt x="259853" y="476"/>
                  <a:pt x="256999" y="0"/>
                </a:cubicBezTo>
                <a:lnTo>
                  <a:pt x="0" y="289002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6" name="Freeform 195">
            <a:extLst>
              <a:ext uri="{FF2B5EF4-FFF2-40B4-BE49-F238E27FC236}">
                <a16:creationId xmlns:a16="http://schemas.microsoft.com/office/drawing/2014/main" id="{5266D9B8-A328-86B8-969D-2E8D775622E2}"/>
              </a:ext>
            </a:extLst>
          </p:cNvPr>
          <p:cNvSpPr/>
          <p:nvPr userDrawn="1"/>
        </p:nvSpPr>
        <p:spPr>
          <a:xfrm>
            <a:off x="8978747" y="4012279"/>
            <a:ext cx="1253733" cy="627846"/>
          </a:xfrm>
          <a:custGeom>
            <a:avLst/>
            <a:gdLst>
              <a:gd name="connsiteX0" fmla="*/ 1217773 w 1222687"/>
              <a:gd name="connsiteY0" fmla="*/ 0 h 616583"/>
              <a:gd name="connsiteX1" fmla="*/ 0 w 1222687"/>
              <a:gd name="connsiteY1" fmla="*/ 609446 h 616583"/>
              <a:gd name="connsiteX2" fmla="*/ 4756 w 1222687"/>
              <a:gd name="connsiteY2" fmla="*/ 616584 h 616583"/>
              <a:gd name="connsiteX3" fmla="*/ 1222688 w 1222687"/>
              <a:gd name="connsiteY3" fmla="*/ 7138 h 616583"/>
              <a:gd name="connsiteX4" fmla="*/ 1217932 w 1222687"/>
              <a:gd name="connsiteY4" fmla="*/ 0 h 6165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2687" h="616583">
                <a:moveTo>
                  <a:pt x="1217773" y="0"/>
                </a:moveTo>
                <a:lnTo>
                  <a:pt x="0" y="609446"/>
                </a:lnTo>
                <a:cubicBezTo>
                  <a:pt x="1426" y="611984"/>
                  <a:pt x="3646" y="613887"/>
                  <a:pt x="4756" y="616584"/>
                </a:cubicBezTo>
                <a:lnTo>
                  <a:pt x="1222688" y="7138"/>
                </a:lnTo>
                <a:cubicBezTo>
                  <a:pt x="1221261" y="4600"/>
                  <a:pt x="1219041" y="2697"/>
                  <a:pt x="1217932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7" name="Freeform 196">
            <a:extLst>
              <a:ext uri="{FF2B5EF4-FFF2-40B4-BE49-F238E27FC236}">
                <a16:creationId xmlns:a16="http://schemas.microsoft.com/office/drawing/2014/main" id="{D7DA1BC3-BA69-EE0E-5538-0B140727E664}"/>
              </a:ext>
            </a:extLst>
          </p:cNvPr>
          <p:cNvSpPr/>
          <p:nvPr userDrawn="1"/>
        </p:nvSpPr>
        <p:spPr>
          <a:xfrm>
            <a:off x="7735103" y="3257054"/>
            <a:ext cx="2551897" cy="712686"/>
          </a:xfrm>
          <a:custGeom>
            <a:avLst/>
            <a:gdLst>
              <a:gd name="connsiteX0" fmla="*/ 1944854 w 1944853"/>
              <a:gd name="connsiteY0" fmla="*/ 548374 h 555512"/>
              <a:gd name="connsiteX1" fmla="*/ 1744 w 1944853"/>
              <a:gd name="connsiteY1" fmla="*/ 0 h 555512"/>
              <a:gd name="connsiteX2" fmla="*/ 0 w 1944853"/>
              <a:gd name="connsiteY2" fmla="*/ 8407 h 555512"/>
              <a:gd name="connsiteX3" fmla="*/ 1938671 w 1944853"/>
              <a:gd name="connsiteY3" fmla="*/ 555512 h 555512"/>
              <a:gd name="connsiteX4" fmla="*/ 1944854 w 1944853"/>
              <a:gd name="connsiteY4" fmla="*/ 548374 h 5555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44853" h="555512">
                <a:moveTo>
                  <a:pt x="1944854" y="548374"/>
                </a:moveTo>
                <a:lnTo>
                  <a:pt x="1744" y="0"/>
                </a:lnTo>
                <a:cubicBezTo>
                  <a:pt x="1110" y="2855"/>
                  <a:pt x="951" y="5711"/>
                  <a:pt x="0" y="8407"/>
                </a:cubicBezTo>
                <a:lnTo>
                  <a:pt x="1938671" y="555512"/>
                </a:lnTo>
                <a:lnTo>
                  <a:pt x="1944854" y="548374"/>
                </a:lnTo>
                <a:close/>
              </a:path>
            </a:pathLst>
          </a:custGeom>
          <a:solidFill>
            <a:srgbClr val="FF7D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8" name="Freeform 197">
            <a:extLst>
              <a:ext uri="{FF2B5EF4-FFF2-40B4-BE49-F238E27FC236}">
                <a16:creationId xmlns:a16="http://schemas.microsoft.com/office/drawing/2014/main" id="{C8928150-39EB-29FB-A425-D4CC5EF63F86}"/>
              </a:ext>
            </a:extLst>
          </p:cNvPr>
          <p:cNvSpPr/>
          <p:nvPr userDrawn="1"/>
        </p:nvSpPr>
        <p:spPr>
          <a:xfrm>
            <a:off x="11204512" y="3236908"/>
            <a:ext cx="21561" cy="45719"/>
          </a:xfrm>
          <a:custGeom>
            <a:avLst/>
            <a:gdLst>
              <a:gd name="connsiteX0" fmla="*/ 5232 w 21561"/>
              <a:gd name="connsiteY0" fmla="*/ 19511 h 19511"/>
              <a:gd name="connsiteX1" fmla="*/ 21562 w 21561"/>
              <a:gd name="connsiteY1" fmla="*/ 6345 h 19511"/>
              <a:gd name="connsiteX2" fmla="*/ 16013 w 21561"/>
              <a:gd name="connsiteY2" fmla="*/ 0 h 19511"/>
              <a:gd name="connsiteX3" fmla="*/ 0 w 21561"/>
              <a:gd name="connsiteY3" fmla="*/ 12849 h 19511"/>
              <a:gd name="connsiteX4" fmla="*/ 5232 w 21561"/>
              <a:gd name="connsiteY4" fmla="*/ 19511 h 195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561" h="19511">
                <a:moveTo>
                  <a:pt x="5232" y="19511"/>
                </a:moveTo>
                <a:lnTo>
                  <a:pt x="21562" y="6345"/>
                </a:lnTo>
                <a:lnTo>
                  <a:pt x="16013" y="0"/>
                </a:lnTo>
                <a:lnTo>
                  <a:pt x="0" y="12849"/>
                </a:lnTo>
                <a:lnTo>
                  <a:pt x="5232" y="19511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9" name="Freeform 198">
            <a:extLst>
              <a:ext uri="{FF2B5EF4-FFF2-40B4-BE49-F238E27FC236}">
                <a16:creationId xmlns:a16="http://schemas.microsoft.com/office/drawing/2014/main" id="{072CB613-85B4-7202-F47B-249990850C98}"/>
              </a:ext>
            </a:extLst>
          </p:cNvPr>
          <p:cNvSpPr/>
          <p:nvPr userDrawn="1"/>
        </p:nvSpPr>
        <p:spPr>
          <a:xfrm>
            <a:off x="11227183" y="3227549"/>
            <a:ext cx="10780" cy="45719"/>
          </a:xfrm>
          <a:custGeom>
            <a:avLst/>
            <a:gdLst>
              <a:gd name="connsiteX0" fmla="*/ 5549 w 10780"/>
              <a:gd name="connsiteY0" fmla="*/ 10469 h 10469"/>
              <a:gd name="connsiteX1" fmla="*/ 10781 w 10780"/>
              <a:gd name="connsiteY1" fmla="*/ 6186 h 10469"/>
              <a:gd name="connsiteX2" fmla="*/ 5074 w 10780"/>
              <a:gd name="connsiteY2" fmla="*/ 0 h 10469"/>
              <a:gd name="connsiteX3" fmla="*/ 0 w 10780"/>
              <a:gd name="connsiteY3" fmla="*/ 4124 h 10469"/>
              <a:gd name="connsiteX4" fmla="*/ 5549 w 10780"/>
              <a:gd name="connsiteY4" fmla="*/ 10469 h 104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780" h="10469">
                <a:moveTo>
                  <a:pt x="5549" y="10469"/>
                </a:moveTo>
                <a:lnTo>
                  <a:pt x="10781" y="6186"/>
                </a:lnTo>
                <a:lnTo>
                  <a:pt x="5074" y="0"/>
                </a:lnTo>
                <a:lnTo>
                  <a:pt x="0" y="4124"/>
                </a:lnTo>
                <a:lnTo>
                  <a:pt x="5549" y="1046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0" name="Freeform 199">
            <a:extLst>
              <a:ext uri="{FF2B5EF4-FFF2-40B4-BE49-F238E27FC236}">
                <a16:creationId xmlns:a16="http://schemas.microsoft.com/office/drawing/2014/main" id="{9CF307B1-7224-1E84-88EC-AEA7C05B86BB}"/>
              </a:ext>
            </a:extLst>
          </p:cNvPr>
          <p:cNvSpPr/>
          <p:nvPr userDrawn="1"/>
        </p:nvSpPr>
        <p:spPr>
          <a:xfrm>
            <a:off x="11546014" y="2486603"/>
            <a:ext cx="611978" cy="430300"/>
          </a:xfrm>
          <a:custGeom>
            <a:avLst/>
            <a:gdLst>
              <a:gd name="connsiteX0" fmla="*/ 1269 w 611978"/>
              <a:gd name="connsiteY0" fmla="*/ 499676 h 499675"/>
              <a:gd name="connsiteX1" fmla="*/ 611979 w 611978"/>
              <a:gd name="connsiteY1" fmla="*/ 10787 h 499675"/>
              <a:gd name="connsiteX2" fmla="*/ 611979 w 611978"/>
              <a:gd name="connsiteY2" fmla="*/ 0 h 499675"/>
              <a:gd name="connsiteX3" fmla="*/ 0 w 611978"/>
              <a:gd name="connsiteY3" fmla="*/ 489841 h 499675"/>
              <a:gd name="connsiteX4" fmla="*/ 1269 w 611978"/>
              <a:gd name="connsiteY4" fmla="*/ 499676 h 499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11978" h="499675">
                <a:moveTo>
                  <a:pt x="1269" y="499676"/>
                </a:moveTo>
                <a:lnTo>
                  <a:pt x="611979" y="10787"/>
                </a:lnTo>
                <a:lnTo>
                  <a:pt x="611979" y="0"/>
                </a:lnTo>
                <a:lnTo>
                  <a:pt x="0" y="489841"/>
                </a:lnTo>
                <a:lnTo>
                  <a:pt x="1269" y="499676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1" name="Freeform 200">
            <a:extLst>
              <a:ext uri="{FF2B5EF4-FFF2-40B4-BE49-F238E27FC236}">
                <a16:creationId xmlns:a16="http://schemas.microsoft.com/office/drawing/2014/main" id="{290A6C8F-C8F5-012E-5490-CBF781674EE1}"/>
              </a:ext>
            </a:extLst>
          </p:cNvPr>
          <p:cNvSpPr/>
          <p:nvPr userDrawn="1"/>
        </p:nvSpPr>
        <p:spPr>
          <a:xfrm>
            <a:off x="11173596" y="3264191"/>
            <a:ext cx="18074" cy="45719"/>
          </a:xfrm>
          <a:custGeom>
            <a:avLst/>
            <a:gdLst>
              <a:gd name="connsiteX0" fmla="*/ 5391 w 18074"/>
              <a:gd name="connsiteY0" fmla="*/ 16814 h 16814"/>
              <a:gd name="connsiteX1" fmla="*/ 18074 w 18074"/>
              <a:gd name="connsiteY1" fmla="*/ 6662 h 16814"/>
              <a:gd name="connsiteX2" fmla="*/ 13001 w 18074"/>
              <a:gd name="connsiteY2" fmla="*/ 0 h 16814"/>
              <a:gd name="connsiteX3" fmla="*/ 0 w 18074"/>
              <a:gd name="connsiteY3" fmla="*/ 10311 h 16814"/>
              <a:gd name="connsiteX4" fmla="*/ 5391 w 18074"/>
              <a:gd name="connsiteY4" fmla="*/ 16814 h 168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074" h="16814">
                <a:moveTo>
                  <a:pt x="5391" y="16814"/>
                </a:moveTo>
                <a:lnTo>
                  <a:pt x="18074" y="6662"/>
                </a:lnTo>
                <a:lnTo>
                  <a:pt x="13001" y="0"/>
                </a:lnTo>
                <a:lnTo>
                  <a:pt x="0" y="10311"/>
                </a:lnTo>
                <a:lnTo>
                  <a:pt x="5391" y="16814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2" name="Freeform 201">
            <a:extLst>
              <a:ext uri="{FF2B5EF4-FFF2-40B4-BE49-F238E27FC236}">
                <a16:creationId xmlns:a16="http://schemas.microsoft.com/office/drawing/2014/main" id="{8FC9ABEE-4917-01C1-5A1B-CFF17AB6E6D1}"/>
              </a:ext>
            </a:extLst>
          </p:cNvPr>
          <p:cNvSpPr/>
          <p:nvPr userDrawn="1"/>
        </p:nvSpPr>
        <p:spPr>
          <a:xfrm>
            <a:off x="10326477" y="3550694"/>
            <a:ext cx="444347" cy="400032"/>
          </a:xfrm>
          <a:custGeom>
            <a:avLst/>
            <a:gdLst>
              <a:gd name="connsiteX0" fmla="*/ 4757 w 414750"/>
              <a:gd name="connsiteY0" fmla="*/ 329627 h 329627"/>
              <a:gd name="connsiteX1" fmla="*/ 414751 w 414750"/>
              <a:gd name="connsiteY1" fmla="*/ 1428 h 329627"/>
              <a:gd name="connsiteX2" fmla="*/ 403018 w 414750"/>
              <a:gd name="connsiteY2" fmla="*/ 0 h 329627"/>
              <a:gd name="connsiteX3" fmla="*/ 0 w 414750"/>
              <a:gd name="connsiteY3" fmla="*/ 322648 h 329627"/>
              <a:gd name="connsiteX4" fmla="*/ 4757 w 414750"/>
              <a:gd name="connsiteY4" fmla="*/ 329627 h 329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14750" h="329627">
                <a:moveTo>
                  <a:pt x="4757" y="329627"/>
                </a:moveTo>
                <a:lnTo>
                  <a:pt x="414751" y="1428"/>
                </a:lnTo>
                <a:lnTo>
                  <a:pt x="403018" y="0"/>
                </a:lnTo>
                <a:lnTo>
                  <a:pt x="0" y="322648"/>
                </a:lnTo>
                <a:cubicBezTo>
                  <a:pt x="1902" y="324710"/>
                  <a:pt x="3012" y="327407"/>
                  <a:pt x="4757" y="329627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3" name="Freeform 202">
            <a:extLst>
              <a:ext uri="{FF2B5EF4-FFF2-40B4-BE49-F238E27FC236}">
                <a16:creationId xmlns:a16="http://schemas.microsoft.com/office/drawing/2014/main" id="{E4FE5C51-E46D-8D75-EDB2-12CA8EFDECCA}"/>
              </a:ext>
            </a:extLst>
          </p:cNvPr>
          <p:cNvSpPr/>
          <p:nvPr userDrawn="1"/>
        </p:nvSpPr>
        <p:spPr>
          <a:xfrm>
            <a:off x="11239074" y="2987864"/>
            <a:ext cx="293939" cy="207090"/>
          </a:xfrm>
          <a:custGeom>
            <a:avLst/>
            <a:gdLst>
              <a:gd name="connsiteX0" fmla="*/ 5707 w 293939"/>
              <a:gd name="connsiteY0" fmla="*/ 240479 h 240478"/>
              <a:gd name="connsiteX1" fmla="*/ 293939 w 293939"/>
              <a:gd name="connsiteY1" fmla="*/ 9676 h 240478"/>
              <a:gd name="connsiteX2" fmla="*/ 292513 w 293939"/>
              <a:gd name="connsiteY2" fmla="*/ 0 h 240478"/>
              <a:gd name="connsiteX3" fmla="*/ 0 w 293939"/>
              <a:gd name="connsiteY3" fmla="*/ 234292 h 240478"/>
              <a:gd name="connsiteX4" fmla="*/ 5707 w 293939"/>
              <a:gd name="connsiteY4" fmla="*/ 240479 h 2404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93939" h="240478">
                <a:moveTo>
                  <a:pt x="5707" y="240479"/>
                </a:moveTo>
                <a:lnTo>
                  <a:pt x="293939" y="9676"/>
                </a:lnTo>
                <a:lnTo>
                  <a:pt x="292513" y="0"/>
                </a:lnTo>
                <a:lnTo>
                  <a:pt x="0" y="234292"/>
                </a:lnTo>
                <a:lnTo>
                  <a:pt x="5707" y="24047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4" name="Freeform 203">
            <a:extLst>
              <a:ext uri="{FF2B5EF4-FFF2-40B4-BE49-F238E27FC236}">
                <a16:creationId xmlns:a16="http://schemas.microsoft.com/office/drawing/2014/main" id="{A05013A5-F747-A1E2-FBA5-1B6F0CCD65EB}"/>
              </a:ext>
            </a:extLst>
          </p:cNvPr>
          <p:cNvSpPr/>
          <p:nvPr userDrawn="1"/>
        </p:nvSpPr>
        <p:spPr>
          <a:xfrm>
            <a:off x="10761224" y="3285131"/>
            <a:ext cx="404286" cy="276349"/>
          </a:xfrm>
          <a:custGeom>
            <a:avLst/>
            <a:gdLst>
              <a:gd name="connsiteX0" fmla="*/ 11732 w 404286"/>
              <a:gd name="connsiteY0" fmla="*/ 320903 h 320903"/>
              <a:gd name="connsiteX1" fmla="*/ 404286 w 404286"/>
              <a:gd name="connsiteY1" fmla="*/ 6662 h 320903"/>
              <a:gd name="connsiteX2" fmla="*/ 399054 w 404286"/>
              <a:gd name="connsiteY2" fmla="*/ 0 h 320903"/>
              <a:gd name="connsiteX3" fmla="*/ 0 w 404286"/>
              <a:gd name="connsiteY3" fmla="*/ 319475 h 320903"/>
              <a:gd name="connsiteX4" fmla="*/ 11732 w 404286"/>
              <a:gd name="connsiteY4" fmla="*/ 320903 h 320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04286" h="320903">
                <a:moveTo>
                  <a:pt x="11732" y="320903"/>
                </a:moveTo>
                <a:lnTo>
                  <a:pt x="404286" y="6662"/>
                </a:lnTo>
                <a:lnTo>
                  <a:pt x="399054" y="0"/>
                </a:lnTo>
                <a:lnTo>
                  <a:pt x="0" y="319475"/>
                </a:lnTo>
                <a:lnTo>
                  <a:pt x="11732" y="320903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5" name="Freeform 204">
            <a:extLst>
              <a:ext uri="{FF2B5EF4-FFF2-40B4-BE49-F238E27FC236}">
                <a16:creationId xmlns:a16="http://schemas.microsoft.com/office/drawing/2014/main" id="{CB508AE2-7609-BB4D-4526-EC37EF441F86}"/>
              </a:ext>
            </a:extLst>
          </p:cNvPr>
          <p:cNvSpPr/>
          <p:nvPr userDrawn="1"/>
        </p:nvSpPr>
        <p:spPr>
          <a:xfrm>
            <a:off x="11193890" y="3255150"/>
            <a:ext cx="9194" cy="45719"/>
          </a:xfrm>
          <a:custGeom>
            <a:avLst/>
            <a:gdLst>
              <a:gd name="connsiteX0" fmla="*/ 3964 w 9194"/>
              <a:gd name="connsiteY0" fmla="*/ 0 h 9041"/>
              <a:gd name="connsiteX1" fmla="*/ 0 w 9194"/>
              <a:gd name="connsiteY1" fmla="*/ 3172 h 9041"/>
              <a:gd name="connsiteX2" fmla="*/ 6024 w 9194"/>
              <a:gd name="connsiteY2" fmla="*/ 9042 h 9041"/>
              <a:gd name="connsiteX3" fmla="*/ 9195 w 9194"/>
              <a:gd name="connsiteY3" fmla="*/ 6504 h 9041"/>
              <a:gd name="connsiteX4" fmla="*/ 3964 w 9194"/>
              <a:gd name="connsiteY4" fmla="*/ 0 h 90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94" h="9041">
                <a:moveTo>
                  <a:pt x="3964" y="0"/>
                </a:moveTo>
                <a:lnTo>
                  <a:pt x="0" y="3172"/>
                </a:lnTo>
                <a:lnTo>
                  <a:pt x="6024" y="9042"/>
                </a:lnTo>
                <a:lnTo>
                  <a:pt x="9195" y="6504"/>
                </a:lnTo>
                <a:lnTo>
                  <a:pt x="3964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6" name="Freeform 205">
            <a:extLst>
              <a:ext uri="{FF2B5EF4-FFF2-40B4-BE49-F238E27FC236}">
                <a16:creationId xmlns:a16="http://schemas.microsoft.com/office/drawing/2014/main" id="{15B86504-B523-2C22-52AF-FE12E37B75DE}"/>
              </a:ext>
            </a:extLst>
          </p:cNvPr>
          <p:cNvSpPr/>
          <p:nvPr userDrawn="1"/>
        </p:nvSpPr>
        <p:spPr>
          <a:xfrm>
            <a:off x="32898" y="1758660"/>
            <a:ext cx="8878" cy="45719"/>
          </a:xfrm>
          <a:custGeom>
            <a:avLst/>
            <a:gdLst>
              <a:gd name="connsiteX0" fmla="*/ 634 w 8878"/>
              <a:gd name="connsiteY0" fmla="*/ 159 h 44574"/>
              <a:gd name="connsiteX1" fmla="*/ 0 w 8878"/>
              <a:gd name="connsiteY1" fmla="*/ 2855 h 44574"/>
              <a:gd name="connsiteX2" fmla="*/ 0 w 8878"/>
              <a:gd name="connsiteY2" fmla="*/ 44574 h 44574"/>
              <a:gd name="connsiteX3" fmla="*/ 8878 w 8878"/>
              <a:gd name="connsiteY3" fmla="*/ 1745 h 44574"/>
              <a:gd name="connsiteX4" fmla="*/ 634 w 8878"/>
              <a:gd name="connsiteY4" fmla="*/ 0 h 445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878" h="44574">
                <a:moveTo>
                  <a:pt x="634" y="159"/>
                </a:moveTo>
                <a:lnTo>
                  <a:pt x="0" y="2855"/>
                </a:lnTo>
                <a:lnTo>
                  <a:pt x="0" y="44574"/>
                </a:lnTo>
                <a:lnTo>
                  <a:pt x="8878" y="1745"/>
                </a:lnTo>
                <a:cubicBezTo>
                  <a:pt x="6025" y="1269"/>
                  <a:pt x="3329" y="793"/>
                  <a:pt x="634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7" name="Freeform 206">
            <a:extLst>
              <a:ext uri="{FF2B5EF4-FFF2-40B4-BE49-F238E27FC236}">
                <a16:creationId xmlns:a16="http://schemas.microsoft.com/office/drawing/2014/main" id="{F3A57747-CAF3-3296-B3F9-7DFD625E0AF7}"/>
              </a:ext>
            </a:extLst>
          </p:cNvPr>
          <p:cNvSpPr/>
          <p:nvPr userDrawn="1"/>
        </p:nvSpPr>
        <p:spPr>
          <a:xfrm>
            <a:off x="54776" y="1715514"/>
            <a:ext cx="2098800" cy="894505"/>
          </a:xfrm>
          <a:custGeom>
            <a:avLst/>
            <a:gdLst>
              <a:gd name="connsiteX0" fmla="*/ 3647 w 2020162"/>
              <a:gd name="connsiteY0" fmla="*/ 0 h 890374"/>
              <a:gd name="connsiteX1" fmla="*/ 0 w 2020162"/>
              <a:gd name="connsiteY1" fmla="*/ 7773 h 890374"/>
              <a:gd name="connsiteX2" fmla="*/ 2016516 w 2020162"/>
              <a:gd name="connsiteY2" fmla="*/ 890375 h 890374"/>
              <a:gd name="connsiteX3" fmla="*/ 2020162 w 2020162"/>
              <a:gd name="connsiteY3" fmla="*/ 882602 h 890374"/>
              <a:gd name="connsiteX4" fmla="*/ 3647 w 2020162"/>
              <a:gd name="connsiteY4" fmla="*/ 0 h 8903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20162" h="890374">
                <a:moveTo>
                  <a:pt x="3647" y="0"/>
                </a:moveTo>
                <a:cubicBezTo>
                  <a:pt x="2537" y="2697"/>
                  <a:pt x="1268" y="5076"/>
                  <a:pt x="0" y="7773"/>
                </a:cubicBezTo>
                <a:lnTo>
                  <a:pt x="2016516" y="890375"/>
                </a:lnTo>
                <a:cubicBezTo>
                  <a:pt x="2017625" y="887678"/>
                  <a:pt x="2018894" y="885298"/>
                  <a:pt x="2020162" y="882602"/>
                </a:cubicBezTo>
                <a:lnTo>
                  <a:pt x="3647" y="0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8" name="Freeform 207">
            <a:extLst>
              <a:ext uri="{FF2B5EF4-FFF2-40B4-BE49-F238E27FC236}">
                <a16:creationId xmlns:a16="http://schemas.microsoft.com/office/drawing/2014/main" id="{E4F5EFE3-C5FC-4AFE-2F66-0C9DCAEDB2C1}"/>
              </a:ext>
            </a:extLst>
          </p:cNvPr>
          <p:cNvSpPr/>
          <p:nvPr userDrawn="1"/>
        </p:nvSpPr>
        <p:spPr>
          <a:xfrm>
            <a:off x="10485358" y="4119986"/>
            <a:ext cx="308683" cy="184277"/>
          </a:xfrm>
          <a:custGeom>
            <a:avLst/>
            <a:gdLst>
              <a:gd name="connsiteX0" fmla="*/ 308684 w 308683"/>
              <a:gd name="connsiteY0" fmla="*/ 211926 h 213987"/>
              <a:gd name="connsiteX1" fmla="*/ 9830 w 308683"/>
              <a:gd name="connsiteY1" fmla="*/ 0 h 213987"/>
              <a:gd name="connsiteX2" fmla="*/ 0 w 308683"/>
              <a:gd name="connsiteY2" fmla="*/ 3490 h 213987"/>
              <a:gd name="connsiteX3" fmla="*/ 296952 w 308683"/>
              <a:gd name="connsiteY3" fmla="*/ 213988 h 213987"/>
              <a:gd name="connsiteX4" fmla="*/ 308684 w 308683"/>
              <a:gd name="connsiteY4" fmla="*/ 211926 h 2139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08683" h="213987">
                <a:moveTo>
                  <a:pt x="308684" y="211926"/>
                </a:moveTo>
                <a:lnTo>
                  <a:pt x="9830" y="0"/>
                </a:lnTo>
                <a:lnTo>
                  <a:pt x="0" y="3490"/>
                </a:lnTo>
                <a:lnTo>
                  <a:pt x="296952" y="213988"/>
                </a:lnTo>
                <a:lnTo>
                  <a:pt x="308684" y="211926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9" name="Freeform 208">
            <a:extLst>
              <a:ext uri="{FF2B5EF4-FFF2-40B4-BE49-F238E27FC236}">
                <a16:creationId xmlns:a16="http://schemas.microsoft.com/office/drawing/2014/main" id="{2931E2F8-66A6-7624-2B7C-106EBDFE6CCB}"/>
              </a:ext>
            </a:extLst>
          </p:cNvPr>
          <p:cNvSpPr/>
          <p:nvPr userDrawn="1"/>
        </p:nvSpPr>
        <p:spPr>
          <a:xfrm>
            <a:off x="10791981" y="4338734"/>
            <a:ext cx="587721" cy="351480"/>
          </a:xfrm>
          <a:custGeom>
            <a:avLst/>
            <a:gdLst>
              <a:gd name="connsiteX0" fmla="*/ 0 w 587721"/>
              <a:gd name="connsiteY0" fmla="*/ 2062 h 408147"/>
              <a:gd name="connsiteX1" fmla="*/ 572184 w 587721"/>
              <a:gd name="connsiteY1" fmla="*/ 407513 h 408147"/>
              <a:gd name="connsiteX2" fmla="*/ 587721 w 587721"/>
              <a:gd name="connsiteY2" fmla="*/ 408148 h 408147"/>
              <a:gd name="connsiteX3" fmla="*/ 11891 w 587721"/>
              <a:gd name="connsiteY3" fmla="*/ 0 h 408147"/>
              <a:gd name="connsiteX4" fmla="*/ 0 w 587721"/>
              <a:gd name="connsiteY4" fmla="*/ 2062 h 4081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87721" h="408147">
                <a:moveTo>
                  <a:pt x="0" y="2062"/>
                </a:moveTo>
                <a:lnTo>
                  <a:pt x="572184" y="407513"/>
                </a:lnTo>
                <a:lnTo>
                  <a:pt x="587721" y="408148"/>
                </a:lnTo>
                <a:lnTo>
                  <a:pt x="11891" y="0"/>
                </a:lnTo>
                <a:lnTo>
                  <a:pt x="0" y="206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10" name="Freeform 209">
            <a:extLst>
              <a:ext uri="{FF2B5EF4-FFF2-40B4-BE49-F238E27FC236}">
                <a16:creationId xmlns:a16="http://schemas.microsoft.com/office/drawing/2014/main" id="{4EB095DC-8EA4-2945-AC68-EDEC7816FBF4}"/>
              </a:ext>
            </a:extLst>
          </p:cNvPr>
          <p:cNvSpPr/>
          <p:nvPr userDrawn="1"/>
        </p:nvSpPr>
        <p:spPr>
          <a:xfrm>
            <a:off x="10351071" y="4025444"/>
            <a:ext cx="135395" cy="79229"/>
          </a:xfrm>
          <a:custGeom>
            <a:avLst/>
            <a:gdLst>
              <a:gd name="connsiteX0" fmla="*/ 2061 w 135395"/>
              <a:gd name="connsiteY0" fmla="*/ 0 h 92003"/>
              <a:gd name="connsiteX1" fmla="*/ 0 w 135395"/>
              <a:gd name="connsiteY1" fmla="*/ 3014 h 92003"/>
              <a:gd name="connsiteX2" fmla="*/ 125566 w 135395"/>
              <a:gd name="connsiteY2" fmla="*/ 92004 h 92003"/>
              <a:gd name="connsiteX3" fmla="*/ 135396 w 135395"/>
              <a:gd name="connsiteY3" fmla="*/ 88514 h 92003"/>
              <a:gd name="connsiteX4" fmla="*/ 85138 w 135395"/>
              <a:gd name="connsiteY4" fmla="*/ 52982 h 92003"/>
              <a:gd name="connsiteX5" fmla="*/ 2061 w 135395"/>
              <a:gd name="connsiteY5" fmla="*/ 0 h 920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5395" h="92003">
                <a:moveTo>
                  <a:pt x="2061" y="0"/>
                </a:moveTo>
                <a:cubicBezTo>
                  <a:pt x="1427" y="952"/>
                  <a:pt x="793" y="2062"/>
                  <a:pt x="0" y="3014"/>
                </a:cubicBezTo>
                <a:lnTo>
                  <a:pt x="125566" y="92004"/>
                </a:lnTo>
                <a:lnTo>
                  <a:pt x="135396" y="88514"/>
                </a:lnTo>
                <a:lnTo>
                  <a:pt x="85138" y="52982"/>
                </a:lnTo>
                <a:lnTo>
                  <a:pt x="2061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11" name="Freeform 210">
            <a:extLst>
              <a:ext uri="{FF2B5EF4-FFF2-40B4-BE49-F238E27FC236}">
                <a16:creationId xmlns:a16="http://schemas.microsoft.com/office/drawing/2014/main" id="{F9F2FF3A-77D3-F503-B48D-164051638592}"/>
              </a:ext>
            </a:extLst>
          </p:cNvPr>
          <p:cNvSpPr/>
          <p:nvPr userDrawn="1"/>
        </p:nvSpPr>
        <p:spPr>
          <a:xfrm>
            <a:off x="11377007" y="4755288"/>
            <a:ext cx="780985" cy="476609"/>
          </a:xfrm>
          <a:custGeom>
            <a:avLst/>
            <a:gdLst>
              <a:gd name="connsiteX0" fmla="*/ 0 w 780985"/>
              <a:gd name="connsiteY0" fmla="*/ 0 h 553450"/>
              <a:gd name="connsiteX1" fmla="*/ 780986 w 780985"/>
              <a:gd name="connsiteY1" fmla="*/ 553451 h 553450"/>
              <a:gd name="connsiteX2" fmla="*/ 780986 w 780985"/>
              <a:gd name="connsiteY2" fmla="*/ 543140 h 553450"/>
              <a:gd name="connsiteX3" fmla="*/ 15537 w 780985"/>
              <a:gd name="connsiteY3" fmla="*/ 635 h 553450"/>
              <a:gd name="connsiteX4" fmla="*/ 0 w 780985"/>
              <a:gd name="connsiteY4" fmla="*/ 0 h 553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80985" h="553450">
                <a:moveTo>
                  <a:pt x="0" y="0"/>
                </a:moveTo>
                <a:lnTo>
                  <a:pt x="780986" y="553451"/>
                </a:lnTo>
                <a:lnTo>
                  <a:pt x="780986" y="543140"/>
                </a:lnTo>
                <a:lnTo>
                  <a:pt x="15537" y="63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39" name="Freeform 238">
            <a:extLst>
              <a:ext uri="{FF2B5EF4-FFF2-40B4-BE49-F238E27FC236}">
                <a16:creationId xmlns:a16="http://schemas.microsoft.com/office/drawing/2014/main" id="{10B8FC6B-34D7-61C7-7984-8F4E9D243FA2}"/>
              </a:ext>
            </a:extLst>
          </p:cNvPr>
          <p:cNvSpPr/>
          <p:nvPr userDrawn="1"/>
        </p:nvSpPr>
        <p:spPr>
          <a:xfrm>
            <a:off x="10499468" y="4117289"/>
            <a:ext cx="338014" cy="180043"/>
          </a:xfrm>
          <a:custGeom>
            <a:avLst/>
            <a:gdLst>
              <a:gd name="connsiteX0" fmla="*/ 338015 w 338014"/>
              <a:gd name="connsiteY0" fmla="*/ 207009 h 209070"/>
              <a:gd name="connsiteX1" fmla="*/ 3647 w 338014"/>
              <a:gd name="connsiteY1" fmla="*/ 0 h 209070"/>
              <a:gd name="connsiteX2" fmla="*/ 0 w 338014"/>
              <a:gd name="connsiteY2" fmla="*/ 1269 h 209070"/>
              <a:gd name="connsiteX3" fmla="*/ 326283 w 338014"/>
              <a:gd name="connsiteY3" fmla="*/ 209071 h 209070"/>
              <a:gd name="connsiteX4" fmla="*/ 338015 w 338014"/>
              <a:gd name="connsiteY4" fmla="*/ 207009 h 2090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8014" h="209070">
                <a:moveTo>
                  <a:pt x="338015" y="207009"/>
                </a:moveTo>
                <a:lnTo>
                  <a:pt x="3647" y="0"/>
                </a:lnTo>
                <a:lnTo>
                  <a:pt x="0" y="1269"/>
                </a:lnTo>
                <a:lnTo>
                  <a:pt x="326283" y="209071"/>
                </a:lnTo>
                <a:lnTo>
                  <a:pt x="338015" y="20700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40" name="Freeform 639">
            <a:extLst>
              <a:ext uri="{FF2B5EF4-FFF2-40B4-BE49-F238E27FC236}">
                <a16:creationId xmlns:a16="http://schemas.microsoft.com/office/drawing/2014/main" id="{9B8214EF-8627-1823-5911-8341CCA9695E}"/>
              </a:ext>
            </a:extLst>
          </p:cNvPr>
          <p:cNvSpPr/>
          <p:nvPr userDrawn="1"/>
        </p:nvSpPr>
        <p:spPr>
          <a:xfrm>
            <a:off x="10836373" y="4331120"/>
            <a:ext cx="673493" cy="362408"/>
          </a:xfrm>
          <a:custGeom>
            <a:avLst/>
            <a:gdLst>
              <a:gd name="connsiteX0" fmla="*/ 11891 w 673493"/>
              <a:gd name="connsiteY0" fmla="*/ 0 h 420837"/>
              <a:gd name="connsiteX1" fmla="*/ 0 w 673493"/>
              <a:gd name="connsiteY1" fmla="*/ 2062 h 420837"/>
              <a:gd name="connsiteX2" fmla="*/ 656846 w 673493"/>
              <a:gd name="connsiteY2" fmla="*/ 420203 h 420837"/>
              <a:gd name="connsiteX3" fmla="*/ 673494 w 673493"/>
              <a:gd name="connsiteY3" fmla="*/ 420838 h 420837"/>
              <a:gd name="connsiteX4" fmla="*/ 31075 w 673493"/>
              <a:gd name="connsiteY4" fmla="*/ 11738 h 420837"/>
              <a:gd name="connsiteX5" fmla="*/ 11891 w 673493"/>
              <a:gd name="connsiteY5" fmla="*/ 0 h 42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73493" h="420837">
                <a:moveTo>
                  <a:pt x="11891" y="0"/>
                </a:moveTo>
                <a:lnTo>
                  <a:pt x="0" y="2062"/>
                </a:lnTo>
                <a:lnTo>
                  <a:pt x="656846" y="420203"/>
                </a:lnTo>
                <a:lnTo>
                  <a:pt x="673494" y="420838"/>
                </a:lnTo>
                <a:lnTo>
                  <a:pt x="31075" y="11738"/>
                </a:lnTo>
                <a:lnTo>
                  <a:pt x="11891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41" name="Freeform 640">
            <a:extLst>
              <a:ext uri="{FF2B5EF4-FFF2-40B4-BE49-F238E27FC236}">
                <a16:creationId xmlns:a16="http://schemas.microsoft.com/office/drawing/2014/main" id="{D285DC81-8593-7B27-7F47-C24AC7EFB669}"/>
              </a:ext>
            </a:extLst>
          </p:cNvPr>
          <p:cNvSpPr/>
          <p:nvPr userDrawn="1"/>
        </p:nvSpPr>
        <p:spPr>
          <a:xfrm>
            <a:off x="11507488" y="4760364"/>
            <a:ext cx="650504" cy="356671"/>
          </a:xfrm>
          <a:custGeom>
            <a:avLst/>
            <a:gdLst>
              <a:gd name="connsiteX0" fmla="*/ 0 w 650504"/>
              <a:gd name="connsiteY0" fmla="*/ 0 h 414175"/>
              <a:gd name="connsiteX1" fmla="*/ 650505 w 650504"/>
              <a:gd name="connsiteY1" fmla="*/ 414176 h 414175"/>
              <a:gd name="connsiteX2" fmla="*/ 650505 w 650504"/>
              <a:gd name="connsiteY2" fmla="*/ 404182 h 414175"/>
              <a:gd name="connsiteX3" fmla="*/ 16647 w 650504"/>
              <a:gd name="connsiteY3" fmla="*/ 635 h 414175"/>
              <a:gd name="connsiteX4" fmla="*/ 0 w 650504"/>
              <a:gd name="connsiteY4" fmla="*/ 0 h 4141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50504" h="414175">
                <a:moveTo>
                  <a:pt x="0" y="0"/>
                </a:moveTo>
                <a:lnTo>
                  <a:pt x="650505" y="414176"/>
                </a:lnTo>
                <a:lnTo>
                  <a:pt x="650505" y="404182"/>
                </a:lnTo>
                <a:lnTo>
                  <a:pt x="16647" y="63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42" name="Freeform 641">
            <a:extLst>
              <a:ext uri="{FF2B5EF4-FFF2-40B4-BE49-F238E27FC236}">
                <a16:creationId xmlns:a16="http://schemas.microsoft.com/office/drawing/2014/main" id="{7E7D64E8-C1D4-94A9-D6EF-83C38AC76E5A}"/>
              </a:ext>
            </a:extLst>
          </p:cNvPr>
          <p:cNvSpPr/>
          <p:nvPr userDrawn="1"/>
        </p:nvSpPr>
        <p:spPr>
          <a:xfrm>
            <a:off x="10353291" y="4024810"/>
            <a:ext cx="140469" cy="75815"/>
          </a:xfrm>
          <a:custGeom>
            <a:avLst/>
            <a:gdLst>
              <a:gd name="connsiteX0" fmla="*/ 475 w 140469"/>
              <a:gd name="connsiteY0" fmla="*/ 0 h 88038"/>
              <a:gd name="connsiteX1" fmla="*/ 0 w 140469"/>
              <a:gd name="connsiteY1" fmla="*/ 793 h 88038"/>
              <a:gd name="connsiteX2" fmla="*/ 83077 w 140469"/>
              <a:gd name="connsiteY2" fmla="*/ 53775 h 88038"/>
              <a:gd name="connsiteX3" fmla="*/ 136982 w 140469"/>
              <a:gd name="connsiteY3" fmla="*/ 88038 h 88038"/>
              <a:gd name="connsiteX4" fmla="*/ 140469 w 140469"/>
              <a:gd name="connsiteY4" fmla="*/ 86769 h 88038"/>
              <a:gd name="connsiteX5" fmla="*/ 475 w 140469"/>
              <a:gd name="connsiteY5" fmla="*/ 0 h 880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0469" h="88038">
                <a:moveTo>
                  <a:pt x="475" y="0"/>
                </a:moveTo>
                <a:cubicBezTo>
                  <a:pt x="475" y="0"/>
                  <a:pt x="159" y="476"/>
                  <a:pt x="0" y="793"/>
                </a:cubicBezTo>
                <a:lnTo>
                  <a:pt x="83077" y="53775"/>
                </a:lnTo>
                <a:lnTo>
                  <a:pt x="136982" y="88038"/>
                </a:lnTo>
                <a:lnTo>
                  <a:pt x="140469" y="86769"/>
                </a:lnTo>
                <a:lnTo>
                  <a:pt x="475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43" name="Freeform 642">
            <a:extLst>
              <a:ext uri="{FF2B5EF4-FFF2-40B4-BE49-F238E27FC236}">
                <a16:creationId xmlns:a16="http://schemas.microsoft.com/office/drawing/2014/main" id="{AA8341DC-E2C1-232D-CE81-0C6C66C73765}"/>
              </a:ext>
            </a:extLst>
          </p:cNvPr>
          <p:cNvSpPr/>
          <p:nvPr userDrawn="1"/>
        </p:nvSpPr>
        <p:spPr>
          <a:xfrm>
            <a:off x="10353766" y="4017830"/>
            <a:ext cx="150299" cy="80732"/>
          </a:xfrm>
          <a:custGeom>
            <a:avLst/>
            <a:gdLst>
              <a:gd name="connsiteX0" fmla="*/ 0 w 150299"/>
              <a:gd name="connsiteY0" fmla="*/ 6980 h 93748"/>
              <a:gd name="connsiteX1" fmla="*/ 139994 w 150299"/>
              <a:gd name="connsiteY1" fmla="*/ 93749 h 93748"/>
              <a:gd name="connsiteX2" fmla="*/ 150300 w 150299"/>
              <a:gd name="connsiteY2" fmla="*/ 90100 h 93748"/>
              <a:gd name="connsiteX3" fmla="*/ 4757 w 150299"/>
              <a:gd name="connsiteY3" fmla="*/ 0 h 93748"/>
              <a:gd name="connsiteX4" fmla="*/ 0 w 150299"/>
              <a:gd name="connsiteY4" fmla="*/ 6980 h 937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0299" h="93748">
                <a:moveTo>
                  <a:pt x="0" y="6980"/>
                </a:moveTo>
                <a:lnTo>
                  <a:pt x="139994" y="93749"/>
                </a:lnTo>
                <a:lnTo>
                  <a:pt x="150300" y="90100"/>
                </a:lnTo>
                <a:lnTo>
                  <a:pt x="4757" y="0"/>
                </a:lnTo>
                <a:cubicBezTo>
                  <a:pt x="3330" y="2538"/>
                  <a:pt x="1586" y="4759"/>
                  <a:pt x="0" y="698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44" name="Freeform 643">
            <a:extLst>
              <a:ext uri="{FF2B5EF4-FFF2-40B4-BE49-F238E27FC236}">
                <a16:creationId xmlns:a16="http://schemas.microsoft.com/office/drawing/2014/main" id="{64D9704D-DB69-ACCC-09EF-9A5A4E506820}"/>
              </a:ext>
            </a:extLst>
          </p:cNvPr>
          <p:cNvSpPr/>
          <p:nvPr userDrawn="1"/>
        </p:nvSpPr>
        <p:spPr>
          <a:xfrm>
            <a:off x="11543953" y="4761793"/>
            <a:ext cx="614039" cy="327438"/>
          </a:xfrm>
          <a:custGeom>
            <a:avLst/>
            <a:gdLst>
              <a:gd name="connsiteX0" fmla="*/ 0 w 614039"/>
              <a:gd name="connsiteY0" fmla="*/ 0 h 380229"/>
              <a:gd name="connsiteX1" fmla="*/ 614040 w 614039"/>
              <a:gd name="connsiteY1" fmla="*/ 380229 h 380229"/>
              <a:gd name="connsiteX2" fmla="*/ 614040 w 614039"/>
              <a:gd name="connsiteY2" fmla="*/ 370236 h 380229"/>
              <a:gd name="connsiteX3" fmla="*/ 17282 w 614039"/>
              <a:gd name="connsiteY3" fmla="*/ 635 h 380229"/>
              <a:gd name="connsiteX4" fmla="*/ 0 w 614039"/>
              <a:gd name="connsiteY4" fmla="*/ 0 h 3802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14039" h="380229">
                <a:moveTo>
                  <a:pt x="0" y="0"/>
                </a:moveTo>
                <a:lnTo>
                  <a:pt x="614040" y="380229"/>
                </a:lnTo>
                <a:lnTo>
                  <a:pt x="614040" y="370236"/>
                </a:lnTo>
                <a:lnTo>
                  <a:pt x="17282" y="63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45" name="Freeform 644">
            <a:extLst>
              <a:ext uri="{FF2B5EF4-FFF2-40B4-BE49-F238E27FC236}">
                <a16:creationId xmlns:a16="http://schemas.microsoft.com/office/drawing/2014/main" id="{0F5151B7-DB3C-AEE4-9CB0-CF2F9282FC41}"/>
              </a:ext>
            </a:extLst>
          </p:cNvPr>
          <p:cNvSpPr/>
          <p:nvPr userDrawn="1"/>
        </p:nvSpPr>
        <p:spPr>
          <a:xfrm>
            <a:off x="10848264" y="4328898"/>
            <a:ext cx="698226" cy="365550"/>
          </a:xfrm>
          <a:custGeom>
            <a:avLst/>
            <a:gdLst>
              <a:gd name="connsiteX0" fmla="*/ 0 w 698226"/>
              <a:gd name="connsiteY0" fmla="*/ 2221 h 424486"/>
              <a:gd name="connsiteX1" fmla="*/ 19184 w 698226"/>
              <a:gd name="connsiteY1" fmla="*/ 13959 h 424486"/>
              <a:gd name="connsiteX2" fmla="*/ 680945 w 698226"/>
              <a:gd name="connsiteY2" fmla="*/ 423852 h 424486"/>
              <a:gd name="connsiteX3" fmla="*/ 698227 w 698226"/>
              <a:gd name="connsiteY3" fmla="*/ 424486 h 424486"/>
              <a:gd name="connsiteX4" fmla="*/ 12684 w 698226"/>
              <a:gd name="connsiteY4" fmla="*/ 0 h 424486"/>
              <a:gd name="connsiteX5" fmla="*/ 0 w 698226"/>
              <a:gd name="connsiteY5" fmla="*/ 2221 h 4244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98226" h="424486">
                <a:moveTo>
                  <a:pt x="0" y="2221"/>
                </a:moveTo>
                <a:lnTo>
                  <a:pt x="19184" y="13959"/>
                </a:lnTo>
                <a:lnTo>
                  <a:pt x="680945" y="423852"/>
                </a:lnTo>
                <a:lnTo>
                  <a:pt x="698227" y="424486"/>
                </a:lnTo>
                <a:lnTo>
                  <a:pt x="12684" y="0"/>
                </a:lnTo>
                <a:lnTo>
                  <a:pt x="0" y="2221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46" name="Freeform 645">
            <a:extLst>
              <a:ext uri="{FF2B5EF4-FFF2-40B4-BE49-F238E27FC236}">
                <a16:creationId xmlns:a16="http://schemas.microsoft.com/office/drawing/2014/main" id="{1DE76138-76EE-4968-C399-2EB7F3FF1431}"/>
              </a:ext>
            </a:extLst>
          </p:cNvPr>
          <p:cNvSpPr/>
          <p:nvPr userDrawn="1"/>
        </p:nvSpPr>
        <p:spPr>
          <a:xfrm>
            <a:off x="10503115" y="4113641"/>
            <a:ext cx="346893" cy="181408"/>
          </a:xfrm>
          <a:custGeom>
            <a:avLst/>
            <a:gdLst>
              <a:gd name="connsiteX0" fmla="*/ 346893 w 346893"/>
              <a:gd name="connsiteY0" fmla="*/ 208436 h 210656"/>
              <a:gd name="connsiteX1" fmla="*/ 10305 w 346893"/>
              <a:gd name="connsiteY1" fmla="*/ 0 h 210656"/>
              <a:gd name="connsiteX2" fmla="*/ 0 w 346893"/>
              <a:gd name="connsiteY2" fmla="*/ 3648 h 210656"/>
              <a:gd name="connsiteX3" fmla="*/ 334368 w 346893"/>
              <a:gd name="connsiteY3" fmla="*/ 210657 h 210656"/>
              <a:gd name="connsiteX4" fmla="*/ 346893 w 346893"/>
              <a:gd name="connsiteY4" fmla="*/ 208436 h 2106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6893" h="210656">
                <a:moveTo>
                  <a:pt x="346893" y="208436"/>
                </a:moveTo>
                <a:lnTo>
                  <a:pt x="10305" y="0"/>
                </a:lnTo>
                <a:lnTo>
                  <a:pt x="0" y="3648"/>
                </a:lnTo>
                <a:lnTo>
                  <a:pt x="334368" y="210657"/>
                </a:lnTo>
                <a:lnTo>
                  <a:pt x="346893" y="208436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48" name="Freeform 647">
            <a:extLst>
              <a:ext uri="{FF2B5EF4-FFF2-40B4-BE49-F238E27FC236}">
                <a16:creationId xmlns:a16="http://schemas.microsoft.com/office/drawing/2014/main" id="{067DA14A-2961-167C-0C91-C0F24A1BDF78}"/>
              </a:ext>
            </a:extLst>
          </p:cNvPr>
          <p:cNvSpPr/>
          <p:nvPr userDrawn="1"/>
        </p:nvSpPr>
        <p:spPr>
          <a:xfrm>
            <a:off x="10361536" y="4004506"/>
            <a:ext cx="212289" cy="71716"/>
          </a:xfrm>
          <a:custGeom>
            <a:avLst/>
            <a:gdLst>
              <a:gd name="connsiteX0" fmla="*/ 158 w 212289"/>
              <a:gd name="connsiteY0" fmla="*/ 8407 h 83279"/>
              <a:gd name="connsiteX1" fmla="*/ 199765 w 212289"/>
              <a:gd name="connsiteY1" fmla="*/ 83279 h 83279"/>
              <a:gd name="connsiteX2" fmla="*/ 212289 w 212289"/>
              <a:gd name="connsiteY2" fmla="*/ 78838 h 83279"/>
              <a:gd name="connsiteX3" fmla="*/ 2219 w 212289"/>
              <a:gd name="connsiteY3" fmla="*/ 0 h 83279"/>
              <a:gd name="connsiteX4" fmla="*/ 0 w 212289"/>
              <a:gd name="connsiteY4" fmla="*/ 8249 h 83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2289" h="83279">
                <a:moveTo>
                  <a:pt x="158" y="8407"/>
                </a:moveTo>
                <a:lnTo>
                  <a:pt x="199765" y="83279"/>
                </a:lnTo>
                <a:lnTo>
                  <a:pt x="212289" y="78838"/>
                </a:lnTo>
                <a:lnTo>
                  <a:pt x="2219" y="0"/>
                </a:lnTo>
                <a:cubicBezTo>
                  <a:pt x="1426" y="2697"/>
                  <a:pt x="1109" y="5711"/>
                  <a:pt x="0" y="8249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49" name="Freeform 648">
            <a:extLst>
              <a:ext uri="{FF2B5EF4-FFF2-40B4-BE49-F238E27FC236}">
                <a16:creationId xmlns:a16="http://schemas.microsoft.com/office/drawing/2014/main" id="{6EE5CC30-4FA0-A846-2BB3-F4FC5208227D}"/>
              </a:ext>
            </a:extLst>
          </p:cNvPr>
          <p:cNvSpPr/>
          <p:nvPr userDrawn="1"/>
        </p:nvSpPr>
        <p:spPr>
          <a:xfrm>
            <a:off x="10573825" y="4088103"/>
            <a:ext cx="522083" cy="167066"/>
          </a:xfrm>
          <a:custGeom>
            <a:avLst/>
            <a:gdLst>
              <a:gd name="connsiteX0" fmla="*/ 522084 w 522083"/>
              <a:gd name="connsiteY0" fmla="*/ 191146 h 194001"/>
              <a:gd name="connsiteX1" fmla="*/ 12526 w 522083"/>
              <a:gd name="connsiteY1" fmla="*/ 0 h 194001"/>
              <a:gd name="connsiteX2" fmla="*/ 0 w 522083"/>
              <a:gd name="connsiteY2" fmla="*/ 4442 h 194001"/>
              <a:gd name="connsiteX3" fmla="*/ 505596 w 522083"/>
              <a:gd name="connsiteY3" fmla="*/ 194001 h 194001"/>
              <a:gd name="connsiteX4" fmla="*/ 522084 w 522083"/>
              <a:gd name="connsiteY4" fmla="*/ 191146 h 194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2083" h="194001">
                <a:moveTo>
                  <a:pt x="522084" y="191146"/>
                </a:moveTo>
                <a:lnTo>
                  <a:pt x="12526" y="0"/>
                </a:lnTo>
                <a:lnTo>
                  <a:pt x="0" y="4442"/>
                </a:lnTo>
                <a:lnTo>
                  <a:pt x="505596" y="194001"/>
                </a:lnTo>
                <a:lnTo>
                  <a:pt x="522084" y="191146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50" name="Freeform 649">
            <a:extLst>
              <a:ext uri="{FF2B5EF4-FFF2-40B4-BE49-F238E27FC236}">
                <a16:creationId xmlns:a16="http://schemas.microsoft.com/office/drawing/2014/main" id="{2072ABE2-CCD7-9BA6-14BD-E649D63C1D26}"/>
              </a:ext>
            </a:extLst>
          </p:cNvPr>
          <p:cNvSpPr/>
          <p:nvPr userDrawn="1"/>
        </p:nvSpPr>
        <p:spPr>
          <a:xfrm>
            <a:off x="11095116" y="4285276"/>
            <a:ext cx="1062876" cy="345743"/>
          </a:xfrm>
          <a:custGeom>
            <a:avLst/>
            <a:gdLst>
              <a:gd name="connsiteX0" fmla="*/ 0 w 1062876"/>
              <a:gd name="connsiteY0" fmla="*/ 2855 h 401485"/>
              <a:gd name="connsiteX1" fmla="*/ 1062877 w 1062876"/>
              <a:gd name="connsiteY1" fmla="*/ 401485 h 401485"/>
              <a:gd name="connsiteX2" fmla="*/ 1062877 w 1062876"/>
              <a:gd name="connsiteY2" fmla="*/ 392444 h 401485"/>
              <a:gd name="connsiteX3" fmla="*/ 16647 w 1062876"/>
              <a:gd name="connsiteY3" fmla="*/ 0 h 401485"/>
              <a:gd name="connsiteX4" fmla="*/ 0 w 1062876"/>
              <a:gd name="connsiteY4" fmla="*/ 2855 h 4014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62876" h="401485">
                <a:moveTo>
                  <a:pt x="0" y="2855"/>
                </a:moveTo>
                <a:lnTo>
                  <a:pt x="1062877" y="401485"/>
                </a:lnTo>
                <a:lnTo>
                  <a:pt x="1062877" y="392444"/>
                </a:lnTo>
                <a:lnTo>
                  <a:pt x="16647" y="0"/>
                </a:lnTo>
                <a:lnTo>
                  <a:pt x="0" y="2855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52" name="Freeform 651">
            <a:extLst>
              <a:ext uri="{FF2B5EF4-FFF2-40B4-BE49-F238E27FC236}">
                <a16:creationId xmlns:a16="http://schemas.microsoft.com/office/drawing/2014/main" id="{330D04FE-4A84-9F58-480D-7BC744897FB4}"/>
              </a:ext>
            </a:extLst>
          </p:cNvPr>
          <p:cNvSpPr/>
          <p:nvPr userDrawn="1"/>
        </p:nvSpPr>
        <p:spPr>
          <a:xfrm>
            <a:off x="9018988" y="4656146"/>
            <a:ext cx="3139004" cy="111195"/>
          </a:xfrm>
          <a:custGeom>
            <a:avLst/>
            <a:gdLst>
              <a:gd name="connsiteX0" fmla="*/ 2510221 w 3139004"/>
              <a:gd name="connsiteY0" fmla="*/ 96604 h 129122"/>
              <a:gd name="connsiteX1" fmla="*/ 2490879 w 3139004"/>
              <a:gd name="connsiteY1" fmla="*/ 95811 h 129122"/>
              <a:gd name="connsiteX2" fmla="*/ 2474231 w 3139004"/>
              <a:gd name="connsiteY2" fmla="*/ 95176 h 129122"/>
              <a:gd name="connsiteX3" fmla="*/ 2360714 w 3139004"/>
              <a:gd name="connsiteY3" fmla="*/ 90735 h 129122"/>
              <a:gd name="connsiteX4" fmla="*/ 2345177 w 3139004"/>
              <a:gd name="connsiteY4" fmla="*/ 90101 h 129122"/>
              <a:gd name="connsiteX5" fmla="*/ 1110 w 3139004"/>
              <a:gd name="connsiteY5" fmla="*/ 0 h 129122"/>
              <a:gd name="connsiteX6" fmla="*/ 1427 w 3139004"/>
              <a:gd name="connsiteY6" fmla="*/ 1428 h 129122"/>
              <a:gd name="connsiteX7" fmla="*/ 0 w 3139004"/>
              <a:gd name="connsiteY7" fmla="*/ 8407 h 129122"/>
              <a:gd name="connsiteX8" fmla="*/ 2357860 w 3139004"/>
              <a:gd name="connsiteY8" fmla="*/ 98984 h 129122"/>
              <a:gd name="connsiteX9" fmla="*/ 2373397 w 3139004"/>
              <a:gd name="connsiteY9" fmla="*/ 99618 h 129122"/>
              <a:gd name="connsiteX10" fmla="*/ 2488500 w 3139004"/>
              <a:gd name="connsiteY10" fmla="*/ 104059 h 129122"/>
              <a:gd name="connsiteX11" fmla="*/ 2505147 w 3139004"/>
              <a:gd name="connsiteY11" fmla="*/ 104694 h 129122"/>
              <a:gd name="connsiteX12" fmla="*/ 2524965 w 3139004"/>
              <a:gd name="connsiteY12" fmla="*/ 105487 h 129122"/>
              <a:gd name="connsiteX13" fmla="*/ 2542247 w 3139004"/>
              <a:gd name="connsiteY13" fmla="*/ 106122 h 129122"/>
              <a:gd name="connsiteX14" fmla="*/ 3139005 w 3139004"/>
              <a:gd name="connsiteY14" fmla="*/ 129123 h 129122"/>
              <a:gd name="connsiteX15" fmla="*/ 3139005 w 3139004"/>
              <a:gd name="connsiteY15" fmla="*/ 120557 h 129122"/>
              <a:gd name="connsiteX16" fmla="*/ 2527502 w 3139004"/>
              <a:gd name="connsiteY16" fmla="*/ 97080 h 129122"/>
              <a:gd name="connsiteX17" fmla="*/ 2510221 w 3139004"/>
              <a:gd name="connsiteY17" fmla="*/ 96446 h 1291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139004" h="129122">
                <a:moveTo>
                  <a:pt x="2510221" y="96604"/>
                </a:moveTo>
                <a:lnTo>
                  <a:pt x="2490879" y="95811"/>
                </a:lnTo>
                <a:lnTo>
                  <a:pt x="2474231" y="95176"/>
                </a:lnTo>
                <a:lnTo>
                  <a:pt x="2360714" y="90735"/>
                </a:lnTo>
                <a:lnTo>
                  <a:pt x="2345177" y="90101"/>
                </a:lnTo>
                <a:lnTo>
                  <a:pt x="1110" y="0"/>
                </a:lnTo>
                <a:cubicBezTo>
                  <a:pt x="1110" y="0"/>
                  <a:pt x="1427" y="952"/>
                  <a:pt x="1427" y="1428"/>
                </a:cubicBezTo>
                <a:cubicBezTo>
                  <a:pt x="1427" y="3966"/>
                  <a:pt x="159" y="6028"/>
                  <a:pt x="0" y="8407"/>
                </a:cubicBezTo>
                <a:lnTo>
                  <a:pt x="2357860" y="98984"/>
                </a:lnTo>
                <a:lnTo>
                  <a:pt x="2373397" y="99618"/>
                </a:lnTo>
                <a:lnTo>
                  <a:pt x="2488500" y="104059"/>
                </a:lnTo>
                <a:lnTo>
                  <a:pt x="2505147" y="104694"/>
                </a:lnTo>
                <a:lnTo>
                  <a:pt x="2524965" y="105487"/>
                </a:lnTo>
                <a:lnTo>
                  <a:pt x="2542247" y="106122"/>
                </a:lnTo>
                <a:lnTo>
                  <a:pt x="3139005" y="129123"/>
                </a:lnTo>
                <a:lnTo>
                  <a:pt x="3139005" y="120557"/>
                </a:lnTo>
                <a:lnTo>
                  <a:pt x="2527502" y="97080"/>
                </a:lnTo>
                <a:lnTo>
                  <a:pt x="2510221" y="96446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54" name="Freeform 653">
            <a:extLst>
              <a:ext uri="{FF2B5EF4-FFF2-40B4-BE49-F238E27FC236}">
                <a16:creationId xmlns:a16="http://schemas.microsoft.com/office/drawing/2014/main" id="{DC2B3DA4-E9B4-4ED8-623F-ABA5D10A7F25}"/>
              </a:ext>
            </a:extLst>
          </p:cNvPr>
          <p:cNvSpPr/>
          <p:nvPr userDrawn="1"/>
        </p:nvSpPr>
        <p:spPr>
          <a:xfrm>
            <a:off x="12080782" y="4180264"/>
            <a:ext cx="77210" cy="112560"/>
          </a:xfrm>
          <a:custGeom>
            <a:avLst/>
            <a:gdLst>
              <a:gd name="connsiteX0" fmla="*/ 2854 w 77210"/>
              <a:gd name="connsiteY0" fmla="*/ 0 h 130708"/>
              <a:gd name="connsiteX1" fmla="*/ 0 w 77210"/>
              <a:gd name="connsiteY1" fmla="*/ 1903 h 130708"/>
              <a:gd name="connsiteX2" fmla="*/ 77211 w 77210"/>
              <a:gd name="connsiteY2" fmla="*/ 130709 h 130708"/>
              <a:gd name="connsiteX3" fmla="*/ 77211 w 77210"/>
              <a:gd name="connsiteY3" fmla="*/ 114053 h 130708"/>
              <a:gd name="connsiteX4" fmla="*/ 62308 w 77210"/>
              <a:gd name="connsiteY4" fmla="*/ 89149 h 130708"/>
              <a:gd name="connsiteX5" fmla="*/ 2854 w 77210"/>
              <a:gd name="connsiteY5" fmla="*/ 0 h 1307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7210" h="130708">
                <a:moveTo>
                  <a:pt x="2854" y="0"/>
                </a:moveTo>
                <a:cubicBezTo>
                  <a:pt x="1902" y="634"/>
                  <a:pt x="951" y="1428"/>
                  <a:pt x="0" y="1903"/>
                </a:cubicBezTo>
                <a:lnTo>
                  <a:pt x="77211" y="130709"/>
                </a:lnTo>
                <a:lnTo>
                  <a:pt x="77211" y="114053"/>
                </a:lnTo>
                <a:lnTo>
                  <a:pt x="62308" y="89149"/>
                </a:lnTo>
                <a:lnTo>
                  <a:pt x="2854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55" name="Freeform 654">
            <a:extLst>
              <a:ext uri="{FF2B5EF4-FFF2-40B4-BE49-F238E27FC236}">
                <a16:creationId xmlns:a16="http://schemas.microsoft.com/office/drawing/2014/main" id="{97513489-D7CC-3FF2-DC01-91819CB013A7}"/>
              </a:ext>
            </a:extLst>
          </p:cNvPr>
          <p:cNvSpPr/>
          <p:nvPr userDrawn="1"/>
        </p:nvSpPr>
        <p:spPr>
          <a:xfrm>
            <a:off x="12083636" y="4179790"/>
            <a:ext cx="74356" cy="96578"/>
          </a:xfrm>
          <a:custGeom>
            <a:avLst/>
            <a:gdLst>
              <a:gd name="connsiteX0" fmla="*/ 793 w 74356"/>
              <a:gd name="connsiteY0" fmla="*/ 0 h 112149"/>
              <a:gd name="connsiteX1" fmla="*/ 0 w 74356"/>
              <a:gd name="connsiteY1" fmla="*/ 634 h 112149"/>
              <a:gd name="connsiteX2" fmla="*/ 59454 w 74356"/>
              <a:gd name="connsiteY2" fmla="*/ 89783 h 112149"/>
              <a:gd name="connsiteX3" fmla="*/ 74357 w 74356"/>
              <a:gd name="connsiteY3" fmla="*/ 112149 h 112149"/>
              <a:gd name="connsiteX4" fmla="*/ 74357 w 74356"/>
              <a:gd name="connsiteY4" fmla="*/ 107073 h 112149"/>
              <a:gd name="connsiteX5" fmla="*/ 793 w 74356"/>
              <a:gd name="connsiteY5" fmla="*/ 159 h 112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4356" h="112149">
                <a:moveTo>
                  <a:pt x="793" y="0"/>
                </a:moveTo>
                <a:cubicBezTo>
                  <a:pt x="793" y="0"/>
                  <a:pt x="316" y="317"/>
                  <a:pt x="0" y="634"/>
                </a:cubicBezTo>
                <a:lnTo>
                  <a:pt x="59454" y="89783"/>
                </a:lnTo>
                <a:lnTo>
                  <a:pt x="74357" y="112149"/>
                </a:lnTo>
                <a:lnTo>
                  <a:pt x="74357" y="107073"/>
                </a:lnTo>
                <a:lnTo>
                  <a:pt x="793" y="15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56" name="Freeform 655">
            <a:extLst>
              <a:ext uri="{FF2B5EF4-FFF2-40B4-BE49-F238E27FC236}">
                <a16:creationId xmlns:a16="http://schemas.microsoft.com/office/drawing/2014/main" id="{F83AD289-7334-9A9D-AF2E-7F0B88556E3F}"/>
              </a:ext>
            </a:extLst>
          </p:cNvPr>
          <p:cNvSpPr/>
          <p:nvPr userDrawn="1"/>
        </p:nvSpPr>
        <p:spPr>
          <a:xfrm>
            <a:off x="12084428" y="4178520"/>
            <a:ext cx="73564" cy="93027"/>
          </a:xfrm>
          <a:custGeom>
            <a:avLst/>
            <a:gdLst>
              <a:gd name="connsiteX0" fmla="*/ 1426 w 73564"/>
              <a:gd name="connsiteY0" fmla="*/ 159 h 108025"/>
              <a:gd name="connsiteX1" fmla="*/ 0 w 73564"/>
              <a:gd name="connsiteY1" fmla="*/ 1110 h 108025"/>
              <a:gd name="connsiteX2" fmla="*/ 73564 w 73564"/>
              <a:gd name="connsiteY2" fmla="*/ 108025 h 108025"/>
              <a:gd name="connsiteX3" fmla="*/ 73564 w 73564"/>
              <a:gd name="connsiteY3" fmla="*/ 99935 h 108025"/>
              <a:gd name="connsiteX4" fmla="*/ 1426 w 73564"/>
              <a:gd name="connsiteY4" fmla="*/ 0 h 108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3564" h="108025">
                <a:moveTo>
                  <a:pt x="1426" y="159"/>
                </a:moveTo>
                <a:cubicBezTo>
                  <a:pt x="1426" y="159"/>
                  <a:pt x="475" y="793"/>
                  <a:pt x="0" y="1110"/>
                </a:cubicBezTo>
                <a:lnTo>
                  <a:pt x="73564" y="108025"/>
                </a:lnTo>
                <a:lnTo>
                  <a:pt x="73564" y="99935"/>
                </a:lnTo>
                <a:lnTo>
                  <a:pt x="1426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57" name="Freeform 656">
            <a:extLst>
              <a:ext uri="{FF2B5EF4-FFF2-40B4-BE49-F238E27FC236}">
                <a16:creationId xmlns:a16="http://schemas.microsoft.com/office/drawing/2014/main" id="{50EBD23F-16C2-FCFD-8649-8CABFCE2A47B}"/>
              </a:ext>
            </a:extLst>
          </p:cNvPr>
          <p:cNvSpPr/>
          <p:nvPr userDrawn="1"/>
        </p:nvSpPr>
        <p:spPr>
          <a:xfrm>
            <a:off x="12086014" y="4178361"/>
            <a:ext cx="71820" cy="86333"/>
          </a:xfrm>
          <a:custGeom>
            <a:avLst/>
            <a:gdLst>
              <a:gd name="connsiteX0" fmla="*/ 476 w 71820"/>
              <a:gd name="connsiteY0" fmla="*/ 0 h 100252"/>
              <a:gd name="connsiteX1" fmla="*/ 0 w 71820"/>
              <a:gd name="connsiteY1" fmla="*/ 317 h 100252"/>
              <a:gd name="connsiteX2" fmla="*/ 71821 w 71820"/>
              <a:gd name="connsiteY2" fmla="*/ 100253 h 100252"/>
              <a:gd name="connsiteX3" fmla="*/ 71821 w 71820"/>
              <a:gd name="connsiteY3" fmla="*/ 96763 h 100252"/>
              <a:gd name="connsiteX4" fmla="*/ 317 w 71820"/>
              <a:gd name="connsiteY4" fmla="*/ 0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1820" h="100252">
                <a:moveTo>
                  <a:pt x="476" y="0"/>
                </a:moveTo>
                <a:cubicBezTo>
                  <a:pt x="476" y="0"/>
                  <a:pt x="0" y="317"/>
                  <a:pt x="0" y="317"/>
                </a:cubicBezTo>
                <a:lnTo>
                  <a:pt x="71821" y="100253"/>
                </a:lnTo>
                <a:lnTo>
                  <a:pt x="71821" y="96763"/>
                </a:lnTo>
                <a:lnTo>
                  <a:pt x="317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58" name="Freeform 657">
            <a:extLst>
              <a:ext uri="{FF2B5EF4-FFF2-40B4-BE49-F238E27FC236}">
                <a16:creationId xmlns:a16="http://schemas.microsoft.com/office/drawing/2014/main" id="{6263B199-083B-F041-0FE1-D064522D8216}"/>
              </a:ext>
            </a:extLst>
          </p:cNvPr>
          <p:cNvSpPr/>
          <p:nvPr userDrawn="1"/>
        </p:nvSpPr>
        <p:spPr>
          <a:xfrm>
            <a:off x="12086490" y="4173603"/>
            <a:ext cx="71503" cy="87426"/>
          </a:xfrm>
          <a:custGeom>
            <a:avLst/>
            <a:gdLst>
              <a:gd name="connsiteX0" fmla="*/ 0 w 71503"/>
              <a:gd name="connsiteY0" fmla="*/ 4759 h 101521"/>
              <a:gd name="connsiteX1" fmla="*/ 71503 w 71503"/>
              <a:gd name="connsiteY1" fmla="*/ 101521 h 101521"/>
              <a:gd name="connsiteX2" fmla="*/ 71503 w 71503"/>
              <a:gd name="connsiteY2" fmla="*/ 87086 h 101521"/>
              <a:gd name="connsiteX3" fmla="*/ 7135 w 71503"/>
              <a:gd name="connsiteY3" fmla="*/ 0 h 101521"/>
              <a:gd name="connsiteX4" fmla="*/ 0 w 71503"/>
              <a:gd name="connsiteY4" fmla="*/ 4759 h 1015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1503" h="101521">
                <a:moveTo>
                  <a:pt x="0" y="4759"/>
                </a:moveTo>
                <a:lnTo>
                  <a:pt x="71503" y="101521"/>
                </a:lnTo>
                <a:lnTo>
                  <a:pt x="71503" y="87086"/>
                </a:lnTo>
                <a:lnTo>
                  <a:pt x="7135" y="0"/>
                </a:lnTo>
                <a:cubicBezTo>
                  <a:pt x="4915" y="1903"/>
                  <a:pt x="2378" y="3172"/>
                  <a:pt x="0" y="4759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59" name="Freeform 658">
            <a:extLst>
              <a:ext uri="{FF2B5EF4-FFF2-40B4-BE49-F238E27FC236}">
                <a16:creationId xmlns:a16="http://schemas.microsoft.com/office/drawing/2014/main" id="{15C2504B-C056-03D4-C494-074FCB5A8692}"/>
              </a:ext>
            </a:extLst>
          </p:cNvPr>
          <p:cNvSpPr/>
          <p:nvPr userDrawn="1"/>
        </p:nvSpPr>
        <p:spPr>
          <a:xfrm>
            <a:off x="12082367" y="3937089"/>
            <a:ext cx="75466" cy="105731"/>
          </a:xfrm>
          <a:custGeom>
            <a:avLst/>
            <a:gdLst>
              <a:gd name="connsiteX0" fmla="*/ 7135 w 75466"/>
              <a:gd name="connsiteY0" fmla="*/ 122619 h 122777"/>
              <a:gd name="connsiteX1" fmla="*/ 75467 w 75466"/>
              <a:gd name="connsiteY1" fmla="*/ 15704 h 122777"/>
              <a:gd name="connsiteX2" fmla="*/ 75467 w 75466"/>
              <a:gd name="connsiteY2" fmla="*/ 0 h 122777"/>
              <a:gd name="connsiteX3" fmla="*/ 0 w 75466"/>
              <a:gd name="connsiteY3" fmla="*/ 118019 h 122777"/>
              <a:gd name="connsiteX4" fmla="*/ 6976 w 75466"/>
              <a:gd name="connsiteY4" fmla="*/ 122778 h 1227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5466" h="122777">
                <a:moveTo>
                  <a:pt x="7135" y="122619"/>
                </a:moveTo>
                <a:lnTo>
                  <a:pt x="75467" y="15704"/>
                </a:lnTo>
                <a:lnTo>
                  <a:pt x="75467" y="0"/>
                </a:lnTo>
                <a:lnTo>
                  <a:pt x="0" y="118019"/>
                </a:lnTo>
                <a:cubicBezTo>
                  <a:pt x="2536" y="119446"/>
                  <a:pt x="4756" y="121033"/>
                  <a:pt x="6976" y="122778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60" name="Freeform 659">
            <a:extLst>
              <a:ext uri="{FF2B5EF4-FFF2-40B4-BE49-F238E27FC236}">
                <a16:creationId xmlns:a16="http://schemas.microsoft.com/office/drawing/2014/main" id="{C7F1BD73-01F3-7E60-A7EF-C463B8DFC5A2}"/>
              </a:ext>
            </a:extLst>
          </p:cNvPr>
          <p:cNvSpPr/>
          <p:nvPr userDrawn="1"/>
        </p:nvSpPr>
        <p:spPr>
          <a:xfrm>
            <a:off x="12054146" y="3369679"/>
            <a:ext cx="103846" cy="583842"/>
          </a:xfrm>
          <a:custGeom>
            <a:avLst/>
            <a:gdLst>
              <a:gd name="connsiteX0" fmla="*/ 8086 w 103846"/>
              <a:gd name="connsiteY0" fmla="*/ 677973 h 677972"/>
              <a:gd name="connsiteX1" fmla="*/ 103847 w 103846"/>
              <a:gd name="connsiteY1" fmla="*/ 55202 h 677972"/>
              <a:gd name="connsiteX2" fmla="*/ 103847 w 103846"/>
              <a:gd name="connsiteY2" fmla="*/ 0 h 677972"/>
              <a:gd name="connsiteX3" fmla="*/ 0 w 103846"/>
              <a:gd name="connsiteY3" fmla="*/ 676386 h 677972"/>
              <a:gd name="connsiteX4" fmla="*/ 8245 w 103846"/>
              <a:gd name="connsiteY4" fmla="*/ 677973 h 6779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3846" h="677972">
                <a:moveTo>
                  <a:pt x="8086" y="677973"/>
                </a:moveTo>
                <a:lnTo>
                  <a:pt x="103847" y="55202"/>
                </a:lnTo>
                <a:lnTo>
                  <a:pt x="103847" y="0"/>
                </a:lnTo>
                <a:lnTo>
                  <a:pt x="0" y="676386"/>
                </a:lnTo>
                <a:cubicBezTo>
                  <a:pt x="2855" y="676704"/>
                  <a:pt x="5550" y="677497"/>
                  <a:pt x="8245" y="677973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61" name="Freeform 660">
            <a:extLst>
              <a:ext uri="{FF2B5EF4-FFF2-40B4-BE49-F238E27FC236}">
                <a16:creationId xmlns:a16="http://schemas.microsoft.com/office/drawing/2014/main" id="{2B692892-A968-EA5C-F1D0-EAC14ACB4B40}"/>
              </a:ext>
            </a:extLst>
          </p:cNvPr>
          <p:cNvSpPr/>
          <p:nvPr userDrawn="1"/>
        </p:nvSpPr>
        <p:spPr>
          <a:xfrm>
            <a:off x="11849942" y="4098571"/>
            <a:ext cx="17757" cy="45719"/>
          </a:xfrm>
          <a:custGeom>
            <a:avLst/>
            <a:gdLst>
              <a:gd name="connsiteX0" fmla="*/ 7135 w 17757"/>
              <a:gd name="connsiteY0" fmla="*/ 9042 h 9835"/>
              <a:gd name="connsiteX1" fmla="*/ 17758 w 17757"/>
              <a:gd name="connsiteY1" fmla="*/ 9835 h 9835"/>
              <a:gd name="connsiteX2" fmla="*/ 10147 w 17757"/>
              <a:gd name="connsiteY2" fmla="*/ 793 h 9835"/>
              <a:gd name="connsiteX3" fmla="*/ 0 w 17757"/>
              <a:gd name="connsiteY3" fmla="*/ 0 h 9835"/>
              <a:gd name="connsiteX4" fmla="*/ 7135 w 17757"/>
              <a:gd name="connsiteY4" fmla="*/ 9042 h 98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757" h="9835">
                <a:moveTo>
                  <a:pt x="7135" y="9042"/>
                </a:moveTo>
                <a:lnTo>
                  <a:pt x="17758" y="9835"/>
                </a:lnTo>
                <a:lnTo>
                  <a:pt x="10147" y="793"/>
                </a:lnTo>
                <a:lnTo>
                  <a:pt x="0" y="0"/>
                </a:lnTo>
                <a:lnTo>
                  <a:pt x="7135" y="904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62" name="Freeform 661">
            <a:extLst>
              <a:ext uri="{FF2B5EF4-FFF2-40B4-BE49-F238E27FC236}">
                <a16:creationId xmlns:a16="http://schemas.microsoft.com/office/drawing/2014/main" id="{B223C8B9-370E-C1C0-5728-C12B330A95D7}"/>
              </a:ext>
            </a:extLst>
          </p:cNvPr>
          <p:cNvSpPr/>
          <p:nvPr userDrawn="1"/>
        </p:nvSpPr>
        <p:spPr>
          <a:xfrm>
            <a:off x="11947288" y="4106027"/>
            <a:ext cx="28696" cy="45719"/>
          </a:xfrm>
          <a:custGeom>
            <a:avLst/>
            <a:gdLst>
              <a:gd name="connsiteX0" fmla="*/ 28696 w 28696"/>
              <a:gd name="connsiteY0" fmla="*/ 2221 h 10627"/>
              <a:gd name="connsiteX1" fmla="*/ 0 w 28696"/>
              <a:gd name="connsiteY1" fmla="*/ 0 h 10627"/>
              <a:gd name="connsiteX2" fmla="*/ 6817 w 28696"/>
              <a:gd name="connsiteY2" fmla="*/ 9042 h 10627"/>
              <a:gd name="connsiteX3" fmla="*/ 26953 w 28696"/>
              <a:gd name="connsiteY3" fmla="*/ 10628 h 10627"/>
              <a:gd name="connsiteX4" fmla="*/ 28696 w 28696"/>
              <a:gd name="connsiteY4" fmla="*/ 2221 h 10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696" h="10627">
                <a:moveTo>
                  <a:pt x="28696" y="2221"/>
                </a:moveTo>
                <a:lnTo>
                  <a:pt x="0" y="0"/>
                </a:lnTo>
                <a:lnTo>
                  <a:pt x="6817" y="9042"/>
                </a:lnTo>
                <a:lnTo>
                  <a:pt x="26953" y="10628"/>
                </a:lnTo>
                <a:cubicBezTo>
                  <a:pt x="26953" y="7614"/>
                  <a:pt x="28221" y="5076"/>
                  <a:pt x="28696" y="2221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63" name="Freeform 662">
            <a:extLst>
              <a:ext uri="{FF2B5EF4-FFF2-40B4-BE49-F238E27FC236}">
                <a16:creationId xmlns:a16="http://schemas.microsoft.com/office/drawing/2014/main" id="{26BE033D-7CF7-43CB-522D-9C6171E0592E}"/>
              </a:ext>
            </a:extLst>
          </p:cNvPr>
          <p:cNvSpPr/>
          <p:nvPr userDrawn="1"/>
        </p:nvSpPr>
        <p:spPr>
          <a:xfrm>
            <a:off x="10365975" y="3984677"/>
            <a:ext cx="401907" cy="45719"/>
          </a:xfrm>
          <a:custGeom>
            <a:avLst/>
            <a:gdLst>
              <a:gd name="connsiteX0" fmla="*/ 382090 w 401907"/>
              <a:gd name="connsiteY0" fmla="*/ 37753 h 37753"/>
              <a:gd name="connsiteX1" fmla="*/ 401908 w 401907"/>
              <a:gd name="connsiteY1" fmla="*/ 30774 h 37753"/>
              <a:gd name="connsiteX2" fmla="*/ 1744 w 401907"/>
              <a:gd name="connsiteY2" fmla="*/ 0 h 37753"/>
              <a:gd name="connsiteX3" fmla="*/ 0 w 401907"/>
              <a:gd name="connsiteY3" fmla="*/ 8407 h 37753"/>
              <a:gd name="connsiteX4" fmla="*/ 381932 w 401907"/>
              <a:gd name="connsiteY4" fmla="*/ 37753 h 377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01907" h="37753">
                <a:moveTo>
                  <a:pt x="382090" y="37753"/>
                </a:moveTo>
                <a:lnTo>
                  <a:pt x="401908" y="30774"/>
                </a:lnTo>
                <a:lnTo>
                  <a:pt x="1744" y="0"/>
                </a:lnTo>
                <a:cubicBezTo>
                  <a:pt x="1744" y="3014"/>
                  <a:pt x="476" y="5552"/>
                  <a:pt x="0" y="8407"/>
                </a:cubicBezTo>
                <a:lnTo>
                  <a:pt x="381932" y="37753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64" name="Freeform 663">
            <a:extLst>
              <a:ext uri="{FF2B5EF4-FFF2-40B4-BE49-F238E27FC236}">
                <a16:creationId xmlns:a16="http://schemas.microsoft.com/office/drawing/2014/main" id="{DAB1B612-681D-F1FA-0293-203627992B25}"/>
              </a:ext>
            </a:extLst>
          </p:cNvPr>
          <p:cNvSpPr/>
          <p:nvPr userDrawn="1"/>
        </p:nvSpPr>
        <p:spPr>
          <a:xfrm>
            <a:off x="10769309" y="4017038"/>
            <a:ext cx="1046070" cy="75268"/>
          </a:xfrm>
          <a:custGeom>
            <a:avLst/>
            <a:gdLst>
              <a:gd name="connsiteX0" fmla="*/ 0 w 1046070"/>
              <a:gd name="connsiteY0" fmla="*/ 6980 h 87403"/>
              <a:gd name="connsiteX1" fmla="*/ 1046070 w 1046070"/>
              <a:gd name="connsiteY1" fmla="*/ 87404 h 87403"/>
              <a:gd name="connsiteX2" fmla="*/ 1038778 w 1046070"/>
              <a:gd name="connsiteY2" fmla="*/ 78362 h 87403"/>
              <a:gd name="connsiteX3" fmla="*/ 19818 w 1046070"/>
              <a:gd name="connsiteY3" fmla="*/ 0 h 87403"/>
              <a:gd name="connsiteX4" fmla="*/ 0 w 1046070"/>
              <a:gd name="connsiteY4" fmla="*/ 6980 h 874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46070" h="87403">
                <a:moveTo>
                  <a:pt x="0" y="6980"/>
                </a:moveTo>
                <a:lnTo>
                  <a:pt x="1046070" y="87404"/>
                </a:lnTo>
                <a:lnTo>
                  <a:pt x="1038778" y="78362"/>
                </a:lnTo>
                <a:lnTo>
                  <a:pt x="19818" y="0"/>
                </a:lnTo>
                <a:lnTo>
                  <a:pt x="0" y="698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65" name="Freeform 664">
            <a:extLst>
              <a:ext uri="{FF2B5EF4-FFF2-40B4-BE49-F238E27FC236}">
                <a16:creationId xmlns:a16="http://schemas.microsoft.com/office/drawing/2014/main" id="{CE6BF49D-7258-90D0-4F1D-A43DB181624B}"/>
              </a:ext>
            </a:extLst>
          </p:cNvPr>
          <p:cNvSpPr/>
          <p:nvPr userDrawn="1"/>
        </p:nvSpPr>
        <p:spPr>
          <a:xfrm>
            <a:off x="11871821" y="4100316"/>
            <a:ext cx="20452" cy="45719"/>
          </a:xfrm>
          <a:custGeom>
            <a:avLst/>
            <a:gdLst>
              <a:gd name="connsiteX0" fmla="*/ 7611 w 20452"/>
              <a:gd name="connsiteY0" fmla="*/ 9042 h 9993"/>
              <a:gd name="connsiteX1" fmla="*/ 20453 w 20452"/>
              <a:gd name="connsiteY1" fmla="*/ 9994 h 9993"/>
              <a:gd name="connsiteX2" fmla="*/ 13159 w 20452"/>
              <a:gd name="connsiteY2" fmla="*/ 952 h 9993"/>
              <a:gd name="connsiteX3" fmla="*/ 0 w 20452"/>
              <a:gd name="connsiteY3" fmla="*/ 0 h 9993"/>
              <a:gd name="connsiteX4" fmla="*/ 7611 w 20452"/>
              <a:gd name="connsiteY4" fmla="*/ 9042 h 99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452" h="9993">
                <a:moveTo>
                  <a:pt x="7611" y="9042"/>
                </a:moveTo>
                <a:lnTo>
                  <a:pt x="20453" y="9994"/>
                </a:lnTo>
                <a:lnTo>
                  <a:pt x="13159" y="952"/>
                </a:lnTo>
                <a:lnTo>
                  <a:pt x="0" y="0"/>
                </a:lnTo>
                <a:lnTo>
                  <a:pt x="7611" y="904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66" name="Freeform 665">
            <a:extLst>
              <a:ext uri="{FF2B5EF4-FFF2-40B4-BE49-F238E27FC236}">
                <a16:creationId xmlns:a16="http://schemas.microsoft.com/office/drawing/2014/main" id="{E275BF3A-A82D-22D6-3DD0-44CBB9A1234D}"/>
              </a:ext>
            </a:extLst>
          </p:cNvPr>
          <p:cNvSpPr/>
          <p:nvPr userDrawn="1"/>
        </p:nvSpPr>
        <p:spPr>
          <a:xfrm>
            <a:off x="11830283" y="4097144"/>
            <a:ext cx="15379" cy="45719"/>
          </a:xfrm>
          <a:custGeom>
            <a:avLst/>
            <a:gdLst>
              <a:gd name="connsiteX0" fmla="*/ 7452 w 15379"/>
              <a:gd name="connsiteY0" fmla="*/ 9042 h 9517"/>
              <a:gd name="connsiteX1" fmla="*/ 15379 w 15379"/>
              <a:gd name="connsiteY1" fmla="*/ 9518 h 9517"/>
              <a:gd name="connsiteX2" fmla="*/ 8245 w 15379"/>
              <a:gd name="connsiteY2" fmla="*/ 635 h 9517"/>
              <a:gd name="connsiteX3" fmla="*/ 0 w 15379"/>
              <a:gd name="connsiteY3" fmla="*/ 0 h 9517"/>
              <a:gd name="connsiteX4" fmla="*/ 7452 w 15379"/>
              <a:gd name="connsiteY4" fmla="*/ 9042 h 95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379" h="9517">
                <a:moveTo>
                  <a:pt x="7452" y="9042"/>
                </a:moveTo>
                <a:lnTo>
                  <a:pt x="15379" y="9518"/>
                </a:lnTo>
                <a:lnTo>
                  <a:pt x="8245" y="635"/>
                </a:lnTo>
                <a:lnTo>
                  <a:pt x="0" y="0"/>
                </a:lnTo>
                <a:lnTo>
                  <a:pt x="7452" y="904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67" name="Freeform 666">
            <a:extLst>
              <a:ext uri="{FF2B5EF4-FFF2-40B4-BE49-F238E27FC236}">
                <a16:creationId xmlns:a16="http://schemas.microsoft.com/office/drawing/2014/main" id="{8F530FC1-4763-C532-4CE1-45DC0A5284D4}"/>
              </a:ext>
            </a:extLst>
          </p:cNvPr>
          <p:cNvSpPr/>
          <p:nvPr userDrawn="1"/>
        </p:nvSpPr>
        <p:spPr>
          <a:xfrm>
            <a:off x="11896712" y="4102220"/>
            <a:ext cx="33928" cy="45719"/>
          </a:xfrm>
          <a:custGeom>
            <a:avLst/>
            <a:gdLst>
              <a:gd name="connsiteX0" fmla="*/ 7293 w 33928"/>
              <a:gd name="connsiteY0" fmla="*/ 9042 h 11103"/>
              <a:gd name="connsiteX1" fmla="*/ 33929 w 33928"/>
              <a:gd name="connsiteY1" fmla="*/ 11104 h 11103"/>
              <a:gd name="connsiteX2" fmla="*/ 27429 w 33928"/>
              <a:gd name="connsiteY2" fmla="*/ 2062 h 11103"/>
              <a:gd name="connsiteX3" fmla="*/ 0 w 33928"/>
              <a:gd name="connsiteY3" fmla="*/ 0 h 11103"/>
              <a:gd name="connsiteX4" fmla="*/ 7293 w 33928"/>
              <a:gd name="connsiteY4" fmla="*/ 9042 h 11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928" h="11103">
                <a:moveTo>
                  <a:pt x="7293" y="9042"/>
                </a:moveTo>
                <a:lnTo>
                  <a:pt x="33929" y="11104"/>
                </a:lnTo>
                <a:lnTo>
                  <a:pt x="27429" y="2062"/>
                </a:lnTo>
                <a:lnTo>
                  <a:pt x="0" y="0"/>
                </a:lnTo>
                <a:lnTo>
                  <a:pt x="7293" y="904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68" name="Freeform 667">
            <a:extLst>
              <a:ext uri="{FF2B5EF4-FFF2-40B4-BE49-F238E27FC236}">
                <a16:creationId xmlns:a16="http://schemas.microsoft.com/office/drawing/2014/main" id="{BB3D78BD-F318-3967-38BE-CF3D97A348AB}"/>
              </a:ext>
            </a:extLst>
          </p:cNvPr>
          <p:cNvSpPr/>
          <p:nvPr userDrawn="1"/>
        </p:nvSpPr>
        <p:spPr>
          <a:xfrm>
            <a:off x="11884029" y="4140289"/>
            <a:ext cx="16964" cy="45719"/>
          </a:xfrm>
          <a:custGeom>
            <a:avLst/>
            <a:gdLst>
              <a:gd name="connsiteX0" fmla="*/ 5866 w 16964"/>
              <a:gd name="connsiteY0" fmla="*/ 9359 h 9358"/>
              <a:gd name="connsiteX1" fmla="*/ 16964 w 16964"/>
              <a:gd name="connsiteY1" fmla="*/ 7455 h 9358"/>
              <a:gd name="connsiteX2" fmla="*/ 10622 w 16964"/>
              <a:gd name="connsiteY2" fmla="*/ 0 h 9358"/>
              <a:gd name="connsiteX3" fmla="*/ 0 w 16964"/>
              <a:gd name="connsiteY3" fmla="*/ 1745 h 9358"/>
              <a:gd name="connsiteX4" fmla="*/ 5866 w 16964"/>
              <a:gd name="connsiteY4" fmla="*/ 9359 h 93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964" h="9358">
                <a:moveTo>
                  <a:pt x="5866" y="9359"/>
                </a:moveTo>
                <a:lnTo>
                  <a:pt x="16964" y="7455"/>
                </a:lnTo>
                <a:lnTo>
                  <a:pt x="10622" y="0"/>
                </a:lnTo>
                <a:lnTo>
                  <a:pt x="0" y="1745"/>
                </a:lnTo>
                <a:lnTo>
                  <a:pt x="5866" y="935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69" name="Freeform 668">
            <a:extLst>
              <a:ext uri="{FF2B5EF4-FFF2-40B4-BE49-F238E27FC236}">
                <a16:creationId xmlns:a16="http://schemas.microsoft.com/office/drawing/2014/main" id="{9293C525-13F2-27A6-9CEA-CC22B1FD2DFB}"/>
              </a:ext>
            </a:extLst>
          </p:cNvPr>
          <p:cNvSpPr/>
          <p:nvPr userDrawn="1"/>
        </p:nvSpPr>
        <p:spPr>
          <a:xfrm>
            <a:off x="11923506" y="4131565"/>
            <a:ext cx="26318" cy="45719"/>
          </a:xfrm>
          <a:custGeom>
            <a:avLst/>
            <a:gdLst>
              <a:gd name="connsiteX0" fmla="*/ 6025 w 26318"/>
              <a:gd name="connsiteY0" fmla="*/ 11263 h 11262"/>
              <a:gd name="connsiteX1" fmla="*/ 26319 w 26318"/>
              <a:gd name="connsiteY1" fmla="*/ 7773 h 11262"/>
              <a:gd name="connsiteX2" fmla="*/ 20610 w 26318"/>
              <a:gd name="connsiteY2" fmla="*/ 0 h 11262"/>
              <a:gd name="connsiteX3" fmla="*/ 0 w 26318"/>
              <a:gd name="connsiteY3" fmla="*/ 3649 h 11262"/>
              <a:gd name="connsiteX4" fmla="*/ 6025 w 26318"/>
              <a:gd name="connsiteY4" fmla="*/ 11263 h 112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6318" h="11262">
                <a:moveTo>
                  <a:pt x="6025" y="11263"/>
                </a:moveTo>
                <a:lnTo>
                  <a:pt x="26319" y="7773"/>
                </a:lnTo>
                <a:lnTo>
                  <a:pt x="20610" y="0"/>
                </a:lnTo>
                <a:lnTo>
                  <a:pt x="0" y="3649"/>
                </a:lnTo>
                <a:lnTo>
                  <a:pt x="6025" y="11263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70" name="Freeform 669">
            <a:extLst>
              <a:ext uri="{FF2B5EF4-FFF2-40B4-BE49-F238E27FC236}">
                <a16:creationId xmlns:a16="http://schemas.microsoft.com/office/drawing/2014/main" id="{2B679F29-CE14-6ED5-D2E0-910943537172}"/>
              </a:ext>
            </a:extLst>
          </p:cNvPr>
          <p:cNvSpPr/>
          <p:nvPr userDrawn="1"/>
        </p:nvSpPr>
        <p:spPr>
          <a:xfrm>
            <a:off x="11868809" y="4143780"/>
            <a:ext cx="11733" cy="45719"/>
          </a:xfrm>
          <a:custGeom>
            <a:avLst/>
            <a:gdLst>
              <a:gd name="connsiteX0" fmla="*/ 6183 w 11733"/>
              <a:gd name="connsiteY0" fmla="*/ 8566 h 8565"/>
              <a:gd name="connsiteX1" fmla="*/ 11733 w 11733"/>
              <a:gd name="connsiteY1" fmla="*/ 7614 h 8565"/>
              <a:gd name="connsiteX2" fmla="*/ 5708 w 11733"/>
              <a:gd name="connsiteY2" fmla="*/ 0 h 8565"/>
              <a:gd name="connsiteX3" fmla="*/ 0 w 11733"/>
              <a:gd name="connsiteY3" fmla="*/ 952 h 8565"/>
              <a:gd name="connsiteX4" fmla="*/ 6183 w 11733"/>
              <a:gd name="connsiteY4" fmla="*/ 8566 h 85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733" h="8565">
                <a:moveTo>
                  <a:pt x="6183" y="8566"/>
                </a:moveTo>
                <a:lnTo>
                  <a:pt x="11733" y="7614"/>
                </a:lnTo>
                <a:lnTo>
                  <a:pt x="5708" y="0"/>
                </a:lnTo>
                <a:lnTo>
                  <a:pt x="0" y="952"/>
                </a:lnTo>
                <a:lnTo>
                  <a:pt x="6183" y="8566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71" name="Freeform 670">
            <a:extLst>
              <a:ext uri="{FF2B5EF4-FFF2-40B4-BE49-F238E27FC236}">
                <a16:creationId xmlns:a16="http://schemas.microsoft.com/office/drawing/2014/main" id="{BEED017E-61D6-3C31-AAB5-199A0F925F23}"/>
              </a:ext>
            </a:extLst>
          </p:cNvPr>
          <p:cNvSpPr/>
          <p:nvPr userDrawn="1"/>
        </p:nvSpPr>
        <p:spPr>
          <a:xfrm>
            <a:off x="11904165" y="4136958"/>
            <a:ext cx="15854" cy="45719"/>
          </a:xfrm>
          <a:custGeom>
            <a:avLst/>
            <a:gdLst>
              <a:gd name="connsiteX0" fmla="*/ 6341 w 15854"/>
              <a:gd name="connsiteY0" fmla="*/ 9200 h 9200"/>
              <a:gd name="connsiteX1" fmla="*/ 15854 w 15854"/>
              <a:gd name="connsiteY1" fmla="*/ 7455 h 9200"/>
              <a:gd name="connsiteX2" fmla="*/ 9671 w 15854"/>
              <a:gd name="connsiteY2" fmla="*/ 0 h 9200"/>
              <a:gd name="connsiteX3" fmla="*/ 0 w 15854"/>
              <a:gd name="connsiteY3" fmla="*/ 1586 h 9200"/>
              <a:gd name="connsiteX4" fmla="*/ 6341 w 15854"/>
              <a:gd name="connsiteY4" fmla="*/ 9200 h 9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854" h="9200">
                <a:moveTo>
                  <a:pt x="6341" y="9200"/>
                </a:moveTo>
                <a:lnTo>
                  <a:pt x="15854" y="7455"/>
                </a:lnTo>
                <a:lnTo>
                  <a:pt x="9671" y="0"/>
                </a:lnTo>
                <a:lnTo>
                  <a:pt x="0" y="1586"/>
                </a:lnTo>
                <a:lnTo>
                  <a:pt x="6341" y="920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72" name="Freeform 671">
            <a:extLst>
              <a:ext uri="{FF2B5EF4-FFF2-40B4-BE49-F238E27FC236}">
                <a16:creationId xmlns:a16="http://schemas.microsoft.com/office/drawing/2014/main" id="{A40AE32B-6B03-9A72-C066-028C1952B23A}"/>
              </a:ext>
            </a:extLst>
          </p:cNvPr>
          <p:cNvSpPr/>
          <p:nvPr userDrawn="1"/>
        </p:nvSpPr>
        <p:spPr>
          <a:xfrm>
            <a:off x="11964093" y="4126172"/>
            <a:ext cx="13159" cy="45719"/>
          </a:xfrm>
          <a:custGeom>
            <a:avLst/>
            <a:gdLst>
              <a:gd name="connsiteX0" fmla="*/ 11574 w 13159"/>
              <a:gd name="connsiteY0" fmla="*/ 0 h 9676"/>
              <a:gd name="connsiteX1" fmla="*/ 0 w 13159"/>
              <a:gd name="connsiteY1" fmla="*/ 2062 h 9676"/>
              <a:gd name="connsiteX2" fmla="*/ 5866 w 13159"/>
              <a:gd name="connsiteY2" fmla="*/ 9676 h 9676"/>
              <a:gd name="connsiteX3" fmla="*/ 13159 w 13159"/>
              <a:gd name="connsiteY3" fmla="*/ 8407 h 9676"/>
              <a:gd name="connsiteX4" fmla="*/ 11416 w 13159"/>
              <a:gd name="connsiteY4" fmla="*/ 0 h 96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159" h="9676">
                <a:moveTo>
                  <a:pt x="11574" y="0"/>
                </a:moveTo>
                <a:lnTo>
                  <a:pt x="0" y="2062"/>
                </a:lnTo>
                <a:lnTo>
                  <a:pt x="5866" y="9676"/>
                </a:lnTo>
                <a:lnTo>
                  <a:pt x="13159" y="8407"/>
                </a:lnTo>
                <a:cubicBezTo>
                  <a:pt x="12526" y="5711"/>
                  <a:pt x="11732" y="2855"/>
                  <a:pt x="11416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73" name="Freeform 672">
            <a:extLst>
              <a:ext uri="{FF2B5EF4-FFF2-40B4-BE49-F238E27FC236}">
                <a16:creationId xmlns:a16="http://schemas.microsoft.com/office/drawing/2014/main" id="{40344BF0-346C-C351-59F3-D30B3CA3A9AC}"/>
              </a:ext>
            </a:extLst>
          </p:cNvPr>
          <p:cNvSpPr/>
          <p:nvPr userDrawn="1"/>
        </p:nvSpPr>
        <p:spPr>
          <a:xfrm>
            <a:off x="9011798" y="4148063"/>
            <a:ext cx="2844169" cy="492062"/>
          </a:xfrm>
          <a:custGeom>
            <a:avLst/>
            <a:gdLst>
              <a:gd name="connsiteX0" fmla="*/ 2062335 w 2838881"/>
              <a:gd name="connsiteY0" fmla="*/ 134040 h 501579"/>
              <a:gd name="connsiteX1" fmla="*/ 1832923 w 2838881"/>
              <a:gd name="connsiteY1" fmla="*/ 174014 h 501579"/>
              <a:gd name="connsiteX2" fmla="*/ 1820239 w 2838881"/>
              <a:gd name="connsiteY2" fmla="*/ 176235 h 501579"/>
              <a:gd name="connsiteX3" fmla="*/ 1808507 w 2838881"/>
              <a:gd name="connsiteY3" fmla="*/ 178297 h 501579"/>
              <a:gd name="connsiteX4" fmla="*/ 1776798 w 2838881"/>
              <a:gd name="connsiteY4" fmla="*/ 183849 h 501579"/>
              <a:gd name="connsiteX5" fmla="*/ 1765066 w 2838881"/>
              <a:gd name="connsiteY5" fmla="*/ 185911 h 501579"/>
              <a:gd name="connsiteX6" fmla="*/ 0 w 2838881"/>
              <a:gd name="connsiteY6" fmla="*/ 493172 h 501579"/>
              <a:gd name="connsiteX7" fmla="*/ 1745 w 2838881"/>
              <a:gd name="connsiteY7" fmla="*/ 501579 h 501579"/>
              <a:gd name="connsiteX8" fmla="*/ 1774895 w 2838881"/>
              <a:gd name="connsiteY8" fmla="*/ 192891 h 501579"/>
              <a:gd name="connsiteX9" fmla="*/ 1786628 w 2838881"/>
              <a:gd name="connsiteY9" fmla="*/ 190828 h 501579"/>
              <a:gd name="connsiteX10" fmla="*/ 1819287 w 2838881"/>
              <a:gd name="connsiteY10" fmla="*/ 185118 h 501579"/>
              <a:gd name="connsiteX11" fmla="*/ 1831178 w 2838881"/>
              <a:gd name="connsiteY11" fmla="*/ 183056 h 501579"/>
              <a:gd name="connsiteX12" fmla="*/ 1843704 w 2838881"/>
              <a:gd name="connsiteY12" fmla="*/ 180835 h 501579"/>
              <a:gd name="connsiteX13" fmla="*/ 2077872 w 2838881"/>
              <a:gd name="connsiteY13" fmla="*/ 140068 h 501579"/>
              <a:gd name="connsiteX14" fmla="*/ 2094361 w 2838881"/>
              <a:gd name="connsiteY14" fmla="*/ 137213 h 501579"/>
              <a:gd name="connsiteX15" fmla="*/ 2838881 w 2838881"/>
              <a:gd name="connsiteY15" fmla="*/ 7614 h 501579"/>
              <a:gd name="connsiteX16" fmla="*/ 2832699 w 2838881"/>
              <a:gd name="connsiteY16" fmla="*/ 0 h 501579"/>
              <a:gd name="connsiteX17" fmla="*/ 2078507 w 2838881"/>
              <a:gd name="connsiteY17" fmla="*/ 131343 h 501579"/>
              <a:gd name="connsiteX18" fmla="*/ 2062018 w 2838881"/>
              <a:gd name="connsiteY18" fmla="*/ 134199 h 5015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2838881" h="501579">
                <a:moveTo>
                  <a:pt x="2062335" y="134040"/>
                </a:moveTo>
                <a:lnTo>
                  <a:pt x="1832923" y="174014"/>
                </a:lnTo>
                <a:lnTo>
                  <a:pt x="1820239" y="176235"/>
                </a:lnTo>
                <a:lnTo>
                  <a:pt x="1808507" y="178297"/>
                </a:lnTo>
                <a:lnTo>
                  <a:pt x="1776798" y="183849"/>
                </a:lnTo>
                <a:lnTo>
                  <a:pt x="1765066" y="185911"/>
                </a:lnTo>
                <a:lnTo>
                  <a:pt x="0" y="493172"/>
                </a:lnTo>
                <a:cubicBezTo>
                  <a:pt x="635" y="495869"/>
                  <a:pt x="1427" y="498724"/>
                  <a:pt x="1745" y="501579"/>
                </a:cubicBezTo>
                <a:lnTo>
                  <a:pt x="1774895" y="192891"/>
                </a:lnTo>
                <a:lnTo>
                  <a:pt x="1786628" y="190828"/>
                </a:lnTo>
                <a:lnTo>
                  <a:pt x="1819287" y="185118"/>
                </a:lnTo>
                <a:lnTo>
                  <a:pt x="1831178" y="183056"/>
                </a:lnTo>
                <a:lnTo>
                  <a:pt x="1843704" y="180835"/>
                </a:lnTo>
                <a:lnTo>
                  <a:pt x="2077872" y="140068"/>
                </a:lnTo>
                <a:lnTo>
                  <a:pt x="2094361" y="137213"/>
                </a:lnTo>
                <a:lnTo>
                  <a:pt x="2838881" y="7614"/>
                </a:lnTo>
                <a:lnTo>
                  <a:pt x="2832699" y="0"/>
                </a:lnTo>
                <a:lnTo>
                  <a:pt x="2078507" y="131343"/>
                </a:lnTo>
                <a:lnTo>
                  <a:pt x="2062018" y="13419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74" name="Freeform 673">
            <a:extLst>
              <a:ext uri="{FF2B5EF4-FFF2-40B4-BE49-F238E27FC236}">
                <a16:creationId xmlns:a16="http://schemas.microsoft.com/office/drawing/2014/main" id="{1519CAF7-8E08-BF02-E90D-847184590566}"/>
              </a:ext>
            </a:extLst>
          </p:cNvPr>
          <p:cNvSpPr/>
          <p:nvPr userDrawn="1"/>
        </p:nvSpPr>
        <p:spPr>
          <a:xfrm>
            <a:off x="11681886" y="3773861"/>
            <a:ext cx="476106" cy="559253"/>
          </a:xfrm>
          <a:custGeom>
            <a:avLst/>
            <a:gdLst>
              <a:gd name="connsiteX0" fmla="*/ 159 w 476106"/>
              <a:gd name="connsiteY0" fmla="*/ 0 h 649419"/>
              <a:gd name="connsiteX1" fmla="*/ 0 w 476106"/>
              <a:gd name="connsiteY1" fmla="*/ 0 h 649419"/>
              <a:gd name="connsiteX2" fmla="*/ 242255 w 476106"/>
              <a:gd name="connsiteY2" fmla="*/ 330421 h 649419"/>
              <a:gd name="connsiteX3" fmla="*/ 248755 w 476106"/>
              <a:gd name="connsiteY3" fmla="*/ 339462 h 649419"/>
              <a:gd name="connsiteX4" fmla="*/ 262231 w 476106"/>
              <a:gd name="connsiteY4" fmla="*/ 357704 h 649419"/>
              <a:gd name="connsiteX5" fmla="*/ 267939 w 476106"/>
              <a:gd name="connsiteY5" fmla="*/ 365477 h 649419"/>
              <a:gd name="connsiteX6" fmla="*/ 476107 w 476106"/>
              <a:gd name="connsiteY6" fmla="*/ 649420 h 649419"/>
              <a:gd name="connsiteX7" fmla="*/ 476107 w 476106"/>
              <a:gd name="connsiteY7" fmla="*/ 646248 h 649419"/>
              <a:gd name="connsiteX8" fmla="*/ 159 w 476106"/>
              <a:gd name="connsiteY8" fmla="*/ 0 h 6494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76106" h="649419">
                <a:moveTo>
                  <a:pt x="159" y="0"/>
                </a:moveTo>
                <a:lnTo>
                  <a:pt x="0" y="0"/>
                </a:lnTo>
                <a:lnTo>
                  <a:pt x="242255" y="330421"/>
                </a:lnTo>
                <a:lnTo>
                  <a:pt x="248755" y="339462"/>
                </a:lnTo>
                <a:lnTo>
                  <a:pt x="262231" y="357704"/>
                </a:lnTo>
                <a:lnTo>
                  <a:pt x="267939" y="365477"/>
                </a:lnTo>
                <a:lnTo>
                  <a:pt x="476107" y="649420"/>
                </a:lnTo>
                <a:lnTo>
                  <a:pt x="476107" y="646248"/>
                </a:lnTo>
                <a:lnTo>
                  <a:pt x="159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75" name="Freeform 674">
            <a:extLst>
              <a:ext uri="{FF2B5EF4-FFF2-40B4-BE49-F238E27FC236}">
                <a16:creationId xmlns:a16="http://schemas.microsoft.com/office/drawing/2014/main" id="{AB6F7336-3B24-581D-5707-2804AE7818A5}"/>
              </a:ext>
            </a:extLst>
          </p:cNvPr>
          <p:cNvSpPr/>
          <p:nvPr userDrawn="1"/>
        </p:nvSpPr>
        <p:spPr>
          <a:xfrm>
            <a:off x="11960606" y="4137594"/>
            <a:ext cx="197386" cy="230860"/>
          </a:xfrm>
          <a:custGeom>
            <a:avLst/>
            <a:gdLst>
              <a:gd name="connsiteX0" fmla="*/ 197387 w 197386"/>
              <a:gd name="connsiteY0" fmla="*/ 268080 h 268080"/>
              <a:gd name="connsiteX1" fmla="*/ 197387 w 197386"/>
              <a:gd name="connsiteY1" fmla="*/ 259197 h 268080"/>
              <a:gd name="connsiteX2" fmla="*/ 0 w 197386"/>
              <a:gd name="connsiteY2" fmla="*/ 0 h 268080"/>
              <a:gd name="connsiteX3" fmla="*/ 197387 w 197386"/>
              <a:gd name="connsiteY3" fmla="*/ 268080 h 268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7386" h="268080">
                <a:moveTo>
                  <a:pt x="197387" y="268080"/>
                </a:moveTo>
                <a:lnTo>
                  <a:pt x="197387" y="259197"/>
                </a:lnTo>
                <a:lnTo>
                  <a:pt x="0" y="0"/>
                </a:lnTo>
                <a:lnTo>
                  <a:pt x="197387" y="26808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76" name="Freeform 675">
            <a:extLst>
              <a:ext uri="{FF2B5EF4-FFF2-40B4-BE49-F238E27FC236}">
                <a16:creationId xmlns:a16="http://schemas.microsoft.com/office/drawing/2014/main" id="{F4C515C0-BE93-2C98-41BF-E0A17045056D}"/>
              </a:ext>
            </a:extLst>
          </p:cNvPr>
          <p:cNvSpPr/>
          <p:nvPr userDrawn="1"/>
        </p:nvSpPr>
        <p:spPr>
          <a:xfrm>
            <a:off x="11682045" y="3773227"/>
            <a:ext cx="475948" cy="557068"/>
          </a:xfrm>
          <a:custGeom>
            <a:avLst/>
            <a:gdLst>
              <a:gd name="connsiteX0" fmla="*/ 951 w 475948"/>
              <a:gd name="connsiteY0" fmla="*/ 0 h 646882"/>
              <a:gd name="connsiteX1" fmla="*/ 0 w 475948"/>
              <a:gd name="connsiteY1" fmla="*/ 634 h 646882"/>
              <a:gd name="connsiteX2" fmla="*/ 475948 w 475948"/>
              <a:gd name="connsiteY2" fmla="*/ 646882 h 646882"/>
              <a:gd name="connsiteX3" fmla="*/ 475948 w 475948"/>
              <a:gd name="connsiteY3" fmla="*/ 632447 h 646882"/>
              <a:gd name="connsiteX4" fmla="*/ 278561 w 475948"/>
              <a:gd name="connsiteY4" fmla="*/ 364367 h 646882"/>
              <a:gd name="connsiteX5" fmla="*/ 1110 w 475948"/>
              <a:gd name="connsiteY5" fmla="*/ 0 h 6468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948" h="646882">
                <a:moveTo>
                  <a:pt x="951" y="0"/>
                </a:moveTo>
                <a:cubicBezTo>
                  <a:pt x="951" y="0"/>
                  <a:pt x="317" y="476"/>
                  <a:pt x="0" y="634"/>
                </a:cubicBezTo>
                <a:lnTo>
                  <a:pt x="475948" y="646882"/>
                </a:lnTo>
                <a:lnTo>
                  <a:pt x="475948" y="632447"/>
                </a:lnTo>
                <a:lnTo>
                  <a:pt x="278561" y="364367"/>
                </a:lnTo>
                <a:lnTo>
                  <a:pt x="1110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77" name="Freeform 676">
            <a:extLst>
              <a:ext uri="{FF2B5EF4-FFF2-40B4-BE49-F238E27FC236}">
                <a16:creationId xmlns:a16="http://schemas.microsoft.com/office/drawing/2014/main" id="{212BD322-BE22-95A3-24FE-73400E1D3280}"/>
              </a:ext>
            </a:extLst>
          </p:cNvPr>
          <p:cNvSpPr/>
          <p:nvPr userDrawn="1"/>
        </p:nvSpPr>
        <p:spPr>
          <a:xfrm>
            <a:off x="11682996" y="3768310"/>
            <a:ext cx="474838" cy="541085"/>
          </a:xfrm>
          <a:custGeom>
            <a:avLst/>
            <a:gdLst>
              <a:gd name="connsiteX0" fmla="*/ 309160 w 474838"/>
              <a:gd name="connsiteY0" fmla="*/ 396568 h 628322"/>
              <a:gd name="connsiteX1" fmla="*/ 286963 w 474838"/>
              <a:gd name="connsiteY1" fmla="*/ 367381 h 628322"/>
              <a:gd name="connsiteX2" fmla="*/ 281097 w 474838"/>
              <a:gd name="connsiteY2" fmla="*/ 359766 h 628322"/>
              <a:gd name="connsiteX3" fmla="*/ 271109 w 474838"/>
              <a:gd name="connsiteY3" fmla="*/ 346759 h 628322"/>
              <a:gd name="connsiteX4" fmla="*/ 264292 w 474838"/>
              <a:gd name="connsiteY4" fmla="*/ 337717 h 628322"/>
              <a:gd name="connsiteX5" fmla="*/ 7135 w 474838"/>
              <a:gd name="connsiteY5" fmla="*/ 0 h 628322"/>
              <a:gd name="connsiteX6" fmla="*/ 0 w 474838"/>
              <a:gd name="connsiteY6" fmla="*/ 4759 h 628322"/>
              <a:gd name="connsiteX7" fmla="*/ 277451 w 474838"/>
              <a:gd name="connsiteY7" fmla="*/ 369126 h 628322"/>
              <a:gd name="connsiteX8" fmla="*/ 474838 w 474838"/>
              <a:gd name="connsiteY8" fmla="*/ 628322 h 628322"/>
              <a:gd name="connsiteX9" fmla="*/ 474838 w 474838"/>
              <a:gd name="connsiteY9" fmla="*/ 614204 h 628322"/>
              <a:gd name="connsiteX10" fmla="*/ 313124 w 474838"/>
              <a:gd name="connsiteY10" fmla="*/ 401961 h 628322"/>
              <a:gd name="connsiteX11" fmla="*/ 308843 w 474838"/>
              <a:gd name="connsiteY11" fmla="*/ 396410 h 6283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474838" h="628322">
                <a:moveTo>
                  <a:pt x="309160" y="396568"/>
                </a:moveTo>
                <a:lnTo>
                  <a:pt x="286963" y="367381"/>
                </a:lnTo>
                <a:lnTo>
                  <a:pt x="281097" y="359766"/>
                </a:lnTo>
                <a:lnTo>
                  <a:pt x="271109" y="346759"/>
                </a:lnTo>
                <a:lnTo>
                  <a:pt x="264292" y="337717"/>
                </a:lnTo>
                <a:lnTo>
                  <a:pt x="7135" y="0"/>
                </a:lnTo>
                <a:cubicBezTo>
                  <a:pt x="4915" y="1903"/>
                  <a:pt x="2379" y="3172"/>
                  <a:pt x="0" y="4759"/>
                </a:cubicBezTo>
                <a:lnTo>
                  <a:pt x="277451" y="369126"/>
                </a:lnTo>
                <a:lnTo>
                  <a:pt x="474838" y="628322"/>
                </a:lnTo>
                <a:lnTo>
                  <a:pt x="474838" y="614204"/>
                </a:lnTo>
                <a:lnTo>
                  <a:pt x="313124" y="401961"/>
                </a:lnTo>
                <a:cubicBezTo>
                  <a:pt x="311380" y="400216"/>
                  <a:pt x="310429" y="398154"/>
                  <a:pt x="308843" y="39641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78" name="Freeform 677">
            <a:extLst>
              <a:ext uri="{FF2B5EF4-FFF2-40B4-BE49-F238E27FC236}">
                <a16:creationId xmlns:a16="http://schemas.microsoft.com/office/drawing/2014/main" id="{E79A5710-68DE-9C64-B253-66F4BE2433A1}"/>
              </a:ext>
            </a:extLst>
          </p:cNvPr>
          <p:cNvSpPr/>
          <p:nvPr userDrawn="1"/>
        </p:nvSpPr>
        <p:spPr>
          <a:xfrm>
            <a:off x="11686801" y="3110166"/>
            <a:ext cx="471191" cy="474286"/>
          </a:xfrm>
          <a:custGeom>
            <a:avLst/>
            <a:gdLst>
              <a:gd name="connsiteX0" fmla="*/ 6976 w 471191"/>
              <a:gd name="connsiteY0" fmla="*/ 550754 h 550753"/>
              <a:gd name="connsiteX1" fmla="*/ 471192 w 471191"/>
              <a:gd name="connsiteY1" fmla="*/ 13008 h 550753"/>
              <a:gd name="connsiteX2" fmla="*/ 471192 w 471191"/>
              <a:gd name="connsiteY2" fmla="*/ 0 h 550753"/>
              <a:gd name="connsiteX3" fmla="*/ 0 w 471191"/>
              <a:gd name="connsiteY3" fmla="*/ 545995 h 550753"/>
              <a:gd name="connsiteX4" fmla="*/ 7135 w 471191"/>
              <a:gd name="connsiteY4" fmla="*/ 550754 h 5507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1191" h="550753">
                <a:moveTo>
                  <a:pt x="6976" y="550754"/>
                </a:moveTo>
                <a:lnTo>
                  <a:pt x="471192" y="13008"/>
                </a:lnTo>
                <a:lnTo>
                  <a:pt x="471192" y="0"/>
                </a:lnTo>
                <a:lnTo>
                  <a:pt x="0" y="545995"/>
                </a:lnTo>
                <a:cubicBezTo>
                  <a:pt x="2220" y="547740"/>
                  <a:pt x="5074" y="548850"/>
                  <a:pt x="7135" y="550754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79" name="Freeform 678">
            <a:extLst>
              <a:ext uri="{FF2B5EF4-FFF2-40B4-BE49-F238E27FC236}">
                <a16:creationId xmlns:a16="http://schemas.microsoft.com/office/drawing/2014/main" id="{AD09C78E-350F-27E6-68D1-F02733289FBF}"/>
              </a:ext>
            </a:extLst>
          </p:cNvPr>
          <p:cNvSpPr/>
          <p:nvPr userDrawn="1"/>
        </p:nvSpPr>
        <p:spPr>
          <a:xfrm>
            <a:off x="11671739" y="2672831"/>
            <a:ext cx="486253" cy="842296"/>
          </a:xfrm>
          <a:custGeom>
            <a:avLst/>
            <a:gdLst>
              <a:gd name="connsiteX0" fmla="*/ 7135 w 486253"/>
              <a:gd name="connsiteY0" fmla="*/ 978095 h 978095"/>
              <a:gd name="connsiteX1" fmla="*/ 486254 w 486253"/>
              <a:gd name="connsiteY1" fmla="*/ 19035 h 978095"/>
              <a:gd name="connsiteX2" fmla="*/ 486254 w 486253"/>
              <a:gd name="connsiteY2" fmla="*/ 0 h 978095"/>
              <a:gd name="connsiteX3" fmla="*/ 0 w 486253"/>
              <a:gd name="connsiteY3" fmla="*/ 973178 h 978095"/>
              <a:gd name="connsiteX4" fmla="*/ 7135 w 486253"/>
              <a:gd name="connsiteY4" fmla="*/ 977937 h 9780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86253" h="978095">
                <a:moveTo>
                  <a:pt x="7135" y="978095"/>
                </a:moveTo>
                <a:lnTo>
                  <a:pt x="486254" y="19035"/>
                </a:lnTo>
                <a:lnTo>
                  <a:pt x="486254" y="0"/>
                </a:lnTo>
                <a:lnTo>
                  <a:pt x="0" y="973178"/>
                </a:lnTo>
                <a:cubicBezTo>
                  <a:pt x="2696" y="974288"/>
                  <a:pt x="4598" y="976509"/>
                  <a:pt x="7135" y="977937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80" name="Freeform 679">
            <a:extLst>
              <a:ext uri="{FF2B5EF4-FFF2-40B4-BE49-F238E27FC236}">
                <a16:creationId xmlns:a16="http://schemas.microsoft.com/office/drawing/2014/main" id="{DC1087BA-2F15-87CE-51BE-ED47BD39B42E}"/>
              </a:ext>
            </a:extLst>
          </p:cNvPr>
          <p:cNvSpPr/>
          <p:nvPr userDrawn="1"/>
        </p:nvSpPr>
        <p:spPr>
          <a:xfrm>
            <a:off x="11558540" y="3723417"/>
            <a:ext cx="14744" cy="45719"/>
          </a:xfrm>
          <a:custGeom>
            <a:avLst/>
            <a:gdLst>
              <a:gd name="connsiteX0" fmla="*/ 13158 w 14744"/>
              <a:gd name="connsiteY0" fmla="*/ 0 h 10152"/>
              <a:gd name="connsiteX1" fmla="*/ 0 w 14744"/>
              <a:gd name="connsiteY1" fmla="*/ 2697 h 10152"/>
              <a:gd name="connsiteX2" fmla="*/ 5866 w 14744"/>
              <a:gd name="connsiteY2" fmla="*/ 10152 h 10152"/>
              <a:gd name="connsiteX3" fmla="*/ 14744 w 14744"/>
              <a:gd name="connsiteY3" fmla="*/ 8407 h 10152"/>
              <a:gd name="connsiteX4" fmla="*/ 13000 w 14744"/>
              <a:gd name="connsiteY4" fmla="*/ 159 h 10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744" h="10152">
                <a:moveTo>
                  <a:pt x="13158" y="0"/>
                </a:moveTo>
                <a:lnTo>
                  <a:pt x="0" y="2697"/>
                </a:lnTo>
                <a:lnTo>
                  <a:pt x="5866" y="10152"/>
                </a:lnTo>
                <a:lnTo>
                  <a:pt x="14744" y="8407"/>
                </a:lnTo>
                <a:cubicBezTo>
                  <a:pt x="13951" y="5711"/>
                  <a:pt x="13476" y="3014"/>
                  <a:pt x="13000" y="159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81" name="Freeform 680">
            <a:extLst>
              <a:ext uri="{FF2B5EF4-FFF2-40B4-BE49-F238E27FC236}">
                <a16:creationId xmlns:a16="http://schemas.microsoft.com/office/drawing/2014/main" id="{70508383-B6EF-6A23-6570-42E4AEC4A209}"/>
              </a:ext>
            </a:extLst>
          </p:cNvPr>
          <p:cNvSpPr/>
          <p:nvPr userDrawn="1"/>
        </p:nvSpPr>
        <p:spPr>
          <a:xfrm>
            <a:off x="11534123" y="3728493"/>
            <a:ext cx="18549" cy="45719"/>
          </a:xfrm>
          <a:custGeom>
            <a:avLst/>
            <a:gdLst>
              <a:gd name="connsiteX0" fmla="*/ 12367 w 18549"/>
              <a:gd name="connsiteY0" fmla="*/ 0 h 9834"/>
              <a:gd name="connsiteX1" fmla="*/ 0 w 18549"/>
              <a:gd name="connsiteY1" fmla="*/ 2379 h 9834"/>
              <a:gd name="connsiteX2" fmla="*/ 6025 w 18549"/>
              <a:gd name="connsiteY2" fmla="*/ 9835 h 9834"/>
              <a:gd name="connsiteX3" fmla="*/ 18549 w 18549"/>
              <a:gd name="connsiteY3" fmla="*/ 7297 h 9834"/>
              <a:gd name="connsiteX4" fmla="*/ 12367 w 18549"/>
              <a:gd name="connsiteY4" fmla="*/ 0 h 98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549" h="9834">
                <a:moveTo>
                  <a:pt x="12367" y="0"/>
                </a:moveTo>
                <a:lnTo>
                  <a:pt x="0" y="2379"/>
                </a:lnTo>
                <a:lnTo>
                  <a:pt x="6025" y="9835"/>
                </a:lnTo>
                <a:lnTo>
                  <a:pt x="18549" y="7297"/>
                </a:lnTo>
                <a:lnTo>
                  <a:pt x="12367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82" name="Freeform 681">
            <a:extLst>
              <a:ext uri="{FF2B5EF4-FFF2-40B4-BE49-F238E27FC236}">
                <a16:creationId xmlns:a16="http://schemas.microsoft.com/office/drawing/2014/main" id="{FCAFDA44-014F-E62D-CDAD-F606F9CF320A}"/>
              </a:ext>
            </a:extLst>
          </p:cNvPr>
          <p:cNvSpPr/>
          <p:nvPr userDrawn="1"/>
        </p:nvSpPr>
        <p:spPr>
          <a:xfrm>
            <a:off x="10364390" y="3734046"/>
            <a:ext cx="1160696" cy="206134"/>
          </a:xfrm>
          <a:custGeom>
            <a:avLst/>
            <a:gdLst>
              <a:gd name="connsiteX0" fmla="*/ 1744 w 1160696"/>
              <a:gd name="connsiteY0" fmla="*/ 239368 h 239368"/>
              <a:gd name="connsiteX1" fmla="*/ 1160697 w 1160696"/>
              <a:gd name="connsiteY1" fmla="*/ 7455 h 239368"/>
              <a:gd name="connsiteX2" fmla="*/ 1154672 w 1160696"/>
              <a:gd name="connsiteY2" fmla="*/ 0 h 239368"/>
              <a:gd name="connsiteX3" fmla="*/ 0 w 1160696"/>
              <a:gd name="connsiteY3" fmla="*/ 231120 h 239368"/>
              <a:gd name="connsiteX4" fmla="*/ 1744 w 1160696"/>
              <a:gd name="connsiteY4" fmla="*/ 239368 h 2393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60696" h="239368">
                <a:moveTo>
                  <a:pt x="1744" y="239368"/>
                </a:moveTo>
                <a:lnTo>
                  <a:pt x="1160697" y="7455"/>
                </a:lnTo>
                <a:lnTo>
                  <a:pt x="1154672" y="0"/>
                </a:lnTo>
                <a:lnTo>
                  <a:pt x="0" y="231120"/>
                </a:lnTo>
                <a:cubicBezTo>
                  <a:pt x="793" y="233817"/>
                  <a:pt x="1268" y="236672"/>
                  <a:pt x="1744" y="239368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83" name="Freeform 682">
            <a:extLst>
              <a:ext uri="{FF2B5EF4-FFF2-40B4-BE49-F238E27FC236}">
                <a16:creationId xmlns:a16="http://schemas.microsoft.com/office/drawing/2014/main" id="{EDBAE72F-D9E0-EEFC-8FF5-7639ACC3F27C}"/>
              </a:ext>
            </a:extLst>
          </p:cNvPr>
          <p:cNvSpPr/>
          <p:nvPr userDrawn="1"/>
        </p:nvSpPr>
        <p:spPr>
          <a:xfrm>
            <a:off x="11566150" y="3733252"/>
            <a:ext cx="9195" cy="45719"/>
          </a:xfrm>
          <a:custGeom>
            <a:avLst/>
            <a:gdLst>
              <a:gd name="connsiteX0" fmla="*/ 7451 w 9195"/>
              <a:gd name="connsiteY0" fmla="*/ 0 h 9676"/>
              <a:gd name="connsiteX1" fmla="*/ 0 w 9195"/>
              <a:gd name="connsiteY1" fmla="*/ 2538 h 9676"/>
              <a:gd name="connsiteX2" fmla="*/ 5549 w 9195"/>
              <a:gd name="connsiteY2" fmla="*/ 9676 h 9676"/>
              <a:gd name="connsiteX3" fmla="*/ 9196 w 9195"/>
              <a:gd name="connsiteY3" fmla="*/ 8407 h 9676"/>
              <a:gd name="connsiteX4" fmla="*/ 7451 w 9195"/>
              <a:gd name="connsiteY4" fmla="*/ 0 h 96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95" h="9676">
                <a:moveTo>
                  <a:pt x="7451" y="0"/>
                </a:moveTo>
                <a:lnTo>
                  <a:pt x="0" y="2538"/>
                </a:lnTo>
                <a:lnTo>
                  <a:pt x="5549" y="9676"/>
                </a:lnTo>
                <a:lnTo>
                  <a:pt x="9196" y="8407"/>
                </a:lnTo>
                <a:cubicBezTo>
                  <a:pt x="8086" y="5869"/>
                  <a:pt x="8245" y="2697"/>
                  <a:pt x="7451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84" name="Freeform 683">
            <a:extLst>
              <a:ext uri="{FF2B5EF4-FFF2-40B4-BE49-F238E27FC236}">
                <a16:creationId xmlns:a16="http://schemas.microsoft.com/office/drawing/2014/main" id="{825DE231-9BFD-A0FD-68C7-494A4EAB8642}"/>
              </a:ext>
            </a:extLst>
          </p:cNvPr>
          <p:cNvSpPr/>
          <p:nvPr userDrawn="1"/>
        </p:nvSpPr>
        <p:spPr>
          <a:xfrm>
            <a:off x="11544270" y="3739438"/>
            <a:ext cx="17439" cy="45719"/>
          </a:xfrm>
          <a:custGeom>
            <a:avLst/>
            <a:gdLst>
              <a:gd name="connsiteX0" fmla="*/ 11415 w 17439"/>
              <a:gd name="connsiteY0" fmla="*/ 0 h 11104"/>
              <a:gd name="connsiteX1" fmla="*/ 0 w 17439"/>
              <a:gd name="connsiteY1" fmla="*/ 4124 h 11104"/>
              <a:gd name="connsiteX2" fmla="*/ 5707 w 17439"/>
              <a:gd name="connsiteY2" fmla="*/ 11104 h 11104"/>
              <a:gd name="connsiteX3" fmla="*/ 17439 w 17439"/>
              <a:gd name="connsiteY3" fmla="*/ 6980 h 11104"/>
              <a:gd name="connsiteX4" fmla="*/ 11415 w 17439"/>
              <a:gd name="connsiteY4" fmla="*/ 0 h 111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439" h="11104">
                <a:moveTo>
                  <a:pt x="11415" y="0"/>
                </a:moveTo>
                <a:lnTo>
                  <a:pt x="0" y="4124"/>
                </a:lnTo>
                <a:lnTo>
                  <a:pt x="5707" y="11104"/>
                </a:lnTo>
                <a:lnTo>
                  <a:pt x="17439" y="6980"/>
                </a:lnTo>
                <a:lnTo>
                  <a:pt x="11415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85" name="Freeform 684">
            <a:extLst>
              <a:ext uri="{FF2B5EF4-FFF2-40B4-BE49-F238E27FC236}">
                <a16:creationId xmlns:a16="http://schemas.microsoft.com/office/drawing/2014/main" id="{074D409C-4684-8D7F-3F68-D3A037626943}"/>
              </a:ext>
            </a:extLst>
          </p:cNvPr>
          <p:cNvSpPr/>
          <p:nvPr userDrawn="1"/>
        </p:nvSpPr>
        <p:spPr>
          <a:xfrm>
            <a:off x="8975075" y="3748163"/>
            <a:ext cx="2561268" cy="891961"/>
          </a:xfrm>
          <a:custGeom>
            <a:avLst/>
            <a:gdLst>
              <a:gd name="connsiteX0" fmla="*/ 1733197 w 2521476"/>
              <a:gd name="connsiteY0" fmla="*/ 274267 h 889898"/>
              <a:gd name="connsiteX1" fmla="*/ 1558958 w 2521476"/>
              <a:gd name="connsiteY1" fmla="*/ 335338 h 889898"/>
              <a:gd name="connsiteX2" fmla="*/ 1546434 w 2521476"/>
              <a:gd name="connsiteY2" fmla="*/ 339779 h 889898"/>
              <a:gd name="connsiteX3" fmla="*/ 1489200 w 2521476"/>
              <a:gd name="connsiteY3" fmla="*/ 359767 h 889898"/>
              <a:gd name="connsiteX4" fmla="*/ 1478894 w 2521476"/>
              <a:gd name="connsiteY4" fmla="*/ 363415 h 889898"/>
              <a:gd name="connsiteX5" fmla="*/ 1475406 w 2521476"/>
              <a:gd name="connsiteY5" fmla="*/ 364684 h 889898"/>
              <a:gd name="connsiteX6" fmla="*/ 1471759 w 2521476"/>
              <a:gd name="connsiteY6" fmla="*/ 365953 h 889898"/>
              <a:gd name="connsiteX7" fmla="*/ 1461930 w 2521476"/>
              <a:gd name="connsiteY7" fmla="*/ 369443 h 889898"/>
              <a:gd name="connsiteX8" fmla="*/ 0 w 2521476"/>
              <a:gd name="connsiteY8" fmla="*/ 881492 h 889898"/>
              <a:gd name="connsiteX9" fmla="*/ 1744 w 2521476"/>
              <a:gd name="connsiteY9" fmla="*/ 889899 h 889898"/>
              <a:gd name="connsiteX10" fmla="*/ 1470492 w 2521476"/>
              <a:gd name="connsiteY10" fmla="*/ 375471 h 889898"/>
              <a:gd name="connsiteX11" fmla="*/ 1480321 w 2521476"/>
              <a:gd name="connsiteY11" fmla="*/ 371981 h 889898"/>
              <a:gd name="connsiteX12" fmla="*/ 1484601 w 2521476"/>
              <a:gd name="connsiteY12" fmla="*/ 370395 h 889898"/>
              <a:gd name="connsiteX13" fmla="*/ 1488248 w 2521476"/>
              <a:gd name="connsiteY13" fmla="*/ 369126 h 889898"/>
              <a:gd name="connsiteX14" fmla="*/ 1498553 w 2521476"/>
              <a:gd name="connsiteY14" fmla="*/ 365477 h 889898"/>
              <a:gd name="connsiteX15" fmla="*/ 1558958 w 2521476"/>
              <a:gd name="connsiteY15" fmla="*/ 344380 h 889898"/>
              <a:gd name="connsiteX16" fmla="*/ 1571484 w 2521476"/>
              <a:gd name="connsiteY16" fmla="*/ 339938 h 889898"/>
              <a:gd name="connsiteX17" fmla="*/ 1754443 w 2521476"/>
              <a:gd name="connsiteY17" fmla="*/ 275853 h 889898"/>
              <a:gd name="connsiteX18" fmla="*/ 1774261 w 2521476"/>
              <a:gd name="connsiteY18" fmla="*/ 268873 h 889898"/>
              <a:gd name="connsiteX19" fmla="*/ 2521477 w 2521476"/>
              <a:gd name="connsiteY19" fmla="*/ 7138 h 889898"/>
              <a:gd name="connsiteX20" fmla="*/ 2515769 w 2521476"/>
              <a:gd name="connsiteY20" fmla="*/ 0 h 889898"/>
              <a:gd name="connsiteX21" fmla="*/ 1753174 w 2521476"/>
              <a:gd name="connsiteY21" fmla="*/ 267128 h 889898"/>
              <a:gd name="connsiteX22" fmla="*/ 1733356 w 2521476"/>
              <a:gd name="connsiteY22" fmla="*/ 274108 h 8898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2521476" h="889898">
                <a:moveTo>
                  <a:pt x="1733197" y="274267"/>
                </a:moveTo>
                <a:lnTo>
                  <a:pt x="1558958" y="335338"/>
                </a:lnTo>
                <a:lnTo>
                  <a:pt x="1546434" y="339779"/>
                </a:lnTo>
                <a:lnTo>
                  <a:pt x="1489200" y="359767"/>
                </a:lnTo>
                <a:lnTo>
                  <a:pt x="1478894" y="363415"/>
                </a:lnTo>
                <a:lnTo>
                  <a:pt x="1475406" y="364684"/>
                </a:lnTo>
                <a:lnTo>
                  <a:pt x="1471759" y="365953"/>
                </a:lnTo>
                <a:lnTo>
                  <a:pt x="1461930" y="369443"/>
                </a:lnTo>
                <a:lnTo>
                  <a:pt x="0" y="881492"/>
                </a:lnTo>
                <a:cubicBezTo>
                  <a:pt x="1109" y="884188"/>
                  <a:pt x="951" y="887202"/>
                  <a:pt x="1744" y="889899"/>
                </a:cubicBezTo>
                <a:lnTo>
                  <a:pt x="1470492" y="375471"/>
                </a:lnTo>
                <a:lnTo>
                  <a:pt x="1480321" y="371981"/>
                </a:lnTo>
                <a:lnTo>
                  <a:pt x="1484601" y="370395"/>
                </a:lnTo>
                <a:lnTo>
                  <a:pt x="1488248" y="369126"/>
                </a:lnTo>
                <a:lnTo>
                  <a:pt x="1498553" y="365477"/>
                </a:lnTo>
                <a:lnTo>
                  <a:pt x="1558958" y="344380"/>
                </a:lnTo>
                <a:lnTo>
                  <a:pt x="1571484" y="339938"/>
                </a:lnTo>
                <a:lnTo>
                  <a:pt x="1754443" y="275853"/>
                </a:lnTo>
                <a:lnTo>
                  <a:pt x="1774261" y="268873"/>
                </a:lnTo>
                <a:lnTo>
                  <a:pt x="2521477" y="7138"/>
                </a:lnTo>
                <a:lnTo>
                  <a:pt x="2515769" y="0"/>
                </a:lnTo>
                <a:lnTo>
                  <a:pt x="1753174" y="267128"/>
                </a:lnTo>
                <a:lnTo>
                  <a:pt x="1733356" y="274108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86" name="Freeform 685">
            <a:extLst>
              <a:ext uri="{FF2B5EF4-FFF2-40B4-BE49-F238E27FC236}">
                <a16:creationId xmlns:a16="http://schemas.microsoft.com/office/drawing/2014/main" id="{507C20D8-1F85-D013-F8DC-DEBE0B9D2A65}"/>
              </a:ext>
            </a:extLst>
          </p:cNvPr>
          <p:cNvSpPr/>
          <p:nvPr userDrawn="1"/>
        </p:nvSpPr>
        <p:spPr>
          <a:xfrm>
            <a:off x="7737481" y="3246109"/>
            <a:ext cx="2838712" cy="335020"/>
          </a:xfrm>
          <a:custGeom>
            <a:avLst/>
            <a:gdLst>
              <a:gd name="connsiteX0" fmla="*/ 2201060 w 2201060"/>
              <a:gd name="connsiteY0" fmla="*/ 260942 h 268714"/>
              <a:gd name="connsiteX1" fmla="*/ 1744 w 2201060"/>
              <a:gd name="connsiteY1" fmla="*/ 0 h 268714"/>
              <a:gd name="connsiteX2" fmla="*/ 0 w 2201060"/>
              <a:gd name="connsiteY2" fmla="*/ 8407 h 268714"/>
              <a:gd name="connsiteX3" fmla="*/ 2194402 w 2201060"/>
              <a:gd name="connsiteY3" fmla="*/ 268715 h 268714"/>
              <a:gd name="connsiteX4" fmla="*/ 2201060 w 2201060"/>
              <a:gd name="connsiteY4" fmla="*/ 260942 h 268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01060" h="268714">
                <a:moveTo>
                  <a:pt x="2201060" y="260942"/>
                </a:moveTo>
                <a:lnTo>
                  <a:pt x="1744" y="0"/>
                </a:lnTo>
                <a:cubicBezTo>
                  <a:pt x="1586" y="3014"/>
                  <a:pt x="476" y="5552"/>
                  <a:pt x="0" y="8407"/>
                </a:cubicBezTo>
                <a:lnTo>
                  <a:pt x="2194402" y="268715"/>
                </a:lnTo>
                <a:lnTo>
                  <a:pt x="2201060" y="26094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87" name="Freeform 686">
            <a:extLst>
              <a:ext uri="{FF2B5EF4-FFF2-40B4-BE49-F238E27FC236}">
                <a16:creationId xmlns:a16="http://schemas.microsoft.com/office/drawing/2014/main" id="{EE87437D-C0C2-BAFC-7779-EF7EBFE8459F}"/>
              </a:ext>
            </a:extLst>
          </p:cNvPr>
          <p:cNvSpPr/>
          <p:nvPr userDrawn="1"/>
        </p:nvSpPr>
        <p:spPr>
          <a:xfrm>
            <a:off x="11535392" y="3696450"/>
            <a:ext cx="30757" cy="45719"/>
          </a:xfrm>
          <a:custGeom>
            <a:avLst/>
            <a:gdLst>
              <a:gd name="connsiteX0" fmla="*/ 22989 w 30757"/>
              <a:gd name="connsiteY0" fmla="*/ 2697 h 12214"/>
              <a:gd name="connsiteX1" fmla="*/ 0 w 30757"/>
              <a:gd name="connsiteY1" fmla="*/ 0 h 12214"/>
              <a:gd name="connsiteX2" fmla="*/ 7293 w 30757"/>
              <a:gd name="connsiteY2" fmla="*/ 9359 h 12214"/>
              <a:gd name="connsiteX3" fmla="*/ 30757 w 30757"/>
              <a:gd name="connsiteY3" fmla="*/ 12214 h 12214"/>
              <a:gd name="connsiteX4" fmla="*/ 22989 w 30757"/>
              <a:gd name="connsiteY4" fmla="*/ 2697 h 122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0757" h="12214">
                <a:moveTo>
                  <a:pt x="22989" y="2697"/>
                </a:moveTo>
                <a:lnTo>
                  <a:pt x="0" y="0"/>
                </a:lnTo>
                <a:lnTo>
                  <a:pt x="7293" y="9359"/>
                </a:lnTo>
                <a:lnTo>
                  <a:pt x="30757" y="12214"/>
                </a:lnTo>
                <a:lnTo>
                  <a:pt x="22989" y="2697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88" name="Freeform 687">
            <a:extLst>
              <a:ext uri="{FF2B5EF4-FFF2-40B4-BE49-F238E27FC236}">
                <a16:creationId xmlns:a16="http://schemas.microsoft.com/office/drawing/2014/main" id="{7DA3AB83-F79B-C131-940F-81AA919891EC}"/>
              </a:ext>
            </a:extLst>
          </p:cNvPr>
          <p:cNvSpPr/>
          <p:nvPr userDrawn="1"/>
        </p:nvSpPr>
        <p:spPr>
          <a:xfrm>
            <a:off x="11503207" y="3692644"/>
            <a:ext cx="22355" cy="45719"/>
          </a:xfrm>
          <a:custGeom>
            <a:avLst/>
            <a:gdLst>
              <a:gd name="connsiteX0" fmla="*/ 14269 w 22355"/>
              <a:gd name="connsiteY0" fmla="*/ 1745 h 11103"/>
              <a:gd name="connsiteX1" fmla="*/ 0 w 22355"/>
              <a:gd name="connsiteY1" fmla="*/ 0 h 11103"/>
              <a:gd name="connsiteX2" fmla="*/ 7611 w 22355"/>
              <a:gd name="connsiteY2" fmla="*/ 9359 h 11103"/>
              <a:gd name="connsiteX3" fmla="*/ 22355 w 22355"/>
              <a:gd name="connsiteY3" fmla="*/ 11104 h 11103"/>
              <a:gd name="connsiteX4" fmla="*/ 14269 w 22355"/>
              <a:gd name="connsiteY4" fmla="*/ 1745 h 11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355" h="11103">
                <a:moveTo>
                  <a:pt x="14269" y="1745"/>
                </a:moveTo>
                <a:lnTo>
                  <a:pt x="0" y="0"/>
                </a:lnTo>
                <a:lnTo>
                  <a:pt x="7611" y="9359"/>
                </a:lnTo>
                <a:lnTo>
                  <a:pt x="22355" y="11104"/>
                </a:lnTo>
                <a:lnTo>
                  <a:pt x="14269" y="1745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89" name="Freeform 688">
            <a:extLst>
              <a:ext uri="{FF2B5EF4-FFF2-40B4-BE49-F238E27FC236}">
                <a16:creationId xmlns:a16="http://schemas.microsoft.com/office/drawing/2014/main" id="{990746CD-6E91-C84A-8166-7BCBD26BB9E5}"/>
              </a:ext>
            </a:extLst>
          </p:cNvPr>
          <p:cNvSpPr/>
          <p:nvPr userDrawn="1"/>
        </p:nvSpPr>
        <p:spPr>
          <a:xfrm>
            <a:off x="11570588" y="3700893"/>
            <a:ext cx="1586" cy="45719"/>
          </a:xfrm>
          <a:custGeom>
            <a:avLst/>
            <a:gdLst>
              <a:gd name="connsiteX0" fmla="*/ 1269 w 1586"/>
              <a:gd name="connsiteY0" fmla="*/ 1428 h 1427"/>
              <a:gd name="connsiteX1" fmla="*/ 1586 w 1586"/>
              <a:gd name="connsiteY1" fmla="*/ 0 h 1427"/>
              <a:gd name="connsiteX2" fmla="*/ 0 w 1586"/>
              <a:gd name="connsiteY2" fmla="*/ 0 h 1427"/>
              <a:gd name="connsiteX3" fmla="*/ 1427 w 1586"/>
              <a:gd name="connsiteY3" fmla="*/ 1428 h 14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586" h="1427">
                <a:moveTo>
                  <a:pt x="1269" y="1428"/>
                </a:moveTo>
                <a:cubicBezTo>
                  <a:pt x="1269" y="1428"/>
                  <a:pt x="1427" y="476"/>
                  <a:pt x="1586" y="0"/>
                </a:cubicBezTo>
                <a:lnTo>
                  <a:pt x="0" y="0"/>
                </a:lnTo>
                <a:cubicBezTo>
                  <a:pt x="0" y="0"/>
                  <a:pt x="1427" y="1428"/>
                  <a:pt x="1427" y="1428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90" name="Freeform 689">
            <a:extLst>
              <a:ext uri="{FF2B5EF4-FFF2-40B4-BE49-F238E27FC236}">
                <a16:creationId xmlns:a16="http://schemas.microsoft.com/office/drawing/2014/main" id="{3EDD9DD1-0F9A-B3BB-017E-386A96ECD726}"/>
              </a:ext>
            </a:extLst>
          </p:cNvPr>
          <p:cNvSpPr/>
          <p:nvPr userDrawn="1"/>
        </p:nvSpPr>
        <p:spPr>
          <a:xfrm>
            <a:off x="10579850" y="3583826"/>
            <a:ext cx="911942" cy="99857"/>
          </a:xfrm>
          <a:custGeom>
            <a:avLst/>
            <a:gdLst>
              <a:gd name="connsiteX0" fmla="*/ 181374 w 911942"/>
              <a:gd name="connsiteY0" fmla="*/ 20780 h 115956"/>
              <a:gd name="connsiteX1" fmla="*/ 5707 w 911942"/>
              <a:gd name="connsiteY1" fmla="*/ 0 h 115956"/>
              <a:gd name="connsiteX2" fmla="*/ 0 w 911942"/>
              <a:gd name="connsiteY2" fmla="*/ 7773 h 115956"/>
              <a:gd name="connsiteX3" fmla="*/ 172020 w 911942"/>
              <a:gd name="connsiteY3" fmla="*/ 28236 h 115956"/>
              <a:gd name="connsiteX4" fmla="*/ 183752 w 911942"/>
              <a:gd name="connsiteY4" fmla="*/ 29663 h 115956"/>
              <a:gd name="connsiteX5" fmla="*/ 911943 w 911942"/>
              <a:gd name="connsiteY5" fmla="*/ 115956 h 115956"/>
              <a:gd name="connsiteX6" fmla="*/ 904491 w 911942"/>
              <a:gd name="connsiteY6" fmla="*/ 106598 h 115956"/>
              <a:gd name="connsiteX7" fmla="*/ 193106 w 911942"/>
              <a:gd name="connsiteY7" fmla="*/ 22208 h 115956"/>
              <a:gd name="connsiteX8" fmla="*/ 181374 w 911942"/>
              <a:gd name="connsiteY8" fmla="*/ 20780 h 1159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11942" h="115956">
                <a:moveTo>
                  <a:pt x="181374" y="20780"/>
                </a:moveTo>
                <a:lnTo>
                  <a:pt x="5707" y="0"/>
                </a:lnTo>
                <a:lnTo>
                  <a:pt x="0" y="7773"/>
                </a:lnTo>
                <a:lnTo>
                  <a:pt x="172020" y="28236"/>
                </a:lnTo>
                <a:lnTo>
                  <a:pt x="183752" y="29663"/>
                </a:lnTo>
                <a:lnTo>
                  <a:pt x="911943" y="115956"/>
                </a:lnTo>
                <a:lnTo>
                  <a:pt x="904491" y="106598"/>
                </a:lnTo>
                <a:lnTo>
                  <a:pt x="193106" y="22208"/>
                </a:lnTo>
                <a:lnTo>
                  <a:pt x="181374" y="2078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91" name="Freeform 690">
            <a:extLst>
              <a:ext uri="{FF2B5EF4-FFF2-40B4-BE49-F238E27FC236}">
                <a16:creationId xmlns:a16="http://schemas.microsoft.com/office/drawing/2014/main" id="{1B62E9FA-4439-6C9E-DBE0-D01D2F8E204C}"/>
              </a:ext>
            </a:extLst>
          </p:cNvPr>
          <p:cNvSpPr/>
          <p:nvPr userDrawn="1"/>
        </p:nvSpPr>
        <p:spPr>
          <a:xfrm>
            <a:off x="11338481" y="3414888"/>
            <a:ext cx="250181" cy="215559"/>
          </a:xfrm>
          <a:custGeom>
            <a:avLst/>
            <a:gdLst>
              <a:gd name="connsiteX0" fmla="*/ 158 w 250181"/>
              <a:gd name="connsiteY0" fmla="*/ 159 h 250313"/>
              <a:gd name="connsiteX1" fmla="*/ 250181 w 250181"/>
              <a:gd name="connsiteY1" fmla="*/ 250314 h 250313"/>
              <a:gd name="connsiteX2" fmla="*/ 250181 w 250181"/>
              <a:gd name="connsiteY2" fmla="*/ 250314 h 250313"/>
              <a:gd name="connsiteX3" fmla="*/ 0 w 250181"/>
              <a:gd name="connsiteY3" fmla="*/ 0 h 250313"/>
              <a:gd name="connsiteX4" fmla="*/ 158 w 250181"/>
              <a:gd name="connsiteY4" fmla="*/ 159 h 2503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0181" h="250313">
                <a:moveTo>
                  <a:pt x="158" y="159"/>
                </a:moveTo>
                <a:lnTo>
                  <a:pt x="250181" y="250314"/>
                </a:lnTo>
                <a:lnTo>
                  <a:pt x="250181" y="250314"/>
                </a:lnTo>
                <a:lnTo>
                  <a:pt x="0" y="0"/>
                </a:lnTo>
                <a:lnTo>
                  <a:pt x="158" y="15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92" name="Freeform 691">
            <a:extLst>
              <a:ext uri="{FF2B5EF4-FFF2-40B4-BE49-F238E27FC236}">
                <a16:creationId xmlns:a16="http://schemas.microsoft.com/office/drawing/2014/main" id="{B82DC41E-1C1D-C01B-962F-7C50A951A135}"/>
              </a:ext>
            </a:extLst>
          </p:cNvPr>
          <p:cNvSpPr/>
          <p:nvPr userDrawn="1"/>
        </p:nvSpPr>
        <p:spPr>
          <a:xfrm>
            <a:off x="11019333" y="3087799"/>
            <a:ext cx="162348" cy="146575"/>
          </a:xfrm>
          <a:custGeom>
            <a:avLst/>
            <a:gdLst>
              <a:gd name="connsiteX0" fmla="*/ 159 w 162348"/>
              <a:gd name="connsiteY0" fmla="*/ 4600 h 170207"/>
              <a:gd name="connsiteX1" fmla="*/ 18549 w 162348"/>
              <a:gd name="connsiteY1" fmla="*/ 26332 h 170207"/>
              <a:gd name="connsiteX2" fmla="*/ 162348 w 162348"/>
              <a:gd name="connsiteY2" fmla="*/ 170207 h 170207"/>
              <a:gd name="connsiteX3" fmla="*/ 119224 w 162348"/>
              <a:gd name="connsiteY3" fmla="*/ 115164 h 170207"/>
              <a:gd name="connsiteX4" fmla="*/ 3964 w 162348"/>
              <a:gd name="connsiteY4" fmla="*/ 0 h 170207"/>
              <a:gd name="connsiteX5" fmla="*/ 0 w 162348"/>
              <a:gd name="connsiteY5" fmla="*/ 4600 h 1702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2348" h="170207">
                <a:moveTo>
                  <a:pt x="159" y="4600"/>
                </a:moveTo>
                <a:lnTo>
                  <a:pt x="18549" y="26332"/>
                </a:lnTo>
                <a:lnTo>
                  <a:pt x="162348" y="170207"/>
                </a:lnTo>
                <a:lnTo>
                  <a:pt x="119224" y="115164"/>
                </a:lnTo>
                <a:lnTo>
                  <a:pt x="3964" y="0"/>
                </a:lnTo>
                <a:cubicBezTo>
                  <a:pt x="2536" y="1586"/>
                  <a:pt x="1426" y="3173"/>
                  <a:pt x="0" y="460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93" name="Freeform 692">
            <a:extLst>
              <a:ext uri="{FF2B5EF4-FFF2-40B4-BE49-F238E27FC236}">
                <a16:creationId xmlns:a16="http://schemas.microsoft.com/office/drawing/2014/main" id="{3BB5BDA0-809D-774D-6ED4-4B7D7B7EF2C0}"/>
              </a:ext>
            </a:extLst>
          </p:cNvPr>
          <p:cNvSpPr/>
          <p:nvPr userDrawn="1"/>
        </p:nvSpPr>
        <p:spPr>
          <a:xfrm>
            <a:off x="11286637" y="3351121"/>
            <a:ext cx="304878" cy="270474"/>
          </a:xfrm>
          <a:custGeom>
            <a:avLst/>
            <a:gdLst>
              <a:gd name="connsiteX0" fmla="*/ 269048 w 304878"/>
              <a:gd name="connsiteY0" fmla="*/ 269190 h 314081"/>
              <a:gd name="connsiteX1" fmla="*/ 0 w 304878"/>
              <a:gd name="connsiteY1" fmla="*/ 0 h 314081"/>
              <a:gd name="connsiteX2" fmla="*/ 51844 w 304878"/>
              <a:gd name="connsiteY2" fmla="*/ 63768 h 314081"/>
              <a:gd name="connsiteX3" fmla="*/ 302025 w 304878"/>
              <a:gd name="connsiteY3" fmla="*/ 314082 h 314081"/>
              <a:gd name="connsiteX4" fmla="*/ 304879 w 304878"/>
              <a:gd name="connsiteY4" fmla="*/ 310116 h 314081"/>
              <a:gd name="connsiteX5" fmla="*/ 269048 w 304878"/>
              <a:gd name="connsiteY5" fmla="*/ 269190 h 3140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04878" h="314081">
                <a:moveTo>
                  <a:pt x="269048" y="269190"/>
                </a:moveTo>
                <a:lnTo>
                  <a:pt x="0" y="0"/>
                </a:lnTo>
                <a:lnTo>
                  <a:pt x="51844" y="63768"/>
                </a:lnTo>
                <a:lnTo>
                  <a:pt x="302025" y="314082"/>
                </a:lnTo>
                <a:cubicBezTo>
                  <a:pt x="303135" y="312813"/>
                  <a:pt x="303769" y="311227"/>
                  <a:pt x="304879" y="310116"/>
                </a:cubicBezTo>
                <a:lnTo>
                  <a:pt x="269048" y="26919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94" name="Freeform 693">
            <a:extLst>
              <a:ext uri="{FF2B5EF4-FFF2-40B4-BE49-F238E27FC236}">
                <a16:creationId xmlns:a16="http://schemas.microsoft.com/office/drawing/2014/main" id="{B52D2E71-7025-B25C-3C72-A3A0070141BA}"/>
              </a:ext>
            </a:extLst>
          </p:cNvPr>
          <p:cNvSpPr/>
          <p:nvPr userDrawn="1"/>
        </p:nvSpPr>
        <p:spPr>
          <a:xfrm>
            <a:off x="11691241" y="3761806"/>
            <a:ext cx="303769" cy="265284"/>
          </a:xfrm>
          <a:custGeom>
            <a:avLst/>
            <a:gdLst>
              <a:gd name="connsiteX0" fmla="*/ 303769 w 303769"/>
              <a:gd name="connsiteY0" fmla="*/ 305040 h 308054"/>
              <a:gd name="connsiteX1" fmla="*/ 232742 w 303769"/>
              <a:gd name="connsiteY1" fmla="*/ 226837 h 308054"/>
              <a:gd name="connsiteX2" fmla="*/ 6025 w 303769"/>
              <a:gd name="connsiteY2" fmla="*/ 0 h 308054"/>
              <a:gd name="connsiteX3" fmla="*/ 0 w 303769"/>
              <a:gd name="connsiteY3" fmla="*/ 6028 h 308054"/>
              <a:gd name="connsiteX4" fmla="*/ 301867 w 303769"/>
              <a:gd name="connsiteY4" fmla="*/ 308054 h 308054"/>
              <a:gd name="connsiteX5" fmla="*/ 303769 w 303769"/>
              <a:gd name="connsiteY5" fmla="*/ 305199 h 308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03769" h="308054">
                <a:moveTo>
                  <a:pt x="303769" y="305040"/>
                </a:moveTo>
                <a:lnTo>
                  <a:pt x="232742" y="226837"/>
                </a:lnTo>
                <a:lnTo>
                  <a:pt x="6025" y="0"/>
                </a:lnTo>
                <a:cubicBezTo>
                  <a:pt x="4121" y="2221"/>
                  <a:pt x="2219" y="4124"/>
                  <a:pt x="0" y="6028"/>
                </a:cubicBezTo>
                <a:lnTo>
                  <a:pt x="301867" y="308054"/>
                </a:lnTo>
                <a:cubicBezTo>
                  <a:pt x="302659" y="307102"/>
                  <a:pt x="302977" y="305992"/>
                  <a:pt x="303769" y="305199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95" name="Freeform 694">
            <a:extLst>
              <a:ext uri="{FF2B5EF4-FFF2-40B4-BE49-F238E27FC236}">
                <a16:creationId xmlns:a16="http://schemas.microsoft.com/office/drawing/2014/main" id="{9BCD6CA8-41D1-989E-EDF1-A8BB6472FF70}"/>
              </a:ext>
            </a:extLst>
          </p:cNvPr>
          <p:cNvSpPr/>
          <p:nvPr userDrawn="1"/>
        </p:nvSpPr>
        <p:spPr>
          <a:xfrm>
            <a:off x="11188023" y="3252295"/>
            <a:ext cx="92114" cy="89747"/>
          </a:xfrm>
          <a:custGeom>
            <a:avLst/>
            <a:gdLst>
              <a:gd name="connsiteX0" fmla="*/ 40271 w 92114"/>
              <a:gd name="connsiteY0" fmla="*/ 40291 h 104217"/>
              <a:gd name="connsiteX1" fmla="*/ 11891 w 92114"/>
              <a:gd name="connsiteY1" fmla="*/ 11897 h 104217"/>
              <a:gd name="connsiteX2" fmla="*/ 5867 w 92114"/>
              <a:gd name="connsiteY2" fmla="*/ 6028 h 104217"/>
              <a:gd name="connsiteX3" fmla="*/ 0 w 92114"/>
              <a:gd name="connsiteY3" fmla="*/ 0 h 104217"/>
              <a:gd name="connsiteX4" fmla="*/ 42966 w 92114"/>
              <a:gd name="connsiteY4" fmla="*/ 55044 h 104217"/>
              <a:gd name="connsiteX5" fmla="*/ 92115 w 92114"/>
              <a:gd name="connsiteY5" fmla="*/ 104218 h 104217"/>
              <a:gd name="connsiteX6" fmla="*/ 40271 w 92114"/>
              <a:gd name="connsiteY6" fmla="*/ 40291 h 1042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92114" h="104217">
                <a:moveTo>
                  <a:pt x="40271" y="40291"/>
                </a:moveTo>
                <a:lnTo>
                  <a:pt x="11891" y="11897"/>
                </a:lnTo>
                <a:lnTo>
                  <a:pt x="5867" y="6028"/>
                </a:lnTo>
                <a:lnTo>
                  <a:pt x="0" y="0"/>
                </a:lnTo>
                <a:lnTo>
                  <a:pt x="42966" y="55044"/>
                </a:lnTo>
                <a:lnTo>
                  <a:pt x="92115" y="104218"/>
                </a:lnTo>
                <a:lnTo>
                  <a:pt x="40271" y="40291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96" name="Freeform 695">
            <a:extLst>
              <a:ext uri="{FF2B5EF4-FFF2-40B4-BE49-F238E27FC236}">
                <a16:creationId xmlns:a16="http://schemas.microsoft.com/office/drawing/2014/main" id="{DF494C35-4551-D2F7-AE1E-70342133A306}"/>
              </a:ext>
            </a:extLst>
          </p:cNvPr>
          <p:cNvSpPr/>
          <p:nvPr userDrawn="1"/>
        </p:nvSpPr>
        <p:spPr>
          <a:xfrm>
            <a:off x="11018223" y="3092399"/>
            <a:ext cx="572341" cy="592994"/>
          </a:xfrm>
          <a:custGeom>
            <a:avLst/>
            <a:gdLst>
              <a:gd name="connsiteX0" fmla="*/ 155373 w 572341"/>
              <a:gd name="connsiteY0" fmla="*/ 182104 h 688600"/>
              <a:gd name="connsiteX1" fmla="*/ 19659 w 572341"/>
              <a:gd name="connsiteY1" fmla="*/ 21732 h 688600"/>
              <a:gd name="connsiteX2" fmla="*/ 19659 w 572341"/>
              <a:gd name="connsiteY2" fmla="*/ 21732 h 688600"/>
              <a:gd name="connsiteX3" fmla="*/ 1269 w 572341"/>
              <a:gd name="connsiteY3" fmla="*/ 0 h 688600"/>
              <a:gd name="connsiteX4" fmla="*/ 0 w 572341"/>
              <a:gd name="connsiteY4" fmla="*/ 952 h 688600"/>
              <a:gd name="connsiteX5" fmla="*/ 198655 w 572341"/>
              <a:gd name="connsiteY5" fmla="*/ 246665 h 688600"/>
              <a:gd name="connsiteX6" fmla="*/ 499254 w 572341"/>
              <a:gd name="connsiteY6" fmla="*/ 602149 h 688600"/>
              <a:gd name="connsiteX7" fmla="*/ 507339 w 572341"/>
              <a:gd name="connsiteY7" fmla="*/ 611667 h 688600"/>
              <a:gd name="connsiteX8" fmla="*/ 528267 w 572341"/>
              <a:gd name="connsiteY8" fmla="*/ 636254 h 688600"/>
              <a:gd name="connsiteX9" fmla="*/ 534450 w 572341"/>
              <a:gd name="connsiteY9" fmla="*/ 643709 h 688600"/>
              <a:gd name="connsiteX10" fmla="*/ 537462 w 572341"/>
              <a:gd name="connsiteY10" fmla="*/ 647358 h 688600"/>
              <a:gd name="connsiteX11" fmla="*/ 543329 w 572341"/>
              <a:gd name="connsiteY11" fmla="*/ 654337 h 688600"/>
              <a:gd name="connsiteX12" fmla="*/ 572342 w 572341"/>
              <a:gd name="connsiteY12" fmla="*/ 688601 h 688600"/>
              <a:gd name="connsiteX13" fmla="*/ 436629 w 572341"/>
              <a:gd name="connsiteY13" fmla="*/ 515063 h 688600"/>
              <a:gd name="connsiteX14" fmla="*/ 160763 w 572341"/>
              <a:gd name="connsiteY14" fmla="*/ 188766 h 688600"/>
              <a:gd name="connsiteX15" fmla="*/ 155214 w 572341"/>
              <a:gd name="connsiteY15" fmla="*/ 182263 h 688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572341" h="688600">
                <a:moveTo>
                  <a:pt x="155373" y="182104"/>
                </a:moveTo>
                <a:lnTo>
                  <a:pt x="19659" y="21732"/>
                </a:lnTo>
                <a:lnTo>
                  <a:pt x="19659" y="21732"/>
                </a:lnTo>
                <a:cubicBezTo>
                  <a:pt x="19659" y="21732"/>
                  <a:pt x="1269" y="0"/>
                  <a:pt x="1269" y="0"/>
                </a:cubicBezTo>
                <a:cubicBezTo>
                  <a:pt x="951" y="317"/>
                  <a:pt x="317" y="476"/>
                  <a:pt x="0" y="952"/>
                </a:cubicBezTo>
                <a:lnTo>
                  <a:pt x="198655" y="246665"/>
                </a:lnTo>
                <a:lnTo>
                  <a:pt x="499254" y="602149"/>
                </a:lnTo>
                <a:lnTo>
                  <a:pt x="507339" y="611667"/>
                </a:lnTo>
                <a:lnTo>
                  <a:pt x="528267" y="636254"/>
                </a:lnTo>
                <a:lnTo>
                  <a:pt x="534450" y="643709"/>
                </a:lnTo>
                <a:lnTo>
                  <a:pt x="537462" y="647358"/>
                </a:lnTo>
                <a:lnTo>
                  <a:pt x="543329" y="654337"/>
                </a:lnTo>
                <a:lnTo>
                  <a:pt x="572342" y="688601"/>
                </a:lnTo>
                <a:lnTo>
                  <a:pt x="436629" y="515063"/>
                </a:lnTo>
                <a:lnTo>
                  <a:pt x="160763" y="188766"/>
                </a:lnTo>
                <a:lnTo>
                  <a:pt x="155214" y="182263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97" name="Freeform 696">
            <a:extLst>
              <a:ext uri="{FF2B5EF4-FFF2-40B4-BE49-F238E27FC236}">
                <a16:creationId xmlns:a16="http://schemas.microsoft.com/office/drawing/2014/main" id="{041F55D1-7D23-E87B-54C1-0BBB12FA243B}"/>
              </a:ext>
            </a:extLst>
          </p:cNvPr>
          <p:cNvSpPr/>
          <p:nvPr userDrawn="1"/>
        </p:nvSpPr>
        <p:spPr>
          <a:xfrm>
            <a:off x="11597700" y="3776082"/>
            <a:ext cx="560293" cy="581793"/>
          </a:xfrm>
          <a:custGeom>
            <a:avLst/>
            <a:gdLst>
              <a:gd name="connsiteX0" fmla="*/ 306465 w 560293"/>
              <a:gd name="connsiteY0" fmla="*/ 362463 h 675593"/>
              <a:gd name="connsiteX1" fmla="*/ 281732 w 560293"/>
              <a:gd name="connsiteY1" fmla="*/ 333276 h 675593"/>
              <a:gd name="connsiteX2" fmla="*/ 274121 w 560293"/>
              <a:gd name="connsiteY2" fmla="*/ 324234 h 675593"/>
              <a:gd name="connsiteX3" fmla="*/ 0 w 560293"/>
              <a:gd name="connsiteY3" fmla="*/ 0 h 675593"/>
              <a:gd name="connsiteX4" fmla="*/ 135713 w 560293"/>
              <a:gd name="connsiteY4" fmla="*/ 173538 h 675593"/>
              <a:gd name="connsiteX5" fmla="*/ 262389 w 560293"/>
              <a:gd name="connsiteY5" fmla="*/ 323282 h 675593"/>
              <a:gd name="connsiteX6" fmla="*/ 270000 w 560293"/>
              <a:gd name="connsiteY6" fmla="*/ 332324 h 675593"/>
              <a:gd name="connsiteX7" fmla="*/ 296952 w 560293"/>
              <a:gd name="connsiteY7" fmla="*/ 364208 h 675593"/>
              <a:gd name="connsiteX8" fmla="*/ 303294 w 560293"/>
              <a:gd name="connsiteY8" fmla="*/ 371663 h 675593"/>
              <a:gd name="connsiteX9" fmla="*/ 560293 w 560293"/>
              <a:gd name="connsiteY9" fmla="*/ 675593 h 675593"/>
              <a:gd name="connsiteX10" fmla="*/ 560293 w 560293"/>
              <a:gd name="connsiteY10" fmla="*/ 662586 h 675593"/>
              <a:gd name="connsiteX11" fmla="*/ 312806 w 560293"/>
              <a:gd name="connsiteY11" fmla="*/ 370077 h 675593"/>
              <a:gd name="connsiteX12" fmla="*/ 306465 w 560293"/>
              <a:gd name="connsiteY12" fmla="*/ 362463 h 6755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560293" h="675593">
                <a:moveTo>
                  <a:pt x="306465" y="362463"/>
                </a:moveTo>
                <a:lnTo>
                  <a:pt x="281732" y="333276"/>
                </a:lnTo>
                <a:lnTo>
                  <a:pt x="274121" y="324234"/>
                </a:lnTo>
                <a:lnTo>
                  <a:pt x="0" y="0"/>
                </a:lnTo>
                <a:lnTo>
                  <a:pt x="135713" y="173538"/>
                </a:lnTo>
                <a:lnTo>
                  <a:pt x="262389" y="323282"/>
                </a:lnTo>
                <a:lnTo>
                  <a:pt x="270000" y="332324"/>
                </a:lnTo>
                <a:lnTo>
                  <a:pt x="296952" y="364208"/>
                </a:lnTo>
                <a:lnTo>
                  <a:pt x="303294" y="371663"/>
                </a:lnTo>
                <a:lnTo>
                  <a:pt x="560293" y="675593"/>
                </a:lnTo>
                <a:lnTo>
                  <a:pt x="560293" y="662586"/>
                </a:lnTo>
                <a:lnTo>
                  <a:pt x="312806" y="370077"/>
                </a:lnTo>
                <a:lnTo>
                  <a:pt x="306465" y="362463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98" name="Freeform 697">
            <a:extLst>
              <a:ext uri="{FF2B5EF4-FFF2-40B4-BE49-F238E27FC236}">
                <a16:creationId xmlns:a16="http://schemas.microsoft.com/office/drawing/2014/main" id="{6D48B83F-F9CE-F0BE-A364-087D2C33256E}"/>
              </a:ext>
            </a:extLst>
          </p:cNvPr>
          <p:cNvSpPr/>
          <p:nvPr userDrawn="1"/>
        </p:nvSpPr>
        <p:spPr>
          <a:xfrm>
            <a:off x="11010771" y="3098110"/>
            <a:ext cx="1147379" cy="1235850"/>
          </a:xfrm>
          <a:custGeom>
            <a:avLst/>
            <a:gdLst>
              <a:gd name="connsiteX0" fmla="*/ 317 w 1147379"/>
              <a:gd name="connsiteY0" fmla="*/ 0 h 1435100"/>
              <a:gd name="connsiteX1" fmla="*/ 0 w 1147379"/>
              <a:gd name="connsiteY1" fmla="*/ 317 h 1435100"/>
              <a:gd name="connsiteX2" fmla="*/ 149506 w 1147379"/>
              <a:gd name="connsiteY2" fmla="*/ 187180 h 1435100"/>
              <a:gd name="connsiteX3" fmla="*/ 154739 w 1147379"/>
              <a:gd name="connsiteY3" fmla="*/ 193684 h 1435100"/>
              <a:gd name="connsiteX4" fmla="*/ 473570 w 1147379"/>
              <a:gd name="connsiteY4" fmla="*/ 592314 h 1435100"/>
              <a:gd name="connsiteX5" fmla="*/ 481022 w 1147379"/>
              <a:gd name="connsiteY5" fmla="*/ 601673 h 1435100"/>
              <a:gd name="connsiteX6" fmla="*/ 508291 w 1147379"/>
              <a:gd name="connsiteY6" fmla="*/ 635778 h 1435100"/>
              <a:gd name="connsiteX7" fmla="*/ 514315 w 1147379"/>
              <a:gd name="connsiteY7" fmla="*/ 643233 h 1435100"/>
              <a:gd name="connsiteX8" fmla="*/ 519865 w 1147379"/>
              <a:gd name="connsiteY8" fmla="*/ 650213 h 1435100"/>
              <a:gd name="connsiteX9" fmla="*/ 525572 w 1147379"/>
              <a:gd name="connsiteY9" fmla="*/ 657351 h 1435100"/>
              <a:gd name="connsiteX10" fmla="*/ 797475 w 1147379"/>
              <a:gd name="connsiteY10" fmla="*/ 997448 h 1435100"/>
              <a:gd name="connsiteX11" fmla="*/ 804609 w 1147379"/>
              <a:gd name="connsiteY11" fmla="*/ 1006490 h 1435100"/>
              <a:gd name="connsiteX12" fmla="*/ 839488 w 1147379"/>
              <a:gd name="connsiteY12" fmla="*/ 1050112 h 1435100"/>
              <a:gd name="connsiteX13" fmla="*/ 845672 w 1147379"/>
              <a:gd name="connsiteY13" fmla="*/ 1057726 h 1435100"/>
              <a:gd name="connsiteX14" fmla="*/ 1147380 w 1147379"/>
              <a:gd name="connsiteY14" fmla="*/ 1435100 h 1435100"/>
              <a:gd name="connsiteX15" fmla="*/ 1147380 w 1147379"/>
              <a:gd name="connsiteY15" fmla="*/ 1421459 h 1435100"/>
              <a:gd name="connsiteX16" fmla="*/ 894027 w 1147379"/>
              <a:gd name="connsiteY16" fmla="*/ 1104680 h 1435100"/>
              <a:gd name="connsiteX17" fmla="*/ 635 w 1147379"/>
              <a:gd name="connsiteY17" fmla="*/ 317 h 14351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147379" h="1435100">
                <a:moveTo>
                  <a:pt x="317" y="0"/>
                </a:moveTo>
                <a:cubicBezTo>
                  <a:pt x="317" y="0"/>
                  <a:pt x="0" y="159"/>
                  <a:pt x="0" y="317"/>
                </a:cubicBezTo>
                <a:lnTo>
                  <a:pt x="149506" y="187180"/>
                </a:lnTo>
                <a:lnTo>
                  <a:pt x="154739" y="193684"/>
                </a:lnTo>
                <a:lnTo>
                  <a:pt x="473570" y="592314"/>
                </a:lnTo>
                <a:lnTo>
                  <a:pt x="481022" y="601673"/>
                </a:lnTo>
                <a:lnTo>
                  <a:pt x="508291" y="635778"/>
                </a:lnTo>
                <a:lnTo>
                  <a:pt x="514315" y="643233"/>
                </a:lnTo>
                <a:lnTo>
                  <a:pt x="519865" y="650213"/>
                </a:lnTo>
                <a:lnTo>
                  <a:pt x="525572" y="657351"/>
                </a:lnTo>
                <a:lnTo>
                  <a:pt x="797475" y="997448"/>
                </a:lnTo>
                <a:lnTo>
                  <a:pt x="804609" y="1006490"/>
                </a:lnTo>
                <a:lnTo>
                  <a:pt x="839488" y="1050112"/>
                </a:lnTo>
                <a:lnTo>
                  <a:pt x="845672" y="1057726"/>
                </a:lnTo>
                <a:lnTo>
                  <a:pt x="1147380" y="1435100"/>
                </a:lnTo>
                <a:lnTo>
                  <a:pt x="1147380" y="1421459"/>
                </a:lnTo>
                <a:lnTo>
                  <a:pt x="894027" y="1104680"/>
                </a:lnTo>
                <a:lnTo>
                  <a:pt x="635" y="317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99" name="Freeform 698">
            <a:extLst>
              <a:ext uri="{FF2B5EF4-FFF2-40B4-BE49-F238E27FC236}">
                <a16:creationId xmlns:a16="http://schemas.microsoft.com/office/drawing/2014/main" id="{52096BF1-7002-93A8-D735-7811A05CD4E0}"/>
              </a:ext>
            </a:extLst>
          </p:cNvPr>
          <p:cNvSpPr/>
          <p:nvPr userDrawn="1"/>
        </p:nvSpPr>
        <p:spPr>
          <a:xfrm>
            <a:off x="11011247" y="3093033"/>
            <a:ext cx="1146745" cy="1224785"/>
          </a:xfrm>
          <a:custGeom>
            <a:avLst/>
            <a:gdLst>
              <a:gd name="connsiteX0" fmla="*/ 863745 w 1146745"/>
              <a:gd name="connsiteY0" fmla="*/ 1059313 h 1422251"/>
              <a:gd name="connsiteX1" fmla="*/ 857562 w 1146745"/>
              <a:gd name="connsiteY1" fmla="*/ 1051699 h 1422251"/>
              <a:gd name="connsiteX2" fmla="*/ 826329 w 1146745"/>
              <a:gd name="connsiteY2" fmla="*/ 1013152 h 1422251"/>
              <a:gd name="connsiteX3" fmla="*/ 819036 w 1146745"/>
              <a:gd name="connsiteY3" fmla="*/ 1004110 h 1422251"/>
              <a:gd name="connsiteX4" fmla="*/ 538731 w 1146745"/>
              <a:gd name="connsiteY4" fmla="*/ 657510 h 1422251"/>
              <a:gd name="connsiteX5" fmla="*/ 533023 w 1146745"/>
              <a:gd name="connsiteY5" fmla="*/ 650372 h 1422251"/>
              <a:gd name="connsiteX6" fmla="*/ 528901 w 1146745"/>
              <a:gd name="connsiteY6" fmla="*/ 645296 h 1422251"/>
              <a:gd name="connsiteX7" fmla="*/ 522876 w 1146745"/>
              <a:gd name="connsiteY7" fmla="*/ 637840 h 1422251"/>
              <a:gd name="connsiteX8" fmla="*/ 499571 w 1146745"/>
              <a:gd name="connsiteY8" fmla="*/ 608970 h 1422251"/>
              <a:gd name="connsiteX9" fmla="*/ 491960 w 1146745"/>
              <a:gd name="connsiteY9" fmla="*/ 599452 h 1422251"/>
              <a:gd name="connsiteX10" fmla="*/ 205789 w 1146745"/>
              <a:gd name="connsiteY10" fmla="*/ 245714 h 1422251"/>
              <a:gd name="connsiteX11" fmla="*/ 7135 w 1146745"/>
              <a:gd name="connsiteY11" fmla="*/ 0 h 1422251"/>
              <a:gd name="connsiteX12" fmla="*/ 0 w 1146745"/>
              <a:gd name="connsiteY12" fmla="*/ 4759 h 1422251"/>
              <a:gd name="connsiteX13" fmla="*/ 893393 w 1146745"/>
              <a:gd name="connsiteY13" fmla="*/ 1109122 h 1422251"/>
              <a:gd name="connsiteX14" fmla="*/ 1146746 w 1146745"/>
              <a:gd name="connsiteY14" fmla="*/ 1422252 h 1422251"/>
              <a:gd name="connsiteX15" fmla="*/ 1146746 w 1146745"/>
              <a:gd name="connsiteY15" fmla="*/ 1412734 h 1422251"/>
              <a:gd name="connsiteX16" fmla="*/ 1052729 w 1146745"/>
              <a:gd name="connsiteY16" fmla="*/ 1292495 h 1422251"/>
              <a:gd name="connsiteX17" fmla="*/ 863904 w 1146745"/>
              <a:gd name="connsiteY17" fmla="*/ 1058996 h 1422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146745" h="1422251">
                <a:moveTo>
                  <a:pt x="863745" y="1059313"/>
                </a:moveTo>
                <a:lnTo>
                  <a:pt x="857562" y="1051699"/>
                </a:lnTo>
                <a:lnTo>
                  <a:pt x="826329" y="1013152"/>
                </a:lnTo>
                <a:lnTo>
                  <a:pt x="819036" y="1004110"/>
                </a:lnTo>
                <a:lnTo>
                  <a:pt x="538731" y="657510"/>
                </a:lnTo>
                <a:lnTo>
                  <a:pt x="533023" y="650372"/>
                </a:lnTo>
                <a:lnTo>
                  <a:pt x="528901" y="645296"/>
                </a:lnTo>
                <a:lnTo>
                  <a:pt x="522876" y="637840"/>
                </a:lnTo>
                <a:lnTo>
                  <a:pt x="499571" y="608970"/>
                </a:lnTo>
                <a:lnTo>
                  <a:pt x="491960" y="599452"/>
                </a:lnTo>
                <a:lnTo>
                  <a:pt x="205789" y="245714"/>
                </a:lnTo>
                <a:lnTo>
                  <a:pt x="7135" y="0"/>
                </a:lnTo>
                <a:cubicBezTo>
                  <a:pt x="5074" y="1904"/>
                  <a:pt x="2378" y="3173"/>
                  <a:pt x="0" y="4759"/>
                </a:cubicBezTo>
                <a:lnTo>
                  <a:pt x="893393" y="1109122"/>
                </a:lnTo>
                <a:lnTo>
                  <a:pt x="1146746" y="1422252"/>
                </a:lnTo>
                <a:lnTo>
                  <a:pt x="1146746" y="1412734"/>
                </a:lnTo>
                <a:lnTo>
                  <a:pt x="1052729" y="1292495"/>
                </a:lnTo>
                <a:lnTo>
                  <a:pt x="863904" y="1058996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00" name="Freeform 699">
            <a:extLst>
              <a:ext uri="{FF2B5EF4-FFF2-40B4-BE49-F238E27FC236}">
                <a16:creationId xmlns:a16="http://schemas.microsoft.com/office/drawing/2014/main" id="{53C155DA-4AB6-EA00-285D-676D6EA01882}"/>
              </a:ext>
            </a:extLst>
          </p:cNvPr>
          <p:cNvSpPr/>
          <p:nvPr userDrawn="1"/>
        </p:nvSpPr>
        <p:spPr>
          <a:xfrm>
            <a:off x="11797148" y="2191714"/>
            <a:ext cx="360845" cy="220204"/>
          </a:xfrm>
          <a:custGeom>
            <a:avLst/>
            <a:gdLst>
              <a:gd name="connsiteX0" fmla="*/ 19183 w 360845"/>
              <a:gd name="connsiteY0" fmla="*/ 252535 h 255706"/>
              <a:gd name="connsiteX1" fmla="*/ 360845 w 360845"/>
              <a:gd name="connsiteY1" fmla="*/ 10469 h 255706"/>
              <a:gd name="connsiteX2" fmla="*/ 360845 w 360845"/>
              <a:gd name="connsiteY2" fmla="*/ 0 h 255706"/>
              <a:gd name="connsiteX3" fmla="*/ 0 w 360845"/>
              <a:gd name="connsiteY3" fmla="*/ 255707 h 255706"/>
              <a:gd name="connsiteX4" fmla="*/ 19183 w 360845"/>
              <a:gd name="connsiteY4" fmla="*/ 252535 h 2557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0845" h="255706">
                <a:moveTo>
                  <a:pt x="19183" y="252535"/>
                </a:moveTo>
                <a:lnTo>
                  <a:pt x="360845" y="10469"/>
                </a:lnTo>
                <a:lnTo>
                  <a:pt x="360845" y="0"/>
                </a:lnTo>
                <a:lnTo>
                  <a:pt x="0" y="255707"/>
                </a:lnTo>
                <a:lnTo>
                  <a:pt x="19183" y="252535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01" name="Freeform 700">
            <a:extLst>
              <a:ext uri="{FF2B5EF4-FFF2-40B4-BE49-F238E27FC236}">
                <a16:creationId xmlns:a16="http://schemas.microsoft.com/office/drawing/2014/main" id="{854ACBFF-824D-E401-AAC8-FFAB0AB5E256}"/>
              </a:ext>
            </a:extLst>
          </p:cNvPr>
          <p:cNvSpPr/>
          <p:nvPr userDrawn="1"/>
        </p:nvSpPr>
        <p:spPr>
          <a:xfrm>
            <a:off x="11501940" y="2455511"/>
            <a:ext cx="298536" cy="181408"/>
          </a:xfrm>
          <a:custGeom>
            <a:avLst/>
            <a:gdLst>
              <a:gd name="connsiteX0" fmla="*/ 1426 w 298536"/>
              <a:gd name="connsiteY0" fmla="*/ 210657 h 210656"/>
              <a:gd name="connsiteX1" fmla="*/ 298537 w 298536"/>
              <a:gd name="connsiteY1" fmla="*/ 0 h 210656"/>
              <a:gd name="connsiteX2" fmla="*/ 279354 w 298536"/>
              <a:gd name="connsiteY2" fmla="*/ 3331 h 210656"/>
              <a:gd name="connsiteX3" fmla="*/ 0 w 298536"/>
              <a:gd name="connsiteY3" fmla="*/ 201139 h 210656"/>
              <a:gd name="connsiteX4" fmla="*/ 1426 w 298536"/>
              <a:gd name="connsiteY4" fmla="*/ 210657 h 2106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98536" h="210656">
                <a:moveTo>
                  <a:pt x="1426" y="210657"/>
                </a:moveTo>
                <a:lnTo>
                  <a:pt x="298537" y="0"/>
                </a:lnTo>
                <a:lnTo>
                  <a:pt x="279354" y="3331"/>
                </a:lnTo>
                <a:lnTo>
                  <a:pt x="0" y="201139"/>
                </a:lnTo>
                <a:lnTo>
                  <a:pt x="1426" y="210657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02" name="Freeform 701">
            <a:extLst>
              <a:ext uri="{FF2B5EF4-FFF2-40B4-BE49-F238E27FC236}">
                <a16:creationId xmlns:a16="http://schemas.microsoft.com/office/drawing/2014/main" id="{52381ED8-EE9D-1E23-5CFB-353B53DFE6E0}"/>
              </a:ext>
            </a:extLst>
          </p:cNvPr>
          <p:cNvSpPr/>
          <p:nvPr userDrawn="1"/>
        </p:nvSpPr>
        <p:spPr>
          <a:xfrm>
            <a:off x="11492268" y="2662361"/>
            <a:ext cx="3171" cy="45719"/>
          </a:xfrm>
          <a:custGeom>
            <a:avLst/>
            <a:gdLst>
              <a:gd name="connsiteX0" fmla="*/ 1745 w 3171"/>
              <a:gd name="connsiteY0" fmla="*/ 0 h 10627"/>
              <a:gd name="connsiteX1" fmla="*/ 0 w 3171"/>
              <a:gd name="connsiteY1" fmla="*/ 1269 h 10627"/>
              <a:gd name="connsiteX2" fmla="*/ 1427 w 3171"/>
              <a:gd name="connsiteY2" fmla="*/ 10628 h 10627"/>
              <a:gd name="connsiteX3" fmla="*/ 3171 w 3171"/>
              <a:gd name="connsiteY3" fmla="*/ 9359 h 10627"/>
              <a:gd name="connsiteX4" fmla="*/ 1745 w 3171"/>
              <a:gd name="connsiteY4" fmla="*/ 0 h 10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71" h="10627">
                <a:moveTo>
                  <a:pt x="1745" y="0"/>
                </a:moveTo>
                <a:lnTo>
                  <a:pt x="0" y="1269"/>
                </a:lnTo>
                <a:lnTo>
                  <a:pt x="1427" y="10628"/>
                </a:lnTo>
                <a:lnTo>
                  <a:pt x="3171" y="9359"/>
                </a:lnTo>
                <a:lnTo>
                  <a:pt x="1745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03" name="Freeform 702">
            <a:extLst>
              <a:ext uri="{FF2B5EF4-FFF2-40B4-BE49-F238E27FC236}">
                <a16:creationId xmlns:a16="http://schemas.microsoft.com/office/drawing/2014/main" id="{03711E49-59DB-DA5F-4674-691A9E0DEBF6}"/>
              </a:ext>
            </a:extLst>
          </p:cNvPr>
          <p:cNvSpPr/>
          <p:nvPr userDrawn="1"/>
        </p:nvSpPr>
        <p:spPr>
          <a:xfrm>
            <a:off x="11029479" y="2669023"/>
            <a:ext cx="456606" cy="283315"/>
          </a:xfrm>
          <a:custGeom>
            <a:avLst/>
            <a:gdLst>
              <a:gd name="connsiteX0" fmla="*/ 5867 w 456606"/>
              <a:gd name="connsiteY0" fmla="*/ 328993 h 328992"/>
              <a:gd name="connsiteX1" fmla="*/ 456606 w 456606"/>
              <a:gd name="connsiteY1" fmla="*/ 9359 h 328992"/>
              <a:gd name="connsiteX2" fmla="*/ 455179 w 456606"/>
              <a:gd name="connsiteY2" fmla="*/ 0 h 328992"/>
              <a:gd name="connsiteX3" fmla="*/ 0 w 456606"/>
              <a:gd name="connsiteY3" fmla="*/ 322489 h 328992"/>
              <a:gd name="connsiteX4" fmla="*/ 5867 w 456606"/>
              <a:gd name="connsiteY4" fmla="*/ 328993 h 328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56606" h="328992">
                <a:moveTo>
                  <a:pt x="5867" y="328993"/>
                </a:moveTo>
                <a:lnTo>
                  <a:pt x="456606" y="9359"/>
                </a:lnTo>
                <a:lnTo>
                  <a:pt x="455179" y="0"/>
                </a:lnTo>
                <a:lnTo>
                  <a:pt x="0" y="322489"/>
                </a:lnTo>
                <a:lnTo>
                  <a:pt x="5867" y="328993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0" name="Freeform 319">
            <a:extLst>
              <a:ext uri="{FF2B5EF4-FFF2-40B4-BE49-F238E27FC236}">
                <a16:creationId xmlns:a16="http://schemas.microsoft.com/office/drawing/2014/main" id="{AC06E702-3FC5-DE08-B522-384DBAB51CB5}"/>
              </a:ext>
            </a:extLst>
          </p:cNvPr>
          <p:cNvSpPr/>
          <p:nvPr userDrawn="1"/>
        </p:nvSpPr>
        <p:spPr>
          <a:xfrm>
            <a:off x="11516367" y="2439807"/>
            <a:ext cx="641626" cy="284134"/>
          </a:xfrm>
          <a:custGeom>
            <a:avLst/>
            <a:gdLst>
              <a:gd name="connsiteX0" fmla="*/ 1110 w 641626"/>
              <a:gd name="connsiteY0" fmla="*/ 329945 h 329944"/>
              <a:gd name="connsiteX1" fmla="*/ 641626 w 641626"/>
              <a:gd name="connsiteY1" fmla="*/ 9359 h 329944"/>
              <a:gd name="connsiteX2" fmla="*/ 641626 w 641626"/>
              <a:gd name="connsiteY2" fmla="*/ 0 h 329944"/>
              <a:gd name="connsiteX3" fmla="*/ 0 w 641626"/>
              <a:gd name="connsiteY3" fmla="*/ 321062 h 329944"/>
              <a:gd name="connsiteX4" fmla="*/ 1110 w 641626"/>
              <a:gd name="connsiteY4" fmla="*/ 329945 h 3299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1626" h="329944">
                <a:moveTo>
                  <a:pt x="1110" y="329945"/>
                </a:moveTo>
                <a:lnTo>
                  <a:pt x="641626" y="9359"/>
                </a:lnTo>
                <a:lnTo>
                  <a:pt x="641626" y="0"/>
                </a:lnTo>
                <a:lnTo>
                  <a:pt x="0" y="321062"/>
                </a:lnTo>
                <a:lnTo>
                  <a:pt x="1110" y="329945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1" name="Freeform 320">
            <a:extLst>
              <a:ext uri="{FF2B5EF4-FFF2-40B4-BE49-F238E27FC236}">
                <a16:creationId xmlns:a16="http://schemas.microsoft.com/office/drawing/2014/main" id="{43B11905-3D66-7948-0549-2498E665F0B0}"/>
              </a:ext>
            </a:extLst>
          </p:cNvPr>
          <p:cNvSpPr/>
          <p:nvPr userDrawn="1"/>
        </p:nvSpPr>
        <p:spPr>
          <a:xfrm>
            <a:off x="11037724" y="2769434"/>
            <a:ext cx="462947" cy="204631"/>
          </a:xfrm>
          <a:custGeom>
            <a:avLst/>
            <a:gdLst>
              <a:gd name="connsiteX0" fmla="*/ 5866 w 462947"/>
              <a:gd name="connsiteY0" fmla="*/ 237624 h 237623"/>
              <a:gd name="connsiteX1" fmla="*/ 462947 w 462947"/>
              <a:gd name="connsiteY1" fmla="*/ 8725 h 237623"/>
              <a:gd name="connsiteX2" fmla="*/ 461679 w 462947"/>
              <a:gd name="connsiteY2" fmla="*/ 0 h 237623"/>
              <a:gd name="connsiteX3" fmla="*/ 0 w 462947"/>
              <a:gd name="connsiteY3" fmla="*/ 231120 h 237623"/>
              <a:gd name="connsiteX4" fmla="*/ 5866 w 462947"/>
              <a:gd name="connsiteY4" fmla="*/ 237624 h 2376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62947" h="237623">
                <a:moveTo>
                  <a:pt x="5866" y="237624"/>
                </a:moveTo>
                <a:lnTo>
                  <a:pt x="462947" y="8725"/>
                </a:lnTo>
                <a:lnTo>
                  <a:pt x="461679" y="0"/>
                </a:lnTo>
                <a:lnTo>
                  <a:pt x="0" y="231120"/>
                </a:lnTo>
                <a:lnTo>
                  <a:pt x="5866" y="237624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2" name="Freeform 321">
            <a:extLst>
              <a:ext uri="{FF2B5EF4-FFF2-40B4-BE49-F238E27FC236}">
                <a16:creationId xmlns:a16="http://schemas.microsoft.com/office/drawing/2014/main" id="{6227682B-396A-A0D3-5ED8-3390DAF25C4E}"/>
              </a:ext>
            </a:extLst>
          </p:cNvPr>
          <p:cNvSpPr/>
          <p:nvPr userDrawn="1"/>
        </p:nvSpPr>
        <p:spPr>
          <a:xfrm>
            <a:off x="11507330" y="2764991"/>
            <a:ext cx="2061" cy="45719"/>
          </a:xfrm>
          <a:custGeom>
            <a:avLst/>
            <a:gdLst>
              <a:gd name="connsiteX0" fmla="*/ 793 w 2061"/>
              <a:gd name="connsiteY0" fmla="*/ 0 h 9358"/>
              <a:gd name="connsiteX1" fmla="*/ 0 w 2061"/>
              <a:gd name="connsiteY1" fmla="*/ 476 h 9358"/>
              <a:gd name="connsiteX2" fmla="*/ 1269 w 2061"/>
              <a:gd name="connsiteY2" fmla="*/ 9359 h 9358"/>
              <a:gd name="connsiteX3" fmla="*/ 2061 w 2061"/>
              <a:gd name="connsiteY3" fmla="*/ 8883 h 9358"/>
              <a:gd name="connsiteX4" fmla="*/ 793 w 2061"/>
              <a:gd name="connsiteY4" fmla="*/ 0 h 93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61" h="9358">
                <a:moveTo>
                  <a:pt x="793" y="0"/>
                </a:moveTo>
                <a:lnTo>
                  <a:pt x="0" y="476"/>
                </a:lnTo>
                <a:lnTo>
                  <a:pt x="1269" y="9359"/>
                </a:lnTo>
                <a:lnTo>
                  <a:pt x="2061" y="8883"/>
                </a:lnTo>
                <a:lnTo>
                  <a:pt x="793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3" name="Freeform 322">
            <a:extLst>
              <a:ext uri="{FF2B5EF4-FFF2-40B4-BE49-F238E27FC236}">
                <a16:creationId xmlns:a16="http://schemas.microsoft.com/office/drawing/2014/main" id="{30C656A7-F56B-C4C1-4C50-65E98380BF4A}"/>
              </a:ext>
            </a:extLst>
          </p:cNvPr>
          <p:cNvSpPr/>
          <p:nvPr userDrawn="1"/>
        </p:nvSpPr>
        <p:spPr>
          <a:xfrm>
            <a:off x="10315460" y="3095572"/>
            <a:ext cx="615564" cy="812609"/>
          </a:xfrm>
          <a:custGeom>
            <a:avLst/>
            <a:gdLst>
              <a:gd name="connsiteX0" fmla="*/ 237182 w 597868"/>
              <a:gd name="connsiteY0" fmla="*/ 494917 h 831523"/>
              <a:gd name="connsiteX1" fmla="*/ 0 w 597868"/>
              <a:gd name="connsiteY1" fmla="*/ 826765 h 831523"/>
              <a:gd name="connsiteX2" fmla="*/ 6976 w 597868"/>
              <a:gd name="connsiteY2" fmla="*/ 831524 h 831523"/>
              <a:gd name="connsiteX3" fmla="*/ 246694 w 597868"/>
              <a:gd name="connsiteY3" fmla="*/ 496027 h 831523"/>
              <a:gd name="connsiteX4" fmla="*/ 252401 w 597868"/>
              <a:gd name="connsiteY4" fmla="*/ 488096 h 831523"/>
              <a:gd name="connsiteX5" fmla="*/ 597868 w 597868"/>
              <a:gd name="connsiteY5" fmla="*/ 4759 h 831523"/>
              <a:gd name="connsiteX6" fmla="*/ 590892 w 597868"/>
              <a:gd name="connsiteY6" fmla="*/ 0 h 831523"/>
              <a:gd name="connsiteX7" fmla="*/ 242889 w 597868"/>
              <a:gd name="connsiteY7" fmla="*/ 486986 h 831523"/>
              <a:gd name="connsiteX8" fmla="*/ 237340 w 597868"/>
              <a:gd name="connsiteY8" fmla="*/ 494917 h 8315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97868" h="831523">
                <a:moveTo>
                  <a:pt x="237182" y="494917"/>
                </a:moveTo>
                <a:lnTo>
                  <a:pt x="0" y="826765"/>
                </a:lnTo>
                <a:cubicBezTo>
                  <a:pt x="2379" y="828351"/>
                  <a:pt x="4915" y="829779"/>
                  <a:pt x="6976" y="831524"/>
                </a:cubicBezTo>
                <a:lnTo>
                  <a:pt x="246694" y="496027"/>
                </a:lnTo>
                <a:lnTo>
                  <a:pt x="252401" y="488096"/>
                </a:lnTo>
                <a:lnTo>
                  <a:pt x="597868" y="4759"/>
                </a:lnTo>
                <a:cubicBezTo>
                  <a:pt x="595490" y="3172"/>
                  <a:pt x="592953" y="1745"/>
                  <a:pt x="590892" y="0"/>
                </a:cubicBezTo>
                <a:lnTo>
                  <a:pt x="242889" y="486986"/>
                </a:lnTo>
                <a:lnTo>
                  <a:pt x="237340" y="494917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4" name="Freeform 323">
            <a:extLst>
              <a:ext uri="{FF2B5EF4-FFF2-40B4-BE49-F238E27FC236}">
                <a16:creationId xmlns:a16="http://schemas.microsoft.com/office/drawing/2014/main" id="{93BE2CBD-1385-8CAE-41FE-78F6354753A0}"/>
              </a:ext>
            </a:extLst>
          </p:cNvPr>
          <p:cNvSpPr/>
          <p:nvPr userDrawn="1"/>
        </p:nvSpPr>
        <p:spPr>
          <a:xfrm>
            <a:off x="10409257" y="3448992"/>
            <a:ext cx="41538" cy="45719"/>
          </a:xfrm>
          <a:custGeom>
            <a:avLst/>
            <a:gdLst>
              <a:gd name="connsiteX0" fmla="*/ 41538 w 41538"/>
              <a:gd name="connsiteY0" fmla="*/ 0 h 44098"/>
              <a:gd name="connsiteX1" fmla="*/ 3012 w 41538"/>
              <a:gd name="connsiteY1" fmla="*/ 30932 h 44098"/>
              <a:gd name="connsiteX2" fmla="*/ 0 w 41538"/>
              <a:gd name="connsiteY2" fmla="*/ 44098 h 44098"/>
              <a:gd name="connsiteX3" fmla="*/ 37258 w 41538"/>
              <a:gd name="connsiteY3" fmla="*/ 14118 h 44098"/>
              <a:gd name="connsiteX4" fmla="*/ 41538 w 41538"/>
              <a:gd name="connsiteY4" fmla="*/ 0 h 440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1538" h="44098">
                <a:moveTo>
                  <a:pt x="41538" y="0"/>
                </a:moveTo>
                <a:lnTo>
                  <a:pt x="3012" y="30932"/>
                </a:lnTo>
                <a:lnTo>
                  <a:pt x="0" y="44098"/>
                </a:lnTo>
                <a:lnTo>
                  <a:pt x="37258" y="14118"/>
                </a:lnTo>
                <a:lnTo>
                  <a:pt x="41538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5" name="Freeform 324">
            <a:extLst>
              <a:ext uri="{FF2B5EF4-FFF2-40B4-BE49-F238E27FC236}">
                <a16:creationId xmlns:a16="http://schemas.microsoft.com/office/drawing/2014/main" id="{E3413853-4CE6-BB57-B3B4-C82E06A74883}"/>
              </a:ext>
            </a:extLst>
          </p:cNvPr>
          <p:cNvSpPr/>
          <p:nvPr userDrawn="1"/>
        </p:nvSpPr>
        <p:spPr>
          <a:xfrm>
            <a:off x="10440318" y="3081135"/>
            <a:ext cx="475010" cy="389417"/>
          </a:xfrm>
          <a:custGeom>
            <a:avLst/>
            <a:gdLst>
              <a:gd name="connsiteX0" fmla="*/ 159 w 457240"/>
              <a:gd name="connsiteY0" fmla="*/ 372774 h 372932"/>
              <a:gd name="connsiteX1" fmla="*/ 457240 w 457240"/>
              <a:gd name="connsiteY1" fmla="*/ 6980 h 372932"/>
              <a:gd name="connsiteX2" fmla="*/ 452483 w 457240"/>
              <a:gd name="connsiteY2" fmla="*/ 0 h 372932"/>
              <a:gd name="connsiteX3" fmla="*/ 4281 w 457240"/>
              <a:gd name="connsiteY3" fmla="*/ 358656 h 372932"/>
              <a:gd name="connsiteX4" fmla="*/ 0 w 457240"/>
              <a:gd name="connsiteY4" fmla="*/ 372933 h 372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57240" h="372932">
                <a:moveTo>
                  <a:pt x="159" y="372774"/>
                </a:moveTo>
                <a:lnTo>
                  <a:pt x="457240" y="6980"/>
                </a:lnTo>
                <a:cubicBezTo>
                  <a:pt x="455338" y="4918"/>
                  <a:pt x="454069" y="2221"/>
                  <a:pt x="452483" y="0"/>
                </a:cubicBezTo>
                <a:lnTo>
                  <a:pt x="4281" y="358656"/>
                </a:lnTo>
                <a:lnTo>
                  <a:pt x="0" y="372933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6" name="Freeform 325">
            <a:extLst>
              <a:ext uri="{FF2B5EF4-FFF2-40B4-BE49-F238E27FC236}">
                <a16:creationId xmlns:a16="http://schemas.microsoft.com/office/drawing/2014/main" id="{5E3C30BF-20DB-635F-A1E0-6702C904E0C6}"/>
              </a:ext>
            </a:extLst>
          </p:cNvPr>
          <p:cNvSpPr/>
          <p:nvPr userDrawn="1"/>
        </p:nvSpPr>
        <p:spPr>
          <a:xfrm>
            <a:off x="10398317" y="3488332"/>
            <a:ext cx="3329" cy="45719"/>
          </a:xfrm>
          <a:custGeom>
            <a:avLst/>
            <a:gdLst>
              <a:gd name="connsiteX0" fmla="*/ 3330 w 3329"/>
              <a:gd name="connsiteY0" fmla="*/ 0 h 13483"/>
              <a:gd name="connsiteX1" fmla="*/ 2696 w 3329"/>
              <a:gd name="connsiteY1" fmla="*/ 635 h 13483"/>
              <a:gd name="connsiteX2" fmla="*/ 0 w 3329"/>
              <a:gd name="connsiteY2" fmla="*/ 13483 h 13483"/>
              <a:gd name="connsiteX3" fmla="*/ 317 w 3329"/>
              <a:gd name="connsiteY3" fmla="*/ 13166 h 13483"/>
              <a:gd name="connsiteX4" fmla="*/ 3330 w 3329"/>
              <a:gd name="connsiteY4" fmla="*/ 0 h 134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29" h="13483">
                <a:moveTo>
                  <a:pt x="3330" y="0"/>
                </a:moveTo>
                <a:lnTo>
                  <a:pt x="2696" y="635"/>
                </a:lnTo>
                <a:lnTo>
                  <a:pt x="0" y="13483"/>
                </a:lnTo>
                <a:lnTo>
                  <a:pt x="317" y="13166"/>
                </a:lnTo>
                <a:lnTo>
                  <a:pt x="3330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7" name="Freeform 326">
            <a:extLst>
              <a:ext uri="{FF2B5EF4-FFF2-40B4-BE49-F238E27FC236}">
                <a16:creationId xmlns:a16="http://schemas.microsoft.com/office/drawing/2014/main" id="{13A09CF5-C585-2460-DC9C-05EA12605436}"/>
              </a:ext>
            </a:extLst>
          </p:cNvPr>
          <p:cNvSpPr/>
          <p:nvPr userDrawn="1"/>
        </p:nvSpPr>
        <p:spPr>
          <a:xfrm>
            <a:off x="8986092" y="3497216"/>
            <a:ext cx="1404615" cy="1107693"/>
          </a:xfrm>
          <a:custGeom>
            <a:avLst/>
            <a:gdLst>
              <a:gd name="connsiteX0" fmla="*/ 929224 w 1389317"/>
              <a:gd name="connsiteY0" fmla="*/ 378960 h 1118797"/>
              <a:gd name="connsiteX1" fmla="*/ 1322729 w 1389317"/>
              <a:gd name="connsiteY1" fmla="*/ 64085 h 1118797"/>
              <a:gd name="connsiteX2" fmla="*/ 1332083 w 1389317"/>
              <a:gd name="connsiteY2" fmla="*/ 56630 h 1118797"/>
              <a:gd name="connsiteX3" fmla="*/ 1386622 w 1389317"/>
              <a:gd name="connsiteY3" fmla="*/ 12849 h 1118797"/>
              <a:gd name="connsiteX4" fmla="*/ 1389317 w 1389317"/>
              <a:gd name="connsiteY4" fmla="*/ 0 h 1118797"/>
              <a:gd name="connsiteX5" fmla="*/ 1320351 w 1389317"/>
              <a:gd name="connsiteY5" fmla="*/ 55202 h 1118797"/>
              <a:gd name="connsiteX6" fmla="*/ 1310997 w 1389317"/>
              <a:gd name="connsiteY6" fmla="*/ 62658 h 1118797"/>
              <a:gd name="connsiteX7" fmla="*/ 919394 w 1389317"/>
              <a:gd name="connsiteY7" fmla="*/ 376105 h 1118797"/>
              <a:gd name="connsiteX8" fmla="*/ 911150 w 1389317"/>
              <a:gd name="connsiteY8" fmla="*/ 382609 h 1118797"/>
              <a:gd name="connsiteX9" fmla="*/ 0 w 1389317"/>
              <a:gd name="connsiteY9" fmla="*/ 1111818 h 1118797"/>
              <a:gd name="connsiteX10" fmla="*/ 4756 w 1389317"/>
              <a:gd name="connsiteY10" fmla="*/ 1118798 h 1118797"/>
              <a:gd name="connsiteX11" fmla="*/ 921296 w 1389317"/>
              <a:gd name="connsiteY11" fmla="*/ 385305 h 1118797"/>
              <a:gd name="connsiteX12" fmla="*/ 929382 w 1389317"/>
              <a:gd name="connsiteY12" fmla="*/ 378802 h 11187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389317" h="1118797">
                <a:moveTo>
                  <a:pt x="929224" y="378960"/>
                </a:moveTo>
                <a:lnTo>
                  <a:pt x="1322729" y="64085"/>
                </a:lnTo>
                <a:lnTo>
                  <a:pt x="1332083" y="56630"/>
                </a:lnTo>
                <a:lnTo>
                  <a:pt x="1386622" y="12849"/>
                </a:lnTo>
                <a:lnTo>
                  <a:pt x="1389317" y="0"/>
                </a:lnTo>
                <a:lnTo>
                  <a:pt x="1320351" y="55202"/>
                </a:lnTo>
                <a:lnTo>
                  <a:pt x="1310997" y="62658"/>
                </a:lnTo>
                <a:lnTo>
                  <a:pt x="919394" y="376105"/>
                </a:lnTo>
                <a:lnTo>
                  <a:pt x="911150" y="382609"/>
                </a:lnTo>
                <a:lnTo>
                  <a:pt x="0" y="1111818"/>
                </a:lnTo>
                <a:cubicBezTo>
                  <a:pt x="1902" y="1113880"/>
                  <a:pt x="3171" y="1116577"/>
                  <a:pt x="4756" y="1118798"/>
                </a:cubicBezTo>
                <a:lnTo>
                  <a:pt x="921296" y="385305"/>
                </a:lnTo>
                <a:lnTo>
                  <a:pt x="929382" y="37880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8" name="Freeform 327">
            <a:extLst>
              <a:ext uri="{FF2B5EF4-FFF2-40B4-BE49-F238E27FC236}">
                <a16:creationId xmlns:a16="http://schemas.microsoft.com/office/drawing/2014/main" id="{E9A7EF5C-9C18-706B-B376-4D6CC7E5FA68}"/>
              </a:ext>
            </a:extLst>
          </p:cNvPr>
          <p:cNvSpPr/>
          <p:nvPr userDrawn="1"/>
        </p:nvSpPr>
        <p:spPr>
          <a:xfrm>
            <a:off x="7738115" y="3033312"/>
            <a:ext cx="3172256" cy="185138"/>
          </a:xfrm>
          <a:custGeom>
            <a:avLst/>
            <a:gdLst>
              <a:gd name="connsiteX0" fmla="*/ 2574272 w 2574271"/>
              <a:gd name="connsiteY0" fmla="*/ 0 h 166082"/>
              <a:gd name="connsiteX1" fmla="*/ 0 w 2574271"/>
              <a:gd name="connsiteY1" fmla="*/ 157675 h 166082"/>
              <a:gd name="connsiteX2" fmla="*/ 1744 w 2574271"/>
              <a:gd name="connsiteY2" fmla="*/ 166083 h 166082"/>
              <a:gd name="connsiteX3" fmla="*/ 2566345 w 2574271"/>
              <a:gd name="connsiteY3" fmla="*/ 9042 h 166082"/>
              <a:gd name="connsiteX4" fmla="*/ 2574113 w 2574271"/>
              <a:gd name="connsiteY4" fmla="*/ 0 h 1660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74271" h="166082">
                <a:moveTo>
                  <a:pt x="2574272" y="0"/>
                </a:moveTo>
                <a:lnTo>
                  <a:pt x="0" y="157675"/>
                </a:lnTo>
                <a:cubicBezTo>
                  <a:pt x="476" y="160531"/>
                  <a:pt x="1744" y="163069"/>
                  <a:pt x="1744" y="166083"/>
                </a:cubicBezTo>
                <a:lnTo>
                  <a:pt x="2566345" y="9042"/>
                </a:lnTo>
                <a:lnTo>
                  <a:pt x="2574113" y="0"/>
                </a:lnTo>
                <a:close/>
              </a:path>
            </a:pathLst>
          </a:custGeom>
          <a:solidFill>
            <a:srgbClr val="FF7D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9" name="Freeform 328">
            <a:extLst>
              <a:ext uri="{FF2B5EF4-FFF2-40B4-BE49-F238E27FC236}">
                <a16:creationId xmlns:a16="http://schemas.microsoft.com/office/drawing/2014/main" id="{DE9BC89A-A5E3-CC98-13E4-F423ACAEB944}"/>
              </a:ext>
            </a:extLst>
          </p:cNvPr>
          <p:cNvSpPr/>
          <p:nvPr userDrawn="1"/>
        </p:nvSpPr>
        <p:spPr>
          <a:xfrm>
            <a:off x="10486467" y="3064162"/>
            <a:ext cx="10464" cy="45719"/>
          </a:xfrm>
          <a:custGeom>
            <a:avLst/>
            <a:gdLst>
              <a:gd name="connsiteX0" fmla="*/ 10464 w 10464"/>
              <a:gd name="connsiteY0" fmla="*/ 0 h 9200"/>
              <a:gd name="connsiteX1" fmla="*/ 1903 w 10464"/>
              <a:gd name="connsiteY1" fmla="*/ 476 h 9200"/>
              <a:gd name="connsiteX2" fmla="*/ 0 w 10464"/>
              <a:gd name="connsiteY2" fmla="*/ 9200 h 9200"/>
              <a:gd name="connsiteX3" fmla="*/ 8562 w 10464"/>
              <a:gd name="connsiteY3" fmla="*/ 8725 h 9200"/>
              <a:gd name="connsiteX4" fmla="*/ 10464 w 10464"/>
              <a:gd name="connsiteY4" fmla="*/ 0 h 9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464" h="9200">
                <a:moveTo>
                  <a:pt x="10464" y="0"/>
                </a:moveTo>
                <a:lnTo>
                  <a:pt x="1903" y="476"/>
                </a:lnTo>
                <a:lnTo>
                  <a:pt x="0" y="9200"/>
                </a:lnTo>
                <a:lnTo>
                  <a:pt x="8562" y="8725"/>
                </a:lnTo>
                <a:lnTo>
                  <a:pt x="10464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30" name="Freeform 329">
            <a:extLst>
              <a:ext uri="{FF2B5EF4-FFF2-40B4-BE49-F238E27FC236}">
                <a16:creationId xmlns:a16="http://schemas.microsoft.com/office/drawing/2014/main" id="{75625879-FAC7-03AE-8F94-026A2D076E3E}"/>
              </a:ext>
            </a:extLst>
          </p:cNvPr>
          <p:cNvSpPr/>
          <p:nvPr userDrawn="1"/>
        </p:nvSpPr>
        <p:spPr>
          <a:xfrm>
            <a:off x="10736016" y="2694087"/>
            <a:ext cx="196910" cy="248072"/>
          </a:xfrm>
          <a:custGeom>
            <a:avLst/>
            <a:gdLst>
              <a:gd name="connsiteX0" fmla="*/ 4597 w 196910"/>
              <a:gd name="connsiteY0" fmla="*/ 0 h 288067"/>
              <a:gd name="connsiteX1" fmla="*/ 0 w 196910"/>
              <a:gd name="connsiteY1" fmla="*/ 3172 h 288067"/>
              <a:gd name="connsiteX2" fmla="*/ 189776 w 196910"/>
              <a:gd name="connsiteY2" fmla="*/ 288067 h 288067"/>
              <a:gd name="connsiteX3" fmla="*/ 196911 w 196910"/>
              <a:gd name="connsiteY3" fmla="*/ 283308 h 288067"/>
              <a:gd name="connsiteX4" fmla="*/ 29171 w 196910"/>
              <a:gd name="connsiteY4" fmla="*/ 31567 h 288067"/>
              <a:gd name="connsiteX5" fmla="*/ 4597 w 196910"/>
              <a:gd name="connsiteY5" fmla="*/ 159 h 2880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96910" h="288067">
                <a:moveTo>
                  <a:pt x="4597" y="0"/>
                </a:moveTo>
                <a:cubicBezTo>
                  <a:pt x="3012" y="1110"/>
                  <a:pt x="1585" y="2221"/>
                  <a:pt x="0" y="3172"/>
                </a:cubicBezTo>
                <a:lnTo>
                  <a:pt x="189776" y="288067"/>
                </a:lnTo>
                <a:cubicBezTo>
                  <a:pt x="192155" y="286322"/>
                  <a:pt x="194374" y="284736"/>
                  <a:pt x="196911" y="283308"/>
                </a:cubicBezTo>
                <a:lnTo>
                  <a:pt x="29171" y="31567"/>
                </a:lnTo>
                <a:lnTo>
                  <a:pt x="4597" y="15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31" name="Freeform 330">
            <a:extLst>
              <a:ext uri="{FF2B5EF4-FFF2-40B4-BE49-F238E27FC236}">
                <a16:creationId xmlns:a16="http://schemas.microsoft.com/office/drawing/2014/main" id="{F918B734-B0D6-E880-73F8-FC1880CED07A}"/>
              </a:ext>
            </a:extLst>
          </p:cNvPr>
          <p:cNvSpPr/>
          <p:nvPr userDrawn="1"/>
        </p:nvSpPr>
        <p:spPr>
          <a:xfrm>
            <a:off x="10968440" y="2937103"/>
            <a:ext cx="1109" cy="45719"/>
          </a:xfrm>
          <a:custGeom>
            <a:avLst/>
            <a:gdLst>
              <a:gd name="connsiteX0" fmla="*/ 1110 w 1109"/>
              <a:gd name="connsiteY0" fmla="*/ 1269 h 12373"/>
              <a:gd name="connsiteX1" fmla="*/ 0 w 1109"/>
              <a:gd name="connsiteY1" fmla="*/ 0 h 12373"/>
              <a:gd name="connsiteX2" fmla="*/ 634 w 1109"/>
              <a:gd name="connsiteY2" fmla="*/ 12373 h 12373"/>
              <a:gd name="connsiteX3" fmla="*/ 634 w 1109"/>
              <a:gd name="connsiteY3" fmla="*/ 12373 h 12373"/>
              <a:gd name="connsiteX4" fmla="*/ 1110 w 1109"/>
              <a:gd name="connsiteY4" fmla="*/ 1269 h 12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09" h="12373">
                <a:moveTo>
                  <a:pt x="1110" y="1269"/>
                </a:moveTo>
                <a:lnTo>
                  <a:pt x="0" y="0"/>
                </a:lnTo>
                <a:lnTo>
                  <a:pt x="634" y="12373"/>
                </a:lnTo>
                <a:lnTo>
                  <a:pt x="634" y="12373"/>
                </a:lnTo>
                <a:lnTo>
                  <a:pt x="1110" y="126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32" name="Freeform 331">
            <a:extLst>
              <a:ext uri="{FF2B5EF4-FFF2-40B4-BE49-F238E27FC236}">
                <a16:creationId xmlns:a16="http://schemas.microsoft.com/office/drawing/2014/main" id="{731207F0-5C4A-3004-116F-7D1970F0C3DF}"/>
              </a:ext>
            </a:extLst>
          </p:cNvPr>
          <p:cNvSpPr/>
          <p:nvPr userDrawn="1"/>
        </p:nvSpPr>
        <p:spPr>
          <a:xfrm>
            <a:off x="10978587" y="2949158"/>
            <a:ext cx="24574" cy="45719"/>
          </a:xfrm>
          <a:custGeom>
            <a:avLst/>
            <a:gdLst>
              <a:gd name="connsiteX0" fmla="*/ 793 w 24574"/>
              <a:gd name="connsiteY0" fmla="*/ 0 h 26490"/>
              <a:gd name="connsiteX1" fmla="*/ 0 w 24574"/>
              <a:gd name="connsiteY1" fmla="*/ 11262 h 26490"/>
              <a:gd name="connsiteX2" fmla="*/ 8245 w 24574"/>
              <a:gd name="connsiteY2" fmla="*/ 20622 h 26490"/>
              <a:gd name="connsiteX3" fmla="*/ 24574 w 24574"/>
              <a:gd name="connsiteY3" fmla="*/ 26491 h 26490"/>
              <a:gd name="connsiteX4" fmla="*/ 19342 w 24574"/>
              <a:gd name="connsiteY4" fmla="*/ 20463 h 26490"/>
              <a:gd name="connsiteX5" fmla="*/ 793 w 24574"/>
              <a:gd name="connsiteY5" fmla="*/ 159 h 264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4574" h="26490">
                <a:moveTo>
                  <a:pt x="793" y="0"/>
                </a:moveTo>
                <a:lnTo>
                  <a:pt x="0" y="11262"/>
                </a:lnTo>
                <a:lnTo>
                  <a:pt x="8245" y="20622"/>
                </a:lnTo>
                <a:cubicBezTo>
                  <a:pt x="13952" y="22049"/>
                  <a:pt x="19501" y="23635"/>
                  <a:pt x="24574" y="26491"/>
                </a:cubicBezTo>
                <a:lnTo>
                  <a:pt x="19342" y="20463"/>
                </a:lnTo>
                <a:lnTo>
                  <a:pt x="793" y="15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7" name="Freeform 356">
            <a:extLst>
              <a:ext uri="{FF2B5EF4-FFF2-40B4-BE49-F238E27FC236}">
                <a16:creationId xmlns:a16="http://schemas.microsoft.com/office/drawing/2014/main" id="{FBA5E5E7-E6A9-D47F-B226-949258DFB058}"/>
              </a:ext>
            </a:extLst>
          </p:cNvPr>
          <p:cNvSpPr/>
          <p:nvPr userDrawn="1"/>
        </p:nvSpPr>
        <p:spPr>
          <a:xfrm>
            <a:off x="10799750" y="2751509"/>
            <a:ext cx="160288" cy="161465"/>
          </a:xfrm>
          <a:custGeom>
            <a:avLst/>
            <a:gdLst>
              <a:gd name="connsiteX0" fmla="*/ 49783 w 160288"/>
              <a:gd name="connsiteY0" fmla="*/ 61230 h 187497"/>
              <a:gd name="connsiteX1" fmla="*/ 160288 w 160288"/>
              <a:gd name="connsiteY1" fmla="*/ 187497 h 187497"/>
              <a:gd name="connsiteX2" fmla="*/ 159653 w 160288"/>
              <a:gd name="connsiteY2" fmla="*/ 175600 h 187497"/>
              <a:gd name="connsiteX3" fmla="*/ 0 w 160288"/>
              <a:gd name="connsiteY3" fmla="*/ 0 h 187497"/>
              <a:gd name="connsiteX4" fmla="*/ 49783 w 160288"/>
              <a:gd name="connsiteY4" fmla="*/ 61230 h 1874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0288" h="187497">
                <a:moveTo>
                  <a:pt x="49783" y="61230"/>
                </a:moveTo>
                <a:lnTo>
                  <a:pt x="160288" y="187497"/>
                </a:lnTo>
                <a:lnTo>
                  <a:pt x="159653" y="175600"/>
                </a:lnTo>
                <a:lnTo>
                  <a:pt x="0" y="0"/>
                </a:lnTo>
                <a:lnTo>
                  <a:pt x="49783" y="6123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8" name="Freeform 357">
            <a:extLst>
              <a:ext uri="{FF2B5EF4-FFF2-40B4-BE49-F238E27FC236}">
                <a16:creationId xmlns:a16="http://schemas.microsoft.com/office/drawing/2014/main" id="{8AA13569-8BFD-74FF-6FAF-FD7BC681859C}"/>
              </a:ext>
            </a:extLst>
          </p:cNvPr>
          <p:cNvSpPr/>
          <p:nvPr userDrawn="1"/>
        </p:nvSpPr>
        <p:spPr>
          <a:xfrm>
            <a:off x="11037565" y="3014990"/>
            <a:ext cx="560927" cy="556522"/>
          </a:xfrm>
          <a:custGeom>
            <a:avLst/>
            <a:gdLst>
              <a:gd name="connsiteX0" fmla="*/ 189618 w 560927"/>
              <a:gd name="connsiteY0" fmla="*/ 216685 h 646247"/>
              <a:gd name="connsiteX1" fmla="*/ 0 w 560927"/>
              <a:gd name="connsiteY1" fmla="*/ 0 h 646247"/>
              <a:gd name="connsiteX2" fmla="*/ 3330 w 560927"/>
              <a:gd name="connsiteY2" fmla="*/ 16656 h 646247"/>
              <a:gd name="connsiteX3" fmla="*/ 182801 w 560927"/>
              <a:gd name="connsiteY3" fmla="*/ 221920 h 646247"/>
              <a:gd name="connsiteX4" fmla="*/ 188350 w 560927"/>
              <a:gd name="connsiteY4" fmla="*/ 228265 h 646247"/>
              <a:gd name="connsiteX5" fmla="*/ 517963 w 560927"/>
              <a:gd name="connsiteY5" fmla="*/ 605322 h 646247"/>
              <a:gd name="connsiteX6" fmla="*/ 553793 w 560927"/>
              <a:gd name="connsiteY6" fmla="*/ 646247 h 646247"/>
              <a:gd name="connsiteX7" fmla="*/ 560927 w 560927"/>
              <a:gd name="connsiteY7" fmla="*/ 641489 h 646247"/>
              <a:gd name="connsiteX8" fmla="*/ 195009 w 560927"/>
              <a:gd name="connsiteY8" fmla="*/ 223030 h 646247"/>
              <a:gd name="connsiteX9" fmla="*/ 189460 w 560927"/>
              <a:gd name="connsiteY9" fmla="*/ 216685 h 6462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60927" h="646247">
                <a:moveTo>
                  <a:pt x="189618" y="216685"/>
                </a:moveTo>
                <a:lnTo>
                  <a:pt x="0" y="0"/>
                </a:lnTo>
                <a:cubicBezTo>
                  <a:pt x="1902" y="5235"/>
                  <a:pt x="2696" y="10945"/>
                  <a:pt x="3330" y="16656"/>
                </a:cubicBezTo>
                <a:lnTo>
                  <a:pt x="182801" y="221920"/>
                </a:lnTo>
                <a:lnTo>
                  <a:pt x="188350" y="228265"/>
                </a:lnTo>
                <a:lnTo>
                  <a:pt x="517963" y="605322"/>
                </a:lnTo>
                <a:lnTo>
                  <a:pt x="553793" y="646247"/>
                </a:lnTo>
                <a:cubicBezTo>
                  <a:pt x="555854" y="644185"/>
                  <a:pt x="558707" y="643233"/>
                  <a:pt x="560927" y="641489"/>
                </a:cubicBezTo>
                <a:lnTo>
                  <a:pt x="195009" y="223030"/>
                </a:lnTo>
                <a:lnTo>
                  <a:pt x="189460" y="216685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61" name="Freeform 360">
            <a:extLst>
              <a:ext uri="{FF2B5EF4-FFF2-40B4-BE49-F238E27FC236}">
                <a16:creationId xmlns:a16="http://schemas.microsoft.com/office/drawing/2014/main" id="{AE85B60F-C0FF-4EE0-363B-3FF5B3F06C28}"/>
              </a:ext>
            </a:extLst>
          </p:cNvPr>
          <p:cNvSpPr/>
          <p:nvPr userDrawn="1"/>
        </p:nvSpPr>
        <p:spPr>
          <a:xfrm>
            <a:off x="10748699" y="2685996"/>
            <a:ext cx="210704" cy="207637"/>
          </a:xfrm>
          <a:custGeom>
            <a:avLst/>
            <a:gdLst>
              <a:gd name="connsiteX0" fmla="*/ 0 w 210704"/>
              <a:gd name="connsiteY0" fmla="*/ 2538 h 241113"/>
              <a:gd name="connsiteX1" fmla="*/ 51051 w 210704"/>
              <a:gd name="connsiteY1" fmla="*/ 65513 h 241113"/>
              <a:gd name="connsiteX2" fmla="*/ 210704 w 210704"/>
              <a:gd name="connsiteY2" fmla="*/ 241113 h 241113"/>
              <a:gd name="connsiteX3" fmla="*/ 210070 w 210704"/>
              <a:gd name="connsiteY3" fmla="*/ 227630 h 241113"/>
              <a:gd name="connsiteX4" fmla="*/ 3171 w 210704"/>
              <a:gd name="connsiteY4" fmla="*/ 0 h 241113"/>
              <a:gd name="connsiteX5" fmla="*/ 0 w 210704"/>
              <a:gd name="connsiteY5" fmla="*/ 2538 h 2411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10704" h="241113">
                <a:moveTo>
                  <a:pt x="0" y="2538"/>
                </a:moveTo>
                <a:lnTo>
                  <a:pt x="51051" y="65513"/>
                </a:lnTo>
                <a:lnTo>
                  <a:pt x="210704" y="241113"/>
                </a:lnTo>
                <a:lnTo>
                  <a:pt x="210070" y="227630"/>
                </a:lnTo>
                <a:lnTo>
                  <a:pt x="3171" y="0"/>
                </a:lnTo>
                <a:cubicBezTo>
                  <a:pt x="2220" y="952"/>
                  <a:pt x="951" y="1586"/>
                  <a:pt x="0" y="2538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63" name="Freeform 362">
            <a:extLst>
              <a:ext uri="{FF2B5EF4-FFF2-40B4-BE49-F238E27FC236}">
                <a16:creationId xmlns:a16="http://schemas.microsoft.com/office/drawing/2014/main" id="{BAD603F2-A769-38F3-17EE-AB4154031AE6}"/>
              </a:ext>
            </a:extLst>
          </p:cNvPr>
          <p:cNvSpPr/>
          <p:nvPr userDrawn="1"/>
        </p:nvSpPr>
        <p:spPr>
          <a:xfrm>
            <a:off x="11705668" y="3741185"/>
            <a:ext cx="296159" cy="280446"/>
          </a:xfrm>
          <a:custGeom>
            <a:avLst/>
            <a:gdLst>
              <a:gd name="connsiteX0" fmla="*/ 218156 w 296159"/>
              <a:gd name="connsiteY0" fmla="*/ 247459 h 325661"/>
              <a:gd name="connsiteX1" fmla="*/ 289183 w 296159"/>
              <a:gd name="connsiteY1" fmla="*/ 325662 h 325661"/>
              <a:gd name="connsiteX2" fmla="*/ 296159 w 296159"/>
              <a:gd name="connsiteY2" fmla="*/ 320586 h 325661"/>
              <a:gd name="connsiteX3" fmla="*/ 4756 w 296159"/>
              <a:gd name="connsiteY3" fmla="*/ 0 h 325661"/>
              <a:gd name="connsiteX4" fmla="*/ 0 w 296159"/>
              <a:gd name="connsiteY4" fmla="*/ 7614 h 325661"/>
              <a:gd name="connsiteX5" fmla="*/ 217997 w 296159"/>
              <a:gd name="connsiteY5" fmla="*/ 247459 h 3256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96159" h="325661">
                <a:moveTo>
                  <a:pt x="218156" y="247459"/>
                </a:moveTo>
                <a:lnTo>
                  <a:pt x="289183" y="325662"/>
                </a:lnTo>
                <a:cubicBezTo>
                  <a:pt x="291244" y="323600"/>
                  <a:pt x="293939" y="322489"/>
                  <a:pt x="296159" y="320586"/>
                </a:cubicBezTo>
                <a:lnTo>
                  <a:pt x="4756" y="0"/>
                </a:lnTo>
                <a:cubicBezTo>
                  <a:pt x="3646" y="2855"/>
                  <a:pt x="1585" y="4917"/>
                  <a:pt x="0" y="7614"/>
                </a:cubicBezTo>
                <a:lnTo>
                  <a:pt x="217997" y="24745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65" name="Freeform 364">
            <a:extLst>
              <a:ext uri="{FF2B5EF4-FFF2-40B4-BE49-F238E27FC236}">
                <a16:creationId xmlns:a16="http://schemas.microsoft.com/office/drawing/2014/main" id="{E518D670-9152-34FC-F48E-5D56A0A042C7}"/>
              </a:ext>
            </a:extLst>
          </p:cNvPr>
          <p:cNvSpPr/>
          <p:nvPr userDrawn="1"/>
        </p:nvSpPr>
        <p:spPr>
          <a:xfrm>
            <a:off x="10979380" y="2937262"/>
            <a:ext cx="643370" cy="610753"/>
          </a:xfrm>
          <a:custGeom>
            <a:avLst/>
            <a:gdLst>
              <a:gd name="connsiteX0" fmla="*/ 259694 w 643370"/>
              <a:gd name="connsiteY0" fmla="*/ 284894 h 709222"/>
              <a:gd name="connsiteX1" fmla="*/ 64210 w 643370"/>
              <a:gd name="connsiteY1" fmla="*/ 69796 h 709222"/>
              <a:gd name="connsiteX2" fmla="*/ 58344 w 643370"/>
              <a:gd name="connsiteY2" fmla="*/ 63292 h 709222"/>
              <a:gd name="connsiteX3" fmla="*/ 55966 w 643370"/>
              <a:gd name="connsiteY3" fmla="*/ 60754 h 709222"/>
              <a:gd name="connsiteX4" fmla="*/ 50258 w 643370"/>
              <a:gd name="connsiteY4" fmla="*/ 54409 h 709222"/>
              <a:gd name="connsiteX5" fmla="*/ 793 w 643370"/>
              <a:gd name="connsiteY5" fmla="*/ 0 h 709222"/>
              <a:gd name="connsiteX6" fmla="*/ 0 w 643370"/>
              <a:gd name="connsiteY6" fmla="*/ 11897 h 709222"/>
              <a:gd name="connsiteX7" fmla="*/ 18549 w 643370"/>
              <a:gd name="connsiteY7" fmla="*/ 32201 h 709222"/>
              <a:gd name="connsiteX8" fmla="*/ 24415 w 643370"/>
              <a:gd name="connsiteY8" fmla="*/ 38546 h 709222"/>
              <a:gd name="connsiteX9" fmla="*/ 57869 w 643370"/>
              <a:gd name="connsiteY9" fmla="*/ 75348 h 709222"/>
              <a:gd name="connsiteX10" fmla="*/ 253036 w 643370"/>
              <a:gd name="connsiteY10" fmla="*/ 290129 h 709222"/>
              <a:gd name="connsiteX11" fmla="*/ 258743 w 643370"/>
              <a:gd name="connsiteY11" fmla="*/ 296316 h 709222"/>
              <a:gd name="connsiteX12" fmla="*/ 634016 w 643370"/>
              <a:gd name="connsiteY12" fmla="*/ 709222 h 709222"/>
              <a:gd name="connsiteX13" fmla="*/ 643370 w 643370"/>
              <a:gd name="connsiteY13" fmla="*/ 706843 h 709222"/>
              <a:gd name="connsiteX14" fmla="*/ 265560 w 643370"/>
              <a:gd name="connsiteY14" fmla="*/ 290922 h 709222"/>
              <a:gd name="connsiteX15" fmla="*/ 259853 w 643370"/>
              <a:gd name="connsiteY15" fmla="*/ 284736 h 7092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643370" h="709222">
                <a:moveTo>
                  <a:pt x="259694" y="284894"/>
                </a:moveTo>
                <a:lnTo>
                  <a:pt x="64210" y="69796"/>
                </a:lnTo>
                <a:lnTo>
                  <a:pt x="58344" y="63292"/>
                </a:lnTo>
                <a:lnTo>
                  <a:pt x="55966" y="60754"/>
                </a:lnTo>
                <a:lnTo>
                  <a:pt x="50258" y="54409"/>
                </a:lnTo>
                <a:lnTo>
                  <a:pt x="793" y="0"/>
                </a:lnTo>
                <a:lnTo>
                  <a:pt x="0" y="11897"/>
                </a:lnTo>
                <a:lnTo>
                  <a:pt x="18549" y="32201"/>
                </a:lnTo>
                <a:lnTo>
                  <a:pt x="24415" y="38546"/>
                </a:lnTo>
                <a:cubicBezTo>
                  <a:pt x="39477" y="46795"/>
                  <a:pt x="51527" y="59326"/>
                  <a:pt x="57869" y="75348"/>
                </a:cubicBezTo>
                <a:lnTo>
                  <a:pt x="253036" y="290129"/>
                </a:lnTo>
                <a:lnTo>
                  <a:pt x="258743" y="296316"/>
                </a:lnTo>
                <a:lnTo>
                  <a:pt x="634016" y="709222"/>
                </a:lnTo>
                <a:cubicBezTo>
                  <a:pt x="636869" y="707953"/>
                  <a:pt x="640199" y="707636"/>
                  <a:pt x="643370" y="706843"/>
                </a:cubicBezTo>
                <a:lnTo>
                  <a:pt x="265560" y="290922"/>
                </a:lnTo>
                <a:lnTo>
                  <a:pt x="259853" y="284736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66" name="Freeform 365">
            <a:extLst>
              <a:ext uri="{FF2B5EF4-FFF2-40B4-BE49-F238E27FC236}">
                <a16:creationId xmlns:a16="http://schemas.microsoft.com/office/drawing/2014/main" id="{6F4C729D-688E-E680-808A-27CBA4605934}"/>
              </a:ext>
            </a:extLst>
          </p:cNvPr>
          <p:cNvSpPr/>
          <p:nvPr userDrawn="1"/>
        </p:nvSpPr>
        <p:spPr>
          <a:xfrm>
            <a:off x="10967806" y="2923619"/>
            <a:ext cx="2218" cy="45719"/>
          </a:xfrm>
          <a:custGeom>
            <a:avLst/>
            <a:gdLst>
              <a:gd name="connsiteX0" fmla="*/ 2219 w 2218"/>
              <a:gd name="connsiteY0" fmla="*/ 2538 h 14752"/>
              <a:gd name="connsiteX1" fmla="*/ 0 w 2218"/>
              <a:gd name="connsiteY1" fmla="*/ 0 h 14752"/>
              <a:gd name="connsiteX2" fmla="*/ 634 w 2218"/>
              <a:gd name="connsiteY2" fmla="*/ 13483 h 14752"/>
              <a:gd name="connsiteX3" fmla="*/ 1744 w 2218"/>
              <a:gd name="connsiteY3" fmla="*/ 14752 h 14752"/>
              <a:gd name="connsiteX4" fmla="*/ 2219 w 2218"/>
              <a:gd name="connsiteY4" fmla="*/ 2538 h 147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18" h="14752">
                <a:moveTo>
                  <a:pt x="2219" y="2538"/>
                </a:moveTo>
                <a:lnTo>
                  <a:pt x="0" y="0"/>
                </a:lnTo>
                <a:lnTo>
                  <a:pt x="634" y="13483"/>
                </a:lnTo>
                <a:lnTo>
                  <a:pt x="1744" y="14752"/>
                </a:lnTo>
                <a:lnTo>
                  <a:pt x="2219" y="2538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68" name="Freeform 367">
            <a:extLst>
              <a:ext uri="{FF2B5EF4-FFF2-40B4-BE49-F238E27FC236}">
                <a16:creationId xmlns:a16="http://schemas.microsoft.com/office/drawing/2014/main" id="{97769591-A1F4-E8C6-B2F8-EA7512B88891}"/>
              </a:ext>
            </a:extLst>
          </p:cNvPr>
          <p:cNvSpPr/>
          <p:nvPr userDrawn="1"/>
        </p:nvSpPr>
        <p:spPr>
          <a:xfrm>
            <a:off x="11038516" y="3048301"/>
            <a:ext cx="533340" cy="572367"/>
          </a:xfrm>
          <a:custGeom>
            <a:avLst/>
            <a:gdLst>
              <a:gd name="connsiteX0" fmla="*/ 300123 w 533340"/>
              <a:gd name="connsiteY0" fmla="*/ 366746 h 664647"/>
              <a:gd name="connsiteX1" fmla="*/ 300123 w 533340"/>
              <a:gd name="connsiteY1" fmla="*/ 366746 h 664647"/>
              <a:gd name="connsiteX2" fmla="*/ 248280 w 533340"/>
              <a:gd name="connsiteY2" fmla="*/ 302819 h 664647"/>
              <a:gd name="connsiteX3" fmla="*/ 171228 w 533340"/>
              <a:gd name="connsiteY3" fmla="*/ 208119 h 664647"/>
              <a:gd name="connsiteX4" fmla="*/ 165837 w 533340"/>
              <a:gd name="connsiteY4" fmla="*/ 201615 h 664647"/>
              <a:gd name="connsiteX5" fmla="*/ 2220 w 533340"/>
              <a:gd name="connsiteY5" fmla="*/ 0 h 664647"/>
              <a:gd name="connsiteX6" fmla="*/ 0 w 533340"/>
              <a:gd name="connsiteY6" fmla="*/ 10787 h 664647"/>
              <a:gd name="connsiteX7" fmla="*/ 159178 w 533340"/>
              <a:gd name="connsiteY7" fmla="*/ 206850 h 664647"/>
              <a:gd name="connsiteX8" fmla="*/ 164568 w 533340"/>
              <a:gd name="connsiteY8" fmla="*/ 213354 h 664647"/>
              <a:gd name="connsiteX9" fmla="*/ 189777 w 533340"/>
              <a:gd name="connsiteY9" fmla="*/ 244286 h 664647"/>
              <a:gd name="connsiteX10" fmla="*/ 241621 w 533340"/>
              <a:gd name="connsiteY10" fmla="*/ 308054 h 664647"/>
              <a:gd name="connsiteX11" fmla="*/ 241621 w 533340"/>
              <a:gd name="connsiteY11" fmla="*/ 308054 h 664647"/>
              <a:gd name="connsiteX12" fmla="*/ 519865 w 533340"/>
              <a:gd name="connsiteY12" fmla="*/ 650847 h 664647"/>
              <a:gd name="connsiteX13" fmla="*/ 527475 w 533340"/>
              <a:gd name="connsiteY13" fmla="*/ 660206 h 664647"/>
              <a:gd name="connsiteX14" fmla="*/ 531121 w 533340"/>
              <a:gd name="connsiteY14" fmla="*/ 664648 h 664647"/>
              <a:gd name="connsiteX15" fmla="*/ 533341 w 533340"/>
              <a:gd name="connsiteY15" fmla="*/ 653861 h 664647"/>
              <a:gd name="connsiteX16" fmla="*/ 531914 w 533340"/>
              <a:gd name="connsiteY16" fmla="*/ 652275 h 664647"/>
              <a:gd name="connsiteX17" fmla="*/ 299965 w 533340"/>
              <a:gd name="connsiteY17" fmla="*/ 366588 h 6646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533340" h="664647">
                <a:moveTo>
                  <a:pt x="300123" y="366746"/>
                </a:moveTo>
                <a:lnTo>
                  <a:pt x="300123" y="366746"/>
                </a:lnTo>
                <a:cubicBezTo>
                  <a:pt x="300123" y="366746"/>
                  <a:pt x="248280" y="302819"/>
                  <a:pt x="248280" y="302819"/>
                </a:cubicBezTo>
                <a:lnTo>
                  <a:pt x="171228" y="208119"/>
                </a:lnTo>
                <a:lnTo>
                  <a:pt x="165837" y="201615"/>
                </a:lnTo>
                <a:lnTo>
                  <a:pt x="2220" y="0"/>
                </a:lnTo>
                <a:cubicBezTo>
                  <a:pt x="1745" y="3807"/>
                  <a:pt x="951" y="7297"/>
                  <a:pt x="0" y="10787"/>
                </a:cubicBezTo>
                <a:lnTo>
                  <a:pt x="159178" y="206850"/>
                </a:lnTo>
                <a:lnTo>
                  <a:pt x="164568" y="213354"/>
                </a:lnTo>
                <a:lnTo>
                  <a:pt x="189777" y="244286"/>
                </a:lnTo>
                <a:lnTo>
                  <a:pt x="241621" y="308054"/>
                </a:lnTo>
                <a:lnTo>
                  <a:pt x="241621" y="308054"/>
                </a:lnTo>
                <a:cubicBezTo>
                  <a:pt x="241621" y="308054"/>
                  <a:pt x="519865" y="650847"/>
                  <a:pt x="519865" y="650847"/>
                </a:cubicBezTo>
                <a:lnTo>
                  <a:pt x="527475" y="660206"/>
                </a:lnTo>
                <a:lnTo>
                  <a:pt x="531121" y="664648"/>
                </a:lnTo>
                <a:cubicBezTo>
                  <a:pt x="531121" y="660841"/>
                  <a:pt x="532707" y="657510"/>
                  <a:pt x="533341" y="653861"/>
                </a:cubicBezTo>
                <a:lnTo>
                  <a:pt x="531914" y="652275"/>
                </a:lnTo>
                <a:lnTo>
                  <a:pt x="299965" y="366588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69" name="Freeform 368">
            <a:extLst>
              <a:ext uri="{FF2B5EF4-FFF2-40B4-BE49-F238E27FC236}">
                <a16:creationId xmlns:a16="http://schemas.microsoft.com/office/drawing/2014/main" id="{ED37E275-8650-D28C-5886-EA48C69A17A8}"/>
              </a:ext>
            </a:extLst>
          </p:cNvPr>
          <p:cNvSpPr/>
          <p:nvPr userDrawn="1"/>
        </p:nvSpPr>
        <p:spPr>
          <a:xfrm>
            <a:off x="11626872" y="3783538"/>
            <a:ext cx="530962" cy="563079"/>
          </a:xfrm>
          <a:custGeom>
            <a:avLst/>
            <a:gdLst>
              <a:gd name="connsiteX0" fmla="*/ 296634 w 530962"/>
              <a:gd name="connsiteY0" fmla="*/ 351677 h 653861"/>
              <a:gd name="connsiteX1" fmla="*/ 277134 w 530962"/>
              <a:gd name="connsiteY1" fmla="*/ 327724 h 653861"/>
              <a:gd name="connsiteX2" fmla="*/ 269841 w 530962"/>
              <a:gd name="connsiteY2" fmla="*/ 318682 h 653861"/>
              <a:gd name="connsiteX3" fmla="*/ 13158 w 530962"/>
              <a:gd name="connsiteY3" fmla="*/ 2697 h 653861"/>
              <a:gd name="connsiteX4" fmla="*/ 0 w 530962"/>
              <a:gd name="connsiteY4" fmla="*/ 0 h 653861"/>
              <a:gd name="connsiteX5" fmla="*/ 257950 w 530962"/>
              <a:gd name="connsiteY5" fmla="*/ 317731 h 653861"/>
              <a:gd name="connsiteX6" fmla="*/ 265243 w 530962"/>
              <a:gd name="connsiteY6" fmla="*/ 326772 h 653861"/>
              <a:gd name="connsiteX7" fmla="*/ 286805 w 530962"/>
              <a:gd name="connsiteY7" fmla="*/ 353263 h 653861"/>
              <a:gd name="connsiteX8" fmla="*/ 292988 w 530962"/>
              <a:gd name="connsiteY8" fmla="*/ 360877 h 653861"/>
              <a:gd name="connsiteX9" fmla="*/ 530962 w 530962"/>
              <a:gd name="connsiteY9" fmla="*/ 653862 h 653861"/>
              <a:gd name="connsiteX10" fmla="*/ 530962 w 530962"/>
              <a:gd name="connsiteY10" fmla="*/ 640378 h 653861"/>
              <a:gd name="connsiteX11" fmla="*/ 302659 w 530962"/>
              <a:gd name="connsiteY11" fmla="*/ 359132 h 653861"/>
              <a:gd name="connsiteX12" fmla="*/ 296476 w 530962"/>
              <a:gd name="connsiteY12" fmla="*/ 351518 h 6538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530962" h="653861">
                <a:moveTo>
                  <a:pt x="296634" y="351677"/>
                </a:moveTo>
                <a:lnTo>
                  <a:pt x="277134" y="327724"/>
                </a:lnTo>
                <a:lnTo>
                  <a:pt x="269841" y="318682"/>
                </a:lnTo>
                <a:lnTo>
                  <a:pt x="13158" y="2697"/>
                </a:lnTo>
                <a:cubicBezTo>
                  <a:pt x="8561" y="2538"/>
                  <a:pt x="4439" y="952"/>
                  <a:pt x="0" y="0"/>
                </a:cubicBezTo>
                <a:lnTo>
                  <a:pt x="257950" y="317731"/>
                </a:lnTo>
                <a:lnTo>
                  <a:pt x="265243" y="326772"/>
                </a:lnTo>
                <a:lnTo>
                  <a:pt x="286805" y="353263"/>
                </a:lnTo>
                <a:lnTo>
                  <a:pt x="292988" y="360877"/>
                </a:lnTo>
                <a:lnTo>
                  <a:pt x="530962" y="653862"/>
                </a:lnTo>
                <a:lnTo>
                  <a:pt x="530962" y="640378"/>
                </a:lnTo>
                <a:lnTo>
                  <a:pt x="302659" y="359132"/>
                </a:lnTo>
                <a:lnTo>
                  <a:pt x="296476" y="351518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73" name="Freeform 372">
            <a:extLst>
              <a:ext uri="{FF2B5EF4-FFF2-40B4-BE49-F238E27FC236}">
                <a16:creationId xmlns:a16="http://schemas.microsoft.com/office/drawing/2014/main" id="{8A29956C-7907-E0C4-AB84-18E16C596522}"/>
              </a:ext>
            </a:extLst>
          </p:cNvPr>
          <p:cNvSpPr/>
          <p:nvPr userDrawn="1"/>
        </p:nvSpPr>
        <p:spPr>
          <a:xfrm>
            <a:off x="10747589" y="2688534"/>
            <a:ext cx="213557" cy="235777"/>
          </a:xfrm>
          <a:custGeom>
            <a:avLst/>
            <a:gdLst>
              <a:gd name="connsiteX0" fmla="*/ 52160 w 213557"/>
              <a:gd name="connsiteY0" fmla="*/ 62975 h 273790"/>
              <a:gd name="connsiteX1" fmla="*/ 1110 w 213557"/>
              <a:gd name="connsiteY1" fmla="*/ 0 h 273790"/>
              <a:gd name="connsiteX2" fmla="*/ 0 w 213557"/>
              <a:gd name="connsiteY2" fmla="*/ 793 h 273790"/>
              <a:gd name="connsiteX3" fmla="*/ 213558 w 213557"/>
              <a:gd name="connsiteY3" fmla="*/ 273791 h 273790"/>
              <a:gd name="connsiteX4" fmla="*/ 212924 w 213557"/>
              <a:gd name="connsiteY4" fmla="*/ 260783 h 273790"/>
              <a:gd name="connsiteX5" fmla="*/ 101943 w 213557"/>
              <a:gd name="connsiteY5" fmla="*/ 124047 h 273790"/>
              <a:gd name="connsiteX6" fmla="*/ 52160 w 213557"/>
              <a:gd name="connsiteY6" fmla="*/ 62816 h 2737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3557" h="273790">
                <a:moveTo>
                  <a:pt x="52160" y="62975"/>
                </a:moveTo>
                <a:lnTo>
                  <a:pt x="1110" y="0"/>
                </a:lnTo>
                <a:cubicBezTo>
                  <a:pt x="1110" y="0"/>
                  <a:pt x="317" y="476"/>
                  <a:pt x="0" y="793"/>
                </a:cubicBezTo>
                <a:lnTo>
                  <a:pt x="213558" y="273791"/>
                </a:lnTo>
                <a:lnTo>
                  <a:pt x="212924" y="260783"/>
                </a:lnTo>
                <a:lnTo>
                  <a:pt x="101943" y="124047"/>
                </a:lnTo>
                <a:lnTo>
                  <a:pt x="52160" y="62816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74" name="Freeform 373">
            <a:extLst>
              <a:ext uri="{FF2B5EF4-FFF2-40B4-BE49-F238E27FC236}">
                <a16:creationId xmlns:a16="http://schemas.microsoft.com/office/drawing/2014/main" id="{216AED20-83E5-CCB3-0DF3-FD144A779728}"/>
              </a:ext>
            </a:extLst>
          </p:cNvPr>
          <p:cNvSpPr/>
          <p:nvPr userDrawn="1"/>
        </p:nvSpPr>
        <p:spPr>
          <a:xfrm>
            <a:off x="11035187" y="3060991"/>
            <a:ext cx="1122963" cy="1244592"/>
          </a:xfrm>
          <a:custGeom>
            <a:avLst/>
            <a:gdLst>
              <a:gd name="connsiteX0" fmla="*/ 848842 w 1122963"/>
              <a:gd name="connsiteY0" fmla="*/ 1081044 h 1445252"/>
              <a:gd name="connsiteX1" fmla="*/ 821889 w 1122963"/>
              <a:gd name="connsiteY1" fmla="*/ 1046622 h 1445252"/>
              <a:gd name="connsiteX2" fmla="*/ 814913 w 1122963"/>
              <a:gd name="connsiteY2" fmla="*/ 1037580 h 1445252"/>
              <a:gd name="connsiteX3" fmla="*/ 698384 w 1122963"/>
              <a:gd name="connsiteY3" fmla="*/ 888630 h 1445252"/>
              <a:gd name="connsiteX4" fmla="*/ 562671 w 1122963"/>
              <a:gd name="connsiteY4" fmla="*/ 715092 h 1445252"/>
              <a:gd name="connsiteX5" fmla="*/ 536670 w 1122963"/>
              <a:gd name="connsiteY5" fmla="*/ 681938 h 1445252"/>
              <a:gd name="connsiteX6" fmla="*/ 531121 w 1122963"/>
              <a:gd name="connsiteY6" fmla="*/ 674800 h 1445252"/>
              <a:gd name="connsiteX7" fmla="*/ 529376 w 1122963"/>
              <a:gd name="connsiteY7" fmla="*/ 672421 h 1445252"/>
              <a:gd name="connsiteX8" fmla="*/ 523510 w 1122963"/>
              <a:gd name="connsiteY8" fmla="*/ 664965 h 1445252"/>
              <a:gd name="connsiteX9" fmla="*/ 507656 w 1122963"/>
              <a:gd name="connsiteY9" fmla="*/ 644820 h 1445252"/>
              <a:gd name="connsiteX10" fmla="*/ 500363 w 1122963"/>
              <a:gd name="connsiteY10" fmla="*/ 635461 h 1445252"/>
              <a:gd name="connsiteX11" fmla="*/ 195960 w 1122963"/>
              <a:gd name="connsiteY11" fmla="*/ 246348 h 1445252"/>
              <a:gd name="connsiteX12" fmla="*/ 195960 w 1122963"/>
              <a:gd name="connsiteY12" fmla="*/ 246348 h 1445252"/>
              <a:gd name="connsiteX13" fmla="*/ 152835 w 1122963"/>
              <a:gd name="connsiteY13" fmla="*/ 191304 h 1445252"/>
              <a:gd name="connsiteX14" fmla="*/ 3171 w 1122963"/>
              <a:gd name="connsiteY14" fmla="*/ 0 h 1445252"/>
              <a:gd name="connsiteX15" fmla="*/ 0 w 1122963"/>
              <a:gd name="connsiteY15" fmla="*/ 9676 h 1445252"/>
              <a:gd name="connsiteX16" fmla="*/ 103528 w 1122963"/>
              <a:gd name="connsiteY16" fmla="*/ 142130 h 1445252"/>
              <a:gd name="connsiteX17" fmla="*/ 146653 w 1122963"/>
              <a:gd name="connsiteY17" fmla="*/ 197174 h 1445252"/>
              <a:gd name="connsiteX18" fmla="*/ 146653 w 1122963"/>
              <a:gd name="connsiteY18" fmla="*/ 197174 h 1445252"/>
              <a:gd name="connsiteX19" fmla="*/ 151409 w 1122963"/>
              <a:gd name="connsiteY19" fmla="*/ 203360 h 1445252"/>
              <a:gd name="connsiteX20" fmla="*/ 156641 w 1122963"/>
              <a:gd name="connsiteY20" fmla="*/ 210022 h 1445252"/>
              <a:gd name="connsiteX21" fmla="*/ 419823 w 1122963"/>
              <a:gd name="connsiteY21" fmla="*/ 546471 h 1445252"/>
              <a:gd name="connsiteX22" fmla="*/ 555536 w 1122963"/>
              <a:gd name="connsiteY22" fmla="*/ 720009 h 1445252"/>
              <a:gd name="connsiteX23" fmla="*/ 803499 w 1122963"/>
              <a:gd name="connsiteY23" fmla="*/ 1036946 h 1445252"/>
              <a:gd name="connsiteX24" fmla="*/ 810475 w 1122963"/>
              <a:gd name="connsiteY24" fmla="*/ 1045988 h 1445252"/>
              <a:gd name="connsiteX25" fmla="*/ 839488 w 1122963"/>
              <a:gd name="connsiteY25" fmla="*/ 1082948 h 1445252"/>
              <a:gd name="connsiteX26" fmla="*/ 845512 w 1122963"/>
              <a:gd name="connsiteY26" fmla="*/ 1090562 h 1445252"/>
              <a:gd name="connsiteX27" fmla="*/ 1028947 w 1122963"/>
              <a:gd name="connsiteY27" fmla="*/ 1325013 h 1445252"/>
              <a:gd name="connsiteX28" fmla="*/ 1122963 w 1122963"/>
              <a:gd name="connsiteY28" fmla="*/ 1445253 h 1445252"/>
              <a:gd name="connsiteX29" fmla="*/ 1122963 w 1122963"/>
              <a:gd name="connsiteY29" fmla="*/ 1431610 h 1445252"/>
              <a:gd name="connsiteX30" fmla="*/ 854867 w 1122963"/>
              <a:gd name="connsiteY30" fmla="*/ 1088976 h 1445252"/>
              <a:gd name="connsiteX31" fmla="*/ 848842 w 1122963"/>
              <a:gd name="connsiteY31" fmla="*/ 1081362 h 1445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1122963" h="1445252">
                <a:moveTo>
                  <a:pt x="848842" y="1081044"/>
                </a:moveTo>
                <a:lnTo>
                  <a:pt x="821889" y="1046622"/>
                </a:lnTo>
                <a:lnTo>
                  <a:pt x="814913" y="1037580"/>
                </a:lnTo>
                <a:lnTo>
                  <a:pt x="698384" y="888630"/>
                </a:lnTo>
                <a:lnTo>
                  <a:pt x="562671" y="715092"/>
                </a:lnTo>
                <a:lnTo>
                  <a:pt x="536670" y="681938"/>
                </a:lnTo>
                <a:lnTo>
                  <a:pt x="531121" y="674800"/>
                </a:lnTo>
                <a:lnTo>
                  <a:pt x="529376" y="672421"/>
                </a:lnTo>
                <a:lnTo>
                  <a:pt x="523510" y="664965"/>
                </a:lnTo>
                <a:lnTo>
                  <a:pt x="507656" y="644820"/>
                </a:lnTo>
                <a:lnTo>
                  <a:pt x="500363" y="635461"/>
                </a:lnTo>
                <a:lnTo>
                  <a:pt x="195960" y="246348"/>
                </a:lnTo>
                <a:lnTo>
                  <a:pt x="195960" y="246348"/>
                </a:lnTo>
                <a:cubicBezTo>
                  <a:pt x="195960" y="246348"/>
                  <a:pt x="152835" y="191304"/>
                  <a:pt x="152835" y="191304"/>
                </a:cubicBezTo>
                <a:lnTo>
                  <a:pt x="3171" y="0"/>
                </a:lnTo>
                <a:cubicBezTo>
                  <a:pt x="2061" y="3331"/>
                  <a:pt x="1426" y="6504"/>
                  <a:pt x="0" y="9676"/>
                </a:cubicBezTo>
                <a:lnTo>
                  <a:pt x="103528" y="142130"/>
                </a:lnTo>
                <a:lnTo>
                  <a:pt x="146653" y="197174"/>
                </a:lnTo>
                <a:lnTo>
                  <a:pt x="146653" y="197174"/>
                </a:lnTo>
                <a:cubicBezTo>
                  <a:pt x="146653" y="197174"/>
                  <a:pt x="151409" y="203360"/>
                  <a:pt x="151409" y="203360"/>
                </a:cubicBezTo>
                <a:lnTo>
                  <a:pt x="156641" y="210022"/>
                </a:lnTo>
                <a:lnTo>
                  <a:pt x="419823" y="546471"/>
                </a:lnTo>
                <a:lnTo>
                  <a:pt x="555536" y="720009"/>
                </a:lnTo>
                <a:lnTo>
                  <a:pt x="803499" y="1036946"/>
                </a:lnTo>
                <a:lnTo>
                  <a:pt x="810475" y="1045988"/>
                </a:lnTo>
                <a:lnTo>
                  <a:pt x="839488" y="1082948"/>
                </a:lnTo>
                <a:lnTo>
                  <a:pt x="845512" y="1090562"/>
                </a:lnTo>
                <a:lnTo>
                  <a:pt x="1028947" y="1325013"/>
                </a:lnTo>
                <a:lnTo>
                  <a:pt x="1122963" y="1445253"/>
                </a:lnTo>
                <a:lnTo>
                  <a:pt x="1122963" y="1431610"/>
                </a:lnTo>
                <a:lnTo>
                  <a:pt x="854867" y="1088976"/>
                </a:lnTo>
                <a:lnTo>
                  <a:pt x="848842" y="108136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75" name="Freeform 374">
            <a:extLst>
              <a:ext uri="{FF2B5EF4-FFF2-40B4-BE49-F238E27FC236}">
                <a16:creationId xmlns:a16="http://schemas.microsoft.com/office/drawing/2014/main" id="{9DF19F79-B668-E238-F64E-92124768F227}"/>
              </a:ext>
            </a:extLst>
          </p:cNvPr>
          <p:cNvSpPr/>
          <p:nvPr userDrawn="1"/>
        </p:nvSpPr>
        <p:spPr>
          <a:xfrm>
            <a:off x="10740613" y="2689327"/>
            <a:ext cx="220851" cy="240831"/>
          </a:xfrm>
          <a:custGeom>
            <a:avLst/>
            <a:gdLst>
              <a:gd name="connsiteX0" fmla="*/ 220534 w 220851"/>
              <a:gd name="connsiteY0" fmla="*/ 272998 h 279659"/>
              <a:gd name="connsiteX1" fmla="*/ 6976 w 220851"/>
              <a:gd name="connsiteY1" fmla="*/ 0 h 279659"/>
              <a:gd name="connsiteX2" fmla="*/ 0 w 220851"/>
              <a:gd name="connsiteY2" fmla="*/ 4759 h 279659"/>
              <a:gd name="connsiteX3" fmla="*/ 24574 w 220851"/>
              <a:gd name="connsiteY3" fmla="*/ 36167 h 279659"/>
              <a:gd name="connsiteX4" fmla="*/ 214985 w 220851"/>
              <a:gd name="connsiteY4" fmla="*/ 279660 h 279659"/>
              <a:gd name="connsiteX5" fmla="*/ 220851 w 220851"/>
              <a:gd name="connsiteY5" fmla="*/ 278391 h 279659"/>
              <a:gd name="connsiteX6" fmla="*/ 220534 w 220851"/>
              <a:gd name="connsiteY6" fmla="*/ 272998 h 2796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20851" h="279659">
                <a:moveTo>
                  <a:pt x="220534" y="272998"/>
                </a:moveTo>
                <a:lnTo>
                  <a:pt x="6976" y="0"/>
                </a:lnTo>
                <a:cubicBezTo>
                  <a:pt x="4756" y="1903"/>
                  <a:pt x="2220" y="3172"/>
                  <a:pt x="0" y="4759"/>
                </a:cubicBezTo>
                <a:lnTo>
                  <a:pt x="24574" y="36167"/>
                </a:lnTo>
                <a:lnTo>
                  <a:pt x="214985" y="279660"/>
                </a:lnTo>
                <a:cubicBezTo>
                  <a:pt x="216887" y="279184"/>
                  <a:pt x="218790" y="278708"/>
                  <a:pt x="220851" y="278391"/>
                </a:cubicBezTo>
                <a:lnTo>
                  <a:pt x="220534" y="272998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80" name="Freeform 379">
            <a:extLst>
              <a:ext uri="{FF2B5EF4-FFF2-40B4-BE49-F238E27FC236}">
                <a16:creationId xmlns:a16="http://schemas.microsoft.com/office/drawing/2014/main" id="{944208D7-0F61-E7B8-1B72-73C30A5A723B}"/>
              </a:ext>
            </a:extLst>
          </p:cNvPr>
          <p:cNvSpPr/>
          <p:nvPr userDrawn="1"/>
        </p:nvSpPr>
        <p:spPr>
          <a:xfrm>
            <a:off x="10998880" y="2467408"/>
            <a:ext cx="2853" cy="45719"/>
          </a:xfrm>
          <a:custGeom>
            <a:avLst/>
            <a:gdLst>
              <a:gd name="connsiteX0" fmla="*/ 2854 w 2853"/>
              <a:gd name="connsiteY0" fmla="*/ 0 h 11103"/>
              <a:gd name="connsiteX1" fmla="*/ 317 w 2853"/>
              <a:gd name="connsiteY1" fmla="*/ 1269 h 11103"/>
              <a:gd name="connsiteX2" fmla="*/ 0 w 2853"/>
              <a:gd name="connsiteY2" fmla="*/ 11104 h 11103"/>
              <a:gd name="connsiteX3" fmla="*/ 2220 w 2853"/>
              <a:gd name="connsiteY3" fmla="*/ 9993 h 11103"/>
              <a:gd name="connsiteX4" fmla="*/ 2854 w 2853"/>
              <a:gd name="connsiteY4" fmla="*/ 0 h 11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53" h="11103">
                <a:moveTo>
                  <a:pt x="2854" y="0"/>
                </a:moveTo>
                <a:lnTo>
                  <a:pt x="317" y="1269"/>
                </a:lnTo>
                <a:lnTo>
                  <a:pt x="0" y="11104"/>
                </a:lnTo>
                <a:lnTo>
                  <a:pt x="2220" y="9993"/>
                </a:lnTo>
                <a:lnTo>
                  <a:pt x="2854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87" name="Freeform 386">
            <a:extLst>
              <a:ext uri="{FF2B5EF4-FFF2-40B4-BE49-F238E27FC236}">
                <a16:creationId xmlns:a16="http://schemas.microsoft.com/office/drawing/2014/main" id="{6C1874FA-09FE-8C17-1489-DC683952A28B}"/>
              </a:ext>
            </a:extLst>
          </p:cNvPr>
          <p:cNvSpPr/>
          <p:nvPr userDrawn="1"/>
        </p:nvSpPr>
        <p:spPr>
          <a:xfrm>
            <a:off x="12059854" y="1894921"/>
            <a:ext cx="8243" cy="45719"/>
          </a:xfrm>
          <a:custGeom>
            <a:avLst/>
            <a:gdLst>
              <a:gd name="connsiteX0" fmla="*/ 4280 w 8243"/>
              <a:gd name="connsiteY0" fmla="*/ 9676 h 9676"/>
              <a:gd name="connsiteX1" fmla="*/ 8244 w 8243"/>
              <a:gd name="connsiteY1" fmla="*/ 7455 h 9676"/>
              <a:gd name="connsiteX2" fmla="*/ 4280 w 8243"/>
              <a:gd name="connsiteY2" fmla="*/ 0 h 9676"/>
              <a:gd name="connsiteX3" fmla="*/ 0 w 8243"/>
              <a:gd name="connsiteY3" fmla="*/ 2221 h 9676"/>
              <a:gd name="connsiteX4" fmla="*/ 4280 w 8243"/>
              <a:gd name="connsiteY4" fmla="*/ 9676 h 96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243" h="9676">
                <a:moveTo>
                  <a:pt x="4280" y="9676"/>
                </a:moveTo>
                <a:lnTo>
                  <a:pt x="8244" y="7455"/>
                </a:lnTo>
                <a:lnTo>
                  <a:pt x="4280" y="0"/>
                </a:lnTo>
                <a:lnTo>
                  <a:pt x="0" y="2221"/>
                </a:lnTo>
                <a:lnTo>
                  <a:pt x="4280" y="9676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88" name="Freeform 387">
            <a:extLst>
              <a:ext uri="{FF2B5EF4-FFF2-40B4-BE49-F238E27FC236}">
                <a16:creationId xmlns:a16="http://schemas.microsoft.com/office/drawing/2014/main" id="{C68BAFAC-4CE6-C899-CA0B-4E531F7D9F80}"/>
              </a:ext>
            </a:extLst>
          </p:cNvPr>
          <p:cNvSpPr/>
          <p:nvPr userDrawn="1"/>
        </p:nvSpPr>
        <p:spPr>
          <a:xfrm>
            <a:off x="11429326" y="2233750"/>
            <a:ext cx="7134" cy="45719"/>
          </a:xfrm>
          <a:custGeom>
            <a:avLst/>
            <a:gdLst>
              <a:gd name="connsiteX0" fmla="*/ 5866 w 7134"/>
              <a:gd name="connsiteY0" fmla="*/ 0 h 12055"/>
              <a:gd name="connsiteX1" fmla="*/ 0 w 7134"/>
              <a:gd name="connsiteY1" fmla="*/ 3172 h 12055"/>
              <a:gd name="connsiteX2" fmla="*/ 1427 w 7134"/>
              <a:gd name="connsiteY2" fmla="*/ 12056 h 12055"/>
              <a:gd name="connsiteX3" fmla="*/ 7135 w 7134"/>
              <a:gd name="connsiteY3" fmla="*/ 9042 h 12055"/>
              <a:gd name="connsiteX4" fmla="*/ 5866 w 7134"/>
              <a:gd name="connsiteY4" fmla="*/ 0 h 120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134" h="12055">
                <a:moveTo>
                  <a:pt x="5866" y="0"/>
                </a:moveTo>
                <a:lnTo>
                  <a:pt x="0" y="3172"/>
                </a:lnTo>
                <a:lnTo>
                  <a:pt x="1427" y="12056"/>
                </a:lnTo>
                <a:lnTo>
                  <a:pt x="7135" y="9042"/>
                </a:lnTo>
                <a:lnTo>
                  <a:pt x="5866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90" name="Freeform 389">
            <a:extLst>
              <a:ext uri="{FF2B5EF4-FFF2-40B4-BE49-F238E27FC236}">
                <a16:creationId xmlns:a16="http://schemas.microsoft.com/office/drawing/2014/main" id="{0DEE6C69-9E9C-99B3-9924-5E8E46ADEEF9}"/>
              </a:ext>
            </a:extLst>
          </p:cNvPr>
          <p:cNvSpPr/>
          <p:nvPr userDrawn="1"/>
        </p:nvSpPr>
        <p:spPr>
          <a:xfrm>
            <a:off x="10951001" y="2582887"/>
            <a:ext cx="34562" cy="45719"/>
          </a:xfrm>
          <a:custGeom>
            <a:avLst/>
            <a:gdLst>
              <a:gd name="connsiteX0" fmla="*/ 34562 w 34562"/>
              <a:gd name="connsiteY0" fmla="*/ 0 h 14276"/>
              <a:gd name="connsiteX1" fmla="*/ 0 w 34562"/>
              <a:gd name="connsiteY1" fmla="*/ 5711 h 14276"/>
              <a:gd name="connsiteX2" fmla="*/ 475 w 34562"/>
              <a:gd name="connsiteY2" fmla="*/ 14276 h 14276"/>
              <a:gd name="connsiteX3" fmla="*/ 34245 w 34562"/>
              <a:gd name="connsiteY3" fmla="*/ 8724 h 14276"/>
              <a:gd name="connsiteX4" fmla="*/ 34562 w 34562"/>
              <a:gd name="connsiteY4" fmla="*/ 0 h 14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562" h="14276">
                <a:moveTo>
                  <a:pt x="34562" y="0"/>
                </a:moveTo>
                <a:lnTo>
                  <a:pt x="0" y="5711"/>
                </a:lnTo>
                <a:lnTo>
                  <a:pt x="475" y="14276"/>
                </a:lnTo>
                <a:lnTo>
                  <a:pt x="34245" y="8724"/>
                </a:lnTo>
                <a:lnTo>
                  <a:pt x="34562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93" name="Freeform 392">
            <a:extLst>
              <a:ext uri="{FF2B5EF4-FFF2-40B4-BE49-F238E27FC236}">
                <a16:creationId xmlns:a16="http://schemas.microsoft.com/office/drawing/2014/main" id="{6111EA39-30F0-98CE-7572-5C266D2687D9}"/>
              </a:ext>
            </a:extLst>
          </p:cNvPr>
          <p:cNvSpPr/>
          <p:nvPr userDrawn="1"/>
        </p:nvSpPr>
        <p:spPr>
          <a:xfrm>
            <a:off x="11002527" y="2503733"/>
            <a:ext cx="458982" cy="73219"/>
          </a:xfrm>
          <a:custGeom>
            <a:avLst/>
            <a:gdLst>
              <a:gd name="connsiteX0" fmla="*/ 0 w 458982"/>
              <a:gd name="connsiteY0" fmla="*/ 85024 h 85024"/>
              <a:gd name="connsiteX1" fmla="*/ 458983 w 458982"/>
              <a:gd name="connsiteY1" fmla="*/ 8407 h 85024"/>
              <a:gd name="connsiteX2" fmla="*/ 457715 w 458982"/>
              <a:gd name="connsiteY2" fmla="*/ 0 h 85024"/>
              <a:gd name="connsiteX3" fmla="*/ 475 w 458982"/>
              <a:gd name="connsiteY3" fmla="*/ 76300 h 85024"/>
              <a:gd name="connsiteX4" fmla="*/ 0 w 458982"/>
              <a:gd name="connsiteY4" fmla="*/ 85024 h 850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58982" h="85024">
                <a:moveTo>
                  <a:pt x="0" y="85024"/>
                </a:moveTo>
                <a:lnTo>
                  <a:pt x="458983" y="8407"/>
                </a:lnTo>
                <a:lnTo>
                  <a:pt x="457715" y="0"/>
                </a:lnTo>
                <a:lnTo>
                  <a:pt x="475" y="76300"/>
                </a:lnTo>
                <a:lnTo>
                  <a:pt x="0" y="85024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04" name="Freeform 703">
            <a:extLst>
              <a:ext uri="{FF2B5EF4-FFF2-40B4-BE49-F238E27FC236}">
                <a16:creationId xmlns:a16="http://schemas.microsoft.com/office/drawing/2014/main" id="{EC3861E2-6646-FC05-B788-80907730EC0D}"/>
              </a:ext>
            </a:extLst>
          </p:cNvPr>
          <p:cNvSpPr/>
          <p:nvPr userDrawn="1"/>
        </p:nvSpPr>
        <p:spPr>
          <a:xfrm>
            <a:off x="10993807" y="2581460"/>
            <a:ext cx="476" cy="45719"/>
          </a:xfrm>
          <a:custGeom>
            <a:avLst/>
            <a:gdLst>
              <a:gd name="connsiteX0" fmla="*/ 476 w 476"/>
              <a:gd name="connsiteY0" fmla="*/ 0 h 8724"/>
              <a:gd name="connsiteX1" fmla="*/ 317 w 476"/>
              <a:gd name="connsiteY1" fmla="*/ 0 h 8724"/>
              <a:gd name="connsiteX2" fmla="*/ 0 w 476"/>
              <a:gd name="connsiteY2" fmla="*/ 8725 h 8724"/>
              <a:gd name="connsiteX3" fmla="*/ 0 w 476"/>
              <a:gd name="connsiteY3" fmla="*/ 8725 h 8724"/>
              <a:gd name="connsiteX4" fmla="*/ 476 w 476"/>
              <a:gd name="connsiteY4" fmla="*/ 0 h 87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6" h="8724">
                <a:moveTo>
                  <a:pt x="476" y="0"/>
                </a:moveTo>
                <a:lnTo>
                  <a:pt x="317" y="0"/>
                </a:lnTo>
                <a:lnTo>
                  <a:pt x="0" y="8725"/>
                </a:lnTo>
                <a:lnTo>
                  <a:pt x="0" y="8725"/>
                </a:lnTo>
                <a:lnTo>
                  <a:pt x="476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05" name="Freeform 704">
            <a:extLst>
              <a:ext uri="{FF2B5EF4-FFF2-40B4-BE49-F238E27FC236}">
                <a16:creationId xmlns:a16="http://schemas.microsoft.com/office/drawing/2014/main" id="{85810C16-7EA2-C913-2BD0-9F4554F74569}"/>
              </a:ext>
            </a:extLst>
          </p:cNvPr>
          <p:cNvSpPr/>
          <p:nvPr userDrawn="1"/>
        </p:nvSpPr>
        <p:spPr>
          <a:xfrm>
            <a:off x="11468486" y="2501671"/>
            <a:ext cx="4757" cy="45719"/>
          </a:xfrm>
          <a:custGeom>
            <a:avLst/>
            <a:gdLst>
              <a:gd name="connsiteX0" fmla="*/ 3488 w 4757"/>
              <a:gd name="connsiteY0" fmla="*/ 0 h 9041"/>
              <a:gd name="connsiteX1" fmla="*/ 0 w 4757"/>
              <a:gd name="connsiteY1" fmla="*/ 635 h 9041"/>
              <a:gd name="connsiteX2" fmla="*/ 1269 w 4757"/>
              <a:gd name="connsiteY2" fmla="*/ 9042 h 9041"/>
              <a:gd name="connsiteX3" fmla="*/ 4757 w 4757"/>
              <a:gd name="connsiteY3" fmla="*/ 8407 h 9041"/>
              <a:gd name="connsiteX4" fmla="*/ 3488 w 4757"/>
              <a:gd name="connsiteY4" fmla="*/ 0 h 90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57" h="9041">
                <a:moveTo>
                  <a:pt x="3488" y="0"/>
                </a:moveTo>
                <a:lnTo>
                  <a:pt x="0" y="635"/>
                </a:lnTo>
                <a:lnTo>
                  <a:pt x="1269" y="9042"/>
                </a:lnTo>
                <a:lnTo>
                  <a:pt x="4757" y="8407"/>
                </a:lnTo>
                <a:lnTo>
                  <a:pt x="3488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06" name="Freeform 705">
            <a:extLst>
              <a:ext uri="{FF2B5EF4-FFF2-40B4-BE49-F238E27FC236}">
                <a16:creationId xmlns:a16="http://schemas.microsoft.com/office/drawing/2014/main" id="{FC02A4CF-F9EC-5116-3DA1-7B0107CE7D83}"/>
              </a:ext>
            </a:extLst>
          </p:cNvPr>
          <p:cNvSpPr/>
          <p:nvPr userDrawn="1"/>
        </p:nvSpPr>
        <p:spPr>
          <a:xfrm>
            <a:off x="10769627" y="2590027"/>
            <a:ext cx="173446" cy="45719"/>
          </a:xfrm>
          <a:custGeom>
            <a:avLst/>
            <a:gdLst>
              <a:gd name="connsiteX0" fmla="*/ 1744 w 173446"/>
              <a:gd name="connsiteY0" fmla="*/ 37277 h 37277"/>
              <a:gd name="connsiteX1" fmla="*/ 173447 w 173446"/>
              <a:gd name="connsiteY1" fmla="*/ 8566 h 37277"/>
              <a:gd name="connsiteX2" fmla="*/ 172971 w 173446"/>
              <a:gd name="connsiteY2" fmla="*/ 0 h 37277"/>
              <a:gd name="connsiteX3" fmla="*/ 0 w 173446"/>
              <a:gd name="connsiteY3" fmla="*/ 28870 h 37277"/>
              <a:gd name="connsiteX4" fmla="*/ 1744 w 173446"/>
              <a:gd name="connsiteY4" fmla="*/ 37277 h 372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3446" h="37277">
                <a:moveTo>
                  <a:pt x="1744" y="37277"/>
                </a:moveTo>
                <a:lnTo>
                  <a:pt x="173447" y="8566"/>
                </a:lnTo>
                <a:lnTo>
                  <a:pt x="172971" y="0"/>
                </a:lnTo>
                <a:lnTo>
                  <a:pt x="0" y="28870"/>
                </a:lnTo>
                <a:cubicBezTo>
                  <a:pt x="634" y="31725"/>
                  <a:pt x="1426" y="34422"/>
                  <a:pt x="1744" y="37277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07" name="Freeform 706">
            <a:extLst>
              <a:ext uri="{FF2B5EF4-FFF2-40B4-BE49-F238E27FC236}">
                <a16:creationId xmlns:a16="http://schemas.microsoft.com/office/drawing/2014/main" id="{40ABA711-0D58-84CA-9AF1-EB66308C8E6B}"/>
              </a:ext>
            </a:extLst>
          </p:cNvPr>
          <p:cNvSpPr/>
          <p:nvPr userDrawn="1"/>
        </p:nvSpPr>
        <p:spPr>
          <a:xfrm>
            <a:off x="11480536" y="2387301"/>
            <a:ext cx="677457" cy="104638"/>
          </a:xfrm>
          <a:custGeom>
            <a:avLst/>
            <a:gdLst>
              <a:gd name="connsiteX0" fmla="*/ 316612 w 677457"/>
              <a:gd name="connsiteY0" fmla="*/ 60120 h 121508"/>
              <a:gd name="connsiteX1" fmla="*/ 0 w 677457"/>
              <a:gd name="connsiteY1" fmla="*/ 112943 h 121508"/>
              <a:gd name="connsiteX2" fmla="*/ 1110 w 677457"/>
              <a:gd name="connsiteY2" fmla="*/ 121508 h 121508"/>
              <a:gd name="connsiteX3" fmla="*/ 300758 w 677457"/>
              <a:gd name="connsiteY3" fmla="*/ 71541 h 121508"/>
              <a:gd name="connsiteX4" fmla="*/ 319941 w 677457"/>
              <a:gd name="connsiteY4" fmla="*/ 68210 h 121508"/>
              <a:gd name="connsiteX5" fmla="*/ 677457 w 677457"/>
              <a:gd name="connsiteY5" fmla="*/ 8566 h 121508"/>
              <a:gd name="connsiteX6" fmla="*/ 677457 w 677457"/>
              <a:gd name="connsiteY6" fmla="*/ 0 h 121508"/>
              <a:gd name="connsiteX7" fmla="*/ 335795 w 677457"/>
              <a:gd name="connsiteY7" fmla="*/ 56947 h 121508"/>
              <a:gd name="connsiteX8" fmla="*/ 316612 w 677457"/>
              <a:gd name="connsiteY8" fmla="*/ 60120 h 1215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77457" h="121508">
                <a:moveTo>
                  <a:pt x="316612" y="60120"/>
                </a:moveTo>
                <a:lnTo>
                  <a:pt x="0" y="112943"/>
                </a:lnTo>
                <a:lnTo>
                  <a:pt x="1110" y="121508"/>
                </a:lnTo>
                <a:lnTo>
                  <a:pt x="300758" y="71541"/>
                </a:lnTo>
                <a:lnTo>
                  <a:pt x="319941" y="68210"/>
                </a:lnTo>
                <a:lnTo>
                  <a:pt x="677457" y="8566"/>
                </a:lnTo>
                <a:lnTo>
                  <a:pt x="677457" y="0"/>
                </a:lnTo>
                <a:lnTo>
                  <a:pt x="335795" y="56947"/>
                </a:lnTo>
                <a:lnTo>
                  <a:pt x="316612" y="6012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08" name="Freeform 707">
            <a:extLst>
              <a:ext uri="{FF2B5EF4-FFF2-40B4-BE49-F238E27FC236}">
                <a16:creationId xmlns:a16="http://schemas.microsoft.com/office/drawing/2014/main" id="{F024C6F3-9467-D59A-6D4B-ADCE13D9401C}"/>
              </a:ext>
            </a:extLst>
          </p:cNvPr>
          <p:cNvSpPr/>
          <p:nvPr userDrawn="1"/>
        </p:nvSpPr>
        <p:spPr>
          <a:xfrm>
            <a:off x="10300771" y="2703445"/>
            <a:ext cx="382449" cy="1204737"/>
          </a:xfrm>
          <a:custGeom>
            <a:avLst/>
            <a:gdLst>
              <a:gd name="connsiteX0" fmla="*/ 253036 w 368613"/>
              <a:gd name="connsiteY0" fmla="*/ 356435 h 1211753"/>
              <a:gd name="connsiteX1" fmla="*/ 250340 w 368613"/>
              <a:gd name="connsiteY1" fmla="*/ 365160 h 1211753"/>
              <a:gd name="connsiteX2" fmla="*/ 136188 w 368613"/>
              <a:gd name="connsiteY2" fmla="*/ 745548 h 1211753"/>
              <a:gd name="connsiteX3" fmla="*/ 131908 w 368613"/>
              <a:gd name="connsiteY3" fmla="*/ 759825 h 1211753"/>
              <a:gd name="connsiteX4" fmla="*/ 101785 w 368613"/>
              <a:gd name="connsiteY4" fmla="*/ 860394 h 1211753"/>
              <a:gd name="connsiteX5" fmla="*/ 99248 w 368613"/>
              <a:gd name="connsiteY5" fmla="*/ 868643 h 1211753"/>
              <a:gd name="connsiteX6" fmla="*/ 10463 w 368613"/>
              <a:gd name="connsiteY6" fmla="*/ 1164324 h 1211753"/>
              <a:gd name="connsiteX7" fmla="*/ 0 w 368613"/>
              <a:gd name="connsiteY7" fmla="*/ 1210802 h 1211753"/>
              <a:gd name="connsiteX8" fmla="*/ 5074 w 368613"/>
              <a:gd name="connsiteY8" fmla="*/ 1211753 h 1211753"/>
              <a:gd name="connsiteX9" fmla="*/ 107809 w 368613"/>
              <a:gd name="connsiteY9" fmla="*/ 869753 h 1211753"/>
              <a:gd name="connsiteX10" fmla="*/ 110347 w 368613"/>
              <a:gd name="connsiteY10" fmla="*/ 861504 h 1211753"/>
              <a:gd name="connsiteX11" fmla="*/ 143640 w 368613"/>
              <a:gd name="connsiteY11" fmla="*/ 750783 h 1211753"/>
              <a:gd name="connsiteX12" fmla="*/ 147921 w 368613"/>
              <a:gd name="connsiteY12" fmla="*/ 736506 h 1211753"/>
              <a:gd name="connsiteX13" fmla="*/ 259536 w 368613"/>
              <a:gd name="connsiteY13" fmla="*/ 364843 h 1211753"/>
              <a:gd name="connsiteX14" fmla="*/ 262231 w 368613"/>
              <a:gd name="connsiteY14" fmla="*/ 356118 h 1211753"/>
              <a:gd name="connsiteX15" fmla="*/ 368614 w 368613"/>
              <a:gd name="connsiteY15" fmla="*/ 1745 h 1211753"/>
              <a:gd name="connsiteX16" fmla="*/ 360369 w 368613"/>
              <a:gd name="connsiteY16" fmla="*/ 0 h 1211753"/>
              <a:gd name="connsiteX17" fmla="*/ 253352 w 368613"/>
              <a:gd name="connsiteY17" fmla="*/ 356594 h 12117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68613" h="1211753">
                <a:moveTo>
                  <a:pt x="253036" y="356435"/>
                </a:moveTo>
                <a:lnTo>
                  <a:pt x="250340" y="365160"/>
                </a:lnTo>
                <a:lnTo>
                  <a:pt x="136188" y="745548"/>
                </a:lnTo>
                <a:lnTo>
                  <a:pt x="131908" y="759825"/>
                </a:lnTo>
                <a:lnTo>
                  <a:pt x="101785" y="860394"/>
                </a:lnTo>
                <a:lnTo>
                  <a:pt x="99248" y="868643"/>
                </a:lnTo>
                <a:lnTo>
                  <a:pt x="10463" y="1164324"/>
                </a:lnTo>
                <a:lnTo>
                  <a:pt x="0" y="1210802"/>
                </a:lnTo>
                <a:cubicBezTo>
                  <a:pt x="1585" y="1211277"/>
                  <a:pt x="3487" y="1211277"/>
                  <a:pt x="5074" y="1211753"/>
                </a:cubicBezTo>
                <a:lnTo>
                  <a:pt x="107809" y="869753"/>
                </a:lnTo>
                <a:lnTo>
                  <a:pt x="110347" y="861504"/>
                </a:lnTo>
                <a:lnTo>
                  <a:pt x="143640" y="750783"/>
                </a:lnTo>
                <a:lnTo>
                  <a:pt x="147921" y="736506"/>
                </a:lnTo>
                <a:lnTo>
                  <a:pt x="259536" y="364843"/>
                </a:lnTo>
                <a:lnTo>
                  <a:pt x="262231" y="356118"/>
                </a:lnTo>
                <a:lnTo>
                  <a:pt x="368614" y="1745"/>
                </a:lnTo>
                <a:cubicBezTo>
                  <a:pt x="365919" y="1111"/>
                  <a:pt x="362906" y="952"/>
                  <a:pt x="360369" y="0"/>
                </a:cubicBezTo>
                <a:lnTo>
                  <a:pt x="253352" y="356594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09" name="Freeform 708">
            <a:extLst>
              <a:ext uri="{FF2B5EF4-FFF2-40B4-BE49-F238E27FC236}">
                <a16:creationId xmlns:a16="http://schemas.microsoft.com/office/drawing/2014/main" id="{F5CBA983-4BCF-F64E-725B-7D81780294C4}"/>
              </a:ext>
            </a:extLst>
          </p:cNvPr>
          <p:cNvSpPr/>
          <p:nvPr userDrawn="1"/>
        </p:nvSpPr>
        <p:spPr>
          <a:xfrm>
            <a:off x="10565898" y="2687424"/>
            <a:ext cx="89894" cy="93436"/>
          </a:xfrm>
          <a:custGeom>
            <a:avLst/>
            <a:gdLst>
              <a:gd name="connsiteX0" fmla="*/ 82760 w 89894"/>
              <a:gd name="connsiteY0" fmla="*/ 0 h 108500"/>
              <a:gd name="connsiteX1" fmla="*/ 3964 w 89894"/>
              <a:gd name="connsiteY1" fmla="*/ 91052 h 108500"/>
              <a:gd name="connsiteX2" fmla="*/ 0 w 89894"/>
              <a:gd name="connsiteY2" fmla="*/ 108501 h 108500"/>
              <a:gd name="connsiteX3" fmla="*/ 89895 w 89894"/>
              <a:gd name="connsiteY3" fmla="*/ 4759 h 108500"/>
              <a:gd name="connsiteX4" fmla="*/ 82760 w 89894"/>
              <a:gd name="connsiteY4" fmla="*/ 0 h 108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894" h="108500">
                <a:moveTo>
                  <a:pt x="82760" y="0"/>
                </a:moveTo>
                <a:lnTo>
                  <a:pt x="3964" y="91052"/>
                </a:lnTo>
                <a:lnTo>
                  <a:pt x="0" y="108501"/>
                </a:lnTo>
                <a:lnTo>
                  <a:pt x="89895" y="4759"/>
                </a:lnTo>
                <a:cubicBezTo>
                  <a:pt x="87675" y="3014"/>
                  <a:pt x="84821" y="1903"/>
                  <a:pt x="82760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10" name="Freeform 709">
            <a:extLst>
              <a:ext uri="{FF2B5EF4-FFF2-40B4-BE49-F238E27FC236}">
                <a16:creationId xmlns:a16="http://schemas.microsoft.com/office/drawing/2014/main" id="{7F771B0E-D48D-32FF-0258-2ACF2702ADFD}"/>
              </a:ext>
            </a:extLst>
          </p:cNvPr>
          <p:cNvSpPr/>
          <p:nvPr userDrawn="1"/>
        </p:nvSpPr>
        <p:spPr>
          <a:xfrm>
            <a:off x="10536726" y="2791958"/>
            <a:ext cx="21244" cy="45719"/>
          </a:xfrm>
          <a:custGeom>
            <a:avLst/>
            <a:gdLst>
              <a:gd name="connsiteX0" fmla="*/ 21244 w 21244"/>
              <a:gd name="connsiteY0" fmla="*/ 0 h 37436"/>
              <a:gd name="connsiteX1" fmla="*/ 3487 w 21244"/>
              <a:gd name="connsiteY1" fmla="*/ 20463 h 37436"/>
              <a:gd name="connsiteX2" fmla="*/ 0 w 21244"/>
              <a:gd name="connsiteY2" fmla="*/ 37436 h 37436"/>
              <a:gd name="connsiteX3" fmla="*/ 17439 w 21244"/>
              <a:gd name="connsiteY3" fmla="*/ 17449 h 37436"/>
              <a:gd name="connsiteX4" fmla="*/ 21244 w 21244"/>
              <a:gd name="connsiteY4" fmla="*/ 0 h 37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244" h="37436">
                <a:moveTo>
                  <a:pt x="21244" y="0"/>
                </a:moveTo>
                <a:lnTo>
                  <a:pt x="3487" y="20463"/>
                </a:lnTo>
                <a:lnTo>
                  <a:pt x="0" y="37436"/>
                </a:lnTo>
                <a:lnTo>
                  <a:pt x="17439" y="17449"/>
                </a:lnTo>
                <a:lnTo>
                  <a:pt x="21244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11" name="Freeform 710">
            <a:extLst>
              <a:ext uri="{FF2B5EF4-FFF2-40B4-BE49-F238E27FC236}">
                <a16:creationId xmlns:a16="http://schemas.microsoft.com/office/drawing/2014/main" id="{2F7ECE5A-9BBC-5109-6A4F-7E5735E055E4}"/>
              </a:ext>
            </a:extLst>
          </p:cNvPr>
          <p:cNvSpPr/>
          <p:nvPr userDrawn="1"/>
        </p:nvSpPr>
        <p:spPr>
          <a:xfrm>
            <a:off x="8953041" y="2825428"/>
            <a:ext cx="1575757" cy="1796931"/>
          </a:xfrm>
          <a:custGeom>
            <a:avLst/>
            <a:gdLst>
              <a:gd name="connsiteX0" fmla="*/ 697908 w 1537713"/>
              <a:gd name="connsiteY0" fmla="*/ 982537 h 1779638"/>
              <a:gd name="connsiteX1" fmla="*/ 950944 w 1537713"/>
              <a:gd name="connsiteY1" fmla="*/ 690504 h 1779638"/>
              <a:gd name="connsiteX2" fmla="*/ 957603 w 1537713"/>
              <a:gd name="connsiteY2" fmla="*/ 682731 h 1779638"/>
              <a:gd name="connsiteX3" fmla="*/ 1325265 w 1537713"/>
              <a:gd name="connsiteY3" fmla="*/ 258245 h 1779638"/>
              <a:gd name="connsiteX4" fmla="*/ 1333034 w 1537713"/>
              <a:gd name="connsiteY4" fmla="*/ 249203 h 1779638"/>
              <a:gd name="connsiteX5" fmla="*/ 1534225 w 1537713"/>
              <a:gd name="connsiteY5" fmla="*/ 16973 h 1779638"/>
              <a:gd name="connsiteX6" fmla="*/ 1537714 w 1537713"/>
              <a:gd name="connsiteY6" fmla="*/ 0 h 1779638"/>
              <a:gd name="connsiteX7" fmla="*/ 1321143 w 1537713"/>
              <a:gd name="connsiteY7" fmla="*/ 249838 h 1779638"/>
              <a:gd name="connsiteX8" fmla="*/ 1313374 w 1537713"/>
              <a:gd name="connsiteY8" fmla="*/ 258880 h 1779638"/>
              <a:gd name="connsiteX9" fmla="*/ 947298 w 1537713"/>
              <a:gd name="connsiteY9" fmla="*/ 681304 h 1779638"/>
              <a:gd name="connsiteX10" fmla="*/ 940638 w 1537713"/>
              <a:gd name="connsiteY10" fmla="*/ 689077 h 1779638"/>
              <a:gd name="connsiteX11" fmla="*/ 688871 w 1537713"/>
              <a:gd name="connsiteY11" fmla="*/ 979682 h 1779638"/>
              <a:gd name="connsiteX12" fmla="*/ 682689 w 1537713"/>
              <a:gd name="connsiteY12" fmla="*/ 986820 h 1779638"/>
              <a:gd name="connsiteX13" fmla="*/ 0 w 1537713"/>
              <a:gd name="connsiteY13" fmla="*/ 1774880 h 1779638"/>
              <a:gd name="connsiteX14" fmla="*/ 7134 w 1537713"/>
              <a:gd name="connsiteY14" fmla="*/ 1779639 h 1779638"/>
              <a:gd name="connsiteX15" fmla="*/ 691726 w 1537713"/>
              <a:gd name="connsiteY15" fmla="*/ 989358 h 1779638"/>
              <a:gd name="connsiteX16" fmla="*/ 697908 w 1537713"/>
              <a:gd name="connsiteY16" fmla="*/ 982220 h 1779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537713" h="1779638">
                <a:moveTo>
                  <a:pt x="697908" y="982537"/>
                </a:moveTo>
                <a:lnTo>
                  <a:pt x="950944" y="690504"/>
                </a:lnTo>
                <a:lnTo>
                  <a:pt x="957603" y="682731"/>
                </a:lnTo>
                <a:lnTo>
                  <a:pt x="1325265" y="258245"/>
                </a:lnTo>
                <a:lnTo>
                  <a:pt x="1333034" y="249203"/>
                </a:lnTo>
                <a:lnTo>
                  <a:pt x="1534225" y="16973"/>
                </a:lnTo>
                <a:lnTo>
                  <a:pt x="1537714" y="0"/>
                </a:lnTo>
                <a:lnTo>
                  <a:pt x="1321143" y="249838"/>
                </a:lnTo>
                <a:lnTo>
                  <a:pt x="1313374" y="258880"/>
                </a:lnTo>
                <a:lnTo>
                  <a:pt x="947298" y="681304"/>
                </a:lnTo>
                <a:lnTo>
                  <a:pt x="940638" y="689077"/>
                </a:lnTo>
                <a:lnTo>
                  <a:pt x="688871" y="979682"/>
                </a:lnTo>
                <a:lnTo>
                  <a:pt x="682689" y="986820"/>
                </a:lnTo>
                <a:lnTo>
                  <a:pt x="0" y="1774880"/>
                </a:lnTo>
                <a:cubicBezTo>
                  <a:pt x="2219" y="1776625"/>
                  <a:pt x="5073" y="1777735"/>
                  <a:pt x="7134" y="1779639"/>
                </a:cubicBezTo>
                <a:lnTo>
                  <a:pt x="691726" y="989358"/>
                </a:lnTo>
                <a:lnTo>
                  <a:pt x="697908" y="98222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12" name="Freeform 711">
            <a:extLst>
              <a:ext uri="{FF2B5EF4-FFF2-40B4-BE49-F238E27FC236}">
                <a16:creationId xmlns:a16="http://schemas.microsoft.com/office/drawing/2014/main" id="{8C4BE1FA-2A25-21FC-3BCA-8E21608C50FE}"/>
              </a:ext>
            </a:extLst>
          </p:cNvPr>
          <p:cNvSpPr/>
          <p:nvPr userDrawn="1"/>
        </p:nvSpPr>
        <p:spPr>
          <a:xfrm>
            <a:off x="7736055" y="2657919"/>
            <a:ext cx="2827465" cy="527911"/>
          </a:xfrm>
          <a:custGeom>
            <a:avLst/>
            <a:gdLst>
              <a:gd name="connsiteX0" fmla="*/ 2827149 w 2827307"/>
              <a:gd name="connsiteY0" fmla="*/ 0 h 573913"/>
              <a:gd name="connsiteX1" fmla="*/ 0 w 2827307"/>
              <a:gd name="connsiteY1" fmla="*/ 565665 h 573913"/>
              <a:gd name="connsiteX2" fmla="*/ 1744 w 2827307"/>
              <a:gd name="connsiteY2" fmla="*/ 573913 h 573913"/>
              <a:gd name="connsiteX3" fmla="*/ 2825405 w 2827307"/>
              <a:gd name="connsiteY3" fmla="*/ 9042 h 573913"/>
              <a:gd name="connsiteX4" fmla="*/ 2827308 w 2827307"/>
              <a:gd name="connsiteY4" fmla="*/ 0 h 5739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7307" h="573913">
                <a:moveTo>
                  <a:pt x="2827149" y="0"/>
                </a:moveTo>
                <a:lnTo>
                  <a:pt x="0" y="565665"/>
                </a:lnTo>
                <a:cubicBezTo>
                  <a:pt x="793" y="568361"/>
                  <a:pt x="1268" y="571058"/>
                  <a:pt x="1744" y="573913"/>
                </a:cubicBezTo>
                <a:lnTo>
                  <a:pt x="2825405" y="9042"/>
                </a:lnTo>
                <a:lnTo>
                  <a:pt x="2827308" y="0"/>
                </a:lnTo>
                <a:close/>
              </a:path>
            </a:pathLst>
          </a:custGeom>
          <a:solidFill>
            <a:srgbClr val="7030A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13" name="Freeform 712">
            <a:extLst>
              <a:ext uri="{FF2B5EF4-FFF2-40B4-BE49-F238E27FC236}">
                <a16:creationId xmlns:a16="http://schemas.microsoft.com/office/drawing/2014/main" id="{77BF85D2-665E-8300-E664-CF667A2DC32A}"/>
              </a:ext>
            </a:extLst>
          </p:cNvPr>
          <p:cNvSpPr/>
          <p:nvPr userDrawn="1"/>
        </p:nvSpPr>
        <p:spPr>
          <a:xfrm>
            <a:off x="10570655" y="2652683"/>
            <a:ext cx="18708" cy="45719"/>
          </a:xfrm>
          <a:custGeom>
            <a:avLst/>
            <a:gdLst>
              <a:gd name="connsiteX0" fmla="*/ 18708 w 18708"/>
              <a:gd name="connsiteY0" fmla="*/ 0 h 12372"/>
              <a:gd name="connsiteX1" fmla="*/ 1744 w 18708"/>
              <a:gd name="connsiteY1" fmla="*/ 3331 h 12372"/>
              <a:gd name="connsiteX2" fmla="*/ 0 w 18708"/>
              <a:gd name="connsiteY2" fmla="*/ 12373 h 12372"/>
              <a:gd name="connsiteX3" fmla="*/ 16647 w 18708"/>
              <a:gd name="connsiteY3" fmla="*/ 9042 h 12372"/>
              <a:gd name="connsiteX4" fmla="*/ 18708 w 18708"/>
              <a:gd name="connsiteY4" fmla="*/ 0 h 12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708" h="12372">
                <a:moveTo>
                  <a:pt x="18708" y="0"/>
                </a:moveTo>
                <a:lnTo>
                  <a:pt x="1744" y="3331"/>
                </a:lnTo>
                <a:lnTo>
                  <a:pt x="0" y="12373"/>
                </a:lnTo>
                <a:lnTo>
                  <a:pt x="16647" y="9042"/>
                </a:lnTo>
                <a:lnTo>
                  <a:pt x="18708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14" name="Freeform 713">
            <a:extLst>
              <a:ext uri="{FF2B5EF4-FFF2-40B4-BE49-F238E27FC236}">
                <a16:creationId xmlns:a16="http://schemas.microsoft.com/office/drawing/2014/main" id="{DE1E3F2E-0BF5-AC28-7236-65E440D094A8}"/>
              </a:ext>
            </a:extLst>
          </p:cNvPr>
          <p:cNvSpPr/>
          <p:nvPr userDrawn="1"/>
        </p:nvSpPr>
        <p:spPr>
          <a:xfrm>
            <a:off x="10596497" y="2644912"/>
            <a:ext cx="33612" cy="45719"/>
          </a:xfrm>
          <a:custGeom>
            <a:avLst/>
            <a:gdLst>
              <a:gd name="connsiteX0" fmla="*/ 31867 w 33612"/>
              <a:gd name="connsiteY0" fmla="*/ 0 h 15069"/>
              <a:gd name="connsiteX1" fmla="*/ 2061 w 33612"/>
              <a:gd name="connsiteY1" fmla="*/ 6028 h 15069"/>
              <a:gd name="connsiteX2" fmla="*/ 0 w 33612"/>
              <a:gd name="connsiteY2" fmla="*/ 15070 h 15069"/>
              <a:gd name="connsiteX3" fmla="*/ 33612 w 33612"/>
              <a:gd name="connsiteY3" fmla="*/ 8407 h 15069"/>
              <a:gd name="connsiteX4" fmla="*/ 31867 w 33612"/>
              <a:gd name="connsiteY4" fmla="*/ 159 h 150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612" h="15069">
                <a:moveTo>
                  <a:pt x="31867" y="0"/>
                </a:moveTo>
                <a:lnTo>
                  <a:pt x="2061" y="6028"/>
                </a:lnTo>
                <a:lnTo>
                  <a:pt x="0" y="15070"/>
                </a:lnTo>
                <a:lnTo>
                  <a:pt x="33612" y="8407"/>
                </a:lnTo>
                <a:cubicBezTo>
                  <a:pt x="32819" y="5711"/>
                  <a:pt x="32344" y="2855"/>
                  <a:pt x="31867" y="159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15" name="Freeform 714">
            <a:extLst>
              <a:ext uri="{FF2B5EF4-FFF2-40B4-BE49-F238E27FC236}">
                <a16:creationId xmlns:a16="http://schemas.microsoft.com/office/drawing/2014/main" id="{AF2BA913-077A-15F9-C1B2-9E221FA0D345}"/>
              </a:ext>
            </a:extLst>
          </p:cNvPr>
          <p:cNvSpPr/>
          <p:nvPr userDrawn="1"/>
        </p:nvSpPr>
        <p:spPr>
          <a:xfrm>
            <a:off x="11138082" y="227908"/>
            <a:ext cx="7134" cy="45719"/>
          </a:xfrm>
          <a:custGeom>
            <a:avLst/>
            <a:gdLst>
              <a:gd name="connsiteX0" fmla="*/ 7135 w 7134"/>
              <a:gd name="connsiteY0" fmla="*/ 635 h 24428"/>
              <a:gd name="connsiteX1" fmla="*/ 4439 w 7134"/>
              <a:gd name="connsiteY1" fmla="*/ 0 h 24428"/>
              <a:gd name="connsiteX2" fmla="*/ 0 w 7134"/>
              <a:gd name="connsiteY2" fmla="*/ 19511 h 24428"/>
              <a:gd name="connsiteX3" fmla="*/ 2695 w 7134"/>
              <a:gd name="connsiteY3" fmla="*/ 24429 h 24428"/>
              <a:gd name="connsiteX4" fmla="*/ 7135 w 7134"/>
              <a:gd name="connsiteY4" fmla="*/ 793 h 24428"/>
              <a:gd name="connsiteX5" fmla="*/ 7135 w 7134"/>
              <a:gd name="connsiteY5" fmla="*/ 793 h 24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134" h="24428">
                <a:moveTo>
                  <a:pt x="7135" y="635"/>
                </a:moveTo>
                <a:cubicBezTo>
                  <a:pt x="6183" y="635"/>
                  <a:pt x="5232" y="159"/>
                  <a:pt x="4439" y="0"/>
                </a:cubicBezTo>
                <a:lnTo>
                  <a:pt x="0" y="19511"/>
                </a:lnTo>
                <a:lnTo>
                  <a:pt x="2695" y="24429"/>
                </a:lnTo>
                <a:lnTo>
                  <a:pt x="7135" y="793"/>
                </a:lnTo>
                <a:lnTo>
                  <a:pt x="7135" y="793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16" name="Freeform 715">
            <a:extLst>
              <a:ext uri="{FF2B5EF4-FFF2-40B4-BE49-F238E27FC236}">
                <a16:creationId xmlns:a16="http://schemas.microsoft.com/office/drawing/2014/main" id="{15A6B85A-4026-07E4-8A3A-8A9837F24100}"/>
              </a:ext>
            </a:extLst>
          </p:cNvPr>
          <p:cNvSpPr/>
          <p:nvPr userDrawn="1"/>
        </p:nvSpPr>
        <p:spPr>
          <a:xfrm>
            <a:off x="11085287" y="275973"/>
            <a:ext cx="48672" cy="240558"/>
          </a:xfrm>
          <a:custGeom>
            <a:avLst/>
            <a:gdLst>
              <a:gd name="connsiteX0" fmla="*/ 2854 w 48672"/>
              <a:gd name="connsiteY0" fmla="*/ 217478 h 279342"/>
              <a:gd name="connsiteX1" fmla="*/ 0 w 48672"/>
              <a:gd name="connsiteY1" fmla="*/ 279343 h 279342"/>
              <a:gd name="connsiteX2" fmla="*/ 48673 w 48672"/>
              <a:gd name="connsiteY2" fmla="*/ 14594 h 279342"/>
              <a:gd name="connsiteX3" fmla="*/ 46453 w 48672"/>
              <a:gd name="connsiteY3" fmla="*/ 0 h 279342"/>
              <a:gd name="connsiteX4" fmla="*/ 26160 w 48672"/>
              <a:gd name="connsiteY4" fmla="*/ 90735 h 279342"/>
              <a:gd name="connsiteX5" fmla="*/ 2854 w 48672"/>
              <a:gd name="connsiteY5" fmla="*/ 217478 h 2793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8672" h="279342">
                <a:moveTo>
                  <a:pt x="2854" y="217478"/>
                </a:moveTo>
                <a:lnTo>
                  <a:pt x="0" y="279343"/>
                </a:lnTo>
                <a:lnTo>
                  <a:pt x="48673" y="14594"/>
                </a:lnTo>
                <a:lnTo>
                  <a:pt x="46453" y="0"/>
                </a:lnTo>
                <a:lnTo>
                  <a:pt x="26160" y="90735"/>
                </a:lnTo>
                <a:lnTo>
                  <a:pt x="2854" y="217478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17" name="Freeform 716">
            <a:extLst>
              <a:ext uri="{FF2B5EF4-FFF2-40B4-BE49-F238E27FC236}">
                <a16:creationId xmlns:a16="http://schemas.microsoft.com/office/drawing/2014/main" id="{4A782B3D-2BD4-485F-CB33-076C67AF73CE}"/>
              </a:ext>
            </a:extLst>
          </p:cNvPr>
          <p:cNvSpPr/>
          <p:nvPr userDrawn="1"/>
        </p:nvSpPr>
        <p:spPr>
          <a:xfrm>
            <a:off x="11143314" y="228542"/>
            <a:ext cx="10146" cy="45719"/>
          </a:xfrm>
          <a:custGeom>
            <a:avLst/>
            <a:gdLst>
              <a:gd name="connsiteX0" fmla="*/ 1902 w 10146"/>
              <a:gd name="connsiteY0" fmla="*/ 0 h 42194"/>
              <a:gd name="connsiteX1" fmla="*/ 1902 w 10146"/>
              <a:gd name="connsiteY1" fmla="*/ 0 h 42194"/>
              <a:gd name="connsiteX2" fmla="*/ 0 w 10146"/>
              <a:gd name="connsiteY2" fmla="*/ 28394 h 42194"/>
              <a:gd name="connsiteX3" fmla="*/ 7610 w 10146"/>
              <a:gd name="connsiteY3" fmla="*/ 42195 h 42194"/>
              <a:gd name="connsiteX4" fmla="*/ 10146 w 10146"/>
              <a:gd name="connsiteY4" fmla="*/ 1745 h 42194"/>
              <a:gd name="connsiteX5" fmla="*/ 1744 w 10146"/>
              <a:gd name="connsiteY5" fmla="*/ 0 h 421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146" h="42194">
                <a:moveTo>
                  <a:pt x="1902" y="0"/>
                </a:moveTo>
                <a:lnTo>
                  <a:pt x="1902" y="0"/>
                </a:lnTo>
                <a:cubicBezTo>
                  <a:pt x="1902" y="0"/>
                  <a:pt x="0" y="28394"/>
                  <a:pt x="0" y="28394"/>
                </a:cubicBezTo>
                <a:lnTo>
                  <a:pt x="7610" y="42195"/>
                </a:lnTo>
                <a:lnTo>
                  <a:pt x="10146" y="1745"/>
                </a:lnTo>
                <a:cubicBezTo>
                  <a:pt x="7134" y="1745"/>
                  <a:pt x="4597" y="317"/>
                  <a:pt x="1744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18" name="Freeform 717">
            <a:extLst>
              <a:ext uri="{FF2B5EF4-FFF2-40B4-BE49-F238E27FC236}">
                <a16:creationId xmlns:a16="http://schemas.microsoft.com/office/drawing/2014/main" id="{80D16EE9-A856-A4D4-0DDD-9874765DA2A7}"/>
              </a:ext>
            </a:extLst>
          </p:cNvPr>
          <p:cNvSpPr/>
          <p:nvPr userDrawn="1"/>
        </p:nvSpPr>
        <p:spPr>
          <a:xfrm>
            <a:off x="11141569" y="272324"/>
            <a:ext cx="8561" cy="46035"/>
          </a:xfrm>
          <a:custGeom>
            <a:avLst/>
            <a:gdLst>
              <a:gd name="connsiteX0" fmla="*/ 6025 w 8561"/>
              <a:gd name="connsiteY0" fmla="*/ 53457 h 53457"/>
              <a:gd name="connsiteX1" fmla="*/ 8562 w 8561"/>
              <a:gd name="connsiteY1" fmla="*/ 13801 h 53457"/>
              <a:gd name="connsiteX2" fmla="*/ 793 w 8561"/>
              <a:gd name="connsiteY2" fmla="*/ 0 h 53457"/>
              <a:gd name="connsiteX3" fmla="*/ 0 w 8561"/>
              <a:gd name="connsiteY3" fmla="*/ 13007 h 53457"/>
              <a:gd name="connsiteX4" fmla="*/ 6025 w 8561"/>
              <a:gd name="connsiteY4" fmla="*/ 53457 h 534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561" h="53457">
                <a:moveTo>
                  <a:pt x="6025" y="53457"/>
                </a:moveTo>
                <a:lnTo>
                  <a:pt x="8562" y="13801"/>
                </a:lnTo>
                <a:lnTo>
                  <a:pt x="793" y="0"/>
                </a:lnTo>
                <a:lnTo>
                  <a:pt x="0" y="13007"/>
                </a:lnTo>
                <a:lnTo>
                  <a:pt x="6025" y="53457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19" name="Freeform 718">
            <a:extLst>
              <a:ext uri="{FF2B5EF4-FFF2-40B4-BE49-F238E27FC236}">
                <a16:creationId xmlns:a16="http://schemas.microsoft.com/office/drawing/2014/main" id="{2EB837C3-F79A-E664-842C-08136CEB7438}"/>
              </a:ext>
            </a:extLst>
          </p:cNvPr>
          <p:cNvSpPr/>
          <p:nvPr userDrawn="1"/>
        </p:nvSpPr>
        <p:spPr>
          <a:xfrm>
            <a:off x="10976843" y="325464"/>
            <a:ext cx="168531" cy="2275674"/>
          </a:xfrm>
          <a:custGeom>
            <a:avLst/>
            <a:gdLst>
              <a:gd name="connsiteX0" fmla="*/ 24257 w 168531"/>
              <a:gd name="connsiteY0" fmla="*/ 2151937 h 2642570"/>
              <a:gd name="connsiteX1" fmla="*/ 17598 w 168531"/>
              <a:gd name="connsiteY1" fmla="*/ 2255996 h 2642570"/>
              <a:gd name="connsiteX2" fmla="*/ 16963 w 168531"/>
              <a:gd name="connsiteY2" fmla="*/ 2264721 h 2642570"/>
              <a:gd name="connsiteX3" fmla="*/ 16963 w 168531"/>
              <a:gd name="connsiteY3" fmla="*/ 2266783 h 2642570"/>
              <a:gd name="connsiteX4" fmla="*/ 0 w 168531"/>
              <a:gd name="connsiteY4" fmla="*/ 2642254 h 2642570"/>
              <a:gd name="connsiteX5" fmla="*/ 1426 w 168531"/>
              <a:gd name="connsiteY5" fmla="*/ 2642571 h 2642570"/>
              <a:gd name="connsiteX6" fmla="*/ 1902 w 168531"/>
              <a:gd name="connsiteY6" fmla="*/ 2634957 h 2642570"/>
              <a:gd name="connsiteX7" fmla="*/ 2695 w 168531"/>
              <a:gd name="connsiteY7" fmla="*/ 2623694 h 2642570"/>
              <a:gd name="connsiteX8" fmla="*/ 3487 w 168531"/>
              <a:gd name="connsiteY8" fmla="*/ 2611797 h 2642570"/>
              <a:gd name="connsiteX9" fmla="*/ 25843 w 168531"/>
              <a:gd name="connsiteY9" fmla="*/ 2263293 h 2642570"/>
              <a:gd name="connsiteX10" fmla="*/ 26477 w 168531"/>
              <a:gd name="connsiteY10" fmla="*/ 2254569 h 2642570"/>
              <a:gd name="connsiteX11" fmla="*/ 33452 w 168531"/>
              <a:gd name="connsiteY11" fmla="*/ 2147178 h 2642570"/>
              <a:gd name="connsiteX12" fmla="*/ 34086 w 168531"/>
              <a:gd name="connsiteY12" fmla="*/ 2137185 h 2642570"/>
              <a:gd name="connsiteX13" fmla="*/ 168532 w 168531"/>
              <a:gd name="connsiteY13" fmla="*/ 40450 h 2642570"/>
              <a:gd name="connsiteX14" fmla="*/ 162507 w 168531"/>
              <a:gd name="connsiteY14" fmla="*/ 0 h 2642570"/>
              <a:gd name="connsiteX15" fmla="*/ 25049 w 168531"/>
              <a:gd name="connsiteY15" fmla="*/ 2141944 h 2642570"/>
              <a:gd name="connsiteX16" fmla="*/ 24415 w 168531"/>
              <a:gd name="connsiteY16" fmla="*/ 2151937 h 26425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68531" h="2642570">
                <a:moveTo>
                  <a:pt x="24257" y="2151937"/>
                </a:moveTo>
                <a:lnTo>
                  <a:pt x="17598" y="2255996"/>
                </a:lnTo>
                <a:lnTo>
                  <a:pt x="16963" y="2264721"/>
                </a:lnTo>
                <a:lnTo>
                  <a:pt x="16963" y="2266783"/>
                </a:lnTo>
                <a:cubicBezTo>
                  <a:pt x="16963" y="2266783"/>
                  <a:pt x="0" y="2642254"/>
                  <a:pt x="0" y="2642254"/>
                </a:cubicBezTo>
                <a:cubicBezTo>
                  <a:pt x="475" y="2642254"/>
                  <a:pt x="951" y="2642571"/>
                  <a:pt x="1426" y="2642571"/>
                </a:cubicBezTo>
                <a:lnTo>
                  <a:pt x="1902" y="2634957"/>
                </a:lnTo>
                <a:lnTo>
                  <a:pt x="2695" y="2623694"/>
                </a:lnTo>
                <a:lnTo>
                  <a:pt x="3487" y="2611797"/>
                </a:lnTo>
                <a:lnTo>
                  <a:pt x="25843" y="2263293"/>
                </a:lnTo>
                <a:lnTo>
                  <a:pt x="26477" y="2254569"/>
                </a:lnTo>
                <a:lnTo>
                  <a:pt x="33452" y="2147178"/>
                </a:lnTo>
                <a:lnTo>
                  <a:pt x="34086" y="2137185"/>
                </a:lnTo>
                <a:lnTo>
                  <a:pt x="168532" y="40450"/>
                </a:lnTo>
                <a:lnTo>
                  <a:pt x="162507" y="0"/>
                </a:lnTo>
                <a:lnTo>
                  <a:pt x="25049" y="2141944"/>
                </a:lnTo>
                <a:lnTo>
                  <a:pt x="24415" y="2151937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20" name="Freeform 719">
            <a:extLst>
              <a:ext uri="{FF2B5EF4-FFF2-40B4-BE49-F238E27FC236}">
                <a16:creationId xmlns:a16="http://schemas.microsoft.com/office/drawing/2014/main" id="{F034D91F-914A-2750-7CEB-ABBD042B181C}"/>
              </a:ext>
            </a:extLst>
          </p:cNvPr>
          <p:cNvSpPr/>
          <p:nvPr userDrawn="1"/>
        </p:nvSpPr>
        <p:spPr>
          <a:xfrm>
            <a:off x="11159644" y="227751"/>
            <a:ext cx="21879" cy="84010"/>
          </a:xfrm>
          <a:custGeom>
            <a:avLst/>
            <a:gdLst>
              <a:gd name="connsiteX0" fmla="*/ 0 w 21879"/>
              <a:gd name="connsiteY0" fmla="*/ 1586 h 97555"/>
              <a:gd name="connsiteX1" fmla="*/ 10306 w 21879"/>
              <a:gd name="connsiteY1" fmla="*/ 76934 h 97555"/>
              <a:gd name="connsiteX2" fmla="*/ 21879 w 21879"/>
              <a:gd name="connsiteY2" fmla="*/ 97556 h 97555"/>
              <a:gd name="connsiteX3" fmla="*/ 8403 w 21879"/>
              <a:gd name="connsiteY3" fmla="*/ 0 h 97555"/>
              <a:gd name="connsiteX4" fmla="*/ 0 w 21879"/>
              <a:gd name="connsiteY4" fmla="*/ 1745 h 975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879" h="97555">
                <a:moveTo>
                  <a:pt x="0" y="1586"/>
                </a:moveTo>
                <a:lnTo>
                  <a:pt x="10306" y="76934"/>
                </a:lnTo>
                <a:lnTo>
                  <a:pt x="21879" y="97556"/>
                </a:lnTo>
                <a:lnTo>
                  <a:pt x="8403" y="0"/>
                </a:lnTo>
                <a:cubicBezTo>
                  <a:pt x="5550" y="635"/>
                  <a:pt x="2854" y="1428"/>
                  <a:pt x="0" y="1745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21" name="Freeform 720">
            <a:extLst>
              <a:ext uri="{FF2B5EF4-FFF2-40B4-BE49-F238E27FC236}">
                <a16:creationId xmlns:a16="http://schemas.microsoft.com/office/drawing/2014/main" id="{2F14540F-1C30-63D4-4F13-FE1F14E0D110}"/>
              </a:ext>
            </a:extLst>
          </p:cNvPr>
          <p:cNvSpPr/>
          <p:nvPr userDrawn="1"/>
        </p:nvSpPr>
        <p:spPr>
          <a:xfrm>
            <a:off x="11172962" y="327210"/>
            <a:ext cx="464056" cy="2853916"/>
          </a:xfrm>
          <a:custGeom>
            <a:avLst/>
            <a:gdLst>
              <a:gd name="connsiteX0" fmla="*/ 263499 w 464056"/>
              <a:gd name="connsiteY0" fmla="*/ 1915582 h 3314039"/>
              <a:gd name="connsiteX1" fmla="*/ 299013 w 464056"/>
              <a:gd name="connsiteY1" fmla="*/ 2174462 h 3314039"/>
              <a:gd name="connsiteX2" fmla="*/ 300123 w 464056"/>
              <a:gd name="connsiteY2" fmla="*/ 2182869 h 3314039"/>
              <a:gd name="connsiteX3" fmla="*/ 321051 w 464056"/>
              <a:gd name="connsiteY3" fmla="*/ 2334993 h 3314039"/>
              <a:gd name="connsiteX4" fmla="*/ 322318 w 464056"/>
              <a:gd name="connsiteY4" fmla="*/ 2344510 h 3314039"/>
              <a:gd name="connsiteX5" fmla="*/ 335160 w 464056"/>
              <a:gd name="connsiteY5" fmla="*/ 2437625 h 3314039"/>
              <a:gd name="connsiteX6" fmla="*/ 336429 w 464056"/>
              <a:gd name="connsiteY6" fmla="*/ 2446508 h 3314039"/>
              <a:gd name="connsiteX7" fmla="*/ 348002 w 464056"/>
              <a:gd name="connsiteY7" fmla="*/ 2530739 h 3314039"/>
              <a:gd name="connsiteX8" fmla="*/ 463581 w 464056"/>
              <a:gd name="connsiteY8" fmla="*/ 3314040 h 3314039"/>
              <a:gd name="connsiteX9" fmla="*/ 464056 w 464056"/>
              <a:gd name="connsiteY9" fmla="*/ 3313881 h 3314039"/>
              <a:gd name="connsiteX10" fmla="*/ 374321 w 464056"/>
              <a:gd name="connsiteY10" fmla="*/ 2658751 h 3314039"/>
              <a:gd name="connsiteX11" fmla="*/ 372894 w 464056"/>
              <a:gd name="connsiteY11" fmla="*/ 2649075 h 3314039"/>
              <a:gd name="connsiteX12" fmla="*/ 344515 w 464056"/>
              <a:gd name="connsiteY12" fmla="*/ 2442383 h 3314039"/>
              <a:gd name="connsiteX13" fmla="*/ 343246 w 464056"/>
              <a:gd name="connsiteY13" fmla="*/ 2433500 h 3314039"/>
              <a:gd name="connsiteX14" fmla="*/ 330246 w 464056"/>
              <a:gd name="connsiteY14" fmla="*/ 2338800 h 3314039"/>
              <a:gd name="connsiteX15" fmla="*/ 328978 w 464056"/>
              <a:gd name="connsiteY15" fmla="*/ 2329282 h 3314039"/>
              <a:gd name="connsiteX16" fmla="*/ 308684 w 464056"/>
              <a:gd name="connsiteY16" fmla="*/ 2181442 h 3314039"/>
              <a:gd name="connsiteX17" fmla="*/ 307415 w 464056"/>
              <a:gd name="connsiteY17" fmla="*/ 2173034 h 3314039"/>
              <a:gd name="connsiteX18" fmla="*/ 271427 w 464056"/>
              <a:gd name="connsiteY18" fmla="*/ 1911141 h 3314039"/>
              <a:gd name="connsiteX19" fmla="*/ 270158 w 464056"/>
              <a:gd name="connsiteY19" fmla="*/ 1902099 h 3314039"/>
              <a:gd name="connsiteX20" fmla="*/ 11573 w 464056"/>
              <a:gd name="connsiteY20" fmla="*/ 20622 h 3314039"/>
              <a:gd name="connsiteX21" fmla="*/ 0 w 464056"/>
              <a:gd name="connsiteY21" fmla="*/ 0 h 3314039"/>
              <a:gd name="connsiteX22" fmla="*/ 262072 w 464056"/>
              <a:gd name="connsiteY22" fmla="*/ 1906382 h 3314039"/>
              <a:gd name="connsiteX23" fmla="*/ 263341 w 464056"/>
              <a:gd name="connsiteY23" fmla="*/ 1915424 h 3314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464056" h="3314039">
                <a:moveTo>
                  <a:pt x="263499" y="1915582"/>
                </a:moveTo>
                <a:lnTo>
                  <a:pt x="299013" y="2174462"/>
                </a:lnTo>
                <a:lnTo>
                  <a:pt x="300123" y="2182869"/>
                </a:lnTo>
                <a:lnTo>
                  <a:pt x="321051" y="2334993"/>
                </a:lnTo>
                <a:lnTo>
                  <a:pt x="322318" y="2344510"/>
                </a:lnTo>
                <a:lnTo>
                  <a:pt x="335160" y="2437625"/>
                </a:lnTo>
                <a:lnTo>
                  <a:pt x="336429" y="2446508"/>
                </a:lnTo>
                <a:lnTo>
                  <a:pt x="348002" y="2530739"/>
                </a:lnTo>
                <a:lnTo>
                  <a:pt x="463581" y="3314040"/>
                </a:lnTo>
                <a:cubicBezTo>
                  <a:pt x="463581" y="3314040"/>
                  <a:pt x="464056" y="3313881"/>
                  <a:pt x="464056" y="3313881"/>
                </a:cubicBezTo>
                <a:lnTo>
                  <a:pt x="374321" y="2658751"/>
                </a:lnTo>
                <a:lnTo>
                  <a:pt x="372894" y="2649075"/>
                </a:lnTo>
                <a:lnTo>
                  <a:pt x="344515" y="2442383"/>
                </a:lnTo>
                <a:lnTo>
                  <a:pt x="343246" y="2433500"/>
                </a:lnTo>
                <a:lnTo>
                  <a:pt x="330246" y="2338800"/>
                </a:lnTo>
                <a:lnTo>
                  <a:pt x="328978" y="2329282"/>
                </a:lnTo>
                <a:lnTo>
                  <a:pt x="308684" y="2181442"/>
                </a:lnTo>
                <a:lnTo>
                  <a:pt x="307415" y="2173034"/>
                </a:lnTo>
                <a:lnTo>
                  <a:pt x="271427" y="1911141"/>
                </a:lnTo>
                <a:lnTo>
                  <a:pt x="270158" y="1902099"/>
                </a:lnTo>
                <a:lnTo>
                  <a:pt x="11573" y="20622"/>
                </a:lnTo>
                <a:lnTo>
                  <a:pt x="0" y="0"/>
                </a:lnTo>
                <a:lnTo>
                  <a:pt x="262072" y="1906382"/>
                </a:lnTo>
                <a:lnTo>
                  <a:pt x="263341" y="1915424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22" name="Freeform 721">
            <a:extLst>
              <a:ext uri="{FF2B5EF4-FFF2-40B4-BE49-F238E27FC236}">
                <a16:creationId xmlns:a16="http://schemas.microsoft.com/office/drawing/2014/main" id="{7DE8AEE7-A6BC-04B1-FCEB-76034D6F23D6}"/>
              </a:ext>
            </a:extLst>
          </p:cNvPr>
          <p:cNvSpPr/>
          <p:nvPr userDrawn="1"/>
        </p:nvSpPr>
        <p:spPr>
          <a:xfrm>
            <a:off x="11223695" y="166521"/>
            <a:ext cx="934298" cy="162695"/>
          </a:xfrm>
          <a:custGeom>
            <a:avLst/>
            <a:gdLst>
              <a:gd name="connsiteX0" fmla="*/ 159 w 934298"/>
              <a:gd name="connsiteY0" fmla="*/ 8249 h 188925"/>
              <a:gd name="connsiteX1" fmla="*/ 934298 w 934298"/>
              <a:gd name="connsiteY1" fmla="*/ 188925 h 188925"/>
              <a:gd name="connsiteX2" fmla="*/ 934298 w 934298"/>
              <a:gd name="connsiteY2" fmla="*/ 180359 h 188925"/>
              <a:gd name="connsiteX3" fmla="*/ 1745 w 934298"/>
              <a:gd name="connsiteY3" fmla="*/ 0 h 188925"/>
              <a:gd name="connsiteX4" fmla="*/ 0 w 934298"/>
              <a:gd name="connsiteY4" fmla="*/ 8249 h 188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34298" h="188925">
                <a:moveTo>
                  <a:pt x="159" y="8249"/>
                </a:moveTo>
                <a:lnTo>
                  <a:pt x="934298" y="188925"/>
                </a:lnTo>
                <a:lnTo>
                  <a:pt x="934298" y="180359"/>
                </a:lnTo>
                <a:lnTo>
                  <a:pt x="1745" y="0"/>
                </a:lnTo>
                <a:cubicBezTo>
                  <a:pt x="1269" y="2855"/>
                  <a:pt x="793" y="5552"/>
                  <a:pt x="0" y="8249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23" name="Freeform 722">
            <a:extLst>
              <a:ext uri="{FF2B5EF4-FFF2-40B4-BE49-F238E27FC236}">
                <a16:creationId xmlns:a16="http://schemas.microsoft.com/office/drawing/2014/main" id="{18A6F293-05D5-C372-5BC7-8ADC60EB9068}"/>
              </a:ext>
            </a:extLst>
          </p:cNvPr>
          <p:cNvSpPr/>
          <p:nvPr userDrawn="1"/>
        </p:nvSpPr>
        <p:spPr>
          <a:xfrm>
            <a:off x="11184376" y="222357"/>
            <a:ext cx="973774" cy="1593477"/>
          </a:xfrm>
          <a:custGeom>
            <a:avLst/>
            <a:gdLst>
              <a:gd name="connsiteX0" fmla="*/ 1744 w 973774"/>
              <a:gd name="connsiteY0" fmla="*/ 0 h 1850386"/>
              <a:gd name="connsiteX1" fmla="*/ 0 w 973774"/>
              <a:gd name="connsiteY1" fmla="*/ 1269 h 1850386"/>
              <a:gd name="connsiteX2" fmla="*/ 879917 w 973774"/>
              <a:gd name="connsiteY2" fmla="*/ 1672565 h 1850386"/>
              <a:gd name="connsiteX3" fmla="*/ 883880 w 973774"/>
              <a:gd name="connsiteY3" fmla="*/ 1680021 h 1850386"/>
              <a:gd name="connsiteX4" fmla="*/ 970128 w 973774"/>
              <a:gd name="connsiteY4" fmla="*/ 1843883 h 1850386"/>
              <a:gd name="connsiteX5" fmla="*/ 973774 w 973774"/>
              <a:gd name="connsiteY5" fmla="*/ 1850387 h 1850386"/>
              <a:gd name="connsiteX6" fmla="*/ 973774 w 973774"/>
              <a:gd name="connsiteY6" fmla="*/ 1850069 h 1850386"/>
              <a:gd name="connsiteX7" fmla="*/ 1744 w 973774"/>
              <a:gd name="connsiteY7" fmla="*/ 0 h 18503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73774" h="1850386">
                <a:moveTo>
                  <a:pt x="1744" y="0"/>
                </a:moveTo>
                <a:cubicBezTo>
                  <a:pt x="1744" y="0"/>
                  <a:pt x="635" y="952"/>
                  <a:pt x="0" y="1269"/>
                </a:cubicBezTo>
                <a:lnTo>
                  <a:pt x="879917" y="1672565"/>
                </a:lnTo>
                <a:lnTo>
                  <a:pt x="883880" y="1680021"/>
                </a:lnTo>
                <a:lnTo>
                  <a:pt x="970128" y="1843883"/>
                </a:lnTo>
                <a:lnTo>
                  <a:pt x="973774" y="1850387"/>
                </a:lnTo>
                <a:lnTo>
                  <a:pt x="973774" y="1850069"/>
                </a:lnTo>
                <a:lnTo>
                  <a:pt x="1744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24" name="Freeform 723">
            <a:extLst>
              <a:ext uri="{FF2B5EF4-FFF2-40B4-BE49-F238E27FC236}">
                <a16:creationId xmlns:a16="http://schemas.microsoft.com/office/drawing/2014/main" id="{C9C17A1E-7C41-257D-60A5-DE4946C5DA2F}"/>
              </a:ext>
            </a:extLst>
          </p:cNvPr>
          <p:cNvSpPr/>
          <p:nvPr userDrawn="1"/>
        </p:nvSpPr>
        <p:spPr>
          <a:xfrm>
            <a:off x="11089409" y="252496"/>
            <a:ext cx="42330" cy="182501"/>
          </a:xfrm>
          <a:custGeom>
            <a:avLst/>
            <a:gdLst>
              <a:gd name="connsiteX0" fmla="*/ 22038 w 42330"/>
              <a:gd name="connsiteY0" fmla="*/ 114212 h 211925"/>
              <a:gd name="connsiteX1" fmla="*/ 42331 w 42330"/>
              <a:gd name="connsiteY1" fmla="*/ 23477 h 211925"/>
              <a:gd name="connsiteX2" fmla="*/ 38843 w 42330"/>
              <a:gd name="connsiteY2" fmla="*/ 0 h 211925"/>
              <a:gd name="connsiteX3" fmla="*/ 2220 w 42330"/>
              <a:gd name="connsiteY3" fmla="*/ 163386 h 211925"/>
              <a:gd name="connsiteX4" fmla="*/ 0 w 42330"/>
              <a:gd name="connsiteY4" fmla="*/ 211926 h 211925"/>
              <a:gd name="connsiteX5" fmla="*/ 22038 w 42330"/>
              <a:gd name="connsiteY5" fmla="*/ 114212 h 21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2330" h="211925">
                <a:moveTo>
                  <a:pt x="22038" y="114212"/>
                </a:moveTo>
                <a:lnTo>
                  <a:pt x="42331" y="23477"/>
                </a:lnTo>
                <a:lnTo>
                  <a:pt x="38843" y="0"/>
                </a:lnTo>
                <a:lnTo>
                  <a:pt x="2220" y="163386"/>
                </a:lnTo>
                <a:lnTo>
                  <a:pt x="0" y="211926"/>
                </a:lnTo>
                <a:lnTo>
                  <a:pt x="22038" y="11421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25" name="Freeform 724">
            <a:extLst>
              <a:ext uri="{FF2B5EF4-FFF2-40B4-BE49-F238E27FC236}">
                <a16:creationId xmlns:a16="http://schemas.microsoft.com/office/drawing/2014/main" id="{F832A0B8-3569-A530-1125-7E517DB3527C}"/>
              </a:ext>
            </a:extLst>
          </p:cNvPr>
          <p:cNvSpPr/>
          <p:nvPr userDrawn="1"/>
        </p:nvSpPr>
        <p:spPr>
          <a:xfrm>
            <a:off x="11133326" y="226321"/>
            <a:ext cx="9194" cy="45719"/>
          </a:xfrm>
          <a:custGeom>
            <a:avLst/>
            <a:gdLst>
              <a:gd name="connsiteX0" fmla="*/ 793 w 9194"/>
              <a:gd name="connsiteY0" fmla="*/ 0 h 21256"/>
              <a:gd name="connsiteX1" fmla="*/ 0 w 9194"/>
              <a:gd name="connsiteY1" fmla="*/ 3490 h 21256"/>
              <a:gd name="connsiteX2" fmla="*/ 1902 w 9194"/>
              <a:gd name="connsiteY2" fmla="*/ 16021 h 21256"/>
              <a:gd name="connsiteX3" fmla="*/ 4756 w 9194"/>
              <a:gd name="connsiteY3" fmla="*/ 21256 h 21256"/>
              <a:gd name="connsiteX4" fmla="*/ 9195 w 9194"/>
              <a:gd name="connsiteY4" fmla="*/ 1745 h 21256"/>
              <a:gd name="connsiteX5" fmla="*/ 793 w 9194"/>
              <a:gd name="connsiteY5" fmla="*/ 0 h 212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194" h="21256">
                <a:moveTo>
                  <a:pt x="793" y="0"/>
                </a:moveTo>
                <a:lnTo>
                  <a:pt x="0" y="3490"/>
                </a:lnTo>
                <a:lnTo>
                  <a:pt x="1902" y="16021"/>
                </a:lnTo>
                <a:lnTo>
                  <a:pt x="4756" y="21256"/>
                </a:lnTo>
                <a:lnTo>
                  <a:pt x="9195" y="1745"/>
                </a:lnTo>
                <a:cubicBezTo>
                  <a:pt x="6341" y="1269"/>
                  <a:pt x="3646" y="793"/>
                  <a:pt x="793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26" name="Freeform 725">
            <a:extLst>
              <a:ext uri="{FF2B5EF4-FFF2-40B4-BE49-F238E27FC236}">
                <a16:creationId xmlns:a16="http://schemas.microsoft.com/office/drawing/2014/main" id="{FCE34730-22C6-E005-6F90-A746A1200B6E}"/>
              </a:ext>
            </a:extLst>
          </p:cNvPr>
          <p:cNvSpPr/>
          <p:nvPr userDrawn="1"/>
        </p:nvSpPr>
        <p:spPr>
          <a:xfrm>
            <a:off x="11093690" y="125277"/>
            <a:ext cx="316" cy="45719"/>
          </a:xfrm>
          <a:custGeom>
            <a:avLst/>
            <a:gdLst>
              <a:gd name="connsiteX0" fmla="*/ 316 w 316"/>
              <a:gd name="connsiteY0" fmla="*/ 0 h 1110"/>
              <a:gd name="connsiteX1" fmla="*/ 0 w 316"/>
              <a:gd name="connsiteY1" fmla="*/ 0 h 1110"/>
              <a:gd name="connsiteX2" fmla="*/ 0 w 316"/>
              <a:gd name="connsiteY2" fmla="*/ 1110 h 1110"/>
              <a:gd name="connsiteX3" fmla="*/ 316 w 316"/>
              <a:gd name="connsiteY3" fmla="*/ 159 h 11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16" h="1110">
                <a:moveTo>
                  <a:pt x="316" y="0"/>
                </a:moveTo>
                <a:cubicBezTo>
                  <a:pt x="316" y="0"/>
                  <a:pt x="159" y="0"/>
                  <a:pt x="0" y="0"/>
                </a:cubicBezTo>
                <a:lnTo>
                  <a:pt x="0" y="1110"/>
                </a:lnTo>
                <a:cubicBezTo>
                  <a:pt x="0" y="1110"/>
                  <a:pt x="159" y="476"/>
                  <a:pt x="316" y="159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27" name="Freeform 726">
            <a:extLst>
              <a:ext uri="{FF2B5EF4-FFF2-40B4-BE49-F238E27FC236}">
                <a16:creationId xmlns:a16="http://schemas.microsoft.com/office/drawing/2014/main" id="{696E4D71-EC7B-9EC2-9598-57AF6F920C10}"/>
              </a:ext>
            </a:extLst>
          </p:cNvPr>
          <p:cNvSpPr/>
          <p:nvPr userDrawn="1"/>
        </p:nvSpPr>
        <p:spPr>
          <a:xfrm>
            <a:off x="10953448" y="195232"/>
            <a:ext cx="147693" cy="2771186"/>
          </a:xfrm>
          <a:custGeom>
            <a:avLst/>
            <a:gdLst>
              <a:gd name="connsiteX0" fmla="*/ 109554 w 131908"/>
              <a:gd name="connsiteY0" fmla="*/ 316779 h 2772486"/>
              <a:gd name="connsiteX1" fmla="*/ 107652 w 131908"/>
              <a:gd name="connsiteY1" fmla="*/ 360084 h 2772486"/>
              <a:gd name="connsiteX2" fmla="*/ 104798 w 131908"/>
              <a:gd name="connsiteY2" fmla="*/ 421948 h 2772486"/>
              <a:gd name="connsiteX3" fmla="*/ 21245 w 131908"/>
              <a:gd name="connsiteY3" fmla="*/ 2278363 h 2772486"/>
              <a:gd name="connsiteX4" fmla="*/ 20769 w 131908"/>
              <a:gd name="connsiteY4" fmla="*/ 2288198 h 2772486"/>
              <a:gd name="connsiteX5" fmla="*/ 16330 w 131908"/>
              <a:gd name="connsiteY5" fmla="*/ 2387816 h 2772486"/>
              <a:gd name="connsiteX6" fmla="*/ 16013 w 131908"/>
              <a:gd name="connsiteY6" fmla="*/ 2396540 h 2772486"/>
              <a:gd name="connsiteX7" fmla="*/ 951 w 131908"/>
              <a:gd name="connsiteY7" fmla="*/ 2731085 h 2772486"/>
              <a:gd name="connsiteX8" fmla="*/ 476 w 131908"/>
              <a:gd name="connsiteY8" fmla="*/ 2743140 h 2772486"/>
              <a:gd name="connsiteX9" fmla="*/ 0 w 131908"/>
              <a:gd name="connsiteY9" fmla="*/ 2754245 h 2772486"/>
              <a:gd name="connsiteX10" fmla="*/ 0 w 131908"/>
              <a:gd name="connsiteY10" fmla="*/ 2754245 h 2772486"/>
              <a:gd name="connsiteX11" fmla="*/ 793 w 131908"/>
              <a:gd name="connsiteY11" fmla="*/ 2771059 h 2772486"/>
              <a:gd name="connsiteX12" fmla="*/ 7611 w 131908"/>
              <a:gd name="connsiteY12" fmla="*/ 2772487 h 2772486"/>
              <a:gd name="connsiteX13" fmla="*/ 24574 w 131908"/>
              <a:gd name="connsiteY13" fmla="*/ 2397016 h 2772486"/>
              <a:gd name="connsiteX14" fmla="*/ 24574 w 131908"/>
              <a:gd name="connsiteY14" fmla="*/ 2394954 h 2772486"/>
              <a:gd name="connsiteX15" fmla="*/ 25050 w 131908"/>
              <a:gd name="connsiteY15" fmla="*/ 2386229 h 2772486"/>
              <a:gd name="connsiteX16" fmla="*/ 29648 w 131908"/>
              <a:gd name="connsiteY16" fmla="*/ 2283280 h 2772486"/>
              <a:gd name="connsiteX17" fmla="*/ 30124 w 131908"/>
              <a:gd name="connsiteY17" fmla="*/ 2273445 h 2772486"/>
              <a:gd name="connsiteX18" fmla="*/ 116213 w 131908"/>
              <a:gd name="connsiteY18" fmla="*/ 360084 h 2772486"/>
              <a:gd name="connsiteX19" fmla="*/ 119066 w 131908"/>
              <a:gd name="connsiteY19" fmla="*/ 298219 h 2772486"/>
              <a:gd name="connsiteX20" fmla="*/ 120335 w 131908"/>
              <a:gd name="connsiteY20" fmla="*/ 269190 h 2772486"/>
              <a:gd name="connsiteX21" fmla="*/ 122555 w 131908"/>
              <a:gd name="connsiteY21" fmla="*/ 220650 h 2772486"/>
              <a:gd name="connsiteX22" fmla="*/ 131908 w 131908"/>
              <a:gd name="connsiteY22" fmla="*/ 11897 h 2772486"/>
              <a:gd name="connsiteX23" fmla="*/ 123981 w 131908"/>
              <a:gd name="connsiteY23" fmla="*/ 0 h 2772486"/>
              <a:gd name="connsiteX24" fmla="*/ 111932 w 131908"/>
              <a:gd name="connsiteY24" fmla="*/ 268239 h 2772486"/>
              <a:gd name="connsiteX25" fmla="*/ 109713 w 131908"/>
              <a:gd name="connsiteY25" fmla="*/ 316779 h 27724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131908" h="2772486">
                <a:moveTo>
                  <a:pt x="109554" y="316779"/>
                </a:moveTo>
                <a:lnTo>
                  <a:pt x="107652" y="360084"/>
                </a:lnTo>
                <a:lnTo>
                  <a:pt x="104798" y="421948"/>
                </a:lnTo>
                <a:lnTo>
                  <a:pt x="21245" y="2278363"/>
                </a:lnTo>
                <a:lnTo>
                  <a:pt x="20769" y="2288198"/>
                </a:lnTo>
                <a:lnTo>
                  <a:pt x="16330" y="2387816"/>
                </a:lnTo>
                <a:lnTo>
                  <a:pt x="16013" y="2396540"/>
                </a:lnTo>
                <a:lnTo>
                  <a:pt x="951" y="2731085"/>
                </a:lnTo>
                <a:lnTo>
                  <a:pt x="476" y="2743140"/>
                </a:lnTo>
                <a:lnTo>
                  <a:pt x="0" y="2754245"/>
                </a:lnTo>
                <a:lnTo>
                  <a:pt x="0" y="2754245"/>
                </a:lnTo>
                <a:lnTo>
                  <a:pt x="793" y="2771059"/>
                </a:lnTo>
                <a:cubicBezTo>
                  <a:pt x="3171" y="2771059"/>
                  <a:pt x="5391" y="2772169"/>
                  <a:pt x="7611" y="2772487"/>
                </a:cubicBezTo>
                <a:lnTo>
                  <a:pt x="24574" y="2397016"/>
                </a:lnTo>
                <a:lnTo>
                  <a:pt x="24574" y="2394954"/>
                </a:lnTo>
                <a:cubicBezTo>
                  <a:pt x="24574" y="2394954"/>
                  <a:pt x="25050" y="2386229"/>
                  <a:pt x="25050" y="2386229"/>
                </a:cubicBezTo>
                <a:lnTo>
                  <a:pt x="29648" y="2283280"/>
                </a:lnTo>
                <a:lnTo>
                  <a:pt x="30124" y="2273445"/>
                </a:lnTo>
                <a:lnTo>
                  <a:pt x="116213" y="360084"/>
                </a:lnTo>
                <a:lnTo>
                  <a:pt x="119066" y="298219"/>
                </a:lnTo>
                <a:lnTo>
                  <a:pt x="120335" y="269190"/>
                </a:lnTo>
                <a:lnTo>
                  <a:pt x="122555" y="220650"/>
                </a:lnTo>
                <a:lnTo>
                  <a:pt x="131908" y="11897"/>
                </a:lnTo>
                <a:cubicBezTo>
                  <a:pt x="128580" y="8407"/>
                  <a:pt x="126518" y="4124"/>
                  <a:pt x="123981" y="0"/>
                </a:cubicBezTo>
                <a:lnTo>
                  <a:pt x="111932" y="268239"/>
                </a:lnTo>
                <a:lnTo>
                  <a:pt x="109713" y="31677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28" name="Freeform 727">
            <a:extLst>
              <a:ext uri="{FF2B5EF4-FFF2-40B4-BE49-F238E27FC236}">
                <a16:creationId xmlns:a16="http://schemas.microsoft.com/office/drawing/2014/main" id="{29B9646D-5C41-0524-81C4-570AA881A663}"/>
              </a:ext>
            </a:extLst>
          </p:cNvPr>
          <p:cNvSpPr/>
          <p:nvPr userDrawn="1"/>
        </p:nvSpPr>
        <p:spPr>
          <a:xfrm>
            <a:off x="11125240" y="224418"/>
            <a:ext cx="9988" cy="45719"/>
          </a:xfrm>
          <a:custGeom>
            <a:avLst/>
            <a:gdLst>
              <a:gd name="connsiteX0" fmla="*/ 8245 w 9988"/>
              <a:gd name="connsiteY0" fmla="*/ 5393 h 17766"/>
              <a:gd name="connsiteX1" fmla="*/ 7610 w 9988"/>
              <a:gd name="connsiteY1" fmla="*/ 1586 h 17766"/>
              <a:gd name="connsiteX2" fmla="*/ 0 w 9988"/>
              <a:gd name="connsiteY2" fmla="*/ 0 h 17766"/>
              <a:gd name="connsiteX3" fmla="*/ 9988 w 9988"/>
              <a:gd name="connsiteY3" fmla="*/ 17766 h 17766"/>
              <a:gd name="connsiteX4" fmla="*/ 8086 w 9988"/>
              <a:gd name="connsiteY4" fmla="*/ 5235 h 177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988" h="17766">
                <a:moveTo>
                  <a:pt x="8245" y="5393"/>
                </a:moveTo>
                <a:lnTo>
                  <a:pt x="7610" y="1586"/>
                </a:lnTo>
                <a:cubicBezTo>
                  <a:pt x="5074" y="793"/>
                  <a:pt x="2378" y="952"/>
                  <a:pt x="0" y="0"/>
                </a:cubicBezTo>
                <a:lnTo>
                  <a:pt x="9988" y="17766"/>
                </a:lnTo>
                <a:lnTo>
                  <a:pt x="8086" y="5235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29" name="Freeform 728">
            <a:extLst>
              <a:ext uri="{FF2B5EF4-FFF2-40B4-BE49-F238E27FC236}">
                <a16:creationId xmlns:a16="http://schemas.microsoft.com/office/drawing/2014/main" id="{32FCE898-5A5A-F359-9A5D-BAD3D9845DAB}"/>
              </a:ext>
            </a:extLst>
          </p:cNvPr>
          <p:cNvSpPr/>
          <p:nvPr userDrawn="1"/>
        </p:nvSpPr>
        <p:spPr>
          <a:xfrm>
            <a:off x="11127301" y="244722"/>
            <a:ext cx="516831" cy="3366705"/>
          </a:xfrm>
          <a:custGeom>
            <a:avLst/>
            <a:gdLst>
              <a:gd name="connsiteX0" fmla="*/ 4439 w 509559"/>
              <a:gd name="connsiteY0" fmla="*/ 31250 h 3398112"/>
              <a:gd name="connsiteX1" fmla="*/ 6659 w 509559"/>
              <a:gd name="connsiteY1" fmla="*/ 45843 h 3398112"/>
              <a:gd name="connsiteX2" fmla="*/ 11891 w 509559"/>
              <a:gd name="connsiteY2" fmla="*/ 80583 h 3398112"/>
              <a:gd name="connsiteX3" fmla="*/ 17916 w 509559"/>
              <a:gd name="connsiteY3" fmla="*/ 121033 h 3398112"/>
              <a:gd name="connsiteX4" fmla="*/ 294416 w 509559"/>
              <a:gd name="connsiteY4" fmla="*/ 1996324 h 3398112"/>
              <a:gd name="connsiteX5" fmla="*/ 295683 w 509559"/>
              <a:gd name="connsiteY5" fmla="*/ 2005207 h 3398112"/>
              <a:gd name="connsiteX6" fmla="*/ 333100 w 509559"/>
              <a:gd name="connsiteY6" fmla="*/ 2258852 h 3398112"/>
              <a:gd name="connsiteX7" fmla="*/ 334368 w 509559"/>
              <a:gd name="connsiteY7" fmla="*/ 2267259 h 3398112"/>
              <a:gd name="connsiteX8" fmla="*/ 357516 w 509559"/>
              <a:gd name="connsiteY8" fmla="*/ 2424141 h 3398112"/>
              <a:gd name="connsiteX9" fmla="*/ 358943 w 509559"/>
              <a:gd name="connsiteY9" fmla="*/ 2433500 h 3398112"/>
              <a:gd name="connsiteX10" fmla="*/ 372419 w 509559"/>
              <a:gd name="connsiteY10" fmla="*/ 2524394 h 3398112"/>
              <a:gd name="connsiteX11" fmla="*/ 373687 w 509559"/>
              <a:gd name="connsiteY11" fmla="*/ 2533277 h 3398112"/>
              <a:gd name="connsiteX12" fmla="*/ 404603 w 509559"/>
              <a:gd name="connsiteY12" fmla="*/ 2742982 h 3398112"/>
              <a:gd name="connsiteX13" fmla="*/ 406030 w 509559"/>
              <a:gd name="connsiteY13" fmla="*/ 2752658 h 3398112"/>
              <a:gd name="connsiteX14" fmla="*/ 501315 w 509559"/>
              <a:gd name="connsiteY14" fmla="*/ 3398112 h 3398112"/>
              <a:gd name="connsiteX15" fmla="*/ 509559 w 509559"/>
              <a:gd name="connsiteY15" fmla="*/ 3396367 h 3398112"/>
              <a:gd name="connsiteX16" fmla="*/ 393980 w 509559"/>
              <a:gd name="connsiteY16" fmla="*/ 2613066 h 3398112"/>
              <a:gd name="connsiteX17" fmla="*/ 381614 w 509559"/>
              <a:gd name="connsiteY17" fmla="*/ 2529152 h 3398112"/>
              <a:gd name="connsiteX18" fmla="*/ 380346 w 509559"/>
              <a:gd name="connsiteY18" fmla="*/ 2520269 h 3398112"/>
              <a:gd name="connsiteX19" fmla="*/ 366711 w 509559"/>
              <a:gd name="connsiteY19" fmla="*/ 2427790 h 3398112"/>
              <a:gd name="connsiteX20" fmla="*/ 365284 w 509559"/>
              <a:gd name="connsiteY20" fmla="*/ 2418431 h 3398112"/>
              <a:gd name="connsiteX21" fmla="*/ 342771 w 509559"/>
              <a:gd name="connsiteY21" fmla="*/ 2265673 h 3398112"/>
              <a:gd name="connsiteX22" fmla="*/ 341503 w 509559"/>
              <a:gd name="connsiteY22" fmla="*/ 2257265 h 3398112"/>
              <a:gd name="connsiteX23" fmla="*/ 303610 w 509559"/>
              <a:gd name="connsiteY23" fmla="*/ 2000765 h 3398112"/>
              <a:gd name="connsiteX24" fmla="*/ 302343 w 509559"/>
              <a:gd name="connsiteY24" fmla="*/ 1991882 h 3398112"/>
              <a:gd name="connsiteX25" fmla="*/ 20452 w 509559"/>
              <a:gd name="connsiteY25" fmla="*/ 80741 h 3398112"/>
              <a:gd name="connsiteX26" fmla="*/ 14427 w 509559"/>
              <a:gd name="connsiteY26" fmla="*/ 40291 h 3398112"/>
              <a:gd name="connsiteX27" fmla="*/ 11573 w 509559"/>
              <a:gd name="connsiteY27" fmla="*/ 20622 h 3398112"/>
              <a:gd name="connsiteX28" fmla="*/ 0 w 509559"/>
              <a:gd name="connsiteY28" fmla="*/ 0 h 3398112"/>
              <a:gd name="connsiteX29" fmla="*/ 1110 w 509559"/>
              <a:gd name="connsiteY29" fmla="*/ 7455 h 3398112"/>
              <a:gd name="connsiteX30" fmla="*/ 4597 w 509559"/>
              <a:gd name="connsiteY30" fmla="*/ 30932 h 33981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509559" h="3398112">
                <a:moveTo>
                  <a:pt x="4439" y="31250"/>
                </a:moveTo>
                <a:lnTo>
                  <a:pt x="6659" y="45843"/>
                </a:lnTo>
                <a:lnTo>
                  <a:pt x="11891" y="80583"/>
                </a:lnTo>
                <a:lnTo>
                  <a:pt x="17916" y="121033"/>
                </a:lnTo>
                <a:lnTo>
                  <a:pt x="294416" y="1996324"/>
                </a:lnTo>
                <a:lnTo>
                  <a:pt x="295683" y="2005207"/>
                </a:lnTo>
                <a:lnTo>
                  <a:pt x="333100" y="2258852"/>
                </a:lnTo>
                <a:lnTo>
                  <a:pt x="334368" y="2267259"/>
                </a:lnTo>
                <a:lnTo>
                  <a:pt x="357516" y="2424141"/>
                </a:lnTo>
                <a:lnTo>
                  <a:pt x="358943" y="2433500"/>
                </a:lnTo>
                <a:lnTo>
                  <a:pt x="372419" y="2524394"/>
                </a:lnTo>
                <a:lnTo>
                  <a:pt x="373687" y="2533277"/>
                </a:lnTo>
                <a:lnTo>
                  <a:pt x="404603" y="2742982"/>
                </a:lnTo>
                <a:lnTo>
                  <a:pt x="406030" y="2752658"/>
                </a:lnTo>
                <a:lnTo>
                  <a:pt x="501315" y="3398112"/>
                </a:lnTo>
                <a:cubicBezTo>
                  <a:pt x="504010" y="3397478"/>
                  <a:pt x="506705" y="3396685"/>
                  <a:pt x="509559" y="3396367"/>
                </a:cubicBezTo>
                <a:lnTo>
                  <a:pt x="393980" y="2613066"/>
                </a:lnTo>
                <a:lnTo>
                  <a:pt x="381614" y="2529152"/>
                </a:lnTo>
                <a:lnTo>
                  <a:pt x="380346" y="2520269"/>
                </a:lnTo>
                <a:lnTo>
                  <a:pt x="366711" y="2427790"/>
                </a:lnTo>
                <a:lnTo>
                  <a:pt x="365284" y="2418431"/>
                </a:lnTo>
                <a:lnTo>
                  <a:pt x="342771" y="2265673"/>
                </a:lnTo>
                <a:lnTo>
                  <a:pt x="341503" y="2257265"/>
                </a:lnTo>
                <a:lnTo>
                  <a:pt x="303610" y="2000765"/>
                </a:lnTo>
                <a:lnTo>
                  <a:pt x="302343" y="1991882"/>
                </a:lnTo>
                <a:lnTo>
                  <a:pt x="20452" y="80741"/>
                </a:lnTo>
                <a:lnTo>
                  <a:pt x="14427" y="40291"/>
                </a:lnTo>
                <a:lnTo>
                  <a:pt x="11573" y="20622"/>
                </a:lnTo>
                <a:lnTo>
                  <a:pt x="0" y="0"/>
                </a:lnTo>
                <a:lnTo>
                  <a:pt x="1110" y="7455"/>
                </a:lnTo>
                <a:lnTo>
                  <a:pt x="4597" y="3093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30" name="Freeform 729">
            <a:extLst>
              <a:ext uri="{FF2B5EF4-FFF2-40B4-BE49-F238E27FC236}">
                <a16:creationId xmlns:a16="http://schemas.microsoft.com/office/drawing/2014/main" id="{3EC16DD2-877F-2D78-0330-E5A7DE3706FA}"/>
              </a:ext>
            </a:extLst>
          </p:cNvPr>
          <p:cNvSpPr/>
          <p:nvPr userDrawn="1"/>
        </p:nvSpPr>
        <p:spPr>
          <a:xfrm>
            <a:off x="11170742" y="67220"/>
            <a:ext cx="987251" cy="196435"/>
          </a:xfrm>
          <a:custGeom>
            <a:avLst/>
            <a:gdLst>
              <a:gd name="connsiteX0" fmla="*/ 0 w 987251"/>
              <a:gd name="connsiteY0" fmla="*/ 8090 h 228105"/>
              <a:gd name="connsiteX1" fmla="*/ 987251 w 987251"/>
              <a:gd name="connsiteY1" fmla="*/ 228106 h 228105"/>
              <a:gd name="connsiteX2" fmla="*/ 987251 w 987251"/>
              <a:gd name="connsiteY2" fmla="*/ 219381 h 228105"/>
              <a:gd name="connsiteX3" fmla="*/ 3012 w 987251"/>
              <a:gd name="connsiteY3" fmla="*/ 0 h 228105"/>
              <a:gd name="connsiteX4" fmla="*/ 0 w 987251"/>
              <a:gd name="connsiteY4" fmla="*/ 8090 h 2281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87251" h="228105">
                <a:moveTo>
                  <a:pt x="0" y="8090"/>
                </a:moveTo>
                <a:lnTo>
                  <a:pt x="987251" y="228106"/>
                </a:lnTo>
                <a:lnTo>
                  <a:pt x="987251" y="219381"/>
                </a:lnTo>
                <a:lnTo>
                  <a:pt x="3012" y="0"/>
                </a:lnTo>
                <a:cubicBezTo>
                  <a:pt x="1902" y="2697"/>
                  <a:pt x="1426" y="5552"/>
                  <a:pt x="0" y="809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31" name="Freeform 730">
            <a:extLst>
              <a:ext uri="{FF2B5EF4-FFF2-40B4-BE49-F238E27FC236}">
                <a16:creationId xmlns:a16="http://schemas.microsoft.com/office/drawing/2014/main" id="{D40C9BCE-E112-E557-898F-A647D6BC6BAC}"/>
              </a:ext>
            </a:extLst>
          </p:cNvPr>
          <p:cNvSpPr/>
          <p:nvPr userDrawn="1"/>
        </p:nvSpPr>
        <p:spPr>
          <a:xfrm>
            <a:off x="11186120" y="217439"/>
            <a:ext cx="971872" cy="1597439"/>
          </a:xfrm>
          <a:custGeom>
            <a:avLst/>
            <a:gdLst>
              <a:gd name="connsiteX0" fmla="*/ 885942 w 971872"/>
              <a:gd name="connsiteY0" fmla="*/ 1673200 h 1854986"/>
              <a:gd name="connsiteX1" fmla="*/ 7135 w 971872"/>
              <a:gd name="connsiteY1" fmla="*/ 0 h 1854986"/>
              <a:gd name="connsiteX2" fmla="*/ 0 w 971872"/>
              <a:gd name="connsiteY2" fmla="*/ 4917 h 1854986"/>
              <a:gd name="connsiteX3" fmla="*/ 971873 w 971872"/>
              <a:gd name="connsiteY3" fmla="*/ 1854987 h 1854986"/>
              <a:gd name="connsiteX4" fmla="*/ 971873 w 971872"/>
              <a:gd name="connsiteY4" fmla="*/ 1836745 h 1854986"/>
              <a:gd name="connsiteX5" fmla="*/ 889905 w 971872"/>
              <a:gd name="connsiteY5" fmla="*/ 1680814 h 1854986"/>
              <a:gd name="connsiteX6" fmla="*/ 885942 w 971872"/>
              <a:gd name="connsiteY6" fmla="*/ 1673200 h 18549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971872" h="1854986">
                <a:moveTo>
                  <a:pt x="885942" y="1673200"/>
                </a:moveTo>
                <a:lnTo>
                  <a:pt x="7135" y="0"/>
                </a:lnTo>
                <a:cubicBezTo>
                  <a:pt x="4757" y="1586"/>
                  <a:pt x="2537" y="3490"/>
                  <a:pt x="0" y="4917"/>
                </a:cubicBezTo>
                <a:lnTo>
                  <a:pt x="971873" y="1854987"/>
                </a:lnTo>
                <a:lnTo>
                  <a:pt x="971873" y="1836745"/>
                </a:lnTo>
                <a:lnTo>
                  <a:pt x="889905" y="1680814"/>
                </a:lnTo>
                <a:lnTo>
                  <a:pt x="885942" y="167320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32" name="Freeform 731">
            <a:extLst>
              <a:ext uri="{FF2B5EF4-FFF2-40B4-BE49-F238E27FC236}">
                <a16:creationId xmlns:a16="http://schemas.microsoft.com/office/drawing/2014/main" id="{0EC7AEFC-CFF7-36CF-1AD4-9401F27D58C0}"/>
              </a:ext>
            </a:extLst>
          </p:cNvPr>
          <p:cNvSpPr/>
          <p:nvPr userDrawn="1"/>
        </p:nvSpPr>
        <p:spPr>
          <a:xfrm>
            <a:off x="11081006" y="122581"/>
            <a:ext cx="12525" cy="45719"/>
          </a:xfrm>
          <a:custGeom>
            <a:avLst/>
            <a:gdLst>
              <a:gd name="connsiteX0" fmla="*/ 2061 w 12525"/>
              <a:gd name="connsiteY0" fmla="*/ 26173 h 26173"/>
              <a:gd name="connsiteX1" fmla="*/ 12526 w 12525"/>
              <a:gd name="connsiteY1" fmla="*/ 3648 h 26173"/>
              <a:gd name="connsiteX2" fmla="*/ 12526 w 12525"/>
              <a:gd name="connsiteY2" fmla="*/ 2538 h 26173"/>
              <a:gd name="connsiteX3" fmla="*/ 4598 w 12525"/>
              <a:gd name="connsiteY3" fmla="*/ 0 h 26173"/>
              <a:gd name="connsiteX4" fmla="*/ 0 w 12525"/>
              <a:gd name="connsiteY4" fmla="*/ 22366 h 26173"/>
              <a:gd name="connsiteX5" fmla="*/ 2061 w 12525"/>
              <a:gd name="connsiteY5" fmla="*/ 26173 h 261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525" h="26173">
                <a:moveTo>
                  <a:pt x="2061" y="26173"/>
                </a:moveTo>
                <a:cubicBezTo>
                  <a:pt x="4440" y="18242"/>
                  <a:pt x="8403" y="10945"/>
                  <a:pt x="12526" y="3648"/>
                </a:cubicBezTo>
                <a:lnTo>
                  <a:pt x="12526" y="2538"/>
                </a:lnTo>
                <a:cubicBezTo>
                  <a:pt x="9831" y="2062"/>
                  <a:pt x="7452" y="635"/>
                  <a:pt x="4598" y="0"/>
                </a:cubicBezTo>
                <a:lnTo>
                  <a:pt x="0" y="22366"/>
                </a:lnTo>
                <a:lnTo>
                  <a:pt x="2061" y="26173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33" name="Freeform 732">
            <a:extLst>
              <a:ext uri="{FF2B5EF4-FFF2-40B4-BE49-F238E27FC236}">
                <a16:creationId xmlns:a16="http://schemas.microsoft.com/office/drawing/2014/main" id="{04B10371-2EE6-1488-DABE-7327C5CE0D39}"/>
              </a:ext>
            </a:extLst>
          </p:cNvPr>
          <p:cNvSpPr/>
          <p:nvPr userDrawn="1"/>
        </p:nvSpPr>
        <p:spPr>
          <a:xfrm>
            <a:off x="10697029" y="-5423"/>
            <a:ext cx="103987" cy="2564775"/>
          </a:xfrm>
          <a:custGeom>
            <a:avLst/>
            <a:gdLst>
              <a:gd name="connsiteX0" fmla="*/ 20928 w 103370"/>
              <a:gd name="connsiteY0" fmla="*/ 2222685 h 2839585"/>
              <a:gd name="connsiteX1" fmla="*/ 15697 w 103370"/>
              <a:gd name="connsiteY1" fmla="*/ 2376394 h 2839585"/>
              <a:gd name="connsiteX2" fmla="*/ 14111 w 103370"/>
              <a:gd name="connsiteY2" fmla="*/ 2422079 h 2839585"/>
              <a:gd name="connsiteX3" fmla="*/ 0 w 103370"/>
              <a:gd name="connsiteY3" fmla="*/ 2838476 h 2839585"/>
              <a:gd name="connsiteX4" fmla="*/ 1745 w 103370"/>
              <a:gd name="connsiteY4" fmla="*/ 2838158 h 2839585"/>
              <a:gd name="connsiteX5" fmla="*/ 8562 w 103370"/>
              <a:gd name="connsiteY5" fmla="*/ 2839586 h 2839585"/>
              <a:gd name="connsiteX6" fmla="*/ 24099 w 103370"/>
              <a:gd name="connsiteY6" fmla="*/ 2377505 h 2839585"/>
              <a:gd name="connsiteX7" fmla="*/ 25684 w 103370"/>
              <a:gd name="connsiteY7" fmla="*/ 2331820 h 2839585"/>
              <a:gd name="connsiteX8" fmla="*/ 31075 w 103370"/>
              <a:gd name="connsiteY8" fmla="*/ 2173352 h 2839585"/>
              <a:gd name="connsiteX9" fmla="*/ 32819 w 103370"/>
              <a:gd name="connsiteY9" fmla="*/ 2123225 h 2839585"/>
              <a:gd name="connsiteX10" fmla="*/ 103371 w 103370"/>
              <a:gd name="connsiteY10" fmla="*/ 30298 h 2839585"/>
              <a:gd name="connsiteX11" fmla="*/ 101943 w 103370"/>
              <a:gd name="connsiteY11" fmla="*/ 1269 h 2839585"/>
              <a:gd name="connsiteX12" fmla="*/ 95920 w 103370"/>
              <a:gd name="connsiteY12" fmla="*/ 0 h 2839585"/>
              <a:gd name="connsiteX13" fmla="*/ 22672 w 103370"/>
              <a:gd name="connsiteY13" fmla="*/ 2172717 h 2839585"/>
              <a:gd name="connsiteX14" fmla="*/ 20928 w 103370"/>
              <a:gd name="connsiteY14" fmla="*/ 2222843 h 28395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03370" h="2839585">
                <a:moveTo>
                  <a:pt x="20928" y="2222685"/>
                </a:moveTo>
                <a:lnTo>
                  <a:pt x="15697" y="2376394"/>
                </a:lnTo>
                <a:lnTo>
                  <a:pt x="14111" y="2422079"/>
                </a:lnTo>
                <a:lnTo>
                  <a:pt x="0" y="2838476"/>
                </a:lnTo>
                <a:cubicBezTo>
                  <a:pt x="0" y="2838476"/>
                  <a:pt x="1110" y="2838158"/>
                  <a:pt x="1745" y="2838158"/>
                </a:cubicBezTo>
                <a:cubicBezTo>
                  <a:pt x="4122" y="2838158"/>
                  <a:pt x="6183" y="2839269"/>
                  <a:pt x="8562" y="2839586"/>
                </a:cubicBezTo>
                <a:lnTo>
                  <a:pt x="24099" y="2377505"/>
                </a:lnTo>
                <a:lnTo>
                  <a:pt x="25684" y="2331820"/>
                </a:lnTo>
                <a:lnTo>
                  <a:pt x="31075" y="2173352"/>
                </a:lnTo>
                <a:lnTo>
                  <a:pt x="32819" y="2123225"/>
                </a:lnTo>
                <a:lnTo>
                  <a:pt x="103371" y="30298"/>
                </a:lnTo>
                <a:lnTo>
                  <a:pt x="101943" y="1269"/>
                </a:lnTo>
                <a:cubicBezTo>
                  <a:pt x="99725" y="1269"/>
                  <a:pt x="97980" y="317"/>
                  <a:pt x="95920" y="0"/>
                </a:cubicBezTo>
                <a:lnTo>
                  <a:pt x="22672" y="2172717"/>
                </a:lnTo>
                <a:lnTo>
                  <a:pt x="20928" y="2222843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34" name="Freeform 733">
            <a:extLst>
              <a:ext uri="{FF2B5EF4-FFF2-40B4-BE49-F238E27FC236}">
                <a16:creationId xmlns:a16="http://schemas.microsoft.com/office/drawing/2014/main" id="{535191E2-8ACA-C5F8-F394-057774CD84A1}"/>
              </a:ext>
            </a:extLst>
          </p:cNvPr>
          <p:cNvSpPr/>
          <p:nvPr userDrawn="1"/>
        </p:nvSpPr>
        <p:spPr>
          <a:xfrm>
            <a:off x="10799908" y="-5422"/>
            <a:ext cx="155530" cy="2971840"/>
          </a:xfrm>
          <a:custGeom>
            <a:avLst/>
            <a:gdLst>
              <a:gd name="connsiteX0" fmla="*/ 71503 w 170434"/>
              <a:gd name="connsiteY0" fmla="*/ 1439383 h 3244719"/>
              <a:gd name="connsiteX1" fmla="*/ 73247 w 170434"/>
              <a:gd name="connsiteY1" fmla="*/ 1473171 h 3244719"/>
              <a:gd name="connsiteX2" fmla="*/ 81174 w 170434"/>
              <a:gd name="connsiteY2" fmla="*/ 1631005 h 3244719"/>
              <a:gd name="connsiteX3" fmla="*/ 82760 w 170434"/>
              <a:gd name="connsiteY3" fmla="*/ 1662731 h 3244719"/>
              <a:gd name="connsiteX4" fmla="*/ 84821 w 170434"/>
              <a:gd name="connsiteY4" fmla="*/ 1703974 h 3244719"/>
              <a:gd name="connsiteX5" fmla="*/ 86882 w 170434"/>
              <a:gd name="connsiteY5" fmla="*/ 1745217 h 3244719"/>
              <a:gd name="connsiteX6" fmla="*/ 91797 w 170434"/>
              <a:gd name="connsiteY6" fmla="*/ 1842614 h 3244719"/>
              <a:gd name="connsiteX7" fmla="*/ 93700 w 170434"/>
              <a:gd name="connsiteY7" fmla="*/ 1879257 h 3244719"/>
              <a:gd name="connsiteX8" fmla="*/ 138567 w 170434"/>
              <a:gd name="connsiteY8" fmla="*/ 2778514 h 3244719"/>
              <a:gd name="connsiteX9" fmla="*/ 139043 w 170434"/>
              <a:gd name="connsiteY9" fmla="*/ 2787873 h 3244719"/>
              <a:gd name="connsiteX10" fmla="*/ 143007 w 170434"/>
              <a:gd name="connsiteY10" fmla="*/ 2867028 h 3244719"/>
              <a:gd name="connsiteX11" fmla="*/ 143482 w 170434"/>
              <a:gd name="connsiteY11" fmla="*/ 2875594 h 3244719"/>
              <a:gd name="connsiteX12" fmla="*/ 159178 w 170434"/>
              <a:gd name="connsiteY12" fmla="*/ 3190628 h 3244719"/>
              <a:gd name="connsiteX13" fmla="*/ 159812 w 170434"/>
              <a:gd name="connsiteY13" fmla="*/ 3204111 h 3244719"/>
              <a:gd name="connsiteX14" fmla="*/ 160446 w 170434"/>
              <a:gd name="connsiteY14" fmla="*/ 3216008 h 3244719"/>
              <a:gd name="connsiteX15" fmla="*/ 160922 w 170434"/>
              <a:gd name="connsiteY15" fmla="*/ 3226319 h 3244719"/>
              <a:gd name="connsiteX16" fmla="*/ 161556 w 170434"/>
              <a:gd name="connsiteY16" fmla="*/ 3239327 h 3244719"/>
              <a:gd name="connsiteX17" fmla="*/ 161873 w 170434"/>
              <a:gd name="connsiteY17" fmla="*/ 3244720 h 3244719"/>
              <a:gd name="connsiteX18" fmla="*/ 169801 w 170434"/>
              <a:gd name="connsiteY18" fmla="*/ 3243133 h 3244719"/>
              <a:gd name="connsiteX19" fmla="*/ 170434 w 170434"/>
              <a:gd name="connsiteY19" fmla="*/ 3243133 h 3244719"/>
              <a:gd name="connsiteX20" fmla="*/ 169642 w 170434"/>
              <a:gd name="connsiteY20" fmla="*/ 3226319 h 3244719"/>
              <a:gd name="connsiteX21" fmla="*/ 169642 w 170434"/>
              <a:gd name="connsiteY21" fmla="*/ 3226319 h 3244719"/>
              <a:gd name="connsiteX22" fmla="*/ 169008 w 170434"/>
              <a:gd name="connsiteY22" fmla="*/ 3213946 h 3244719"/>
              <a:gd name="connsiteX23" fmla="*/ 168373 w 170434"/>
              <a:gd name="connsiteY23" fmla="*/ 3200463 h 3244719"/>
              <a:gd name="connsiteX24" fmla="*/ 152044 w 170434"/>
              <a:gd name="connsiteY24" fmla="*/ 2874008 h 3244719"/>
              <a:gd name="connsiteX25" fmla="*/ 151568 w 170434"/>
              <a:gd name="connsiteY25" fmla="*/ 2865442 h 3244719"/>
              <a:gd name="connsiteX26" fmla="*/ 147445 w 170434"/>
              <a:gd name="connsiteY26" fmla="*/ 2783273 h 3244719"/>
              <a:gd name="connsiteX27" fmla="*/ 146970 w 170434"/>
              <a:gd name="connsiteY27" fmla="*/ 2773914 h 3244719"/>
              <a:gd name="connsiteX28" fmla="*/ 100517 w 170434"/>
              <a:gd name="connsiteY28" fmla="*/ 1842455 h 3244719"/>
              <a:gd name="connsiteX29" fmla="*/ 98615 w 170434"/>
              <a:gd name="connsiteY29" fmla="*/ 1805812 h 3244719"/>
              <a:gd name="connsiteX30" fmla="*/ 93541 w 170434"/>
              <a:gd name="connsiteY30" fmla="*/ 1703656 h 3244719"/>
              <a:gd name="connsiteX31" fmla="*/ 91480 w 170434"/>
              <a:gd name="connsiteY31" fmla="*/ 1662413 h 3244719"/>
              <a:gd name="connsiteX32" fmla="*/ 89894 w 170434"/>
              <a:gd name="connsiteY32" fmla="*/ 1631481 h 3244719"/>
              <a:gd name="connsiteX33" fmla="*/ 88309 w 170434"/>
              <a:gd name="connsiteY33" fmla="*/ 1599756 h 3244719"/>
              <a:gd name="connsiteX34" fmla="*/ 80382 w 170434"/>
              <a:gd name="connsiteY34" fmla="*/ 1439701 h 3244719"/>
              <a:gd name="connsiteX35" fmla="*/ 78638 w 170434"/>
              <a:gd name="connsiteY35" fmla="*/ 1405913 h 3244719"/>
              <a:gd name="connsiteX36" fmla="*/ 8562 w 170434"/>
              <a:gd name="connsiteY36" fmla="*/ 0 h 3244719"/>
              <a:gd name="connsiteX37" fmla="*/ 635 w 170434"/>
              <a:gd name="connsiteY37" fmla="*/ 1586 h 3244719"/>
              <a:gd name="connsiteX38" fmla="*/ 0 w 170434"/>
              <a:gd name="connsiteY38" fmla="*/ 1428 h 3244719"/>
              <a:gd name="connsiteX39" fmla="*/ 1427 w 170434"/>
              <a:gd name="connsiteY39" fmla="*/ 30456 h 3244719"/>
              <a:gd name="connsiteX40" fmla="*/ 71662 w 170434"/>
              <a:gd name="connsiteY40" fmla="*/ 1439383 h 3244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170434" h="3244719">
                <a:moveTo>
                  <a:pt x="71503" y="1439383"/>
                </a:moveTo>
                <a:lnTo>
                  <a:pt x="73247" y="1473171"/>
                </a:lnTo>
                <a:lnTo>
                  <a:pt x="81174" y="1631005"/>
                </a:lnTo>
                <a:lnTo>
                  <a:pt x="82760" y="1662731"/>
                </a:lnTo>
                <a:lnTo>
                  <a:pt x="84821" y="1703974"/>
                </a:lnTo>
                <a:lnTo>
                  <a:pt x="86882" y="1745217"/>
                </a:lnTo>
                <a:lnTo>
                  <a:pt x="91797" y="1842614"/>
                </a:lnTo>
                <a:lnTo>
                  <a:pt x="93700" y="1879257"/>
                </a:lnTo>
                <a:lnTo>
                  <a:pt x="138567" y="2778514"/>
                </a:lnTo>
                <a:lnTo>
                  <a:pt x="139043" y="2787873"/>
                </a:lnTo>
                <a:lnTo>
                  <a:pt x="143007" y="2867028"/>
                </a:lnTo>
                <a:lnTo>
                  <a:pt x="143482" y="2875594"/>
                </a:lnTo>
                <a:lnTo>
                  <a:pt x="159178" y="3190628"/>
                </a:lnTo>
                <a:lnTo>
                  <a:pt x="159812" y="3204111"/>
                </a:lnTo>
                <a:lnTo>
                  <a:pt x="160446" y="3216008"/>
                </a:lnTo>
                <a:lnTo>
                  <a:pt x="160922" y="3226319"/>
                </a:lnTo>
                <a:lnTo>
                  <a:pt x="161556" y="3239327"/>
                </a:lnTo>
                <a:lnTo>
                  <a:pt x="161873" y="3244720"/>
                </a:lnTo>
                <a:cubicBezTo>
                  <a:pt x="164568" y="3244403"/>
                  <a:pt x="166947" y="3243133"/>
                  <a:pt x="169801" y="3243133"/>
                </a:cubicBezTo>
                <a:cubicBezTo>
                  <a:pt x="169959" y="3243133"/>
                  <a:pt x="170276" y="3243133"/>
                  <a:pt x="170434" y="3243133"/>
                </a:cubicBezTo>
                <a:lnTo>
                  <a:pt x="169642" y="3226319"/>
                </a:lnTo>
                <a:lnTo>
                  <a:pt x="169642" y="3226319"/>
                </a:lnTo>
                <a:lnTo>
                  <a:pt x="169008" y="3213946"/>
                </a:lnTo>
                <a:lnTo>
                  <a:pt x="168373" y="3200463"/>
                </a:lnTo>
                <a:lnTo>
                  <a:pt x="152044" y="2874008"/>
                </a:lnTo>
                <a:lnTo>
                  <a:pt x="151568" y="2865442"/>
                </a:lnTo>
                <a:lnTo>
                  <a:pt x="147445" y="2783273"/>
                </a:lnTo>
                <a:lnTo>
                  <a:pt x="146970" y="2773914"/>
                </a:lnTo>
                <a:lnTo>
                  <a:pt x="100517" y="1842455"/>
                </a:lnTo>
                <a:lnTo>
                  <a:pt x="98615" y="1805812"/>
                </a:lnTo>
                <a:lnTo>
                  <a:pt x="93541" y="1703656"/>
                </a:lnTo>
                <a:lnTo>
                  <a:pt x="91480" y="1662413"/>
                </a:lnTo>
                <a:lnTo>
                  <a:pt x="89894" y="1631481"/>
                </a:lnTo>
                <a:lnTo>
                  <a:pt x="88309" y="1599756"/>
                </a:lnTo>
                <a:lnTo>
                  <a:pt x="80382" y="1439701"/>
                </a:lnTo>
                <a:lnTo>
                  <a:pt x="78638" y="1405913"/>
                </a:lnTo>
                <a:lnTo>
                  <a:pt x="8562" y="0"/>
                </a:lnTo>
                <a:cubicBezTo>
                  <a:pt x="5866" y="317"/>
                  <a:pt x="3488" y="1586"/>
                  <a:pt x="635" y="1586"/>
                </a:cubicBezTo>
                <a:cubicBezTo>
                  <a:pt x="476" y="1586"/>
                  <a:pt x="159" y="1428"/>
                  <a:pt x="0" y="1428"/>
                </a:cubicBezTo>
                <a:lnTo>
                  <a:pt x="1427" y="30456"/>
                </a:lnTo>
                <a:lnTo>
                  <a:pt x="71662" y="1439383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35" name="Freeform 734">
            <a:extLst>
              <a:ext uri="{FF2B5EF4-FFF2-40B4-BE49-F238E27FC236}">
                <a16:creationId xmlns:a16="http://schemas.microsoft.com/office/drawing/2014/main" id="{DC31B41C-C559-8B5B-22D3-9CF1C224B22A}"/>
              </a:ext>
            </a:extLst>
          </p:cNvPr>
          <p:cNvSpPr/>
          <p:nvPr userDrawn="1"/>
        </p:nvSpPr>
        <p:spPr>
          <a:xfrm>
            <a:off x="10868240" y="-330618"/>
            <a:ext cx="8878" cy="45719"/>
          </a:xfrm>
          <a:custGeom>
            <a:avLst/>
            <a:gdLst>
              <a:gd name="connsiteX0" fmla="*/ 2695 w 8878"/>
              <a:gd name="connsiteY0" fmla="*/ 317 h 11262"/>
              <a:gd name="connsiteX1" fmla="*/ 1744 w 8878"/>
              <a:gd name="connsiteY1" fmla="*/ 0 h 11262"/>
              <a:gd name="connsiteX2" fmla="*/ 0 w 8878"/>
              <a:gd name="connsiteY2" fmla="*/ 8407 h 11262"/>
              <a:gd name="connsiteX3" fmla="*/ 8878 w 8878"/>
              <a:gd name="connsiteY3" fmla="*/ 11263 h 11262"/>
              <a:gd name="connsiteX4" fmla="*/ 2695 w 8878"/>
              <a:gd name="connsiteY4" fmla="*/ 317 h 112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878" h="11262">
                <a:moveTo>
                  <a:pt x="2695" y="317"/>
                </a:moveTo>
                <a:lnTo>
                  <a:pt x="1744" y="0"/>
                </a:lnTo>
                <a:cubicBezTo>
                  <a:pt x="951" y="2697"/>
                  <a:pt x="1110" y="5711"/>
                  <a:pt x="0" y="8407"/>
                </a:cubicBezTo>
                <a:lnTo>
                  <a:pt x="8878" y="11263"/>
                </a:lnTo>
                <a:lnTo>
                  <a:pt x="2695" y="317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36" name="Freeform 735">
            <a:extLst>
              <a:ext uri="{FF2B5EF4-FFF2-40B4-BE49-F238E27FC236}">
                <a16:creationId xmlns:a16="http://schemas.microsoft.com/office/drawing/2014/main" id="{DB7F6E74-32F6-CE73-0DF8-E6244316001D}"/>
              </a:ext>
            </a:extLst>
          </p:cNvPr>
          <p:cNvSpPr/>
          <p:nvPr userDrawn="1"/>
        </p:nvSpPr>
        <p:spPr>
          <a:xfrm>
            <a:off x="10924603" y="4721"/>
            <a:ext cx="1267397" cy="358993"/>
          </a:xfrm>
          <a:custGeom>
            <a:avLst/>
            <a:gdLst>
              <a:gd name="connsiteX0" fmla="*/ 6182 w 1267397"/>
              <a:gd name="connsiteY0" fmla="*/ 10945 h 416872"/>
              <a:gd name="connsiteX1" fmla="*/ 1267397 w 1267397"/>
              <a:gd name="connsiteY1" fmla="*/ 416872 h 416872"/>
              <a:gd name="connsiteX2" fmla="*/ 1267397 w 1267397"/>
              <a:gd name="connsiteY2" fmla="*/ 407989 h 416872"/>
              <a:gd name="connsiteX3" fmla="*/ 0 w 1267397"/>
              <a:gd name="connsiteY3" fmla="*/ 0 h 416872"/>
              <a:gd name="connsiteX4" fmla="*/ 6182 w 1267397"/>
              <a:gd name="connsiteY4" fmla="*/ 10945 h 4168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67397" h="416872">
                <a:moveTo>
                  <a:pt x="6182" y="10945"/>
                </a:moveTo>
                <a:lnTo>
                  <a:pt x="1267397" y="416872"/>
                </a:lnTo>
                <a:lnTo>
                  <a:pt x="1267397" y="407989"/>
                </a:lnTo>
                <a:lnTo>
                  <a:pt x="0" y="0"/>
                </a:lnTo>
                <a:lnTo>
                  <a:pt x="6182" y="10945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37" name="Freeform 736">
            <a:extLst>
              <a:ext uri="{FF2B5EF4-FFF2-40B4-BE49-F238E27FC236}">
                <a16:creationId xmlns:a16="http://schemas.microsoft.com/office/drawing/2014/main" id="{BB80312B-7B85-5C9C-5FC9-E6CA6933711A}"/>
              </a:ext>
            </a:extLst>
          </p:cNvPr>
          <p:cNvSpPr/>
          <p:nvPr userDrawn="1"/>
        </p:nvSpPr>
        <p:spPr>
          <a:xfrm>
            <a:off x="11110019" y="213792"/>
            <a:ext cx="1048131" cy="1615470"/>
          </a:xfrm>
          <a:custGeom>
            <a:avLst/>
            <a:gdLst>
              <a:gd name="connsiteX0" fmla="*/ 954115 w 1048131"/>
              <a:gd name="connsiteY0" fmla="*/ 1690807 h 1875925"/>
              <a:gd name="connsiteX1" fmla="*/ 949993 w 1048131"/>
              <a:gd name="connsiteY1" fmla="*/ 1683352 h 1875925"/>
              <a:gd name="connsiteX2" fmla="*/ 71662 w 1048131"/>
              <a:gd name="connsiteY2" fmla="*/ 111356 h 1875925"/>
              <a:gd name="connsiteX3" fmla="*/ 60089 w 1048131"/>
              <a:gd name="connsiteY3" fmla="*/ 90735 h 1875925"/>
              <a:gd name="connsiteX4" fmla="*/ 41063 w 1048131"/>
              <a:gd name="connsiteY4" fmla="*/ 56789 h 1875925"/>
              <a:gd name="connsiteX5" fmla="*/ 33452 w 1048131"/>
              <a:gd name="connsiteY5" fmla="*/ 42988 h 1875925"/>
              <a:gd name="connsiteX6" fmla="*/ 30916 w 1048131"/>
              <a:gd name="connsiteY6" fmla="*/ 38388 h 1875925"/>
              <a:gd name="connsiteX7" fmla="*/ 28221 w 1048131"/>
              <a:gd name="connsiteY7" fmla="*/ 33470 h 1875925"/>
              <a:gd name="connsiteX8" fmla="*/ 25368 w 1048131"/>
              <a:gd name="connsiteY8" fmla="*/ 28236 h 1875925"/>
              <a:gd name="connsiteX9" fmla="*/ 15379 w 1048131"/>
              <a:gd name="connsiteY9" fmla="*/ 10469 h 1875925"/>
              <a:gd name="connsiteX10" fmla="*/ 0 w 1048131"/>
              <a:gd name="connsiteY10" fmla="*/ 0 h 1875925"/>
              <a:gd name="connsiteX11" fmla="*/ 17282 w 1048131"/>
              <a:gd name="connsiteY11" fmla="*/ 31091 h 1875925"/>
              <a:gd name="connsiteX12" fmla="*/ 28855 w 1048131"/>
              <a:gd name="connsiteY12" fmla="*/ 51712 h 1875925"/>
              <a:gd name="connsiteX13" fmla="*/ 32660 w 1048131"/>
              <a:gd name="connsiteY13" fmla="*/ 58375 h 1875925"/>
              <a:gd name="connsiteX14" fmla="*/ 40271 w 1048131"/>
              <a:gd name="connsiteY14" fmla="*/ 72175 h 1875925"/>
              <a:gd name="connsiteX15" fmla="*/ 63417 w 1048131"/>
              <a:gd name="connsiteY15" fmla="*/ 113418 h 1875925"/>
              <a:gd name="connsiteX16" fmla="*/ 74992 w 1048131"/>
              <a:gd name="connsiteY16" fmla="*/ 134040 h 1875925"/>
              <a:gd name="connsiteX17" fmla="*/ 942700 w 1048131"/>
              <a:gd name="connsiteY17" fmla="*/ 1687159 h 1875925"/>
              <a:gd name="connsiteX18" fmla="*/ 946823 w 1048131"/>
              <a:gd name="connsiteY18" fmla="*/ 1694615 h 1875925"/>
              <a:gd name="connsiteX19" fmla="*/ 1048131 w 1048131"/>
              <a:gd name="connsiteY19" fmla="*/ 1875926 h 1875925"/>
              <a:gd name="connsiteX20" fmla="*/ 1048131 w 1048131"/>
              <a:gd name="connsiteY20" fmla="*/ 1858635 h 1875925"/>
              <a:gd name="connsiteX21" fmla="*/ 1044485 w 1048131"/>
              <a:gd name="connsiteY21" fmla="*/ 1852131 h 1875925"/>
              <a:gd name="connsiteX22" fmla="*/ 954115 w 1048131"/>
              <a:gd name="connsiteY22" fmla="*/ 1690490 h 1875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1048131" h="1875925">
                <a:moveTo>
                  <a:pt x="954115" y="1690807"/>
                </a:moveTo>
                <a:lnTo>
                  <a:pt x="949993" y="1683352"/>
                </a:lnTo>
                <a:lnTo>
                  <a:pt x="71662" y="111356"/>
                </a:lnTo>
                <a:lnTo>
                  <a:pt x="60089" y="90735"/>
                </a:lnTo>
                <a:lnTo>
                  <a:pt x="41063" y="56789"/>
                </a:lnTo>
                <a:lnTo>
                  <a:pt x="33452" y="42988"/>
                </a:lnTo>
                <a:lnTo>
                  <a:pt x="30916" y="38388"/>
                </a:lnTo>
                <a:lnTo>
                  <a:pt x="28221" y="33470"/>
                </a:lnTo>
                <a:lnTo>
                  <a:pt x="25368" y="28236"/>
                </a:lnTo>
                <a:lnTo>
                  <a:pt x="15379" y="10469"/>
                </a:lnTo>
                <a:cubicBezTo>
                  <a:pt x="9513" y="7931"/>
                  <a:pt x="4915" y="3807"/>
                  <a:pt x="0" y="0"/>
                </a:cubicBezTo>
                <a:lnTo>
                  <a:pt x="17282" y="31091"/>
                </a:lnTo>
                <a:lnTo>
                  <a:pt x="28855" y="51712"/>
                </a:lnTo>
                <a:lnTo>
                  <a:pt x="32660" y="58375"/>
                </a:lnTo>
                <a:lnTo>
                  <a:pt x="40271" y="72175"/>
                </a:lnTo>
                <a:lnTo>
                  <a:pt x="63417" y="113418"/>
                </a:lnTo>
                <a:lnTo>
                  <a:pt x="74992" y="134040"/>
                </a:lnTo>
                <a:lnTo>
                  <a:pt x="942700" y="1687159"/>
                </a:lnTo>
                <a:lnTo>
                  <a:pt x="946823" y="1694615"/>
                </a:lnTo>
                <a:lnTo>
                  <a:pt x="1048131" y="1875926"/>
                </a:lnTo>
                <a:lnTo>
                  <a:pt x="1048131" y="1858635"/>
                </a:lnTo>
                <a:lnTo>
                  <a:pt x="1044485" y="1852131"/>
                </a:lnTo>
                <a:lnTo>
                  <a:pt x="954115" y="169049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38" name="Freeform 737">
            <a:extLst>
              <a:ext uri="{FF2B5EF4-FFF2-40B4-BE49-F238E27FC236}">
                <a16:creationId xmlns:a16="http://schemas.microsoft.com/office/drawing/2014/main" id="{3F98493E-A772-52DA-A4D4-0B2E35CC3A3A}"/>
              </a:ext>
            </a:extLst>
          </p:cNvPr>
          <p:cNvSpPr/>
          <p:nvPr userDrawn="1"/>
        </p:nvSpPr>
        <p:spPr>
          <a:xfrm>
            <a:off x="11039310" y="87842"/>
            <a:ext cx="43599" cy="66252"/>
          </a:xfrm>
          <a:custGeom>
            <a:avLst/>
            <a:gdLst>
              <a:gd name="connsiteX0" fmla="*/ 42965 w 43599"/>
              <a:gd name="connsiteY0" fmla="*/ 76934 h 76934"/>
              <a:gd name="connsiteX1" fmla="*/ 41380 w 43599"/>
              <a:gd name="connsiteY1" fmla="*/ 69320 h 76934"/>
              <a:gd name="connsiteX2" fmla="*/ 43599 w 43599"/>
              <a:gd name="connsiteY2" fmla="*/ 61071 h 76934"/>
              <a:gd name="connsiteX3" fmla="*/ 41538 w 43599"/>
              <a:gd name="connsiteY3" fmla="*/ 57264 h 76934"/>
              <a:gd name="connsiteX4" fmla="*/ 23464 w 43599"/>
              <a:gd name="connsiteY4" fmla="*/ 24904 h 76934"/>
              <a:gd name="connsiteX5" fmla="*/ 0 w 43599"/>
              <a:gd name="connsiteY5" fmla="*/ 0 h 76934"/>
              <a:gd name="connsiteX6" fmla="*/ 39001 w 43599"/>
              <a:gd name="connsiteY6" fmla="*/ 69796 h 76934"/>
              <a:gd name="connsiteX7" fmla="*/ 42965 w 43599"/>
              <a:gd name="connsiteY7" fmla="*/ 76934 h 7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3599" h="76934">
                <a:moveTo>
                  <a:pt x="42965" y="76934"/>
                </a:moveTo>
                <a:cubicBezTo>
                  <a:pt x="42648" y="74238"/>
                  <a:pt x="41380" y="72017"/>
                  <a:pt x="41380" y="69320"/>
                </a:cubicBezTo>
                <a:cubicBezTo>
                  <a:pt x="41380" y="66148"/>
                  <a:pt x="42806" y="63768"/>
                  <a:pt x="43599" y="61071"/>
                </a:cubicBezTo>
                <a:lnTo>
                  <a:pt x="41538" y="57264"/>
                </a:lnTo>
                <a:lnTo>
                  <a:pt x="23464" y="24904"/>
                </a:lnTo>
                <a:cubicBezTo>
                  <a:pt x="13476" y="18559"/>
                  <a:pt x="5549" y="10152"/>
                  <a:pt x="0" y="0"/>
                </a:cubicBezTo>
                <a:lnTo>
                  <a:pt x="39001" y="69796"/>
                </a:lnTo>
                <a:lnTo>
                  <a:pt x="42965" y="76934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39" name="Freeform 738">
            <a:extLst>
              <a:ext uri="{FF2B5EF4-FFF2-40B4-BE49-F238E27FC236}">
                <a16:creationId xmlns:a16="http://schemas.microsoft.com/office/drawing/2014/main" id="{A2462E1E-1A18-39C9-990F-F0D584053B16}"/>
              </a:ext>
            </a:extLst>
          </p:cNvPr>
          <p:cNvSpPr/>
          <p:nvPr userDrawn="1"/>
        </p:nvSpPr>
        <p:spPr>
          <a:xfrm>
            <a:off x="10149087" y="0"/>
            <a:ext cx="544914" cy="2208433"/>
          </a:xfrm>
          <a:custGeom>
            <a:avLst/>
            <a:gdLst>
              <a:gd name="connsiteX0" fmla="*/ 498461 w 544914"/>
              <a:gd name="connsiteY0" fmla="*/ 3580851 h 3854006"/>
              <a:gd name="connsiteX1" fmla="*/ 507181 w 544914"/>
              <a:gd name="connsiteY1" fmla="*/ 3643826 h 3854006"/>
              <a:gd name="connsiteX2" fmla="*/ 510510 w 544914"/>
              <a:gd name="connsiteY2" fmla="*/ 3667779 h 3854006"/>
              <a:gd name="connsiteX3" fmla="*/ 536512 w 544914"/>
              <a:gd name="connsiteY3" fmla="*/ 3854007 h 3854006"/>
              <a:gd name="connsiteX4" fmla="*/ 544914 w 544914"/>
              <a:gd name="connsiteY4" fmla="*/ 3852262 h 3854006"/>
              <a:gd name="connsiteX5" fmla="*/ 515900 w 544914"/>
              <a:gd name="connsiteY5" fmla="*/ 3644143 h 3854006"/>
              <a:gd name="connsiteX6" fmla="*/ 512572 w 544914"/>
              <a:gd name="connsiteY6" fmla="*/ 3620190 h 3854006"/>
              <a:gd name="connsiteX7" fmla="*/ 503693 w 544914"/>
              <a:gd name="connsiteY7" fmla="*/ 3555946 h 3854006"/>
              <a:gd name="connsiteX8" fmla="*/ 500205 w 544914"/>
              <a:gd name="connsiteY8" fmla="*/ 3530883 h 3854006"/>
              <a:gd name="connsiteX9" fmla="*/ 8245 w 544914"/>
              <a:gd name="connsiteY9" fmla="*/ 0 h 3854006"/>
              <a:gd name="connsiteX10" fmla="*/ 0 w 544914"/>
              <a:gd name="connsiteY10" fmla="*/ 1586 h 3854006"/>
              <a:gd name="connsiteX11" fmla="*/ 494973 w 544914"/>
              <a:gd name="connsiteY11" fmla="*/ 3555629 h 3854006"/>
              <a:gd name="connsiteX12" fmla="*/ 498461 w 544914"/>
              <a:gd name="connsiteY12" fmla="*/ 3580692 h 38540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544914" h="3854006">
                <a:moveTo>
                  <a:pt x="498461" y="3580851"/>
                </a:moveTo>
                <a:lnTo>
                  <a:pt x="507181" y="3643826"/>
                </a:lnTo>
                <a:lnTo>
                  <a:pt x="510510" y="3667779"/>
                </a:lnTo>
                <a:lnTo>
                  <a:pt x="536512" y="3854007"/>
                </a:lnTo>
                <a:cubicBezTo>
                  <a:pt x="539366" y="3853372"/>
                  <a:pt x="541902" y="3852579"/>
                  <a:pt x="544914" y="3852262"/>
                </a:cubicBezTo>
                <a:lnTo>
                  <a:pt x="515900" y="3644143"/>
                </a:lnTo>
                <a:lnTo>
                  <a:pt x="512572" y="3620190"/>
                </a:lnTo>
                <a:lnTo>
                  <a:pt x="503693" y="3555946"/>
                </a:lnTo>
                <a:lnTo>
                  <a:pt x="500205" y="3530883"/>
                </a:lnTo>
                <a:lnTo>
                  <a:pt x="8245" y="0"/>
                </a:lnTo>
                <a:cubicBezTo>
                  <a:pt x="5549" y="476"/>
                  <a:pt x="2854" y="1428"/>
                  <a:pt x="0" y="1586"/>
                </a:cubicBezTo>
                <a:lnTo>
                  <a:pt x="494973" y="3555629"/>
                </a:lnTo>
                <a:lnTo>
                  <a:pt x="498461" y="358069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40" name="Freeform 739">
            <a:extLst>
              <a:ext uri="{FF2B5EF4-FFF2-40B4-BE49-F238E27FC236}">
                <a16:creationId xmlns:a16="http://schemas.microsoft.com/office/drawing/2014/main" id="{F3D26822-7D51-588F-1309-8805D263B897}"/>
              </a:ext>
            </a:extLst>
          </p:cNvPr>
          <p:cNvSpPr/>
          <p:nvPr userDrawn="1"/>
        </p:nvSpPr>
        <p:spPr>
          <a:xfrm>
            <a:off x="1866930" y="5934681"/>
            <a:ext cx="142847" cy="123216"/>
          </a:xfrm>
          <a:custGeom>
            <a:avLst/>
            <a:gdLst>
              <a:gd name="connsiteX0" fmla="*/ 36465 w 142847"/>
              <a:gd name="connsiteY0" fmla="*/ 132295 h 143082"/>
              <a:gd name="connsiteX1" fmla="*/ 43599 w 142847"/>
              <a:gd name="connsiteY1" fmla="*/ 137054 h 143082"/>
              <a:gd name="connsiteX2" fmla="*/ 53746 w 142847"/>
              <a:gd name="connsiteY2" fmla="*/ 139275 h 143082"/>
              <a:gd name="connsiteX3" fmla="*/ 61990 w 142847"/>
              <a:gd name="connsiteY3" fmla="*/ 141020 h 143082"/>
              <a:gd name="connsiteX4" fmla="*/ 65637 w 142847"/>
              <a:gd name="connsiteY4" fmla="*/ 141813 h 143082"/>
              <a:gd name="connsiteX5" fmla="*/ 68649 w 142847"/>
              <a:gd name="connsiteY5" fmla="*/ 142447 h 143082"/>
              <a:gd name="connsiteX6" fmla="*/ 71662 w 142847"/>
              <a:gd name="connsiteY6" fmla="*/ 143082 h 143082"/>
              <a:gd name="connsiteX7" fmla="*/ 79906 w 142847"/>
              <a:gd name="connsiteY7" fmla="*/ 141337 h 143082"/>
              <a:gd name="connsiteX8" fmla="*/ 88309 w 142847"/>
              <a:gd name="connsiteY8" fmla="*/ 139592 h 143082"/>
              <a:gd name="connsiteX9" fmla="*/ 142055 w 142847"/>
              <a:gd name="connsiteY9" fmla="*/ 75824 h 143082"/>
              <a:gd name="connsiteX10" fmla="*/ 142848 w 142847"/>
              <a:gd name="connsiteY10" fmla="*/ 71541 h 143082"/>
              <a:gd name="connsiteX11" fmla="*/ 142055 w 142847"/>
              <a:gd name="connsiteY11" fmla="*/ 67258 h 143082"/>
              <a:gd name="connsiteX12" fmla="*/ 81333 w 142847"/>
              <a:gd name="connsiteY12" fmla="*/ 2062 h 143082"/>
              <a:gd name="connsiteX13" fmla="*/ 72930 w 142847"/>
              <a:gd name="connsiteY13" fmla="*/ 318 h 143082"/>
              <a:gd name="connsiteX14" fmla="*/ 71503 w 142847"/>
              <a:gd name="connsiteY14" fmla="*/ 0 h 143082"/>
              <a:gd name="connsiteX15" fmla="*/ 3012 w 142847"/>
              <a:gd name="connsiteY15" fmla="*/ 56947 h 143082"/>
              <a:gd name="connsiteX16" fmla="*/ 1268 w 142847"/>
              <a:gd name="connsiteY16" fmla="*/ 65354 h 143082"/>
              <a:gd name="connsiteX17" fmla="*/ 0 w 142847"/>
              <a:gd name="connsiteY17" fmla="*/ 71541 h 143082"/>
              <a:gd name="connsiteX18" fmla="*/ 476 w 142847"/>
              <a:gd name="connsiteY18" fmla="*/ 73762 h 143082"/>
              <a:gd name="connsiteX19" fmla="*/ 2220 w 142847"/>
              <a:gd name="connsiteY19" fmla="*/ 82169 h 143082"/>
              <a:gd name="connsiteX20" fmla="*/ 36465 w 142847"/>
              <a:gd name="connsiteY20" fmla="*/ 132454 h 1430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42847" h="143082">
                <a:moveTo>
                  <a:pt x="36465" y="132295"/>
                </a:moveTo>
                <a:cubicBezTo>
                  <a:pt x="39002" y="133723"/>
                  <a:pt x="40904" y="135944"/>
                  <a:pt x="43599" y="137054"/>
                </a:cubicBezTo>
                <a:cubicBezTo>
                  <a:pt x="46770" y="138482"/>
                  <a:pt x="50417" y="138323"/>
                  <a:pt x="53746" y="139275"/>
                </a:cubicBezTo>
                <a:cubicBezTo>
                  <a:pt x="56441" y="140068"/>
                  <a:pt x="59295" y="140544"/>
                  <a:pt x="61990" y="141020"/>
                </a:cubicBezTo>
                <a:cubicBezTo>
                  <a:pt x="63259" y="141178"/>
                  <a:pt x="64369" y="141654"/>
                  <a:pt x="65637" y="141813"/>
                </a:cubicBezTo>
                <a:cubicBezTo>
                  <a:pt x="66747" y="141813"/>
                  <a:pt x="67539" y="142447"/>
                  <a:pt x="68649" y="142447"/>
                </a:cubicBezTo>
                <a:cubicBezTo>
                  <a:pt x="69759" y="142447"/>
                  <a:pt x="70552" y="143082"/>
                  <a:pt x="71662" y="143082"/>
                </a:cubicBezTo>
                <a:cubicBezTo>
                  <a:pt x="74674" y="143082"/>
                  <a:pt x="77052" y="141654"/>
                  <a:pt x="79906" y="141337"/>
                </a:cubicBezTo>
                <a:cubicBezTo>
                  <a:pt x="82760" y="141020"/>
                  <a:pt x="85455" y="140226"/>
                  <a:pt x="88309" y="139592"/>
                </a:cubicBezTo>
                <a:cubicBezTo>
                  <a:pt x="117956" y="132295"/>
                  <a:pt x="140152" y="107391"/>
                  <a:pt x="142055" y="75824"/>
                </a:cubicBezTo>
                <a:cubicBezTo>
                  <a:pt x="142055" y="74237"/>
                  <a:pt x="142848" y="72969"/>
                  <a:pt x="142848" y="71541"/>
                </a:cubicBezTo>
                <a:cubicBezTo>
                  <a:pt x="142848" y="70113"/>
                  <a:pt x="142055" y="68844"/>
                  <a:pt x="142055" y="67258"/>
                </a:cubicBezTo>
                <a:cubicBezTo>
                  <a:pt x="139994" y="33312"/>
                  <a:pt x="114468" y="6821"/>
                  <a:pt x="81333" y="2062"/>
                </a:cubicBezTo>
                <a:cubicBezTo>
                  <a:pt x="78479" y="1586"/>
                  <a:pt x="75942" y="476"/>
                  <a:pt x="72930" y="318"/>
                </a:cubicBezTo>
                <a:cubicBezTo>
                  <a:pt x="72454" y="318"/>
                  <a:pt x="71979" y="0"/>
                  <a:pt x="71503" y="0"/>
                </a:cubicBezTo>
                <a:cubicBezTo>
                  <a:pt x="37258" y="0"/>
                  <a:pt x="9988" y="24588"/>
                  <a:pt x="3012" y="56947"/>
                </a:cubicBezTo>
                <a:cubicBezTo>
                  <a:pt x="2378" y="59803"/>
                  <a:pt x="1585" y="62340"/>
                  <a:pt x="1268" y="65354"/>
                </a:cubicBezTo>
                <a:cubicBezTo>
                  <a:pt x="1110" y="67575"/>
                  <a:pt x="0" y="69320"/>
                  <a:pt x="0" y="71541"/>
                </a:cubicBezTo>
                <a:cubicBezTo>
                  <a:pt x="0" y="72334"/>
                  <a:pt x="476" y="72969"/>
                  <a:pt x="476" y="73762"/>
                </a:cubicBezTo>
                <a:cubicBezTo>
                  <a:pt x="476" y="76776"/>
                  <a:pt x="1744" y="79314"/>
                  <a:pt x="2220" y="82169"/>
                </a:cubicBezTo>
                <a:cubicBezTo>
                  <a:pt x="5549" y="103901"/>
                  <a:pt x="18074" y="121826"/>
                  <a:pt x="36465" y="132454"/>
                </a:cubicBezTo>
                <a:close/>
              </a:path>
            </a:pathLst>
          </a:custGeom>
          <a:solidFill>
            <a:srgbClr val="FF7D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41" name="Freeform 740">
            <a:extLst>
              <a:ext uri="{FF2B5EF4-FFF2-40B4-BE49-F238E27FC236}">
                <a16:creationId xmlns:a16="http://schemas.microsoft.com/office/drawing/2014/main" id="{6C5A44BC-62FD-3572-7C2C-7962E9CBAF8E}"/>
              </a:ext>
            </a:extLst>
          </p:cNvPr>
          <p:cNvSpPr/>
          <p:nvPr userDrawn="1"/>
        </p:nvSpPr>
        <p:spPr>
          <a:xfrm>
            <a:off x="1732485" y="6204189"/>
            <a:ext cx="142847" cy="123079"/>
          </a:xfrm>
          <a:custGeom>
            <a:avLst/>
            <a:gdLst>
              <a:gd name="connsiteX0" fmla="*/ 70869 w 142847"/>
              <a:gd name="connsiteY0" fmla="*/ 142923 h 142922"/>
              <a:gd name="connsiteX1" fmla="*/ 71345 w 142847"/>
              <a:gd name="connsiteY1" fmla="*/ 142923 h 142922"/>
              <a:gd name="connsiteX2" fmla="*/ 83235 w 142847"/>
              <a:gd name="connsiteY2" fmla="*/ 140543 h 142922"/>
              <a:gd name="connsiteX3" fmla="*/ 91638 w 142847"/>
              <a:gd name="connsiteY3" fmla="*/ 138799 h 142922"/>
              <a:gd name="connsiteX4" fmla="*/ 142848 w 142847"/>
              <a:gd name="connsiteY4" fmla="*/ 71541 h 142922"/>
              <a:gd name="connsiteX5" fmla="*/ 142372 w 142847"/>
              <a:gd name="connsiteY5" fmla="*/ 69637 h 142922"/>
              <a:gd name="connsiteX6" fmla="*/ 140628 w 142847"/>
              <a:gd name="connsiteY6" fmla="*/ 61230 h 142922"/>
              <a:gd name="connsiteX7" fmla="*/ 106541 w 142847"/>
              <a:gd name="connsiteY7" fmla="*/ 10628 h 142922"/>
              <a:gd name="connsiteX8" fmla="*/ 99407 w 142847"/>
              <a:gd name="connsiteY8" fmla="*/ 5869 h 142922"/>
              <a:gd name="connsiteX9" fmla="*/ 83394 w 142847"/>
              <a:gd name="connsiteY9" fmla="*/ 2538 h 142922"/>
              <a:gd name="connsiteX10" fmla="*/ 74991 w 142847"/>
              <a:gd name="connsiteY10" fmla="*/ 793 h 142922"/>
              <a:gd name="connsiteX11" fmla="*/ 71345 w 142847"/>
              <a:gd name="connsiteY11" fmla="*/ 0 h 142922"/>
              <a:gd name="connsiteX12" fmla="*/ 4439 w 142847"/>
              <a:gd name="connsiteY12" fmla="*/ 49492 h 142922"/>
              <a:gd name="connsiteX13" fmla="*/ 2695 w 142847"/>
              <a:gd name="connsiteY13" fmla="*/ 57740 h 142922"/>
              <a:gd name="connsiteX14" fmla="*/ 2378 w 142847"/>
              <a:gd name="connsiteY14" fmla="*/ 59168 h 142922"/>
              <a:gd name="connsiteX15" fmla="*/ 793 w 142847"/>
              <a:gd name="connsiteY15" fmla="*/ 67099 h 142922"/>
              <a:gd name="connsiteX16" fmla="*/ 0 w 142847"/>
              <a:gd name="connsiteY16" fmla="*/ 71382 h 142922"/>
              <a:gd name="connsiteX17" fmla="*/ 793 w 142847"/>
              <a:gd name="connsiteY17" fmla="*/ 75665 h 142922"/>
              <a:gd name="connsiteX18" fmla="*/ 55649 w 142847"/>
              <a:gd name="connsiteY18" fmla="*/ 139592 h 142922"/>
              <a:gd name="connsiteX19" fmla="*/ 64052 w 142847"/>
              <a:gd name="connsiteY19" fmla="*/ 141336 h 142922"/>
              <a:gd name="connsiteX20" fmla="*/ 67381 w 142847"/>
              <a:gd name="connsiteY20" fmla="*/ 141971 h 142922"/>
              <a:gd name="connsiteX21" fmla="*/ 71028 w 142847"/>
              <a:gd name="connsiteY21" fmla="*/ 142765 h 1429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142847" h="142922">
                <a:moveTo>
                  <a:pt x="70869" y="142923"/>
                </a:moveTo>
                <a:cubicBezTo>
                  <a:pt x="70869" y="142923"/>
                  <a:pt x="71186" y="142923"/>
                  <a:pt x="71345" y="142923"/>
                </a:cubicBezTo>
                <a:cubicBezTo>
                  <a:pt x="75625" y="142923"/>
                  <a:pt x="79113" y="141178"/>
                  <a:pt x="83235" y="140543"/>
                </a:cubicBezTo>
                <a:cubicBezTo>
                  <a:pt x="86089" y="140068"/>
                  <a:pt x="88943" y="139592"/>
                  <a:pt x="91638" y="138799"/>
                </a:cubicBezTo>
                <a:cubicBezTo>
                  <a:pt x="120969" y="129915"/>
                  <a:pt x="142848" y="103742"/>
                  <a:pt x="142848" y="71541"/>
                </a:cubicBezTo>
                <a:cubicBezTo>
                  <a:pt x="142848" y="70748"/>
                  <a:pt x="142372" y="70272"/>
                  <a:pt x="142372" y="69637"/>
                </a:cubicBezTo>
                <a:cubicBezTo>
                  <a:pt x="142372" y="66623"/>
                  <a:pt x="141104" y="64085"/>
                  <a:pt x="140628" y="61230"/>
                </a:cubicBezTo>
                <a:cubicBezTo>
                  <a:pt x="137299" y="39339"/>
                  <a:pt x="124774" y="21256"/>
                  <a:pt x="106541" y="10628"/>
                </a:cubicBezTo>
                <a:cubicBezTo>
                  <a:pt x="104005" y="9200"/>
                  <a:pt x="102102" y="6979"/>
                  <a:pt x="99407" y="5869"/>
                </a:cubicBezTo>
                <a:cubicBezTo>
                  <a:pt x="94492" y="3807"/>
                  <a:pt x="88784" y="3489"/>
                  <a:pt x="83394" y="2538"/>
                </a:cubicBezTo>
                <a:cubicBezTo>
                  <a:pt x="80540" y="2062"/>
                  <a:pt x="78003" y="952"/>
                  <a:pt x="74991" y="793"/>
                </a:cubicBezTo>
                <a:cubicBezTo>
                  <a:pt x="73723" y="793"/>
                  <a:pt x="72613" y="0"/>
                  <a:pt x="71345" y="0"/>
                </a:cubicBezTo>
                <a:cubicBezTo>
                  <a:pt x="39636" y="0"/>
                  <a:pt x="13793" y="20938"/>
                  <a:pt x="4439" y="49492"/>
                </a:cubicBezTo>
                <a:cubicBezTo>
                  <a:pt x="3488" y="52188"/>
                  <a:pt x="3329" y="55043"/>
                  <a:pt x="2695" y="57740"/>
                </a:cubicBezTo>
                <a:cubicBezTo>
                  <a:pt x="2695" y="58216"/>
                  <a:pt x="2537" y="58692"/>
                  <a:pt x="2378" y="59168"/>
                </a:cubicBezTo>
                <a:cubicBezTo>
                  <a:pt x="1903" y="61865"/>
                  <a:pt x="951" y="64403"/>
                  <a:pt x="793" y="67099"/>
                </a:cubicBezTo>
                <a:cubicBezTo>
                  <a:pt x="793" y="68527"/>
                  <a:pt x="0" y="69796"/>
                  <a:pt x="0" y="71382"/>
                </a:cubicBezTo>
                <a:cubicBezTo>
                  <a:pt x="0" y="72968"/>
                  <a:pt x="793" y="74237"/>
                  <a:pt x="793" y="75665"/>
                </a:cubicBezTo>
                <a:cubicBezTo>
                  <a:pt x="2854" y="107549"/>
                  <a:pt x="25367" y="132612"/>
                  <a:pt x="55649" y="139592"/>
                </a:cubicBezTo>
                <a:cubicBezTo>
                  <a:pt x="58503" y="140226"/>
                  <a:pt x="61198" y="141019"/>
                  <a:pt x="64052" y="141336"/>
                </a:cubicBezTo>
                <a:cubicBezTo>
                  <a:pt x="65161" y="141336"/>
                  <a:pt x="66271" y="141971"/>
                  <a:pt x="67381" y="141971"/>
                </a:cubicBezTo>
                <a:cubicBezTo>
                  <a:pt x="68649" y="141971"/>
                  <a:pt x="69759" y="142765"/>
                  <a:pt x="71028" y="142765"/>
                </a:cubicBezTo>
                <a:close/>
              </a:path>
            </a:pathLst>
          </a:custGeom>
          <a:solidFill>
            <a:srgbClr val="7030A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42" name="Freeform 741">
            <a:extLst>
              <a:ext uri="{FF2B5EF4-FFF2-40B4-BE49-F238E27FC236}">
                <a16:creationId xmlns:a16="http://schemas.microsoft.com/office/drawing/2014/main" id="{D106D826-1E26-5685-7F63-3914F2085886}"/>
              </a:ext>
            </a:extLst>
          </p:cNvPr>
          <p:cNvSpPr/>
          <p:nvPr userDrawn="1"/>
        </p:nvSpPr>
        <p:spPr>
          <a:xfrm>
            <a:off x="4830585" y="5932778"/>
            <a:ext cx="146652" cy="126221"/>
          </a:xfrm>
          <a:custGeom>
            <a:avLst/>
            <a:gdLst>
              <a:gd name="connsiteX0" fmla="*/ 127627 w 146652"/>
              <a:gd name="connsiteY0" fmla="*/ 25063 h 146571"/>
              <a:gd name="connsiteX1" fmla="*/ 121603 w 146652"/>
              <a:gd name="connsiteY1" fmla="*/ 19035 h 146571"/>
              <a:gd name="connsiteX2" fmla="*/ 73405 w 146652"/>
              <a:gd name="connsiteY2" fmla="*/ 0 h 146571"/>
              <a:gd name="connsiteX3" fmla="*/ 951 w 146652"/>
              <a:gd name="connsiteY3" fmla="*/ 69003 h 146571"/>
              <a:gd name="connsiteX4" fmla="*/ 0 w 146652"/>
              <a:gd name="connsiteY4" fmla="*/ 73286 h 146571"/>
              <a:gd name="connsiteX5" fmla="*/ 476 w 146652"/>
              <a:gd name="connsiteY5" fmla="*/ 75507 h 146571"/>
              <a:gd name="connsiteX6" fmla="*/ 2219 w 146652"/>
              <a:gd name="connsiteY6" fmla="*/ 83755 h 146571"/>
              <a:gd name="connsiteX7" fmla="*/ 73405 w 146652"/>
              <a:gd name="connsiteY7" fmla="*/ 146571 h 146571"/>
              <a:gd name="connsiteX8" fmla="*/ 146653 w 146652"/>
              <a:gd name="connsiteY8" fmla="*/ 73286 h 146571"/>
              <a:gd name="connsiteX9" fmla="*/ 144592 w 146652"/>
              <a:gd name="connsiteY9" fmla="*/ 63451 h 146571"/>
              <a:gd name="connsiteX10" fmla="*/ 142847 w 146652"/>
              <a:gd name="connsiteY10" fmla="*/ 55202 h 146571"/>
              <a:gd name="connsiteX11" fmla="*/ 127469 w 146652"/>
              <a:gd name="connsiteY11" fmla="*/ 25222 h 146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46652" h="146571">
                <a:moveTo>
                  <a:pt x="127627" y="25063"/>
                </a:moveTo>
                <a:cubicBezTo>
                  <a:pt x="125725" y="22842"/>
                  <a:pt x="123822" y="20939"/>
                  <a:pt x="121603" y="19035"/>
                </a:cubicBezTo>
                <a:cubicBezTo>
                  <a:pt x="108761" y="7455"/>
                  <a:pt x="92114" y="0"/>
                  <a:pt x="73405" y="0"/>
                </a:cubicBezTo>
                <a:cubicBezTo>
                  <a:pt x="34404" y="0"/>
                  <a:pt x="3329" y="30615"/>
                  <a:pt x="951" y="69003"/>
                </a:cubicBezTo>
                <a:cubicBezTo>
                  <a:pt x="951" y="70589"/>
                  <a:pt x="0" y="71699"/>
                  <a:pt x="0" y="73286"/>
                </a:cubicBezTo>
                <a:cubicBezTo>
                  <a:pt x="0" y="74079"/>
                  <a:pt x="476" y="74713"/>
                  <a:pt x="476" y="75507"/>
                </a:cubicBezTo>
                <a:cubicBezTo>
                  <a:pt x="476" y="78521"/>
                  <a:pt x="1744" y="81059"/>
                  <a:pt x="2219" y="83755"/>
                </a:cubicBezTo>
                <a:cubicBezTo>
                  <a:pt x="7452" y="119129"/>
                  <a:pt x="36624" y="146571"/>
                  <a:pt x="73405" y="146571"/>
                </a:cubicBezTo>
                <a:cubicBezTo>
                  <a:pt x="113834" y="146571"/>
                  <a:pt x="146653" y="113736"/>
                  <a:pt x="146653" y="73286"/>
                </a:cubicBezTo>
                <a:cubicBezTo>
                  <a:pt x="146653" y="69796"/>
                  <a:pt x="145067" y="66782"/>
                  <a:pt x="144592" y="63451"/>
                </a:cubicBezTo>
                <a:cubicBezTo>
                  <a:pt x="144116" y="60596"/>
                  <a:pt x="143640" y="57899"/>
                  <a:pt x="142847" y="55202"/>
                </a:cubicBezTo>
                <a:cubicBezTo>
                  <a:pt x="139835" y="43940"/>
                  <a:pt x="135079" y="33629"/>
                  <a:pt x="127469" y="25222"/>
                </a:cubicBezTo>
                <a:close/>
              </a:path>
            </a:pathLst>
          </a:custGeom>
          <a:solidFill>
            <a:srgbClr val="7030A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43" name="Freeform 742">
            <a:extLst>
              <a:ext uri="{FF2B5EF4-FFF2-40B4-BE49-F238E27FC236}">
                <a16:creationId xmlns:a16="http://schemas.microsoft.com/office/drawing/2014/main" id="{100B685E-206E-8E1F-28CA-BE951260DEFC}"/>
              </a:ext>
            </a:extLst>
          </p:cNvPr>
          <p:cNvSpPr/>
          <p:nvPr userDrawn="1"/>
        </p:nvSpPr>
        <p:spPr>
          <a:xfrm>
            <a:off x="6178522" y="5663112"/>
            <a:ext cx="146652" cy="126221"/>
          </a:xfrm>
          <a:custGeom>
            <a:avLst/>
            <a:gdLst>
              <a:gd name="connsiteX0" fmla="*/ 146336 w 146652"/>
              <a:gd name="connsiteY0" fmla="*/ 73444 h 146571"/>
              <a:gd name="connsiteX1" fmla="*/ 141738 w 146652"/>
              <a:gd name="connsiteY1" fmla="*/ 50602 h 146571"/>
              <a:gd name="connsiteX2" fmla="*/ 139043 w 146652"/>
              <a:gd name="connsiteY2" fmla="*/ 42512 h 146571"/>
              <a:gd name="connsiteX3" fmla="*/ 112249 w 146652"/>
              <a:gd name="connsiteY3" fmla="*/ 13008 h 146571"/>
              <a:gd name="connsiteX4" fmla="*/ 105273 w 146652"/>
              <a:gd name="connsiteY4" fmla="*/ 8248 h 146571"/>
              <a:gd name="connsiteX5" fmla="*/ 73247 w 146652"/>
              <a:gd name="connsiteY5" fmla="*/ 0 h 146571"/>
              <a:gd name="connsiteX6" fmla="*/ 0 w 146652"/>
              <a:gd name="connsiteY6" fmla="*/ 73286 h 146571"/>
              <a:gd name="connsiteX7" fmla="*/ 2061 w 146652"/>
              <a:gd name="connsiteY7" fmla="*/ 83279 h 146571"/>
              <a:gd name="connsiteX8" fmla="*/ 3805 w 146652"/>
              <a:gd name="connsiteY8" fmla="*/ 91528 h 146571"/>
              <a:gd name="connsiteX9" fmla="*/ 73406 w 146652"/>
              <a:gd name="connsiteY9" fmla="*/ 146571 h 146571"/>
              <a:gd name="connsiteX10" fmla="*/ 127310 w 146652"/>
              <a:gd name="connsiteY10" fmla="*/ 121984 h 146571"/>
              <a:gd name="connsiteX11" fmla="*/ 132067 w 146652"/>
              <a:gd name="connsiteY11" fmla="*/ 115005 h 146571"/>
              <a:gd name="connsiteX12" fmla="*/ 146653 w 146652"/>
              <a:gd name="connsiteY12" fmla="*/ 73127 h 146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46652" h="146571">
                <a:moveTo>
                  <a:pt x="146336" y="73444"/>
                </a:moveTo>
                <a:cubicBezTo>
                  <a:pt x="146336" y="65354"/>
                  <a:pt x="144116" y="57899"/>
                  <a:pt x="141738" y="50602"/>
                </a:cubicBezTo>
                <a:cubicBezTo>
                  <a:pt x="140787" y="47905"/>
                  <a:pt x="140152" y="45209"/>
                  <a:pt x="139043" y="42512"/>
                </a:cubicBezTo>
                <a:cubicBezTo>
                  <a:pt x="133177" y="30139"/>
                  <a:pt x="123664" y="20463"/>
                  <a:pt x="112249" y="13008"/>
                </a:cubicBezTo>
                <a:cubicBezTo>
                  <a:pt x="109871" y="11421"/>
                  <a:pt x="107809" y="9518"/>
                  <a:pt x="105273" y="8248"/>
                </a:cubicBezTo>
                <a:cubicBezTo>
                  <a:pt x="95443" y="3331"/>
                  <a:pt x="84821" y="0"/>
                  <a:pt x="73247" y="0"/>
                </a:cubicBezTo>
                <a:cubicBezTo>
                  <a:pt x="32819" y="0"/>
                  <a:pt x="0" y="32836"/>
                  <a:pt x="0" y="73286"/>
                </a:cubicBezTo>
                <a:cubicBezTo>
                  <a:pt x="0" y="76776"/>
                  <a:pt x="1586" y="79789"/>
                  <a:pt x="2061" y="83279"/>
                </a:cubicBezTo>
                <a:cubicBezTo>
                  <a:pt x="2537" y="86134"/>
                  <a:pt x="3012" y="88831"/>
                  <a:pt x="3805" y="91528"/>
                </a:cubicBezTo>
                <a:cubicBezTo>
                  <a:pt x="12049" y="122936"/>
                  <a:pt x="39477" y="146571"/>
                  <a:pt x="73406" y="146571"/>
                </a:cubicBezTo>
                <a:cubicBezTo>
                  <a:pt x="94967" y="146571"/>
                  <a:pt x="113834" y="136895"/>
                  <a:pt x="127310" y="121984"/>
                </a:cubicBezTo>
                <a:cubicBezTo>
                  <a:pt x="129213" y="119922"/>
                  <a:pt x="130323" y="117226"/>
                  <a:pt x="132067" y="115005"/>
                </a:cubicBezTo>
                <a:cubicBezTo>
                  <a:pt x="140628" y="102949"/>
                  <a:pt x="146653" y="89148"/>
                  <a:pt x="146653" y="73127"/>
                </a:cubicBezTo>
                <a:close/>
              </a:path>
            </a:pathLst>
          </a:custGeom>
          <a:solidFill>
            <a:srgbClr val="FF7D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44" name="Freeform 743">
            <a:extLst>
              <a:ext uri="{FF2B5EF4-FFF2-40B4-BE49-F238E27FC236}">
                <a16:creationId xmlns:a16="http://schemas.microsoft.com/office/drawing/2014/main" id="{7EC6AAAC-B397-CA70-799A-D6A3FBC425AA}"/>
              </a:ext>
            </a:extLst>
          </p:cNvPr>
          <p:cNvSpPr/>
          <p:nvPr userDrawn="1"/>
        </p:nvSpPr>
        <p:spPr>
          <a:xfrm>
            <a:off x="8597422" y="6758134"/>
            <a:ext cx="126042" cy="129133"/>
          </a:xfrm>
          <a:custGeom>
            <a:avLst/>
            <a:gdLst>
              <a:gd name="connsiteX0" fmla="*/ 73406 w 146494"/>
              <a:gd name="connsiteY0" fmla="*/ 0 h 146730"/>
              <a:gd name="connsiteX1" fmla="*/ 19501 w 146494"/>
              <a:gd name="connsiteY1" fmla="*/ 24588 h 146730"/>
              <a:gd name="connsiteX2" fmla="*/ 14744 w 146494"/>
              <a:gd name="connsiteY2" fmla="*/ 31567 h 146730"/>
              <a:gd name="connsiteX3" fmla="*/ 0 w 146494"/>
              <a:gd name="connsiteY3" fmla="*/ 73444 h 146730"/>
              <a:gd name="connsiteX4" fmla="*/ 73247 w 146494"/>
              <a:gd name="connsiteY4" fmla="*/ 146730 h 146730"/>
              <a:gd name="connsiteX5" fmla="*/ 146494 w 146494"/>
              <a:gd name="connsiteY5" fmla="*/ 73444 h 146730"/>
              <a:gd name="connsiteX6" fmla="*/ 83870 w 146494"/>
              <a:gd name="connsiteY6" fmla="*/ 2221 h 146730"/>
              <a:gd name="connsiteX7" fmla="*/ 75467 w 146494"/>
              <a:gd name="connsiteY7" fmla="*/ 476 h 146730"/>
              <a:gd name="connsiteX8" fmla="*/ 73406 w 146494"/>
              <a:gd name="connsiteY8" fmla="*/ 0 h 1467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6494" h="146730">
                <a:moveTo>
                  <a:pt x="73406" y="0"/>
                </a:moveTo>
                <a:cubicBezTo>
                  <a:pt x="51844" y="0"/>
                  <a:pt x="32977" y="9677"/>
                  <a:pt x="19501" y="24588"/>
                </a:cubicBezTo>
                <a:cubicBezTo>
                  <a:pt x="17598" y="26650"/>
                  <a:pt x="16330" y="29346"/>
                  <a:pt x="14744" y="31567"/>
                </a:cubicBezTo>
                <a:cubicBezTo>
                  <a:pt x="6183" y="43622"/>
                  <a:pt x="0" y="57423"/>
                  <a:pt x="0" y="73444"/>
                </a:cubicBezTo>
                <a:cubicBezTo>
                  <a:pt x="0" y="113895"/>
                  <a:pt x="32819" y="146730"/>
                  <a:pt x="73247" y="146730"/>
                </a:cubicBezTo>
                <a:cubicBezTo>
                  <a:pt x="113675" y="146730"/>
                  <a:pt x="146494" y="113895"/>
                  <a:pt x="146494" y="73444"/>
                </a:cubicBezTo>
                <a:cubicBezTo>
                  <a:pt x="146494" y="36643"/>
                  <a:pt x="119066" y="7614"/>
                  <a:pt x="83870" y="2221"/>
                </a:cubicBezTo>
                <a:cubicBezTo>
                  <a:pt x="81016" y="1745"/>
                  <a:pt x="78321" y="635"/>
                  <a:pt x="75467" y="476"/>
                </a:cubicBezTo>
                <a:cubicBezTo>
                  <a:pt x="74674" y="476"/>
                  <a:pt x="74040" y="0"/>
                  <a:pt x="73406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45" name="Freeform 744">
            <a:extLst>
              <a:ext uri="{FF2B5EF4-FFF2-40B4-BE49-F238E27FC236}">
                <a16:creationId xmlns:a16="http://schemas.microsoft.com/office/drawing/2014/main" id="{E330A5F4-071F-80F8-D23A-2F2ABAFF9FC6}"/>
              </a:ext>
            </a:extLst>
          </p:cNvPr>
          <p:cNvSpPr/>
          <p:nvPr userDrawn="1"/>
        </p:nvSpPr>
        <p:spPr>
          <a:xfrm>
            <a:off x="2125514" y="2552273"/>
            <a:ext cx="165519" cy="168625"/>
          </a:xfrm>
          <a:custGeom>
            <a:avLst/>
            <a:gdLst>
              <a:gd name="connsiteX0" fmla="*/ 80381 w 165519"/>
              <a:gd name="connsiteY0" fmla="*/ 165131 h 165606"/>
              <a:gd name="connsiteX1" fmla="*/ 82760 w 165519"/>
              <a:gd name="connsiteY1" fmla="*/ 165607 h 165606"/>
              <a:gd name="connsiteX2" fmla="*/ 165520 w 165519"/>
              <a:gd name="connsiteY2" fmla="*/ 82803 h 165606"/>
              <a:gd name="connsiteX3" fmla="*/ 82760 w 165519"/>
              <a:gd name="connsiteY3" fmla="*/ 0 h 165606"/>
              <a:gd name="connsiteX4" fmla="*/ 9513 w 165519"/>
              <a:gd name="connsiteY4" fmla="*/ 46161 h 165606"/>
              <a:gd name="connsiteX5" fmla="*/ 5866 w 165519"/>
              <a:gd name="connsiteY5" fmla="*/ 53933 h 165606"/>
              <a:gd name="connsiteX6" fmla="*/ 0 w 165519"/>
              <a:gd name="connsiteY6" fmla="*/ 82962 h 165606"/>
              <a:gd name="connsiteX7" fmla="*/ 69601 w 165519"/>
              <a:gd name="connsiteY7" fmla="*/ 163228 h 165606"/>
              <a:gd name="connsiteX8" fmla="*/ 72137 w 165519"/>
              <a:gd name="connsiteY8" fmla="*/ 163703 h 165606"/>
              <a:gd name="connsiteX9" fmla="*/ 80381 w 165519"/>
              <a:gd name="connsiteY9" fmla="*/ 165448 h 1656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65519" h="165606">
                <a:moveTo>
                  <a:pt x="80381" y="165131"/>
                </a:moveTo>
                <a:cubicBezTo>
                  <a:pt x="81174" y="165131"/>
                  <a:pt x="81967" y="165607"/>
                  <a:pt x="82760" y="165607"/>
                </a:cubicBezTo>
                <a:cubicBezTo>
                  <a:pt x="128579" y="165607"/>
                  <a:pt x="165520" y="128488"/>
                  <a:pt x="165520" y="82803"/>
                </a:cubicBezTo>
                <a:cubicBezTo>
                  <a:pt x="165520" y="37119"/>
                  <a:pt x="128420" y="0"/>
                  <a:pt x="82760" y="0"/>
                </a:cubicBezTo>
                <a:cubicBezTo>
                  <a:pt x="50417" y="0"/>
                  <a:pt x="23147" y="19035"/>
                  <a:pt x="9513" y="46161"/>
                </a:cubicBezTo>
                <a:cubicBezTo>
                  <a:pt x="8244" y="48699"/>
                  <a:pt x="6817" y="51078"/>
                  <a:pt x="5866" y="53933"/>
                </a:cubicBezTo>
                <a:cubicBezTo>
                  <a:pt x="2378" y="62975"/>
                  <a:pt x="0" y="72651"/>
                  <a:pt x="0" y="82962"/>
                </a:cubicBezTo>
                <a:cubicBezTo>
                  <a:pt x="0" y="124047"/>
                  <a:pt x="30440" y="156565"/>
                  <a:pt x="69601" y="163228"/>
                </a:cubicBezTo>
                <a:cubicBezTo>
                  <a:pt x="70393" y="163228"/>
                  <a:pt x="71186" y="163545"/>
                  <a:pt x="72137" y="163703"/>
                </a:cubicBezTo>
                <a:cubicBezTo>
                  <a:pt x="74991" y="164179"/>
                  <a:pt x="77528" y="165290"/>
                  <a:pt x="80381" y="165448"/>
                </a:cubicBezTo>
                <a:close/>
              </a:path>
            </a:pathLst>
          </a:custGeom>
          <a:solidFill>
            <a:srgbClr val="FF7D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46" name="Freeform 745">
            <a:extLst>
              <a:ext uri="{FF2B5EF4-FFF2-40B4-BE49-F238E27FC236}">
                <a16:creationId xmlns:a16="http://schemas.microsoft.com/office/drawing/2014/main" id="{4A69ACB2-2064-0DD8-504B-3291B35507B0}"/>
              </a:ext>
            </a:extLst>
          </p:cNvPr>
          <p:cNvSpPr/>
          <p:nvPr userDrawn="1"/>
        </p:nvSpPr>
        <p:spPr>
          <a:xfrm>
            <a:off x="2776" y="1631816"/>
            <a:ext cx="90211" cy="123079"/>
          </a:xfrm>
          <a:custGeom>
            <a:avLst/>
            <a:gdLst>
              <a:gd name="connsiteX0" fmla="*/ 8878 w 90211"/>
              <a:gd name="connsiteY0" fmla="*/ 140861 h 142923"/>
              <a:gd name="connsiteX1" fmla="*/ 18867 w 90211"/>
              <a:gd name="connsiteY1" fmla="*/ 142923 h 142923"/>
              <a:gd name="connsiteX2" fmla="*/ 81650 w 90211"/>
              <a:gd name="connsiteY2" fmla="*/ 103584 h 142923"/>
              <a:gd name="connsiteX3" fmla="*/ 85296 w 90211"/>
              <a:gd name="connsiteY3" fmla="*/ 95811 h 142923"/>
              <a:gd name="connsiteX4" fmla="*/ 90211 w 90211"/>
              <a:gd name="connsiteY4" fmla="*/ 71382 h 142923"/>
              <a:gd name="connsiteX5" fmla="*/ 18867 w 90211"/>
              <a:gd name="connsiteY5" fmla="*/ 0 h 142923"/>
              <a:gd name="connsiteX6" fmla="*/ 0 w 90211"/>
              <a:gd name="connsiteY6" fmla="*/ 3807 h 142923"/>
              <a:gd name="connsiteX7" fmla="*/ 0 w 90211"/>
              <a:gd name="connsiteY7" fmla="*/ 138957 h 142923"/>
              <a:gd name="connsiteX8" fmla="*/ 634 w 90211"/>
              <a:gd name="connsiteY8" fmla="*/ 138957 h 142923"/>
              <a:gd name="connsiteX9" fmla="*/ 8878 w 90211"/>
              <a:gd name="connsiteY9" fmla="*/ 140702 h 1429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211" h="142923">
                <a:moveTo>
                  <a:pt x="8878" y="140861"/>
                </a:moveTo>
                <a:cubicBezTo>
                  <a:pt x="12208" y="141337"/>
                  <a:pt x="15379" y="142923"/>
                  <a:pt x="18867" y="142923"/>
                </a:cubicBezTo>
                <a:cubicBezTo>
                  <a:pt x="46612" y="142923"/>
                  <a:pt x="69759" y="126743"/>
                  <a:pt x="81650" y="103584"/>
                </a:cubicBezTo>
                <a:cubicBezTo>
                  <a:pt x="82918" y="101046"/>
                  <a:pt x="84187" y="98666"/>
                  <a:pt x="85296" y="95811"/>
                </a:cubicBezTo>
                <a:cubicBezTo>
                  <a:pt x="88150" y="88038"/>
                  <a:pt x="90211" y="80107"/>
                  <a:pt x="90211" y="71382"/>
                </a:cubicBezTo>
                <a:cubicBezTo>
                  <a:pt x="90211" y="31884"/>
                  <a:pt x="58344" y="0"/>
                  <a:pt x="18867" y="0"/>
                </a:cubicBezTo>
                <a:cubicBezTo>
                  <a:pt x="12208" y="0"/>
                  <a:pt x="6183" y="2062"/>
                  <a:pt x="0" y="3807"/>
                </a:cubicBezTo>
                <a:lnTo>
                  <a:pt x="0" y="138957"/>
                </a:lnTo>
                <a:cubicBezTo>
                  <a:pt x="0" y="138957"/>
                  <a:pt x="317" y="138957"/>
                  <a:pt x="634" y="138957"/>
                </a:cubicBezTo>
                <a:cubicBezTo>
                  <a:pt x="3329" y="139751"/>
                  <a:pt x="6025" y="140227"/>
                  <a:pt x="8878" y="140702"/>
                </a:cubicBezTo>
                <a:close/>
              </a:path>
            </a:pathLst>
          </a:custGeom>
          <a:solidFill>
            <a:srgbClr val="7030A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47" name="Freeform 746">
            <a:extLst>
              <a:ext uri="{FF2B5EF4-FFF2-40B4-BE49-F238E27FC236}">
                <a16:creationId xmlns:a16="http://schemas.microsoft.com/office/drawing/2014/main" id="{189A3DEF-A94D-8716-A57D-FDAF005AAE7B}"/>
              </a:ext>
            </a:extLst>
          </p:cNvPr>
          <p:cNvSpPr/>
          <p:nvPr userDrawn="1"/>
        </p:nvSpPr>
        <p:spPr>
          <a:xfrm>
            <a:off x="11973923" y="4044797"/>
            <a:ext cx="146652" cy="126358"/>
          </a:xfrm>
          <a:custGeom>
            <a:avLst/>
            <a:gdLst>
              <a:gd name="connsiteX0" fmla="*/ 21087 w 146652"/>
              <a:gd name="connsiteY0" fmla="*/ 22049 h 146730"/>
              <a:gd name="connsiteX1" fmla="*/ 19184 w 146652"/>
              <a:gd name="connsiteY1" fmla="*/ 24905 h 146730"/>
              <a:gd name="connsiteX2" fmla="*/ 19184 w 146652"/>
              <a:gd name="connsiteY2" fmla="*/ 24905 h 146730"/>
              <a:gd name="connsiteX3" fmla="*/ 2061 w 146652"/>
              <a:gd name="connsiteY3" fmla="*/ 63451 h 146730"/>
              <a:gd name="connsiteX4" fmla="*/ 317 w 146652"/>
              <a:gd name="connsiteY4" fmla="*/ 71858 h 146730"/>
              <a:gd name="connsiteX5" fmla="*/ 0 w 146652"/>
              <a:gd name="connsiteY5" fmla="*/ 72810 h 146730"/>
              <a:gd name="connsiteX6" fmla="*/ 1745 w 146652"/>
              <a:gd name="connsiteY6" fmla="*/ 81376 h 146730"/>
              <a:gd name="connsiteX7" fmla="*/ 3488 w 146652"/>
              <a:gd name="connsiteY7" fmla="*/ 89783 h 146730"/>
              <a:gd name="connsiteX8" fmla="*/ 18233 w 146652"/>
              <a:gd name="connsiteY8" fmla="*/ 120239 h 146730"/>
              <a:gd name="connsiteX9" fmla="*/ 22514 w 146652"/>
              <a:gd name="connsiteY9" fmla="*/ 125792 h 146730"/>
              <a:gd name="connsiteX10" fmla="*/ 73406 w 146652"/>
              <a:gd name="connsiteY10" fmla="*/ 146730 h 146730"/>
              <a:gd name="connsiteX11" fmla="*/ 106859 w 146652"/>
              <a:gd name="connsiteY11" fmla="*/ 137530 h 146730"/>
              <a:gd name="connsiteX12" fmla="*/ 109713 w 146652"/>
              <a:gd name="connsiteY12" fmla="*/ 135626 h 146730"/>
              <a:gd name="connsiteX13" fmla="*/ 110505 w 146652"/>
              <a:gd name="connsiteY13" fmla="*/ 134992 h 146730"/>
              <a:gd name="connsiteX14" fmla="*/ 111932 w 146652"/>
              <a:gd name="connsiteY14" fmla="*/ 134040 h 146730"/>
              <a:gd name="connsiteX15" fmla="*/ 112567 w 146652"/>
              <a:gd name="connsiteY15" fmla="*/ 133564 h 146730"/>
              <a:gd name="connsiteX16" fmla="*/ 119701 w 146652"/>
              <a:gd name="connsiteY16" fmla="*/ 128805 h 146730"/>
              <a:gd name="connsiteX17" fmla="*/ 146653 w 146652"/>
              <a:gd name="connsiteY17" fmla="*/ 73286 h 146730"/>
              <a:gd name="connsiteX18" fmla="*/ 115738 w 146652"/>
              <a:gd name="connsiteY18" fmla="*/ 15070 h 146730"/>
              <a:gd name="connsiteX19" fmla="*/ 108762 w 146652"/>
              <a:gd name="connsiteY19" fmla="*/ 10311 h 146730"/>
              <a:gd name="connsiteX20" fmla="*/ 88468 w 146652"/>
              <a:gd name="connsiteY20" fmla="*/ 3014 h 146730"/>
              <a:gd name="connsiteX21" fmla="*/ 80223 w 146652"/>
              <a:gd name="connsiteY21" fmla="*/ 1428 h 146730"/>
              <a:gd name="connsiteX22" fmla="*/ 73406 w 146652"/>
              <a:gd name="connsiteY22" fmla="*/ 0 h 146730"/>
              <a:gd name="connsiteX23" fmla="*/ 28063 w 146652"/>
              <a:gd name="connsiteY23" fmla="*/ 17132 h 146730"/>
              <a:gd name="connsiteX24" fmla="*/ 21087 w 146652"/>
              <a:gd name="connsiteY24" fmla="*/ 22208 h 1467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146652" h="146730">
                <a:moveTo>
                  <a:pt x="21087" y="22049"/>
                </a:moveTo>
                <a:cubicBezTo>
                  <a:pt x="20294" y="22842"/>
                  <a:pt x="19818" y="24111"/>
                  <a:pt x="19184" y="24905"/>
                </a:cubicBezTo>
                <a:lnTo>
                  <a:pt x="19184" y="24905"/>
                </a:lnTo>
                <a:cubicBezTo>
                  <a:pt x="9830" y="35533"/>
                  <a:pt x="4122" y="48857"/>
                  <a:pt x="2061" y="63451"/>
                </a:cubicBezTo>
                <a:cubicBezTo>
                  <a:pt x="1586" y="66306"/>
                  <a:pt x="476" y="68844"/>
                  <a:pt x="317" y="71858"/>
                </a:cubicBezTo>
                <a:cubicBezTo>
                  <a:pt x="317" y="72334"/>
                  <a:pt x="0" y="72810"/>
                  <a:pt x="0" y="72810"/>
                </a:cubicBezTo>
                <a:cubicBezTo>
                  <a:pt x="0" y="76141"/>
                  <a:pt x="1427" y="78679"/>
                  <a:pt x="1745" y="81376"/>
                </a:cubicBezTo>
                <a:cubicBezTo>
                  <a:pt x="2061" y="84231"/>
                  <a:pt x="2854" y="86928"/>
                  <a:pt x="3488" y="89783"/>
                </a:cubicBezTo>
                <a:cubicBezTo>
                  <a:pt x="6183" y="101204"/>
                  <a:pt x="10940" y="111515"/>
                  <a:pt x="18233" y="120239"/>
                </a:cubicBezTo>
                <a:cubicBezTo>
                  <a:pt x="19818" y="121984"/>
                  <a:pt x="20769" y="124205"/>
                  <a:pt x="22514" y="125792"/>
                </a:cubicBezTo>
                <a:cubicBezTo>
                  <a:pt x="35672" y="138640"/>
                  <a:pt x="53588" y="146730"/>
                  <a:pt x="73406" y="146730"/>
                </a:cubicBezTo>
                <a:cubicBezTo>
                  <a:pt x="85614" y="146730"/>
                  <a:pt x="96712" y="142923"/>
                  <a:pt x="106859" y="137530"/>
                </a:cubicBezTo>
                <a:cubicBezTo>
                  <a:pt x="107810" y="137054"/>
                  <a:pt x="108762" y="136102"/>
                  <a:pt x="109713" y="135626"/>
                </a:cubicBezTo>
                <a:cubicBezTo>
                  <a:pt x="110029" y="135468"/>
                  <a:pt x="110347" y="135150"/>
                  <a:pt x="110505" y="134992"/>
                </a:cubicBezTo>
                <a:cubicBezTo>
                  <a:pt x="110980" y="134675"/>
                  <a:pt x="111457" y="134357"/>
                  <a:pt x="111932" y="134040"/>
                </a:cubicBezTo>
                <a:cubicBezTo>
                  <a:pt x="111932" y="134040"/>
                  <a:pt x="112408" y="133723"/>
                  <a:pt x="112567" y="133564"/>
                </a:cubicBezTo>
                <a:cubicBezTo>
                  <a:pt x="114944" y="131978"/>
                  <a:pt x="117481" y="130550"/>
                  <a:pt x="119701" y="128805"/>
                </a:cubicBezTo>
                <a:cubicBezTo>
                  <a:pt x="135713" y="115322"/>
                  <a:pt x="146653" y="95970"/>
                  <a:pt x="146653" y="73286"/>
                </a:cubicBezTo>
                <a:cubicBezTo>
                  <a:pt x="146653" y="48857"/>
                  <a:pt x="133970" y="28394"/>
                  <a:pt x="115738" y="15070"/>
                </a:cubicBezTo>
                <a:cubicBezTo>
                  <a:pt x="113359" y="13325"/>
                  <a:pt x="111139" y="11739"/>
                  <a:pt x="108762" y="10311"/>
                </a:cubicBezTo>
                <a:cubicBezTo>
                  <a:pt x="102419" y="6821"/>
                  <a:pt x="95761" y="4600"/>
                  <a:pt x="88468" y="3014"/>
                </a:cubicBezTo>
                <a:cubicBezTo>
                  <a:pt x="85773" y="2380"/>
                  <a:pt x="83078" y="1586"/>
                  <a:pt x="80223" y="1428"/>
                </a:cubicBezTo>
                <a:cubicBezTo>
                  <a:pt x="77845" y="1111"/>
                  <a:pt x="75784" y="0"/>
                  <a:pt x="73406" y="0"/>
                </a:cubicBezTo>
                <a:cubicBezTo>
                  <a:pt x="55966" y="0"/>
                  <a:pt x="40746" y="6980"/>
                  <a:pt x="28063" y="17132"/>
                </a:cubicBezTo>
                <a:cubicBezTo>
                  <a:pt x="25843" y="19035"/>
                  <a:pt x="23148" y="20146"/>
                  <a:pt x="21087" y="22208"/>
                </a:cubicBezTo>
                <a:close/>
              </a:path>
            </a:pathLst>
          </a:custGeom>
          <a:solidFill>
            <a:srgbClr val="FF7D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48" name="Freeform 747">
            <a:extLst>
              <a:ext uri="{FF2B5EF4-FFF2-40B4-BE49-F238E27FC236}">
                <a16:creationId xmlns:a16="http://schemas.microsoft.com/office/drawing/2014/main" id="{D73ED150-326D-082F-45E7-4ACDD96992E2}"/>
              </a:ext>
            </a:extLst>
          </p:cNvPr>
          <p:cNvSpPr/>
          <p:nvPr userDrawn="1"/>
        </p:nvSpPr>
        <p:spPr>
          <a:xfrm>
            <a:off x="8873763" y="4584288"/>
            <a:ext cx="146652" cy="126358"/>
          </a:xfrm>
          <a:custGeom>
            <a:avLst/>
            <a:gdLst>
              <a:gd name="connsiteX0" fmla="*/ 146494 w 146652"/>
              <a:gd name="connsiteY0" fmla="*/ 71858 h 146730"/>
              <a:gd name="connsiteX1" fmla="*/ 145068 w 146652"/>
              <a:gd name="connsiteY1" fmla="*/ 65196 h 146730"/>
              <a:gd name="connsiteX2" fmla="*/ 143323 w 146652"/>
              <a:gd name="connsiteY2" fmla="*/ 56789 h 146730"/>
              <a:gd name="connsiteX3" fmla="*/ 142689 w 146652"/>
              <a:gd name="connsiteY3" fmla="*/ 53458 h 146730"/>
              <a:gd name="connsiteX4" fmla="*/ 140945 w 146652"/>
              <a:gd name="connsiteY4" fmla="*/ 45050 h 146730"/>
              <a:gd name="connsiteX5" fmla="*/ 140787 w 146652"/>
              <a:gd name="connsiteY5" fmla="*/ 44574 h 146730"/>
              <a:gd name="connsiteX6" fmla="*/ 135872 w 146652"/>
              <a:gd name="connsiteY6" fmla="*/ 37277 h 146730"/>
              <a:gd name="connsiteX7" fmla="*/ 132067 w 146652"/>
              <a:gd name="connsiteY7" fmla="*/ 31725 h 146730"/>
              <a:gd name="connsiteX8" fmla="*/ 127311 w 146652"/>
              <a:gd name="connsiteY8" fmla="*/ 24746 h 146730"/>
              <a:gd name="connsiteX9" fmla="*/ 124299 w 146652"/>
              <a:gd name="connsiteY9" fmla="*/ 20939 h 146730"/>
              <a:gd name="connsiteX10" fmla="*/ 117164 w 146652"/>
              <a:gd name="connsiteY10" fmla="*/ 16180 h 146730"/>
              <a:gd name="connsiteX11" fmla="*/ 73247 w 146652"/>
              <a:gd name="connsiteY11" fmla="*/ 0 h 146730"/>
              <a:gd name="connsiteX12" fmla="*/ 28063 w 146652"/>
              <a:gd name="connsiteY12" fmla="*/ 16973 h 146730"/>
              <a:gd name="connsiteX13" fmla="*/ 21087 w 146652"/>
              <a:gd name="connsiteY13" fmla="*/ 22049 h 146730"/>
              <a:gd name="connsiteX14" fmla="*/ 0 w 146652"/>
              <a:gd name="connsiteY14" fmla="*/ 73444 h 146730"/>
              <a:gd name="connsiteX15" fmla="*/ 4597 w 146652"/>
              <a:gd name="connsiteY15" fmla="*/ 96287 h 146730"/>
              <a:gd name="connsiteX16" fmla="*/ 7451 w 146652"/>
              <a:gd name="connsiteY16" fmla="*/ 104377 h 146730"/>
              <a:gd name="connsiteX17" fmla="*/ 62784 w 146652"/>
              <a:gd name="connsiteY17" fmla="*/ 144510 h 146730"/>
              <a:gd name="connsiteX18" fmla="*/ 71186 w 146652"/>
              <a:gd name="connsiteY18" fmla="*/ 146254 h 146730"/>
              <a:gd name="connsiteX19" fmla="*/ 73406 w 146652"/>
              <a:gd name="connsiteY19" fmla="*/ 146730 h 146730"/>
              <a:gd name="connsiteX20" fmla="*/ 145225 w 146652"/>
              <a:gd name="connsiteY20" fmla="*/ 80424 h 146730"/>
              <a:gd name="connsiteX21" fmla="*/ 146653 w 146652"/>
              <a:gd name="connsiteY21" fmla="*/ 73444 h 146730"/>
              <a:gd name="connsiteX22" fmla="*/ 146335 w 146652"/>
              <a:gd name="connsiteY22" fmla="*/ 72017 h 1467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146652" h="146730">
                <a:moveTo>
                  <a:pt x="146494" y="71858"/>
                </a:moveTo>
                <a:cubicBezTo>
                  <a:pt x="146494" y="69479"/>
                  <a:pt x="145384" y="67417"/>
                  <a:pt x="145068" y="65196"/>
                </a:cubicBezTo>
                <a:cubicBezTo>
                  <a:pt x="144750" y="62341"/>
                  <a:pt x="143958" y="59644"/>
                  <a:pt x="143323" y="56789"/>
                </a:cubicBezTo>
                <a:cubicBezTo>
                  <a:pt x="143007" y="55678"/>
                  <a:pt x="143007" y="54568"/>
                  <a:pt x="142689" y="53458"/>
                </a:cubicBezTo>
                <a:cubicBezTo>
                  <a:pt x="141897" y="50761"/>
                  <a:pt x="142055" y="47588"/>
                  <a:pt x="140945" y="45050"/>
                </a:cubicBezTo>
                <a:cubicBezTo>
                  <a:pt x="140945" y="44733"/>
                  <a:pt x="140787" y="44574"/>
                  <a:pt x="140787" y="44574"/>
                </a:cubicBezTo>
                <a:cubicBezTo>
                  <a:pt x="139518" y="41561"/>
                  <a:pt x="137298" y="39657"/>
                  <a:pt x="135872" y="37277"/>
                </a:cubicBezTo>
                <a:cubicBezTo>
                  <a:pt x="134762" y="35215"/>
                  <a:pt x="133335" y="33471"/>
                  <a:pt x="132067" y="31725"/>
                </a:cubicBezTo>
                <a:cubicBezTo>
                  <a:pt x="130481" y="29346"/>
                  <a:pt x="129213" y="26808"/>
                  <a:pt x="127311" y="24746"/>
                </a:cubicBezTo>
                <a:cubicBezTo>
                  <a:pt x="126201" y="23477"/>
                  <a:pt x="125408" y="22049"/>
                  <a:pt x="124299" y="20939"/>
                </a:cubicBezTo>
                <a:cubicBezTo>
                  <a:pt x="122237" y="18877"/>
                  <a:pt x="119384" y="17925"/>
                  <a:pt x="117164" y="16180"/>
                </a:cubicBezTo>
                <a:cubicBezTo>
                  <a:pt x="104797" y="6663"/>
                  <a:pt x="90053" y="0"/>
                  <a:pt x="73247" y="0"/>
                </a:cubicBezTo>
                <a:cubicBezTo>
                  <a:pt x="56441" y="0"/>
                  <a:pt x="40587" y="6980"/>
                  <a:pt x="28063" y="16973"/>
                </a:cubicBezTo>
                <a:cubicBezTo>
                  <a:pt x="25843" y="18877"/>
                  <a:pt x="22989" y="19987"/>
                  <a:pt x="21087" y="22049"/>
                </a:cubicBezTo>
                <a:cubicBezTo>
                  <a:pt x="8086" y="35215"/>
                  <a:pt x="0" y="53299"/>
                  <a:pt x="0" y="73444"/>
                </a:cubicBezTo>
                <a:cubicBezTo>
                  <a:pt x="0" y="81535"/>
                  <a:pt x="2220" y="88990"/>
                  <a:pt x="4597" y="96287"/>
                </a:cubicBezTo>
                <a:cubicBezTo>
                  <a:pt x="5549" y="98984"/>
                  <a:pt x="6183" y="101839"/>
                  <a:pt x="7451" y="104377"/>
                </a:cubicBezTo>
                <a:cubicBezTo>
                  <a:pt x="17598" y="126109"/>
                  <a:pt x="38209" y="140861"/>
                  <a:pt x="62784" y="144510"/>
                </a:cubicBezTo>
                <a:cubicBezTo>
                  <a:pt x="65637" y="144986"/>
                  <a:pt x="68332" y="146096"/>
                  <a:pt x="71186" y="146254"/>
                </a:cubicBezTo>
                <a:cubicBezTo>
                  <a:pt x="71978" y="146254"/>
                  <a:pt x="72613" y="146730"/>
                  <a:pt x="73406" y="146730"/>
                </a:cubicBezTo>
                <a:cubicBezTo>
                  <a:pt x="111457" y="146730"/>
                  <a:pt x="141579" y="117543"/>
                  <a:pt x="145225" y="80424"/>
                </a:cubicBezTo>
                <a:cubicBezTo>
                  <a:pt x="145543" y="78045"/>
                  <a:pt x="146653" y="75824"/>
                  <a:pt x="146653" y="73444"/>
                </a:cubicBezTo>
                <a:cubicBezTo>
                  <a:pt x="146653" y="72969"/>
                  <a:pt x="146335" y="72493"/>
                  <a:pt x="146335" y="72017"/>
                </a:cubicBezTo>
                <a:close/>
              </a:path>
            </a:pathLst>
          </a:custGeom>
          <a:solidFill>
            <a:srgbClr val="7030A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49" name="Freeform 748">
            <a:extLst>
              <a:ext uri="{FF2B5EF4-FFF2-40B4-BE49-F238E27FC236}">
                <a16:creationId xmlns:a16="http://schemas.microsoft.com/office/drawing/2014/main" id="{03FDF951-6257-CDD0-A6A3-72E8324BCFC3}"/>
              </a:ext>
            </a:extLst>
          </p:cNvPr>
          <p:cNvSpPr/>
          <p:nvPr userDrawn="1"/>
        </p:nvSpPr>
        <p:spPr>
          <a:xfrm>
            <a:off x="7593206" y="3168381"/>
            <a:ext cx="146811" cy="126358"/>
          </a:xfrm>
          <a:custGeom>
            <a:avLst/>
            <a:gdLst>
              <a:gd name="connsiteX0" fmla="*/ 25208 w 146811"/>
              <a:gd name="connsiteY0" fmla="*/ 127695 h 146730"/>
              <a:gd name="connsiteX1" fmla="*/ 34404 w 146811"/>
              <a:gd name="connsiteY1" fmla="*/ 133881 h 146730"/>
              <a:gd name="connsiteX2" fmla="*/ 41380 w 146811"/>
              <a:gd name="connsiteY2" fmla="*/ 138640 h 146730"/>
              <a:gd name="connsiteX3" fmla="*/ 73405 w 146811"/>
              <a:gd name="connsiteY3" fmla="*/ 146730 h 146730"/>
              <a:gd name="connsiteX4" fmla="*/ 118590 w 146811"/>
              <a:gd name="connsiteY4" fmla="*/ 129757 h 146730"/>
              <a:gd name="connsiteX5" fmla="*/ 125566 w 146811"/>
              <a:gd name="connsiteY5" fmla="*/ 124681 h 146730"/>
              <a:gd name="connsiteX6" fmla="*/ 141896 w 146811"/>
              <a:gd name="connsiteY6" fmla="*/ 97080 h 146730"/>
              <a:gd name="connsiteX7" fmla="*/ 143640 w 146811"/>
              <a:gd name="connsiteY7" fmla="*/ 88673 h 146730"/>
              <a:gd name="connsiteX8" fmla="*/ 144116 w 146811"/>
              <a:gd name="connsiteY8" fmla="*/ 85976 h 146730"/>
              <a:gd name="connsiteX9" fmla="*/ 145860 w 146811"/>
              <a:gd name="connsiteY9" fmla="*/ 77569 h 146730"/>
              <a:gd name="connsiteX10" fmla="*/ 146811 w 146811"/>
              <a:gd name="connsiteY10" fmla="*/ 73286 h 146730"/>
              <a:gd name="connsiteX11" fmla="*/ 146811 w 146811"/>
              <a:gd name="connsiteY11" fmla="*/ 72969 h 146730"/>
              <a:gd name="connsiteX12" fmla="*/ 145067 w 146811"/>
              <a:gd name="connsiteY12" fmla="*/ 64561 h 146730"/>
              <a:gd name="connsiteX13" fmla="*/ 144750 w 146811"/>
              <a:gd name="connsiteY13" fmla="*/ 63292 h 146730"/>
              <a:gd name="connsiteX14" fmla="*/ 143006 w 146811"/>
              <a:gd name="connsiteY14" fmla="*/ 55044 h 146730"/>
              <a:gd name="connsiteX15" fmla="*/ 73405 w 146811"/>
              <a:gd name="connsiteY15" fmla="*/ 0 h 146730"/>
              <a:gd name="connsiteX16" fmla="*/ 51209 w 146811"/>
              <a:gd name="connsiteY16" fmla="*/ 4442 h 146730"/>
              <a:gd name="connsiteX17" fmla="*/ 43124 w 146811"/>
              <a:gd name="connsiteY17" fmla="*/ 6821 h 146730"/>
              <a:gd name="connsiteX18" fmla="*/ 0 w 146811"/>
              <a:gd name="connsiteY18" fmla="*/ 73286 h 146730"/>
              <a:gd name="connsiteX19" fmla="*/ 19184 w 146811"/>
              <a:gd name="connsiteY19" fmla="*/ 121667 h 146730"/>
              <a:gd name="connsiteX20" fmla="*/ 25208 w 146811"/>
              <a:gd name="connsiteY20" fmla="*/ 127695 h 1467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46811" h="146730">
                <a:moveTo>
                  <a:pt x="25208" y="127695"/>
                </a:moveTo>
                <a:cubicBezTo>
                  <a:pt x="28062" y="130075"/>
                  <a:pt x="31233" y="131819"/>
                  <a:pt x="34404" y="133881"/>
                </a:cubicBezTo>
                <a:cubicBezTo>
                  <a:pt x="36782" y="135468"/>
                  <a:pt x="38843" y="137371"/>
                  <a:pt x="41380" y="138640"/>
                </a:cubicBezTo>
                <a:cubicBezTo>
                  <a:pt x="51209" y="143558"/>
                  <a:pt x="61832" y="146730"/>
                  <a:pt x="73405" y="146730"/>
                </a:cubicBezTo>
                <a:cubicBezTo>
                  <a:pt x="90687" y="146730"/>
                  <a:pt x="106066" y="139751"/>
                  <a:pt x="118590" y="129757"/>
                </a:cubicBezTo>
                <a:cubicBezTo>
                  <a:pt x="120810" y="127854"/>
                  <a:pt x="123505" y="126743"/>
                  <a:pt x="125566" y="124681"/>
                </a:cubicBezTo>
                <a:cubicBezTo>
                  <a:pt x="133018" y="117067"/>
                  <a:pt x="138250" y="107549"/>
                  <a:pt x="141896" y="97080"/>
                </a:cubicBezTo>
                <a:cubicBezTo>
                  <a:pt x="142847" y="94383"/>
                  <a:pt x="143006" y="91528"/>
                  <a:pt x="143640" y="88673"/>
                </a:cubicBezTo>
                <a:cubicBezTo>
                  <a:pt x="143799" y="87721"/>
                  <a:pt x="143957" y="86928"/>
                  <a:pt x="144116" y="85976"/>
                </a:cubicBezTo>
                <a:cubicBezTo>
                  <a:pt x="144592" y="83121"/>
                  <a:pt x="145702" y="80583"/>
                  <a:pt x="145860" y="77569"/>
                </a:cubicBezTo>
                <a:cubicBezTo>
                  <a:pt x="145860" y="76141"/>
                  <a:pt x="146811" y="74872"/>
                  <a:pt x="146811" y="73286"/>
                </a:cubicBezTo>
                <a:lnTo>
                  <a:pt x="146811" y="72969"/>
                </a:lnTo>
                <a:cubicBezTo>
                  <a:pt x="146811" y="69955"/>
                  <a:pt x="145384" y="67417"/>
                  <a:pt x="145067" y="64561"/>
                </a:cubicBezTo>
                <a:cubicBezTo>
                  <a:pt x="145067" y="64086"/>
                  <a:pt x="144909" y="63610"/>
                  <a:pt x="144750" y="63292"/>
                </a:cubicBezTo>
                <a:cubicBezTo>
                  <a:pt x="144274" y="60437"/>
                  <a:pt x="143799" y="57740"/>
                  <a:pt x="143006" y="55044"/>
                </a:cubicBezTo>
                <a:cubicBezTo>
                  <a:pt x="134762" y="23636"/>
                  <a:pt x="107493" y="0"/>
                  <a:pt x="73405" y="0"/>
                </a:cubicBezTo>
                <a:cubicBezTo>
                  <a:pt x="65478" y="0"/>
                  <a:pt x="58344" y="2221"/>
                  <a:pt x="51209" y="4442"/>
                </a:cubicBezTo>
                <a:cubicBezTo>
                  <a:pt x="48514" y="5394"/>
                  <a:pt x="45660" y="5711"/>
                  <a:pt x="43124" y="6821"/>
                </a:cubicBezTo>
                <a:cubicBezTo>
                  <a:pt x="17915" y="18401"/>
                  <a:pt x="0" y="43622"/>
                  <a:pt x="0" y="73286"/>
                </a:cubicBezTo>
                <a:cubicBezTo>
                  <a:pt x="0" y="92004"/>
                  <a:pt x="7610" y="108660"/>
                  <a:pt x="19184" y="121667"/>
                </a:cubicBezTo>
                <a:cubicBezTo>
                  <a:pt x="21086" y="123888"/>
                  <a:pt x="22989" y="125792"/>
                  <a:pt x="25208" y="127695"/>
                </a:cubicBezTo>
                <a:close/>
              </a:path>
            </a:pathLst>
          </a:custGeom>
          <a:solidFill>
            <a:srgbClr val="7030A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50" name="Freeform 749">
            <a:extLst>
              <a:ext uri="{FF2B5EF4-FFF2-40B4-BE49-F238E27FC236}">
                <a16:creationId xmlns:a16="http://schemas.microsoft.com/office/drawing/2014/main" id="{20C4FECD-26E3-E8D0-70A2-C0D294EBF3DD}"/>
              </a:ext>
            </a:extLst>
          </p:cNvPr>
          <p:cNvSpPr/>
          <p:nvPr userDrawn="1"/>
        </p:nvSpPr>
        <p:spPr>
          <a:xfrm>
            <a:off x="11569637" y="3640456"/>
            <a:ext cx="146495" cy="126221"/>
          </a:xfrm>
          <a:custGeom>
            <a:avLst/>
            <a:gdLst>
              <a:gd name="connsiteX0" fmla="*/ 58661 w 146495"/>
              <a:gd name="connsiteY0" fmla="*/ 2697 h 146571"/>
              <a:gd name="connsiteX1" fmla="*/ 52954 w 146495"/>
              <a:gd name="connsiteY1" fmla="*/ 3807 h 146571"/>
              <a:gd name="connsiteX2" fmla="*/ 43599 w 146495"/>
              <a:gd name="connsiteY2" fmla="*/ 6186 h 146571"/>
              <a:gd name="connsiteX3" fmla="*/ 29014 w 146495"/>
              <a:gd name="connsiteY3" fmla="*/ 16021 h 146571"/>
              <a:gd name="connsiteX4" fmla="*/ 21879 w 146495"/>
              <a:gd name="connsiteY4" fmla="*/ 20780 h 146571"/>
              <a:gd name="connsiteX5" fmla="*/ 19025 w 146495"/>
              <a:gd name="connsiteY5" fmla="*/ 24746 h 146571"/>
              <a:gd name="connsiteX6" fmla="*/ 19025 w 146495"/>
              <a:gd name="connsiteY6" fmla="*/ 24746 h 146571"/>
              <a:gd name="connsiteX7" fmla="*/ 2537 w 146495"/>
              <a:gd name="connsiteY7" fmla="*/ 60437 h 146571"/>
              <a:gd name="connsiteX8" fmla="*/ 2220 w 146495"/>
              <a:gd name="connsiteY8" fmla="*/ 61865 h 146571"/>
              <a:gd name="connsiteX9" fmla="*/ 0 w 146495"/>
              <a:gd name="connsiteY9" fmla="*/ 72651 h 146571"/>
              <a:gd name="connsiteX10" fmla="*/ 0 w 146495"/>
              <a:gd name="connsiteY10" fmla="*/ 73127 h 146571"/>
              <a:gd name="connsiteX11" fmla="*/ 1902 w 146495"/>
              <a:gd name="connsiteY11" fmla="*/ 83121 h 146571"/>
              <a:gd name="connsiteX12" fmla="*/ 3647 w 146495"/>
              <a:gd name="connsiteY12" fmla="*/ 91369 h 146571"/>
              <a:gd name="connsiteX13" fmla="*/ 3964 w 146495"/>
              <a:gd name="connsiteY13" fmla="*/ 92956 h 146571"/>
              <a:gd name="connsiteX14" fmla="*/ 5708 w 146495"/>
              <a:gd name="connsiteY14" fmla="*/ 101363 h 146571"/>
              <a:gd name="connsiteX15" fmla="*/ 57235 w 146495"/>
              <a:gd name="connsiteY15" fmla="*/ 143240 h 146571"/>
              <a:gd name="connsiteX16" fmla="*/ 70393 w 146495"/>
              <a:gd name="connsiteY16" fmla="*/ 145937 h 146571"/>
              <a:gd name="connsiteX17" fmla="*/ 73247 w 146495"/>
              <a:gd name="connsiteY17" fmla="*/ 146571 h 146571"/>
              <a:gd name="connsiteX18" fmla="*/ 112249 w 146495"/>
              <a:gd name="connsiteY18" fmla="*/ 133723 h 146571"/>
              <a:gd name="connsiteX19" fmla="*/ 112249 w 146495"/>
              <a:gd name="connsiteY19" fmla="*/ 133723 h 146571"/>
              <a:gd name="connsiteX20" fmla="*/ 112883 w 146495"/>
              <a:gd name="connsiteY20" fmla="*/ 133247 h 146571"/>
              <a:gd name="connsiteX21" fmla="*/ 120335 w 146495"/>
              <a:gd name="connsiteY21" fmla="*/ 128171 h 146571"/>
              <a:gd name="connsiteX22" fmla="*/ 121445 w 146495"/>
              <a:gd name="connsiteY22" fmla="*/ 127536 h 146571"/>
              <a:gd name="connsiteX23" fmla="*/ 121445 w 146495"/>
              <a:gd name="connsiteY23" fmla="*/ 127536 h 146571"/>
              <a:gd name="connsiteX24" fmla="*/ 127470 w 146495"/>
              <a:gd name="connsiteY24" fmla="*/ 121508 h 146571"/>
              <a:gd name="connsiteX25" fmla="*/ 136189 w 146495"/>
              <a:gd name="connsiteY25" fmla="*/ 108501 h 146571"/>
              <a:gd name="connsiteX26" fmla="*/ 140945 w 146495"/>
              <a:gd name="connsiteY26" fmla="*/ 100887 h 146571"/>
              <a:gd name="connsiteX27" fmla="*/ 146495 w 146495"/>
              <a:gd name="connsiteY27" fmla="*/ 73286 h 146571"/>
              <a:gd name="connsiteX28" fmla="*/ 124140 w 146495"/>
              <a:gd name="connsiteY28" fmla="*/ 20780 h 146571"/>
              <a:gd name="connsiteX29" fmla="*/ 117005 w 146495"/>
              <a:gd name="connsiteY29" fmla="*/ 16021 h 146571"/>
              <a:gd name="connsiteX30" fmla="*/ 109237 w 146495"/>
              <a:gd name="connsiteY30" fmla="*/ 10787 h 146571"/>
              <a:gd name="connsiteX31" fmla="*/ 102102 w 146495"/>
              <a:gd name="connsiteY31" fmla="*/ 6028 h 146571"/>
              <a:gd name="connsiteX32" fmla="*/ 73247 w 146495"/>
              <a:gd name="connsiteY32" fmla="*/ 0 h 146571"/>
              <a:gd name="connsiteX33" fmla="*/ 67698 w 146495"/>
              <a:gd name="connsiteY33" fmla="*/ 1110 h 146571"/>
              <a:gd name="connsiteX34" fmla="*/ 66906 w 146495"/>
              <a:gd name="connsiteY34" fmla="*/ 1269 h 146571"/>
              <a:gd name="connsiteX35" fmla="*/ 58661 w 146495"/>
              <a:gd name="connsiteY35" fmla="*/ 3014 h 146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46495" h="146571">
                <a:moveTo>
                  <a:pt x="58661" y="2697"/>
                </a:moveTo>
                <a:cubicBezTo>
                  <a:pt x="56759" y="3172"/>
                  <a:pt x="54698" y="3331"/>
                  <a:pt x="52954" y="3807"/>
                </a:cubicBezTo>
                <a:cubicBezTo>
                  <a:pt x="49783" y="4759"/>
                  <a:pt x="46453" y="4917"/>
                  <a:pt x="43599" y="6186"/>
                </a:cubicBezTo>
                <a:cubicBezTo>
                  <a:pt x="38210" y="8566"/>
                  <a:pt x="33611" y="12373"/>
                  <a:pt x="29014" y="16021"/>
                </a:cubicBezTo>
                <a:cubicBezTo>
                  <a:pt x="26794" y="17766"/>
                  <a:pt x="23940" y="18877"/>
                  <a:pt x="21879" y="20780"/>
                </a:cubicBezTo>
                <a:cubicBezTo>
                  <a:pt x="20769" y="21890"/>
                  <a:pt x="19977" y="23477"/>
                  <a:pt x="19025" y="24746"/>
                </a:cubicBezTo>
                <a:lnTo>
                  <a:pt x="19025" y="24746"/>
                </a:lnTo>
                <a:cubicBezTo>
                  <a:pt x="10306" y="34581"/>
                  <a:pt x="4915" y="46954"/>
                  <a:pt x="2537" y="60437"/>
                </a:cubicBezTo>
                <a:cubicBezTo>
                  <a:pt x="2537" y="60913"/>
                  <a:pt x="2379" y="61389"/>
                  <a:pt x="2220" y="61865"/>
                </a:cubicBezTo>
                <a:cubicBezTo>
                  <a:pt x="1586" y="65513"/>
                  <a:pt x="0" y="68844"/>
                  <a:pt x="0" y="72651"/>
                </a:cubicBezTo>
                <a:lnTo>
                  <a:pt x="0" y="73127"/>
                </a:lnTo>
                <a:cubicBezTo>
                  <a:pt x="0" y="76617"/>
                  <a:pt x="1427" y="79631"/>
                  <a:pt x="1902" y="83121"/>
                </a:cubicBezTo>
                <a:cubicBezTo>
                  <a:pt x="2379" y="85976"/>
                  <a:pt x="2854" y="88673"/>
                  <a:pt x="3647" y="91369"/>
                </a:cubicBezTo>
                <a:cubicBezTo>
                  <a:pt x="3647" y="91845"/>
                  <a:pt x="3806" y="92321"/>
                  <a:pt x="3964" y="92956"/>
                </a:cubicBezTo>
                <a:cubicBezTo>
                  <a:pt x="4757" y="95652"/>
                  <a:pt x="4598" y="98825"/>
                  <a:pt x="5708" y="101363"/>
                </a:cubicBezTo>
                <a:cubicBezTo>
                  <a:pt x="14744" y="122936"/>
                  <a:pt x="34087" y="137847"/>
                  <a:pt x="57235" y="143240"/>
                </a:cubicBezTo>
                <a:cubicBezTo>
                  <a:pt x="61674" y="144192"/>
                  <a:pt x="65796" y="145778"/>
                  <a:pt x="70393" y="145937"/>
                </a:cubicBezTo>
                <a:cubicBezTo>
                  <a:pt x="71503" y="145937"/>
                  <a:pt x="72296" y="146571"/>
                  <a:pt x="73247" y="146571"/>
                </a:cubicBezTo>
                <a:cubicBezTo>
                  <a:pt x="87992" y="146571"/>
                  <a:pt x="100834" y="141178"/>
                  <a:pt x="112249" y="133723"/>
                </a:cubicBezTo>
                <a:lnTo>
                  <a:pt x="112249" y="133723"/>
                </a:lnTo>
                <a:cubicBezTo>
                  <a:pt x="112249" y="133723"/>
                  <a:pt x="112883" y="133247"/>
                  <a:pt x="112883" y="133247"/>
                </a:cubicBezTo>
                <a:cubicBezTo>
                  <a:pt x="115579" y="131343"/>
                  <a:pt x="118115" y="130074"/>
                  <a:pt x="120335" y="128171"/>
                </a:cubicBezTo>
                <a:cubicBezTo>
                  <a:pt x="120652" y="127854"/>
                  <a:pt x="121128" y="127695"/>
                  <a:pt x="121445" y="127536"/>
                </a:cubicBezTo>
                <a:lnTo>
                  <a:pt x="121445" y="127536"/>
                </a:lnTo>
                <a:cubicBezTo>
                  <a:pt x="123665" y="125633"/>
                  <a:pt x="125567" y="123729"/>
                  <a:pt x="127470" y="121508"/>
                </a:cubicBezTo>
                <a:cubicBezTo>
                  <a:pt x="130957" y="117543"/>
                  <a:pt x="133652" y="113101"/>
                  <a:pt x="136189" y="108501"/>
                </a:cubicBezTo>
                <a:cubicBezTo>
                  <a:pt x="137616" y="105804"/>
                  <a:pt x="139677" y="103742"/>
                  <a:pt x="140945" y="100887"/>
                </a:cubicBezTo>
                <a:cubicBezTo>
                  <a:pt x="144434" y="92321"/>
                  <a:pt x="146495" y="83121"/>
                  <a:pt x="146495" y="73286"/>
                </a:cubicBezTo>
                <a:cubicBezTo>
                  <a:pt x="146495" y="52664"/>
                  <a:pt x="137774" y="34105"/>
                  <a:pt x="124140" y="20780"/>
                </a:cubicBezTo>
                <a:cubicBezTo>
                  <a:pt x="122079" y="18718"/>
                  <a:pt x="119384" y="17766"/>
                  <a:pt x="117005" y="16021"/>
                </a:cubicBezTo>
                <a:cubicBezTo>
                  <a:pt x="114469" y="14118"/>
                  <a:pt x="111932" y="12373"/>
                  <a:pt x="109237" y="10787"/>
                </a:cubicBezTo>
                <a:cubicBezTo>
                  <a:pt x="106700" y="9359"/>
                  <a:pt x="104798" y="7138"/>
                  <a:pt x="102102" y="6028"/>
                </a:cubicBezTo>
                <a:cubicBezTo>
                  <a:pt x="93224" y="2221"/>
                  <a:pt x="83553" y="0"/>
                  <a:pt x="73247" y="0"/>
                </a:cubicBezTo>
                <a:cubicBezTo>
                  <a:pt x="71187" y="0"/>
                  <a:pt x="69601" y="952"/>
                  <a:pt x="67698" y="1110"/>
                </a:cubicBezTo>
                <a:cubicBezTo>
                  <a:pt x="67698" y="1110"/>
                  <a:pt x="67223" y="1110"/>
                  <a:pt x="66906" y="1269"/>
                </a:cubicBezTo>
                <a:cubicBezTo>
                  <a:pt x="64052" y="1586"/>
                  <a:pt x="61356" y="2379"/>
                  <a:pt x="58661" y="3014"/>
                </a:cubicBezTo>
                <a:close/>
              </a:path>
            </a:pathLst>
          </a:custGeom>
          <a:solidFill>
            <a:srgbClr val="7030A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51" name="Freeform 750">
            <a:extLst>
              <a:ext uri="{FF2B5EF4-FFF2-40B4-BE49-F238E27FC236}">
                <a16:creationId xmlns:a16="http://schemas.microsoft.com/office/drawing/2014/main" id="{1DE32671-47EC-F248-9F35-82B5E3F4B2D5}"/>
              </a:ext>
            </a:extLst>
          </p:cNvPr>
          <p:cNvSpPr/>
          <p:nvPr userDrawn="1"/>
        </p:nvSpPr>
        <p:spPr>
          <a:xfrm>
            <a:off x="10221383" y="3909964"/>
            <a:ext cx="146652" cy="126358"/>
          </a:xfrm>
          <a:custGeom>
            <a:avLst/>
            <a:gdLst>
              <a:gd name="connsiteX0" fmla="*/ 118749 w 146652"/>
              <a:gd name="connsiteY0" fmla="*/ 17132 h 146730"/>
              <a:gd name="connsiteX1" fmla="*/ 111773 w 146652"/>
              <a:gd name="connsiteY1" fmla="*/ 12373 h 146730"/>
              <a:gd name="connsiteX2" fmla="*/ 98297 w 146652"/>
              <a:gd name="connsiteY2" fmla="*/ 5076 h 146730"/>
              <a:gd name="connsiteX3" fmla="*/ 93224 w 146652"/>
              <a:gd name="connsiteY3" fmla="*/ 4124 h 146730"/>
              <a:gd name="connsiteX4" fmla="*/ 91955 w 146652"/>
              <a:gd name="connsiteY4" fmla="*/ 3807 h 146730"/>
              <a:gd name="connsiteX5" fmla="*/ 83711 w 146652"/>
              <a:gd name="connsiteY5" fmla="*/ 2062 h 146730"/>
              <a:gd name="connsiteX6" fmla="*/ 73406 w 146652"/>
              <a:gd name="connsiteY6" fmla="*/ 0 h 146730"/>
              <a:gd name="connsiteX7" fmla="*/ 4915 w 146652"/>
              <a:gd name="connsiteY7" fmla="*/ 49650 h 146730"/>
              <a:gd name="connsiteX8" fmla="*/ 3171 w 146652"/>
              <a:gd name="connsiteY8" fmla="*/ 58058 h 146730"/>
              <a:gd name="connsiteX9" fmla="*/ 0 w 146652"/>
              <a:gd name="connsiteY9" fmla="*/ 73444 h 146730"/>
              <a:gd name="connsiteX10" fmla="*/ 6025 w 146652"/>
              <a:gd name="connsiteY10" fmla="*/ 102315 h 146730"/>
              <a:gd name="connsiteX11" fmla="*/ 10781 w 146652"/>
              <a:gd name="connsiteY11" fmla="*/ 109453 h 146730"/>
              <a:gd name="connsiteX12" fmla="*/ 73247 w 146652"/>
              <a:gd name="connsiteY12" fmla="*/ 146730 h 146730"/>
              <a:gd name="connsiteX13" fmla="*/ 129530 w 146652"/>
              <a:gd name="connsiteY13" fmla="*/ 118495 h 146730"/>
              <a:gd name="connsiteX14" fmla="*/ 131591 w 146652"/>
              <a:gd name="connsiteY14" fmla="*/ 115481 h 146730"/>
              <a:gd name="connsiteX15" fmla="*/ 132067 w 146652"/>
              <a:gd name="connsiteY15" fmla="*/ 114688 h 146730"/>
              <a:gd name="connsiteX16" fmla="*/ 136823 w 146652"/>
              <a:gd name="connsiteY16" fmla="*/ 107708 h 146730"/>
              <a:gd name="connsiteX17" fmla="*/ 139994 w 146652"/>
              <a:gd name="connsiteY17" fmla="*/ 102949 h 146730"/>
              <a:gd name="connsiteX18" fmla="*/ 142213 w 146652"/>
              <a:gd name="connsiteY18" fmla="*/ 94700 h 146730"/>
              <a:gd name="connsiteX19" fmla="*/ 144592 w 146652"/>
              <a:gd name="connsiteY19" fmla="*/ 83121 h 146730"/>
              <a:gd name="connsiteX20" fmla="*/ 146335 w 146652"/>
              <a:gd name="connsiteY20" fmla="*/ 74714 h 146730"/>
              <a:gd name="connsiteX21" fmla="*/ 146653 w 146652"/>
              <a:gd name="connsiteY21" fmla="*/ 73286 h 146730"/>
              <a:gd name="connsiteX22" fmla="*/ 144592 w 146652"/>
              <a:gd name="connsiteY22" fmla="*/ 63292 h 146730"/>
              <a:gd name="connsiteX23" fmla="*/ 142848 w 146652"/>
              <a:gd name="connsiteY23" fmla="*/ 55044 h 146730"/>
              <a:gd name="connsiteX24" fmla="*/ 131908 w 146652"/>
              <a:gd name="connsiteY24" fmla="*/ 31725 h 146730"/>
              <a:gd name="connsiteX25" fmla="*/ 127152 w 146652"/>
              <a:gd name="connsiteY25" fmla="*/ 24746 h 146730"/>
              <a:gd name="connsiteX26" fmla="*/ 118432 w 146652"/>
              <a:gd name="connsiteY26" fmla="*/ 17132 h 1467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146652" h="146730">
                <a:moveTo>
                  <a:pt x="118749" y="17132"/>
                </a:moveTo>
                <a:cubicBezTo>
                  <a:pt x="116529" y="15387"/>
                  <a:pt x="114152" y="13801"/>
                  <a:pt x="111773" y="12373"/>
                </a:cubicBezTo>
                <a:cubicBezTo>
                  <a:pt x="107334" y="9676"/>
                  <a:pt x="103212" y="6821"/>
                  <a:pt x="98297" y="5076"/>
                </a:cubicBezTo>
                <a:cubicBezTo>
                  <a:pt x="96711" y="4442"/>
                  <a:pt x="94967" y="4600"/>
                  <a:pt x="93224" y="4124"/>
                </a:cubicBezTo>
                <a:cubicBezTo>
                  <a:pt x="92748" y="4124"/>
                  <a:pt x="92272" y="3966"/>
                  <a:pt x="91955" y="3807"/>
                </a:cubicBezTo>
                <a:cubicBezTo>
                  <a:pt x="89260" y="3014"/>
                  <a:pt x="86406" y="2538"/>
                  <a:pt x="83711" y="2062"/>
                </a:cubicBezTo>
                <a:cubicBezTo>
                  <a:pt x="80223" y="1586"/>
                  <a:pt x="77052" y="0"/>
                  <a:pt x="73406" y="0"/>
                </a:cubicBezTo>
                <a:cubicBezTo>
                  <a:pt x="41380" y="0"/>
                  <a:pt x="14744" y="20939"/>
                  <a:pt x="4915" y="49650"/>
                </a:cubicBezTo>
                <a:cubicBezTo>
                  <a:pt x="3964" y="52347"/>
                  <a:pt x="3805" y="55202"/>
                  <a:pt x="3171" y="58058"/>
                </a:cubicBezTo>
                <a:cubicBezTo>
                  <a:pt x="2061" y="63134"/>
                  <a:pt x="0" y="68051"/>
                  <a:pt x="0" y="73444"/>
                </a:cubicBezTo>
                <a:cubicBezTo>
                  <a:pt x="0" y="83755"/>
                  <a:pt x="2220" y="93431"/>
                  <a:pt x="6025" y="102315"/>
                </a:cubicBezTo>
                <a:cubicBezTo>
                  <a:pt x="7135" y="105011"/>
                  <a:pt x="9354" y="106915"/>
                  <a:pt x="10781" y="109453"/>
                </a:cubicBezTo>
                <a:cubicBezTo>
                  <a:pt x="23464" y="131343"/>
                  <a:pt x="46136" y="146730"/>
                  <a:pt x="73247" y="146730"/>
                </a:cubicBezTo>
                <a:cubicBezTo>
                  <a:pt x="96395" y="146730"/>
                  <a:pt x="116213" y="135309"/>
                  <a:pt x="129530" y="118495"/>
                </a:cubicBezTo>
                <a:cubicBezTo>
                  <a:pt x="130322" y="117543"/>
                  <a:pt x="130798" y="116433"/>
                  <a:pt x="131591" y="115481"/>
                </a:cubicBezTo>
                <a:cubicBezTo>
                  <a:pt x="131750" y="115164"/>
                  <a:pt x="131908" y="115005"/>
                  <a:pt x="132067" y="114688"/>
                </a:cubicBezTo>
                <a:cubicBezTo>
                  <a:pt x="133652" y="112308"/>
                  <a:pt x="135396" y="110087"/>
                  <a:pt x="136823" y="107708"/>
                </a:cubicBezTo>
                <a:cubicBezTo>
                  <a:pt x="137774" y="105963"/>
                  <a:pt x="139202" y="104694"/>
                  <a:pt x="139994" y="102949"/>
                </a:cubicBezTo>
                <a:cubicBezTo>
                  <a:pt x="141104" y="100253"/>
                  <a:pt x="141421" y="97397"/>
                  <a:pt x="142213" y="94700"/>
                </a:cubicBezTo>
                <a:cubicBezTo>
                  <a:pt x="143323" y="90894"/>
                  <a:pt x="143958" y="87086"/>
                  <a:pt x="144592" y="83121"/>
                </a:cubicBezTo>
                <a:cubicBezTo>
                  <a:pt x="145068" y="80266"/>
                  <a:pt x="146177" y="77727"/>
                  <a:pt x="146335" y="74714"/>
                </a:cubicBezTo>
                <a:cubicBezTo>
                  <a:pt x="146335" y="74238"/>
                  <a:pt x="146653" y="73762"/>
                  <a:pt x="146653" y="73286"/>
                </a:cubicBezTo>
                <a:cubicBezTo>
                  <a:pt x="146653" y="69796"/>
                  <a:pt x="145068" y="66782"/>
                  <a:pt x="144592" y="63292"/>
                </a:cubicBezTo>
                <a:cubicBezTo>
                  <a:pt x="144117" y="60437"/>
                  <a:pt x="143640" y="57740"/>
                  <a:pt x="142848" y="55044"/>
                </a:cubicBezTo>
                <a:cubicBezTo>
                  <a:pt x="140628" y="46478"/>
                  <a:pt x="136982" y="38705"/>
                  <a:pt x="131908" y="31725"/>
                </a:cubicBezTo>
                <a:cubicBezTo>
                  <a:pt x="130165" y="29346"/>
                  <a:pt x="129055" y="26808"/>
                  <a:pt x="127152" y="24746"/>
                </a:cubicBezTo>
                <a:cubicBezTo>
                  <a:pt x="124456" y="21891"/>
                  <a:pt x="121603" y="19670"/>
                  <a:pt x="118432" y="17132"/>
                </a:cubicBezTo>
                <a:close/>
              </a:path>
            </a:pathLst>
          </a:custGeom>
          <a:solidFill>
            <a:srgbClr val="7030A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52" name="Freeform 751">
            <a:extLst>
              <a:ext uri="{FF2B5EF4-FFF2-40B4-BE49-F238E27FC236}">
                <a16:creationId xmlns:a16="http://schemas.microsoft.com/office/drawing/2014/main" id="{62AB6BA2-1EE4-A2D6-C402-59BDE543BD5C}"/>
              </a:ext>
            </a:extLst>
          </p:cNvPr>
          <p:cNvSpPr/>
          <p:nvPr userDrawn="1"/>
        </p:nvSpPr>
        <p:spPr>
          <a:xfrm>
            <a:off x="10895827" y="2956029"/>
            <a:ext cx="141252" cy="136641"/>
          </a:xfrm>
          <a:custGeom>
            <a:avLst/>
            <a:gdLst>
              <a:gd name="connsiteX0" fmla="*/ 144909 w 146652"/>
              <a:gd name="connsiteY0" fmla="*/ 81852 h 146571"/>
              <a:gd name="connsiteX1" fmla="*/ 146653 w 146652"/>
              <a:gd name="connsiteY1" fmla="*/ 73127 h 146571"/>
              <a:gd name="connsiteX2" fmla="*/ 145068 w 146652"/>
              <a:gd name="connsiteY2" fmla="*/ 65354 h 146571"/>
              <a:gd name="connsiteX3" fmla="*/ 141738 w 146652"/>
              <a:gd name="connsiteY3" fmla="*/ 48699 h 146571"/>
              <a:gd name="connsiteX4" fmla="*/ 141263 w 146652"/>
              <a:gd name="connsiteY4" fmla="*/ 46478 h 146571"/>
              <a:gd name="connsiteX5" fmla="*/ 107810 w 146652"/>
              <a:gd name="connsiteY5" fmla="*/ 9676 h 146571"/>
              <a:gd name="connsiteX6" fmla="*/ 107493 w 146652"/>
              <a:gd name="connsiteY6" fmla="*/ 9359 h 146571"/>
              <a:gd name="connsiteX7" fmla="*/ 91005 w 146652"/>
              <a:gd name="connsiteY7" fmla="*/ 3490 h 146571"/>
              <a:gd name="connsiteX8" fmla="*/ 82284 w 146652"/>
              <a:gd name="connsiteY8" fmla="*/ 1745 h 146571"/>
              <a:gd name="connsiteX9" fmla="*/ 80858 w 146652"/>
              <a:gd name="connsiteY9" fmla="*/ 1428 h 146571"/>
              <a:gd name="connsiteX10" fmla="*/ 74041 w 146652"/>
              <a:gd name="connsiteY10" fmla="*/ 0 h 146571"/>
              <a:gd name="connsiteX11" fmla="*/ 73406 w 146652"/>
              <a:gd name="connsiteY11" fmla="*/ 0 h 146571"/>
              <a:gd name="connsiteX12" fmla="*/ 65479 w 146652"/>
              <a:gd name="connsiteY12" fmla="*/ 1586 h 146571"/>
              <a:gd name="connsiteX13" fmla="*/ 59613 w 146652"/>
              <a:gd name="connsiteY13" fmla="*/ 2855 h 146571"/>
              <a:gd name="connsiteX14" fmla="*/ 36941 w 146652"/>
              <a:gd name="connsiteY14" fmla="*/ 11104 h 146571"/>
              <a:gd name="connsiteX15" fmla="*/ 29806 w 146652"/>
              <a:gd name="connsiteY15" fmla="*/ 15863 h 146571"/>
              <a:gd name="connsiteX16" fmla="*/ 0 w 146652"/>
              <a:gd name="connsiteY16" fmla="*/ 73286 h 146571"/>
              <a:gd name="connsiteX17" fmla="*/ 0 w 146652"/>
              <a:gd name="connsiteY17" fmla="*/ 73603 h 146571"/>
              <a:gd name="connsiteX18" fmla="*/ 1745 w 146652"/>
              <a:gd name="connsiteY18" fmla="*/ 82010 h 146571"/>
              <a:gd name="connsiteX19" fmla="*/ 14587 w 146652"/>
              <a:gd name="connsiteY19" fmla="*/ 114846 h 146571"/>
              <a:gd name="connsiteX20" fmla="*/ 19343 w 146652"/>
              <a:gd name="connsiteY20" fmla="*/ 121826 h 146571"/>
              <a:gd name="connsiteX21" fmla="*/ 28063 w 146652"/>
              <a:gd name="connsiteY21" fmla="*/ 129440 h 146571"/>
              <a:gd name="connsiteX22" fmla="*/ 35038 w 146652"/>
              <a:gd name="connsiteY22" fmla="*/ 134199 h 146571"/>
              <a:gd name="connsiteX23" fmla="*/ 73406 w 146652"/>
              <a:gd name="connsiteY23" fmla="*/ 146572 h 146571"/>
              <a:gd name="connsiteX24" fmla="*/ 114944 w 146652"/>
              <a:gd name="connsiteY24" fmla="*/ 132137 h 146571"/>
              <a:gd name="connsiteX25" fmla="*/ 115103 w 146652"/>
              <a:gd name="connsiteY25" fmla="*/ 131978 h 146571"/>
              <a:gd name="connsiteX26" fmla="*/ 122237 w 146652"/>
              <a:gd name="connsiteY26" fmla="*/ 127060 h 146571"/>
              <a:gd name="connsiteX27" fmla="*/ 123506 w 146652"/>
              <a:gd name="connsiteY27" fmla="*/ 126109 h 146571"/>
              <a:gd name="connsiteX28" fmla="*/ 127470 w 146652"/>
              <a:gd name="connsiteY28" fmla="*/ 121509 h 146571"/>
              <a:gd name="connsiteX29" fmla="*/ 139043 w 146652"/>
              <a:gd name="connsiteY29" fmla="*/ 104377 h 146571"/>
              <a:gd name="connsiteX30" fmla="*/ 142214 w 146652"/>
              <a:gd name="connsiteY30" fmla="*/ 94700 h 146571"/>
              <a:gd name="connsiteX31" fmla="*/ 142531 w 146652"/>
              <a:gd name="connsiteY31" fmla="*/ 92797 h 146571"/>
              <a:gd name="connsiteX32" fmla="*/ 144750 w 146652"/>
              <a:gd name="connsiteY32" fmla="*/ 82010 h 146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146652" h="146571">
                <a:moveTo>
                  <a:pt x="144909" y="81852"/>
                </a:moveTo>
                <a:cubicBezTo>
                  <a:pt x="145385" y="78838"/>
                  <a:pt x="146653" y="76141"/>
                  <a:pt x="146653" y="73127"/>
                </a:cubicBezTo>
                <a:cubicBezTo>
                  <a:pt x="146653" y="70431"/>
                  <a:pt x="145385" y="68051"/>
                  <a:pt x="145068" y="65354"/>
                </a:cubicBezTo>
                <a:cubicBezTo>
                  <a:pt x="144434" y="59644"/>
                  <a:pt x="143640" y="53933"/>
                  <a:pt x="141738" y="48699"/>
                </a:cubicBezTo>
                <a:cubicBezTo>
                  <a:pt x="141422" y="48064"/>
                  <a:pt x="141579" y="47112"/>
                  <a:pt x="141263" y="46478"/>
                </a:cubicBezTo>
                <a:cubicBezTo>
                  <a:pt x="134921" y="30456"/>
                  <a:pt x="122871" y="17766"/>
                  <a:pt x="107810" y="9676"/>
                </a:cubicBezTo>
                <a:cubicBezTo>
                  <a:pt x="107652" y="9676"/>
                  <a:pt x="107493" y="9359"/>
                  <a:pt x="107493" y="9359"/>
                </a:cubicBezTo>
                <a:cubicBezTo>
                  <a:pt x="102102" y="6504"/>
                  <a:pt x="96712" y="4917"/>
                  <a:pt x="91005" y="3490"/>
                </a:cubicBezTo>
                <a:cubicBezTo>
                  <a:pt x="88150" y="2697"/>
                  <a:pt x="85297" y="2062"/>
                  <a:pt x="82284" y="1745"/>
                </a:cubicBezTo>
                <a:cubicBezTo>
                  <a:pt x="81809" y="1745"/>
                  <a:pt x="81333" y="1586"/>
                  <a:pt x="80858" y="1428"/>
                </a:cubicBezTo>
                <a:cubicBezTo>
                  <a:pt x="78479" y="1111"/>
                  <a:pt x="76418" y="0"/>
                  <a:pt x="74041" y="0"/>
                </a:cubicBezTo>
                <a:cubicBezTo>
                  <a:pt x="73882" y="0"/>
                  <a:pt x="73564" y="0"/>
                  <a:pt x="73406" y="0"/>
                </a:cubicBezTo>
                <a:cubicBezTo>
                  <a:pt x="70552" y="0"/>
                  <a:pt x="68175" y="1269"/>
                  <a:pt x="65479" y="1586"/>
                </a:cubicBezTo>
                <a:cubicBezTo>
                  <a:pt x="63417" y="1903"/>
                  <a:pt x="61515" y="2379"/>
                  <a:pt x="59613" y="2855"/>
                </a:cubicBezTo>
                <a:cubicBezTo>
                  <a:pt x="51369" y="4442"/>
                  <a:pt x="43917" y="6980"/>
                  <a:pt x="36941" y="11104"/>
                </a:cubicBezTo>
                <a:cubicBezTo>
                  <a:pt x="34405" y="12532"/>
                  <a:pt x="32185" y="14118"/>
                  <a:pt x="29806" y="15863"/>
                </a:cubicBezTo>
                <a:cubicBezTo>
                  <a:pt x="12208" y="29187"/>
                  <a:pt x="0" y="49492"/>
                  <a:pt x="0" y="73286"/>
                </a:cubicBezTo>
                <a:lnTo>
                  <a:pt x="0" y="73603"/>
                </a:lnTo>
                <a:cubicBezTo>
                  <a:pt x="0" y="76617"/>
                  <a:pt x="1427" y="79155"/>
                  <a:pt x="1745" y="82010"/>
                </a:cubicBezTo>
                <a:cubicBezTo>
                  <a:pt x="3330" y="94383"/>
                  <a:pt x="7769" y="105328"/>
                  <a:pt x="14587" y="114846"/>
                </a:cubicBezTo>
                <a:cubicBezTo>
                  <a:pt x="16172" y="117226"/>
                  <a:pt x="17440" y="119764"/>
                  <a:pt x="19343" y="121826"/>
                </a:cubicBezTo>
                <a:cubicBezTo>
                  <a:pt x="22038" y="124681"/>
                  <a:pt x="24891" y="126902"/>
                  <a:pt x="28063" y="129440"/>
                </a:cubicBezTo>
                <a:cubicBezTo>
                  <a:pt x="30282" y="131185"/>
                  <a:pt x="32660" y="132771"/>
                  <a:pt x="35038" y="134199"/>
                </a:cubicBezTo>
                <a:cubicBezTo>
                  <a:pt x="46295" y="141337"/>
                  <a:pt x="58979" y="146572"/>
                  <a:pt x="73406" y="146572"/>
                </a:cubicBezTo>
                <a:cubicBezTo>
                  <a:pt x="89101" y="146572"/>
                  <a:pt x="103053" y="140544"/>
                  <a:pt x="114944" y="132137"/>
                </a:cubicBezTo>
                <a:cubicBezTo>
                  <a:pt x="114944" y="132137"/>
                  <a:pt x="115103" y="131978"/>
                  <a:pt x="115103" y="131978"/>
                </a:cubicBezTo>
                <a:cubicBezTo>
                  <a:pt x="117640" y="130233"/>
                  <a:pt x="120176" y="128964"/>
                  <a:pt x="122237" y="127060"/>
                </a:cubicBezTo>
                <a:cubicBezTo>
                  <a:pt x="122714" y="126743"/>
                  <a:pt x="123189" y="126584"/>
                  <a:pt x="123506" y="126109"/>
                </a:cubicBezTo>
                <a:cubicBezTo>
                  <a:pt x="125091" y="124681"/>
                  <a:pt x="126201" y="123095"/>
                  <a:pt x="127470" y="121509"/>
                </a:cubicBezTo>
                <a:cubicBezTo>
                  <a:pt x="132067" y="116274"/>
                  <a:pt x="136031" y="110563"/>
                  <a:pt x="139043" y="104377"/>
                </a:cubicBezTo>
                <a:cubicBezTo>
                  <a:pt x="140470" y="101204"/>
                  <a:pt x="141104" y="98032"/>
                  <a:pt x="142214" y="94700"/>
                </a:cubicBezTo>
                <a:cubicBezTo>
                  <a:pt x="142373" y="94066"/>
                  <a:pt x="142373" y="93431"/>
                  <a:pt x="142531" y="92797"/>
                </a:cubicBezTo>
                <a:cubicBezTo>
                  <a:pt x="143483" y="89307"/>
                  <a:pt x="144275" y="85659"/>
                  <a:pt x="144750" y="82010"/>
                </a:cubicBezTo>
                <a:close/>
              </a:path>
            </a:pathLst>
          </a:custGeom>
          <a:solidFill>
            <a:srgbClr val="FF7D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53" name="Freeform 752">
            <a:extLst>
              <a:ext uri="{FF2B5EF4-FFF2-40B4-BE49-F238E27FC236}">
                <a16:creationId xmlns:a16="http://schemas.microsoft.com/office/drawing/2014/main" id="{13F444FF-026E-1506-E035-32CA906BB259}"/>
              </a:ext>
            </a:extLst>
          </p:cNvPr>
          <p:cNvSpPr/>
          <p:nvPr userDrawn="1"/>
        </p:nvSpPr>
        <p:spPr>
          <a:xfrm>
            <a:off x="10625986" y="2551043"/>
            <a:ext cx="141405" cy="136789"/>
          </a:xfrm>
          <a:custGeom>
            <a:avLst/>
            <a:gdLst>
              <a:gd name="connsiteX0" fmla="*/ 316 w 146811"/>
              <a:gd name="connsiteY0" fmla="*/ 73444 h 146730"/>
              <a:gd name="connsiteX1" fmla="*/ 2378 w 146811"/>
              <a:gd name="connsiteY1" fmla="*/ 83438 h 146730"/>
              <a:gd name="connsiteX2" fmla="*/ 4122 w 146811"/>
              <a:gd name="connsiteY2" fmla="*/ 91687 h 146730"/>
              <a:gd name="connsiteX3" fmla="*/ 22672 w 146811"/>
              <a:gd name="connsiteY3" fmla="*/ 125791 h 146730"/>
              <a:gd name="connsiteX4" fmla="*/ 29806 w 146811"/>
              <a:gd name="connsiteY4" fmla="*/ 130550 h 146730"/>
              <a:gd name="connsiteX5" fmla="*/ 48831 w 146811"/>
              <a:gd name="connsiteY5" fmla="*/ 141654 h 146730"/>
              <a:gd name="connsiteX6" fmla="*/ 57075 w 146811"/>
              <a:gd name="connsiteY6" fmla="*/ 143399 h 146730"/>
              <a:gd name="connsiteX7" fmla="*/ 73563 w 146811"/>
              <a:gd name="connsiteY7" fmla="*/ 146730 h 146730"/>
              <a:gd name="connsiteX8" fmla="*/ 110029 w 146811"/>
              <a:gd name="connsiteY8" fmla="*/ 135626 h 146730"/>
              <a:gd name="connsiteX9" fmla="*/ 114627 w 146811"/>
              <a:gd name="connsiteY9" fmla="*/ 132454 h 146730"/>
              <a:gd name="connsiteX10" fmla="*/ 121603 w 146811"/>
              <a:gd name="connsiteY10" fmla="*/ 127695 h 146730"/>
              <a:gd name="connsiteX11" fmla="*/ 122713 w 146811"/>
              <a:gd name="connsiteY11" fmla="*/ 126902 h 146730"/>
              <a:gd name="connsiteX12" fmla="*/ 125884 w 146811"/>
              <a:gd name="connsiteY12" fmla="*/ 124364 h 146730"/>
              <a:gd name="connsiteX13" fmla="*/ 146812 w 146811"/>
              <a:gd name="connsiteY13" fmla="*/ 73286 h 146730"/>
              <a:gd name="connsiteX14" fmla="*/ 145225 w 146811"/>
              <a:gd name="connsiteY14" fmla="*/ 65672 h 146730"/>
              <a:gd name="connsiteX15" fmla="*/ 143482 w 146811"/>
              <a:gd name="connsiteY15" fmla="*/ 57264 h 146730"/>
              <a:gd name="connsiteX16" fmla="*/ 139518 w 146811"/>
              <a:gd name="connsiteY16" fmla="*/ 42512 h 146730"/>
              <a:gd name="connsiteX17" fmla="*/ 134762 w 146811"/>
              <a:gd name="connsiteY17" fmla="*/ 35533 h 146730"/>
              <a:gd name="connsiteX18" fmla="*/ 90686 w 146811"/>
              <a:gd name="connsiteY18" fmla="*/ 3490 h 146730"/>
              <a:gd name="connsiteX19" fmla="*/ 88784 w 146811"/>
              <a:gd name="connsiteY19" fmla="*/ 3014 h 146730"/>
              <a:gd name="connsiteX20" fmla="*/ 80539 w 146811"/>
              <a:gd name="connsiteY20" fmla="*/ 1428 h 146730"/>
              <a:gd name="connsiteX21" fmla="*/ 80223 w 146811"/>
              <a:gd name="connsiteY21" fmla="*/ 1428 h 146730"/>
              <a:gd name="connsiteX22" fmla="*/ 73406 w 146811"/>
              <a:gd name="connsiteY22" fmla="*/ 0 h 146730"/>
              <a:gd name="connsiteX23" fmla="*/ 71661 w 146811"/>
              <a:gd name="connsiteY23" fmla="*/ 317 h 146730"/>
              <a:gd name="connsiteX24" fmla="*/ 67697 w 146811"/>
              <a:gd name="connsiteY24" fmla="*/ 1111 h 146730"/>
              <a:gd name="connsiteX25" fmla="*/ 59295 w 146811"/>
              <a:gd name="connsiteY25" fmla="*/ 2855 h 146730"/>
              <a:gd name="connsiteX26" fmla="*/ 0 w 146811"/>
              <a:gd name="connsiteY26" fmla="*/ 73286 h 1467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146811" h="146730">
                <a:moveTo>
                  <a:pt x="316" y="73444"/>
                </a:moveTo>
                <a:cubicBezTo>
                  <a:pt x="316" y="76934"/>
                  <a:pt x="1902" y="79948"/>
                  <a:pt x="2378" y="83438"/>
                </a:cubicBezTo>
                <a:cubicBezTo>
                  <a:pt x="2854" y="86293"/>
                  <a:pt x="3329" y="88990"/>
                  <a:pt x="4122" y="91687"/>
                </a:cubicBezTo>
                <a:cubicBezTo>
                  <a:pt x="7610" y="104694"/>
                  <a:pt x="13317" y="116750"/>
                  <a:pt x="22672" y="125791"/>
                </a:cubicBezTo>
                <a:cubicBezTo>
                  <a:pt x="24733" y="127854"/>
                  <a:pt x="27428" y="128805"/>
                  <a:pt x="29806" y="130550"/>
                </a:cubicBezTo>
                <a:cubicBezTo>
                  <a:pt x="35672" y="135150"/>
                  <a:pt x="41697" y="139116"/>
                  <a:pt x="48831" y="141654"/>
                </a:cubicBezTo>
                <a:cubicBezTo>
                  <a:pt x="51368" y="142606"/>
                  <a:pt x="54380" y="142765"/>
                  <a:pt x="57075" y="143399"/>
                </a:cubicBezTo>
                <a:cubicBezTo>
                  <a:pt x="62624" y="144668"/>
                  <a:pt x="67697" y="146730"/>
                  <a:pt x="73563" y="146730"/>
                </a:cubicBezTo>
                <a:cubicBezTo>
                  <a:pt x="87040" y="146730"/>
                  <a:pt x="99090" y="142130"/>
                  <a:pt x="110029" y="135626"/>
                </a:cubicBezTo>
                <a:cubicBezTo>
                  <a:pt x="111614" y="134675"/>
                  <a:pt x="113042" y="133564"/>
                  <a:pt x="114627" y="132454"/>
                </a:cubicBezTo>
                <a:cubicBezTo>
                  <a:pt x="117005" y="130867"/>
                  <a:pt x="119542" y="129598"/>
                  <a:pt x="121603" y="127695"/>
                </a:cubicBezTo>
                <a:cubicBezTo>
                  <a:pt x="121920" y="127378"/>
                  <a:pt x="122395" y="127219"/>
                  <a:pt x="122713" y="126902"/>
                </a:cubicBezTo>
                <a:cubicBezTo>
                  <a:pt x="123822" y="125950"/>
                  <a:pt x="124932" y="125315"/>
                  <a:pt x="125884" y="124364"/>
                </a:cubicBezTo>
                <a:cubicBezTo>
                  <a:pt x="138726" y="111198"/>
                  <a:pt x="146812" y="93273"/>
                  <a:pt x="146812" y="73286"/>
                </a:cubicBezTo>
                <a:cubicBezTo>
                  <a:pt x="146812" y="70589"/>
                  <a:pt x="145543" y="68210"/>
                  <a:pt x="145225" y="65672"/>
                </a:cubicBezTo>
                <a:cubicBezTo>
                  <a:pt x="144908" y="62816"/>
                  <a:pt x="144116" y="60120"/>
                  <a:pt x="143482" y="57264"/>
                </a:cubicBezTo>
                <a:cubicBezTo>
                  <a:pt x="142213" y="52188"/>
                  <a:pt x="141579" y="47112"/>
                  <a:pt x="139518" y="42512"/>
                </a:cubicBezTo>
                <a:cubicBezTo>
                  <a:pt x="138250" y="39974"/>
                  <a:pt x="136188" y="37912"/>
                  <a:pt x="134762" y="35533"/>
                </a:cubicBezTo>
                <a:cubicBezTo>
                  <a:pt x="124774" y="19511"/>
                  <a:pt x="109394" y="8090"/>
                  <a:pt x="90686" y="3490"/>
                </a:cubicBezTo>
                <a:cubicBezTo>
                  <a:pt x="90053" y="3331"/>
                  <a:pt x="89418" y="3172"/>
                  <a:pt x="88784" y="3014"/>
                </a:cubicBezTo>
                <a:cubicBezTo>
                  <a:pt x="86089" y="2379"/>
                  <a:pt x="83394" y="1586"/>
                  <a:pt x="80539" y="1428"/>
                </a:cubicBezTo>
                <a:lnTo>
                  <a:pt x="80223" y="1428"/>
                </a:lnTo>
                <a:cubicBezTo>
                  <a:pt x="77844" y="1111"/>
                  <a:pt x="75942" y="0"/>
                  <a:pt x="73406" y="0"/>
                </a:cubicBezTo>
                <a:cubicBezTo>
                  <a:pt x="72771" y="0"/>
                  <a:pt x="72296" y="317"/>
                  <a:pt x="71661" y="317"/>
                </a:cubicBezTo>
                <a:cubicBezTo>
                  <a:pt x="70235" y="317"/>
                  <a:pt x="69125" y="952"/>
                  <a:pt x="67697" y="1111"/>
                </a:cubicBezTo>
                <a:cubicBezTo>
                  <a:pt x="64844" y="1428"/>
                  <a:pt x="62149" y="2221"/>
                  <a:pt x="59295" y="2855"/>
                </a:cubicBezTo>
                <a:cubicBezTo>
                  <a:pt x="25843" y="9518"/>
                  <a:pt x="0" y="37753"/>
                  <a:pt x="0" y="73286"/>
                </a:cubicBezTo>
                <a:close/>
              </a:path>
            </a:pathLst>
          </a:custGeom>
          <a:solidFill>
            <a:srgbClr val="FF7D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54" name="Freeform 753">
            <a:extLst>
              <a:ext uri="{FF2B5EF4-FFF2-40B4-BE49-F238E27FC236}">
                <a16:creationId xmlns:a16="http://schemas.microsoft.com/office/drawing/2014/main" id="{B89BE7AA-6032-4853-392F-BB1842941987}"/>
              </a:ext>
            </a:extLst>
          </p:cNvPr>
          <p:cNvSpPr/>
          <p:nvPr userDrawn="1"/>
        </p:nvSpPr>
        <p:spPr>
          <a:xfrm>
            <a:off x="11009784" y="23069"/>
            <a:ext cx="197069" cy="213511"/>
          </a:xfrm>
          <a:custGeom>
            <a:avLst/>
            <a:gdLst>
              <a:gd name="connsiteX0" fmla="*/ 36148 w 197069"/>
              <a:gd name="connsiteY0" fmla="*/ 11897 h 247934"/>
              <a:gd name="connsiteX1" fmla="*/ 29014 w 197069"/>
              <a:gd name="connsiteY1" fmla="*/ 16656 h 247934"/>
              <a:gd name="connsiteX2" fmla="*/ 26635 w 197069"/>
              <a:gd name="connsiteY2" fmla="*/ 18242 h 247934"/>
              <a:gd name="connsiteX3" fmla="*/ 25843 w 197069"/>
              <a:gd name="connsiteY3" fmla="*/ 18718 h 247934"/>
              <a:gd name="connsiteX4" fmla="*/ 19342 w 197069"/>
              <a:gd name="connsiteY4" fmla="*/ 25063 h 247934"/>
              <a:gd name="connsiteX5" fmla="*/ 16806 w 197069"/>
              <a:gd name="connsiteY5" fmla="*/ 28712 h 247934"/>
              <a:gd name="connsiteX6" fmla="*/ 317 w 197069"/>
              <a:gd name="connsiteY6" fmla="*/ 72334 h 247934"/>
              <a:gd name="connsiteX7" fmla="*/ 0 w 197069"/>
              <a:gd name="connsiteY7" fmla="*/ 73603 h 247934"/>
              <a:gd name="connsiteX8" fmla="*/ 4756 w 197069"/>
              <a:gd name="connsiteY8" fmla="*/ 97556 h 247934"/>
              <a:gd name="connsiteX9" fmla="*/ 9196 w 197069"/>
              <a:gd name="connsiteY9" fmla="*/ 105487 h 247934"/>
              <a:gd name="connsiteX10" fmla="*/ 32660 w 197069"/>
              <a:gd name="connsiteY10" fmla="*/ 130392 h 247934"/>
              <a:gd name="connsiteX11" fmla="*/ 55332 w 197069"/>
              <a:gd name="connsiteY11" fmla="*/ 140226 h 247934"/>
              <a:gd name="connsiteX12" fmla="*/ 63417 w 197069"/>
              <a:gd name="connsiteY12" fmla="*/ 142765 h 247934"/>
              <a:gd name="connsiteX13" fmla="*/ 63576 w 197069"/>
              <a:gd name="connsiteY13" fmla="*/ 142765 h 247934"/>
              <a:gd name="connsiteX14" fmla="*/ 63100 w 197069"/>
              <a:gd name="connsiteY14" fmla="*/ 143716 h 247934"/>
              <a:gd name="connsiteX15" fmla="*/ 52637 w 197069"/>
              <a:gd name="connsiteY15" fmla="*/ 166241 h 247934"/>
              <a:gd name="connsiteX16" fmla="*/ 50417 w 197069"/>
              <a:gd name="connsiteY16" fmla="*/ 174490 h 247934"/>
              <a:gd name="connsiteX17" fmla="*/ 52003 w 197069"/>
              <a:gd name="connsiteY17" fmla="*/ 182104 h 247934"/>
              <a:gd name="connsiteX18" fmla="*/ 53588 w 197069"/>
              <a:gd name="connsiteY18" fmla="*/ 189877 h 247934"/>
              <a:gd name="connsiteX19" fmla="*/ 57075 w 197069"/>
              <a:gd name="connsiteY19" fmla="*/ 204153 h 247934"/>
              <a:gd name="connsiteX20" fmla="*/ 62784 w 197069"/>
              <a:gd name="connsiteY20" fmla="*/ 212560 h 247934"/>
              <a:gd name="connsiteX21" fmla="*/ 70711 w 197069"/>
              <a:gd name="connsiteY21" fmla="*/ 224458 h 247934"/>
              <a:gd name="connsiteX22" fmla="*/ 79589 w 197069"/>
              <a:gd name="connsiteY22" fmla="*/ 231437 h 247934"/>
              <a:gd name="connsiteX23" fmla="*/ 94967 w 197069"/>
              <a:gd name="connsiteY23" fmla="*/ 241907 h 247934"/>
              <a:gd name="connsiteX24" fmla="*/ 102577 w 197069"/>
              <a:gd name="connsiteY24" fmla="*/ 243493 h 247934"/>
              <a:gd name="connsiteX25" fmla="*/ 103846 w 197069"/>
              <a:gd name="connsiteY25" fmla="*/ 243810 h 247934"/>
              <a:gd name="connsiteX26" fmla="*/ 112249 w 197069"/>
              <a:gd name="connsiteY26" fmla="*/ 245555 h 247934"/>
              <a:gd name="connsiteX27" fmla="*/ 114944 w 197069"/>
              <a:gd name="connsiteY27" fmla="*/ 246189 h 247934"/>
              <a:gd name="connsiteX28" fmla="*/ 123347 w 197069"/>
              <a:gd name="connsiteY28" fmla="*/ 247934 h 247934"/>
              <a:gd name="connsiteX29" fmla="*/ 123822 w 197069"/>
              <a:gd name="connsiteY29" fmla="*/ 247934 h 247934"/>
              <a:gd name="connsiteX30" fmla="*/ 129371 w 197069"/>
              <a:gd name="connsiteY30" fmla="*/ 246824 h 247934"/>
              <a:gd name="connsiteX31" fmla="*/ 137774 w 197069"/>
              <a:gd name="connsiteY31" fmla="*/ 245079 h 247934"/>
              <a:gd name="connsiteX32" fmla="*/ 153946 w 197069"/>
              <a:gd name="connsiteY32" fmla="*/ 240955 h 247934"/>
              <a:gd name="connsiteX33" fmla="*/ 155690 w 197069"/>
              <a:gd name="connsiteY33" fmla="*/ 239686 h 247934"/>
              <a:gd name="connsiteX34" fmla="*/ 162825 w 197069"/>
              <a:gd name="connsiteY34" fmla="*/ 234768 h 247934"/>
              <a:gd name="connsiteX35" fmla="*/ 193423 w 197069"/>
              <a:gd name="connsiteY35" fmla="*/ 192098 h 247934"/>
              <a:gd name="connsiteX36" fmla="*/ 195167 w 197069"/>
              <a:gd name="connsiteY36" fmla="*/ 183849 h 247934"/>
              <a:gd name="connsiteX37" fmla="*/ 197070 w 197069"/>
              <a:gd name="connsiteY37" fmla="*/ 174331 h 247934"/>
              <a:gd name="connsiteX38" fmla="*/ 133335 w 197069"/>
              <a:gd name="connsiteY38" fmla="*/ 105011 h 247934"/>
              <a:gd name="connsiteX39" fmla="*/ 140469 w 197069"/>
              <a:gd name="connsiteY39" fmla="*/ 92638 h 247934"/>
              <a:gd name="connsiteX40" fmla="*/ 143482 w 197069"/>
              <a:gd name="connsiteY40" fmla="*/ 84548 h 247934"/>
              <a:gd name="connsiteX41" fmla="*/ 146653 w 197069"/>
              <a:gd name="connsiteY41" fmla="*/ 73286 h 247934"/>
              <a:gd name="connsiteX42" fmla="*/ 73406 w 197069"/>
              <a:gd name="connsiteY42" fmla="*/ 0 h 247934"/>
              <a:gd name="connsiteX43" fmla="*/ 41063 w 197069"/>
              <a:gd name="connsiteY43" fmla="*/ 8407 h 247934"/>
              <a:gd name="connsiteX44" fmla="*/ 35990 w 197069"/>
              <a:gd name="connsiteY44" fmla="*/ 11897 h 247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</a:cxnLst>
            <a:rect l="l" t="t" r="r" b="b"/>
            <a:pathLst>
              <a:path w="197069" h="247934">
                <a:moveTo>
                  <a:pt x="36148" y="11897"/>
                </a:moveTo>
                <a:cubicBezTo>
                  <a:pt x="33770" y="13325"/>
                  <a:pt x="31391" y="14911"/>
                  <a:pt x="29014" y="16656"/>
                </a:cubicBezTo>
                <a:cubicBezTo>
                  <a:pt x="28221" y="17290"/>
                  <a:pt x="27428" y="17608"/>
                  <a:pt x="26635" y="18242"/>
                </a:cubicBezTo>
                <a:cubicBezTo>
                  <a:pt x="26318" y="18559"/>
                  <a:pt x="25843" y="18718"/>
                  <a:pt x="25843" y="18718"/>
                </a:cubicBezTo>
                <a:cubicBezTo>
                  <a:pt x="23305" y="20939"/>
                  <a:pt x="21245" y="23001"/>
                  <a:pt x="19342" y="25063"/>
                </a:cubicBezTo>
                <a:cubicBezTo>
                  <a:pt x="18391" y="26173"/>
                  <a:pt x="17757" y="27601"/>
                  <a:pt x="16806" y="28712"/>
                </a:cubicBezTo>
                <a:cubicBezTo>
                  <a:pt x="7135" y="40926"/>
                  <a:pt x="634" y="55520"/>
                  <a:pt x="317" y="72334"/>
                </a:cubicBezTo>
                <a:cubicBezTo>
                  <a:pt x="317" y="72334"/>
                  <a:pt x="0" y="73127"/>
                  <a:pt x="0" y="73603"/>
                </a:cubicBezTo>
                <a:cubicBezTo>
                  <a:pt x="0" y="82169"/>
                  <a:pt x="1902" y="90100"/>
                  <a:pt x="4756" y="97556"/>
                </a:cubicBezTo>
                <a:cubicBezTo>
                  <a:pt x="5866" y="100411"/>
                  <a:pt x="7768" y="102790"/>
                  <a:pt x="9196" y="105487"/>
                </a:cubicBezTo>
                <a:cubicBezTo>
                  <a:pt x="14744" y="115639"/>
                  <a:pt x="22830" y="124046"/>
                  <a:pt x="32660" y="130392"/>
                </a:cubicBezTo>
                <a:cubicBezTo>
                  <a:pt x="39477" y="134833"/>
                  <a:pt x="47087" y="138164"/>
                  <a:pt x="55332" y="140226"/>
                </a:cubicBezTo>
                <a:cubicBezTo>
                  <a:pt x="58185" y="141020"/>
                  <a:pt x="60564" y="142289"/>
                  <a:pt x="63417" y="142765"/>
                </a:cubicBezTo>
                <a:cubicBezTo>
                  <a:pt x="63417" y="142765"/>
                  <a:pt x="63576" y="142765"/>
                  <a:pt x="63576" y="142765"/>
                </a:cubicBezTo>
                <a:cubicBezTo>
                  <a:pt x="63576" y="143082"/>
                  <a:pt x="63259" y="143399"/>
                  <a:pt x="63100" y="143716"/>
                </a:cubicBezTo>
                <a:cubicBezTo>
                  <a:pt x="58978" y="151013"/>
                  <a:pt x="55014" y="158310"/>
                  <a:pt x="52637" y="166241"/>
                </a:cubicBezTo>
                <a:cubicBezTo>
                  <a:pt x="51844" y="168938"/>
                  <a:pt x="50417" y="171476"/>
                  <a:pt x="50417" y="174490"/>
                </a:cubicBezTo>
                <a:cubicBezTo>
                  <a:pt x="50417" y="177187"/>
                  <a:pt x="51685" y="179566"/>
                  <a:pt x="52003" y="182104"/>
                </a:cubicBezTo>
                <a:cubicBezTo>
                  <a:pt x="52319" y="184801"/>
                  <a:pt x="52954" y="187339"/>
                  <a:pt x="53588" y="189877"/>
                </a:cubicBezTo>
                <a:cubicBezTo>
                  <a:pt x="54698" y="194794"/>
                  <a:pt x="55014" y="199712"/>
                  <a:pt x="57075" y="204153"/>
                </a:cubicBezTo>
                <a:cubicBezTo>
                  <a:pt x="58503" y="207326"/>
                  <a:pt x="60881" y="209705"/>
                  <a:pt x="62784" y="212560"/>
                </a:cubicBezTo>
                <a:cubicBezTo>
                  <a:pt x="65320" y="216685"/>
                  <a:pt x="67540" y="220968"/>
                  <a:pt x="70711" y="224458"/>
                </a:cubicBezTo>
                <a:cubicBezTo>
                  <a:pt x="73406" y="227313"/>
                  <a:pt x="76577" y="229058"/>
                  <a:pt x="79589" y="231437"/>
                </a:cubicBezTo>
                <a:cubicBezTo>
                  <a:pt x="84504" y="235244"/>
                  <a:pt x="89260" y="239368"/>
                  <a:pt x="94967" y="241907"/>
                </a:cubicBezTo>
                <a:cubicBezTo>
                  <a:pt x="97346" y="242858"/>
                  <a:pt x="100041" y="242858"/>
                  <a:pt x="102577" y="243493"/>
                </a:cubicBezTo>
                <a:cubicBezTo>
                  <a:pt x="103053" y="243651"/>
                  <a:pt x="103529" y="243651"/>
                  <a:pt x="103846" y="243810"/>
                </a:cubicBezTo>
                <a:cubicBezTo>
                  <a:pt x="106541" y="244603"/>
                  <a:pt x="109395" y="245079"/>
                  <a:pt x="112249" y="245555"/>
                </a:cubicBezTo>
                <a:cubicBezTo>
                  <a:pt x="113200" y="245714"/>
                  <a:pt x="113993" y="246031"/>
                  <a:pt x="114944" y="246189"/>
                </a:cubicBezTo>
                <a:cubicBezTo>
                  <a:pt x="117798" y="246507"/>
                  <a:pt x="120335" y="247934"/>
                  <a:pt x="123347" y="247934"/>
                </a:cubicBezTo>
                <a:cubicBezTo>
                  <a:pt x="123347" y="247934"/>
                  <a:pt x="123664" y="247934"/>
                  <a:pt x="123822" y="247934"/>
                </a:cubicBezTo>
                <a:cubicBezTo>
                  <a:pt x="125884" y="247934"/>
                  <a:pt x="127469" y="246983"/>
                  <a:pt x="129371" y="246824"/>
                </a:cubicBezTo>
                <a:cubicBezTo>
                  <a:pt x="132383" y="246507"/>
                  <a:pt x="135079" y="245714"/>
                  <a:pt x="137774" y="245079"/>
                </a:cubicBezTo>
                <a:cubicBezTo>
                  <a:pt x="143323" y="243969"/>
                  <a:pt x="148873" y="243334"/>
                  <a:pt x="153946" y="240955"/>
                </a:cubicBezTo>
                <a:cubicBezTo>
                  <a:pt x="154580" y="240637"/>
                  <a:pt x="155056" y="240003"/>
                  <a:pt x="155690" y="239686"/>
                </a:cubicBezTo>
                <a:cubicBezTo>
                  <a:pt x="158385" y="238417"/>
                  <a:pt x="160446" y="236355"/>
                  <a:pt x="162825" y="234768"/>
                </a:cubicBezTo>
                <a:cubicBezTo>
                  <a:pt x="178044" y="224933"/>
                  <a:pt x="188825" y="210181"/>
                  <a:pt x="193423" y="192098"/>
                </a:cubicBezTo>
                <a:cubicBezTo>
                  <a:pt x="194057" y="189401"/>
                  <a:pt x="194692" y="186704"/>
                  <a:pt x="195167" y="183849"/>
                </a:cubicBezTo>
                <a:cubicBezTo>
                  <a:pt x="195643" y="180518"/>
                  <a:pt x="197070" y="177662"/>
                  <a:pt x="197070" y="174331"/>
                </a:cubicBezTo>
                <a:cubicBezTo>
                  <a:pt x="197070" y="137530"/>
                  <a:pt x="168691" y="110246"/>
                  <a:pt x="133335" y="105011"/>
                </a:cubicBezTo>
                <a:cubicBezTo>
                  <a:pt x="135555" y="100728"/>
                  <a:pt x="138092" y="96763"/>
                  <a:pt x="140469" y="92638"/>
                </a:cubicBezTo>
                <a:cubicBezTo>
                  <a:pt x="141897" y="90100"/>
                  <a:pt x="142372" y="87245"/>
                  <a:pt x="143482" y="84548"/>
                </a:cubicBezTo>
                <a:cubicBezTo>
                  <a:pt x="144909" y="80900"/>
                  <a:pt x="146653" y="77410"/>
                  <a:pt x="146653" y="73286"/>
                </a:cubicBezTo>
                <a:cubicBezTo>
                  <a:pt x="146653" y="32836"/>
                  <a:pt x="113834" y="0"/>
                  <a:pt x="73406" y="0"/>
                </a:cubicBezTo>
                <a:cubicBezTo>
                  <a:pt x="61674" y="0"/>
                  <a:pt x="50893" y="3490"/>
                  <a:pt x="41063" y="8407"/>
                </a:cubicBezTo>
                <a:cubicBezTo>
                  <a:pt x="39160" y="9359"/>
                  <a:pt x="37733" y="10787"/>
                  <a:pt x="35990" y="11897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55" name="Freeform 754">
            <a:extLst>
              <a:ext uri="{FF2B5EF4-FFF2-40B4-BE49-F238E27FC236}">
                <a16:creationId xmlns:a16="http://schemas.microsoft.com/office/drawing/2014/main" id="{18B797A6-5D43-E752-63F9-44865F50C197}"/>
              </a:ext>
            </a:extLst>
          </p:cNvPr>
          <p:cNvSpPr/>
          <p:nvPr userDrawn="1"/>
        </p:nvSpPr>
        <p:spPr>
          <a:xfrm>
            <a:off x="2799642" y="7139455"/>
            <a:ext cx="64051" cy="670585"/>
          </a:xfrm>
          <a:custGeom>
            <a:avLst/>
            <a:gdLst>
              <a:gd name="connsiteX0" fmla="*/ 0 w 64051"/>
              <a:gd name="connsiteY0" fmla="*/ 777749 h 778700"/>
              <a:gd name="connsiteX1" fmla="*/ 4281 w 64051"/>
              <a:gd name="connsiteY1" fmla="*/ 778701 h 778700"/>
              <a:gd name="connsiteX2" fmla="*/ 64051 w 64051"/>
              <a:gd name="connsiteY2" fmla="*/ 952 h 778700"/>
              <a:gd name="connsiteX3" fmla="*/ 59771 w 64051"/>
              <a:gd name="connsiteY3" fmla="*/ 0 h 778700"/>
              <a:gd name="connsiteX4" fmla="*/ 0 w 64051"/>
              <a:gd name="connsiteY4" fmla="*/ 777749 h 778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051" h="778700">
                <a:moveTo>
                  <a:pt x="0" y="777749"/>
                </a:moveTo>
                <a:cubicBezTo>
                  <a:pt x="1585" y="777749"/>
                  <a:pt x="2854" y="778384"/>
                  <a:pt x="4281" y="778701"/>
                </a:cubicBezTo>
                <a:lnTo>
                  <a:pt x="64051" y="952"/>
                </a:lnTo>
                <a:cubicBezTo>
                  <a:pt x="62466" y="952"/>
                  <a:pt x="61198" y="158"/>
                  <a:pt x="59771" y="0"/>
                </a:cubicBezTo>
                <a:lnTo>
                  <a:pt x="0" y="777749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56" name="Freeform 755">
            <a:extLst>
              <a:ext uri="{FF2B5EF4-FFF2-40B4-BE49-F238E27FC236}">
                <a16:creationId xmlns:a16="http://schemas.microsoft.com/office/drawing/2014/main" id="{10E8BB0E-C9E5-8E2C-4518-C22A71B3545A}"/>
              </a:ext>
            </a:extLst>
          </p:cNvPr>
          <p:cNvSpPr/>
          <p:nvPr userDrawn="1"/>
        </p:nvSpPr>
        <p:spPr>
          <a:xfrm>
            <a:off x="2689137" y="7509056"/>
            <a:ext cx="91162" cy="389729"/>
          </a:xfrm>
          <a:custGeom>
            <a:avLst/>
            <a:gdLst>
              <a:gd name="connsiteX0" fmla="*/ 90370 w 91162"/>
              <a:gd name="connsiteY0" fmla="*/ 0 h 452563"/>
              <a:gd name="connsiteX1" fmla="*/ 0 w 91162"/>
              <a:gd name="connsiteY1" fmla="*/ 452563 h 452563"/>
              <a:gd name="connsiteX2" fmla="*/ 4439 w 91162"/>
              <a:gd name="connsiteY2" fmla="*/ 452563 h 452563"/>
              <a:gd name="connsiteX3" fmla="*/ 91163 w 91162"/>
              <a:gd name="connsiteY3" fmla="*/ 19194 h 452563"/>
              <a:gd name="connsiteX4" fmla="*/ 90370 w 91162"/>
              <a:gd name="connsiteY4" fmla="*/ 0 h 4525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62" h="452563">
                <a:moveTo>
                  <a:pt x="90370" y="0"/>
                </a:moveTo>
                <a:lnTo>
                  <a:pt x="0" y="452563"/>
                </a:lnTo>
                <a:lnTo>
                  <a:pt x="4439" y="452563"/>
                </a:lnTo>
                <a:lnTo>
                  <a:pt x="91163" y="19194"/>
                </a:lnTo>
                <a:lnTo>
                  <a:pt x="90370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57" name="Freeform 756">
            <a:extLst>
              <a:ext uri="{FF2B5EF4-FFF2-40B4-BE49-F238E27FC236}">
                <a16:creationId xmlns:a16="http://schemas.microsoft.com/office/drawing/2014/main" id="{547BD630-8DAE-B26F-7E2C-D8DA0F23175E}"/>
              </a:ext>
            </a:extLst>
          </p:cNvPr>
          <p:cNvSpPr/>
          <p:nvPr userDrawn="1"/>
        </p:nvSpPr>
        <p:spPr>
          <a:xfrm>
            <a:off x="2580852" y="7811242"/>
            <a:ext cx="48672" cy="129499"/>
          </a:xfrm>
          <a:custGeom>
            <a:avLst/>
            <a:gdLst>
              <a:gd name="connsiteX0" fmla="*/ 48673 w 48672"/>
              <a:gd name="connsiteY0" fmla="*/ 0 h 150378"/>
              <a:gd name="connsiteX1" fmla="*/ 0 w 48672"/>
              <a:gd name="connsiteY1" fmla="*/ 150378 h 150378"/>
              <a:gd name="connsiteX2" fmla="*/ 4598 w 48672"/>
              <a:gd name="connsiteY2" fmla="*/ 150378 h 150378"/>
              <a:gd name="connsiteX3" fmla="*/ 47722 w 48672"/>
              <a:gd name="connsiteY3" fmla="*/ 17132 h 150378"/>
              <a:gd name="connsiteX4" fmla="*/ 48673 w 48672"/>
              <a:gd name="connsiteY4" fmla="*/ 0 h 1503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8672" h="150378">
                <a:moveTo>
                  <a:pt x="48673" y="0"/>
                </a:moveTo>
                <a:lnTo>
                  <a:pt x="0" y="150378"/>
                </a:lnTo>
                <a:lnTo>
                  <a:pt x="4598" y="150378"/>
                </a:lnTo>
                <a:lnTo>
                  <a:pt x="47722" y="17132"/>
                </a:lnTo>
                <a:lnTo>
                  <a:pt x="48673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58" name="Freeform 757">
            <a:extLst>
              <a:ext uri="{FF2B5EF4-FFF2-40B4-BE49-F238E27FC236}">
                <a16:creationId xmlns:a16="http://schemas.microsoft.com/office/drawing/2014/main" id="{E01568D4-2DC0-6363-7509-9DFF4BDC00C0}"/>
              </a:ext>
            </a:extLst>
          </p:cNvPr>
          <p:cNvSpPr/>
          <p:nvPr userDrawn="1"/>
        </p:nvSpPr>
        <p:spPr>
          <a:xfrm>
            <a:off x="2633963" y="7364547"/>
            <a:ext cx="140945" cy="385221"/>
          </a:xfrm>
          <a:custGeom>
            <a:avLst/>
            <a:gdLst>
              <a:gd name="connsiteX0" fmla="*/ 140470 w 140945"/>
              <a:gd name="connsiteY0" fmla="*/ 0 h 447328"/>
              <a:gd name="connsiteX1" fmla="*/ 951 w 140945"/>
              <a:gd name="connsiteY1" fmla="*/ 430197 h 447328"/>
              <a:gd name="connsiteX2" fmla="*/ 0 w 140945"/>
              <a:gd name="connsiteY2" fmla="*/ 447328 h 447328"/>
              <a:gd name="connsiteX3" fmla="*/ 140945 w 140945"/>
              <a:gd name="connsiteY3" fmla="*/ 12690 h 447328"/>
              <a:gd name="connsiteX4" fmla="*/ 140470 w 140945"/>
              <a:gd name="connsiteY4" fmla="*/ 0 h 4473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0945" h="447328">
                <a:moveTo>
                  <a:pt x="140470" y="0"/>
                </a:moveTo>
                <a:lnTo>
                  <a:pt x="951" y="430197"/>
                </a:lnTo>
                <a:lnTo>
                  <a:pt x="0" y="447328"/>
                </a:lnTo>
                <a:lnTo>
                  <a:pt x="140945" y="12690"/>
                </a:lnTo>
                <a:lnTo>
                  <a:pt x="140470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59" name="Freeform 758">
            <a:extLst>
              <a:ext uri="{FF2B5EF4-FFF2-40B4-BE49-F238E27FC236}">
                <a16:creationId xmlns:a16="http://schemas.microsoft.com/office/drawing/2014/main" id="{0E116C02-1087-338A-12D2-2063AD589F7D}"/>
              </a:ext>
            </a:extLst>
          </p:cNvPr>
          <p:cNvSpPr/>
          <p:nvPr userDrawn="1"/>
        </p:nvSpPr>
        <p:spPr>
          <a:xfrm>
            <a:off x="2752713" y="6759385"/>
            <a:ext cx="45819" cy="997613"/>
          </a:xfrm>
          <a:custGeom>
            <a:avLst/>
            <a:gdLst>
              <a:gd name="connsiteX0" fmla="*/ 30599 w 45819"/>
              <a:gd name="connsiteY0" fmla="*/ 730954 h 1158454"/>
              <a:gd name="connsiteX1" fmla="*/ 27587 w 45819"/>
              <a:gd name="connsiteY1" fmla="*/ 648309 h 1158454"/>
              <a:gd name="connsiteX2" fmla="*/ 26952 w 45819"/>
              <a:gd name="connsiteY2" fmla="*/ 633557 h 1158454"/>
              <a:gd name="connsiteX3" fmla="*/ 26001 w 45819"/>
              <a:gd name="connsiteY3" fmla="*/ 605639 h 1158454"/>
              <a:gd name="connsiteX4" fmla="*/ 25526 w 45819"/>
              <a:gd name="connsiteY4" fmla="*/ 592948 h 1158454"/>
              <a:gd name="connsiteX5" fmla="*/ 4915 w 45819"/>
              <a:gd name="connsiteY5" fmla="*/ 14752 h 1158454"/>
              <a:gd name="connsiteX6" fmla="*/ 0 w 45819"/>
              <a:gd name="connsiteY6" fmla="*/ 0 h 1158454"/>
              <a:gd name="connsiteX7" fmla="*/ 21562 w 45819"/>
              <a:gd name="connsiteY7" fmla="*/ 605163 h 1158454"/>
              <a:gd name="connsiteX8" fmla="*/ 22038 w 45819"/>
              <a:gd name="connsiteY8" fmla="*/ 617853 h 1158454"/>
              <a:gd name="connsiteX9" fmla="*/ 23147 w 45819"/>
              <a:gd name="connsiteY9" fmla="*/ 647675 h 1158454"/>
              <a:gd name="connsiteX10" fmla="*/ 23623 w 45819"/>
              <a:gd name="connsiteY10" fmla="*/ 662427 h 1158454"/>
              <a:gd name="connsiteX11" fmla="*/ 26794 w 45819"/>
              <a:gd name="connsiteY11" fmla="*/ 749672 h 1158454"/>
              <a:gd name="connsiteX12" fmla="*/ 27587 w 45819"/>
              <a:gd name="connsiteY12" fmla="*/ 769024 h 1158454"/>
              <a:gd name="connsiteX13" fmla="*/ 41380 w 45819"/>
              <a:gd name="connsiteY13" fmla="*/ 1158455 h 1158454"/>
              <a:gd name="connsiteX14" fmla="*/ 45343 w 45819"/>
              <a:gd name="connsiteY14" fmla="*/ 1157661 h 1158454"/>
              <a:gd name="connsiteX15" fmla="*/ 45819 w 45819"/>
              <a:gd name="connsiteY15" fmla="*/ 1157661 h 1158454"/>
              <a:gd name="connsiteX16" fmla="*/ 31233 w 45819"/>
              <a:gd name="connsiteY16" fmla="*/ 750307 h 1158454"/>
              <a:gd name="connsiteX17" fmla="*/ 30599 w 45819"/>
              <a:gd name="connsiteY17" fmla="*/ 730954 h 11584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45819" h="1158454">
                <a:moveTo>
                  <a:pt x="30599" y="730954"/>
                </a:moveTo>
                <a:lnTo>
                  <a:pt x="27587" y="648309"/>
                </a:lnTo>
                <a:lnTo>
                  <a:pt x="26952" y="633557"/>
                </a:lnTo>
                <a:lnTo>
                  <a:pt x="26001" y="605639"/>
                </a:lnTo>
                <a:lnTo>
                  <a:pt x="25526" y="592948"/>
                </a:lnTo>
                <a:lnTo>
                  <a:pt x="4915" y="14752"/>
                </a:lnTo>
                <a:lnTo>
                  <a:pt x="0" y="0"/>
                </a:lnTo>
                <a:lnTo>
                  <a:pt x="21562" y="605163"/>
                </a:lnTo>
                <a:lnTo>
                  <a:pt x="22038" y="617853"/>
                </a:lnTo>
                <a:lnTo>
                  <a:pt x="23147" y="647675"/>
                </a:lnTo>
                <a:lnTo>
                  <a:pt x="23623" y="662427"/>
                </a:lnTo>
                <a:lnTo>
                  <a:pt x="26794" y="749672"/>
                </a:lnTo>
                <a:lnTo>
                  <a:pt x="27587" y="769024"/>
                </a:lnTo>
                <a:lnTo>
                  <a:pt x="41380" y="1158455"/>
                </a:lnTo>
                <a:cubicBezTo>
                  <a:pt x="42807" y="1158455"/>
                  <a:pt x="43917" y="1157661"/>
                  <a:pt x="45343" y="1157661"/>
                </a:cubicBezTo>
                <a:cubicBezTo>
                  <a:pt x="45343" y="1157661"/>
                  <a:pt x="45661" y="1157661"/>
                  <a:pt x="45819" y="1157661"/>
                </a:cubicBezTo>
                <a:lnTo>
                  <a:pt x="31233" y="750307"/>
                </a:lnTo>
                <a:lnTo>
                  <a:pt x="30599" y="730954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60" name="Freeform 759">
            <a:extLst>
              <a:ext uri="{FF2B5EF4-FFF2-40B4-BE49-F238E27FC236}">
                <a16:creationId xmlns:a16="http://schemas.microsoft.com/office/drawing/2014/main" id="{2512FACE-4ECD-6882-87AD-14D7A60FE158}"/>
              </a:ext>
            </a:extLst>
          </p:cNvPr>
          <p:cNvSpPr/>
          <p:nvPr userDrawn="1"/>
        </p:nvSpPr>
        <p:spPr>
          <a:xfrm>
            <a:off x="2620963" y="6597585"/>
            <a:ext cx="81649" cy="1174651"/>
          </a:xfrm>
          <a:custGeom>
            <a:avLst/>
            <a:gdLst>
              <a:gd name="connsiteX0" fmla="*/ 13000 w 81649"/>
              <a:gd name="connsiteY0" fmla="*/ 1214291 h 1364035"/>
              <a:gd name="connsiteX1" fmla="*/ 13952 w 81649"/>
              <a:gd name="connsiteY1" fmla="*/ 1197160 h 1364035"/>
              <a:gd name="connsiteX2" fmla="*/ 81650 w 81649"/>
              <a:gd name="connsiteY2" fmla="*/ 11262 h 1364035"/>
              <a:gd name="connsiteX3" fmla="*/ 78003 w 81649"/>
              <a:gd name="connsiteY3" fmla="*/ 0 h 1364035"/>
              <a:gd name="connsiteX4" fmla="*/ 8561 w 81649"/>
              <a:gd name="connsiteY4" fmla="*/ 1213657 h 1364035"/>
              <a:gd name="connsiteX5" fmla="*/ 7610 w 81649"/>
              <a:gd name="connsiteY5" fmla="*/ 1230789 h 1364035"/>
              <a:gd name="connsiteX6" fmla="*/ 0 w 81649"/>
              <a:gd name="connsiteY6" fmla="*/ 1364035 h 1364035"/>
              <a:gd name="connsiteX7" fmla="*/ 4439 w 81649"/>
              <a:gd name="connsiteY7" fmla="*/ 1364035 h 1364035"/>
              <a:gd name="connsiteX8" fmla="*/ 5073 w 81649"/>
              <a:gd name="connsiteY8" fmla="*/ 1353249 h 1364035"/>
              <a:gd name="connsiteX9" fmla="*/ 13000 w 81649"/>
              <a:gd name="connsiteY9" fmla="*/ 1214291 h 13640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1649" h="1364035">
                <a:moveTo>
                  <a:pt x="13000" y="1214291"/>
                </a:moveTo>
                <a:lnTo>
                  <a:pt x="13952" y="1197160"/>
                </a:lnTo>
                <a:lnTo>
                  <a:pt x="81650" y="11262"/>
                </a:lnTo>
                <a:lnTo>
                  <a:pt x="78003" y="0"/>
                </a:lnTo>
                <a:lnTo>
                  <a:pt x="8561" y="1213657"/>
                </a:lnTo>
                <a:lnTo>
                  <a:pt x="7610" y="1230789"/>
                </a:lnTo>
                <a:lnTo>
                  <a:pt x="0" y="1364035"/>
                </a:lnTo>
                <a:lnTo>
                  <a:pt x="4439" y="1364035"/>
                </a:lnTo>
                <a:lnTo>
                  <a:pt x="5073" y="1353249"/>
                </a:lnTo>
                <a:lnTo>
                  <a:pt x="13000" y="1214291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61" name="Freeform 760">
            <a:extLst>
              <a:ext uri="{FF2B5EF4-FFF2-40B4-BE49-F238E27FC236}">
                <a16:creationId xmlns:a16="http://schemas.microsoft.com/office/drawing/2014/main" id="{41B3CE51-5F1C-230A-E28B-0646963FC0ED}"/>
              </a:ext>
            </a:extLst>
          </p:cNvPr>
          <p:cNvSpPr/>
          <p:nvPr userDrawn="1"/>
        </p:nvSpPr>
        <p:spPr>
          <a:xfrm>
            <a:off x="5868570" y="7808229"/>
            <a:ext cx="77210" cy="131958"/>
          </a:xfrm>
          <a:custGeom>
            <a:avLst/>
            <a:gdLst>
              <a:gd name="connsiteX0" fmla="*/ 73405 w 77210"/>
              <a:gd name="connsiteY0" fmla="*/ 158 h 153233"/>
              <a:gd name="connsiteX1" fmla="*/ 0 w 77210"/>
              <a:gd name="connsiteY1" fmla="*/ 153234 h 153233"/>
              <a:gd name="connsiteX2" fmla="*/ 4915 w 77210"/>
              <a:gd name="connsiteY2" fmla="*/ 153234 h 153233"/>
              <a:gd name="connsiteX3" fmla="*/ 77211 w 77210"/>
              <a:gd name="connsiteY3" fmla="*/ 2538 h 153233"/>
              <a:gd name="connsiteX4" fmla="*/ 73405 w 77210"/>
              <a:gd name="connsiteY4" fmla="*/ 0 h 1532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210" h="153233">
                <a:moveTo>
                  <a:pt x="73405" y="158"/>
                </a:moveTo>
                <a:lnTo>
                  <a:pt x="0" y="153234"/>
                </a:lnTo>
                <a:lnTo>
                  <a:pt x="4915" y="153234"/>
                </a:lnTo>
                <a:lnTo>
                  <a:pt x="77211" y="2538"/>
                </a:lnTo>
                <a:cubicBezTo>
                  <a:pt x="75784" y="1903"/>
                  <a:pt x="74833" y="793"/>
                  <a:pt x="73405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62" name="Freeform 761">
            <a:extLst>
              <a:ext uri="{FF2B5EF4-FFF2-40B4-BE49-F238E27FC236}">
                <a16:creationId xmlns:a16="http://schemas.microsoft.com/office/drawing/2014/main" id="{22AEBE51-2D00-72B1-53F0-DD5A25B592B2}"/>
              </a:ext>
            </a:extLst>
          </p:cNvPr>
          <p:cNvSpPr/>
          <p:nvPr userDrawn="1"/>
        </p:nvSpPr>
        <p:spPr>
          <a:xfrm>
            <a:off x="2749066" y="7916886"/>
            <a:ext cx="97979" cy="45719"/>
          </a:xfrm>
          <a:custGeom>
            <a:avLst/>
            <a:gdLst>
              <a:gd name="connsiteX0" fmla="*/ 55015 w 97979"/>
              <a:gd name="connsiteY0" fmla="*/ 1269 h 44574"/>
              <a:gd name="connsiteX1" fmla="*/ 50734 w 97979"/>
              <a:gd name="connsiteY1" fmla="*/ 318 h 44574"/>
              <a:gd name="connsiteX2" fmla="*/ 49466 w 97979"/>
              <a:gd name="connsiteY2" fmla="*/ 0 h 44574"/>
              <a:gd name="connsiteX3" fmla="*/ 49148 w 97979"/>
              <a:gd name="connsiteY3" fmla="*/ 0 h 44574"/>
              <a:gd name="connsiteX4" fmla="*/ 45026 w 97979"/>
              <a:gd name="connsiteY4" fmla="*/ 793 h 44574"/>
              <a:gd name="connsiteX5" fmla="*/ 0 w 97979"/>
              <a:gd name="connsiteY5" fmla="*/ 44575 h 44574"/>
              <a:gd name="connsiteX6" fmla="*/ 97980 w 97979"/>
              <a:gd name="connsiteY6" fmla="*/ 44575 h 44574"/>
              <a:gd name="connsiteX7" fmla="*/ 55015 w 97979"/>
              <a:gd name="connsiteY7" fmla="*/ 1111 h 445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7979" h="44574">
                <a:moveTo>
                  <a:pt x="55015" y="1269"/>
                </a:moveTo>
                <a:cubicBezTo>
                  <a:pt x="53588" y="1111"/>
                  <a:pt x="52161" y="476"/>
                  <a:pt x="50734" y="318"/>
                </a:cubicBezTo>
                <a:cubicBezTo>
                  <a:pt x="50258" y="318"/>
                  <a:pt x="49941" y="0"/>
                  <a:pt x="49466" y="0"/>
                </a:cubicBezTo>
                <a:cubicBezTo>
                  <a:pt x="49307" y="0"/>
                  <a:pt x="49148" y="0"/>
                  <a:pt x="49148" y="0"/>
                </a:cubicBezTo>
                <a:cubicBezTo>
                  <a:pt x="47563" y="0"/>
                  <a:pt x="46453" y="635"/>
                  <a:pt x="45026" y="793"/>
                </a:cubicBezTo>
                <a:cubicBezTo>
                  <a:pt x="21245" y="2697"/>
                  <a:pt x="2695" y="20939"/>
                  <a:pt x="0" y="44575"/>
                </a:cubicBezTo>
                <a:lnTo>
                  <a:pt x="97980" y="44575"/>
                </a:lnTo>
                <a:cubicBezTo>
                  <a:pt x="95285" y="21732"/>
                  <a:pt x="77686" y="3966"/>
                  <a:pt x="55015" y="1111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63" name="Freeform 762">
            <a:extLst>
              <a:ext uri="{FF2B5EF4-FFF2-40B4-BE49-F238E27FC236}">
                <a16:creationId xmlns:a16="http://schemas.microsoft.com/office/drawing/2014/main" id="{4CCC2E6F-33EA-1F5B-A513-B88097BA3A55}"/>
              </a:ext>
            </a:extLst>
          </p:cNvPr>
          <p:cNvSpPr/>
          <p:nvPr userDrawn="1"/>
        </p:nvSpPr>
        <p:spPr>
          <a:xfrm>
            <a:off x="5915023" y="7714796"/>
            <a:ext cx="100357" cy="86333"/>
          </a:xfrm>
          <a:custGeom>
            <a:avLst/>
            <a:gdLst>
              <a:gd name="connsiteX0" fmla="*/ 77528 w 100357"/>
              <a:gd name="connsiteY0" fmla="*/ 9042 h 100252"/>
              <a:gd name="connsiteX1" fmla="*/ 73881 w 100357"/>
              <a:gd name="connsiteY1" fmla="*/ 6504 h 100252"/>
              <a:gd name="connsiteX2" fmla="*/ 67381 w 100357"/>
              <a:gd name="connsiteY2" fmla="*/ 3331 h 100252"/>
              <a:gd name="connsiteX3" fmla="*/ 62942 w 100357"/>
              <a:gd name="connsiteY3" fmla="*/ 2379 h 100252"/>
              <a:gd name="connsiteX4" fmla="*/ 50892 w 100357"/>
              <a:gd name="connsiteY4" fmla="*/ 0 h 100252"/>
              <a:gd name="connsiteX5" fmla="*/ 50100 w 100357"/>
              <a:gd name="connsiteY5" fmla="*/ 0 h 100252"/>
              <a:gd name="connsiteX6" fmla="*/ 46453 w 100357"/>
              <a:gd name="connsiteY6" fmla="*/ 635 h 100252"/>
              <a:gd name="connsiteX7" fmla="*/ 0 w 100357"/>
              <a:gd name="connsiteY7" fmla="*/ 49967 h 100252"/>
              <a:gd name="connsiteX8" fmla="*/ 26794 w 100357"/>
              <a:gd name="connsiteY8" fmla="*/ 93590 h 100252"/>
              <a:gd name="connsiteX9" fmla="*/ 30599 w 100357"/>
              <a:gd name="connsiteY9" fmla="*/ 96128 h 100252"/>
              <a:gd name="connsiteX10" fmla="*/ 50258 w 100357"/>
              <a:gd name="connsiteY10" fmla="*/ 100253 h 100252"/>
              <a:gd name="connsiteX11" fmla="*/ 100358 w 100357"/>
              <a:gd name="connsiteY11" fmla="*/ 50126 h 100252"/>
              <a:gd name="connsiteX12" fmla="*/ 82284 w 100357"/>
              <a:gd name="connsiteY12" fmla="*/ 12373 h 100252"/>
              <a:gd name="connsiteX13" fmla="*/ 78637 w 100357"/>
              <a:gd name="connsiteY13" fmla="*/ 9835 h 100252"/>
              <a:gd name="connsiteX14" fmla="*/ 77369 w 100357"/>
              <a:gd name="connsiteY14" fmla="*/ 8883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00357" h="100252">
                <a:moveTo>
                  <a:pt x="77528" y="9042"/>
                </a:moveTo>
                <a:cubicBezTo>
                  <a:pt x="76259" y="8249"/>
                  <a:pt x="75149" y="7297"/>
                  <a:pt x="73881" y="6504"/>
                </a:cubicBezTo>
                <a:cubicBezTo>
                  <a:pt x="71662" y="5393"/>
                  <a:pt x="69759" y="4124"/>
                  <a:pt x="67381" y="3331"/>
                </a:cubicBezTo>
                <a:cubicBezTo>
                  <a:pt x="65954" y="2855"/>
                  <a:pt x="64369" y="2855"/>
                  <a:pt x="62942" y="2379"/>
                </a:cubicBezTo>
                <a:cubicBezTo>
                  <a:pt x="58978" y="1269"/>
                  <a:pt x="55173" y="0"/>
                  <a:pt x="50892" y="0"/>
                </a:cubicBezTo>
                <a:lnTo>
                  <a:pt x="50100" y="0"/>
                </a:lnTo>
                <a:cubicBezTo>
                  <a:pt x="48831" y="0"/>
                  <a:pt x="47722" y="476"/>
                  <a:pt x="46453" y="635"/>
                </a:cubicBezTo>
                <a:cubicBezTo>
                  <a:pt x="20610" y="2538"/>
                  <a:pt x="0" y="23635"/>
                  <a:pt x="0" y="49967"/>
                </a:cubicBezTo>
                <a:cubicBezTo>
                  <a:pt x="0" y="69162"/>
                  <a:pt x="11098" y="85024"/>
                  <a:pt x="26794" y="93590"/>
                </a:cubicBezTo>
                <a:cubicBezTo>
                  <a:pt x="28062" y="94383"/>
                  <a:pt x="29172" y="95494"/>
                  <a:pt x="30599" y="96128"/>
                </a:cubicBezTo>
                <a:cubicBezTo>
                  <a:pt x="36624" y="98666"/>
                  <a:pt x="43282" y="100253"/>
                  <a:pt x="50258" y="100253"/>
                </a:cubicBezTo>
                <a:cubicBezTo>
                  <a:pt x="78003" y="100253"/>
                  <a:pt x="100358" y="77727"/>
                  <a:pt x="100358" y="50126"/>
                </a:cubicBezTo>
                <a:cubicBezTo>
                  <a:pt x="100358" y="34898"/>
                  <a:pt x="93065" y="21574"/>
                  <a:pt x="82284" y="12373"/>
                </a:cubicBezTo>
                <a:cubicBezTo>
                  <a:pt x="81174" y="11421"/>
                  <a:pt x="79906" y="10787"/>
                  <a:pt x="78637" y="9835"/>
                </a:cubicBezTo>
                <a:cubicBezTo>
                  <a:pt x="78162" y="9518"/>
                  <a:pt x="77845" y="9201"/>
                  <a:pt x="77369" y="8883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64" name="Freeform 763">
            <a:extLst>
              <a:ext uri="{FF2B5EF4-FFF2-40B4-BE49-F238E27FC236}">
                <a16:creationId xmlns:a16="http://schemas.microsoft.com/office/drawing/2014/main" id="{F33DE06D-CAAB-88C5-EA3F-1906C9E96A2C}"/>
              </a:ext>
            </a:extLst>
          </p:cNvPr>
          <p:cNvSpPr/>
          <p:nvPr userDrawn="1"/>
        </p:nvSpPr>
        <p:spPr>
          <a:xfrm>
            <a:off x="1948977" y="5934026"/>
            <a:ext cx="2966900" cy="45719"/>
          </a:xfrm>
          <a:custGeom>
            <a:avLst/>
            <a:gdLst>
              <a:gd name="connsiteX0" fmla="*/ 2957947 w 2959532"/>
              <a:gd name="connsiteY0" fmla="*/ 0 h 266176"/>
              <a:gd name="connsiteX1" fmla="*/ 2933215 w 2959532"/>
              <a:gd name="connsiteY1" fmla="*/ 2221 h 266176"/>
              <a:gd name="connsiteX2" fmla="*/ 115103 w 2959532"/>
              <a:gd name="connsiteY2" fmla="*/ 247459 h 266176"/>
              <a:gd name="connsiteX3" fmla="*/ 106541 w 2959532"/>
              <a:gd name="connsiteY3" fmla="*/ 248252 h 266176"/>
              <a:gd name="connsiteX4" fmla="*/ 43599 w 2959532"/>
              <a:gd name="connsiteY4" fmla="*/ 253804 h 266176"/>
              <a:gd name="connsiteX5" fmla="*/ 35038 w 2959532"/>
              <a:gd name="connsiteY5" fmla="*/ 254596 h 266176"/>
              <a:gd name="connsiteX6" fmla="*/ 32343 w 2959532"/>
              <a:gd name="connsiteY6" fmla="*/ 254914 h 266176"/>
              <a:gd name="connsiteX7" fmla="*/ 23623 w 2959532"/>
              <a:gd name="connsiteY7" fmla="*/ 255707 h 266176"/>
              <a:gd name="connsiteX8" fmla="*/ 18074 w 2959532"/>
              <a:gd name="connsiteY8" fmla="*/ 256183 h 266176"/>
              <a:gd name="connsiteX9" fmla="*/ 9354 w 2959532"/>
              <a:gd name="connsiteY9" fmla="*/ 256976 h 266176"/>
              <a:gd name="connsiteX10" fmla="*/ 0 w 2959532"/>
              <a:gd name="connsiteY10" fmla="*/ 257769 h 266176"/>
              <a:gd name="connsiteX11" fmla="*/ 1744 w 2959532"/>
              <a:gd name="connsiteY11" fmla="*/ 266176 h 266176"/>
              <a:gd name="connsiteX12" fmla="*/ 7610 w 2959532"/>
              <a:gd name="connsiteY12" fmla="*/ 265701 h 266176"/>
              <a:gd name="connsiteX13" fmla="*/ 16330 w 2959532"/>
              <a:gd name="connsiteY13" fmla="*/ 264908 h 266176"/>
              <a:gd name="connsiteX14" fmla="*/ 22355 w 2959532"/>
              <a:gd name="connsiteY14" fmla="*/ 264432 h 266176"/>
              <a:gd name="connsiteX15" fmla="*/ 31075 w 2959532"/>
              <a:gd name="connsiteY15" fmla="*/ 263638 h 266176"/>
              <a:gd name="connsiteX16" fmla="*/ 34087 w 2959532"/>
              <a:gd name="connsiteY16" fmla="*/ 263321 h 266176"/>
              <a:gd name="connsiteX17" fmla="*/ 42648 w 2959532"/>
              <a:gd name="connsiteY17" fmla="*/ 262528 h 266176"/>
              <a:gd name="connsiteX18" fmla="*/ 107968 w 2959532"/>
              <a:gd name="connsiteY18" fmla="*/ 256818 h 266176"/>
              <a:gd name="connsiteX19" fmla="*/ 116529 w 2959532"/>
              <a:gd name="connsiteY19" fmla="*/ 256025 h 266176"/>
              <a:gd name="connsiteX20" fmla="*/ 2959533 w 2959532"/>
              <a:gd name="connsiteY20" fmla="*/ 8566 h 266176"/>
              <a:gd name="connsiteX21" fmla="*/ 2957789 w 2959532"/>
              <a:gd name="connsiteY21" fmla="*/ 317 h 2661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2959532" h="266176">
                <a:moveTo>
                  <a:pt x="2957947" y="0"/>
                </a:moveTo>
                <a:lnTo>
                  <a:pt x="2933215" y="2221"/>
                </a:lnTo>
                <a:lnTo>
                  <a:pt x="115103" y="247459"/>
                </a:lnTo>
                <a:lnTo>
                  <a:pt x="106541" y="248252"/>
                </a:lnTo>
                <a:lnTo>
                  <a:pt x="43599" y="253804"/>
                </a:lnTo>
                <a:lnTo>
                  <a:pt x="35038" y="254596"/>
                </a:lnTo>
                <a:lnTo>
                  <a:pt x="32343" y="254914"/>
                </a:lnTo>
                <a:lnTo>
                  <a:pt x="23623" y="255707"/>
                </a:lnTo>
                <a:lnTo>
                  <a:pt x="18074" y="256183"/>
                </a:lnTo>
                <a:lnTo>
                  <a:pt x="9354" y="256976"/>
                </a:lnTo>
                <a:lnTo>
                  <a:pt x="0" y="257769"/>
                </a:lnTo>
                <a:cubicBezTo>
                  <a:pt x="476" y="260624"/>
                  <a:pt x="1585" y="263163"/>
                  <a:pt x="1744" y="266176"/>
                </a:cubicBezTo>
                <a:lnTo>
                  <a:pt x="7610" y="265701"/>
                </a:lnTo>
                <a:lnTo>
                  <a:pt x="16330" y="264908"/>
                </a:lnTo>
                <a:lnTo>
                  <a:pt x="22355" y="264432"/>
                </a:lnTo>
                <a:lnTo>
                  <a:pt x="31075" y="263638"/>
                </a:lnTo>
                <a:lnTo>
                  <a:pt x="34087" y="263321"/>
                </a:lnTo>
                <a:lnTo>
                  <a:pt x="42648" y="262528"/>
                </a:lnTo>
                <a:lnTo>
                  <a:pt x="107968" y="256818"/>
                </a:lnTo>
                <a:lnTo>
                  <a:pt x="116529" y="256025"/>
                </a:lnTo>
                <a:lnTo>
                  <a:pt x="2959533" y="8566"/>
                </a:lnTo>
                <a:cubicBezTo>
                  <a:pt x="2959057" y="5711"/>
                  <a:pt x="2957947" y="3173"/>
                  <a:pt x="2957789" y="317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65" name="Freeform 764">
            <a:extLst>
              <a:ext uri="{FF2B5EF4-FFF2-40B4-BE49-F238E27FC236}">
                <a16:creationId xmlns:a16="http://schemas.microsoft.com/office/drawing/2014/main" id="{3F63513F-933D-A984-8CBA-23077E39C6B5}"/>
              </a:ext>
            </a:extLst>
          </p:cNvPr>
          <p:cNvSpPr/>
          <p:nvPr userDrawn="1"/>
        </p:nvSpPr>
        <p:spPr>
          <a:xfrm>
            <a:off x="-9830" y="6262386"/>
            <a:ext cx="1836093" cy="150946"/>
          </a:xfrm>
          <a:custGeom>
            <a:avLst/>
            <a:gdLst>
              <a:gd name="connsiteX0" fmla="*/ 1021972 w 1836093"/>
              <a:gd name="connsiteY0" fmla="*/ 82486 h 175282"/>
              <a:gd name="connsiteX1" fmla="*/ 1043534 w 1836093"/>
              <a:gd name="connsiteY1" fmla="*/ 80582 h 175282"/>
              <a:gd name="connsiteX2" fmla="*/ 1068267 w 1836093"/>
              <a:gd name="connsiteY2" fmla="*/ 78362 h 175282"/>
              <a:gd name="connsiteX3" fmla="*/ 1794872 w 1836093"/>
              <a:gd name="connsiteY3" fmla="*/ 12214 h 175282"/>
              <a:gd name="connsiteX4" fmla="*/ 1803433 w 1836093"/>
              <a:gd name="connsiteY4" fmla="*/ 11421 h 175282"/>
              <a:gd name="connsiteX5" fmla="*/ 1836093 w 1836093"/>
              <a:gd name="connsiteY5" fmla="*/ 8407 h 175282"/>
              <a:gd name="connsiteX6" fmla="*/ 1834349 w 1836093"/>
              <a:gd name="connsiteY6" fmla="*/ 0 h 175282"/>
              <a:gd name="connsiteX7" fmla="*/ 1804384 w 1836093"/>
              <a:gd name="connsiteY7" fmla="*/ 2697 h 175282"/>
              <a:gd name="connsiteX8" fmla="*/ 1795823 w 1836093"/>
              <a:gd name="connsiteY8" fmla="*/ 3490 h 175282"/>
              <a:gd name="connsiteX9" fmla="*/ 1044326 w 1836093"/>
              <a:gd name="connsiteY9" fmla="*/ 71858 h 175282"/>
              <a:gd name="connsiteX10" fmla="*/ 1019752 w 1836093"/>
              <a:gd name="connsiteY10" fmla="*/ 74079 h 175282"/>
              <a:gd name="connsiteX11" fmla="*/ 996605 w 1836093"/>
              <a:gd name="connsiteY11" fmla="*/ 76141 h 175282"/>
              <a:gd name="connsiteX12" fmla="*/ 970128 w 1836093"/>
              <a:gd name="connsiteY12" fmla="*/ 78521 h 175282"/>
              <a:gd name="connsiteX13" fmla="*/ 0 w 1836093"/>
              <a:gd name="connsiteY13" fmla="*/ 166717 h 175282"/>
              <a:gd name="connsiteX14" fmla="*/ 0 w 1836093"/>
              <a:gd name="connsiteY14" fmla="*/ 175283 h 175282"/>
              <a:gd name="connsiteX15" fmla="*/ 995654 w 1836093"/>
              <a:gd name="connsiteY15" fmla="*/ 84707 h 175282"/>
              <a:gd name="connsiteX16" fmla="*/ 1022130 w 1836093"/>
              <a:gd name="connsiteY16" fmla="*/ 82328 h 1752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836093" h="175282">
                <a:moveTo>
                  <a:pt x="1021972" y="82486"/>
                </a:moveTo>
                <a:lnTo>
                  <a:pt x="1043534" y="80582"/>
                </a:lnTo>
                <a:lnTo>
                  <a:pt x="1068267" y="78362"/>
                </a:lnTo>
                <a:lnTo>
                  <a:pt x="1794872" y="12214"/>
                </a:lnTo>
                <a:lnTo>
                  <a:pt x="1803433" y="11421"/>
                </a:lnTo>
                <a:lnTo>
                  <a:pt x="1836093" y="8407"/>
                </a:lnTo>
                <a:cubicBezTo>
                  <a:pt x="1835617" y="5552"/>
                  <a:pt x="1834508" y="3014"/>
                  <a:pt x="1834349" y="0"/>
                </a:cubicBezTo>
                <a:lnTo>
                  <a:pt x="1804384" y="2697"/>
                </a:lnTo>
                <a:lnTo>
                  <a:pt x="1795823" y="3490"/>
                </a:lnTo>
                <a:lnTo>
                  <a:pt x="1044326" y="71858"/>
                </a:lnTo>
                <a:lnTo>
                  <a:pt x="1019752" y="74079"/>
                </a:lnTo>
                <a:lnTo>
                  <a:pt x="996605" y="76141"/>
                </a:lnTo>
                <a:lnTo>
                  <a:pt x="970128" y="78521"/>
                </a:lnTo>
                <a:lnTo>
                  <a:pt x="0" y="166717"/>
                </a:lnTo>
                <a:lnTo>
                  <a:pt x="0" y="175283"/>
                </a:lnTo>
                <a:lnTo>
                  <a:pt x="995654" y="84707"/>
                </a:lnTo>
                <a:lnTo>
                  <a:pt x="1022130" y="82328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cxnSp>
        <p:nvCxnSpPr>
          <p:cNvPr id="766" name="Straight Connector 765">
            <a:extLst>
              <a:ext uri="{FF2B5EF4-FFF2-40B4-BE49-F238E27FC236}">
                <a16:creationId xmlns:a16="http://schemas.microsoft.com/office/drawing/2014/main" id="{8FE4A166-E9C5-B3F4-8A32-F8E76A28674D}"/>
              </a:ext>
            </a:extLst>
          </p:cNvPr>
          <p:cNvCxnSpPr>
            <a:stCxn id="576" idx="10"/>
            <a:endCxn id="753" idx="26"/>
          </p:cNvCxnSpPr>
          <p:nvPr userDrawn="1"/>
        </p:nvCxnSpPr>
        <p:spPr>
          <a:xfrm>
            <a:off x="7082221" y="314939"/>
            <a:ext cx="3543765" cy="2304425"/>
          </a:xfrm>
          <a:prstGeom prst="line">
            <a:avLst/>
          </a:prstGeom>
          <a:ln>
            <a:solidFill>
              <a:srgbClr val="B8B8B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7" name="Straight Connector 766">
            <a:extLst>
              <a:ext uri="{FF2B5EF4-FFF2-40B4-BE49-F238E27FC236}">
                <a16:creationId xmlns:a16="http://schemas.microsoft.com/office/drawing/2014/main" id="{BEFA0580-A23D-6D2E-C83A-96DBB85E3180}"/>
              </a:ext>
            </a:extLst>
          </p:cNvPr>
          <p:cNvCxnSpPr>
            <a:stCxn id="576" idx="11"/>
            <a:endCxn id="749" idx="15"/>
          </p:cNvCxnSpPr>
          <p:nvPr userDrawn="1"/>
        </p:nvCxnSpPr>
        <p:spPr>
          <a:xfrm>
            <a:off x="7079684" y="311798"/>
            <a:ext cx="586927" cy="2856583"/>
          </a:xfrm>
          <a:prstGeom prst="line">
            <a:avLst/>
          </a:prstGeom>
          <a:ln>
            <a:solidFill>
              <a:srgbClr val="B8B8B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8" name="Straight Connector 767">
            <a:extLst>
              <a:ext uri="{FF2B5EF4-FFF2-40B4-BE49-F238E27FC236}">
                <a16:creationId xmlns:a16="http://schemas.microsoft.com/office/drawing/2014/main" id="{14BF5590-3D1C-1883-299D-A6198C7E8017}"/>
              </a:ext>
            </a:extLst>
          </p:cNvPr>
          <p:cNvCxnSpPr>
            <a:stCxn id="754" idx="9"/>
            <a:endCxn id="576" idx="11"/>
          </p:cNvCxnSpPr>
          <p:nvPr userDrawn="1"/>
        </p:nvCxnSpPr>
        <p:spPr>
          <a:xfrm flipH="1">
            <a:off x="7079684" y="113910"/>
            <a:ext cx="3939296" cy="197888"/>
          </a:xfrm>
          <a:prstGeom prst="line">
            <a:avLst/>
          </a:prstGeom>
          <a:ln>
            <a:solidFill>
              <a:srgbClr val="B8B8B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9" name="Straight Connector 768">
            <a:extLst>
              <a:ext uri="{FF2B5EF4-FFF2-40B4-BE49-F238E27FC236}">
                <a16:creationId xmlns:a16="http://schemas.microsoft.com/office/drawing/2014/main" id="{9B56BB89-3768-E38C-4005-2EDCAECD2474}"/>
              </a:ext>
            </a:extLst>
          </p:cNvPr>
          <p:cNvCxnSpPr>
            <a:stCxn id="588" idx="14"/>
            <a:endCxn id="753" idx="2"/>
          </p:cNvCxnSpPr>
          <p:nvPr userDrawn="1"/>
        </p:nvCxnSpPr>
        <p:spPr>
          <a:xfrm>
            <a:off x="7072073" y="982613"/>
            <a:ext cx="3557883" cy="1653905"/>
          </a:xfrm>
          <a:prstGeom prst="line">
            <a:avLst/>
          </a:prstGeom>
          <a:ln>
            <a:solidFill>
              <a:srgbClr val="B8B8B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0" name="Straight Connector 769">
            <a:extLst>
              <a:ext uri="{FF2B5EF4-FFF2-40B4-BE49-F238E27FC236}">
                <a16:creationId xmlns:a16="http://schemas.microsoft.com/office/drawing/2014/main" id="{1C40268C-6BB3-FD70-019C-79E5E6D04A01}"/>
              </a:ext>
            </a:extLst>
          </p:cNvPr>
          <p:cNvCxnSpPr>
            <a:stCxn id="754" idx="20"/>
            <a:endCxn id="753" idx="25"/>
          </p:cNvCxnSpPr>
          <p:nvPr userDrawn="1"/>
        </p:nvCxnSpPr>
        <p:spPr>
          <a:xfrm flipH="1">
            <a:off x="10683098" y="206117"/>
            <a:ext cx="389470" cy="2347588"/>
          </a:xfrm>
          <a:prstGeom prst="line">
            <a:avLst/>
          </a:prstGeom>
          <a:ln>
            <a:solidFill>
              <a:srgbClr val="B8B8B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1" name="Straight Connector 770">
            <a:extLst>
              <a:ext uri="{FF2B5EF4-FFF2-40B4-BE49-F238E27FC236}">
                <a16:creationId xmlns:a16="http://schemas.microsoft.com/office/drawing/2014/main" id="{0837746F-5BED-F3E0-A0CD-0C79A9A85EF2}"/>
              </a:ext>
            </a:extLst>
          </p:cNvPr>
          <p:cNvCxnSpPr>
            <a:stCxn id="754" idx="8"/>
            <a:endCxn id="753" idx="24"/>
          </p:cNvCxnSpPr>
          <p:nvPr userDrawn="1"/>
        </p:nvCxnSpPr>
        <p:spPr>
          <a:xfrm flipH="1">
            <a:off x="10691190" y="107080"/>
            <a:ext cx="323350" cy="2444999"/>
          </a:xfrm>
          <a:prstGeom prst="line">
            <a:avLst/>
          </a:prstGeom>
          <a:ln>
            <a:solidFill>
              <a:srgbClr val="B8B8B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2" name="Straight Connector 771">
            <a:extLst>
              <a:ext uri="{FF2B5EF4-FFF2-40B4-BE49-F238E27FC236}">
                <a16:creationId xmlns:a16="http://schemas.microsoft.com/office/drawing/2014/main" id="{F1E4B2FB-3AB3-4373-3FE7-84B2E9A5D36A}"/>
              </a:ext>
            </a:extLst>
          </p:cNvPr>
          <p:cNvCxnSpPr>
            <a:stCxn id="611" idx="13"/>
            <a:endCxn id="749" idx="15"/>
          </p:cNvCxnSpPr>
          <p:nvPr userDrawn="1"/>
        </p:nvCxnSpPr>
        <p:spPr>
          <a:xfrm>
            <a:off x="7055586" y="1461109"/>
            <a:ext cx="611025" cy="1707272"/>
          </a:xfrm>
          <a:prstGeom prst="line">
            <a:avLst/>
          </a:prstGeom>
          <a:ln>
            <a:solidFill>
              <a:srgbClr val="B8B8B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D14F9E41-5384-7AD6-D0B5-0CDB646C98F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98023" y="998"/>
            <a:ext cx="2220685" cy="559241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EF83BAF7-DF5C-CD92-5B1A-DB1DC45689C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95620" y="2250299"/>
            <a:ext cx="5587502" cy="2801185"/>
          </a:xfrm>
        </p:spPr>
        <p:txBody>
          <a:bodyPr anchor="ctr">
            <a:noAutofit/>
          </a:bodyPr>
          <a:lstStyle>
            <a:lvl1pPr algn="l">
              <a:defRPr sz="4800" b="1">
                <a:solidFill>
                  <a:srgbClr val="7030A0"/>
                </a:solidFill>
                <a:latin typeface="Century Gothic" panose="020B0502020202020204" pitchFamily="34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4675744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ection Slide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2C483E53-8453-DF47-AC68-A0F24BDE676C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62736" y="1"/>
            <a:ext cx="3896366" cy="6858000"/>
          </a:xfrm>
          <a:custGeom>
            <a:avLst/>
            <a:gdLst>
              <a:gd name="connsiteX0" fmla="*/ 133 w 3896366"/>
              <a:gd name="connsiteY0" fmla="*/ -1487 h 12136885"/>
              <a:gd name="connsiteX1" fmla="*/ 3896499 w 3896366"/>
              <a:gd name="connsiteY1" fmla="*/ -1487 h 12136885"/>
              <a:gd name="connsiteX2" fmla="*/ 3896499 w 3896366"/>
              <a:gd name="connsiteY2" fmla="*/ 12135399 h 12136885"/>
              <a:gd name="connsiteX3" fmla="*/ 133 w 3896366"/>
              <a:gd name="connsiteY3" fmla="*/ 12135399 h 121368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896366" h="12136885">
                <a:moveTo>
                  <a:pt x="133" y="-1487"/>
                </a:moveTo>
                <a:lnTo>
                  <a:pt x="3896499" y="-1487"/>
                </a:lnTo>
                <a:lnTo>
                  <a:pt x="3896499" y="12135399"/>
                </a:lnTo>
                <a:lnTo>
                  <a:pt x="133" y="12135399"/>
                </a:lnTo>
                <a:close/>
              </a:path>
            </a:pathLst>
          </a:custGeom>
        </p:spPr>
      </p:pic>
      <p:sp>
        <p:nvSpPr>
          <p:cNvPr id="9" name="Freeform 8">
            <a:extLst>
              <a:ext uri="{FF2B5EF4-FFF2-40B4-BE49-F238E27FC236}">
                <a16:creationId xmlns:a16="http://schemas.microsoft.com/office/drawing/2014/main" id="{62DA3CDA-69AC-C21B-2096-4F1948CF51B5}"/>
              </a:ext>
            </a:extLst>
          </p:cNvPr>
          <p:cNvSpPr/>
          <p:nvPr userDrawn="1"/>
        </p:nvSpPr>
        <p:spPr>
          <a:xfrm>
            <a:off x="6861845" y="0"/>
            <a:ext cx="168848" cy="259650"/>
          </a:xfrm>
          <a:custGeom>
            <a:avLst/>
            <a:gdLst>
              <a:gd name="connsiteX0" fmla="*/ 0 w 168848"/>
              <a:gd name="connsiteY0" fmla="*/ 159 h 524738"/>
              <a:gd name="connsiteX1" fmla="*/ 4439 w 168848"/>
              <a:gd name="connsiteY1" fmla="*/ 28553 h 524738"/>
              <a:gd name="connsiteX2" fmla="*/ 164410 w 168848"/>
              <a:gd name="connsiteY2" fmla="*/ 524739 h 524738"/>
              <a:gd name="connsiteX3" fmla="*/ 168849 w 168848"/>
              <a:gd name="connsiteY3" fmla="*/ 523787 h 524738"/>
              <a:gd name="connsiteX4" fmla="*/ 0 w 168848"/>
              <a:gd name="connsiteY4" fmla="*/ 0 h 5247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8848" h="524738">
                <a:moveTo>
                  <a:pt x="0" y="159"/>
                </a:moveTo>
                <a:lnTo>
                  <a:pt x="4439" y="28553"/>
                </a:lnTo>
                <a:lnTo>
                  <a:pt x="164410" y="524739"/>
                </a:lnTo>
                <a:cubicBezTo>
                  <a:pt x="165836" y="524263"/>
                  <a:pt x="167422" y="524263"/>
                  <a:pt x="168849" y="523787"/>
                </a:cubicBezTo>
                <a:lnTo>
                  <a:pt x="0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DF7C5AA5-9718-F2EA-8835-A70FEAC761A4}"/>
              </a:ext>
            </a:extLst>
          </p:cNvPr>
          <p:cNvSpPr/>
          <p:nvPr userDrawn="1"/>
        </p:nvSpPr>
        <p:spPr>
          <a:xfrm>
            <a:off x="7041475" y="397798"/>
            <a:ext cx="4439" cy="436994"/>
          </a:xfrm>
          <a:custGeom>
            <a:avLst/>
            <a:gdLst>
              <a:gd name="connsiteX0" fmla="*/ 2220 w 4439"/>
              <a:gd name="connsiteY0" fmla="*/ 476 h 507448"/>
              <a:gd name="connsiteX1" fmla="*/ 2220 w 4439"/>
              <a:gd name="connsiteY1" fmla="*/ 476 h 507448"/>
              <a:gd name="connsiteX2" fmla="*/ 0 w 4439"/>
              <a:gd name="connsiteY2" fmla="*/ 0 h 507448"/>
              <a:gd name="connsiteX3" fmla="*/ 0 w 4439"/>
              <a:gd name="connsiteY3" fmla="*/ 507448 h 507448"/>
              <a:gd name="connsiteX4" fmla="*/ 2220 w 4439"/>
              <a:gd name="connsiteY4" fmla="*/ 506973 h 507448"/>
              <a:gd name="connsiteX5" fmla="*/ 4439 w 4439"/>
              <a:gd name="connsiteY5" fmla="*/ 507448 h 507448"/>
              <a:gd name="connsiteX6" fmla="*/ 4439 w 4439"/>
              <a:gd name="connsiteY6" fmla="*/ 45050 h 507448"/>
              <a:gd name="connsiteX7" fmla="*/ 2220 w 4439"/>
              <a:gd name="connsiteY7" fmla="*/ 476 h 5074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439" h="507448">
                <a:moveTo>
                  <a:pt x="2220" y="476"/>
                </a:moveTo>
                <a:lnTo>
                  <a:pt x="2220" y="476"/>
                </a:lnTo>
                <a:cubicBezTo>
                  <a:pt x="1427" y="476"/>
                  <a:pt x="793" y="159"/>
                  <a:pt x="0" y="0"/>
                </a:cubicBezTo>
                <a:lnTo>
                  <a:pt x="0" y="507448"/>
                </a:lnTo>
                <a:cubicBezTo>
                  <a:pt x="0" y="507448"/>
                  <a:pt x="1427" y="506973"/>
                  <a:pt x="2220" y="506973"/>
                </a:cubicBezTo>
                <a:cubicBezTo>
                  <a:pt x="3012" y="506973"/>
                  <a:pt x="3647" y="507448"/>
                  <a:pt x="4439" y="507448"/>
                </a:cubicBezTo>
                <a:lnTo>
                  <a:pt x="4439" y="45050"/>
                </a:lnTo>
                <a:lnTo>
                  <a:pt x="2220" y="476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BB6B3FE7-98AB-6560-60EA-85AE360A0609}"/>
              </a:ext>
            </a:extLst>
          </p:cNvPr>
          <p:cNvSpPr/>
          <p:nvPr userDrawn="1"/>
        </p:nvSpPr>
        <p:spPr>
          <a:xfrm>
            <a:off x="7041158" y="1004706"/>
            <a:ext cx="4597" cy="320881"/>
          </a:xfrm>
          <a:custGeom>
            <a:avLst/>
            <a:gdLst>
              <a:gd name="connsiteX0" fmla="*/ 2378 w 4597"/>
              <a:gd name="connsiteY0" fmla="*/ 372139 h 372615"/>
              <a:gd name="connsiteX1" fmla="*/ 4598 w 4597"/>
              <a:gd name="connsiteY1" fmla="*/ 372615 h 372615"/>
              <a:gd name="connsiteX2" fmla="*/ 4598 w 4597"/>
              <a:gd name="connsiteY2" fmla="*/ 4600 h 372615"/>
              <a:gd name="connsiteX3" fmla="*/ 4122 w 4597"/>
              <a:gd name="connsiteY3" fmla="*/ 159 h 372615"/>
              <a:gd name="connsiteX4" fmla="*/ 2219 w 4597"/>
              <a:gd name="connsiteY4" fmla="*/ 476 h 372615"/>
              <a:gd name="connsiteX5" fmla="*/ 0 w 4597"/>
              <a:gd name="connsiteY5" fmla="*/ 0 h 372615"/>
              <a:gd name="connsiteX6" fmla="*/ 0 w 4597"/>
              <a:gd name="connsiteY6" fmla="*/ 372615 h 372615"/>
              <a:gd name="connsiteX7" fmla="*/ 2219 w 4597"/>
              <a:gd name="connsiteY7" fmla="*/ 372139 h 3726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597" h="372615">
                <a:moveTo>
                  <a:pt x="2378" y="372139"/>
                </a:moveTo>
                <a:cubicBezTo>
                  <a:pt x="3171" y="372139"/>
                  <a:pt x="3805" y="372615"/>
                  <a:pt x="4598" y="372615"/>
                </a:cubicBezTo>
                <a:lnTo>
                  <a:pt x="4598" y="4600"/>
                </a:lnTo>
                <a:lnTo>
                  <a:pt x="4122" y="159"/>
                </a:lnTo>
                <a:cubicBezTo>
                  <a:pt x="4122" y="159"/>
                  <a:pt x="2854" y="476"/>
                  <a:pt x="2219" y="476"/>
                </a:cubicBezTo>
                <a:cubicBezTo>
                  <a:pt x="1427" y="476"/>
                  <a:pt x="793" y="0"/>
                  <a:pt x="0" y="0"/>
                </a:cubicBezTo>
                <a:lnTo>
                  <a:pt x="0" y="372615"/>
                </a:lnTo>
                <a:cubicBezTo>
                  <a:pt x="0" y="372615"/>
                  <a:pt x="1427" y="372139"/>
                  <a:pt x="2219" y="372139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CE6A3000-60C2-C32C-9147-45BD5C4C2A12}"/>
              </a:ext>
            </a:extLst>
          </p:cNvPr>
          <p:cNvSpPr/>
          <p:nvPr userDrawn="1"/>
        </p:nvSpPr>
        <p:spPr>
          <a:xfrm>
            <a:off x="7000253" y="1094807"/>
            <a:ext cx="39318" cy="244246"/>
          </a:xfrm>
          <a:custGeom>
            <a:avLst/>
            <a:gdLst>
              <a:gd name="connsiteX0" fmla="*/ 39160 w 39318"/>
              <a:gd name="connsiteY0" fmla="*/ 282832 h 283625"/>
              <a:gd name="connsiteX1" fmla="*/ 3012 w 39318"/>
              <a:gd name="connsiteY1" fmla="*/ 0 h 283625"/>
              <a:gd name="connsiteX2" fmla="*/ 0 w 39318"/>
              <a:gd name="connsiteY2" fmla="*/ 9993 h 283625"/>
              <a:gd name="connsiteX3" fmla="*/ 35038 w 39318"/>
              <a:gd name="connsiteY3" fmla="*/ 283625 h 283625"/>
              <a:gd name="connsiteX4" fmla="*/ 39319 w 39318"/>
              <a:gd name="connsiteY4" fmla="*/ 282832 h 283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318" h="283625">
                <a:moveTo>
                  <a:pt x="39160" y="282832"/>
                </a:moveTo>
                <a:lnTo>
                  <a:pt x="3012" y="0"/>
                </a:lnTo>
                <a:lnTo>
                  <a:pt x="0" y="9993"/>
                </a:lnTo>
                <a:lnTo>
                  <a:pt x="35038" y="283625"/>
                </a:lnTo>
                <a:cubicBezTo>
                  <a:pt x="36465" y="283308"/>
                  <a:pt x="37892" y="282832"/>
                  <a:pt x="39319" y="28283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7DC7B14E-1EC5-1A78-7964-68F1FEAFEDE2}"/>
              </a:ext>
            </a:extLst>
          </p:cNvPr>
          <p:cNvSpPr/>
          <p:nvPr userDrawn="1"/>
        </p:nvSpPr>
        <p:spPr>
          <a:xfrm>
            <a:off x="7050987" y="1474719"/>
            <a:ext cx="52477" cy="207910"/>
          </a:xfrm>
          <a:custGeom>
            <a:avLst/>
            <a:gdLst>
              <a:gd name="connsiteX0" fmla="*/ 159 w 52477"/>
              <a:gd name="connsiteY0" fmla="*/ 793 h 241430"/>
              <a:gd name="connsiteX1" fmla="*/ 48197 w 52477"/>
              <a:gd name="connsiteY1" fmla="*/ 241431 h 241430"/>
              <a:gd name="connsiteX2" fmla="*/ 52478 w 52477"/>
              <a:gd name="connsiteY2" fmla="*/ 240638 h 241430"/>
              <a:gd name="connsiteX3" fmla="*/ 4281 w 52477"/>
              <a:gd name="connsiteY3" fmla="*/ 0 h 241430"/>
              <a:gd name="connsiteX4" fmla="*/ 0 w 52477"/>
              <a:gd name="connsiteY4" fmla="*/ 793 h 2414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477" h="241430">
                <a:moveTo>
                  <a:pt x="159" y="793"/>
                </a:moveTo>
                <a:lnTo>
                  <a:pt x="48197" y="241431"/>
                </a:lnTo>
                <a:cubicBezTo>
                  <a:pt x="49624" y="241113"/>
                  <a:pt x="51051" y="240796"/>
                  <a:pt x="52478" y="240638"/>
                </a:cubicBezTo>
                <a:lnTo>
                  <a:pt x="4281" y="0"/>
                </a:lnTo>
                <a:cubicBezTo>
                  <a:pt x="2854" y="317"/>
                  <a:pt x="1427" y="635"/>
                  <a:pt x="0" y="793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7F22AEB9-E114-663D-4BC6-0AF525D4FF27}"/>
              </a:ext>
            </a:extLst>
          </p:cNvPr>
          <p:cNvSpPr/>
          <p:nvPr userDrawn="1"/>
        </p:nvSpPr>
        <p:spPr>
          <a:xfrm>
            <a:off x="7045597" y="1003754"/>
            <a:ext cx="37099" cy="338503"/>
          </a:xfrm>
          <a:custGeom>
            <a:avLst/>
            <a:gdLst>
              <a:gd name="connsiteX0" fmla="*/ 32026 w 37099"/>
              <a:gd name="connsiteY0" fmla="*/ 386733 h 393078"/>
              <a:gd name="connsiteX1" fmla="*/ 37099 w 37099"/>
              <a:gd name="connsiteY1" fmla="*/ 393078 h 393078"/>
              <a:gd name="connsiteX2" fmla="*/ 4439 w 37099"/>
              <a:gd name="connsiteY2" fmla="*/ 0 h 393078"/>
              <a:gd name="connsiteX3" fmla="*/ 0 w 37099"/>
              <a:gd name="connsiteY3" fmla="*/ 952 h 393078"/>
              <a:gd name="connsiteX4" fmla="*/ 476 w 37099"/>
              <a:gd name="connsiteY4" fmla="*/ 5393 h 393078"/>
              <a:gd name="connsiteX5" fmla="*/ 32184 w 37099"/>
              <a:gd name="connsiteY5" fmla="*/ 386733 h 3930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99" h="393078">
                <a:moveTo>
                  <a:pt x="32026" y="386733"/>
                </a:moveTo>
                <a:cubicBezTo>
                  <a:pt x="34087" y="388637"/>
                  <a:pt x="35514" y="391016"/>
                  <a:pt x="37099" y="393078"/>
                </a:cubicBezTo>
                <a:lnTo>
                  <a:pt x="4439" y="0"/>
                </a:lnTo>
                <a:cubicBezTo>
                  <a:pt x="2854" y="159"/>
                  <a:pt x="1586" y="793"/>
                  <a:pt x="0" y="952"/>
                </a:cubicBezTo>
                <a:lnTo>
                  <a:pt x="476" y="5393"/>
                </a:lnTo>
                <a:lnTo>
                  <a:pt x="32184" y="386733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D61E1080-1345-D559-F719-56A6D770CCE7}"/>
              </a:ext>
            </a:extLst>
          </p:cNvPr>
          <p:cNvSpPr/>
          <p:nvPr userDrawn="1"/>
        </p:nvSpPr>
        <p:spPr>
          <a:xfrm>
            <a:off x="7083013" y="1450449"/>
            <a:ext cx="23305" cy="227990"/>
          </a:xfrm>
          <a:custGeom>
            <a:avLst/>
            <a:gdLst>
              <a:gd name="connsiteX0" fmla="*/ 0 w 23305"/>
              <a:gd name="connsiteY0" fmla="*/ 5869 h 264748"/>
              <a:gd name="connsiteX1" fmla="*/ 21562 w 23305"/>
              <a:gd name="connsiteY1" fmla="*/ 264749 h 264748"/>
              <a:gd name="connsiteX2" fmla="*/ 23306 w 23305"/>
              <a:gd name="connsiteY2" fmla="*/ 264432 h 264748"/>
              <a:gd name="connsiteX3" fmla="*/ 19660 w 23305"/>
              <a:gd name="connsiteY3" fmla="*/ 186863 h 264748"/>
              <a:gd name="connsiteX4" fmla="*/ 4122 w 23305"/>
              <a:gd name="connsiteY4" fmla="*/ 0 h 264748"/>
              <a:gd name="connsiteX5" fmla="*/ 0 w 23305"/>
              <a:gd name="connsiteY5" fmla="*/ 6028 h 2647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05" h="264748">
                <a:moveTo>
                  <a:pt x="0" y="5869"/>
                </a:moveTo>
                <a:lnTo>
                  <a:pt x="21562" y="264749"/>
                </a:lnTo>
                <a:cubicBezTo>
                  <a:pt x="21562" y="264749"/>
                  <a:pt x="22672" y="264432"/>
                  <a:pt x="23306" y="264432"/>
                </a:cubicBezTo>
                <a:lnTo>
                  <a:pt x="19660" y="186863"/>
                </a:lnTo>
                <a:lnTo>
                  <a:pt x="4122" y="0"/>
                </a:lnTo>
                <a:cubicBezTo>
                  <a:pt x="3012" y="2221"/>
                  <a:pt x="1586" y="4124"/>
                  <a:pt x="0" y="6028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1794D77A-7EF8-B0CA-0B98-0B4BBE05569B}"/>
              </a:ext>
            </a:extLst>
          </p:cNvPr>
          <p:cNvSpPr/>
          <p:nvPr userDrawn="1"/>
        </p:nvSpPr>
        <p:spPr>
          <a:xfrm>
            <a:off x="7071915" y="992017"/>
            <a:ext cx="38842" cy="622364"/>
          </a:xfrm>
          <a:custGeom>
            <a:avLst/>
            <a:gdLst>
              <a:gd name="connsiteX0" fmla="*/ 20452 w 38842"/>
              <a:gd name="connsiteY0" fmla="*/ 428452 h 722705"/>
              <a:gd name="connsiteX1" fmla="*/ 21720 w 38842"/>
              <a:gd name="connsiteY1" fmla="*/ 434956 h 722705"/>
              <a:gd name="connsiteX2" fmla="*/ 20928 w 38842"/>
              <a:gd name="connsiteY2" fmla="*/ 438922 h 722705"/>
              <a:gd name="connsiteX3" fmla="*/ 30757 w 38842"/>
              <a:gd name="connsiteY3" fmla="*/ 645137 h 722705"/>
              <a:gd name="connsiteX4" fmla="*/ 34404 w 38842"/>
              <a:gd name="connsiteY4" fmla="*/ 722706 h 722705"/>
              <a:gd name="connsiteX5" fmla="*/ 38843 w 38842"/>
              <a:gd name="connsiteY5" fmla="*/ 721754 h 722705"/>
              <a:gd name="connsiteX6" fmla="*/ 4439 w 38842"/>
              <a:gd name="connsiteY6" fmla="*/ 0 h 722705"/>
              <a:gd name="connsiteX7" fmla="*/ 0 w 38842"/>
              <a:gd name="connsiteY7" fmla="*/ 3014 h 722705"/>
              <a:gd name="connsiteX8" fmla="*/ 20294 w 38842"/>
              <a:gd name="connsiteY8" fmla="*/ 428452 h 7227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8842" h="722705">
                <a:moveTo>
                  <a:pt x="20452" y="428452"/>
                </a:moveTo>
                <a:cubicBezTo>
                  <a:pt x="20769" y="430673"/>
                  <a:pt x="21720" y="432735"/>
                  <a:pt x="21720" y="434956"/>
                </a:cubicBezTo>
                <a:cubicBezTo>
                  <a:pt x="21720" y="436383"/>
                  <a:pt x="21086" y="437653"/>
                  <a:pt x="20928" y="438922"/>
                </a:cubicBezTo>
                <a:lnTo>
                  <a:pt x="30757" y="645137"/>
                </a:lnTo>
                <a:lnTo>
                  <a:pt x="34404" y="722706"/>
                </a:lnTo>
                <a:cubicBezTo>
                  <a:pt x="35989" y="722547"/>
                  <a:pt x="37258" y="721754"/>
                  <a:pt x="38843" y="721754"/>
                </a:cubicBezTo>
                <a:lnTo>
                  <a:pt x="4439" y="0"/>
                </a:lnTo>
                <a:cubicBezTo>
                  <a:pt x="3171" y="1269"/>
                  <a:pt x="1586" y="1904"/>
                  <a:pt x="0" y="3014"/>
                </a:cubicBezTo>
                <a:lnTo>
                  <a:pt x="20294" y="428452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BA642AC2-6CB4-9CDF-80AB-67B473B6AA40}"/>
              </a:ext>
            </a:extLst>
          </p:cNvPr>
          <p:cNvSpPr/>
          <p:nvPr userDrawn="1"/>
        </p:nvSpPr>
        <p:spPr>
          <a:xfrm>
            <a:off x="7043694" y="397481"/>
            <a:ext cx="29171" cy="446009"/>
          </a:xfrm>
          <a:custGeom>
            <a:avLst/>
            <a:gdLst>
              <a:gd name="connsiteX0" fmla="*/ 0 w 29171"/>
              <a:gd name="connsiteY0" fmla="*/ 793 h 517917"/>
              <a:gd name="connsiteX1" fmla="*/ 2219 w 29171"/>
              <a:gd name="connsiteY1" fmla="*/ 45367 h 517917"/>
              <a:gd name="connsiteX2" fmla="*/ 24574 w 29171"/>
              <a:gd name="connsiteY2" fmla="*/ 514745 h 517917"/>
              <a:gd name="connsiteX3" fmla="*/ 29172 w 29171"/>
              <a:gd name="connsiteY3" fmla="*/ 517918 h 517917"/>
              <a:gd name="connsiteX4" fmla="*/ 4597 w 29171"/>
              <a:gd name="connsiteY4" fmla="*/ 0 h 517917"/>
              <a:gd name="connsiteX5" fmla="*/ 158 w 29171"/>
              <a:gd name="connsiteY5" fmla="*/ 952 h 5179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9171" h="517917">
                <a:moveTo>
                  <a:pt x="0" y="793"/>
                </a:moveTo>
                <a:lnTo>
                  <a:pt x="2219" y="45367"/>
                </a:lnTo>
                <a:lnTo>
                  <a:pt x="24574" y="514745"/>
                </a:lnTo>
                <a:cubicBezTo>
                  <a:pt x="26160" y="515697"/>
                  <a:pt x="27745" y="516807"/>
                  <a:pt x="29172" y="517918"/>
                </a:cubicBezTo>
                <a:lnTo>
                  <a:pt x="4597" y="0"/>
                </a:lnTo>
                <a:cubicBezTo>
                  <a:pt x="3012" y="0"/>
                  <a:pt x="1744" y="952"/>
                  <a:pt x="158" y="95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8205DE6C-85A4-BA74-A20B-FE2FB7764BB2}"/>
              </a:ext>
            </a:extLst>
          </p:cNvPr>
          <p:cNvSpPr/>
          <p:nvPr userDrawn="1"/>
        </p:nvSpPr>
        <p:spPr>
          <a:xfrm>
            <a:off x="7086343" y="186350"/>
            <a:ext cx="2272246" cy="644084"/>
          </a:xfrm>
          <a:custGeom>
            <a:avLst/>
            <a:gdLst>
              <a:gd name="connsiteX0" fmla="*/ 0 w 2272246"/>
              <a:gd name="connsiteY0" fmla="*/ 1167972 h 1171779"/>
              <a:gd name="connsiteX1" fmla="*/ 2537 w 2272246"/>
              <a:gd name="connsiteY1" fmla="*/ 1171779 h 1171779"/>
              <a:gd name="connsiteX2" fmla="*/ 2272247 w 2272246"/>
              <a:gd name="connsiteY2" fmla="*/ 3807 h 1171779"/>
              <a:gd name="connsiteX3" fmla="*/ 2269709 w 2272246"/>
              <a:gd name="connsiteY3" fmla="*/ 0 h 1171779"/>
              <a:gd name="connsiteX4" fmla="*/ 0 w 2272246"/>
              <a:gd name="connsiteY4" fmla="*/ 1167972 h 11717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72246" h="1171779">
                <a:moveTo>
                  <a:pt x="0" y="1167972"/>
                </a:moveTo>
                <a:cubicBezTo>
                  <a:pt x="793" y="1169400"/>
                  <a:pt x="1902" y="1170352"/>
                  <a:pt x="2537" y="1171779"/>
                </a:cubicBezTo>
                <a:lnTo>
                  <a:pt x="2272247" y="3807"/>
                </a:lnTo>
                <a:cubicBezTo>
                  <a:pt x="2271454" y="2379"/>
                  <a:pt x="2270344" y="1428"/>
                  <a:pt x="2269709" y="0"/>
                </a:cubicBezTo>
                <a:lnTo>
                  <a:pt x="0" y="1167972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85091305-E1F6-3A1C-3499-2A13861D8EED}"/>
              </a:ext>
            </a:extLst>
          </p:cNvPr>
          <p:cNvSpPr/>
          <p:nvPr userDrawn="1"/>
        </p:nvSpPr>
        <p:spPr>
          <a:xfrm rot="819193">
            <a:off x="7100391" y="-247138"/>
            <a:ext cx="2263367" cy="505022"/>
          </a:xfrm>
          <a:custGeom>
            <a:avLst/>
            <a:gdLst>
              <a:gd name="connsiteX0" fmla="*/ 793 w 2263367"/>
              <a:gd name="connsiteY0" fmla="*/ 586445 h 586444"/>
              <a:gd name="connsiteX1" fmla="*/ 2263368 w 2263367"/>
              <a:gd name="connsiteY1" fmla="*/ 4283 h 586444"/>
              <a:gd name="connsiteX2" fmla="*/ 2262416 w 2263367"/>
              <a:gd name="connsiteY2" fmla="*/ 0 h 586444"/>
              <a:gd name="connsiteX3" fmla="*/ 0 w 2263367"/>
              <a:gd name="connsiteY3" fmla="*/ 582003 h 586444"/>
              <a:gd name="connsiteX4" fmla="*/ 951 w 2263367"/>
              <a:gd name="connsiteY4" fmla="*/ 586445 h 5864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63367" h="586444">
                <a:moveTo>
                  <a:pt x="793" y="586445"/>
                </a:moveTo>
                <a:lnTo>
                  <a:pt x="2263368" y="4283"/>
                </a:lnTo>
                <a:cubicBezTo>
                  <a:pt x="2262893" y="2855"/>
                  <a:pt x="2262734" y="1428"/>
                  <a:pt x="2262416" y="0"/>
                </a:cubicBezTo>
                <a:lnTo>
                  <a:pt x="0" y="582003"/>
                </a:lnTo>
                <a:cubicBezTo>
                  <a:pt x="476" y="583431"/>
                  <a:pt x="634" y="584859"/>
                  <a:pt x="951" y="586445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09DEBB7A-2DDC-D917-9EEE-301980CA72B3}"/>
              </a:ext>
            </a:extLst>
          </p:cNvPr>
          <p:cNvSpPr/>
          <p:nvPr userDrawn="1"/>
        </p:nvSpPr>
        <p:spPr>
          <a:xfrm>
            <a:off x="1358639" y="166045"/>
            <a:ext cx="183276" cy="81142"/>
          </a:xfrm>
          <a:custGeom>
            <a:avLst/>
            <a:gdLst>
              <a:gd name="connsiteX0" fmla="*/ 0 w 183276"/>
              <a:gd name="connsiteY0" fmla="*/ 3807 h 94224"/>
              <a:gd name="connsiteX1" fmla="*/ 180740 w 183276"/>
              <a:gd name="connsiteY1" fmla="*/ 94225 h 94224"/>
              <a:gd name="connsiteX2" fmla="*/ 183276 w 183276"/>
              <a:gd name="connsiteY2" fmla="*/ 90418 h 94224"/>
              <a:gd name="connsiteX3" fmla="*/ 2537 w 183276"/>
              <a:gd name="connsiteY3" fmla="*/ 0 h 94224"/>
              <a:gd name="connsiteX4" fmla="*/ 0 w 183276"/>
              <a:gd name="connsiteY4" fmla="*/ 3807 h 942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3276" h="94224">
                <a:moveTo>
                  <a:pt x="0" y="3807"/>
                </a:moveTo>
                <a:lnTo>
                  <a:pt x="180740" y="94225"/>
                </a:lnTo>
                <a:cubicBezTo>
                  <a:pt x="181374" y="92797"/>
                  <a:pt x="182484" y="91845"/>
                  <a:pt x="183276" y="90418"/>
                </a:cubicBezTo>
                <a:lnTo>
                  <a:pt x="2537" y="0"/>
                </a:lnTo>
                <a:cubicBezTo>
                  <a:pt x="1903" y="1428"/>
                  <a:pt x="793" y="2538"/>
                  <a:pt x="0" y="3807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029F19B2-1779-A384-B282-6B5447A5E244}"/>
              </a:ext>
            </a:extLst>
          </p:cNvPr>
          <p:cNvSpPr/>
          <p:nvPr userDrawn="1"/>
        </p:nvSpPr>
        <p:spPr>
          <a:xfrm>
            <a:off x="194929" y="185715"/>
            <a:ext cx="1095377" cy="1440891"/>
          </a:xfrm>
          <a:custGeom>
            <a:avLst/>
            <a:gdLst>
              <a:gd name="connsiteX0" fmla="*/ 1095378 w 1095377"/>
              <a:gd name="connsiteY0" fmla="*/ 2538 h 1673199"/>
              <a:gd name="connsiteX1" fmla="*/ 1091731 w 1095377"/>
              <a:gd name="connsiteY1" fmla="*/ 0 h 1673199"/>
              <a:gd name="connsiteX2" fmla="*/ 0 w 1095377"/>
              <a:gd name="connsiteY2" fmla="*/ 1670662 h 1673199"/>
              <a:gd name="connsiteX3" fmla="*/ 3646 w 1095377"/>
              <a:gd name="connsiteY3" fmla="*/ 1673200 h 1673199"/>
              <a:gd name="connsiteX4" fmla="*/ 1095378 w 1095377"/>
              <a:gd name="connsiteY4" fmla="*/ 2538 h 16731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95377" h="1673199">
                <a:moveTo>
                  <a:pt x="1095378" y="2538"/>
                </a:moveTo>
                <a:cubicBezTo>
                  <a:pt x="1094109" y="1745"/>
                  <a:pt x="1092841" y="952"/>
                  <a:pt x="1091731" y="0"/>
                </a:cubicBezTo>
                <a:lnTo>
                  <a:pt x="0" y="1670662"/>
                </a:lnTo>
                <a:cubicBezTo>
                  <a:pt x="1268" y="1671455"/>
                  <a:pt x="2378" y="1672248"/>
                  <a:pt x="3646" y="1673200"/>
                </a:cubicBezTo>
                <a:lnTo>
                  <a:pt x="1095378" y="2538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0A9BFEC3-7773-858F-2D68-22CE9A5BDF64}"/>
              </a:ext>
            </a:extLst>
          </p:cNvPr>
          <p:cNvSpPr/>
          <p:nvPr userDrawn="1"/>
        </p:nvSpPr>
        <p:spPr>
          <a:xfrm>
            <a:off x="200637" y="316741"/>
            <a:ext cx="1353644" cy="1331472"/>
          </a:xfrm>
          <a:custGeom>
            <a:avLst/>
            <a:gdLst>
              <a:gd name="connsiteX0" fmla="*/ 0 w 1353644"/>
              <a:gd name="connsiteY0" fmla="*/ 1543602 h 1546139"/>
              <a:gd name="connsiteX1" fmla="*/ 3647 w 1353644"/>
              <a:gd name="connsiteY1" fmla="*/ 1546140 h 1546139"/>
              <a:gd name="connsiteX2" fmla="*/ 1353645 w 1353644"/>
              <a:gd name="connsiteY2" fmla="*/ 2538 h 1546139"/>
              <a:gd name="connsiteX3" fmla="*/ 1349998 w 1353644"/>
              <a:gd name="connsiteY3" fmla="*/ 0 h 1546139"/>
              <a:gd name="connsiteX4" fmla="*/ 0 w 1353644"/>
              <a:gd name="connsiteY4" fmla="*/ 1543602 h 15461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53644" h="1546139">
                <a:moveTo>
                  <a:pt x="0" y="1543602"/>
                </a:moveTo>
                <a:cubicBezTo>
                  <a:pt x="1110" y="1544553"/>
                  <a:pt x="2695" y="1545029"/>
                  <a:pt x="3647" y="1546140"/>
                </a:cubicBezTo>
                <a:lnTo>
                  <a:pt x="1353645" y="2538"/>
                </a:lnTo>
                <a:cubicBezTo>
                  <a:pt x="1352535" y="1586"/>
                  <a:pt x="1351108" y="1110"/>
                  <a:pt x="1349998" y="0"/>
                </a:cubicBezTo>
                <a:lnTo>
                  <a:pt x="0" y="1543602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5CA653FA-7F86-7E87-7131-EB28914293FA}"/>
              </a:ext>
            </a:extLst>
          </p:cNvPr>
          <p:cNvSpPr/>
          <p:nvPr userDrawn="1"/>
        </p:nvSpPr>
        <p:spPr>
          <a:xfrm>
            <a:off x="33056" y="1945208"/>
            <a:ext cx="122712" cy="302712"/>
          </a:xfrm>
          <a:custGeom>
            <a:avLst/>
            <a:gdLst>
              <a:gd name="connsiteX0" fmla="*/ 118274 w 122712"/>
              <a:gd name="connsiteY0" fmla="*/ 0 h 351517"/>
              <a:gd name="connsiteX1" fmla="*/ 0 w 122712"/>
              <a:gd name="connsiteY1" fmla="*/ 338193 h 351517"/>
              <a:gd name="connsiteX2" fmla="*/ 0 w 122712"/>
              <a:gd name="connsiteY2" fmla="*/ 351518 h 351517"/>
              <a:gd name="connsiteX3" fmla="*/ 122713 w 122712"/>
              <a:gd name="connsiteY3" fmla="*/ 952 h 351517"/>
              <a:gd name="connsiteX4" fmla="*/ 118274 w 122712"/>
              <a:gd name="connsiteY4" fmla="*/ 0 h 3515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712" h="351517">
                <a:moveTo>
                  <a:pt x="118274" y="0"/>
                </a:moveTo>
                <a:lnTo>
                  <a:pt x="0" y="338193"/>
                </a:lnTo>
                <a:lnTo>
                  <a:pt x="0" y="351518"/>
                </a:lnTo>
                <a:lnTo>
                  <a:pt x="122713" y="952"/>
                </a:lnTo>
                <a:cubicBezTo>
                  <a:pt x="121286" y="476"/>
                  <a:pt x="119700" y="635"/>
                  <a:pt x="118274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4" name="Freeform 23">
            <a:extLst>
              <a:ext uri="{FF2B5EF4-FFF2-40B4-BE49-F238E27FC236}">
                <a16:creationId xmlns:a16="http://schemas.microsoft.com/office/drawing/2014/main" id="{647DC177-BE71-64F5-4141-DED2D8F16C1D}"/>
              </a:ext>
            </a:extLst>
          </p:cNvPr>
          <p:cNvSpPr/>
          <p:nvPr userDrawn="1"/>
        </p:nvSpPr>
        <p:spPr>
          <a:xfrm>
            <a:off x="33056" y="1933787"/>
            <a:ext cx="101943" cy="83600"/>
          </a:xfrm>
          <a:custGeom>
            <a:avLst/>
            <a:gdLst>
              <a:gd name="connsiteX0" fmla="*/ 100992 w 101943"/>
              <a:gd name="connsiteY0" fmla="*/ 0 h 97079"/>
              <a:gd name="connsiteX1" fmla="*/ 21720 w 101943"/>
              <a:gd name="connsiteY1" fmla="*/ 70431 h 97079"/>
              <a:gd name="connsiteX2" fmla="*/ 0 w 101943"/>
              <a:gd name="connsiteY2" fmla="*/ 90893 h 97079"/>
              <a:gd name="connsiteX3" fmla="*/ 0 w 101943"/>
              <a:gd name="connsiteY3" fmla="*/ 97080 h 97079"/>
              <a:gd name="connsiteX4" fmla="*/ 101944 w 101943"/>
              <a:gd name="connsiteY4" fmla="*/ 952 h 97079"/>
              <a:gd name="connsiteX5" fmla="*/ 100992 w 101943"/>
              <a:gd name="connsiteY5" fmla="*/ 0 h 970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1943" h="97079">
                <a:moveTo>
                  <a:pt x="100992" y="0"/>
                </a:moveTo>
                <a:lnTo>
                  <a:pt x="21720" y="70431"/>
                </a:lnTo>
                <a:lnTo>
                  <a:pt x="0" y="90893"/>
                </a:lnTo>
                <a:lnTo>
                  <a:pt x="0" y="97080"/>
                </a:lnTo>
                <a:lnTo>
                  <a:pt x="101944" y="952"/>
                </a:lnTo>
                <a:cubicBezTo>
                  <a:pt x="101944" y="952"/>
                  <a:pt x="101309" y="317"/>
                  <a:pt x="100992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BE06CA7C-5BB1-C0ED-0E5E-CBC1D4383F9C}"/>
              </a:ext>
            </a:extLst>
          </p:cNvPr>
          <p:cNvSpPr/>
          <p:nvPr userDrawn="1"/>
        </p:nvSpPr>
        <p:spPr>
          <a:xfrm>
            <a:off x="33056" y="1929979"/>
            <a:ext cx="100992" cy="80595"/>
          </a:xfrm>
          <a:custGeom>
            <a:avLst/>
            <a:gdLst>
              <a:gd name="connsiteX0" fmla="*/ 100992 w 100992"/>
              <a:gd name="connsiteY0" fmla="*/ 3807 h 93589"/>
              <a:gd name="connsiteX1" fmla="*/ 98456 w 100992"/>
              <a:gd name="connsiteY1" fmla="*/ 0 h 93589"/>
              <a:gd name="connsiteX2" fmla="*/ 0 w 100992"/>
              <a:gd name="connsiteY2" fmla="*/ 87562 h 93589"/>
              <a:gd name="connsiteX3" fmla="*/ 0 w 100992"/>
              <a:gd name="connsiteY3" fmla="*/ 93590 h 93589"/>
              <a:gd name="connsiteX4" fmla="*/ 21720 w 100992"/>
              <a:gd name="connsiteY4" fmla="*/ 74238 h 93589"/>
              <a:gd name="connsiteX5" fmla="*/ 100992 w 100992"/>
              <a:gd name="connsiteY5" fmla="*/ 3807 h 935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0992" h="93589">
                <a:moveTo>
                  <a:pt x="100992" y="3807"/>
                </a:moveTo>
                <a:cubicBezTo>
                  <a:pt x="99882" y="2697"/>
                  <a:pt x="99407" y="1269"/>
                  <a:pt x="98456" y="0"/>
                </a:cubicBezTo>
                <a:lnTo>
                  <a:pt x="0" y="87562"/>
                </a:lnTo>
                <a:lnTo>
                  <a:pt x="0" y="93590"/>
                </a:lnTo>
                <a:lnTo>
                  <a:pt x="21720" y="74238"/>
                </a:lnTo>
                <a:lnTo>
                  <a:pt x="100992" y="3807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6" name="Freeform 25">
            <a:extLst>
              <a:ext uri="{FF2B5EF4-FFF2-40B4-BE49-F238E27FC236}">
                <a16:creationId xmlns:a16="http://schemas.microsoft.com/office/drawing/2014/main" id="{516D923D-989E-A5EF-FC9C-D91A620AA221}"/>
              </a:ext>
            </a:extLst>
          </p:cNvPr>
          <p:cNvSpPr/>
          <p:nvPr userDrawn="1"/>
        </p:nvSpPr>
        <p:spPr>
          <a:xfrm>
            <a:off x="33056" y="4640125"/>
            <a:ext cx="589940" cy="1120147"/>
          </a:xfrm>
          <a:custGeom>
            <a:avLst/>
            <a:gdLst>
              <a:gd name="connsiteX0" fmla="*/ 586136 w 589940"/>
              <a:gd name="connsiteY0" fmla="*/ 0 h 1300743"/>
              <a:gd name="connsiteX1" fmla="*/ 0 w 589940"/>
              <a:gd name="connsiteY1" fmla="*/ 1290115 h 1300743"/>
              <a:gd name="connsiteX2" fmla="*/ 0 w 589940"/>
              <a:gd name="connsiteY2" fmla="*/ 1300743 h 1300743"/>
              <a:gd name="connsiteX3" fmla="*/ 589941 w 589940"/>
              <a:gd name="connsiteY3" fmla="*/ 2221 h 1300743"/>
              <a:gd name="connsiteX4" fmla="*/ 586136 w 589940"/>
              <a:gd name="connsiteY4" fmla="*/ 0 h 13007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89940" h="1300743">
                <a:moveTo>
                  <a:pt x="586136" y="0"/>
                </a:moveTo>
                <a:lnTo>
                  <a:pt x="0" y="1290115"/>
                </a:lnTo>
                <a:lnTo>
                  <a:pt x="0" y="1300743"/>
                </a:lnTo>
                <a:lnTo>
                  <a:pt x="589941" y="2221"/>
                </a:lnTo>
                <a:cubicBezTo>
                  <a:pt x="588514" y="1586"/>
                  <a:pt x="587404" y="634"/>
                  <a:pt x="586136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6C55B45D-ABF4-89D1-80B5-A8312BCA0979}"/>
              </a:ext>
            </a:extLst>
          </p:cNvPr>
          <p:cNvSpPr/>
          <p:nvPr userDrawn="1"/>
        </p:nvSpPr>
        <p:spPr>
          <a:xfrm>
            <a:off x="32898" y="4306690"/>
            <a:ext cx="564890" cy="232225"/>
          </a:xfrm>
          <a:custGeom>
            <a:avLst/>
            <a:gdLst>
              <a:gd name="connsiteX0" fmla="*/ 564891 w 564890"/>
              <a:gd name="connsiteY0" fmla="*/ 266018 h 269666"/>
              <a:gd name="connsiteX1" fmla="*/ 0 w 564890"/>
              <a:gd name="connsiteY1" fmla="*/ 0 h 269666"/>
              <a:gd name="connsiteX2" fmla="*/ 0 w 564890"/>
              <a:gd name="connsiteY2" fmla="*/ 4917 h 269666"/>
              <a:gd name="connsiteX3" fmla="*/ 562354 w 564890"/>
              <a:gd name="connsiteY3" fmla="*/ 269666 h 269666"/>
              <a:gd name="connsiteX4" fmla="*/ 564891 w 564890"/>
              <a:gd name="connsiteY4" fmla="*/ 265859 h 269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64890" h="269666">
                <a:moveTo>
                  <a:pt x="564891" y="266018"/>
                </a:moveTo>
                <a:lnTo>
                  <a:pt x="0" y="0"/>
                </a:lnTo>
                <a:lnTo>
                  <a:pt x="0" y="4917"/>
                </a:lnTo>
                <a:lnTo>
                  <a:pt x="562354" y="269666"/>
                </a:lnTo>
                <a:cubicBezTo>
                  <a:pt x="562988" y="268239"/>
                  <a:pt x="564098" y="267287"/>
                  <a:pt x="564891" y="265859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5A3F9180-3C23-4C2F-A723-DDC1AF251673}"/>
              </a:ext>
            </a:extLst>
          </p:cNvPr>
          <p:cNvSpPr/>
          <p:nvPr userDrawn="1"/>
        </p:nvSpPr>
        <p:spPr>
          <a:xfrm>
            <a:off x="33056" y="3983884"/>
            <a:ext cx="574878" cy="498055"/>
          </a:xfrm>
          <a:custGeom>
            <a:avLst/>
            <a:gdLst>
              <a:gd name="connsiteX0" fmla="*/ 574879 w 574878"/>
              <a:gd name="connsiteY0" fmla="*/ 575182 h 578354"/>
              <a:gd name="connsiteX1" fmla="*/ 0 w 574878"/>
              <a:gd name="connsiteY1" fmla="*/ 0 h 578354"/>
              <a:gd name="connsiteX2" fmla="*/ 0 w 574878"/>
              <a:gd name="connsiteY2" fmla="*/ 6186 h 578354"/>
              <a:gd name="connsiteX3" fmla="*/ 571867 w 574878"/>
              <a:gd name="connsiteY3" fmla="*/ 578355 h 578354"/>
              <a:gd name="connsiteX4" fmla="*/ 574879 w 574878"/>
              <a:gd name="connsiteY4" fmla="*/ 575182 h 5783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74878" h="578354">
                <a:moveTo>
                  <a:pt x="574879" y="575182"/>
                </a:moveTo>
                <a:lnTo>
                  <a:pt x="0" y="0"/>
                </a:lnTo>
                <a:lnTo>
                  <a:pt x="0" y="6186"/>
                </a:lnTo>
                <a:lnTo>
                  <a:pt x="571867" y="578355"/>
                </a:lnTo>
                <a:cubicBezTo>
                  <a:pt x="572818" y="577244"/>
                  <a:pt x="573928" y="576293"/>
                  <a:pt x="574879" y="57518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FD7D7E9B-1D46-7E7D-A227-C4826E0E7B07}"/>
              </a:ext>
            </a:extLst>
          </p:cNvPr>
          <p:cNvSpPr/>
          <p:nvPr userDrawn="1"/>
        </p:nvSpPr>
        <p:spPr>
          <a:xfrm>
            <a:off x="159574" y="3910598"/>
            <a:ext cx="455654" cy="556385"/>
          </a:xfrm>
          <a:custGeom>
            <a:avLst/>
            <a:gdLst>
              <a:gd name="connsiteX0" fmla="*/ 6342 w 455654"/>
              <a:gd name="connsiteY0" fmla="*/ 1428 h 646088"/>
              <a:gd name="connsiteX1" fmla="*/ 0 w 455654"/>
              <a:gd name="connsiteY1" fmla="*/ 0 h 646088"/>
              <a:gd name="connsiteX2" fmla="*/ 452008 w 455654"/>
              <a:gd name="connsiteY2" fmla="*/ 646089 h 646088"/>
              <a:gd name="connsiteX3" fmla="*/ 455654 w 455654"/>
              <a:gd name="connsiteY3" fmla="*/ 643551 h 646088"/>
              <a:gd name="connsiteX4" fmla="*/ 6342 w 455654"/>
              <a:gd name="connsiteY4" fmla="*/ 1269 h 6460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55654" h="646088">
                <a:moveTo>
                  <a:pt x="6342" y="1428"/>
                </a:moveTo>
                <a:lnTo>
                  <a:pt x="0" y="0"/>
                </a:lnTo>
                <a:lnTo>
                  <a:pt x="452008" y="646089"/>
                </a:lnTo>
                <a:cubicBezTo>
                  <a:pt x="453118" y="645137"/>
                  <a:pt x="454386" y="644344"/>
                  <a:pt x="455654" y="643551"/>
                </a:cubicBezTo>
                <a:lnTo>
                  <a:pt x="6342" y="1269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0" name="Freeform 29">
            <a:extLst>
              <a:ext uri="{FF2B5EF4-FFF2-40B4-BE49-F238E27FC236}">
                <a16:creationId xmlns:a16="http://schemas.microsoft.com/office/drawing/2014/main" id="{5EC482DB-2483-E449-A026-3B49B04D25A4}"/>
              </a:ext>
            </a:extLst>
          </p:cNvPr>
          <p:cNvSpPr/>
          <p:nvPr userDrawn="1"/>
        </p:nvSpPr>
        <p:spPr>
          <a:xfrm>
            <a:off x="33056" y="3722149"/>
            <a:ext cx="129212" cy="159006"/>
          </a:xfrm>
          <a:custGeom>
            <a:avLst/>
            <a:gdLst>
              <a:gd name="connsiteX0" fmla="*/ 129213 w 129212"/>
              <a:gd name="connsiteY0" fmla="*/ 184642 h 184642"/>
              <a:gd name="connsiteX1" fmla="*/ 0 w 129212"/>
              <a:gd name="connsiteY1" fmla="*/ 0 h 184642"/>
              <a:gd name="connsiteX2" fmla="*/ 0 w 129212"/>
              <a:gd name="connsiteY2" fmla="*/ 7614 h 184642"/>
              <a:gd name="connsiteX3" fmla="*/ 122713 w 129212"/>
              <a:gd name="connsiteY3" fmla="*/ 183214 h 184642"/>
              <a:gd name="connsiteX4" fmla="*/ 129213 w 129212"/>
              <a:gd name="connsiteY4" fmla="*/ 184642 h 184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9212" h="184642">
                <a:moveTo>
                  <a:pt x="129213" y="184642"/>
                </a:moveTo>
                <a:lnTo>
                  <a:pt x="0" y="0"/>
                </a:lnTo>
                <a:lnTo>
                  <a:pt x="0" y="7614"/>
                </a:lnTo>
                <a:lnTo>
                  <a:pt x="122713" y="183214"/>
                </a:lnTo>
                <a:lnTo>
                  <a:pt x="129213" y="184642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1" name="Freeform 30">
            <a:extLst>
              <a:ext uri="{FF2B5EF4-FFF2-40B4-BE49-F238E27FC236}">
                <a16:creationId xmlns:a16="http://schemas.microsoft.com/office/drawing/2014/main" id="{D853F687-ED26-ED8A-5160-6AE8CD99E665}"/>
              </a:ext>
            </a:extLst>
          </p:cNvPr>
          <p:cNvSpPr/>
          <p:nvPr userDrawn="1"/>
        </p:nvSpPr>
        <p:spPr>
          <a:xfrm>
            <a:off x="33056" y="4604910"/>
            <a:ext cx="561244" cy="117615"/>
          </a:xfrm>
          <a:custGeom>
            <a:avLst/>
            <a:gdLst>
              <a:gd name="connsiteX0" fmla="*/ 560293 w 561244"/>
              <a:gd name="connsiteY0" fmla="*/ 0 h 136577"/>
              <a:gd name="connsiteX1" fmla="*/ 0 w 561244"/>
              <a:gd name="connsiteY1" fmla="*/ 131978 h 136577"/>
              <a:gd name="connsiteX2" fmla="*/ 0 w 561244"/>
              <a:gd name="connsiteY2" fmla="*/ 136578 h 136577"/>
              <a:gd name="connsiteX3" fmla="*/ 561244 w 561244"/>
              <a:gd name="connsiteY3" fmla="*/ 4442 h 136577"/>
              <a:gd name="connsiteX4" fmla="*/ 560293 w 561244"/>
              <a:gd name="connsiteY4" fmla="*/ 158 h 136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61244" h="136577">
                <a:moveTo>
                  <a:pt x="560293" y="0"/>
                </a:moveTo>
                <a:lnTo>
                  <a:pt x="0" y="131978"/>
                </a:lnTo>
                <a:lnTo>
                  <a:pt x="0" y="136578"/>
                </a:lnTo>
                <a:lnTo>
                  <a:pt x="561244" y="4442"/>
                </a:lnTo>
                <a:cubicBezTo>
                  <a:pt x="560769" y="3014"/>
                  <a:pt x="560610" y="1586"/>
                  <a:pt x="560293" y="158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" name="Freeform 31">
            <a:extLst>
              <a:ext uri="{FF2B5EF4-FFF2-40B4-BE49-F238E27FC236}">
                <a16:creationId xmlns:a16="http://schemas.microsoft.com/office/drawing/2014/main" id="{0C76F80B-574E-8809-9B41-EE8B207F9194}"/>
              </a:ext>
            </a:extLst>
          </p:cNvPr>
          <p:cNvSpPr/>
          <p:nvPr userDrawn="1"/>
        </p:nvSpPr>
        <p:spPr>
          <a:xfrm>
            <a:off x="656925" y="4102537"/>
            <a:ext cx="171702" cy="385085"/>
          </a:xfrm>
          <a:custGeom>
            <a:avLst/>
            <a:gdLst>
              <a:gd name="connsiteX0" fmla="*/ 167263 w 171702"/>
              <a:gd name="connsiteY0" fmla="*/ 0 h 447170"/>
              <a:gd name="connsiteX1" fmla="*/ 0 w 171702"/>
              <a:gd name="connsiteY1" fmla="*/ 446218 h 447170"/>
              <a:gd name="connsiteX2" fmla="*/ 4439 w 171702"/>
              <a:gd name="connsiteY2" fmla="*/ 447170 h 447170"/>
              <a:gd name="connsiteX3" fmla="*/ 171703 w 171702"/>
              <a:gd name="connsiteY3" fmla="*/ 952 h 447170"/>
              <a:gd name="connsiteX4" fmla="*/ 167263 w 171702"/>
              <a:gd name="connsiteY4" fmla="*/ 0 h 4471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1702" h="447170">
                <a:moveTo>
                  <a:pt x="167263" y="0"/>
                </a:moveTo>
                <a:lnTo>
                  <a:pt x="0" y="446218"/>
                </a:lnTo>
                <a:cubicBezTo>
                  <a:pt x="1427" y="446694"/>
                  <a:pt x="3012" y="446536"/>
                  <a:pt x="4439" y="447170"/>
                </a:cubicBezTo>
                <a:lnTo>
                  <a:pt x="171703" y="952"/>
                </a:lnTo>
                <a:cubicBezTo>
                  <a:pt x="170276" y="476"/>
                  <a:pt x="168690" y="635"/>
                  <a:pt x="167263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3" name="Freeform 32">
            <a:extLst>
              <a:ext uri="{FF2B5EF4-FFF2-40B4-BE49-F238E27FC236}">
                <a16:creationId xmlns:a16="http://schemas.microsoft.com/office/drawing/2014/main" id="{49FCDCAF-78CD-A631-AFA2-2A96B96412CF}"/>
              </a:ext>
            </a:extLst>
          </p:cNvPr>
          <p:cNvSpPr/>
          <p:nvPr userDrawn="1"/>
        </p:nvSpPr>
        <p:spPr>
          <a:xfrm>
            <a:off x="401195" y="3958504"/>
            <a:ext cx="394931" cy="77317"/>
          </a:xfrm>
          <a:custGeom>
            <a:avLst/>
            <a:gdLst>
              <a:gd name="connsiteX0" fmla="*/ 394932 w 394931"/>
              <a:gd name="connsiteY0" fmla="*/ 85500 h 89782"/>
              <a:gd name="connsiteX1" fmla="*/ 0 w 394931"/>
              <a:gd name="connsiteY1" fmla="*/ 0 h 89782"/>
              <a:gd name="connsiteX2" fmla="*/ 1903 w 394931"/>
              <a:gd name="connsiteY2" fmla="*/ 4917 h 89782"/>
              <a:gd name="connsiteX3" fmla="*/ 394139 w 394931"/>
              <a:gd name="connsiteY3" fmla="*/ 89783 h 89782"/>
              <a:gd name="connsiteX4" fmla="*/ 394932 w 394931"/>
              <a:gd name="connsiteY4" fmla="*/ 85500 h 897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4931" h="89782">
                <a:moveTo>
                  <a:pt x="394932" y="85500"/>
                </a:moveTo>
                <a:lnTo>
                  <a:pt x="0" y="0"/>
                </a:lnTo>
                <a:lnTo>
                  <a:pt x="1903" y="4917"/>
                </a:lnTo>
                <a:lnTo>
                  <a:pt x="394139" y="89783"/>
                </a:lnTo>
                <a:cubicBezTo>
                  <a:pt x="394456" y="88355"/>
                  <a:pt x="394615" y="86928"/>
                  <a:pt x="394932" y="8550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4" name="Freeform 33">
            <a:extLst>
              <a:ext uri="{FF2B5EF4-FFF2-40B4-BE49-F238E27FC236}">
                <a16:creationId xmlns:a16="http://schemas.microsoft.com/office/drawing/2014/main" id="{80C13663-7664-AAF2-02BD-46B9149F99C0}"/>
              </a:ext>
            </a:extLst>
          </p:cNvPr>
          <p:cNvSpPr/>
          <p:nvPr userDrawn="1"/>
        </p:nvSpPr>
        <p:spPr>
          <a:xfrm>
            <a:off x="33056" y="3878873"/>
            <a:ext cx="364967" cy="71853"/>
          </a:xfrm>
          <a:custGeom>
            <a:avLst/>
            <a:gdLst>
              <a:gd name="connsiteX0" fmla="*/ 132860 w 364967"/>
              <a:gd name="connsiteY0" fmla="*/ 33153 h 83437"/>
              <a:gd name="connsiteX1" fmla="*/ 364967 w 364967"/>
              <a:gd name="connsiteY1" fmla="*/ 83438 h 83437"/>
              <a:gd name="connsiteX2" fmla="*/ 363065 w 364967"/>
              <a:gd name="connsiteY2" fmla="*/ 78520 h 83437"/>
              <a:gd name="connsiteX3" fmla="*/ 129213 w 364967"/>
              <a:gd name="connsiteY3" fmla="*/ 27918 h 83437"/>
              <a:gd name="connsiteX4" fmla="*/ 122713 w 364967"/>
              <a:gd name="connsiteY4" fmla="*/ 26491 h 83437"/>
              <a:gd name="connsiteX5" fmla="*/ 0 w 364967"/>
              <a:gd name="connsiteY5" fmla="*/ 0 h 83437"/>
              <a:gd name="connsiteX6" fmla="*/ 0 w 364967"/>
              <a:gd name="connsiteY6" fmla="*/ 4442 h 83437"/>
              <a:gd name="connsiteX7" fmla="*/ 126518 w 364967"/>
              <a:gd name="connsiteY7" fmla="*/ 31725 h 83437"/>
              <a:gd name="connsiteX8" fmla="*/ 132860 w 364967"/>
              <a:gd name="connsiteY8" fmla="*/ 33153 h 834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64967" h="83437">
                <a:moveTo>
                  <a:pt x="132860" y="33153"/>
                </a:moveTo>
                <a:lnTo>
                  <a:pt x="364967" y="83438"/>
                </a:lnTo>
                <a:lnTo>
                  <a:pt x="363065" y="78520"/>
                </a:lnTo>
                <a:lnTo>
                  <a:pt x="129213" y="27918"/>
                </a:lnTo>
                <a:lnTo>
                  <a:pt x="122713" y="26491"/>
                </a:lnTo>
                <a:lnTo>
                  <a:pt x="0" y="0"/>
                </a:lnTo>
                <a:lnTo>
                  <a:pt x="0" y="4442"/>
                </a:lnTo>
                <a:lnTo>
                  <a:pt x="126518" y="31725"/>
                </a:lnTo>
                <a:lnTo>
                  <a:pt x="132860" y="33153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" name="Freeform 34">
            <a:extLst>
              <a:ext uri="{FF2B5EF4-FFF2-40B4-BE49-F238E27FC236}">
                <a16:creationId xmlns:a16="http://schemas.microsoft.com/office/drawing/2014/main" id="{111E76BE-FF72-A558-C6D5-1DA49E9A4244}"/>
              </a:ext>
            </a:extLst>
          </p:cNvPr>
          <p:cNvSpPr/>
          <p:nvPr userDrawn="1"/>
        </p:nvSpPr>
        <p:spPr>
          <a:xfrm>
            <a:off x="319228" y="3742771"/>
            <a:ext cx="483082" cy="249983"/>
          </a:xfrm>
          <a:custGeom>
            <a:avLst/>
            <a:gdLst>
              <a:gd name="connsiteX0" fmla="*/ 483082 w 483082"/>
              <a:gd name="connsiteY0" fmla="*/ 287115 h 290287"/>
              <a:gd name="connsiteX1" fmla="*/ 478484 w 483082"/>
              <a:gd name="connsiteY1" fmla="*/ 283784 h 290287"/>
              <a:gd name="connsiteX2" fmla="*/ 0 w 483082"/>
              <a:gd name="connsiteY2" fmla="*/ 0 h 290287"/>
              <a:gd name="connsiteX3" fmla="*/ 2537 w 483082"/>
              <a:gd name="connsiteY3" fmla="*/ 6662 h 290287"/>
              <a:gd name="connsiteX4" fmla="*/ 480863 w 483082"/>
              <a:gd name="connsiteY4" fmla="*/ 290288 h 290287"/>
              <a:gd name="connsiteX5" fmla="*/ 483082 w 483082"/>
              <a:gd name="connsiteY5" fmla="*/ 286957 h 2902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83082" h="290287">
                <a:moveTo>
                  <a:pt x="483082" y="287115"/>
                </a:moveTo>
                <a:lnTo>
                  <a:pt x="478484" y="283784"/>
                </a:lnTo>
                <a:lnTo>
                  <a:pt x="0" y="0"/>
                </a:lnTo>
                <a:lnTo>
                  <a:pt x="2537" y="6662"/>
                </a:lnTo>
                <a:lnTo>
                  <a:pt x="480863" y="290288"/>
                </a:lnTo>
                <a:cubicBezTo>
                  <a:pt x="481497" y="289177"/>
                  <a:pt x="482448" y="288067"/>
                  <a:pt x="483082" y="286957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6" name="Freeform 35">
            <a:extLst>
              <a:ext uri="{FF2B5EF4-FFF2-40B4-BE49-F238E27FC236}">
                <a16:creationId xmlns:a16="http://schemas.microsoft.com/office/drawing/2014/main" id="{2BDE839F-6DFF-0BE0-2FF3-5E5CF34B43B2}"/>
              </a:ext>
            </a:extLst>
          </p:cNvPr>
          <p:cNvSpPr/>
          <p:nvPr userDrawn="1"/>
        </p:nvSpPr>
        <p:spPr>
          <a:xfrm>
            <a:off x="33056" y="3573198"/>
            <a:ext cx="282524" cy="148761"/>
          </a:xfrm>
          <a:custGeom>
            <a:avLst/>
            <a:gdLst>
              <a:gd name="connsiteX0" fmla="*/ 279988 w 282524"/>
              <a:gd name="connsiteY0" fmla="*/ 166083 h 172745"/>
              <a:gd name="connsiteX1" fmla="*/ 0 w 282524"/>
              <a:gd name="connsiteY1" fmla="*/ 0 h 172745"/>
              <a:gd name="connsiteX2" fmla="*/ 0 w 282524"/>
              <a:gd name="connsiteY2" fmla="*/ 5076 h 172745"/>
              <a:gd name="connsiteX3" fmla="*/ 282525 w 282524"/>
              <a:gd name="connsiteY3" fmla="*/ 172745 h 172745"/>
              <a:gd name="connsiteX4" fmla="*/ 279988 w 282524"/>
              <a:gd name="connsiteY4" fmla="*/ 166083 h 1727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524" h="172745">
                <a:moveTo>
                  <a:pt x="279988" y="166083"/>
                </a:moveTo>
                <a:lnTo>
                  <a:pt x="0" y="0"/>
                </a:lnTo>
                <a:lnTo>
                  <a:pt x="0" y="5076"/>
                </a:lnTo>
                <a:lnTo>
                  <a:pt x="282525" y="172745"/>
                </a:lnTo>
                <a:lnTo>
                  <a:pt x="279988" y="166083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8" name="Freeform 37">
            <a:extLst>
              <a:ext uri="{FF2B5EF4-FFF2-40B4-BE49-F238E27FC236}">
                <a16:creationId xmlns:a16="http://schemas.microsoft.com/office/drawing/2014/main" id="{9D92447A-84BB-0CB6-B983-7656EEFB4D81}"/>
              </a:ext>
            </a:extLst>
          </p:cNvPr>
          <p:cNvSpPr/>
          <p:nvPr userDrawn="1"/>
        </p:nvSpPr>
        <p:spPr>
          <a:xfrm>
            <a:off x="182404" y="1945524"/>
            <a:ext cx="523986" cy="1432285"/>
          </a:xfrm>
          <a:custGeom>
            <a:avLst/>
            <a:gdLst>
              <a:gd name="connsiteX0" fmla="*/ 523986 w 523986"/>
              <a:gd name="connsiteY0" fmla="*/ 1663207 h 1663206"/>
              <a:gd name="connsiteX1" fmla="*/ 4439 w 523986"/>
              <a:gd name="connsiteY1" fmla="*/ 0 h 1663206"/>
              <a:gd name="connsiteX2" fmla="*/ 0 w 523986"/>
              <a:gd name="connsiteY2" fmla="*/ 952 h 1663206"/>
              <a:gd name="connsiteX3" fmla="*/ 517803 w 523986"/>
              <a:gd name="connsiteY3" fmla="*/ 1658924 h 1663206"/>
              <a:gd name="connsiteX4" fmla="*/ 523828 w 523986"/>
              <a:gd name="connsiteY4" fmla="*/ 1663207 h 16632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3986" h="1663206">
                <a:moveTo>
                  <a:pt x="523986" y="1663207"/>
                </a:moveTo>
                <a:lnTo>
                  <a:pt x="4439" y="0"/>
                </a:lnTo>
                <a:cubicBezTo>
                  <a:pt x="3012" y="476"/>
                  <a:pt x="1427" y="476"/>
                  <a:pt x="0" y="952"/>
                </a:cubicBezTo>
                <a:lnTo>
                  <a:pt x="517803" y="1658924"/>
                </a:lnTo>
                <a:lnTo>
                  <a:pt x="523828" y="1663207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9" name="Freeform 38">
            <a:extLst>
              <a:ext uri="{FF2B5EF4-FFF2-40B4-BE49-F238E27FC236}">
                <a16:creationId xmlns:a16="http://schemas.microsoft.com/office/drawing/2014/main" id="{A1C587C5-A4D4-2585-C2A4-89C80995CE39}"/>
              </a:ext>
            </a:extLst>
          </p:cNvPr>
          <p:cNvSpPr/>
          <p:nvPr userDrawn="1"/>
        </p:nvSpPr>
        <p:spPr>
          <a:xfrm>
            <a:off x="702427" y="3611428"/>
            <a:ext cx="36623" cy="87972"/>
          </a:xfrm>
          <a:custGeom>
            <a:avLst/>
            <a:gdLst>
              <a:gd name="connsiteX0" fmla="*/ 36624 w 36623"/>
              <a:gd name="connsiteY0" fmla="*/ 102156 h 102155"/>
              <a:gd name="connsiteX1" fmla="*/ 6025 w 36623"/>
              <a:gd name="connsiteY1" fmla="*/ 4283 h 102155"/>
              <a:gd name="connsiteX2" fmla="*/ 0 w 36623"/>
              <a:gd name="connsiteY2" fmla="*/ 0 h 102155"/>
              <a:gd name="connsiteX3" fmla="*/ 31233 w 36623"/>
              <a:gd name="connsiteY3" fmla="*/ 99776 h 102155"/>
              <a:gd name="connsiteX4" fmla="*/ 36624 w 36623"/>
              <a:gd name="connsiteY4" fmla="*/ 102156 h 1021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623" h="102155">
                <a:moveTo>
                  <a:pt x="36624" y="102156"/>
                </a:moveTo>
                <a:lnTo>
                  <a:pt x="6025" y="4283"/>
                </a:lnTo>
                <a:lnTo>
                  <a:pt x="0" y="0"/>
                </a:lnTo>
                <a:lnTo>
                  <a:pt x="31233" y="99776"/>
                </a:lnTo>
                <a:lnTo>
                  <a:pt x="36624" y="102156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0" name="Freeform 39">
            <a:extLst>
              <a:ext uri="{FF2B5EF4-FFF2-40B4-BE49-F238E27FC236}">
                <a16:creationId xmlns:a16="http://schemas.microsoft.com/office/drawing/2014/main" id="{BCDC8D8B-1C78-A72C-59CA-B7C459FF1E54}"/>
              </a:ext>
            </a:extLst>
          </p:cNvPr>
          <p:cNvSpPr/>
          <p:nvPr userDrawn="1"/>
        </p:nvSpPr>
        <p:spPr>
          <a:xfrm>
            <a:off x="735404" y="3716756"/>
            <a:ext cx="5549" cy="45719"/>
          </a:xfrm>
          <a:custGeom>
            <a:avLst/>
            <a:gdLst>
              <a:gd name="connsiteX0" fmla="*/ 5549 w 5549"/>
              <a:gd name="connsiteY0" fmla="*/ 2855 h 2855"/>
              <a:gd name="connsiteX1" fmla="*/ 5390 w 5549"/>
              <a:gd name="connsiteY1" fmla="*/ 2538 h 2855"/>
              <a:gd name="connsiteX2" fmla="*/ 0 w 5549"/>
              <a:gd name="connsiteY2" fmla="*/ 0 h 2855"/>
              <a:gd name="connsiteX3" fmla="*/ 159 w 5549"/>
              <a:gd name="connsiteY3" fmla="*/ 476 h 2855"/>
              <a:gd name="connsiteX4" fmla="*/ 5549 w 5549"/>
              <a:gd name="connsiteY4" fmla="*/ 2855 h 28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49" h="2855">
                <a:moveTo>
                  <a:pt x="5549" y="2855"/>
                </a:moveTo>
                <a:lnTo>
                  <a:pt x="5390" y="2538"/>
                </a:lnTo>
                <a:lnTo>
                  <a:pt x="0" y="0"/>
                </a:lnTo>
                <a:lnTo>
                  <a:pt x="159" y="476"/>
                </a:lnTo>
                <a:lnTo>
                  <a:pt x="5549" y="285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1" name="Freeform 40">
            <a:extLst>
              <a:ext uri="{FF2B5EF4-FFF2-40B4-BE49-F238E27FC236}">
                <a16:creationId xmlns:a16="http://schemas.microsoft.com/office/drawing/2014/main" id="{BBD05104-185E-A26F-3053-C6E3F7904139}"/>
              </a:ext>
            </a:extLst>
          </p:cNvPr>
          <p:cNvSpPr/>
          <p:nvPr userDrawn="1"/>
        </p:nvSpPr>
        <p:spPr>
          <a:xfrm>
            <a:off x="737307" y="3722625"/>
            <a:ext cx="94016" cy="247115"/>
          </a:xfrm>
          <a:custGeom>
            <a:avLst/>
            <a:gdLst>
              <a:gd name="connsiteX0" fmla="*/ 94016 w 94016"/>
              <a:gd name="connsiteY0" fmla="*/ 286164 h 286956"/>
              <a:gd name="connsiteX1" fmla="*/ 5390 w 94016"/>
              <a:gd name="connsiteY1" fmla="*/ 2380 h 286956"/>
              <a:gd name="connsiteX2" fmla="*/ 0 w 94016"/>
              <a:gd name="connsiteY2" fmla="*/ 0 h 286956"/>
              <a:gd name="connsiteX3" fmla="*/ 89577 w 94016"/>
              <a:gd name="connsiteY3" fmla="*/ 286957 h 286956"/>
              <a:gd name="connsiteX4" fmla="*/ 94016 w 94016"/>
              <a:gd name="connsiteY4" fmla="*/ 286005 h 2869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4016" h="286956">
                <a:moveTo>
                  <a:pt x="94016" y="286164"/>
                </a:moveTo>
                <a:lnTo>
                  <a:pt x="5390" y="2380"/>
                </a:lnTo>
                <a:lnTo>
                  <a:pt x="0" y="0"/>
                </a:lnTo>
                <a:lnTo>
                  <a:pt x="89577" y="286957"/>
                </a:lnTo>
                <a:cubicBezTo>
                  <a:pt x="91004" y="286481"/>
                  <a:pt x="92589" y="286481"/>
                  <a:pt x="94016" y="286005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2" name="Freeform 41">
            <a:extLst>
              <a:ext uri="{FF2B5EF4-FFF2-40B4-BE49-F238E27FC236}">
                <a16:creationId xmlns:a16="http://schemas.microsoft.com/office/drawing/2014/main" id="{125E358C-5C83-AC68-F18C-AD81F4C43939}"/>
              </a:ext>
            </a:extLst>
          </p:cNvPr>
          <p:cNvSpPr/>
          <p:nvPr userDrawn="1"/>
        </p:nvSpPr>
        <p:spPr>
          <a:xfrm>
            <a:off x="33056" y="3481194"/>
            <a:ext cx="251450" cy="157503"/>
          </a:xfrm>
          <a:custGeom>
            <a:avLst/>
            <a:gdLst>
              <a:gd name="connsiteX0" fmla="*/ 248596 w 251450"/>
              <a:gd name="connsiteY0" fmla="*/ 175600 h 182897"/>
              <a:gd name="connsiteX1" fmla="*/ 0 w 251450"/>
              <a:gd name="connsiteY1" fmla="*/ 0 h 182897"/>
              <a:gd name="connsiteX2" fmla="*/ 0 w 251450"/>
              <a:gd name="connsiteY2" fmla="*/ 5394 h 182897"/>
              <a:gd name="connsiteX3" fmla="*/ 251450 w 251450"/>
              <a:gd name="connsiteY3" fmla="*/ 182897 h 182897"/>
              <a:gd name="connsiteX4" fmla="*/ 248596 w 251450"/>
              <a:gd name="connsiteY4" fmla="*/ 175600 h 1828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1450" h="182897">
                <a:moveTo>
                  <a:pt x="248596" y="175600"/>
                </a:moveTo>
                <a:lnTo>
                  <a:pt x="0" y="0"/>
                </a:lnTo>
                <a:lnTo>
                  <a:pt x="0" y="5394"/>
                </a:lnTo>
                <a:lnTo>
                  <a:pt x="251450" y="182897"/>
                </a:lnTo>
                <a:lnTo>
                  <a:pt x="248596" y="17560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3" name="Freeform 42">
            <a:extLst>
              <a:ext uri="{FF2B5EF4-FFF2-40B4-BE49-F238E27FC236}">
                <a16:creationId xmlns:a16="http://schemas.microsoft.com/office/drawing/2014/main" id="{D3D03539-6702-8A68-D88D-751D24DE6016}"/>
              </a:ext>
            </a:extLst>
          </p:cNvPr>
          <p:cNvSpPr/>
          <p:nvPr userDrawn="1"/>
        </p:nvSpPr>
        <p:spPr>
          <a:xfrm>
            <a:off x="288153" y="3661395"/>
            <a:ext cx="516534" cy="317329"/>
          </a:xfrm>
          <a:custGeom>
            <a:avLst/>
            <a:gdLst>
              <a:gd name="connsiteX0" fmla="*/ 514157 w 516534"/>
              <a:gd name="connsiteY0" fmla="*/ 368491 h 368491"/>
              <a:gd name="connsiteX1" fmla="*/ 516535 w 516534"/>
              <a:gd name="connsiteY1" fmla="*/ 364843 h 368491"/>
              <a:gd name="connsiteX2" fmla="*/ 0 w 516534"/>
              <a:gd name="connsiteY2" fmla="*/ 0 h 368491"/>
              <a:gd name="connsiteX3" fmla="*/ 2854 w 516534"/>
              <a:gd name="connsiteY3" fmla="*/ 7297 h 368491"/>
              <a:gd name="connsiteX4" fmla="*/ 509718 w 516534"/>
              <a:gd name="connsiteY4" fmla="*/ 365160 h 368491"/>
              <a:gd name="connsiteX5" fmla="*/ 514315 w 516534"/>
              <a:gd name="connsiteY5" fmla="*/ 368491 h 3684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16534" h="368491">
                <a:moveTo>
                  <a:pt x="514157" y="368491"/>
                </a:moveTo>
                <a:cubicBezTo>
                  <a:pt x="514950" y="367222"/>
                  <a:pt x="515742" y="365953"/>
                  <a:pt x="516535" y="364843"/>
                </a:cubicBezTo>
                <a:lnTo>
                  <a:pt x="0" y="0"/>
                </a:lnTo>
                <a:lnTo>
                  <a:pt x="2854" y="7297"/>
                </a:lnTo>
                <a:lnTo>
                  <a:pt x="509718" y="365160"/>
                </a:lnTo>
                <a:lnTo>
                  <a:pt x="514315" y="368491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4" name="Freeform 43">
            <a:extLst>
              <a:ext uri="{FF2B5EF4-FFF2-40B4-BE49-F238E27FC236}">
                <a16:creationId xmlns:a16="http://schemas.microsoft.com/office/drawing/2014/main" id="{324DBCDD-8FC0-4F7E-2834-DF0CFF4FE968}"/>
              </a:ext>
            </a:extLst>
          </p:cNvPr>
          <p:cNvSpPr/>
          <p:nvPr userDrawn="1"/>
        </p:nvSpPr>
        <p:spPr>
          <a:xfrm>
            <a:off x="2783312" y="7138504"/>
            <a:ext cx="74673" cy="319651"/>
          </a:xfrm>
          <a:custGeom>
            <a:avLst/>
            <a:gdLst>
              <a:gd name="connsiteX0" fmla="*/ 0 w 74673"/>
              <a:gd name="connsiteY0" fmla="*/ 351835 h 371187"/>
              <a:gd name="connsiteX1" fmla="*/ 634 w 74673"/>
              <a:gd name="connsiteY1" fmla="*/ 371188 h 371187"/>
              <a:gd name="connsiteX2" fmla="*/ 74674 w 74673"/>
              <a:gd name="connsiteY2" fmla="*/ 793 h 371187"/>
              <a:gd name="connsiteX3" fmla="*/ 71186 w 74673"/>
              <a:gd name="connsiteY3" fmla="*/ 0 h 371187"/>
              <a:gd name="connsiteX4" fmla="*/ 67857 w 74673"/>
              <a:gd name="connsiteY4" fmla="*/ 12373 h 371187"/>
              <a:gd name="connsiteX5" fmla="*/ 0 w 74673"/>
              <a:gd name="connsiteY5" fmla="*/ 351994 h 371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4673" h="371187">
                <a:moveTo>
                  <a:pt x="0" y="351835"/>
                </a:moveTo>
                <a:lnTo>
                  <a:pt x="634" y="371188"/>
                </a:lnTo>
                <a:lnTo>
                  <a:pt x="74674" y="793"/>
                </a:lnTo>
                <a:cubicBezTo>
                  <a:pt x="73406" y="634"/>
                  <a:pt x="72296" y="317"/>
                  <a:pt x="71186" y="0"/>
                </a:cubicBezTo>
                <a:lnTo>
                  <a:pt x="67857" y="12373"/>
                </a:lnTo>
                <a:lnTo>
                  <a:pt x="0" y="351994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5" name="Freeform 44">
            <a:extLst>
              <a:ext uri="{FF2B5EF4-FFF2-40B4-BE49-F238E27FC236}">
                <a16:creationId xmlns:a16="http://schemas.microsoft.com/office/drawing/2014/main" id="{AC445DC5-E2D7-E2E0-C586-D6EC97ADB2B1}"/>
              </a:ext>
            </a:extLst>
          </p:cNvPr>
          <p:cNvSpPr/>
          <p:nvPr userDrawn="1"/>
        </p:nvSpPr>
        <p:spPr>
          <a:xfrm>
            <a:off x="2779824" y="7138028"/>
            <a:ext cx="74832" cy="232225"/>
          </a:xfrm>
          <a:custGeom>
            <a:avLst/>
            <a:gdLst>
              <a:gd name="connsiteX0" fmla="*/ 0 w 74832"/>
              <a:gd name="connsiteY0" fmla="*/ 254914 h 269666"/>
              <a:gd name="connsiteX1" fmla="*/ 634 w 74832"/>
              <a:gd name="connsiteY1" fmla="*/ 269666 h 269666"/>
              <a:gd name="connsiteX2" fmla="*/ 71503 w 74832"/>
              <a:gd name="connsiteY2" fmla="*/ 12849 h 269666"/>
              <a:gd name="connsiteX3" fmla="*/ 74833 w 74832"/>
              <a:gd name="connsiteY3" fmla="*/ 476 h 269666"/>
              <a:gd name="connsiteX4" fmla="*/ 72613 w 74832"/>
              <a:gd name="connsiteY4" fmla="*/ 0 h 269666"/>
              <a:gd name="connsiteX5" fmla="*/ 57393 w 74832"/>
              <a:gd name="connsiteY5" fmla="*/ 47112 h 269666"/>
              <a:gd name="connsiteX6" fmla="*/ 0 w 74832"/>
              <a:gd name="connsiteY6" fmla="*/ 255072 h 269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4832" h="269666">
                <a:moveTo>
                  <a:pt x="0" y="254914"/>
                </a:moveTo>
                <a:lnTo>
                  <a:pt x="634" y="269666"/>
                </a:lnTo>
                <a:lnTo>
                  <a:pt x="71503" y="12849"/>
                </a:lnTo>
                <a:lnTo>
                  <a:pt x="74833" y="476"/>
                </a:lnTo>
                <a:cubicBezTo>
                  <a:pt x="74833" y="476"/>
                  <a:pt x="73406" y="158"/>
                  <a:pt x="72613" y="0"/>
                </a:cubicBezTo>
                <a:lnTo>
                  <a:pt x="57393" y="47112"/>
                </a:lnTo>
                <a:lnTo>
                  <a:pt x="0" y="255072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6" name="Freeform 45">
            <a:extLst>
              <a:ext uri="{FF2B5EF4-FFF2-40B4-BE49-F238E27FC236}">
                <a16:creationId xmlns:a16="http://schemas.microsoft.com/office/drawing/2014/main" id="{C5634C25-6276-CF9C-03CB-136B1F2D705D}"/>
              </a:ext>
            </a:extLst>
          </p:cNvPr>
          <p:cNvSpPr/>
          <p:nvPr userDrawn="1"/>
        </p:nvSpPr>
        <p:spPr>
          <a:xfrm>
            <a:off x="2778238" y="7137076"/>
            <a:ext cx="74039" cy="196299"/>
          </a:xfrm>
          <a:custGeom>
            <a:avLst/>
            <a:gdLst>
              <a:gd name="connsiteX0" fmla="*/ 476 w 74039"/>
              <a:gd name="connsiteY0" fmla="*/ 227947 h 227947"/>
              <a:gd name="connsiteX1" fmla="*/ 58820 w 74039"/>
              <a:gd name="connsiteY1" fmla="*/ 48064 h 227947"/>
              <a:gd name="connsiteX2" fmla="*/ 74040 w 74039"/>
              <a:gd name="connsiteY2" fmla="*/ 952 h 227947"/>
              <a:gd name="connsiteX3" fmla="*/ 69759 w 74039"/>
              <a:gd name="connsiteY3" fmla="*/ 0 h 227947"/>
              <a:gd name="connsiteX4" fmla="*/ 0 w 74039"/>
              <a:gd name="connsiteY4" fmla="*/ 215098 h 227947"/>
              <a:gd name="connsiteX5" fmla="*/ 476 w 74039"/>
              <a:gd name="connsiteY5" fmla="*/ 227788 h 2279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4039" h="227947">
                <a:moveTo>
                  <a:pt x="476" y="227947"/>
                </a:moveTo>
                <a:lnTo>
                  <a:pt x="58820" y="48064"/>
                </a:lnTo>
                <a:lnTo>
                  <a:pt x="74040" y="952"/>
                </a:lnTo>
                <a:cubicBezTo>
                  <a:pt x="72613" y="634"/>
                  <a:pt x="71027" y="634"/>
                  <a:pt x="69759" y="0"/>
                </a:cubicBezTo>
                <a:lnTo>
                  <a:pt x="0" y="215098"/>
                </a:lnTo>
                <a:lnTo>
                  <a:pt x="476" y="227788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7" name="Freeform 46">
            <a:extLst>
              <a:ext uri="{FF2B5EF4-FFF2-40B4-BE49-F238E27FC236}">
                <a16:creationId xmlns:a16="http://schemas.microsoft.com/office/drawing/2014/main" id="{C079E63D-951C-0BE8-878D-D1FF050226AB}"/>
              </a:ext>
            </a:extLst>
          </p:cNvPr>
          <p:cNvSpPr/>
          <p:nvPr userDrawn="1"/>
        </p:nvSpPr>
        <p:spPr>
          <a:xfrm>
            <a:off x="2734956" y="6127572"/>
            <a:ext cx="126042" cy="787654"/>
          </a:xfrm>
          <a:custGeom>
            <a:avLst/>
            <a:gdLst>
              <a:gd name="connsiteX0" fmla="*/ 121761 w 126042"/>
              <a:gd name="connsiteY0" fmla="*/ 914645 h 914644"/>
              <a:gd name="connsiteX1" fmla="*/ 126042 w 126042"/>
              <a:gd name="connsiteY1" fmla="*/ 913693 h 914644"/>
              <a:gd name="connsiteX2" fmla="*/ 4281 w 126042"/>
              <a:gd name="connsiteY2" fmla="*/ 0 h 914644"/>
              <a:gd name="connsiteX3" fmla="*/ 0 w 126042"/>
              <a:gd name="connsiteY3" fmla="*/ 952 h 914644"/>
              <a:gd name="connsiteX4" fmla="*/ 121761 w 126042"/>
              <a:gd name="connsiteY4" fmla="*/ 914645 h 914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6042" h="914644">
                <a:moveTo>
                  <a:pt x="121761" y="914645"/>
                </a:moveTo>
                <a:cubicBezTo>
                  <a:pt x="123188" y="914328"/>
                  <a:pt x="124615" y="913852"/>
                  <a:pt x="126042" y="913693"/>
                </a:cubicBezTo>
                <a:lnTo>
                  <a:pt x="4281" y="0"/>
                </a:lnTo>
                <a:cubicBezTo>
                  <a:pt x="2854" y="317"/>
                  <a:pt x="1427" y="793"/>
                  <a:pt x="0" y="952"/>
                </a:cubicBezTo>
                <a:lnTo>
                  <a:pt x="121761" y="91464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8" name="Freeform 47">
            <a:extLst>
              <a:ext uri="{FF2B5EF4-FFF2-40B4-BE49-F238E27FC236}">
                <a16:creationId xmlns:a16="http://schemas.microsoft.com/office/drawing/2014/main" id="{0A3D01A9-5EBB-8F1D-0E0B-763BB1EFC431}"/>
              </a:ext>
            </a:extLst>
          </p:cNvPr>
          <p:cNvSpPr/>
          <p:nvPr userDrawn="1"/>
        </p:nvSpPr>
        <p:spPr>
          <a:xfrm>
            <a:off x="2730358" y="6128683"/>
            <a:ext cx="26793" cy="542451"/>
          </a:xfrm>
          <a:custGeom>
            <a:avLst/>
            <a:gdLst>
              <a:gd name="connsiteX0" fmla="*/ 26794 w 26793"/>
              <a:gd name="connsiteY0" fmla="*/ 629909 h 629908"/>
              <a:gd name="connsiteX1" fmla="*/ 4281 w 26793"/>
              <a:gd name="connsiteY1" fmla="*/ 0 h 629908"/>
              <a:gd name="connsiteX2" fmla="*/ 317 w 26793"/>
              <a:gd name="connsiteY2" fmla="*/ 793 h 629908"/>
              <a:gd name="connsiteX3" fmla="*/ 0 w 26793"/>
              <a:gd name="connsiteY3" fmla="*/ 793 h 629908"/>
              <a:gd name="connsiteX4" fmla="*/ 21879 w 26793"/>
              <a:gd name="connsiteY4" fmla="*/ 615156 h 629908"/>
              <a:gd name="connsiteX5" fmla="*/ 26794 w 26793"/>
              <a:gd name="connsiteY5" fmla="*/ 629909 h 6299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6793" h="629908">
                <a:moveTo>
                  <a:pt x="26794" y="629909"/>
                </a:moveTo>
                <a:lnTo>
                  <a:pt x="4281" y="0"/>
                </a:lnTo>
                <a:cubicBezTo>
                  <a:pt x="2854" y="0"/>
                  <a:pt x="1744" y="793"/>
                  <a:pt x="317" y="793"/>
                </a:cubicBezTo>
                <a:lnTo>
                  <a:pt x="0" y="793"/>
                </a:lnTo>
                <a:cubicBezTo>
                  <a:pt x="0" y="793"/>
                  <a:pt x="21879" y="615156"/>
                  <a:pt x="21879" y="615156"/>
                </a:cubicBezTo>
                <a:lnTo>
                  <a:pt x="26794" y="629909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9" name="Freeform 48">
            <a:extLst>
              <a:ext uri="{FF2B5EF4-FFF2-40B4-BE49-F238E27FC236}">
                <a16:creationId xmlns:a16="http://schemas.microsoft.com/office/drawing/2014/main" id="{3592B5FA-D27F-10D7-F020-E722EC7314DD}"/>
              </a:ext>
            </a:extLst>
          </p:cNvPr>
          <p:cNvSpPr/>
          <p:nvPr userDrawn="1"/>
        </p:nvSpPr>
        <p:spPr>
          <a:xfrm>
            <a:off x="2699601" y="6128208"/>
            <a:ext cx="30440" cy="403662"/>
          </a:xfrm>
          <a:custGeom>
            <a:avLst/>
            <a:gdLst>
              <a:gd name="connsiteX0" fmla="*/ 3646 w 30440"/>
              <a:gd name="connsiteY0" fmla="*/ 468743 h 468743"/>
              <a:gd name="connsiteX1" fmla="*/ 30440 w 30440"/>
              <a:gd name="connsiteY1" fmla="*/ 952 h 468743"/>
              <a:gd name="connsiteX2" fmla="*/ 26160 w 30440"/>
              <a:gd name="connsiteY2" fmla="*/ 0 h 468743"/>
              <a:gd name="connsiteX3" fmla="*/ 0 w 30440"/>
              <a:gd name="connsiteY3" fmla="*/ 457322 h 468743"/>
              <a:gd name="connsiteX4" fmla="*/ 3805 w 30440"/>
              <a:gd name="connsiteY4" fmla="*/ 468585 h 4687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0440" h="468743">
                <a:moveTo>
                  <a:pt x="3646" y="468743"/>
                </a:moveTo>
                <a:lnTo>
                  <a:pt x="30440" y="952"/>
                </a:lnTo>
                <a:cubicBezTo>
                  <a:pt x="28855" y="952"/>
                  <a:pt x="27586" y="158"/>
                  <a:pt x="26160" y="0"/>
                </a:cubicBezTo>
                <a:lnTo>
                  <a:pt x="0" y="457322"/>
                </a:lnTo>
                <a:lnTo>
                  <a:pt x="3805" y="46858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0" name="Freeform 49">
            <a:extLst>
              <a:ext uri="{FF2B5EF4-FFF2-40B4-BE49-F238E27FC236}">
                <a16:creationId xmlns:a16="http://schemas.microsoft.com/office/drawing/2014/main" id="{179E443B-CF94-D82D-A4D8-12D00FA4D110}"/>
              </a:ext>
            </a:extLst>
          </p:cNvPr>
          <p:cNvSpPr/>
          <p:nvPr userDrawn="1"/>
        </p:nvSpPr>
        <p:spPr>
          <a:xfrm>
            <a:off x="2467810" y="5889790"/>
            <a:ext cx="224022" cy="140155"/>
          </a:xfrm>
          <a:custGeom>
            <a:avLst/>
            <a:gdLst>
              <a:gd name="connsiteX0" fmla="*/ 2220 w 224022"/>
              <a:gd name="connsiteY0" fmla="*/ 7138 h 162751"/>
              <a:gd name="connsiteX1" fmla="*/ 221485 w 224022"/>
              <a:gd name="connsiteY1" fmla="*/ 162751 h 162751"/>
              <a:gd name="connsiteX2" fmla="*/ 224022 w 224022"/>
              <a:gd name="connsiteY2" fmla="*/ 159103 h 162751"/>
              <a:gd name="connsiteX3" fmla="*/ 0 w 224022"/>
              <a:gd name="connsiteY3" fmla="*/ 0 h 162751"/>
              <a:gd name="connsiteX4" fmla="*/ 2378 w 224022"/>
              <a:gd name="connsiteY4" fmla="*/ 7138 h 1627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4022" h="162751">
                <a:moveTo>
                  <a:pt x="2220" y="7138"/>
                </a:moveTo>
                <a:lnTo>
                  <a:pt x="221485" y="162751"/>
                </a:lnTo>
                <a:cubicBezTo>
                  <a:pt x="222278" y="161482"/>
                  <a:pt x="223071" y="160214"/>
                  <a:pt x="224022" y="159103"/>
                </a:cubicBezTo>
                <a:lnTo>
                  <a:pt x="0" y="0"/>
                </a:lnTo>
                <a:lnTo>
                  <a:pt x="2378" y="7138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1" name="Freeform 50">
            <a:extLst>
              <a:ext uri="{FF2B5EF4-FFF2-40B4-BE49-F238E27FC236}">
                <a16:creationId xmlns:a16="http://schemas.microsoft.com/office/drawing/2014/main" id="{E2513A3C-6525-9770-9BE4-9569553B3D7D}"/>
              </a:ext>
            </a:extLst>
          </p:cNvPr>
          <p:cNvSpPr/>
          <p:nvPr userDrawn="1"/>
        </p:nvSpPr>
        <p:spPr>
          <a:xfrm>
            <a:off x="680390" y="4622360"/>
            <a:ext cx="1783456" cy="1093782"/>
          </a:xfrm>
          <a:custGeom>
            <a:avLst/>
            <a:gdLst>
              <a:gd name="connsiteX0" fmla="*/ 2537 w 1783456"/>
              <a:gd name="connsiteY0" fmla="*/ 158 h 1270127"/>
              <a:gd name="connsiteX1" fmla="*/ 0 w 1783456"/>
              <a:gd name="connsiteY1" fmla="*/ 3807 h 1270127"/>
              <a:gd name="connsiteX2" fmla="*/ 1783457 w 1783456"/>
              <a:gd name="connsiteY2" fmla="*/ 1270128 h 1270127"/>
              <a:gd name="connsiteX3" fmla="*/ 1781079 w 1783456"/>
              <a:gd name="connsiteY3" fmla="*/ 1262990 h 1270127"/>
              <a:gd name="connsiteX4" fmla="*/ 2378 w 1783456"/>
              <a:gd name="connsiteY4" fmla="*/ 0 h 12701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83456" h="1270127">
                <a:moveTo>
                  <a:pt x="2537" y="158"/>
                </a:moveTo>
                <a:cubicBezTo>
                  <a:pt x="1744" y="1428"/>
                  <a:pt x="951" y="2696"/>
                  <a:pt x="0" y="3807"/>
                </a:cubicBezTo>
                <a:lnTo>
                  <a:pt x="1783457" y="1270128"/>
                </a:lnTo>
                <a:lnTo>
                  <a:pt x="1781079" y="1262990"/>
                </a:lnTo>
                <a:lnTo>
                  <a:pt x="2378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2" name="Freeform 51">
            <a:extLst>
              <a:ext uri="{FF2B5EF4-FFF2-40B4-BE49-F238E27FC236}">
                <a16:creationId xmlns:a16="http://schemas.microsoft.com/office/drawing/2014/main" id="{1B389344-5878-5610-1B7B-AAF43C09CC37}"/>
              </a:ext>
            </a:extLst>
          </p:cNvPr>
          <p:cNvSpPr/>
          <p:nvPr userDrawn="1"/>
        </p:nvSpPr>
        <p:spPr>
          <a:xfrm>
            <a:off x="2212872" y="5110296"/>
            <a:ext cx="496399" cy="797899"/>
          </a:xfrm>
          <a:custGeom>
            <a:avLst/>
            <a:gdLst>
              <a:gd name="connsiteX0" fmla="*/ 492753 w 496399"/>
              <a:gd name="connsiteY0" fmla="*/ 926542 h 926541"/>
              <a:gd name="connsiteX1" fmla="*/ 496400 w 496399"/>
              <a:gd name="connsiteY1" fmla="*/ 924004 h 926541"/>
              <a:gd name="connsiteX2" fmla="*/ 3805 w 496399"/>
              <a:gd name="connsiteY2" fmla="*/ 0 h 926541"/>
              <a:gd name="connsiteX3" fmla="*/ 0 w 496399"/>
              <a:gd name="connsiteY3" fmla="*/ 2538 h 926541"/>
              <a:gd name="connsiteX4" fmla="*/ 492595 w 496399"/>
              <a:gd name="connsiteY4" fmla="*/ 926542 h 9265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6399" h="926541">
                <a:moveTo>
                  <a:pt x="492753" y="926542"/>
                </a:moveTo>
                <a:cubicBezTo>
                  <a:pt x="494022" y="925749"/>
                  <a:pt x="495132" y="924638"/>
                  <a:pt x="496400" y="924004"/>
                </a:cubicBezTo>
                <a:lnTo>
                  <a:pt x="3805" y="0"/>
                </a:lnTo>
                <a:cubicBezTo>
                  <a:pt x="2537" y="793"/>
                  <a:pt x="1427" y="1903"/>
                  <a:pt x="0" y="2538"/>
                </a:cubicBezTo>
                <a:lnTo>
                  <a:pt x="492595" y="926542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3" name="Freeform 52">
            <a:extLst>
              <a:ext uri="{FF2B5EF4-FFF2-40B4-BE49-F238E27FC236}">
                <a16:creationId xmlns:a16="http://schemas.microsoft.com/office/drawing/2014/main" id="{175429DD-D6B4-3A1E-83BD-4CEC945FCA45}"/>
              </a:ext>
            </a:extLst>
          </p:cNvPr>
          <p:cNvSpPr/>
          <p:nvPr userDrawn="1"/>
        </p:nvSpPr>
        <p:spPr>
          <a:xfrm>
            <a:off x="2204786" y="5114421"/>
            <a:ext cx="647016" cy="1661778"/>
          </a:xfrm>
          <a:custGeom>
            <a:avLst/>
            <a:gdLst>
              <a:gd name="connsiteX0" fmla="*/ 552841 w 647016"/>
              <a:gd name="connsiteY0" fmla="*/ 1659717 h 1929699"/>
              <a:gd name="connsiteX1" fmla="*/ 642736 w 647016"/>
              <a:gd name="connsiteY1" fmla="*/ 1929700 h 1929699"/>
              <a:gd name="connsiteX2" fmla="*/ 647016 w 647016"/>
              <a:gd name="connsiteY2" fmla="*/ 1928748 h 1929699"/>
              <a:gd name="connsiteX3" fmla="*/ 552207 w 647016"/>
              <a:gd name="connsiteY3" fmla="*/ 1644171 h 1929699"/>
              <a:gd name="connsiteX4" fmla="*/ 547292 w 647016"/>
              <a:gd name="connsiteY4" fmla="*/ 1629419 h 1929699"/>
              <a:gd name="connsiteX5" fmla="*/ 498302 w 647016"/>
              <a:gd name="connsiteY5" fmla="*/ 1482689 h 1929699"/>
              <a:gd name="connsiteX6" fmla="*/ 494497 w 647016"/>
              <a:gd name="connsiteY6" fmla="*/ 1471426 h 1929699"/>
              <a:gd name="connsiteX7" fmla="*/ 264926 w 647016"/>
              <a:gd name="connsiteY7" fmla="*/ 782508 h 1929699"/>
              <a:gd name="connsiteX8" fmla="*/ 262548 w 647016"/>
              <a:gd name="connsiteY8" fmla="*/ 775370 h 1929699"/>
              <a:gd name="connsiteX9" fmla="*/ 4281 w 647016"/>
              <a:gd name="connsiteY9" fmla="*/ 0 h 1929699"/>
              <a:gd name="connsiteX10" fmla="*/ 0 w 647016"/>
              <a:gd name="connsiteY10" fmla="*/ 952 h 1929699"/>
              <a:gd name="connsiteX11" fmla="*/ 256523 w 647016"/>
              <a:gd name="connsiteY11" fmla="*/ 771245 h 1929699"/>
              <a:gd name="connsiteX12" fmla="*/ 258902 w 647016"/>
              <a:gd name="connsiteY12" fmla="*/ 778384 h 1929699"/>
              <a:gd name="connsiteX13" fmla="*/ 493705 w 647016"/>
              <a:gd name="connsiteY13" fmla="*/ 1483323 h 1929699"/>
              <a:gd name="connsiteX14" fmla="*/ 497510 w 647016"/>
              <a:gd name="connsiteY14" fmla="*/ 1494586 h 1929699"/>
              <a:gd name="connsiteX15" fmla="*/ 547609 w 647016"/>
              <a:gd name="connsiteY15" fmla="*/ 1645123 h 1929699"/>
              <a:gd name="connsiteX16" fmla="*/ 552524 w 647016"/>
              <a:gd name="connsiteY16" fmla="*/ 1659875 h 19296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647016" h="1929699">
                <a:moveTo>
                  <a:pt x="552841" y="1659717"/>
                </a:moveTo>
                <a:lnTo>
                  <a:pt x="642736" y="1929700"/>
                </a:lnTo>
                <a:cubicBezTo>
                  <a:pt x="644163" y="1929224"/>
                  <a:pt x="645748" y="1929224"/>
                  <a:pt x="647016" y="1928748"/>
                </a:cubicBezTo>
                <a:lnTo>
                  <a:pt x="552207" y="1644171"/>
                </a:lnTo>
                <a:lnTo>
                  <a:pt x="547292" y="1629419"/>
                </a:lnTo>
                <a:lnTo>
                  <a:pt x="498302" y="1482689"/>
                </a:lnTo>
                <a:lnTo>
                  <a:pt x="494497" y="1471426"/>
                </a:lnTo>
                <a:lnTo>
                  <a:pt x="264926" y="782508"/>
                </a:lnTo>
                <a:lnTo>
                  <a:pt x="262548" y="775370"/>
                </a:lnTo>
                <a:lnTo>
                  <a:pt x="4281" y="0"/>
                </a:lnTo>
                <a:cubicBezTo>
                  <a:pt x="2854" y="476"/>
                  <a:pt x="1427" y="476"/>
                  <a:pt x="0" y="952"/>
                </a:cubicBezTo>
                <a:lnTo>
                  <a:pt x="256523" y="771245"/>
                </a:lnTo>
                <a:lnTo>
                  <a:pt x="258902" y="778384"/>
                </a:lnTo>
                <a:lnTo>
                  <a:pt x="493705" y="1483323"/>
                </a:lnTo>
                <a:lnTo>
                  <a:pt x="497510" y="1494586"/>
                </a:lnTo>
                <a:lnTo>
                  <a:pt x="547609" y="1645123"/>
                </a:lnTo>
                <a:lnTo>
                  <a:pt x="552524" y="165987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4" name="Freeform 53">
            <a:extLst>
              <a:ext uri="{FF2B5EF4-FFF2-40B4-BE49-F238E27FC236}">
                <a16:creationId xmlns:a16="http://schemas.microsoft.com/office/drawing/2014/main" id="{986A248E-E903-D22B-207B-68E0318C489F}"/>
              </a:ext>
            </a:extLst>
          </p:cNvPr>
          <p:cNvSpPr/>
          <p:nvPr userDrawn="1"/>
        </p:nvSpPr>
        <p:spPr>
          <a:xfrm>
            <a:off x="909802" y="4104917"/>
            <a:ext cx="1243774" cy="805413"/>
          </a:xfrm>
          <a:custGeom>
            <a:avLst/>
            <a:gdLst>
              <a:gd name="connsiteX0" fmla="*/ 0 w 1243774"/>
              <a:gd name="connsiteY0" fmla="*/ 3807 h 935266"/>
              <a:gd name="connsiteX1" fmla="*/ 1241238 w 1243774"/>
              <a:gd name="connsiteY1" fmla="*/ 935266 h 935266"/>
              <a:gd name="connsiteX2" fmla="*/ 1243774 w 1243774"/>
              <a:gd name="connsiteY2" fmla="*/ 931618 h 935266"/>
              <a:gd name="connsiteX3" fmla="*/ 2220 w 1243774"/>
              <a:gd name="connsiteY3" fmla="*/ 0 h 935266"/>
              <a:gd name="connsiteX4" fmla="*/ 0 w 1243774"/>
              <a:gd name="connsiteY4" fmla="*/ 3966 h 9352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3774" h="935266">
                <a:moveTo>
                  <a:pt x="0" y="3807"/>
                </a:moveTo>
                <a:lnTo>
                  <a:pt x="1241238" y="935266"/>
                </a:lnTo>
                <a:cubicBezTo>
                  <a:pt x="1242030" y="933997"/>
                  <a:pt x="1242823" y="932728"/>
                  <a:pt x="1243774" y="931618"/>
                </a:cubicBezTo>
                <a:lnTo>
                  <a:pt x="2220" y="0"/>
                </a:lnTo>
                <a:lnTo>
                  <a:pt x="0" y="3966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5" name="Freeform 54">
            <a:extLst>
              <a:ext uri="{FF2B5EF4-FFF2-40B4-BE49-F238E27FC236}">
                <a16:creationId xmlns:a16="http://schemas.microsoft.com/office/drawing/2014/main" id="{57C9BCE7-2C50-B11D-D305-65B9650C14BE}"/>
              </a:ext>
            </a:extLst>
          </p:cNvPr>
          <p:cNvSpPr/>
          <p:nvPr userDrawn="1"/>
        </p:nvSpPr>
        <p:spPr>
          <a:xfrm>
            <a:off x="881899" y="4084135"/>
            <a:ext cx="26318" cy="45719"/>
          </a:xfrm>
          <a:custGeom>
            <a:avLst/>
            <a:gdLst>
              <a:gd name="connsiteX0" fmla="*/ 24257 w 26318"/>
              <a:gd name="connsiteY0" fmla="*/ 21890 h 21890"/>
              <a:gd name="connsiteX1" fmla="*/ 26318 w 26318"/>
              <a:gd name="connsiteY1" fmla="*/ 17925 h 21890"/>
              <a:gd name="connsiteX2" fmla="*/ 2537 w 26318"/>
              <a:gd name="connsiteY2" fmla="*/ 0 h 21890"/>
              <a:gd name="connsiteX3" fmla="*/ 0 w 26318"/>
              <a:gd name="connsiteY3" fmla="*/ 3648 h 21890"/>
              <a:gd name="connsiteX4" fmla="*/ 24257 w 26318"/>
              <a:gd name="connsiteY4" fmla="*/ 21732 h 218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6318" h="21890">
                <a:moveTo>
                  <a:pt x="24257" y="21890"/>
                </a:moveTo>
                <a:lnTo>
                  <a:pt x="26318" y="17925"/>
                </a:lnTo>
                <a:lnTo>
                  <a:pt x="2537" y="0"/>
                </a:lnTo>
                <a:cubicBezTo>
                  <a:pt x="1744" y="1269"/>
                  <a:pt x="951" y="2538"/>
                  <a:pt x="0" y="3648"/>
                </a:cubicBezTo>
                <a:lnTo>
                  <a:pt x="24257" y="21732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3D921048-ACC1-E911-439F-73E8E1C0E8EF}"/>
              </a:ext>
            </a:extLst>
          </p:cNvPr>
          <p:cNvSpPr/>
          <p:nvPr userDrawn="1"/>
        </p:nvSpPr>
        <p:spPr>
          <a:xfrm>
            <a:off x="688317" y="4607924"/>
            <a:ext cx="1456539" cy="385495"/>
          </a:xfrm>
          <a:custGeom>
            <a:avLst/>
            <a:gdLst>
              <a:gd name="connsiteX0" fmla="*/ 0 w 1456539"/>
              <a:gd name="connsiteY0" fmla="*/ 4442 h 447646"/>
              <a:gd name="connsiteX1" fmla="*/ 1455589 w 1456539"/>
              <a:gd name="connsiteY1" fmla="*/ 447646 h 447646"/>
              <a:gd name="connsiteX2" fmla="*/ 1456540 w 1456539"/>
              <a:gd name="connsiteY2" fmla="*/ 443204 h 447646"/>
              <a:gd name="connsiteX3" fmla="*/ 951 w 1456539"/>
              <a:gd name="connsiteY3" fmla="*/ 0 h 447646"/>
              <a:gd name="connsiteX4" fmla="*/ 0 w 1456539"/>
              <a:gd name="connsiteY4" fmla="*/ 4442 h 4476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56539" h="447646">
                <a:moveTo>
                  <a:pt x="0" y="4442"/>
                </a:moveTo>
                <a:lnTo>
                  <a:pt x="1455589" y="447646"/>
                </a:lnTo>
                <a:cubicBezTo>
                  <a:pt x="1456064" y="446218"/>
                  <a:pt x="1456064" y="444632"/>
                  <a:pt x="1456540" y="443204"/>
                </a:cubicBezTo>
                <a:lnTo>
                  <a:pt x="951" y="0"/>
                </a:lnTo>
                <a:cubicBezTo>
                  <a:pt x="634" y="1428"/>
                  <a:pt x="476" y="3014"/>
                  <a:pt x="0" y="444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7" name="Freeform 56">
            <a:extLst>
              <a:ext uri="{FF2B5EF4-FFF2-40B4-BE49-F238E27FC236}">
                <a16:creationId xmlns:a16="http://schemas.microsoft.com/office/drawing/2014/main" id="{3D56FBBF-8313-C8DD-B92A-39228C86C75A}"/>
              </a:ext>
            </a:extLst>
          </p:cNvPr>
          <p:cNvSpPr/>
          <p:nvPr userDrawn="1"/>
        </p:nvSpPr>
        <p:spPr>
          <a:xfrm>
            <a:off x="1078176" y="3889025"/>
            <a:ext cx="1080949" cy="985183"/>
          </a:xfrm>
          <a:custGeom>
            <a:avLst/>
            <a:gdLst>
              <a:gd name="connsiteX0" fmla="*/ 158 w 1080949"/>
              <a:gd name="connsiteY0" fmla="*/ 2697 h 1144019"/>
              <a:gd name="connsiteX1" fmla="*/ 1077462 w 1080949"/>
              <a:gd name="connsiteY1" fmla="*/ 1144019 h 1144019"/>
              <a:gd name="connsiteX2" fmla="*/ 1080950 w 1080949"/>
              <a:gd name="connsiteY2" fmla="*/ 1141323 h 1144019"/>
              <a:gd name="connsiteX3" fmla="*/ 3488 w 1080949"/>
              <a:gd name="connsiteY3" fmla="*/ 0 h 1144019"/>
              <a:gd name="connsiteX4" fmla="*/ 0 w 1080949"/>
              <a:gd name="connsiteY4" fmla="*/ 2697 h 11440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80949" h="1144019">
                <a:moveTo>
                  <a:pt x="158" y="2697"/>
                </a:moveTo>
                <a:lnTo>
                  <a:pt x="1077462" y="1144019"/>
                </a:lnTo>
                <a:cubicBezTo>
                  <a:pt x="1078572" y="1142909"/>
                  <a:pt x="1079840" y="1142275"/>
                  <a:pt x="1080950" y="1141323"/>
                </a:cubicBezTo>
                <a:lnTo>
                  <a:pt x="3488" y="0"/>
                </a:lnTo>
                <a:cubicBezTo>
                  <a:pt x="2378" y="1110"/>
                  <a:pt x="1110" y="1745"/>
                  <a:pt x="0" y="2697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8" name="Freeform 57">
            <a:extLst>
              <a:ext uri="{FF2B5EF4-FFF2-40B4-BE49-F238E27FC236}">
                <a16:creationId xmlns:a16="http://schemas.microsoft.com/office/drawing/2014/main" id="{3474D6BA-070F-7AC8-16DD-428873F99E08}"/>
              </a:ext>
            </a:extLst>
          </p:cNvPr>
          <p:cNvSpPr/>
          <p:nvPr userDrawn="1"/>
        </p:nvSpPr>
        <p:spPr>
          <a:xfrm>
            <a:off x="877301" y="3887914"/>
            <a:ext cx="135079" cy="116386"/>
          </a:xfrm>
          <a:custGeom>
            <a:avLst/>
            <a:gdLst>
              <a:gd name="connsiteX0" fmla="*/ 3171 w 135079"/>
              <a:gd name="connsiteY0" fmla="*/ 134992 h 135150"/>
              <a:gd name="connsiteX1" fmla="*/ 135079 w 135079"/>
              <a:gd name="connsiteY1" fmla="*/ 3014 h 135150"/>
              <a:gd name="connsiteX2" fmla="*/ 131908 w 135079"/>
              <a:gd name="connsiteY2" fmla="*/ 0 h 135150"/>
              <a:gd name="connsiteX3" fmla="*/ 0 w 135079"/>
              <a:gd name="connsiteY3" fmla="*/ 131978 h 135150"/>
              <a:gd name="connsiteX4" fmla="*/ 3012 w 135079"/>
              <a:gd name="connsiteY4" fmla="*/ 135150 h 135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5079" h="135150">
                <a:moveTo>
                  <a:pt x="3171" y="134992"/>
                </a:moveTo>
                <a:lnTo>
                  <a:pt x="135079" y="3014"/>
                </a:lnTo>
                <a:cubicBezTo>
                  <a:pt x="133969" y="2062"/>
                  <a:pt x="133018" y="952"/>
                  <a:pt x="131908" y="0"/>
                </a:cubicBezTo>
                <a:lnTo>
                  <a:pt x="0" y="131978"/>
                </a:lnTo>
                <a:cubicBezTo>
                  <a:pt x="1110" y="132930"/>
                  <a:pt x="2061" y="134040"/>
                  <a:pt x="3012" y="13515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9" name="Freeform 58">
            <a:extLst>
              <a:ext uri="{FF2B5EF4-FFF2-40B4-BE49-F238E27FC236}">
                <a16:creationId xmlns:a16="http://schemas.microsoft.com/office/drawing/2014/main" id="{6290D9EC-021C-94C6-EC09-6F3402B7CE91}"/>
              </a:ext>
            </a:extLst>
          </p:cNvPr>
          <p:cNvSpPr/>
          <p:nvPr userDrawn="1"/>
        </p:nvSpPr>
        <p:spPr>
          <a:xfrm>
            <a:off x="663426" y="3896322"/>
            <a:ext cx="360686" cy="566221"/>
          </a:xfrm>
          <a:custGeom>
            <a:avLst/>
            <a:gdLst>
              <a:gd name="connsiteX0" fmla="*/ 242730 w 360686"/>
              <a:gd name="connsiteY0" fmla="*/ 209705 h 657510"/>
              <a:gd name="connsiteX1" fmla="*/ 0 w 360686"/>
              <a:gd name="connsiteY1" fmla="*/ 654972 h 657510"/>
              <a:gd name="connsiteX2" fmla="*/ 3646 w 360686"/>
              <a:gd name="connsiteY2" fmla="*/ 657510 h 657510"/>
              <a:gd name="connsiteX3" fmla="*/ 246218 w 360686"/>
              <a:gd name="connsiteY3" fmla="*/ 212402 h 657510"/>
              <a:gd name="connsiteX4" fmla="*/ 248438 w 360686"/>
              <a:gd name="connsiteY4" fmla="*/ 208436 h 657510"/>
              <a:gd name="connsiteX5" fmla="*/ 360687 w 360686"/>
              <a:gd name="connsiteY5" fmla="*/ 2538 h 657510"/>
              <a:gd name="connsiteX6" fmla="*/ 357040 w 360686"/>
              <a:gd name="connsiteY6" fmla="*/ 0 h 657510"/>
              <a:gd name="connsiteX7" fmla="*/ 244791 w 360686"/>
              <a:gd name="connsiteY7" fmla="*/ 205740 h 657510"/>
              <a:gd name="connsiteX8" fmla="*/ 242730 w 360686"/>
              <a:gd name="connsiteY8" fmla="*/ 209705 h 6575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60686" h="657510">
                <a:moveTo>
                  <a:pt x="242730" y="209705"/>
                </a:moveTo>
                <a:lnTo>
                  <a:pt x="0" y="654972"/>
                </a:lnTo>
                <a:cubicBezTo>
                  <a:pt x="1427" y="655607"/>
                  <a:pt x="2378" y="656717"/>
                  <a:pt x="3646" y="657510"/>
                </a:cubicBezTo>
                <a:lnTo>
                  <a:pt x="246218" y="212402"/>
                </a:lnTo>
                <a:lnTo>
                  <a:pt x="248438" y="208436"/>
                </a:lnTo>
                <a:lnTo>
                  <a:pt x="360687" y="2538"/>
                </a:lnTo>
                <a:cubicBezTo>
                  <a:pt x="359260" y="1904"/>
                  <a:pt x="358308" y="793"/>
                  <a:pt x="357040" y="0"/>
                </a:cubicBezTo>
                <a:lnTo>
                  <a:pt x="244791" y="205740"/>
                </a:lnTo>
                <a:lnTo>
                  <a:pt x="242730" y="20970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0" name="Freeform 59">
            <a:extLst>
              <a:ext uri="{FF2B5EF4-FFF2-40B4-BE49-F238E27FC236}">
                <a16:creationId xmlns:a16="http://schemas.microsoft.com/office/drawing/2014/main" id="{5DD0B57C-7354-D1D7-D765-8469DF77D7F7}"/>
              </a:ext>
            </a:extLst>
          </p:cNvPr>
          <p:cNvSpPr/>
          <p:nvPr userDrawn="1"/>
        </p:nvSpPr>
        <p:spPr>
          <a:xfrm>
            <a:off x="225211" y="3495947"/>
            <a:ext cx="230205" cy="90157"/>
          </a:xfrm>
          <a:custGeom>
            <a:avLst/>
            <a:gdLst>
              <a:gd name="connsiteX0" fmla="*/ 223705 w 230205"/>
              <a:gd name="connsiteY0" fmla="*/ 97080 h 104693"/>
              <a:gd name="connsiteX1" fmla="*/ 0 w 230205"/>
              <a:gd name="connsiteY1" fmla="*/ 0 h 104693"/>
              <a:gd name="connsiteX2" fmla="*/ 2220 w 230205"/>
              <a:gd name="connsiteY2" fmla="*/ 5711 h 104693"/>
              <a:gd name="connsiteX3" fmla="*/ 230205 w 230205"/>
              <a:gd name="connsiteY3" fmla="*/ 104694 h 104693"/>
              <a:gd name="connsiteX4" fmla="*/ 223705 w 230205"/>
              <a:gd name="connsiteY4" fmla="*/ 97080 h 1046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0205" h="104693">
                <a:moveTo>
                  <a:pt x="223705" y="97080"/>
                </a:moveTo>
                <a:lnTo>
                  <a:pt x="0" y="0"/>
                </a:lnTo>
                <a:lnTo>
                  <a:pt x="2220" y="5711"/>
                </a:lnTo>
                <a:lnTo>
                  <a:pt x="230205" y="104694"/>
                </a:lnTo>
                <a:lnTo>
                  <a:pt x="223705" y="9708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1" name="Freeform 60">
            <a:extLst>
              <a:ext uri="{FF2B5EF4-FFF2-40B4-BE49-F238E27FC236}">
                <a16:creationId xmlns:a16="http://schemas.microsoft.com/office/drawing/2014/main" id="{A82216B3-7D7C-9429-87E8-57FBC33F1105}"/>
              </a:ext>
            </a:extLst>
          </p:cNvPr>
          <p:cNvSpPr/>
          <p:nvPr userDrawn="1"/>
        </p:nvSpPr>
        <p:spPr>
          <a:xfrm>
            <a:off x="458112" y="3596992"/>
            <a:ext cx="541426" cy="206407"/>
          </a:xfrm>
          <a:custGeom>
            <a:avLst/>
            <a:gdLst>
              <a:gd name="connsiteX0" fmla="*/ 282842 w 541426"/>
              <a:gd name="connsiteY0" fmla="*/ 122619 h 239685"/>
              <a:gd name="connsiteX1" fmla="*/ 277451 w 541426"/>
              <a:gd name="connsiteY1" fmla="*/ 120239 h 239685"/>
              <a:gd name="connsiteX2" fmla="*/ 0 w 541426"/>
              <a:gd name="connsiteY2" fmla="*/ 0 h 239685"/>
              <a:gd name="connsiteX3" fmla="*/ 6342 w 541426"/>
              <a:gd name="connsiteY3" fmla="*/ 7614 h 239685"/>
              <a:gd name="connsiteX4" fmla="*/ 279195 w 541426"/>
              <a:gd name="connsiteY4" fmla="*/ 125950 h 239685"/>
              <a:gd name="connsiteX5" fmla="*/ 284586 w 541426"/>
              <a:gd name="connsiteY5" fmla="*/ 128329 h 239685"/>
              <a:gd name="connsiteX6" fmla="*/ 541268 w 541426"/>
              <a:gd name="connsiteY6" fmla="*/ 239686 h 239685"/>
              <a:gd name="connsiteX7" fmla="*/ 541426 w 541426"/>
              <a:gd name="connsiteY7" fmla="*/ 239051 h 239685"/>
              <a:gd name="connsiteX8" fmla="*/ 299330 w 541426"/>
              <a:gd name="connsiteY8" fmla="*/ 130074 h 239685"/>
              <a:gd name="connsiteX9" fmla="*/ 282842 w 541426"/>
              <a:gd name="connsiteY9" fmla="*/ 122936 h 2396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41426" h="239685">
                <a:moveTo>
                  <a:pt x="282842" y="122619"/>
                </a:moveTo>
                <a:lnTo>
                  <a:pt x="277451" y="120239"/>
                </a:lnTo>
                <a:lnTo>
                  <a:pt x="0" y="0"/>
                </a:lnTo>
                <a:lnTo>
                  <a:pt x="6342" y="7614"/>
                </a:lnTo>
                <a:lnTo>
                  <a:pt x="279195" y="125950"/>
                </a:lnTo>
                <a:lnTo>
                  <a:pt x="284586" y="128329"/>
                </a:lnTo>
                <a:lnTo>
                  <a:pt x="541268" y="239686"/>
                </a:lnTo>
                <a:cubicBezTo>
                  <a:pt x="541268" y="239686"/>
                  <a:pt x="541268" y="239210"/>
                  <a:pt x="541426" y="239051"/>
                </a:cubicBezTo>
                <a:lnTo>
                  <a:pt x="299330" y="130074"/>
                </a:lnTo>
                <a:lnTo>
                  <a:pt x="282842" y="122936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2" name="Freeform 61">
            <a:extLst>
              <a:ext uri="{FF2B5EF4-FFF2-40B4-BE49-F238E27FC236}">
                <a16:creationId xmlns:a16="http://schemas.microsoft.com/office/drawing/2014/main" id="{A7A102BD-2F75-AA2A-BA6A-87E81EAF3DB4}"/>
              </a:ext>
            </a:extLst>
          </p:cNvPr>
          <p:cNvSpPr/>
          <p:nvPr userDrawn="1"/>
        </p:nvSpPr>
        <p:spPr>
          <a:xfrm>
            <a:off x="33056" y="3412667"/>
            <a:ext cx="188666" cy="74585"/>
          </a:xfrm>
          <a:custGeom>
            <a:avLst/>
            <a:gdLst>
              <a:gd name="connsiteX0" fmla="*/ 186447 w 188666"/>
              <a:gd name="connsiteY0" fmla="*/ 80900 h 86610"/>
              <a:gd name="connsiteX1" fmla="*/ 0 w 188666"/>
              <a:gd name="connsiteY1" fmla="*/ 0 h 86610"/>
              <a:gd name="connsiteX2" fmla="*/ 0 w 188666"/>
              <a:gd name="connsiteY2" fmla="*/ 4759 h 86610"/>
              <a:gd name="connsiteX3" fmla="*/ 188667 w 188666"/>
              <a:gd name="connsiteY3" fmla="*/ 86610 h 86610"/>
              <a:gd name="connsiteX4" fmla="*/ 186447 w 188666"/>
              <a:gd name="connsiteY4" fmla="*/ 80900 h 86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8666" h="86610">
                <a:moveTo>
                  <a:pt x="186447" y="80900"/>
                </a:moveTo>
                <a:lnTo>
                  <a:pt x="0" y="0"/>
                </a:lnTo>
                <a:lnTo>
                  <a:pt x="0" y="4759"/>
                </a:lnTo>
                <a:lnTo>
                  <a:pt x="188667" y="86610"/>
                </a:lnTo>
                <a:lnTo>
                  <a:pt x="186447" y="8090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3" name="Freeform 62">
            <a:extLst>
              <a:ext uri="{FF2B5EF4-FFF2-40B4-BE49-F238E27FC236}">
                <a16:creationId xmlns:a16="http://schemas.microsoft.com/office/drawing/2014/main" id="{54A2EF08-F5F2-5E5D-DAE6-F2FCB3C46BD1}"/>
              </a:ext>
            </a:extLst>
          </p:cNvPr>
          <p:cNvSpPr/>
          <p:nvPr userDrawn="1"/>
        </p:nvSpPr>
        <p:spPr>
          <a:xfrm>
            <a:off x="188271" y="1943146"/>
            <a:ext cx="839329" cy="1607548"/>
          </a:xfrm>
          <a:custGeom>
            <a:avLst/>
            <a:gdLst>
              <a:gd name="connsiteX0" fmla="*/ 835366 w 839329"/>
              <a:gd name="connsiteY0" fmla="*/ 1866725 h 1866725"/>
              <a:gd name="connsiteX1" fmla="*/ 839330 w 839329"/>
              <a:gd name="connsiteY1" fmla="*/ 1864663 h 1866725"/>
              <a:gd name="connsiteX2" fmla="*/ 3964 w 839329"/>
              <a:gd name="connsiteY2" fmla="*/ 0 h 1866725"/>
              <a:gd name="connsiteX3" fmla="*/ 0 w 839329"/>
              <a:gd name="connsiteY3" fmla="*/ 2062 h 1866725"/>
              <a:gd name="connsiteX4" fmla="*/ 835366 w 839329"/>
              <a:gd name="connsiteY4" fmla="*/ 1866567 h 1866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39329" h="1866725">
                <a:moveTo>
                  <a:pt x="835366" y="1866725"/>
                </a:moveTo>
                <a:cubicBezTo>
                  <a:pt x="836793" y="1866091"/>
                  <a:pt x="837903" y="1865139"/>
                  <a:pt x="839330" y="1864663"/>
                </a:cubicBezTo>
                <a:lnTo>
                  <a:pt x="3964" y="0"/>
                </a:lnTo>
                <a:cubicBezTo>
                  <a:pt x="2537" y="635"/>
                  <a:pt x="1427" y="1586"/>
                  <a:pt x="0" y="2062"/>
                </a:cubicBezTo>
                <a:lnTo>
                  <a:pt x="835366" y="1866567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69" name="Freeform 468">
            <a:extLst>
              <a:ext uri="{FF2B5EF4-FFF2-40B4-BE49-F238E27FC236}">
                <a16:creationId xmlns:a16="http://schemas.microsoft.com/office/drawing/2014/main" id="{4051E3FF-49A2-7678-BADF-BC6279F992F1}"/>
              </a:ext>
            </a:extLst>
          </p:cNvPr>
          <p:cNvSpPr/>
          <p:nvPr userDrawn="1"/>
        </p:nvSpPr>
        <p:spPr>
          <a:xfrm>
            <a:off x="218870" y="3479449"/>
            <a:ext cx="223070" cy="90567"/>
          </a:xfrm>
          <a:custGeom>
            <a:avLst/>
            <a:gdLst>
              <a:gd name="connsiteX0" fmla="*/ 216412 w 223070"/>
              <a:gd name="connsiteY0" fmla="*/ 97397 h 105169"/>
              <a:gd name="connsiteX1" fmla="*/ 0 w 223070"/>
              <a:gd name="connsiteY1" fmla="*/ 0 h 105169"/>
              <a:gd name="connsiteX2" fmla="*/ 2220 w 223070"/>
              <a:gd name="connsiteY2" fmla="*/ 5869 h 105169"/>
              <a:gd name="connsiteX3" fmla="*/ 223071 w 223070"/>
              <a:gd name="connsiteY3" fmla="*/ 105170 h 105169"/>
              <a:gd name="connsiteX4" fmla="*/ 216412 w 223070"/>
              <a:gd name="connsiteY4" fmla="*/ 97397 h 1051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3070" h="105169">
                <a:moveTo>
                  <a:pt x="216412" y="97397"/>
                </a:moveTo>
                <a:lnTo>
                  <a:pt x="0" y="0"/>
                </a:lnTo>
                <a:lnTo>
                  <a:pt x="2220" y="5869"/>
                </a:lnTo>
                <a:lnTo>
                  <a:pt x="223071" y="105170"/>
                </a:lnTo>
                <a:lnTo>
                  <a:pt x="216412" y="97397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65" name="Freeform 564">
            <a:extLst>
              <a:ext uri="{FF2B5EF4-FFF2-40B4-BE49-F238E27FC236}">
                <a16:creationId xmlns:a16="http://schemas.microsoft.com/office/drawing/2014/main" id="{19CAF301-35BD-2420-DC6C-D23727BA5D1A}"/>
              </a:ext>
            </a:extLst>
          </p:cNvPr>
          <p:cNvSpPr/>
          <p:nvPr userDrawn="1"/>
        </p:nvSpPr>
        <p:spPr>
          <a:xfrm>
            <a:off x="33056" y="3395695"/>
            <a:ext cx="182325" cy="74858"/>
          </a:xfrm>
          <a:custGeom>
            <a:avLst/>
            <a:gdLst>
              <a:gd name="connsiteX0" fmla="*/ 180105 w 182325"/>
              <a:gd name="connsiteY0" fmla="*/ 81217 h 86927"/>
              <a:gd name="connsiteX1" fmla="*/ 0 w 182325"/>
              <a:gd name="connsiteY1" fmla="*/ 0 h 86927"/>
              <a:gd name="connsiteX2" fmla="*/ 0 w 182325"/>
              <a:gd name="connsiteY2" fmla="*/ 4917 h 86927"/>
              <a:gd name="connsiteX3" fmla="*/ 182325 w 182325"/>
              <a:gd name="connsiteY3" fmla="*/ 86928 h 86927"/>
              <a:gd name="connsiteX4" fmla="*/ 180105 w 182325"/>
              <a:gd name="connsiteY4" fmla="*/ 81217 h 869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325" h="86927">
                <a:moveTo>
                  <a:pt x="180105" y="81217"/>
                </a:moveTo>
                <a:lnTo>
                  <a:pt x="0" y="0"/>
                </a:lnTo>
                <a:lnTo>
                  <a:pt x="0" y="4917"/>
                </a:lnTo>
                <a:lnTo>
                  <a:pt x="182325" y="86928"/>
                </a:lnTo>
                <a:lnTo>
                  <a:pt x="180105" y="81217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66" name="Freeform 565">
            <a:extLst>
              <a:ext uri="{FF2B5EF4-FFF2-40B4-BE49-F238E27FC236}">
                <a16:creationId xmlns:a16="http://schemas.microsoft.com/office/drawing/2014/main" id="{859CE8F0-50B3-0DED-2BCE-FF997B9F7066}"/>
              </a:ext>
            </a:extLst>
          </p:cNvPr>
          <p:cNvSpPr/>
          <p:nvPr userDrawn="1"/>
        </p:nvSpPr>
        <p:spPr>
          <a:xfrm>
            <a:off x="444636" y="3581129"/>
            <a:ext cx="556963" cy="219248"/>
          </a:xfrm>
          <a:custGeom>
            <a:avLst/>
            <a:gdLst>
              <a:gd name="connsiteX0" fmla="*/ 289025 w 556963"/>
              <a:gd name="connsiteY0" fmla="*/ 130074 h 254596"/>
              <a:gd name="connsiteX1" fmla="*/ 0 w 556963"/>
              <a:gd name="connsiteY1" fmla="*/ 0 h 254596"/>
              <a:gd name="connsiteX2" fmla="*/ 6659 w 556963"/>
              <a:gd name="connsiteY2" fmla="*/ 7773 h 254596"/>
              <a:gd name="connsiteX3" fmla="*/ 290927 w 556963"/>
              <a:gd name="connsiteY3" fmla="*/ 135785 h 254596"/>
              <a:gd name="connsiteX4" fmla="*/ 296318 w 556963"/>
              <a:gd name="connsiteY4" fmla="*/ 138164 h 254596"/>
              <a:gd name="connsiteX5" fmla="*/ 312806 w 556963"/>
              <a:gd name="connsiteY5" fmla="*/ 145620 h 254596"/>
              <a:gd name="connsiteX6" fmla="*/ 554903 w 556963"/>
              <a:gd name="connsiteY6" fmla="*/ 254597 h 254596"/>
              <a:gd name="connsiteX7" fmla="*/ 556964 w 556963"/>
              <a:gd name="connsiteY7" fmla="*/ 250631 h 254596"/>
              <a:gd name="connsiteX8" fmla="*/ 294415 w 556963"/>
              <a:gd name="connsiteY8" fmla="*/ 132454 h 254596"/>
              <a:gd name="connsiteX9" fmla="*/ 289025 w 556963"/>
              <a:gd name="connsiteY9" fmla="*/ 129916 h 254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56963" h="254596">
                <a:moveTo>
                  <a:pt x="289025" y="130074"/>
                </a:moveTo>
                <a:lnTo>
                  <a:pt x="0" y="0"/>
                </a:lnTo>
                <a:lnTo>
                  <a:pt x="6659" y="7773"/>
                </a:lnTo>
                <a:lnTo>
                  <a:pt x="290927" y="135785"/>
                </a:lnTo>
                <a:lnTo>
                  <a:pt x="296318" y="138164"/>
                </a:lnTo>
                <a:lnTo>
                  <a:pt x="312806" y="145620"/>
                </a:lnTo>
                <a:lnTo>
                  <a:pt x="554903" y="254597"/>
                </a:lnTo>
                <a:cubicBezTo>
                  <a:pt x="555537" y="253169"/>
                  <a:pt x="556329" y="252059"/>
                  <a:pt x="556964" y="250631"/>
                </a:cubicBezTo>
                <a:lnTo>
                  <a:pt x="294415" y="132454"/>
                </a:lnTo>
                <a:lnTo>
                  <a:pt x="289025" y="129916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67" name="Freeform 566">
            <a:extLst>
              <a:ext uri="{FF2B5EF4-FFF2-40B4-BE49-F238E27FC236}">
                <a16:creationId xmlns:a16="http://schemas.microsoft.com/office/drawing/2014/main" id="{FFBECBA2-B622-FF4D-AB3C-18C4780DDD99}"/>
              </a:ext>
            </a:extLst>
          </p:cNvPr>
          <p:cNvSpPr/>
          <p:nvPr userDrawn="1"/>
        </p:nvSpPr>
        <p:spPr>
          <a:xfrm>
            <a:off x="141342" y="3206770"/>
            <a:ext cx="865964" cy="534392"/>
          </a:xfrm>
          <a:custGeom>
            <a:avLst/>
            <a:gdLst>
              <a:gd name="connsiteX0" fmla="*/ 559025 w 865964"/>
              <a:gd name="connsiteY0" fmla="*/ 397679 h 620549"/>
              <a:gd name="connsiteX1" fmla="*/ 2537 w 865964"/>
              <a:gd name="connsiteY1" fmla="*/ 0 h 620549"/>
              <a:gd name="connsiteX2" fmla="*/ 0 w 865964"/>
              <a:gd name="connsiteY2" fmla="*/ 3649 h 620549"/>
              <a:gd name="connsiteX3" fmla="*/ 561244 w 865964"/>
              <a:gd name="connsiteY3" fmla="*/ 404658 h 620549"/>
              <a:gd name="connsiteX4" fmla="*/ 567269 w 865964"/>
              <a:gd name="connsiteY4" fmla="*/ 408941 h 620549"/>
              <a:gd name="connsiteX5" fmla="*/ 863428 w 865964"/>
              <a:gd name="connsiteY5" fmla="*/ 620550 h 620549"/>
              <a:gd name="connsiteX6" fmla="*/ 865965 w 865964"/>
              <a:gd name="connsiteY6" fmla="*/ 616902 h 620549"/>
              <a:gd name="connsiteX7" fmla="*/ 565208 w 865964"/>
              <a:gd name="connsiteY7" fmla="*/ 401962 h 620549"/>
              <a:gd name="connsiteX8" fmla="*/ 559183 w 865964"/>
              <a:gd name="connsiteY8" fmla="*/ 397679 h 6205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865964" h="620549">
                <a:moveTo>
                  <a:pt x="559025" y="397679"/>
                </a:moveTo>
                <a:lnTo>
                  <a:pt x="2537" y="0"/>
                </a:lnTo>
                <a:cubicBezTo>
                  <a:pt x="1744" y="1269"/>
                  <a:pt x="951" y="2538"/>
                  <a:pt x="0" y="3649"/>
                </a:cubicBezTo>
                <a:lnTo>
                  <a:pt x="561244" y="404658"/>
                </a:lnTo>
                <a:lnTo>
                  <a:pt x="567269" y="408941"/>
                </a:lnTo>
                <a:lnTo>
                  <a:pt x="863428" y="620550"/>
                </a:lnTo>
                <a:cubicBezTo>
                  <a:pt x="864221" y="619281"/>
                  <a:pt x="865014" y="618012"/>
                  <a:pt x="865965" y="616902"/>
                </a:cubicBezTo>
                <a:lnTo>
                  <a:pt x="565208" y="401962"/>
                </a:lnTo>
                <a:lnTo>
                  <a:pt x="559183" y="397679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73" name="Freeform 572">
            <a:extLst>
              <a:ext uri="{FF2B5EF4-FFF2-40B4-BE49-F238E27FC236}">
                <a16:creationId xmlns:a16="http://schemas.microsoft.com/office/drawing/2014/main" id="{6064CA85-5415-69E7-F912-209A3874C36C}"/>
              </a:ext>
            </a:extLst>
          </p:cNvPr>
          <p:cNvSpPr/>
          <p:nvPr userDrawn="1"/>
        </p:nvSpPr>
        <p:spPr>
          <a:xfrm>
            <a:off x="132622" y="3216287"/>
            <a:ext cx="681103" cy="691895"/>
          </a:xfrm>
          <a:custGeom>
            <a:avLst/>
            <a:gdLst>
              <a:gd name="connsiteX0" fmla="*/ 309319 w 681103"/>
              <a:gd name="connsiteY0" fmla="*/ 368332 h 803446"/>
              <a:gd name="connsiteX1" fmla="*/ 316294 w 681103"/>
              <a:gd name="connsiteY1" fmla="*/ 376581 h 803446"/>
              <a:gd name="connsiteX2" fmla="*/ 322795 w 681103"/>
              <a:gd name="connsiteY2" fmla="*/ 384195 h 803446"/>
              <a:gd name="connsiteX3" fmla="*/ 677457 w 681103"/>
              <a:gd name="connsiteY3" fmla="*/ 803447 h 803446"/>
              <a:gd name="connsiteX4" fmla="*/ 681103 w 681103"/>
              <a:gd name="connsiteY4" fmla="*/ 800909 h 803446"/>
              <a:gd name="connsiteX5" fmla="*/ 331832 w 681103"/>
              <a:gd name="connsiteY5" fmla="*/ 388002 h 803446"/>
              <a:gd name="connsiteX6" fmla="*/ 325490 w 681103"/>
              <a:gd name="connsiteY6" fmla="*/ 380388 h 803446"/>
              <a:gd name="connsiteX7" fmla="*/ 318673 w 681103"/>
              <a:gd name="connsiteY7" fmla="*/ 372298 h 803446"/>
              <a:gd name="connsiteX8" fmla="*/ 312014 w 681103"/>
              <a:gd name="connsiteY8" fmla="*/ 364525 h 803446"/>
              <a:gd name="connsiteX9" fmla="*/ 3647 w 681103"/>
              <a:gd name="connsiteY9" fmla="*/ 0 h 803446"/>
              <a:gd name="connsiteX10" fmla="*/ 0 w 681103"/>
              <a:gd name="connsiteY10" fmla="*/ 2538 h 803446"/>
              <a:gd name="connsiteX11" fmla="*/ 302660 w 681103"/>
              <a:gd name="connsiteY11" fmla="*/ 360401 h 803446"/>
              <a:gd name="connsiteX12" fmla="*/ 309319 w 681103"/>
              <a:gd name="connsiteY12" fmla="*/ 368174 h 8034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81103" h="803446">
                <a:moveTo>
                  <a:pt x="309319" y="368332"/>
                </a:moveTo>
                <a:lnTo>
                  <a:pt x="316294" y="376581"/>
                </a:lnTo>
                <a:lnTo>
                  <a:pt x="322795" y="384195"/>
                </a:lnTo>
                <a:lnTo>
                  <a:pt x="677457" y="803447"/>
                </a:lnTo>
                <a:cubicBezTo>
                  <a:pt x="678566" y="802495"/>
                  <a:pt x="679993" y="801861"/>
                  <a:pt x="681103" y="800909"/>
                </a:cubicBezTo>
                <a:lnTo>
                  <a:pt x="331832" y="388002"/>
                </a:lnTo>
                <a:lnTo>
                  <a:pt x="325490" y="380388"/>
                </a:lnTo>
                <a:lnTo>
                  <a:pt x="318673" y="372298"/>
                </a:lnTo>
                <a:lnTo>
                  <a:pt x="312014" y="364525"/>
                </a:lnTo>
                <a:lnTo>
                  <a:pt x="3647" y="0"/>
                </a:lnTo>
                <a:cubicBezTo>
                  <a:pt x="2537" y="952"/>
                  <a:pt x="1110" y="1586"/>
                  <a:pt x="0" y="2538"/>
                </a:cubicBezTo>
                <a:lnTo>
                  <a:pt x="302660" y="360401"/>
                </a:lnTo>
                <a:lnTo>
                  <a:pt x="309319" y="368174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75" name="Freeform 574">
            <a:extLst>
              <a:ext uri="{FF2B5EF4-FFF2-40B4-BE49-F238E27FC236}">
                <a16:creationId xmlns:a16="http://schemas.microsoft.com/office/drawing/2014/main" id="{BF977E13-60D5-AC7E-AC41-B6F0EC855E4E}"/>
              </a:ext>
            </a:extLst>
          </p:cNvPr>
          <p:cNvSpPr/>
          <p:nvPr userDrawn="1"/>
        </p:nvSpPr>
        <p:spPr>
          <a:xfrm>
            <a:off x="117719" y="3225805"/>
            <a:ext cx="508290" cy="1140091"/>
          </a:xfrm>
          <a:custGeom>
            <a:avLst/>
            <a:gdLst>
              <a:gd name="connsiteX0" fmla="*/ 508291 w 508290"/>
              <a:gd name="connsiteY0" fmla="*/ 1323110 h 1323902"/>
              <a:gd name="connsiteX1" fmla="*/ 285378 w 508290"/>
              <a:gd name="connsiteY1" fmla="*/ 737617 h 1323902"/>
              <a:gd name="connsiteX2" fmla="*/ 283476 w 508290"/>
              <a:gd name="connsiteY2" fmla="*/ 732699 h 1323902"/>
              <a:gd name="connsiteX3" fmla="*/ 203887 w 508290"/>
              <a:gd name="connsiteY3" fmla="*/ 523628 h 1323902"/>
              <a:gd name="connsiteX4" fmla="*/ 201350 w 508290"/>
              <a:gd name="connsiteY4" fmla="*/ 516966 h 1323902"/>
              <a:gd name="connsiteX5" fmla="*/ 173130 w 508290"/>
              <a:gd name="connsiteY5" fmla="*/ 442887 h 1323902"/>
              <a:gd name="connsiteX6" fmla="*/ 170276 w 508290"/>
              <a:gd name="connsiteY6" fmla="*/ 435590 h 1323902"/>
              <a:gd name="connsiteX7" fmla="*/ 109395 w 508290"/>
              <a:gd name="connsiteY7" fmla="*/ 275853 h 1323902"/>
              <a:gd name="connsiteX8" fmla="*/ 107175 w 508290"/>
              <a:gd name="connsiteY8" fmla="*/ 270142 h 1323902"/>
              <a:gd name="connsiteX9" fmla="*/ 103053 w 508290"/>
              <a:gd name="connsiteY9" fmla="*/ 259355 h 1323902"/>
              <a:gd name="connsiteX10" fmla="*/ 100834 w 508290"/>
              <a:gd name="connsiteY10" fmla="*/ 253486 h 1323902"/>
              <a:gd name="connsiteX11" fmla="*/ 4281 w 508290"/>
              <a:gd name="connsiteY11" fmla="*/ 0 h 1323902"/>
              <a:gd name="connsiteX12" fmla="*/ 0 w 508290"/>
              <a:gd name="connsiteY12" fmla="*/ 1110 h 1323902"/>
              <a:gd name="connsiteX13" fmla="*/ 95126 w 508290"/>
              <a:gd name="connsiteY13" fmla="*/ 250948 h 1323902"/>
              <a:gd name="connsiteX14" fmla="*/ 97346 w 508290"/>
              <a:gd name="connsiteY14" fmla="*/ 256818 h 1323902"/>
              <a:gd name="connsiteX15" fmla="*/ 101468 w 508290"/>
              <a:gd name="connsiteY15" fmla="*/ 267604 h 1323902"/>
              <a:gd name="connsiteX16" fmla="*/ 103688 w 508290"/>
              <a:gd name="connsiteY16" fmla="*/ 273315 h 1323902"/>
              <a:gd name="connsiteX17" fmla="*/ 163617 w 508290"/>
              <a:gd name="connsiteY17" fmla="*/ 430831 h 1323902"/>
              <a:gd name="connsiteX18" fmla="*/ 166471 w 508290"/>
              <a:gd name="connsiteY18" fmla="*/ 438128 h 1323902"/>
              <a:gd name="connsiteX19" fmla="*/ 195009 w 508290"/>
              <a:gd name="connsiteY19" fmla="*/ 513318 h 1323902"/>
              <a:gd name="connsiteX20" fmla="*/ 197545 w 508290"/>
              <a:gd name="connsiteY20" fmla="*/ 519980 h 1323902"/>
              <a:gd name="connsiteX21" fmla="*/ 278085 w 508290"/>
              <a:gd name="connsiteY21" fmla="*/ 731430 h 1323902"/>
              <a:gd name="connsiteX22" fmla="*/ 279988 w 508290"/>
              <a:gd name="connsiteY22" fmla="*/ 736348 h 1323902"/>
              <a:gd name="connsiteX23" fmla="*/ 503693 w 508290"/>
              <a:gd name="connsiteY23" fmla="*/ 1323903 h 1323902"/>
              <a:gd name="connsiteX24" fmla="*/ 507974 w 508290"/>
              <a:gd name="connsiteY24" fmla="*/ 1322792 h 13239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508290" h="1323902">
                <a:moveTo>
                  <a:pt x="508291" y="1323110"/>
                </a:moveTo>
                <a:lnTo>
                  <a:pt x="285378" y="737617"/>
                </a:lnTo>
                <a:lnTo>
                  <a:pt x="283476" y="732699"/>
                </a:lnTo>
                <a:lnTo>
                  <a:pt x="203887" y="523628"/>
                </a:lnTo>
                <a:lnTo>
                  <a:pt x="201350" y="516966"/>
                </a:lnTo>
                <a:lnTo>
                  <a:pt x="173130" y="442887"/>
                </a:lnTo>
                <a:lnTo>
                  <a:pt x="170276" y="435590"/>
                </a:lnTo>
                <a:lnTo>
                  <a:pt x="109395" y="275853"/>
                </a:lnTo>
                <a:lnTo>
                  <a:pt x="107175" y="270142"/>
                </a:lnTo>
                <a:lnTo>
                  <a:pt x="103053" y="259355"/>
                </a:lnTo>
                <a:lnTo>
                  <a:pt x="100834" y="253486"/>
                </a:lnTo>
                <a:lnTo>
                  <a:pt x="4281" y="0"/>
                </a:lnTo>
                <a:cubicBezTo>
                  <a:pt x="2854" y="634"/>
                  <a:pt x="1268" y="634"/>
                  <a:pt x="0" y="1110"/>
                </a:cubicBezTo>
                <a:lnTo>
                  <a:pt x="95126" y="250948"/>
                </a:lnTo>
                <a:lnTo>
                  <a:pt x="97346" y="256818"/>
                </a:lnTo>
                <a:lnTo>
                  <a:pt x="101468" y="267604"/>
                </a:lnTo>
                <a:lnTo>
                  <a:pt x="103688" y="273315"/>
                </a:lnTo>
                <a:lnTo>
                  <a:pt x="163617" y="430831"/>
                </a:lnTo>
                <a:lnTo>
                  <a:pt x="166471" y="438128"/>
                </a:lnTo>
                <a:lnTo>
                  <a:pt x="195009" y="513318"/>
                </a:lnTo>
                <a:lnTo>
                  <a:pt x="197545" y="519980"/>
                </a:lnTo>
                <a:lnTo>
                  <a:pt x="278085" y="731430"/>
                </a:lnTo>
                <a:lnTo>
                  <a:pt x="279988" y="736348"/>
                </a:lnTo>
                <a:lnTo>
                  <a:pt x="503693" y="1323903"/>
                </a:lnTo>
                <a:cubicBezTo>
                  <a:pt x="505120" y="1323268"/>
                  <a:pt x="506705" y="1323268"/>
                  <a:pt x="507974" y="132279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8" name="Freeform 127">
            <a:extLst>
              <a:ext uri="{FF2B5EF4-FFF2-40B4-BE49-F238E27FC236}">
                <a16:creationId xmlns:a16="http://schemas.microsoft.com/office/drawing/2014/main" id="{5B3B79BF-05FB-4CA8-7661-A1A31670D682}"/>
              </a:ext>
            </a:extLst>
          </p:cNvPr>
          <p:cNvSpPr/>
          <p:nvPr userDrawn="1"/>
        </p:nvSpPr>
        <p:spPr>
          <a:xfrm>
            <a:off x="33056" y="3190271"/>
            <a:ext cx="21720" cy="45719"/>
          </a:xfrm>
          <a:custGeom>
            <a:avLst/>
            <a:gdLst>
              <a:gd name="connsiteX0" fmla="*/ 21403 w 21720"/>
              <a:gd name="connsiteY0" fmla="*/ 0 h 5552"/>
              <a:gd name="connsiteX1" fmla="*/ 0 w 21720"/>
              <a:gd name="connsiteY1" fmla="*/ 3648 h 5552"/>
              <a:gd name="connsiteX2" fmla="*/ 0 w 21720"/>
              <a:gd name="connsiteY2" fmla="*/ 5552 h 5552"/>
              <a:gd name="connsiteX3" fmla="*/ 21720 w 21720"/>
              <a:gd name="connsiteY3" fmla="*/ 1428 h 5552"/>
              <a:gd name="connsiteX4" fmla="*/ 21403 w 21720"/>
              <a:gd name="connsiteY4" fmla="*/ 159 h 55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720" h="5552">
                <a:moveTo>
                  <a:pt x="21403" y="0"/>
                </a:moveTo>
                <a:lnTo>
                  <a:pt x="0" y="3648"/>
                </a:lnTo>
                <a:lnTo>
                  <a:pt x="0" y="5552"/>
                </a:lnTo>
                <a:lnTo>
                  <a:pt x="21720" y="1428"/>
                </a:lnTo>
                <a:cubicBezTo>
                  <a:pt x="21720" y="1428"/>
                  <a:pt x="21562" y="634"/>
                  <a:pt x="21403" y="159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9" name="Freeform 128">
            <a:extLst>
              <a:ext uri="{FF2B5EF4-FFF2-40B4-BE49-F238E27FC236}">
                <a16:creationId xmlns:a16="http://schemas.microsoft.com/office/drawing/2014/main" id="{B3E690E9-8B85-413F-D991-AADA8A5039D8}"/>
              </a:ext>
            </a:extLst>
          </p:cNvPr>
          <p:cNvSpPr/>
          <p:nvPr userDrawn="1"/>
        </p:nvSpPr>
        <p:spPr>
          <a:xfrm>
            <a:off x="33056" y="3164574"/>
            <a:ext cx="21720" cy="45719"/>
          </a:xfrm>
          <a:custGeom>
            <a:avLst/>
            <a:gdLst>
              <a:gd name="connsiteX0" fmla="*/ 21562 w 21720"/>
              <a:gd name="connsiteY0" fmla="*/ 4124 h 8565"/>
              <a:gd name="connsiteX1" fmla="*/ 0 w 21720"/>
              <a:gd name="connsiteY1" fmla="*/ 0 h 8565"/>
              <a:gd name="connsiteX2" fmla="*/ 0 w 21720"/>
              <a:gd name="connsiteY2" fmla="*/ 4600 h 8565"/>
              <a:gd name="connsiteX3" fmla="*/ 20769 w 21720"/>
              <a:gd name="connsiteY3" fmla="*/ 8566 h 8565"/>
              <a:gd name="connsiteX4" fmla="*/ 21720 w 21720"/>
              <a:gd name="connsiteY4" fmla="*/ 4124 h 85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720" h="8565">
                <a:moveTo>
                  <a:pt x="21562" y="4124"/>
                </a:moveTo>
                <a:lnTo>
                  <a:pt x="0" y="0"/>
                </a:lnTo>
                <a:lnTo>
                  <a:pt x="0" y="4600"/>
                </a:lnTo>
                <a:lnTo>
                  <a:pt x="20769" y="8566"/>
                </a:lnTo>
                <a:cubicBezTo>
                  <a:pt x="20928" y="6980"/>
                  <a:pt x="21403" y="5552"/>
                  <a:pt x="21720" y="4124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0" name="Freeform 129">
            <a:extLst>
              <a:ext uri="{FF2B5EF4-FFF2-40B4-BE49-F238E27FC236}">
                <a16:creationId xmlns:a16="http://schemas.microsoft.com/office/drawing/2014/main" id="{6C28B33E-6363-6EA5-21AB-EA6080EFCE84}"/>
              </a:ext>
            </a:extLst>
          </p:cNvPr>
          <p:cNvSpPr/>
          <p:nvPr userDrawn="1"/>
        </p:nvSpPr>
        <p:spPr>
          <a:xfrm>
            <a:off x="102816" y="1947904"/>
            <a:ext cx="66588" cy="1018514"/>
          </a:xfrm>
          <a:custGeom>
            <a:avLst/>
            <a:gdLst>
              <a:gd name="connsiteX0" fmla="*/ 66588 w 66588"/>
              <a:gd name="connsiteY0" fmla="*/ 952 h 1182724"/>
              <a:gd name="connsiteX1" fmla="*/ 62149 w 66588"/>
              <a:gd name="connsiteY1" fmla="*/ 0 h 1182724"/>
              <a:gd name="connsiteX2" fmla="*/ 0 w 66588"/>
              <a:gd name="connsiteY2" fmla="*/ 1181773 h 1182724"/>
              <a:gd name="connsiteX3" fmla="*/ 4281 w 66588"/>
              <a:gd name="connsiteY3" fmla="*/ 1182725 h 1182724"/>
              <a:gd name="connsiteX4" fmla="*/ 66430 w 66588"/>
              <a:gd name="connsiteY4" fmla="*/ 952 h 11827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6588" h="1182724">
                <a:moveTo>
                  <a:pt x="66588" y="952"/>
                </a:moveTo>
                <a:cubicBezTo>
                  <a:pt x="65003" y="952"/>
                  <a:pt x="63735" y="159"/>
                  <a:pt x="62149" y="0"/>
                </a:cubicBezTo>
                <a:lnTo>
                  <a:pt x="0" y="1181773"/>
                </a:lnTo>
                <a:cubicBezTo>
                  <a:pt x="1585" y="1181773"/>
                  <a:pt x="2854" y="1182566"/>
                  <a:pt x="4281" y="1182725"/>
                </a:cubicBezTo>
                <a:lnTo>
                  <a:pt x="66430" y="952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1" name="Freeform 130">
            <a:extLst>
              <a:ext uri="{FF2B5EF4-FFF2-40B4-BE49-F238E27FC236}">
                <a16:creationId xmlns:a16="http://schemas.microsoft.com/office/drawing/2014/main" id="{9F7EE8FE-398D-461B-94EF-EA10A3C5B9A3}"/>
              </a:ext>
            </a:extLst>
          </p:cNvPr>
          <p:cNvSpPr/>
          <p:nvPr userDrawn="1"/>
        </p:nvSpPr>
        <p:spPr>
          <a:xfrm>
            <a:off x="32898" y="3185830"/>
            <a:ext cx="21403" cy="45719"/>
          </a:xfrm>
          <a:custGeom>
            <a:avLst/>
            <a:gdLst>
              <a:gd name="connsiteX0" fmla="*/ 20611 w 21403"/>
              <a:gd name="connsiteY0" fmla="*/ 0 h 7931"/>
              <a:gd name="connsiteX1" fmla="*/ 0 w 21403"/>
              <a:gd name="connsiteY1" fmla="*/ 3490 h 7931"/>
              <a:gd name="connsiteX2" fmla="*/ 0 w 21403"/>
              <a:gd name="connsiteY2" fmla="*/ 7931 h 7931"/>
              <a:gd name="connsiteX3" fmla="*/ 21403 w 21403"/>
              <a:gd name="connsiteY3" fmla="*/ 4283 h 7931"/>
              <a:gd name="connsiteX4" fmla="*/ 20452 w 21403"/>
              <a:gd name="connsiteY4" fmla="*/ 0 h 79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403" h="7931">
                <a:moveTo>
                  <a:pt x="20611" y="0"/>
                </a:moveTo>
                <a:lnTo>
                  <a:pt x="0" y="3490"/>
                </a:lnTo>
                <a:lnTo>
                  <a:pt x="0" y="7931"/>
                </a:lnTo>
                <a:lnTo>
                  <a:pt x="21403" y="4283"/>
                </a:lnTo>
                <a:cubicBezTo>
                  <a:pt x="21086" y="2855"/>
                  <a:pt x="20769" y="1428"/>
                  <a:pt x="20452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2" name="Freeform 131">
            <a:extLst>
              <a:ext uri="{FF2B5EF4-FFF2-40B4-BE49-F238E27FC236}">
                <a16:creationId xmlns:a16="http://schemas.microsoft.com/office/drawing/2014/main" id="{255E1173-FD09-0569-1E43-957FA77B8105}"/>
              </a:ext>
            </a:extLst>
          </p:cNvPr>
          <p:cNvSpPr/>
          <p:nvPr userDrawn="1"/>
        </p:nvSpPr>
        <p:spPr>
          <a:xfrm>
            <a:off x="33056" y="3215651"/>
            <a:ext cx="38208" cy="45719"/>
          </a:xfrm>
          <a:custGeom>
            <a:avLst/>
            <a:gdLst>
              <a:gd name="connsiteX0" fmla="*/ 34404 w 38208"/>
              <a:gd name="connsiteY0" fmla="*/ 0 h 45208"/>
              <a:gd name="connsiteX1" fmla="*/ 0 w 38208"/>
              <a:gd name="connsiteY1" fmla="*/ 38546 h 45208"/>
              <a:gd name="connsiteX2" fmla="*/ 0 w 38208"/>
              <a:gd name="connsiteY2" fmla="*/ 45209 h 45208"/>
              <a:gd name="connsiteX3" fmla="*/ 38209 w 38208"/>
              <a:gd name="connsiteY3" fmla="*/ 2538 h 45208"/>
              <a:gd name="connsiteX4" fmla="*/ 34562 w 38208"/>
              <a:gd name="connsiteY4" fmla="*/ 0 h 45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8208" h="45208">
                <a:moveTo>
                  <a:pt x="34404" y="0"/>
                </a:moveTo>
                <a:lnTo>
                  <a:pt x="0" y="38546"/>
                </a:lnTo>
                <a:lnTo>
                  <a:pt x="0" y="45209"/>
                </a:lnTo>
                <a:lnTo>
                  <a:pt x="38209" y="2538"/>
                </a:lnTo>
                <a:cubicBezTo>
                  <a:pt x="37099" y="1586"/>
                  <a:pt x="35514" y="1110"/>
                  <a:pt x="34562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3" name="Freeform 132">
            <a:extLst>
              <a:ext uri="{FF2B5EF4-FFF2-40B4-BE49-F238E27FC236}">
                <a16:creationId xmlns:a16="http://schemas.microsoft.com/office/drawing/2014/main" id="{9DD1CB9F-DB3E-0EB6-FAD5-22180D44AC29}"/>
              </a:ext>
            </a:extLst>
          </p:cNvPr>
          <p:cNvSpPr/>
          <p:nvPr userDrawn="1"/>
        </p:nvSpPr>
        <p:spPr>
          <a:xfrm>
            <a:off x="33056" y="3117937"/>
            <a:ext cx="32977" cy="45719"/>
          </a:xfrm>
          <a:custGeom>
            <a:avLst/>
            <a:gdLst>
              <a:gd name="connsiteX0" fmla="*/ 32977 w 32977"/>
              <a:gd name="connsiteY0" fmla="*/ 28077 h 28394"/>
              <a:gd name="connsiteX1" fmla="*/ 0 w 32977"/>
              <a:gd name="connsiteY1" fmla="*/ 0 h 28394"/>
              <a:gd name="connsiteX2" fmla="*/ 0 w 32977"/>
              <a:gd name="connsiteY2" fmla="*/ 1110 h 28394"/>
              <a:gd name="connsiteX3" fmla="*/ 32660 w 32977"/>
              <a:gd name="connsiteY3" fmla="*/ 28394 h 28394"/>
              <a:gd name="connsiteX4" fmla="*/ 32977 w 32977"/>
              <a:gd name="connsiteY4" fmla="*/ 27918 h 283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2977" h="28394">
                <a:moveTo>
                  <a:pt x="32977" y="28077"/>
                </a:moveTo>
                <a:lnTo>
                  <a:pt x="0" y="0"/>
                </a:lnTo>
                <a:lnTo>
                  <a:pt x="0" y="1110"/>
                </a:lnTo>
                <a:lnTo>
                  <a:pt x="32660" y="28394"/>
                </a:lnTo>
                <a:cubicBezTo>
                  <a:pt x="32660" y="28394"/>
                  <a:pt x="32819" y="28077"/>
                  <a:pt x="32977" y="27918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4" name="Freeform 133">
            <a:extLst>
              <a:ext uri="{FF2B5EF4-FFF2-40B4-BE49-F238E27FC236}">
                <a16:creationId xmlns:a16="http://schemas.microsoft.com/office/drawing/2014/main" id="{9AB5B6DF-F071-EEEB-AB8F-A0E75A3C0F71}"/>
              </a:ext>
            </a:extLst>
          </p:cNvPr>
          <p:cNvSpPr/>
          <p:nvPr userDrawn="1"/>
        </p:nvSpPr>
        <p:spPr>
          <a:xfrm>
            <a:off x="33056" y="1901425"/>
            <a:ext cx="88150" cy="45719"/>
          </a:xfrm>
          <a:custGeom>
            <a:avLst/>
            <a:gdLst>
              <a:gd name="connsiteX0" fmla="*/ 87199 w 88150"/>
              <a:gd name="connsiteY0" fmla="*/ 0 h 12690"/>
              <a:gd name="connsiteX1" fmla="*/ 0 w 88150"/>
              <a:gd name="connsiteY1" fmla="*/ 8249 h 12690"/>
              <a:gd name="connsiteX2" fmla="*/ 0 w 88150"/>
              <a:gd name="connsiteY2" fmla="*/ 12690 h 12690"/>
              <a:gd name="connsiteX3" fmla="*/ 88150 w 88150"/>
              <a:gd name="connsiteY3" fmla="*/ 4283 h 12690"/>
              <a:gd name="connsiteX4" fmla="*/ 87199 w 88150"/>
              <a:gd name="connsiteY4" fmla="*/ 0 h 126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8150" h="12690">
                <a:moveTo>
                  <a:pt x="87199" y="0"/>
                </a:moveTo>
                <a:lnTo>
                  <a:pt x="0" y="8249"/>
                </a:lnTo>
                <a:lnTo>
                  <a:pt x="0" y="12690"/>
                </a:lnTo>
                <a:lnTo>
                  <a:pt x="88150" y="4283"/>
                </a:lnTo>
                <a:cubicBezTo>
                  <a:pt x="87833" y="2855"/>
                  <a:pt x="87358" y="1428"/>
                  <a:pt x="87199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5" name="Freeform 134">
            <a:extLst>
              <a:ext uri="{FF2B5EF4-FFF2-40B4-BE49-F238E27FC236}">
                <a16:creationId xmlns:a16="http://schemas.microsoft.com/office/drawing/2014/main" id="{F091B509-AFBC-B43E-F18B-E67DC998FC78}"/>
              </a:ext>
            </a:extLst>
          </p:cNvPr>
          <p:cNvSpPr/>
          <p:nvPr userDrawn="1"/>
        </p:nvSpPr>
        <p:spPr>
          <a:xfrm>
            <a:off x="33056" y="3119206"/>
            <a:ext cx="32818" cy="45719"/>
          </a:xfrm>
          <a:custGeom>
            <a:avLst/>
            <a:gdLst>
              <a:gd name="connsiteX0" fmla="*/ 32660 w 32818"/>
              <a:gd name="connsiteY0" fmla="*/ 27284 h 31090"/>
              <a:gd name="connsiteX1" fmla="*/ 0 w 32818"/>
              <a:gd name="connsiteY1" fmla="*/ 0 h 31090"/>
              <a:gd name="connsiteX2" fmla="*/ 0 w 32818"/>
              <a:gd name="connsiteY2" fmla="*/ 5869 h 31090"/>
              <a:gd name="connsiteX3" fmla="*/ 30282 w 32818"/>
              <a:gd name="connsiteY3" fmla="*/ 31091 h 31090"/>
              <a:gd name="connsiteX4" fmla="*/ 32819 w 32818"/>
              <a:gd name="connsiteY4" fmla="*/ 27442 h 310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2818" h="31090">
                <a:moveTo>
                  <a:pt x="32660" y="27284"/>
                </a:moveTo>
                <a:lnTo>
                  <a:pt x="0" y="0"/>
                </a:lnTo>
                <a:lnTo>
                  <a:pt x="0" y="5869"/>
                </a:lnTo>
                <a:lnTo>
                  <a:pt x="30282" y="31091"/>
                </a:lnTo>
                <a:cubicBezTo>
                  <a:pt x="31233" y="29822"/>
                  <a:pt x="31867" y="28553"/>
                  <a:pt x="32819" y="2744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6" name="Freeform 135">
            <a:extLst>
              <a:ext uri="{FF2B5EF4-FFF2-40B4-BE49-F238E27FC236}">
                <a16:creationId xmlns:a16="http://schemas.microsoft.com/office/drawing/2014/main" id="{4437A474-6C45-A265-D939-3363F4F62CEC}"/>
              </a:ext>
            </a:extLst>
          </p:cNvPr>
          <p:cNvSpPr/>
          <p:nvPr userDrawn="1"/>
        </p:nvSpPr>
        <p:spPr>
          <a:xfrm>
            <a:off x="33056" y="1870018"/>
            <a:ext cx="88625" cy="45719"/>
          </a:xfrm>
          <a:custGeom>
            <a:avLst/>
            <a:gdLst>
              <a:gd name="connsiteX0" fmla="*/ 88626 w 88625"/>
              <a:gd name="connsiteY0" fmla="*/ 19352 h 21573"/>
              <a:gd name="connsiteX1" fmla="*/ 44234 w 88625"/>
              <a:gd name="connsiteY1" fmla="*/ 8566 h 21573"/>
              <a:gd name="connsiteX2" fmla="*/ 0 w 88625"/>
              <a:gd name="connsiteY2" fmla="*/ 0 h 21573"/>
              <a:gd name="connsiteX3" fmla="*/ 0 w 88625"/>
              <a:gd name="connsiteY3" fmla="*/ 4600 h 21573"/>
              <a:gd name="connsiteX4" fmla="*/ 88150 w 88625"/>
              <a:gd name="connsiteY4" fmla="*/ 21573 h 21573"/>
              <a:gd name="connsiteX5" fmla="*/ 88626 w 88625"/>
              <a:gd name="connsiteY5" fmla="*/ 19352 h 215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8625" h="21573">
                <a:moveTo>
                  <a:pt x="88626" y="19352"/>
                </a:moveTo>
                <a:lnTo>
                  <a:pt x="44234" y="8566"/>
                </a:lnTo>
                <a:lnTo>
                  <a:pt x="0" y="0"/>
                </a:lnTo>
                <a:lnTo>
                  <a:pt x="0" y="4600"/>
                </a:lnTo>
                <a:lnTo>
                  <a:pt x="88150" y="21573"/>
                </a:lnTo>
                <a:cubicBezTo>
                  <a:pt x="88150" y="21573"/>
                  <a:pt x="88467" y="19987"/>
                  <a:pt x="88626" y="1935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7" name="Freeform 136">
            <a:extLst>
              <a:ext uri="{FF2B5EF4-FFF2-40B4-BE49-F238E27FC236}">
                <a16:creationId xmlns:a16="http://schemas.microsoft.com/office/drawing/2014/main" id="{3E94522C-A861-206B-00A5-188C8773317F}"/>
              </a:ext>
            </a:extLst>
          </p:cNvPr>
          <p:cNvSpPr/>
          <p:nvPr userDrawn="1"/>
        </p:nvSpPr>
        <p:spPr>
          <a:xfrm>
            <a:off x="33056" y="1863355"/>
            <a:ext cx="89577" cy="45719"/>
          </a:xfrm>
          <a:custGeom>
            <a:avLst/>
            <a:gdLst>
              <a:gd name="connsiteX0" fmla="*/ 88626 w 89577"/>
              <a:gd name="connsiteY0" fmla="*/ 26015 h 26173"/>
              <a:gd name="connsiteX1" fmla="*/ 89577 w 89577"/>
              <a:gd name="connsiteY1" fmla="*/ 21732 h 26173"/>
              <a:gd name="connsiteX2" fmla="*/ 0 w 89577"/>
              <a:gd name="connsiteY2" fmla="*/ 0 h 26173"/>
              <a:gd name="connsiteX3" fmla="*/ 0 w 89577"/>
              <a:gd name="connsiteY3" fmla="*/ 4600 h 26173"/>
              <a:gd name="connsiteX4" fmla="*/ 44234 w 89577"/>
              <a:gd name="connsiteY4" fmla="*/ 15387 h 26173"/>
              <a:gd name="connsiteX5" fmla="*/ 88626 w 89577"/>
              <a:gd name="connsiteY5" fmla="*/ 26174 h 261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9577" h="26173">
                <a:moveTo>
                  <a:pt x="88626" y="26015"/>
                </a:moveTo>
                <a:cubicBezTo>
                  <a:pt x="88943" y="24587"/>
                  <a:pt x="89101" y="23160"/>
                  <a:pt x="89577" y="21732"/>
                </a:cubicBezTo>
                <a:lnTo>
                  <a:pt x="0" y="0"/>
                </a:lnTo>
                <a:lnTo>
                  <a:pt x="0" y="4600"/>
                </a:lnTo>
                <a:lnTo>
                  <a:pt x="44234" y="15387"/>
                </a:lnTo>
                <a:lnTo>
                  <a:pt x="88626" y="26174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8" name="Freeform 137">
            <a:extLst>
              <a:ext uri="{FF2B5EF4-FFF2-40B4-BE49-F238E27FC236}">
                <a16:creationId xmlns:a16="http://schemas.microsoft.com/office/drawing/2014/main" id="{2B675643-06F3-E2A6-EE19-DF1FB1621EAD}"/>
              </a:ext>
            </a:extLst>
          </p:cNvPr>
          <p:cNvSpPr/>
          <p:nvPr userDrawn="1"/>
        </p:nvSpPr>
        <p:spPr>
          <a:xfrm>
            <a:off x="5977965" y="6530327"/>
            <a:ext cx="379077" cy="1022885"/>
          </a:xfrm>
          <a:custGeom>
            <a:avLst/>
            <a:gdLst>
              <a:gd name="connsiteX0" fmla="*/ 374639 w 379077"/>
              <a:gd name="connsiteY0" fmla="*/ 158 h 1187800"/>
              <a:gd name="connsiteX1" fmla="*/ 0 w 379077"/>
              <a:gd name="connsiteY1" fmla="*/ 1186849 h 1187800"/>
              <a:gd name="connsiteX2" fmla="*/ 4439 w 379077"/>
              <a:gd name="connsiteY2" fmla="*/ 1187800 h 1187800"/>
              <a:gd name="connsiteX3" fmla="*/ 379078 w 379077"/>
              <a:gd name="connsiteY3" fmla="*/ 952 h 1187800"/>
              <a:gd name="connsiteX4" fmla="*/ 374639 w 379077"/>
              <a:gd name="connsiteY4" fmla="*/ 0 h 1187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9077" h="1187800">
                <a:moveTo>
                  <a:pt x="374639" y="158"/>
                </a:moveTo>
                <a:lnTo>
                  <a:pt x="0" y="1186849"/>
                </a:lnTo>
                <a:cubicBezTo>
                  <a:pt x="1427" y="1187324"/>
                  <a:pt x="3012" y="1187324"/>
                  <a:pt x="4439" y="1187800"/>
                </a:cubicBezTo>
                <a:lnTo>
                  <a:pt x="379078" y="952"/>
                </a:lnTo>
                <a:cubicBezTo>
                  <a:pt x="377651" y="476"/>
                  <a:pt x="376065" y="476"/>
                  <a:pt x="374639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9" name="Freeform 138">
            <a:extLst>
              <a:ext uri="{FF2B5EF4-FFF2-40B4-BE49-F238E27FC236}">
                <a16:creationId xmlns:a16="http://schemas.microsoft.com/office/drawing/2014/main" id="{0FCE106E-4179-AF8C-55CE-481429CD6BC9}"/>
              </a:ext>
            </a:extLst>
          </p:cNvPr>
          <p:cNvSpPr/>
          <p:nvPr userDrawn="1"/>
        </p:nvSpPr>
        <p:spPr>
          <a:xfrm>
            <a:off x="6322638" y="1807202"/>
            <a:ext cx="768143" cy="1319178"/>
          </a:xfrm>
          <a:custGeom>
            <a:avLst/>
            <a:gdLst>
              <a:gd name="connsiteX0" fmla="*/ 0 w 768143"/>
              <a:gd name="connsiteY0" fmla="*/ 1529325 h 1531863"/>
              <a:gd name="connsiteX1" fmla="*/ 3805 w 768143"/>
              <a:gd name="connsiteY1" fmla="*/ 1531863 h 1531863"/>
              <a:gd name="connsiteX2" fmla="*/ 768144 w 768143"/>
              <a:gd name="connsiteY2" fmla="*/ 2538 h 1531863"/>
              <a:gd name="connsiteX3" fmla="*/ 764338 w 768143"/>
              <a:gd name="connsiteY3" fmla="*/ 0 h 1531863"/>
              <a:gd name="connsiteX4" fmla="*/ 0 w 768143"/>
              <a:gd name="connsiteY4" fmla="*/ 1529325 h 15318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68143" h="1531863">
                <a:moveTo>
                  <a:pt x="0" y="1529325"/>
                </a:moveTo>
                <a:cubicBezTo>
                  <a:pt x="1427" y="1529960"/>
                  <a:pt x="2378" y="1531070"/>
                  <a:pt x="3805" y="1531863"/>
                </a:cubicBezTo>
                <a:lnTo>
                  <a:pt x="768144" y="2538"/>
                </a:lnTo>
                <a:cubicBezTo>
                  <a:pt x="766717" y="1904"/>
                  <a:pt x="765766" y="793"/>
                  <a:pt x="764338" y="0"/>
                </a:cubicBezTo>
                <a:lnTo>
                  <a:pt x="0" y="152932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0" name="Freeform 139">
            <a:extLst>
              <a:ext uri="{FF2B5EF4-FFF2-40B4-BE49-F238E27FC236}">
                <a16:creationId xmlns:a16="http://schemas.microsoft.com/office/drawing/2014/main" id="{62E7C309-29A9-D2E2-0BA8-FE23FBA47D6E}"/>
              </a:ext>
            </a:extLst>
          </p:cNvPr>
          <p:cNvSpPr/>
          <p:nvPr userDrawn="1"/>
        </p:nvSpPr>
        <p:spPr>
          <a:xfrm>
            <a:off x="6873577" y="1472974"/>
            <a:ext cx="154579" cy="341508"/>
          </a:xfrm>
          <a:custGeom>
            <a:avLst/>
            <a:gdLst>
              <a:gd name="connsiteX0" fmla="*/ 5549 w 154579"/>
              <a:gd name="connsiteY0" fmla="*/ 394030 h 396568"/>
              <a:gd name="connsiteX1" fmla="*/ 154580 w 154579"/>
              <a:gd name="connsiteY1" fmla="*/ 952 h 396568"/>
              <a:gd name="connsiteX2" fmla="*/ 150299 w 154579"/>
              <a:gd name="connsiteY2" fmla="*/ 0 h 396568"/>
              <a:gd name="connsiteX3" fmla="*/ 0 w 154579"/>
              <a:gd name="connsiteY3" fmla="*/ 396568 h 396568"/>
              <a:gd name="connsiteX4" fmla="*/ 5549 w 154579"/>
              <a:gd name="connsiteY4" fmla="*/ 394030 h 3965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4579" h="396568">
                <a:moveTo>
                  <a:pt x="5549" y="394030"/>
                </a:moveTo>
                <a:lnTo>
                  <a:pt x="154580" y="952"/>
                </a:lnTo>
                <a:cubicBezTo>
                  <a:pt x="153153" y="476"/>
                  <a:pt x="151568" y="476"/>
                  <a:pt x="150299" y="0"/>
                </a:cubicBezTo>
                <a:lnTo>
                  <a:pt x="0" y="396568"/>
                </a:lnTo>
                <a:lnTo>
                  <a:pt x="5549" y="39403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1" name="Freeform 140">
            <a:extLst>
              <a:ext uri="{FF2B5EF4-FFF2-40B4-BE49-F238E27FC236}">
                <a16:creationId xmlns:a16="http://schemas.microsoft.com/office/drawing/2014/main" id="{87728C07-D456-2299-F595-E2824DF13B0B}"/>
              </a:ext>
            </a:extLst>
          </p:cNvPr>
          <p:cNvSpPr/>
          <p:nvPr userDrawn="1"/>
        </p:nvSpPr>
        <p:spPr>
          <a:xfrm>
            <a:off x="6318833" y="1872873"/>
            <a:ext cx="557914" cy="1260029"/>
          </a:xfrm>
          <a:custGeom>
            <a:avLst/>
            <a:gdLst>
              <a:gd name="connsiteX0" fmla="*/ 552366 w 557914"/>
              <a:gd name="connsiteY0" fmla="*/ 2538 h 1463177"/>
              <a:gd name="connsiteX1" fmla="*/ 4915 w 557914"/>
              <a:gd name="connsiteY1" fmla="*/ 1446363 h 1463177"/>
              <a:gd name="connsiteX2" fmla="*/ 0 w 557914"/>
              <a:gd name="connsiteY2" fmla="*/ 1462384 h 1463177"/>
              <a:gd name="connsiteX3" fmla="*/ 3171 w 557914"/>
              <a:gd name="connsiteY3" fmla="*/ 1463178 h 1463177"/>
              <a:gd name="connsiteX4" fmla="*/ 557915 w 557914"/>
              <a:gd name="connsiteY4" fmla="*/ 0 h 1463177"/>
              <a:gd name="connsiteX5" fmla="*/ 552207 w 557914"/>
              <a:gd name="connsiteY5" fmla="*/ 2538 h 14631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57914" h="1463177">
                <a:moveTo>
                  <a:pt x="552366" y="2538"/>
                </a:moveTo>
                <a:lnTo>
                  <a:pt x="4915" y="1446363"/>
                </a:lnTo>
                <a:lnTo>
                  <a:pt x="0" y="1462384"/>
                </a:lnTo>
                <a:cubicBezTo>
                  <a:pt x="951" y="1462702"/>
                  <a:pt x="2219" y="1462702"/>
                  <a:pt x="3171" y="1463178"/>
                </a:cubicBezTo>
                <a:lnTo>
                  <a:pt x="557915" y="0"/>
                </a:lnTo>
                <a:lnTo>
                  <a:pt x="552207" y="2538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2" name="Freeform 141">
            <a:extLst>
              <a:ext uri="{FF2B5EF4-FFF2-40B4-BE49-F238E27FC236}">
                <a16:creationId xmlns:a16="http://schemas.microsoft.com/office/drawing/2014/main" id="{E4BACA13-9289-6321-D05B-30BB8D6FAEC2}"/>
              </a:ext>
            </a:extLst>
          </p:cNvPr>
          <p:cNvSpPr/>
          <p:nvPr userDrawn="1"/>
        </p:nvSpPr>
        <p:spPr>
          <a:xfrm>
            <a:off x="6863430" y="1001692"/>
            <a:ext cx="167897" cy="460899"/>
          </a:xfrm>
          <a:custGeom>
            <a:avLst/>
            <a:gdLst>
              <a:gd name="connsiteX0" fmla="*/ 136664 w 167897"/>
              <a:gd name="connsiteY0" fmla="*/ 103108 h 535208"/>
              <a:gd name="connsiteX1" fmla="*/ 139677 w 167897"/>
              <a:gd name="connsiteY1" fmla="*/ 93114 h 535208"/>
              <a:gd name="connsiteX2" fmla="*/ 167898 w 167897"/>
              <a:gd name="connsiteY2" fmla="*/ 952 h 535208"/>
              <a:gd name="connsiteX3" fmla="*/ 163458 w 167897"/>
              <a:gd name="connsiteY3" fmla="*/ 0 h 535208"/>
              <a:gd name="connsiteX4" fmla="*/ 138250 w 167897"/>
              <a:gd name="connsiteY4" fmla="*/ 82486 h 535208"/>
              <a:gd name="connsiteX5" fmla="*/ 135238 w 167897"/>
              <a:gd name="connsiteY5" fmla="*/ 92480 h 535208"/>
              <a:gd name="connsiteX6" fmla="*/ 0 w 167897"/>
              <a:gd name="connsiteY6" fmla="*/ 535208 h 535208"/>
              <a:gd name="connsiteX7" fmla="*/ 5707 w 167897"/>
              <a:gd name="connsiteY7" fmla="*/ 531560 h 535208"/>
              <a:gd name="connsiteX8" fmla="*/ 136664 w 167897"/>
              <a:gd name="connsiteY8" fmla="*/ 103108 h 535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67897" h="535208">
                <a:moveTo>
                  <a:pt x="136664" y="103108"/>
                </a:moveTo>
                <a:lnTo>
                  <a:pt x="139677" y="93114"/>
                </a:lnTo>
                <a:lnTo>
                  <a:pt x="167898" y="952"/>
                </a:lnTo>
                <a:cubicBezTo>
                  <a:pt x="166471" y="635"/>
                  <a:pt x="164885" y="476"/>
                  <a:pt x="163458" y="0"/>
                </a:cubicBezTo>
                <a:lnTo>
                  <a:pt x="138250" y="82486"/>
                </a:lnTo>
                <a:lnTo>
                  <a:pt x="135238" y="92480"/>
                </a:lnTo>
                <a:lnTo>
                  <a:pt x="0" y="535208"/>
                </a:lnTo>
                <a:lnTo>
                  <a:pt x="5707" y="531560"/>
                </a:lnTo>
                <a:lnTo>
                  <a:pt x="136664" y="103108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3" name="Freeform 142">
            <a:extLst>
              <a:ext uri="{FF2B5EF4-FFF2-40B4-BE49-F238E27FC236}">
                <a16:creationId xmlns:a16="http://schemas.microsoft.com/office/drawing/2014/main" id="{C50877C6-C573-2892-A5F7-836CDE28BAC4}"/>
              </a:ext>
            </a:extLst>
          </p:cNvPr>
          <p:cNvSpPr/>
          <p:nvPr userDrawn="1"/>
        </p:nvSpPr>
        <p:spPr>
          <a:xfrm>
            <a:off x="6314394" y="1931724"/>
            <a:ext cx="433141" cy="1208939"/>
          </a:xfrm>
          <a:custGeom>
            <a:avLst/>
            <a:gdLst>
              <a:gd name="connsiteX0" fmla="*/ 433141 w 433141"/>
              <a:gd name="connsiteY0" fmla="*/ 0 h 1403850"/>
              <a:gd name="connsiteX1" fmla="*/ 427750 w 433141"/>
              <a:gd name="connsiteY1" fmla="*/ 2538 h 1403850"/>
              <a:gd name="connsiteX2" fmla="*/ 0 w 433141"/>
              <a:gd name="connsiteY2" fmla="*/ 1402899 h 1403850"/>
              <a:gd name="connsiteX3" fmla="*/ 4439 w 433141"/>
              <a:gd name="connsiteY3" fmla="*/ 1403851 h 1403850"/>
              <a:gd name="connsiteX4" fmla="*/ 9354 w 433141"/>
              <a:gd name="connsiteY4" fmla="*/ 1387829 h 1403850"/>
              <a:gd name="connsiteX5" fmla="*/ 433141 w 433141"/>
              <a:gd name="connsiteY5" fmla="*/ 159 h 14038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33141" h="1403850">
                <a:moveTo>
                  <a:pt x="433141" y="0"/>
                </a:moveTo>
                <a:lnTo>
                  <a:pt x="427750" y="2538"/>
                </a:lnTo>
                <a:lnTo>
                  <a:pt x="0" y="1402899"/>
                </a:lnTo>
                <a:cubicBezTo>
                  <a:pt x="1427" y="1403216"/>
                  <a:pt x="3012" y="1403216"/>
                  <a:pt x="4439" y="1403851"/>
                </a:cubicBezTo>
                <a:lnTo>
                  <a:pt x="9354" y="1387829"/>
                </a:lnTo>
                <a:lnTo>
                  <a:pt x="433141" y="159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4" name="Freeform 143">
            <a:extLst>
              <a:ext uri="{FF2B5EF4-FFF2-40B4-BE49-F238E27FC236}">
                <a16:creationId xmlns:a16="http://schemas.microsoft.com/office/drawing/2014/main" id="{F89C8D8D-9FC3-B51C-AE50-2D941B4C465C}"/>
              </a:ext>
            </a:extLst>
          </p:cNvPr>
          <p:cNvSpPr/>
          <p:nvPr userDrawn="1"/>
        </p:nvSpPr>
        <p:spPr>
          <a:xfrm>
            <a:off x="6743888" y="1539757"/>
            <a:ext cx="123346" cy="334814"/>
          </a:xfrm>
          <a:custGeom>
            <a:avLst/>
            <a:gdLst>
              <a:gd name="connsiteX0" fmla="*/ 5390 w 123346"/>
              <a:gd name="connsiteY0" fmla="*/ 386257 h 388795"/>
              <a:gd name="connsiteX1" fmla="*/ 123347 w 123346"/>
              <a:gd name="connsiteY1" fmla="*/ 0 h 388795"/>
              <a:gd name="connsiteX2" fmla="*/ 117639 w 123346"/>
              <a:gd name="connsiteY2" fmla="*/ 3648 h 388795"/>
              <a:gd name="connsiteX3" fmla="*/ 0 w 123346"/>
              <a:gd name="connsiteY3" fmla="*/ 388795 h 388795"/>
              <a:gd name="connsiteX4" fmla="*/ 5390 w 123346"/>
              <a:gd name="connsiteY4" fmla="*/ 386257 h 3887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346" h="388795">
                <a:moveTo>
                  <a:pt x="5390" y="386257"/>
                </a:moveTo>
                <a:lnTo>
                  <a:pt x="123347" y="0"/>
                </a:lnTo>
                <a:lnTo>
                  <a:pt x="117639" y="3648"/>
                </a:lnTo>
                <a:lnTo>
                  <a:pt x="0" y="388795"/>
                </a:lnTo>
                <a:lnTo>
                  <a:pt x="5390" y="386257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5" name="Freeform 144">
            <a:extLst>
              <a:ext uri="{FF2B5EF4-FFF2-40B4-BE49-F238E27FC236}">
                <a16:creationId xmlns:a16="http://schemas.microsoft.com/office/drawing/2014/main" id="{693CA29C-5605-B2D6-BEFC-C1A6FC4A2A10}"/>
              </a:ext>
            </a:extLst>
          </p:cNvPr>
          <p:cNvSpPr/>
          <p:nvPr userDrawn="1"/>
        </p:nvSpPr>
        <p:spPr>
          <a:xfrm>
            <a:off x="6709326" y="6524456"/>
            <a:ext cx="151091" cy="45719"/>
          </a:xfrm>
          <a:custGeom>
            <a:avLst/>
            <a:gdLst>
              <a:gd name="connsiteX0" fmla="*/ 0 w 151091"/>
              <a:gd name="connsiteY0" fmla="*/ 3966 h 22842"/>
              <a:gd name="connsiteX1" fmla="*/ 150141 w 151091"/>
              <a:gd name="connsiteY1" fmla="*/ 22842 h 22842"/>
              <a:gd name="connsiteX2" fmla="*/ 151092 w 151091"/>
              <a:gd name="connsiteY2" fmla="*/ 18560 h 22842"/>
              <a:gd name="connsiteX3" fmla="*/ 2537 w 151091"/>
              <a:gd name="connsiteY3" fmla="*/ 0 h 22842"/>
              <a:gd name="connsiteX4" fmla="*/ 0 w 151091"/>
              <a:gd name="connsiteY4" fmla="*/ 4124 h 228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1091" h="22842">
                <a:moveTo>
                  <a:pt x="0" y="3966"/>
                </a:moveTo>
                <a:lnTo>
                  <a:pt x="150141" y="22842"/>
                </a:lnTo>
                <a:cubicBezTo>
                  <a:pt x="150299" y="21256"/>
                  <a:pt x="150775" y="19987"/>
                  <a:pt x="151092" y="18560"/>
                </a:cubicBezTo>
                <a:lnTo>
                  <a:pt x="2537" y="0"/>
                </a:lnTo>
                <a:lnTo>
                  <a:pt x="0" y="4124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6" name="Freeform 145">
            <a:extLst>
              <a:ext uri="{FF2B5EF4-FFF2-40B4-BE49-F238E27FC236}">
                <a16:creationId xmlns:a16="http://schemas.microsoft.com/office/drawing/2014/main" id="{1859A272-167E-F0DC-3B62-D007156C06EF}"/>
              </a:ext>
            </a:extLst>
          </p:cNvPr>
          <p:cNvSpPr/>
          <p:nvPr userDrawn="1"/>
        </p:nvSpPr>
        <p:spPr>
          <a:xfrm>
            <a:off x="6418081" y="6487655"/>
            <a:ext cx="289025" cy="45719"/>
          </a:xfrm>
          <a:custGeom>
            <a:avLst/>
            <a:gdLst>
              <a:gd name="connsiteX0" fmla="*/ 286488 w 289025"/>
              <a:gd name="connsiteY0" fmla="*/ 40133 h 40132"/>
              <a:gd name="connsiteX1" fmla="*/ 289025 w 289025"/>
              <a:gd name="connsiteY1" fmla="*/ 36008 h 40132"/>
              <a:gd name="connsiteX2" fmla="*/ 952 w 289025"/>
              <a:gd name="connsiteY2" fmla="*/ 0 h 40132"/>
              <a:gd name="connsiteX3" fmla="*/ 0 w 289025"/>
              <a:gd name="connsiteY3" fmla="*/ 4283 h 40132"/>
              <a:gd name="connsiteX4" fmla="*/ 286488 w 289025"/>
              <a:gd name="connsiteY4" fmla="*/ 40133 h 40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9025" h="40132">
                <a:moveTo>
                  <a:pt x="286488" y="40133"/>
                </a:moveTo>
                <a:lnTo>
                  <a:pt x="289025" y="36008"/>
                </a:lnTo>
                <a:lnTo>
                  <a:pt x="952" y="0"/>
                </a:lnTo>
                <a:cubicBezTo>
                  <a:pt x="952" y="1586"/>
                  <a:pt x="317" y="2855"/>
                  <a:pt x="0" y="4283"/>
                </a:cubicBezTo>
                <a:lnTo>
                  <a:pt x="286488" y="40133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7" name="Freeform 146">
            <a:extLst>
              <a:ext uri="{FF2B5EF4-FFF2-40B4-BE49-F238E27FC236}">
                <a16:creationId xmlns:a16="http://schemas.microsoft.com/office/drawing/2014/main" id="{460FC2F3-377D-CC1A-8F80-5008F609D622}"/>
              </a:ext>
            </a:extLst>
          </p:cNvPr>
          <p:cNvSpPr/>
          <p:nvPr userDrawn="1"/>
        </p:nvSpPr>
        <p:spPr>
          <a:xfrm>
            <a:off x="5993819" y="6589019"/>
            <a:ext cx="886575" cy="980129"/>
          </a:xfrm>
          <a:custGeom>
            <a:avLst/>
            <a:gdLst>
              <a:gd name="connsiteX0" fmla="*/ 0 w 886575"/>
              <a:gd name="connsiteY0" fmla="*/ 1135612 h 1138150"/>
              <a:gd name="connsiteX1" fmla="*/ 3646 w 886575"/>
              <a:gd name="connsiteY1" fmla="*/ 1138150 h 1138150"/>
              <a:gd name="connsiteX2" fmla="*/ 886575 w 886575"/>
              <a:gd name="connsiteY2" fmla="*/ 2538 h 1138150"/>
              <a:gd name="connsiteX3" fmla="*/ 882929 w 886575"/>
              <a:gd name="connsiteY3" fmla="*/ 0 h 1138150"/>
              <a:gd name="connsiteX4" fmla="*/ 0 w 886575"/>
              <a:gd name="connsiteY4" fmla="*/ 1135771 h 1138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86575" h="1138150">
                <a:moveTo>
                  <a:pt x="0" y="1135612"/>
                </a:moveTo>
                <a:cubicBezTo>
                  <a:pt x="1268" y="1136564"/>
                  <a:pt x="2537" y="1137199"/>
                  <a:pt x="3646" y="1138150"/>
                </a:cubicBezTo>
                <a:lnTo>
                  <a:pt x="886575" y="2538"/>
                </a:lnTo>
                <a:cubicBezTo>
                  <a:pt x="885307" y="1586"/>
                  <a:pt x="884039" y="952"/>
                  <a:pt x="882929" y="0"/>
                </a:cubicBezTo>
                <a:lnTo>
                  <a:pt x="0" y="1135771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8" name="Freeform 147">
            <a:extLst>
              <a:ext uri="{FF2B5EF4-FFF2-40B4-BE49-F238E27FC236}">
                <a16:creationId xmlns:a16="http://schemas.microsoft.com/office/drawing/2014/main" id="{F1EED6B8-0072-8807-B1C6-3C36BF804BC6}"/>
              </a:ext>
            </a:extLst>
          </p:cNvPr>
          <p:cNvSpPr/>
          <p:nvPr userDrawn="1"/>
        </p:nvSpPr>
        <p:spPr>
          <a:xfrm>
            <a:off x="6417606" y="6422302"/>
            <a:ext cx="308367" cy="47947"/>
          </a:xfrm>
          <a:custGeom>
            <a:avLst/>
            <a:gdLst>
              <a:gd name="connsiteX0" fmla="*/ 952 w 308367"/>
              <a:gd name="connsiteY0" fmla="*/ 55520 h 55677"/>
              <a:gd name="connsiteX1" fmla="*/ 308367 w 308367"/>
              <a:gd name="connsiteY1" fmla="*/ 4283 h 55677"/>
              <a:gd name="connsiteX2" fmla="*/ 307416 w 308367"/>
              <a:gd name="connsiteY2" fmla="*/ 0 h 55677"/>
              <a:gd name="connsiteX3" fmla="*/ 0 w 308367"/>
              <a:gd name="connsiteY3" fmla="*/ 51236 h 55677"/>
              <a:gd name="connsiteX4" fmla="*/ 952 w 308367"/>
              <a:gd name="connsiteY4" fmla="*/ 55678 h 55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08367" h="55677">
                <a:moveTo>
                  <a:pt x="952" y="55520"/>
                </a:moveTo>
                <a:lnTo>
                  <a:pt x="308367" y="4283"/>
                </a:lnTo>
                <a:cubicBezTo>
                  <a:pt x="308051" y="2855"/>
                  <a:pt x="307733" y="1428"/>
                  <a:pt x="307416" y="0"/>
                </a:cubicBezTo>
                <a:lnTo>
                  <a:pt x="0" y="51236"/>
                </a:lnTo>
                <a:cubicBezTo>
                  <a:pt x="317" y="52664"/>
                  <a:pt x="634" y="54091"/>
                  <a:pt x="952" y="55678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9" name="Freeform 148">
            <a:extLst>
              <a:ext uri="{FF2B5EF4-FFF2-40B4-BE49-F238E27FC236}">
                <a16:creationId xmlns:a16="http://schemas.microsoft.com/office/drawing/2014/main" id="{7C9C0AFD-0FEB-F81A-96DC-8A22E0EA8719}"/>
              </a:ext>
            </a:extLst>
          </p:cNvPr>
          <p:cNvSpPr/>
          <p:nvPr userDrawn="1"/>
        </p:nvSpPr>
        <p:spPr>
          <a:xfrm>
            <a:off x="5988904" y="6457199"/>
            <a:ext cx="761642" cy="1090777"/>
          </a:xfrm>
          <a:custGeom>
            <a:avLst/>
            <a:gdLst>
              <a:gd name="connsiteX0" fmla="*/ 715665 w 761642"/>
              <a:gd name="connsiteY0" fmla="*/ 70589 h 1266638"/>
              <a:gd name="connsiteX1" fmla="*/ 0 w 761642"/>
              <a:gd name="connsiteY1" fmla="*/ 1264100 h 1266638"/>
              <a:gd name="connsiteX2" fmla="*/ 3646 w 761642"/>
              <a:gd name="connsiteY2" fmla="*/ 1266638 h 1266638"/>
              <a:gd name="connsiteX3" fmla="*/ 720422 w 761642"/>
              <a:gd name="connsiteY3" fmla="*/ 71223 h 1266638"/>
              <a:gd name="connsiteX4" fmla="*/ 722959 w 761642"/>
              <a:gd name="connsiteY4" fmla="*/ 67099 h 1266638"/>
              <a:gd name="connsiteX5" fmla="*/ 761643 w 761642"/>
              <a:gd name="connsiteY5" fmla="*/ 2538 h 1266638"/>
              <a:gd name="connsiteX6" fmla="*/ 757997 w 761642"/>
              <a:gd name="connsiteY6" fmla="*/ 0 h 1266638"/>
              <a:gd name="connsiteX7" fmla="*/ 718202 w 761642"/>
              <a:gd name="connsiteY7" fmla="*/ 66306 h 1266638"/>
              <a:gd name="connsiteX8" fmla="*/ 715665 w 761642"/>
              <a:gd name="connsiteY8" fmla="*/ 70431 h 1266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61642" h="1266638">
                <a:moveTo>
                  <a:pt x="715665" y="70589"/>
                </a:moveTo>
                <a:lnTo>
                  <a:pt x="0" y="1264100"/>
                </a:lnTo>
                <a:cubicBezTo>
                  <a:pt x="1268" y="1264893"/>
                  <a:pt x="2378" y="1265846"/>
                  <a:pt x="3646" y="1266638"/>
                </a:cubicBezTo>
                <a:lnTo>
                  <a:pt x="720422" y="71223"/>
                </a:lnTo>
                <a:lnTo>
                  <a:pt x="722959" y="67099"/>
                </a:lnTo>
                <a:lnTo>
                  <a:pt x="761643" y="2538"/>
                </a:lnTo>
                <a:cubicBezTo>
                  <a:pt x="760375" y="1745"/>
                  <a:pt x="759265" y="952"/>
                  <a:pt x="757997" y="0"/>
                </a:cubicBezTo>
                <a:lnTo>
                  <a:pt x="718202" y="66306"/>
                </a:lnTo>
                <a:lnTo>
                  <a:pt x="715665" y="70431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0" name="Freeform 149">
            <a:extLst>
              <a:ext uri="{FF2B5EF4-FFF2-40B4-BE49-F238E27FC236}">
                <a16:creationId xmlns:a16="http://schemas.microsoft.com/office/drawing/2014/main" id="{5D927A84-8E63-1BC5-A000-D7D2539774A1}"/>
              </a:ext>
            </a:extLst>
          </p:cNvPr>
          <p:cNvSpPr/>
          <p:nvPr userDrawn="1"/>
        </p:nvSpPr>
        <p:spPr>
          <a:xfrm>
            <a:off x="5931353" y="5573487"/>
            <a:ext cx="808413" cy="696813"/>
          </a:xfrm>
          <a:custGeom>
            <a:avLst/>
            <a:gdLst>
              <a:gd name="connsiteX0" fmla="*/ 803657 w 808413"/>
              <a:gd name="connsiteY0" fmla="*/ 800750 h 809157"/>
              <a:gd name="connsiteX1" fmla="*/ 3171 w 808413"/>
              <a:gd name="connsiteY1" fmla="*/ 0 h 809157"/>
              <a:gd name="connsiteX2" fmla="*/ 0 w 808413"/>
              <a:gd name="connsiteY2" fmla="*/ 3014 h 809157"/>
              <a:gd name="connsiteX3" fmla="*/ 805877 w 808413"/>
              <a:gd name="connsiteY3" fmla="*/ 809158 h 809157"/>
              <a:gd name="connsiteX4" fmla="*/ 808414 w 808413"/>
              <a:gd name="connsiteY4" fmla="*/ 806461 h 809157"/>
              <a:gd name="connsiteX5" fmla="*/ 803499 w 808413"/>
              <a:gd name="connsiteY5" fmla="*/ 800750 h 8091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08413" h="809157">
                <a:moveTo>
                  <a:pt x="803657" y="800750"/>
                </a:moveTo>
                <a:lnTo>
                  <a:pt x="3171" y="0"/>
                </a:lnTo>
                <a:cubicBezTo>
                  <a:pt x="2061" y="1111"/>
                  <a:pt x="1110" y="2062"/>
                  <a:pt x="0" y="3014"/>
                </a:cubicBezTo>
                <a:lnTo>
                  <a:pt x="805877" y="809158"/>
                </a:lnTo>
                <a:cubicBezTo>
                  <a:pt x="806828" y="808205"/>
                  <a:pt x="807621" y="807254"/>
                  <a:pt x="808414" y="806461"/>
                </a:cubicBezTo>
                <a:lnTo>
                  <a:pt x="803499" y="80075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1" name="Freeform 150">
            <a:extLst>
              <a:ext uri="{FF2B5EF4-FFF2-40B4-BE49-F238E27FC236}">
                <a16:creationId xmlns:a16="http://schemas.microsoft.com/office/drawing/2014/main" id="{4982687D-2FB6-11F1-92DB-C7E20C2DEE8B}"/>
              </a:ext>
            </a:extLst>
          </p:cNvPr>
          <p:cNvSpPr/>
          <p:nvPr userDrawn="1"/>
        </p:nvSpPr>
        <p:spPr>
          <a:xfrm>
            <a:off x="6807623" y="6450061"/>
            <a:ext cx="66905" cy="58192"/>
          </a:xfrm>
          <a:custGeom>
            <a:avLst/>
            <a:gdLst>
              <a:gd name="connsiteX0" fmla="*/ 66747 w 66905"/>
              <a:gd name="connsiteY0" fmla="*/ 64878 h 67574"/>
              <a:gd name="connsiteX1" fmla="*/ 58503 w 66905"/>
              <a:gd name="connsiteY1" fmla="*/ 55361 h 67574"/>
              <a:gd name="connsiteX2" fmla="*/ 3012 w 66905"/>
              <a:gd name="connsiteY2" fmla="*/ 0 h 67574"/>
              <a:gd name="connsiteX3" fmla="*/ 0 w 66905"/>
              <a:gd name="connsiteY3" fmla="*/ 3013 h 67574"/>
              <a:gd name="connsiteX4" fmla="*/ 64527 w 66905"/>
              <a:gd name="connsiteY4" fmla="*/ 67575 h 67574"/>
              <a:gd name="connsiteX5" fmla="*/ 66905 w 66905"/>
              <a:gd name="connsiteY5" fmla="*/ 65037 h 675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6905" h="67574">
                <a:moveTo>
                  <a:pt x="66747" y="64878"/>
                </a:moveTo>
                <a:lnTo>
                  <a:pt x="58503" y="55361"/>
                </a:lnTo>
                <a:lnTo>
                  <a:pt x="3012" y="0"/>
                </a:lnTo>
                <a:cubicBezTo>
                  <a:pt x="2061" y="1110"/>
                  <a:pt x="951" y="2062"/>
                  <a:pt x="0" y="3013"/>
                </a:cubicBezTo>
                <a:lnTo>
                  <a:pt x="64527" y="67575"/>
                </a:lnTo>
                <a:cubicBezTo>
                  <a:pt x="65320" y="66623"/>
                  <a:pt x="65954" y="65830"/>
                  <a:pt x="66905" y="65037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2" name="Freeform 151">
            <a:extLst>
              <a:ext uri="{FF2B5EF4-FFF2-40B4-BE49-F238E27FC236}">
                <a16:creationId xmlns:a16="http://schemas.microsoft.com/office/drawing/2014/main" id="{8E2AFFFD-9A75-BA64-FF15-4E7CA5200E42}"/>
              </a:ext>
            </a:extLst>
          </p:cNvPr>
          <p:cNvSpPr/>
          <p:nvPr userDrawn="1"/>
        </p:nvSpPr>
        <p:spPr>
          <a:xfrm>
            <a:off x="5919938" y="3429958"/>
            <a:ext cx="375431" cy="1708907"/>
          </a:xfrm>
          <a:custGeom>
            <a:avLst/>
            <a:gdLst>
              <a:gd name="connsiteX0" fmla="*/ 0 w 375431"/>
              <a:gd name="connsiteY0" fmla="*/ 1980143 h 1984426"/>
              <a:gd name="connsiteX1" fmla="*/ 3805 w 375431"/>
              <a:gd name="connsiteY1" fmla="*/ 1984427 h 1984426"/>
              <a:gd name="connsiteX2" fmla="*/ 375431 w 375431"/>
              <a:gd name="connsiteY2" fmla="*/ 952 h 1984426"/>
              <a:gd name="connsiteX3" fmla="*/ 371151 w 375431"/>
              <a:gd name="connsiteY3" fmla="*/ 0 h 1984426"/>
              <a:gd name="connsiteX4" fmla="*/ 159 w 375431"/>
              <a:gd name="connsiteY4" fmla="*/ 1979985 h 1984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5431" h="1984426">
                <a:moveTo>
                  <a:pt x="0" y="1980143"/>
                </a:moveTo>
                <a:lnTo>
                  <a:pt x="3805" y="1984427"/>
                </a:lnTo>
                <a:lnTo>
                  <a:pt x="375431" y="952"/>
                </a:lnTo>
                <a:cubicBezTo>
                  <a:pt x="374004" y="793"/>
                  <a:pt x="372577" y="476"/>
                  <a:pt x="371151" y="0"/>
                </a:cubicBezTo>
                <a:lnTo>
                  <a:pt x="159" y="197998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3" name="Freeform 152">
            <a:extLst>
              <a:ext uri="{FF2B5EF4-FFF2-40B4-BE49-F238E27FC236}">
                <a16:creationId xmlns:a16="http://schemas.microsoft.com/office/drawing/2014/main" id="{C6D7C5BC-91B2-837C-4351-1A7C11D39FA1}"/>
              </a:ext>
            </a:extLst>
          </p:cNvPr>
          <p:cNvSpPr/>
          <p:nvPr userDrawn="1"/>
        </p:nvSpPr>
        <p:spPr>
          <a:xfrm>
            <a:off x="5904876" y="5420570"/>
            <a:ext cx="16964" cy="61471"/>
          </a:xfrm>
          <a:custGeom>
            <a:avLst/>
            <a:gdLst>
              <a:gd name="connsiteX0" fmla="*/ 13159 w 16964"/>
              <a:gd name="connsiteY0" fmla="*/ 0 h 71382"/>
              <a:gd name="connsiteX1" fmla="*/ 0 w 16964"/>
              <a:gd name="connsiteY1" fmla="*/ 70431 h 71382"/>
              <a:gd name="connsiteX2" fmla="*/ 4439 w 16964"/>
              <a:gd name="connsiteY2" fmla="*/ 71382 h 71382"/>
              <a:gd name="connsiteX3" fmla="*/ 16964 w 16964"/>
              <a:gd name="connsiteY3" fmla="*/ 4283 h 71382"/>
              <a:gd name="connsiteX4" fmla="*/ 13318 w 16964"/>
              <a:gd name="connsiteY4" fmla="*/ 0 h 713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964" h="71382">
                <a:moveTo>
                  <a:pt x="13159" y="0"/>
                </a:moveTo>
                <a:lnTo>
                  <a:pt x="0" y="70431"/>
                </a:lnTo>
                <a:cubicBezTo>
                  <a:pt x="1586" y="70748"/>
                  <a:pt x="3012" y="71065"/>
                  <a:pt x="4439" y="71382"/>
                </a:cubicBezTo>
                <a:lnTo>
                  <a:pt x="16964" y="4283"/>
                </a:lnTo>
                <a:lnTo>
                  <a:pt x="13318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4" name="Freeform 153">
            <a:extLst>
              <a:ext uri="{FF2B5EF4-FFF2-40B4-BE49-F238E27FC236}">
                <a16:creationId xmlns:a16="http://schemas.microsoft.com/office/drawing/2014/main" id="{8F519605-D6A7-ECFF-3F7F-9496A2257199}"/>
              </a:ext>
            </a:extLst>
          </p:cNvPr>
          <p:cNvSpPr/>
          <p:nvPr userDrawn="1"/>
        </p:nvSpPr>
        <p:spPr>
          <a:xfrm>
            <a:off x="5918352" y="5583006"/>
            <a:ext cx="431238" cy="737384"/>
          </a:xfrm>
          <a:custGeom>
            <a:avLst/>
            <a:gdLst>
              <a:gd name="connsiteX0" fmla="*/ 3647 w 431238"/>
              <a:gd name="connsiteY0" fmla="*/ 0 h 856269"/>
              <a:gd name="connsiteX1" fmla="*/ 0 w 431238"/>
              <a:gd name="connsiteY1" fmla="*/ 2538 h 856269"/>
              <a:gd name="connsiteX2" fmla="*/ 393981 w 431238"/>
              <a:gd name="connsiteY2" fmla="*/ 790915 h 856269"/>
              <a:gd name="connsiteX3" fmla="*/ 429653 w 431238"/>
              <a:gd name="connsiteY3" fmla="*/ 856269 h 856269"/>
              <a:gd name="connsiteX4" fmla="*/ 431239 w 431238"/>
              <a:gd name="connsiteY4" fmla="*/ 855159 h 856269"/>
              <a:gd name="connsiteX5" fmla="*/ 3805 w 431238"/>
              <a:gd name="connsiteY5" fmla="*/ 158 h 8562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31238" h="856269">
                <a:moveTo>
                  <a:pt x="3647" y="0"/>
                </a:moveTo>
                <a:cubicBezTo>
                  <a:pt x="2378" y="793"/>
                  <a:pt x="1269" y="1903"/>
                  <a:pt x="0" y="2538"/>
                </a:cubicBezTo>
                <a:lnTo>
                  <a:pt x="393981" y="790915"/>
                </a:lnTo>
                <a:lnTo>
                  <a:pt x="429653" y="856269"/>
                </a:lnTo>
                <a:cubicBezTo>
                  <a:pt x="429653" y="856269"/>
                  <a:pt x="430604" y="855476"/>
                  <a:pt x="431239" y="855159"/>
                </a:cubicBezTo>
                <a:lnTo>
                  <a:pt x="3805" y="158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5" name="Freeform 154">
            <a:extLst>
              <a:ext uri="{FF2B5EF4-FFF2-40B4-BE49-F238E27FC236}">
                <a16:creationId xmlns:a16="http://schemas.microsoft.com/office/drawing/2014/main" id="{61DC2910-B58E-0AE2-6352-52F9A3998ADB}"/>
              </a:ext>
            </a:extLst>
          </p:cNvPr>
          <p:cNvSpPr/>
          <p:nvPr userDrawn="1"/>
        </p:nvSpPr>
        <p:spPr>
          <a:xfrm>
            <a:off x="5897107" y="5589509"/>
            <a:ext cx="5390" cy="45719"/>
          </a:xfrm>
          <a:custGeom>
            <a:avLst/>
            <a:gdLst>
              <a:gd name="connsiteX0" fmla="*/ 793 w 5390"/>
              <a:gd name="connsiteY0" fmla="*/ 476 h 33153"/>
              <a:gd name="connsiteX1" fmla="*/ 0 w 5390"/>
              <a:gd name="connsiteY1" fmla="*/ 476 h 33153"/>
              <a:gd name="connsiteX2" fmla="*/ 793 w 5390"/>
              <a:gd name="connsiteY2" fmla="*/ 24587 h 33153"/>
              <a:gd name="connsiteX3" fmla="*/ 5390 w 5390"/>
              <a:gd name="connsiteY3" fmla="*/ 33153 h 33153"/>
              <a:gd name="connsiteX4" fmla="*/ 4439 w 5390"/>
              <a:gd name="connsiteY4" fmla="*/ 0 h 33153"/>
              <a:gd name="connsiteX5" fmla="*/ 793 w 5390"/>
              <a:gd name="connsiteY5" fmla="*/ 793 h 331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390" h="33153">
                <a:moveTo>
                  <a:pt x="793" y="476"/>
                </a:moveTo>
                <a:cubicBezTo>
                  <a:pt x="793" y="476"/>
                  <a:pt x="317" y="476"/>
                  <a:pt x="0" y="476"/>
                </a:cubicBezTo>
                <a:lnTo>
                  <a:pt x="793" y="24587"/>
                </a:lnTo>
                <a:lnTo>
                  <a:pt x="5390" y="33153"/>
                </a:lnTo>
                <a:lnTo>
                  <a:pt x="4439" y="0"/>
                </a:lnTo>
                <a:cubicBezTo>
                  <a:pt x="3171" y="0"/>
                  <a:pt x="2061" y="793"/>
                  <a:pt x="793" y="793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6" name="Freeform 155">
            <a:extLst>
              <a:ext uri="{FF2B5EF4-FFF2-40B4-BE49-F238E27FC236}">
                <a16:creationId xmlns:a16="http://schemas.microsoft.com/office/drawing/2014/main" id="{EEC195F2-3C36-6C85-6BA3-1CA163C8490C}"/>
              </a:ext>
            </a:extLst>
          </p:cNvPr>
          <p:cNvSpPr/>
          <p:nvPr userDrawn="1"/>
        </p:nvSpPr>
        <p:spPr>
          <a:xfrm>
            <a:off x="5898375" y="5623615"/>
            <a:ext cx="67856" cy="1801388"/>
          </a:xfrm>
          <a:custGeom>
            <a:avLst/>
            <a:gdLst>
              <a:gd name="connsiteX0" fmla="*/ 67698 w 67856"/>
              <a:gd name="connsiteY0" fmla="*/ 2091182 h 2091817"/>
              <a:gd name="connsiteX1" fmla="*/ 4598 w 67856"/>
              <a:gd name="connsiteY1" fmla="*/ 8566 h 2091817"/>
              <a:gd name="connsiteX2" fmla="*/ 0 w 67856"/>
              <a:gd name="connsiteY2" fmla="*/ 0 h 2091817"/>
              <a:gd name="connsiteX3" fmla="*/ 63417 w 67856"/>
              <a:gd name="connsiteY3" fmla="*/ 2091817 h 2091817"/>
              <a:gd name="connsiteX4" fmla="*/ 67064 w 67856"/>
              <a:gd name="connsiteY4" fmla="*/ 2091024 h 2091817"/>
              <a:gd name="connsiteX5" fmla="*/ 67857 w 67856"/>
              <a:gd name="connsiteY5" fmla="*/ 2091024 h 2091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7856" h="2091817">
                <a:moveTo>
                  <a:pt x="67698" y="2091182"/>
                </a:moveTo>
                <a:lnTo>
                  <a:pt x="4598" y="8566"/>
                </a:lnTo>
                <a:lnTo>
                  <a:pt x="0" y="0"/>
                </a:lnTo>
                <a:lnTo>
                  <a:pt x="63417" y="2091817"/>
                </a:lnTo>
                <a:cubicBezTo>
                  <a:pt x="64686" y="2091817"/>
                  <a:pt x="65796" y="2091024"/>
                  <a:pt x="67064" y="2091024"/>
                </a:cubicBezTo>
                <a:lnTo>
                  <a:pt x="67857" y="2091024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7" name="Freeform 156">
            <a:extLst>
              <a:ext uri="{FF2B5EF4-FFF2-40B4-BE49-F238E27FC236}">
                <a16:creationId xmlns:a16="http://schemas.microsoft.com/office/drawing/2014/main" id="{D2FD8AFE-9458-AF87-0622-30C401F5A7DA}"/>
              </a:ext>
            </a:extLst>
          </p:cNvPr>
          <p:cNvSpPr/>
          <p:nvPr userDrawn="1"/>
        </p:nvSpPr>
        <p:spPr>
          <a:xfrm>
            <a:off x="5586520" y="5040818"/>
            <a:ext cx="287280" cy="394784"/>
          </a:xfrm>
          <a:custGeom>
            <a:avLst/>
            <a:gdLst>
              <a:gd name="connsiteX0" fmla="*/ 0 w 287280"/>
              <a:gd name="connsiteY0" fmla="*/ 1745 h 458433"/>
              <a:gd name="connsiteX1" fmla="*/ 12525 w 287280"/>
              <a:gd name="connsiteY1" fmla="*/ 24588 h 458433"/>
              <a:gd name="connsiteX2" fmla="*/ 283476 w 287280"/>
              <a:gd name="connsiteY2" fmla="*/ 458433 h 458433"/>
              <a:gd name="connsiteX3" fmla="*/ 287281 w 287280"/>
              <a:gd name="connsiteY3" fmla="*/ 455895 h 458433"/>
              <a:gd name="connsiteX4" fmla="*/ 2537 w 287280"/>
              <a:gd name="connsiteY4" fmla="*/ 0 h 458433"/>
              <a:gd name="connsiteX5" fmla="*/ 159 w 287280"/>
              <a:gd name="connsiteY5" fmla="*/ 1745 h 458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87280" h="458433">
                <a:moveTo>
                  <a:pt x="0" y="1745"/>
                </a:moveTo>
                <a:lnTo>
                  <a:pt x="12525" y="24588"/>
                </a:lnTo>
                <a:lnTo>
                  <a:pt x="283476" y="458433"/>
                </a:lnTo>
                <a:cubicBezTo>
                  <a:pt x="284744" y="457640"/>
                  <a:pt x="285854" y="456688"/>
                  <a:pt x="287281" y="455895"/>
                </a:cubicBezTo>
                <a:lnTo>
                  <a:pt x="2537" y="0"/>
                </a:lnTo>
                <a:cubicBezTo>
                  <a:pt x="1744" y="635"/>
                  <a:pt x="951" y="1111"/>
                  <a:pt x="159" y="1745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8" name="Freeform 157">
            <a:extLst>
              <a:ext uri="{FF2B5EF4-FFF2-40B4-BE49-F238E27FC236}">
                <a16:creationId xmlns:a16="http://schemas.microsoft.com/office/drawing/2014/main" id="{DA9E1A1F-611D-C081-5B12-10199C499FC5}"/>
              </a:ext>
            </a:extLst>
          </p:cNvPr>
          <p:cNvSpPr/>
          <p:nvPr userDrawn="1"/>
        </p:nvSpPr>
        <p:spPr>
          <a:xfrm>
            <a:off x="5591435" y="5039073"/>
            <a:ext cx="156641" cy="157640"/>
          </a:xfrm>
          <a:custGeom>
            <a:avLst/>
            <a:gdLst>
              <a:gd name="connsiteX0" fmla="*/ 153470 w 156641"/>
              <a:gd name="connsiteY0" fmla="*/ 176235 h 183055"/>
              <a:gd name="connsiteX1" fmla="*/ 317 w 156641"/>
              <a:gd name="connsiteY1" fmla="*/ 0 h 183055"/>
              <a:gd name="connsiteX2" fmla="*/ 0 w 156641"/>
              <a:gd name="connsiteY2" fmla="*/ 159 h 183055"/>
              <a:gd name="connsiteX3" fmla="*/ 156641 w 156641"/>
              <a:gd name="connsiteY3" fmla="*/ 183056 h 183055"/>
              <a:gd name="connsiteX4" fmla="*/ 153470 w 156641"/>
              <a:gd name="connsiteY4" fmla="*/ 176235 h 1830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6641" h="183055">
                <a:moveTo>
                  <a:pt x="153470" y="176235"/>
                </a:moveTo>
                <a:lnTo>
                  <a:pt x="317" y="0"/>
                </a:lnTo>
                <a:lnTo>
                  <a:pt x="0" y="159"/>
                </a:lnTo>
                <a:lnTo>
                  <a:pt x="156641" y="183056"/>
                </a:lnTo>
                <a:lnTo>
                  <a:pt x="153470" y="17623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9" name="Freeform 158">
            <a:extLst>
              <a:ext uri="{FF2B5EF4-FFF2-40B4-BE49-F238E27FC236}">
                <a16:creationId xmlns:a16="http://schemas.microsoft.com/office/drawing/2014/main" id="{649B0C27-6498-70B1-2C3B-DD265CCF12E7}"/>
              </a:ext>
            </a:extLst>
          </p:cNvPr>
          <p:cNvSpPr/>
          <p:nvPr userDrawn="1"/>
        </p:nvSpPr>
        <p:spPr>
          <a:xfrm>
            <a:off x="5755528" y="5227363"/>
            <a:ext cx="988043" cy="992559"/>
          </a:xfrm>
          <a:custGeom>
            <a:avLst/>
            <a:gdLst>
              <a:gd name="connsiteX0" fmla="*/ 162507 w 988043"/>
              <a:gd name="connsiteY0" fmla="*/ 193208 h 1152585"/>
              <a:gd name="connsiteX1" fmla="*/ 166153 w 988043"/>
              <a:gd name="connsiteY1" fmla="*/ 197491 h 1152585"/>
              <a:gd name="connsiteX2" fmla="*/ 979482 w 988043"/>
              <a:gd name="connsiteY2" fmla="*/ 1146875 h 1152585"/>
              <a:gd name="connsiteX3" fmla="*/ 984397 w 988043"/>
              <a:gd name="connsiteY3" fmla="*/ 1152585 h 1152585"/>
              <a:gd name="connsiteX4" fmla="*/ 988044 w 988043"/>
              <a:gd name="connsiteY4" fmla="*/ 1150047 h 1152585"/>
              <a:gd name="connsiteX5" fmla="*/ 205155 w 988043"/>
              <a:gd name="connsiteY5" fmla="*/ 236037 h 1152585"/>
              <a:gd name="connsiteX6" fmla="*/ 0 w 988043"/>
              <a:gd name="connsiteY6" fmla="*/ 0 h 1152585"/>
              <a:gd name="connsiteX7" fmla="*/ 3329 w 988043"/>
              <a:gd name="connsiteY7" fmla="*/ 7138 h 1152585"/>
              <a:gd name="connsiteX8" fmla="*/ 162665 w 988043"/>
              <a:gd name="connsiteY8" fmla="*/ 193050 h 11525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88043" h="1152585">
                <a:moveTo>
                  <a:pt x="162507" y="193208"/>
                </a:moveTo>
                <a:lnTo>
                  <a:pt x="166153" y="197491"/>
                </a:lnTo>
                <a:lnTo>
                  <a:pt x="979482" y="1146875"/>
                </a:lnTo>
                <a:lnTo>
                  <a:pt x="984397" y="1152585"/>
                </a:lnTo>
                <a:cubicBezTo>
                  <a:pt x="985507" y="1151475"/>
                  <a:pt x="986934" y="1150999"/>
                  <a:pt x="988044" y="1150047"/>
                </a:cubicBezTo>
                <a:lnTo>
                  <a:pt x="205155" y="236037"/>
                </a:lnTo>
                <a:lnTo>
                  <a:pt x="0" y="0"/>
                </a:lnTo>
                <a:lnTo>
                  <a:pt x="3329" y="7138"/>
                </a:lnTo>
                <a:lnTo>
                  <a:pt x="162665" y="19305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0" name="Freeform 159">
            <a:extLst>
              <a:ext uri="{FF2B5EF4-FFF2-40B4-BE49-F238E27FC236}">
                <a16:creationId xmlns:a16="http://schemas.microsoft.com/office/drawing/2014/main" id="{E65BDED9-69B1-0C2D-8392-B346418B9513}"/>
              </a:ext>
            </a:extLst>
          </p:cNvPr>
          <p:cNvSpPr/>
          <p:nvPr userDrawn="1"/>
        </p:nvSpPr>
        <p:spPr>
          <a:xfrm>
            <a:off x="5748711" y="5213245"/>
            <a:ext cx="1005799" cy="998433"/>
          </a:xfrm>
          <a:custGeom>
            <a:avLst/>
            <a:gdLst>
              <a:gd name="connsiteX0" fmla="*/ 158 w 1005799"/>
              <a:gd name="connsiteY0" fmla="*/ 0 h 1159406"/>
              <a:gd name="connsiteX1" fmla="*/ 6817 w 1005799"/>
              <a:gd name="connsiteY1" fmla="*/ 14276 h 1159406"/>
              <a:gd name="connsiteX2" fmla="*/ 211973 w 1005799"/>
              <a:gd name="connsiteY2" fmla="*/ 250314 h 1159406"/>
              <a:gd name="connsiteX3" fmla="*/ 1002154 w 1005799"/>
              <a:gd name="connsiteY3" fmla="*/ 1159406 h 1159406"/>
              <a:gd name="connsiteX4" fmla="*/ 1005800 w 1005799"/>
              <a:gd name="connsiteY4" fmla="*/ 1156868 h 1159406"/>
              <a:gd name="connsiteX5" fmla="*/ 175032 w 1005799"/>
              <a:gd name="connsiteY5" fmla="*/ 201139 h 1159406"/>
              <a:gd name="connsiteX6" fmla="*/ 171227 w 1005799"/>
              <a:gd name="connsiteY6" fmla="*/ 196856 h 1159406"/>
              <a:gd name="connsiteX7" fmla="*/ 0 w 1005799"/>
              <a:gd name="connsiteY7" fmla="*/ 0 h 11594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05799" h="1159406">
                <a:moveTo>
                  <a:pt x="158" y="0"/>
                </a:moveTo>
                <a:lnTo>
                  <a:pt x="6817" y="14276"/>
                </a:lnTo>
                <a:lnTo>
                  <a:pt x="211973" y="250314"/>
                </a:lnTo>
                <a:lnTo>
                  <a:pt x="1002154" y="1159406"/>
                </a:lnTo>
                <a:cubicBezTo>
                  <a:pt x="1003422" y="1158613"/>
                  <a:pt x="1004373" y="1157503"/>
                  <a:pt x="1005800" y="1156868"/>
                </a:cubicBezTo>
                <a:lnTo>
                  <a:pt x="175032" y="201139"/>
                </a:lnTo>
                <a:lnTo>
                  <a:pt x="171227" y="196856"/>
                </a:lnTo>
                <a:lnTo>
                  <a:pt x="0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1" name="Freeform 160">
            <a:extLst>
              <a:ext uri="{FF2B5EF4-FFF2-40B4-BE49-F238E27FC236}">
                <a16:creationId xmlns:a16="http://schemas.microsoft.com/office/drawing/2014/main" id="{2D7BFE6C-CBB0-97D2-C173-217340715C78}"/>
              </a:ext>
            </a:extLst>
          </p:cNvPr>
          <p:cNvSpPr/>
          <p:nvPr userDrawn="1"/>
        </p:nvSpPr>
        <p:spPr>
          <a:xfrm>
            <a:off x="6813806" y="6441338"/>
            <a:ext cx="64209" cy="63384"/>
          </a:xfrm>
          <a:custGeom>
            <a:avLst/>
            <a:gdLst>
              <a:gd name="connsiteX0" fmla="*/ 52319 w 64209"/>
              <a:gd name="connsiteY0" fmla="*/ 64086 h 73603"/>
              <a:gd name="connsiteX1" fmla="*/ 60564 w 64209"/>
              <a:gd name="connsiteY1" fmla="*/ 73603 h 73603"/>
              <a:gd name="connsiteX2" fmla="*/ 64210 w 64209"/>
              <a:gd name="connsiteY2" fmla="*/ 71065 h 73603"/>
              <a:gd name="connsiteX3" fmla="*/ 2537 w 64209"/>
              <a:gd name="connsiteY3" fmla="*/ 0 h 73603"/>
              <a:gd name="connsiteX4" fmla="*/ 0 w 64209"/>
              <a:gd name="connsiteY4" fmla="*/ 3807 h 73603"/>
              <a:gd name="connsiteX5" fmla="*/ 52319 w 64209"/>
              <a:gd name="connsiteY5" fmla="*/ 63927 h 736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4209" h="73603">
                <a:moveTo>
                  <a:pt x="52319" y="64086"/>
                </a:moveTo>
                <a:lnTo>
                  <a:pt x="60564" y="73603"/>
                </a:lnTo>
                <a:cubicBezTo>
                  <a:pt x="61673" y="72652"/>
                  <a:pt x="63100" y="72017"/>
                  <a:pt x="64210" y="71065"/>
                </a:cubicBezTo>
                <a:lnTo>
                  <a:pt x="2537" y="0"/>
                </a:lnTo>
                <a:cubicBezTo>
                  <a:pt x="1744" y="1269"/>
                  <a:pt x="951" y="2538"/>
                  <a:pt x="0" y="3807"/>
                </a:cubicBezTo>
                <a:lnTo>
                  <a:pt x="52319" y="63927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2" name="Freeform 161">
            <a:extLst>
              <a:ext uri="{FF2B5EF4-FFF2-40B4-BE49-F238E27FC236}">
                <a16:creationId xmlns:a16="http://schemas.microsoft.com/office/drawing/2014/main" id="{33A41CC0-E93E-D8B2-1DA8-9F5421D38286}"/>
              </a:ext>
            </a:extLst>
          </p:cNvPr>
          <p:cNvSpPr/>
          <p:nvPr userDrawn="1"/>
        </p:nvSpPr>
        <p:spPr>
          <a:xfrm>
            <a:off x="5591594" y="5036534"/>
            <a:ext cx="153311" cy="153951"/>
          </a:xfrm>
          <a:custGeom>
            <a:avLst/>
            <a:gdLst>
              <a:gd name="connsiteX0" fmla="*/ 146653 w 153311"/>
              <a:gd name="connsiteY0" fmla="*/ 164496 h 178772"/>
              <a:gd name="connsiteX1" fmla="*/ 3646 w 153311"/>
              <a:gd name="connsiteY1" fmla="*/ 0 h 178772"/>
              <a:gd name="connsiteX2" fmla="*/ 0 w 153311"/>
              <a:gd name="connsiteY2" fmla="*/ 2379 h 178772"/>
              <a:gd name="connsiteX3" fmla="*/ 153311 w 153311"/>
              <a:gd name="connsiteY3" fmla="*/ 178773 h 178772"/>
              <a:gd name="connsiteX4" fmla="*/ 146653 w 153311"/>
              <a:gd name="connsiteY4" fmla="*/ 164496 h 1787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3311" h="178772">
                <a:moveTo>
                  <a:pt x="146653" y="164496"/>
                </a:moveTo>
                <a:lnTo>
                  <a:pt x="3646" y="0"/>
                </a:lnTo>
                <a:cubicBezTo>
                  <a:pt x="2537" y="952"/>
                  <a:pt x="1109" y="1586"/>
                  <a:pt x="0" y="2379"/>
                </a:cubicBezTo>
                <a:lnTo>
                  <a:pt x="153311" y="178773"/>
                </a:lnTo>
                <a:lnTo>
                  <a:pt x="146653" y="164496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3" name="Freeform 162">
            <a:extLst>
              <a:ext uri="{FF2B5EF4-FFF2-40B4-BE49-F238E27FC236}">
                <a16:creationId xmlns:a16="http://schemas.microsoft.com/office/drawing/2014/main" id="{C41720A4-5AE7-6EE2-EE0C-AADAD7A9EBCD}"/>
              </a:ext>
            </a:extLst>
          </p:cNvPr>
          <p:cNvSpPr/>
          <p:nvPr userDrawn="1"/>
        </p:nvSpPr>
        <p:spPr>
          <a:xfrm>
            <a:off x="5579861" y="4906301"/>
            <a:ext cx="24257" cy="45719"/>
          </a:xfrm>
          <a:custGeom>
            <a:avLst/>
            <a:gdLst>
              <a:gd name="connsiteX0" fmla="*/ 21720 w 24257"/>
              <a:gd name="connsiteY0" fmla="*/ 158 h 49967"/>
              <a:gd name="connsiteX1" fmla="*/ 0 w 24257"/>
              <a:gd name="connsiteY1" fmla="*/ 47746 h 49967"/>
              <a:gd name="connsiteX2" fmla="*/ 3805 w 24257"/>
              <a:gd name="connsiteY2" fmla="*/ 49967 h 49967"/>
              <a:gd name="connsiteX3" fmla="*/ 24257 w 24257"/>
              <a:gd name="connsiteY3" fmla="*/ 5393 h 49967"/>
              <a:gd name="connsiteX4" fmla="*/ 21720 w 24257"/>
              <a:gd name="connsiteY4" fmla="*/ 0 h 49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257" h="49967">
                <a:moveTo>
                  <a:pt x="21720" y="158"/>
                </a:moveTo>
                <a:lnTo>
                  <a:pt x="0" y="47746"/>
                </a:lnTo>
                <a:cubicBezTo>
                  <a:pt x="1427" y="48381"/>
                  <a:pt x="2537" y="49333"/>
                  <a:pt x="3805" y="49967"/>
                </a:cubicBezTo>
                <a:lnTo>
                  <a:pt x="24257" y="5393"/>
                </a:lnTo>
                <a:lnTo>
                  <a:pt x="21720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4" name="Freeform 163">
            <a:extLst>
              <a:ext uri="{FF2B5EF4-FFF2-40B4-BE49-F238E27FC236}">
                <a16:creationId xmlns:a16="http://schemas.microsoft.com/office/drawing/2014/main" id="{C5314E92-1454-5AB6-5278-A03F93FEA15C}"/>
              </a:ext>
            </a:extLst>
          </p:cNvPr>
          <p:cNvSpPr/>
          <p:nvPr userDrawn="1"/>
        </p:nvSpPr>
        <p:spPr>
          <a:xfrm>
            <a:off x="5604119" y="3426152"/>
            <a:ext cx="679359" cy="1274782"/>
          </a:xfrm>
          <a:custGeom>
            <a:avLst/>
            <a:gdLst>
              <a:gd name="connsiteX0" fmla="*/ 2379 w 679359"/>
              <a:gd name="connsiteY0" fmla="*/ 1480309 h 1480309"/>
              <a:gd name="connsiteX1" fmla="*/ 679359 w 679359"/>
              <a:gd name="connsiteY1" fmla="*/ 2380 h 1480309"/>
              <a:gd name="connsiteX2" fmla="*/ 675554 w 679359"/>
              <a:gd name="connsiteY2" fmla="*/ 0 h 1480309"/>
              <a:gd name="connsiteX3" fmla="*/ 0 w 679359"/>
              <a:gd name="connsiteY3" fmla="*/ 1474916 h 1480309"/>
              <a:gd name="connsiteX4" fmla="*/ 2537 w 679359"/>
              <a:gd name="connsiteY4" fmla="*/ 1480309 h 14803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9359" h="1480309">
                <a:moveTo>
                  <a:pt x="2379" y="1480309"/>
                </a:moveTo>
                <a:lnTo>
                  <a:pt x="679359" y="2380"/>
                </a:lnTo>
                <a:cubicBezTo>
                  <a:pt x="677932" y="1745"/>
                  <a:pt x="676823" y="793"/>
                  <a:pt x="675554" y="0"/>
                </a:cubicBezTo>
                <a:lnTo>
                  <a:pt x="0" y="1474916"/>
                </a:lnTo>
                <a:lnTo>
                  <a:pt x="2537" y="1480309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5" name="Freeform 164">
            <a:extLst>
              <a:ext uri="{FF2B5EF4-FFF2-40B4-BE49-F238E27FC236}">
                <a16:creationId xmlns:a16="http://schemas.microsoft.com/office/drawing/2014/main" id="{59CC8D6A-7376-5FEB-CE41-2DA341D25711}"/>
              </a:ext>
            </a:extLst>
          </p:cNvPr>
          <p:cNvSpPr/>
          <p:nvPr userDrawn="1"/>
        </p:nvSpPr>
        <p:spPr>
          <a:xfrm>
            <a:off x="5877289" y="5585067"/>
            <a:ext cx="470557" cy="737521"/>
          </a:xfrm>
          <a:custGeom>
            <a:avLst/>
            <a:gdLst>
              <a:gd name="connsiteX0" fmla="*/ 466911 w 470557"/>
              <a:gd name="connsiteY0" fmla="*/ 856429 h 856428"/>
              <a:gd name="connsiteX1" fmla="*/ 470557 w 470557"/>
              <a:gd name="connsiteY1" fmla="*/ 853891 h 856428"/>
              <a:gd name="connsiteX2" fmla="*/ 434885 w 470557"/>
              <a:gd name="connsiteY2" fmla="*/ 788536 h 856428"/>
              <a:gd name="connsiteX3" fmla="*/ 25208 w 470557"/>
              <a:gd name="connsiteY3" fmla="*/ 37119 h 856428"/>
              <a:gd name="connsiteX4" fmla="*/ 20610 w 470557"/>
              <a:gd name="connsiteY4" fmla="*/ 28553 h 856428"/>
              <a:gd name="connsiteX5" fmla="*/ 6025 w 470557"/>
              <a:gd name="connsiteY5" fmla="*/ 1745 h 856428"/>
              <a:gd name="connsiteX6" fmla="*/ 0 w 470557"/>
              <a:gd name="connsiteY6" fmla="*/ 0 h 856428"/>
              <a:gd name="connsiteX7" fmla="*/ 20928 w 470557"/>
              <a:gd name="connsiteY7" fmla="*/ 38388 h 856428"/>
              <a:gd name="connsiteX8" fmla="*/ 25525 w 470557"/>
              <a:gd name="connsiteY8" fmla="*/ 46954 h 856428"/>
              <a:gd name="connsiteX9" fmla="*/ 466911 w 470557"/>
              <a:gd name="connsiteY9" fmla="*/ 856429 h 856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70557" h="856428">
                <a:moveTo>
                  <a:pt x="466911" y="856429"/>
                </a:moveTo>
                <a:cubicBezTo>
                  <a:pt x="468179" y="855635"/>
                  <a:pt x="469289" y="854525"/>
                  <a:pt x="470557" y="853891"/>
                </a:cubicBezTo>
                <a:lnTo>
                  <a:pt x="434885" y="788536"/>
                </a:lnTo>
                <a:lnTo>
                  <a:pt x="25208" y="37119"/>
                </a:lnTo>
                <a:lnTo>
                  <a:pt x="20610" y="28553"/>
                </a:lnTo>
                <a:lnTo>
                  <a:pt x="6025" y="1745"/>
                </a:lnTo>
                <a:cubicBezTo>
                  <a:pt x="3964" y="1111"/>
                  <a:pt x="1902" y="793"/>
                  <a:pt x="0" y="0"/>
                </a:cubicBezTo>
                <a:lnTo>
                  <a:pt x="20928" y="38388"/>
                </a:lnTo>
                <a:lnTo>
                  <a:pt x="25525" y="46954"/>
                </a:lnTo>
                <a:lnTo>
                  <a:pt x="466911" y="856429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6" name="Freeform 165">
            <a:extLst>
              <a:ext uri="{FF2B5EF4-FFF2-40B4-BE49-F238E27FC236}">
                <a16:creationId xmlns:a16="http://schemas.microsoft.com/office/drawing/2014/main" id="{767A9D49-C648-39E5-F2E8-36FB557DF6B8}"/>
              </a:ext>
            </a:extLst>
          </p:cNvPr>
          <p:cNvSpPr/>
          <p:nvPr userDrawn="1"/>
        </p:nvSpPr>
        <p:spPr>
          <a:xfrm>
            <a:off x="5582874" y="5042562"/>
            <a:ext cx="267780" cy="422786"/>
          </a:xfrm>
          <a:custGeom>
            <a:avLst/>
            <a:gdLst>
              <a:gd name="connsiteX0" fmla="*/ 16172 w 267780"/>
              <a:gd name="connsiteY0" fmla="*/ 22842 h 490950"/>
              <a:gd name="connsiteX1" fmla="*/ 3647 w 267780"/>
              <a:gd name="connsiteY1" fmla="*/ 0 h 490950"/>
              <a:gd name="connsiteX2" fmla="*/ 0 w 267780"/>
              <a:gd name="connsiteY2" fmla="*/ 2538 h 490950"/>
              <a:gd name="connsiteX3" fmla="*/ 266353 w 267780"/>
              <a:gd name="connsiteY3" fmla="*/ 490951 h 490950"/>
              <a:gd name="connsiteX4" fmla="*/ 267780 w 267780"/>
              <a:gd name="connsiteY4" fmla="*/ 484289 h 490950"/>
              <a:gd name="connsiteX5" fmla="*/ 16330 w 267780"/>
              <a:gd name="connsiteY5" fmla="*/ 23001 h 490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67780" h="490950">
                <a:moveTo>
                  <a:pt x="16172" y="22842"/>
                </a:moveTo>
                <a:lnTo>
                  <a:pt x="3647" y="0"/>
                </a:lnTo>
                <a:cubicBezTo>
                  <a:pt x="2378" y="793"/>
                  <a:pt x="1269" y="1903"/>
                  <a:pt x="0" y="2538"/>
                </a:cubicBezTo>
                <a:lnTo>
                  <a:pt x="266353" y="490951"/>
                </a:lnTo>
                <a:cubicBezTo>
                  <a:pt x="266670" y="488572"/>
                  <a:pt x="267146" y="486351"/>
                  <a:pt x="267780" y="484289"/>
                </a:cubicBezTo>
                <a:lnTo>
                  <a:pt x="16330" y="23001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7" name="Freeform 166">
            <a:extLst>
              <a:ext uri="{FF2B5EF4-FFF2-40B4-BE49-F238E27FC236}">
                <a16:creationId xmlns:a16="http://schemas.microsoft.com/office/drawing/2014/main" id="{3E25220B-7DC2-EA42-66E9-FA3CD50C1BC2}"/>
              </a:ext>
            </a:extLst>
          </p:cNvPr>
          <p:cNvSpPr/>
          <p:nvPr userDrawn="1"/>
        </p:nvSpPr>
        <p:spPr>
          <a:xfrm>
            <a:off x="5038118" y="3698039"/>
            <a:ext cx="506229" cy="1082308"/>
          </a:xfrm>
          <a:custGeom>
            <a:avLst/>
            <a:gdLst>
              <a:gd name="connsiteX0" fmla="*/ 505754 w 506229"/>
              <a:gd name="connsiteY0" fmla="*/ 1253473 h 1256803"/>
              <a:gd name="connsiteX1" fmla="*/ 16330 w 506229"/>
              <a:gd name="connsiteY1" fmla="*/ 29346 h 1256803"/>
              <a:gd name="connsiteX2" fmla="*/ 2695 w 506229"/>
              <a:gd name="connsiteY2" fmla="*/ 0 h 1256803"/>
              <a:gd name="connsiteX3" fmla="*/ 0 w 506229"/>
              <a:gd name="connsiteY3" fmla="*/ 635 h 1256803"/>
              <a:gd name="connsiteX4" fmla="*/ 502107 w 506229"/>
              <a:gd name="connsiteY4" fmla="*/ 1256804 h 1256803"/>
              <a:gd name="connsiteX5" fmla="*/ 506229 w 506229"/>
              <a:gd name="connsiteY5" fmla="*/ 1255534 h 1256803"/>
              <a:gd name="connsiteX6" fmla="*/ 505595 w 506229"/>
              <a:gd name="connsiteY6" fmla="*/ 1253473 h 12568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06229" h="1256803">
                <a:moveTo>
                  <a:pt x="505754" y="1253473"/>
                </a:moveTo>
                <a:lnTo>
                  <a:pt x="16330" y="29346"/>
                </a:lnTo>
                <a:lnTo>
                  <a:pt x="2695" y="0"/>
                </a:lnTo>
                <a:cubicBezTo>
                  <a:pt x="1902" y="317"/>
                  <a:pt x="793" y="317"/>
                  <a:pt x="0" y="635"/>
                </a:cubicBezTo>
                <a:lnTo>
                  <a:pt x="502107" y="1256804"/>
                </a:lnTo>
                <a:cubicBezTo>
                  <a:pt x="503376" y="1256169"/>
                  <a:pt x="504803" y="1256010"/>
                  <a:pt x="506229" y="1255534"/>
                </a:cubicBezTo>
                <a:lnTo>
                  <a:pt x="505595" y="1253473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8" name="Freeform 167">
            <a:extLst>
              <a:ext uri="{FF2B5EF4-FFF2-40B4-BE49-F238E27FC236}">
                <a16:creationId xmlns:a16="http://schemas.microsoft.com/office/drawing/2014/main" id="{98B0E522-2DA4-A787-DD97-4D4BE758B916}"/>
              </a:ext>
            </a:extLst>
          </p:cNvPr>
          <p:cNvSpPr/>
          <p:nvPr userDrawn="1"/>
        </p:nvSpPr>
        <p:spPr>
          <a:xfrm>
            <a:off x="5040972" y="3695976"/>
            <a:ext cx="355296" cy="661296"/>
          </a:xfrm>
          <a:custGeom>
            <a:avLst/>
            <a:gdLst>
              <a:gd name="connsiteX0" fmla="*/ 345942 w 355296"/>
              <a:gd name="connsiteY0" fmla="*/ 737299 h 767914"/>
              <a:gd name="connsiteX1" fmla="*/ 3805 w 355296"/>
              <a:gd name="connsiteY1" fmla="*/ 0 h 767914"/>
              <a:gd name="connsiteX2" fmla="*/ 0 w 355296"/>
              <a:gd name="connsiteY2" fmla="*/ 2379 h 767914"/>
              <a:gd name="connsiteX3" fmla="*/ 13635 w 355296"/>
              <a:gd name="connsiteY3" fmla="*/ 31725 h 767914"/>
              <a:gd name="connsiteX4" fmla="*/ 355296 w 355296"/>
              <a:gd name="connsiteY4" fmla="*/ 767914 h 767914"/>
              <a:gd name="connsiteX5" fmla="*/ 346100 w 355296"/>
              <a:gd name="connsiteY5" fmla="*/ 737458 h 7679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55296" h="767914">
                <a:moveTo>
                  <a:pt x="345942" y="737299"/>
                </a:moveTo>
                <a:lnTo>
                  <a:pt x="3805" y="0"/>
                </a:lnTo>
                <a:cubicBezTo>
                  <a:pt x="2378" y="793"/>
                  <a:pt x="1427" y="1745"/>
                  <a:pt x="0" y="2379"/>
                </a:cubicBezTo>
                <a:lnTo>
                  <a:pt x="13635" y="31725"/>
                </a:lnTo>
                <a:lnTo>
                  <a:pt x="355296" y="767914"/>
                </a:lnTo>
                <a:lnTo>
                  <a:pt x="346100" y="737458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9" name="Freeform 168">
            <a:extLst>
              <a:ext uri="{FF2B5EF4-FFF2-40B4-BE49-F238E27FC236}">
                <a16:creationId xmlns:a16="http://schemas.microsoft.com/office/drawing/2014/main" id="{8D58AF14-1E6D-0B28-B919-5604305DB99E}"/>
              </a:ext>
            </a:extLst>
          </p:cNvPr>
          <p:cNvSpPr/>
          <p:nvPr userDrawn="1"/>
        </p:nvSpPr>
        <p:spPr>
          <a:xfrm>
            <a:off x="5400232" y="4462303"/>
            <a:ext cx="478643" cy="890380"/>
          </a:xfrm>
          <a:custGeom>
            <a:avLst/>
            <a:gdLst>
              <a:gd name="connsiteX0" fmla="*/ 203729 w 478643"/>
              <a:gd name="connsiteY0" fmla="*/ 438922 h 1033932"/>
              <a:gd name="connsiteX1" fmla="*/ 0 w 478643"/>
              <a:gd name="connsiteY1" fmla="*/ 0 h 1033932"/>
              <a:gd name="connsiteX2" fmla="*/ 9195 w 478643"/>
              <a:gd name="connsiteY2" fmla="*/ 30457 h 1033932"/>
              <a:gd name="connsiteX3" fmla="*/ 201192 w 478643"/>
              <a:gd name="connsiteY3" fmla="*/ 444315 h 1033932"/>
              <a:gd name="connsiteX4" fmla="*/ 203729 w 478643"/>
              <a:gd name="connsiteY4" fmla="*/ 449708 h 1033932"/>
              <a:gd name="connsiteX5" fmla="*/ 338015 w 478643"/>
              <a:gd name="connsiteY5" fmla="*/ 739045 h 1033932"/>
              <a:gd name="connsiteX6" fmla="*/ 344674 w 478643"/>
              <a:gd name="connsiteY6" fmla="*/ 753321 h 1033932"/>
              <a:gd name="connsiteX7" fmla="*/ 347845 w 478643"/>
              <a:gd name="connsiteY7" fmla="*/ 760142 h 1033932"/>
              <a:gd name="connsiteX8" fmla="*/ 474838 w 478643"/>
              <a:gd name="connsiteY8" fmla="*/ 1033933 h 1033932"/>
              <a:gd name="connsiteX9" fmla="*/ 478643 w 478643"/>
              <a:gd name="connsiteY9" fmla="*/ 1031553 h 1033932"/>
              <a:gd name="connsiteX10" fmla="*/ 358467 w 478643"/>
              <a:gd name="connsiteY10" fmla="*/ 772674 h 1033932"/>
              <a:gd name="connsiteX11" fmla="*/ 355138 w 478643"/>
              <a:gd name="connsiteY11" fmla="*/ 765535 h 1033932"/>
              <a:gd name="connsiteX12" fmla="*/ 348479 w 478643"/>
              <a:gd name="connsiteY12" fmla="*/ 751259 h 1033932"/>
              <a:gd name="connsiteX13" fmla="*/ 206107 w 478643"/>
              <a:gd name="connsiteY13" fmla="*/ 444474 h 1033932"/>
              <a:gd name="connsiteX14" fmla="*/ 203570 w 478643"/>
              <a:gd name="connsiteY14" fmla="*/ 439081 h 1033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478643" h="1033932">
                <a:moveTo>
                  <a:pt x="203729" y="438922"/>
                </a:moveTo>
                <a:lnTo>
                  <a:pt x="0" y="0"/>
                </a:lnTo>
                <a:lnTo>
                  <a:pt x="9195" y="30457"/>
                </a:lnTo>
                <a:lnTo>
                  <a:pt x="201192" y="444315"/>
                </a:lnTo>
                <a:lnTo>
                  <a:pt x="203729" y="449708"/>
                </a:lnTo>
                <a:lnTo>
                  <a:pt x="338015" y="739045"/>
                </a:lnTo>
                <a:lnTo>
                  <a:pt x="344674" y="753321"/>
                </a:lnTo>
                <a:lnTo>
                  <a:pt x="347845" y="760142"/>
                </a:lnTo>
                <a:lnTo>
                  <a:pt x="474838" y="1033933"/>
                </a:lnTo>
                <a:cubicBezTo>
                  <a:pt x="476265" y="1033139"/>
                  <a:pt x="477216" y="1032187"/>
                  <a:pt x="478643" y="1031553"/>
                </a:cubicBezTo>
                <a:lnTo>
                  <a:pt x="358467" y="772674"/>
                </a:lnTo>
                <a:lnTo>
                  <a:pt x="355138" y="765535"/>
                </a:lnTo>
                <a:lnTo>
                  <a:pt x="348479" y="751259"/>
                </a:lnTo>
                <a:lnTo>
                  <a:pt x="206107" y="444474"/>
                </a:lnTo>
                <a:lnTo>
                  <a:pt x="203570" y="439081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70" name="Freeform 169">
            <a:extLst>
              <a:ext uri="{FF2B5EF4-FFF2-40B4-BE49-F238E27FC236}">
                <a16:creationId xmlns:a16="http://schemas.microsoft.com/office/drawing/2014/main" id="{651EC06F-8804-19D2-AE2A-B43657B7C0B0}"/>
              </a:ext>
            </a:extLst>
          </p:cNvPr>
          <p:cNvSpPr/>
          <p:nvPr userDrawn="1"/>
        </p:nvSpPr>
        <p:spPr>
          <a:xfrm>
            <a:off x="5146245" y="3390142"/>
            <a:ext cx="1108377" cy="204494"/>
          </a:xfrm>
          <a:custGeom>
            <a:avLst/>
            <a:gdLst>
              <a:gd name="connsiteX0" fmla="*/ 1268 w 1108377"/>
              <a:gd name="connsiteY0" fmla="*/ 237465 h 237464"/>
              <a:gd name="connsiteX1" fmla="*/ 1108378 w 1108377"/>
              <a:gd name="connsiteY1" fmla="*/ 4283 h 237464"/>
              <a:gd name="connsiteX2" fmla="*/ 1107426 w 1108377"/>
              <a:gd name="connsiteY2" fmla="*/ 0 h 237464"/>
              <a:gd name="connsiteX3" fmla="*/ 0 w 1108377"/>
              <a:gd name="connsiteY3" fmla="*/ 233341 h 237464"/>
              <a:gd name="connsiteX4" fmla="*/ 1268 w 1108377"/>
              <a:gd name="connsiteY4" fmla="*/ 237465 h 2374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08377" h="237464">
                <a:moveTo>
                  <a:pt x="1268" y="237465"/>
                </a:moveTo>
                <a:lnTo>
                  <a:pt x="1108378" y="4283"/>
                </a:lnTo>
                <a:cubicBezTo>
                  <a:pt x="1107902" y="2855"/>
                  <a:pt x="1107744" y="1428"/>
                  <a:pt x="1107426" y="0"/>
                </a:cubicBezTo>
                <a:lnTo>
                  <a:pt x="0" y="233341"/>
                </a:lnTo>
                <a:lnTo>
                  <a:pt x="1268" y="23746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71" name="Freeform 170">
            <a:extLst>
              <a:ext uri="{FF2B5EF4-FFF2-40B4-BE49-F238E27FC236}">
                <a16:creationId xmlns:a16="http://schemas.microsoft.com/office/drawing/2014/main" id="{A2BF8739-9043-6353-D63B-F4D464B8FAA0}"/>
              </a:ext>
            </a:extLst>
          </p:cNvPr>
          <p:cNvSpPr/>
          <p:nvPr userDrawn="1"/>
        </p:nvSpPr>
        <p:spPr>
          <a:xfrm>
            <a:off x="5069510" y="3624435"/>
            <a:ext cx="73723" cy="45719"/>
          </a:xfrm>
          <a:custGeom>
            <a:avLst/>
            <a:gdLst>
              <a:gd name="connsiteX0" fmla="*/ 72455 w 73723"/>
              <a:gd name="connsiteY0" fmla="*/ 0 h 19511"/>
              <a:gd name="connsiteX1" fmla="*/ 0 w 73723"/>
              <a:gd name="connsiteY1" fmla="*/ 15228 h 19511"/>
              <a:gd name="connsiteX2" fmla="*/ 951 w 73723"/>
              <a:gd name="connsiteY2" fmla="*/ 19511 h 19511"/>
              <a:gd name="connsiteX3" fmla="*/ 73723 w 73723"/>
              <a:gd name="connsiteY3" fmla="*/ 4124 h 19511"/>
              <a:gd name="connsiteX4" fmla="*/ 72455 w 73723"/>
              <a:gd name="connsiteY4" fmla="*/ 0 h 195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3723" h="19511">
                <a:moveTo>
                  <a:pt x="72455" y="0"/>
                </a:moveTo>
                <a:lnTo>
                  <a:pt x="0" y="15228"/>
                </a:lnTo>
                <a:cubicBezTo>
                  <a:pt x="317" y="16656"/>
                  <a:pt x="634" y="18083"/>
                  <a:pt x="951" y="19511"/>
                </a:cubicBezTo>
                <a:lnTo>
                  <a:pt x="73723" y="4124"/>
                </a:lnTo>
                <a:lnTo>
                  <a:pt x="72455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72" name="Freeform 171">
            <a:extLst>
              <a:ext uri="{FF2B5EF4-FFF2-40B4-BE49-F238E27FC236}">
                <a16:creationId xmlns:a16="http://schemas.microsoft.com/office/drawing/2014/main" id="{3413AC35-6F97-CEF6-1519-4567A7CC82EE}"/>
              </a:ext>
            </a:extLst>
          </p:cNvPr>
          <p:cNvSpPr/>
          <p:nvPr userDrawn="1"/>
        </p:nvSpPr>
        <p:spPr>
          <a:xfrm>
            <a:off x="4892417" y="2823526"/>
            <a:ext cx="124139" cy="671815"/>
          </a:xfrm>
          <a:custGeom>
            <a:avLst/>
            <a:gdLst>
              <a:gd name="connsiteX0" fmla="*/ 4281 w 124139"/>
              <a:gd name="connsiteY0" fmla="*/ 0 h 780128"/>
              <a:gd name="connsiteX1" fmla="*/ 0 w 124139"/>
              <a:gd name="connsiteY1" fmla="*/ 952 h 780128"/>
              <a:gd name="connsiteX2" fmla="*/ 119859 w 124139"/>
              <a:gd name="connsiteY2" fmla="*/ 780129 h 780128"/>
              <a:gd name="connsiteX3" fmla="*/ 124139 w 124139"/>
              <a:gd name="connsiteY3" fmla="*/ 779177 h 780128"/>
              <a:gd name="connsiteX4" fmla="*/ 4281 w 124139"/>
              <a:gd name="connsiteY4" fmla="*/ 0 h 7801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139" h="780128">
                <a:moveTo>
                  <a:pt x="4281" y="0"/>
                </a:moveTo>
                <a:cubicBezTo>
                  <a:pt x="2854" y="317"/>
                  <a:pt x="1427" y="793"/>
                  <a:pt x="0" y="952"/>
                </a:cubicBezTo>
                <a:lnTo>
                  <a:pt x="119859" y="780129"/>
                </a:lnTo>
                <a:cubicBezTo>
                  <a:pt x="121286" y="779811"/>
                  <a:pt x="122713" y="779335"/>
                  <a:pt x="124139" y="779177"/>
                </a:cubicBezTo>
                <a:lnTo>
                  <a:pt x="4281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74" name="Freeform 173">
            <a:extLst>
              <a:ext uri="{FF2B5EF4-FFF2-40B4-BE49-F238E27FC236}">
                <a16:creationId xmlns:a16="http://schemas.microsoft.com/office/drawing/2014/main" id="{75605048-A0FF-C26C-6296-8045DD74C6FB}"/>
              </a:ext>
            </a:extLst>
          </p:cNvPr>
          <p:cNvSpPr/>
          <p:nvPr userDrawn="1"/>
        </p:nvSpPr>
        <p:spPr>
          <a:xfrm>
            <a:off x="4899075" y="2822257"/>
            <a:ext cx="649711" cy="1835675"/>
          </a:xfrm>
          <a:custGeom>
            <a:avLst/>
            <a:gdLst>
              <a:gd name="connsiteX0" fmla="*/ 501156 w 649711"/>
              <a:gd name="connsiteY0" fmla="*/ 1639888 h 2131632"/>
              <a:gd name="connsiteX1" fmla="*/ 248438 w 649711"/>
              <a:gd name="connsiteY1" fmla="*/ 805350 h 2131632"/>
              <a:gd name="connsiteX2" fmla="*/ 247170 w 649711"/>
              <a:gd name="connsiteY2" fmla="*/ 801226 h 2131632"/>
              <a:gd name="connsiteX3" fmla="*/ 4439 w 649711"/>
              <a:gd name="connsiteY3" fmla="*/ 0 h 2131632"/>
              <a:gd name="connsiteX4" fmla="*/ 0 w 649711"/>
              <a:gd name="connsiteY4" fmla="*/ 952 h 2131632"/>
              <a:gd name="connsiteX5" fmla="*/ 242730 w 649711"/>
              <a:gd name="connsiteY5" fmla="*/ 802337 h 2131632"/>
              <a:gd name="connsiteX6" fmla="*/ 243999 w 649711"/>
              <a:gd name="connsiteY6" fmla="*/ 806461 h 2131632"/>
              <a:gd name="connsiteX7" fmla="*/ 487680 w 649711"/>
              <a:gd name="connsiteY7" fmla="*/ 1611177 h 2131632"/>
              <a:gd name="connsiteX8" fmla="*/ 496876 w 649711"/>
              <a:gd name="connsiteY8" fmla="*/ 1641633 h 2131632"/>
              <a:gd name="connsiteX9" fmla="*/ 644638 w 649711"/>
              <a:gd name="connsiteY9" fmla="*/ 2129570 h 2131632"/>
              <a:gd name="connsiteX10" fmla="*/ 645273 w 649711"/>
              <a:gd name="connsiteY10" fmla="*/ 2131633 h 2131632"/>
              <a:gd name="connsiteX11" fmla="*/ 649712 w 649711"/>
              <a:gd name="connsiteY11" fmla="*/ 2130681 h 2131632"/>
              <a:gd name="connsiteX12" fmla="*/ 510352 w 649711"/>
              <a:gd name="connsiteY12" fmla="*/ 1670503 h 2131632"/>
              <a:gd name="connsiteX13" fmla="*/ 501156 w 649711"/>
              <a:gd name="connsiteY13" fmla="*/ 1640047 h 21316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649711" h="2131632">
                <a:moveTo>
                  <a:pt x="501156" y="1639888"/>
                </a:moveTo>
                <a:lnTo>
                  <a:pt x="248438" y="805350"/>
                </a:lnTo>
                <a:lnTo>
                  <a:pt x="247170" y="801226"/>
                </a:lnTo>
                <a:lnTo>
                  <a:pt x="4439" y="0"/>
                </a:lnTo>
                <a:cubicBezTo>
                  <a:pt x="3012" y="476"/>
                  <a:pt x="1427" y="476"/>
                  <a:pt x="0" y="952"/>
                </a:cubicBezTo>
                <a:lnTo>
                  <a:pt x="242730" y="802337"/>
                </a:lnTo>
                <a:lnTo>
                  <a:pt x="243999" y="806461"/>
                </a:lnTo>
                <a:lnTo>
                  <a:pt x="487680" y="1611177"/>
                </a:lnTo>
                <a:lnTo>
                  <a:pt x="496876" y="1641633"/>
                </a:lnTo>
                <a:lnTo>
                  <a:pt x="644638" y="2129570"/>
                </a:lnTo>
                <a:lnTo>
                  <a:pt x="645273" y="2131633"/>
                </a:lnTo>
                <a:cubicBezTo>
                  <a:pt x="646699" y="2131157"/>
                  <a:pt x="648285" y="2131157"/>
                  <a:pt x="649712" y="2130681"/>
                </a:cubicBezTo>
                <a:lnTo>
                  <a:pt x="510352" y="1670503"/>
                </a:lnTo>
                <a:lnTo>
                  <a:pt x="501156" y="1640047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75" name="Freeform 174">
            <a:extLst>
              <a:ext uri="{FF2B5EF4-FFF2-40B4-BE49-F238E27FC236}">
                <a16:creationId xmlns:a16="http://schemas.microsoft.com/office/drawing/2014/main" id="{2B5BCFFA-0A21-D1AF-9ED4-6C099D996185}"/>
              </a:ext>
            </a:extLst>
          </p:cNvPr>
          <p:cNvSpPr/>
          <p:nvPr userDrawn="1"/>
        </p:nvSpPr>
        <p:spPr>
          <a:xfrm>
            <a:off x="4931894" y="2793070"/>
            <a:ext cx="1325582" cy="492318"/>
          </a:xfrm>
          <a:custGeom>
            <a:avLst/>
            <a:gdLst>
              <a:gd name="connsiteX0" fmla="*/ 0 w 1325582"/>
              <a:gd name="connsiteY0" fmla="*/ 3966 h 571692"/>
              <a:gd name="connsiteX1" fmla="*/ 1323839 w 1325582"/>
              <a:gd name="connsiteY1" fmla="*/ 571692 h 571692"/>
              <a:gd name="connsiteX2" fmla="*/ 1325583 w 1325582"/>
              <a:gd name="connsiteY2" fmla="*/ 567727 h 571692"/>
              <a:gd name="connsiteX3" fmla="*/ 1744 w 1325582"/>
              <a:gd name="connsiteY3" fmla="*/ 0 h 571692"/>
              <a:gd name="connsiteX4" fmla="*/ 0 w 1325582"/>
              <a:gd name="connsiteY4" fmla="*/ 3966 h 5716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25582" h="571692">
                <a:moveTo>
                  <a:pt x="0" y="3966"/>
                </a:moveTo>
                <a:lnTo>
                  <a:pt x="1323839" y="571692"/>
                </a:lnTo>
                <a:cubicBezTo>
                  <a:pt x="1324314" y="570265"/>
                  <a:pt x="1324949" y="568996"/>
                  <a:pt x="1325583" y="567727"/>
                </a:cubicBezTo>
                <a:lnTo>
                  <a:pt x="1744" y="0"/>
                </a:lnTo>
                <a:cubicBezTo>
                  <a:pt x="1269" y="1428"/>
                  <a:pt x="634" y="2697"/>
                  <a:pt x="0" y="3966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79" name="Freeform 178">
            <a:extLst>
              <a:ext uri="{FF2B5EF4-FFF2-40B4-BE49-F238E27FC236}">
                <a16:creationId xmlns:a16="http://schemas.microsoft.com/office/drawing/2014/main" id="{CF4BCFA0-B802-3EA4-A496-44A91A44BFF3}"/>
              </a:ext>
            </a:extLst>
          </p:cNvPr>
          <p:cNvSpPr/>
          <p:nvPr userDrawn="1"/>
        </p:nvSpPr>
        <p:spPr>
          <a:xfrm>
            <a:off x="4931260" y="1782455"/>
            <a:ext cx="2135581" cy="839017"/>
          </a:xfrm>
          <a:custGeom>
            <a:avLst/>
            <a:gdLst>
              <a:gd name="connsiteX0" fmla="*/ 1942159 w 2135581"/>
              <a:gd name="connsiteY0" fmla="*/ 87086 h 974288"/>
              <a:gd name="connsiteX1" fmla="*/ 1818019 w 2135581"/>
              <a:gd name="connsiteY1" fmla="*/ 143558 h 974288"/>
              <a:gd name="connsiteX2" fmla="*/ 1812629 w 2135581"/>
              <a:gd name="connsiteY2" fmla="*/ 146096 h 974288"/>
              <a:gd name="connsiteX3" fmla="*/ 0 w 2135581"/>
              <a:gd name="connsiteY3" fmla="*/ 970481 h 974288"/>
              <a:gd name="connsiteX4" fmla="*/ 2220 w 2135581"/>
              <a:gd name="connsiteY4" fmla="*/ 974288 h 974288"/>
              <a:gd name="connsiteX5" fmla="*/ 1810885 w 2135581"/>
              <a:gd name="connsiteY5" fmla="*/ 151648 h 974288"/>
              <a:gd name="connsiteX6" fmla="*/ 1816276 w 2135581"/>
              <a:gd name="connsiteY6" fmla="*/ 149110 h 974288"/>
              <a:gd name="connsiteX7" fmla="*/ 1939939 w 2135581"/>
              <a:gd name="connsiteY7" fmla="*/ 92956 h 974288"/>
              <a:gd name="connsiteX8" fmla="*/ 1945647 w 2135581"/>
              <a:gd name="connsiteY8" fmla="*/ 90417 h 974288"/>
              <a:gd name="connsiteX9" fmla="*/ 2135582 w 2135581"/>
              <a:gd name="connsiteY9" fmla="*/ 3966 h 974288"/>
              <a:gd name="connsiteX10" fmla="*/ 2133363 w 2135581"/>
              <a:gd name="connsiteY10" fmla="*/ 0 h 974288"/>
              <a:gd name="connsiteX11" fmla="*/ 1947867 w 2135581"/>
              <a:gd name="connsiteY11" fmla="*/ 84390 h 974288"/>
              <a:gd name="connsiteX12" fmla="*/ 1942317 w 2135581"/>
              <a:gd name="connsiteY12" fmla="*/ 86928 h 974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2135581" h="974288">
                <a:moveTo>
                  <a:pt x="1942159" y="87086"/>
                </a:moveTo>
                <a:lnTo>
                  <a:pt x="1818019" y="143558"/>
                </a:lnTo>
                <a:lnTo>
                  <a:pt x="1812629" y="146096"/>
                </a:lnTo>
                <a:lnTo>
                  <a:pt x="0" y="970481"/>
                </a:lnTo>
                <a:cubicBezTo>
                  <a:pt x="634" y="971909"/>
                  <a:pt x="1586" y="973019"/>
                  <a:pt x="2220" y="974288"/>
                </a:cubicBezTo>
                <a:lnTo>
                  <a:pt x="1810885" y="151648"/>
                </a:lnTo>
                <a:lnTo>
                  <a:pt x="1816276" y="149110"/>
                </a:lnTo>
                <a:lnTo>
                  <a:pt x="1939939" y="92956"/>
                </a:lnTo>
                <a:lnTo>
                  <a:pt x="1945647" y="90417"/>
                </a:lnTo>
                <a:lnTo>
                  <a:pt x="2135582" y="3966"/>
                </a:lnTo>
                <a:cubicBezTo>
                  <a:pt x="2134948" y="2538"/>
                  <a:pt x="2133997" y="1428"/>
                  <a:pt x="2133363" y="0"/>
                </a:cubicBezTo>
                <a:lnTo>
                  <a:pt x="1947867" y="84390"/>
                </a:lnTo>
                <a:lnTo>
                  <a:pt x="1942317" y="86928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7" name="Freeform 186">
            <a:extLst>
              <a:ext uri="{FF2B5EF4-FFF2-40B4-BE49-F238E27FC236}">
                <a16:creationId xmlns:a16="http://schemas.microsoft.com/office/drawing/2014/main" id="{FF4B6A17-CB45-1D1B-8DE8-7765F1F8D8A3}"/>
              </a:ext>
            </a:extLst>
          </p:cNvPr>
          <p:cNvSpPr/>
          <p:nvPr userDrawn="1"/>
        </p:nvSpPr>
        <p:spPr>
          <a:xfrm>
            <a:off x="4927613" y="1451242"/>
            <a:ext cx="2075493" cy="1119600"/>
          </a:xfrm>
          <a:custGeom>
            <a:avLst/>
            <a:gdLst>
              <a:gd name="connsiteX0" fmla="*/ 1933914 w 2075493"/>
              <a:gd name="connsiteY0" fmla="*/ 92162 h 1300108"/>
              <a:gd name="connsiteX1" fmla="*/ 1939622 w 2075493"/>
              <a:gd name="connsiteY1" fmla="*/ 88514 h 1300108"/>
              <a:gd name="connsiteX2" fmla="*/ 2075494 w 2075493"/>
              <a:gd name="connsiteY2" fmla="*/ 3648 h 1300108"/>
              <a:gd name="connsiteX3" fmla="*/ 2072957 w 2075493"/>
              <a:gd name="connsiteY3" fmla="*/ 0 h 1300108"/>
              <a:gd name="connsiteX4" fmla="*/ 1941524 w 2075493"/>
              <a:gd name="connsiteY4" fmla="*/ 82169 h 1300108"/>
              <a:gd name="connsiteX5" fmla="*/ 1935817 w 2075493"/>
              <a:gd name="connsiteY5" fmla="*/ 85817 h 1300108"/>
              <a:gd name="connsiteX6" fmla="*/ 0 w 2075493"/>
              <a:gd name="connsiteY6" fmla="*/ 1296460 h 1300108"/>
              <a:gd name="connsiteX7" fmla="*/ 2537 w 2075493"/>
              <a:gd name="connsiteY7" fmla="*/ 1300109 h 1300108"/>
              <a:gd name="connsiteX8" fmla="*/ 1933914 w 2075493"/>
              <a:gd name="connsiteY8" fmla="*/ 92321 h 13001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075493" h="1300108">
                <a:moveTo>
                  <a:pt x="1933914" y="92162"/>
                </a:moveTo>
                <a:lnTo>
                  <a:pt x="1939622" y="88514"/>
                </a:lnTo>
                <a:lnTo>
                  <a:pt x="2075494" y="3648"/>
                </a:lnTo>
                <a:cubicBezTo>
                  <a:pt x="2074543" y="2379"/>
                  <a:pt x="2073750" y="1269"/>
                  <a:pt x="2072957" y="0"/>
                </a:cubicBezTo>
                <a:lnTo>
                  <a:pt x="1941524" y="82169"/>
                </a:lnTo>
                <a:lnTo>
                  <a:pt x="1935817" y="85817"/>
                </a:lnTo>
                <a:lnTo>
                  <a:pt x="0" y="1296460"/>
                </a:lnTo>
                <a:cubicBezTo>
                  <a:pt x="793" y="1297729"/>
                  <a:pt x="1744" y="1298840"/>
                  <a:pt x="2537" y="1300109"/>
                </a:cubicBezTo>
                <a:lnTo>
                  <a:pt x="1933914" y="92321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8" name="Freeform 187">
            <a:extLst>
              <a:ext uri="{FF2B5EF4-FFF2-40B4-BE49-F238E27FC236}">
                <a16:creationId xmlns:a16="http://schemas.microsoft.com/office/drawing/2014/main" id="{BDB31EA3-DA58-1A1F-FA4C-8AE7E2198E5A}"/>
              </a:ext>
            </a:extLst>
          </p:cNvPr>
          <p:cNvSpPr/>
          <p:nvPr userDrawn="1"/>
        </p:nvSpPr>
        <p:spPr>
          <a:xfrm>
            <a:off x="9366992" y="213157"/>
            <a:ext cx="101785" cy="87699"/>
          </a:xfrm>
          <a:custGeom>
            <a:avLst/>
            <a:gdLst>
              <a:gd name="connsiteX0" fmla="*/ 0 w 101785"/>
              <a:gd name="connsiteY0" fmla="*/ 50919 h 101838"/>
              <a:gd name="connsiteX1" fmla="*/ 2061 w 101785"/>
              <a:gd name="connsiteY1" fmla="*/ 61230 h 101838"/>
              <a:gd name="connsiteX2" fmla="*/ 3012 w 101785"/>
              <a:gd name="connsiteY2" fmla="*/ 65513 h 101838"/>
              <a:gd name="connsiteX3" fmla="*/ 4915 w 101785"/>
              <a:gd name="connsiteY3" fmla="*/ 72017 h 101838"/>
              <a:gd name="connsiteX4" fmla="*/ 7452 w 101785"/>
              <a:gd name="connsiteY4" fmla="*/ 75824 h 101838"/>
              <a:gd name="connsiteX5" fmla="*/ 50893 w 101785"/>
              <a:gd name="connsiteY5" fmla="*/ 101839 h 101838"/>
              <a:gd name="connsiteX6" fmla="*/ 101786 w 101785"/>
              <a:gd name="connsiteY6" fmla="*/ 50919 h 101838"/>
              <a:gd name="connsiteX7" fmla="*/ 50893 w 101785"/>
              <a:gd name="connsiteY7" fmla="*/ 0 h 101838"/>
              <a:gd name="connsiteX8" fmla="*/ 31392 w 101785"/>
              <a:gd name="connsiteY8" fmla="*/ 3966 h 101838"/>
              <a:gd name="connsiteX9" fmla="*/ 27586 w 101785"/>
              <a:gd name="connsiteY9" fmla="*/ 6345 h 101838"/>
              <a:gd name="connsiteX10" fmla="*/ 0 w 101785"/>
              <a:gd name="connsiteY10" fmla="*/ 50919 h 1018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01785" h="101838">
                <a:moveTo>
                  <a:pt x="0" y="50919"/>
                </a:moveTo>
                <a:cubicBezTo>
                  <a:pt x="0" y="54568"/>
                  <a:pt x="1427" y="57740"/>
                  <a:pt x="2061" y="61230"/>
                </a:cubicBezTo>
                <a:cubicBezTo>
                  <a:pt x="2379" y="62658"/>
                  <a:pt x="2537" y="64244"/>
                  <a:pt x="3012" y="65513"/>
                </a:cubicBezTo>
                <a:cubicBezTo>
                  <a:pt x="3647" y="67734"/>
                  <a:pt x="3964" y="69955"/>
                  <a:pt x="4915" y="72017"/>
                </a:cubicBezTo>
                <a:cubicBezTo>
                  <a:pt x="5550" y="73444"/>
                  <a:pt x="6817" y="74555"/>
                  <a:pt x="7452" y="75824"/>
                </a:cubicBezTo>
                <a:cubicBezTo>
                  <a:pt x="16330" y="91052"/>
                  <a:pt x="32026" y="101839"/>
                  <a:pt x="50893" y="101839"/>
                </a:cubicBezTo>
                <a:cubicBezTo>
                  <a:pt x="79113" y="101839"/>
                  <a:pt x="101786" y="78996"/>
                  <a:pt x="101786" y="50919"/>
                </a:cubicBezTo>
                <a:cubicBezTo>
                  <a:pt x="101786" y="22842"/>
                  <a:pt x="78955" y="0"/>
                  <a:pt x="50893" y="0"/>
                </a:cubicBezTo>
                <a:cubicBezTo>
                  <a:pt x="43917" y="0"/>
                  <a:pt x="37416" y="1428"/>
                  <a:pt x="31392" y="3966"/>
                </a:cubicBezTo>
                <a:cubicBezTo>
                  <a:pt x="29965" y="4600"/>
                  <a:pt x="29014" y="5711"/>
                  <a:pt x="27586" y="6345"/>
                </a:cubicBezTo>
                <a:cubicBezTo>
                  <a:pt x="11416" y="14911"/>
                  <a:pt x="0" y="31408"/>
                  <a:pt x="0" y="50919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9" name="Freeform 188">
            <a:extLst>
              <a:ext uri="{FF2B5EF4-FFF2-40B4-BE49-F238E27FC236}">
                <a16:creationId xmlns:a16="http://schemas.microsoft.com/office/drawing/2014/main" id="{F35DAB0C-6CD1-68BE-B5F7-E840EEE2CE28}"/>
              </a:ext>
            </a:extLst>
          </p:cNvPr>
          <p:cNvSpPr/>
          <p:nvPr userDrawn="1"/>
        </p:nvSpPr>
        <p:spPr>
          <a:xfrm>
            <a:off x="6993595" y="297864"/>
            <a:ext cx="100040" cy="86470"/>
          </a:xfrm>
          <a:custGeom>
            <a:avLst/>
            <a:gdLst>
              <a:gd name="connsiteX0" fmla="*/ 37099 w 100040"/>
              <a:gd name="connsiteY0" fmla="*/ 2697 h 100411"/>
              <a:gd name="connsiteX1" fmla="*/ 32660 w 100040"/>
              <a:gd name="connsiteY1" fmla="*/ 3648 h 100411"/>
              <a:gd name="connsiteX2" fmla="*/ 0 w 100040"/>
              <a:gd name="connsiteY2" fmla="*/ 50285 h 100411"/>
              <a:gd name="connsiteX3" fmla="*/ 47880 w 100040"/>
              <a:gd name="connsiteY3" fmla="*/ 99935 h 100411"/>
              <a:gd name="connsiteX4" fmla="*/ 50100 w 100040"/>
              <a:gd name="connsiteY4" fmla="*/ 100411 h 100411"/>
              <a:gd name="connsiteX5" fmla="*/ 50100 w 100040"/>
              <a:gd name="connsiteY5" fmla="*/ 100411 h 100411"/>
              <a:gd name="connsiteX6" fmla="*/ 54539 w 100040"/>
              <a:gd name="connsiteY6" fmla="*/ 99459 h 100411"/>
              <a:gd name="connsiteX7" fmla="*/ 100041 w 100040"/>
              <a:gd name="connsiteY7" fmla="*/ 50285 h 100411"/>
              <a:gd name="connsiteX8" fmla="*/ 97980 w 100040"/>
              <a:gd name="connsiteY8" fmla="*/ 40291 h 100411"/>
              <a:gd name="connsiteX9" fmla="*/ 97029 w 100040"/>
              <a:gd name="connsiteY9" fmla="*/ 35850 h 100411"/>
              <a:gd name="connsiteX10" fmla="*/ 88626 w 100040"/>
              <a:gd name="connsiteY10" fmla="*/ 19828 h 100411"/>
              <a:gd name="connsiteX11" fmla="*/ 86089 w 100040"/>
              <a:gd name="connsiteY11" fmla="*/ 16180 h 100411"/>
              <a:gd name="connsiteX12" fmla="*/ 49782 w 100040"/>
              <a:gd name="connsiteY12" fmla="*/ 0 h 100411"/>
              <a:gd name="connsiteX13" fmla="*/ 41538 w 100040"/>
              <a:gd name="connsiteY13" fmla="*/ 1745 h 100411"/>
              <a:gd name="connsiteX14" fmla="*/ 37258 w 100040"/>
              <a:gd name="connsiteY14" fmla="*/ 2697 h 100411"/>
              <a:gd name="connsiteX15" fmla="*/ 36940 w 100040"/>
              <a:gd name="connsiteY15" fmla="*/ 2697 h 1004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00040" h="100411">
                <a:moveTo>
                  <a:pt x="37099" y="2697"/>
                </a:moveTo>
                <a:cubicBezTo>
                  <a:pt x="35672" y="3173"/>
                  <a:pt x="34087" y="3173"/>
                  <a:pt x="32660" y="3648"/>
                </a:cubicBezTo>
                <a:cubicBezTo>
                  <a:pt x="13635" y="10787"/>
                  <a:pt x="0" y="28712"/>
                  <a:pt x="0" y="50285"/>
                </a:cubicBezTo>
                <a:cubicBezTo>
                  <a:pt x="0" y="77251"/>
                  <a:pt x="21245" y="98666"/>
                  <a:pt x="47880" y="99935"/>
                </a:cubicBezTo>
                <a:cubicBezTo>
                  <a:pt x="48673" y="99935"/>
                  <a:pt x="49307" y="100411"/>
                  <a:pt x="50100" y="100411"/>
                </a:cubicBezTo>
                <a:lnTo>
                  <a:pt x="50100" y="100411"/>
                </a:lnTo>
                <a:cubicBezTo>
                  <a:pt x="51685" y="100411"/>
                  <a:pt x="53112" y="99618"/>
                  <a:pt x="54539" y="99459"/>
                </a:cubicBezTo>
                <a:cubicBezTo>
                  <a:pt x="79906" y="96921"/>
                  <a:pt x="100041" y="76300"/>
                  <a:pt x="100041" y="50285"/>
                </a:cubicBezTo>
                <a:cubicBezTo>
                  <a:pt x="100041" y="46636"/>
                  <a:pt x="98773" y="43622"/>
                  <a:pt x="97980" y="40291"/>
                </a:cubicBezTo>
                <a:cubicBezTo>
                  <a:pt x="97663" y="38864"/>
                  <a:pt x="97504" y="37277"/>
                  <a:pt x="97029" y="35850"/>
                </a:cubicBezTo>
                <a:cubicBezTo>
                  <a:pt x="95126" y="29981"/>
                  <a:pt x="92431" y="24587"/>
                  <a:pt x="88626" y="19828"/>
                </a:cubicBezTo>
                <a:cubicBezTo>
                  <a:pt x="87675" y="18718"/>
                  <a:pt x="87199" y="17290"/>
                  <a:pt x="86089" y="16180"/>
                </a:cubicBezTo>
                <a:cubicBezTo>
                  <a:pt x="76894" y="6345"/>
                  <a:pt x="64210" y="0"/>
                  <a:pt x="49782" y="0"/>
                </a:cubicBezTo>
                <a:cubicBezTo>
                  <a:pt x="46770" y="0"/>
                  <a:pt x="44234" y="1269"/>
                  <a:pt x="41538" y="1745"/>
                </a:cubicBezTo>
                <a:cubicBezTo>
                  <a:pt x="40112" y="2062"/>
                  <a:pt x="38685" y="2221"/>
                  <a:pt x="37258" y="2697"/>
                </a:cubicBezTo>
                <a:cubicBezTo>
                  <a:pt x="37258" y="2697"/>
                  <a:pt x="36940" y="2697"/>
                  <a:pt x="36940" y="2697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0" name="Freeform 189">
            <a:extLst>
              <a:ext uri="{FF2B5EF4-FFF2-40B4-BE49-F238E27FC236}">
                <a16:creationId xmlns:a16="http://schemas.microsoft.com/office/drawing/2014/main" id="{D3BC9DE7-4149-D915-F277-61AD3C53E9EA}"/>
              </a:ext>
            </a:extLst>
          </p:cNvPr>
          <p:cNvSpPr/>
          <p:nvPr userDrawn="1"/>
        </p:nvSpPr>
        <p:spPr>
          <a:xfrm>
            <a:off x="1265416" y="95616"/>
            <a:ext cx="100199" cy="86470"/>
          </a:xfrm>
          <a:custGeom>
            <a:avLst/>
            <a:gdLst>
              <a:gd name="connsiteX0" fmla="*/ 50100 w 100199"/>
              <a:gd name="connsiteY0" fmla="*/ 100411 h 100411"/>
              <a:gd name="connsiteX1" fmla="*/ 93224 w 100199"/>
              <a:gd name="connsiteY1" fmla="*/ 74396 h 100411"/>
              <a:gd name="connsiteX2" fmla="*/ 95760 w 100199"/>
              <a:gd name="connsiteY2" fmla="*/ 70589 h 100411"/>
              <a:gd name="connsiteX3" fmla="*/ 100200 w 100199"/>
              <a:gd name="connsiteY3" fmla="*/ 50285 h 100411"/>
              <a:gd name="connsiteX4" fmla="*/ 80540 w 100199"/>
              <a:gd name="connsiteY4" fmla="*/ 11421 h 100411"/>
              <a:gd name="connsiteX5" fmla="*/ 76894 w 100199"/>
              <a:gd name="connsiteY5" fmla="*/ 8883 h 100411"/>
              <a:gd name="connsiteX6" fmla="*/ 50100 w 100199"/>
              <a:gd name="connsiteY6" fmla="*/ 0 h 100411"/>
              <a:gd name="connsiteX7" fmla="*/ 0 w 100199"/>
              <a:gd name="connsiteY7" fmla="*/ 50126 h 100411"/>
              <a:gd name="connsiteX8" fmla="*/ 21403 w 100199"/>
              <a:gd name="connsiteY8" fmla="*/ 90100 h 100411"/>
              <a:gd name="connsiteX9" fmla="*/ 25050 w 100199"/>
              <a:gd name="connsiteY9" fmla="*/ 92638 h 100411"/>
              <a:gd name="connsiteX10" fmla="*/ 50258 w 100199"/>
              <a:gd name="connsiteY10" fmla="*/ 100411 h 1004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00199" h="100411">
                <a:moveTo>
                  <a:pt x="50100" y="100411"/>
                </a:moveTo>
                <a:cubicBezTo>
                  <a:pt x="68966" y="100411"/>
                  <a:pt x="84662" y="89624"/>
                  <a:pt x="93224" y="74396"/>
                </a:cubicBezTo>
                <a:cubicBezTo>
                  <a:pt x="94016" y="73127"/>
                  <a:pt x="95126" y="72017"/>
                  <a:pt x="95760" y="70589"/>
                </a:cubicBezTo>
                <a:cubicBezTo>
                  <a:pt x="98614" y="64403"/>
                  <a:pt x="100200" y="57582"/>
                  <a:pt x="100200" y="50285"/>
                </a:cubicBezTo>
                <a:cubicBezTo>
                  <a:pt x="100200" y="34263"/>
                  <a:pt x="92272" y="20622"/>
                  <a:pt x="80540" y="11421"/>
                </a:cubicBezTo>
                <a:cubicBezTo>
                  <a:pt x="79430" y="10469"/>
                  <a:pt x="78162" y="9676"/>
                  <a:pt x="76894" y="8883"/>
                </a:cubicBezTo>
                <a:cubicBezTo>
                  <a:pt x="69125" y="3807"/>
                  <a:pt x="60247" y="0"/>
                  <a:pt x="50100" y="0"/>
                </a:cubicBezTo>
                <a:cubicBezTo>
                  <a:pt x="22355" y="0"/>
                  <a:pt x="0" y="22525"/>
                  <a:pt x="0" y="50126"/>
                </a:cubicBezTo>
                <a:cubicBezTo>
                  <a:pt x="0" y="66782"/>
                  <a:pt x="8720" y="80900"/>
                  <a:pt x="21403" y="90100"/>
                </a:cubicBezTo>
                <a:cubicBezTo>
                  <a:pt x="22513" y="91052"/>
                  <a:pt x="23782" y="91845"/>
                  <a:pt x="25050" y="92638"/>
                </a:cubicBezTo>
                <a:cubicBezTo>
                  <a:pt x="32501" y="97080"/>
                  <a:pt x="40746" y="100411"/>
                  <a:pt x="50258" y="100411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1" name="Freeform 190">
            <a:extLst>
              <a:ext uri="{FF2B5EF4-FFF2-40B4-BE49-F238E27FC236}">
                <a16:creationId xmlns:a16="http://schemas.microsoft.com/office/drawing/2014/main" id="{895EC621-298D-6763-2DB5-B73497801427}"/>
              </a:ext>
            </a:extLst>
          </p:cNvPr>
          <p:cNvSpPr/>
          <p:nvPr userDrawn="1"/>
        </p:nvSpPr>
        <p:spPr>
          <a:xfrm>
            <a:off x="1534940" y="230606"/>
            <a:ext cx="100199" cy="86470"/>
          </a:xfrm>
          <a:custGeom>
            <a:avLst/>
            <a:gdLst>
              <a:gd name="connsiteX0" fmla="*/ 50100 w 100199"/>
              <a:gd name="connsiteY0" fmla="*/ 0 h 100411"/>
              <a:gd name="connsiteX1" fmla="*/ 6976 w 100199"/>
              <a:gd name="connsiteY1" fmla="*/ 26015 h 100411"/>
              <a:gd name="connsiteX2" fmla="*/ 4439 w 100199"/>
              <a:gd name="connsiteY2" fmla="*/ 29822 h 100411"/>
              <a:gd name="connsiteX3" fmla="*/ 0 w 100199"/>
              <a:gd name="connsiteY3" fmla="*/ 50126 h 100411"/>
              <a:gd name="connsiteX4" fmla="*/ 15696 w 100199"/>
              <a:gd name="connsiteY4" fmla="*/ 86293 h 100411"/>
              <a:gd name="connsiteX5" fmla="*/ 19342 w 100199"/>
              <a:gd name="connsiteY5" fmla="*/ 88831 h 100411"/>
              <a:gd name="connsiteX6" fmla="*/ 50100 w 100199"/>
              <a:gd name="connsiteY6" fmla="*/ 100411 h 100411"/>
              <a:gd name="connsiteX7" fmla="*/ 100200 w 100199"/>
              <a:gd name="connsiteY7" fmla="*/ 50285 h 100411"/>
              <a:gd name="connsiteX8" fmla="*/ 69759 w 100199"/>
              <a:gd name="connsiteY8" fmla="*/ 4124 h 100411"/>
              <a:gd name="connsiteX9" fmla="*/ 65320 w 100199"/>
              <a:gd name="connsiteY9" fmla="*/ 3173 h 100411"/>
              <a:gd name="connsiteX10" fmla="*/ 50100 w 100199"/>
              <a:gd name="connsiteY10" fmla="*/ 159 h 1004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00199" h="100411">
                <a:moveTo>
                  <a:pt x="50100" y="0"/>
                </a:moveTo>
                <a:cubicBezTo>
                  <a:pt x="31233" y="0"/>
                  <a:pt x="15537" y="10787"/>
                  <a:pt x="6976" y="26015"/>
                </a:cubicBezTo>
                <a:cubicBezTo>
                  <a:pt x="6183" y="27443"/>
                  <a:pt x="5073" y="28394"/>
                  <a:pt x="4439" y="29822"/>
                </a:cubicBezTo>
                <a:cubicBezTo>
                  <a:pt x="1585" y="36008"/>
                  <a:pt x="0" y="42829"/>
                  <a:pt x="0" y="50126"/>
                </a:cubicBezTo>
                <a:cubicBezTo>
                  <a:pt x="0" y="64403"/>
                  <a:pt x="6025" y="77093"/>
                  <a:pt x="15696" y="86293"/>
                </a:cubicBezTo>
                <a:cubicBezTo>
                  <a:pt x="16806" y="87245"/>
                  <a:pt x="18233" y="87879"/>
                  <a:pt x="19342" y="88831"/>
                </a:cubicBezTo>
                <a:cubicBezTo>
                  <a:pt x="27904" y="95652"/>
                  <a:pt x="38368" y="100411"/>
                  <a:pt x="50100" y="100411"/>
                </a:cubicBezTo>
                <a:cubicBezTo>
                  <a:pt x="77845" y="100411"/>
                  <a:pt x="100200" y="78045"/>
                  <a:pt x="100200" y="50285"/>
                </a:cubicBezTo>
                <a:cubicBezTo>
                  <a:pt x="100200" y="29505"/>
                  <a:pt x="87675" y="11897"/>
                  <a:pt x="69759" y="4124"/>
                </a:cubicBezTo>
                <a:cubicBezTo>
                  <a:pt x="68332" y="3490"/>
                  <a:pt x="66747" y="3648"/>
                  <a:pt x="65320" y="3173"/>
                </a:cubicBezTo>
                <a:cubicBezTo>
                  <a:pt x="60405" y="1586"/>
                  <a:pt x="55490" y="159"/>
                  <a:pt x="50100" y="159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76" name="Freeform 575">
            <a:extLst>
              <a:ext uri="{FF2B5EF4-FFF2-40B4-BE49-F238E27FC236}">
                <a16:creationId xmlns:a16="http://schemas.microsoft.com/office/drawing/2014/main" id="{184F3595-EC37-436F-923E-014AAF8BC8C3}"/>
              </a:ext>
            </a:extLst>
          </p:cNvPr>
          <p:cNvSpPr/>
          <p:nvPr userDrawn="1"/>
        </p:nvSpPr>
        <p:spPr>
          <a:xfrm>
            <a:off x="2680575" y="6029065"/>
            <a:ext cx="100199" cy="86333"/>
          </a:xfrm>
          <a:custGeom>
            <a:avLst/>
            <a:gdLst>
              <a:gd name="connsiteX0" fmla="*/ 11257 w 100199"/>
              <a:gd name="connsiteY0" fmla="*/ 19828 h 100252"/>
              <a:gd name="connsiteX1" fmla="*/ 8720 w 100199"/>
              <a:gd name="connsiteY1" fmla="*/ 23477 h 100252"/>
              <a:gd name="connsiteX2" fmla="*/ 0 w 100199"/>
              <a:gd name="connsiteY2" fmla="*/ 50126 h 100252"/>
              <a:gd name="connsiteX3" fmla="*/ 45185 w 100199"/>
              <a:gd name="connsiteY3" fmla="*/ 99300 h 100252"/>
              <a:gd name="connsiteX4" fmla="*/ 49466 w 100199"/>
              <a:gd name="connsiteY4" fmla="*/ 100253 h 100252"/>
              <a:gd name="connsiteX5" fmla="*/ 49624 w 100199"/>
              <a:gd name="connsiteY5" fmla="*/ 100253 h 100252"/>
              <a:gd name="connsiteX6" fmla="*/ 50100 w 100199"/>
              <a:gd name="connsiteY6" fmla="*/ 100253 h 100252"/>
              <a:gd name="connsiteX7" fmla="*/ 54063 w 100199"/>
              <a:gd name="connsiteY7" fmla="*/ 99459 h 100252"/>
              <a:gd name="connsiteX8" fmla="*/ 54539 w 100199"/>
              <a:gd name="connsiteY8" fmla="*/ 99459 h 100252"/>
              <a:gd name="connsiteX9" fmla="*/ 58820 w 100199"/>
              <a:gd name="connsiteY9" fmla="*/ 98507 h 100252"/>
              <a:gd name="connsiteX10" fmla="*/ 100200 w 100199"/>
              <a:gd name="connsiteY10" fmla="*/ 50126 h 100252"/>
              <a:gd name="connsiteX11" fmla="*/ 50100 w 100199"/>
              <a:gd name="connsiteY11" fmla="*/ 0 h 100252"/>
              <a:gd name="connsiteX12" fmla="*/ 28696 w 100199"/>
              <a:gd name="connsiteY12" fmla="*/ 5234 h 100252"/>
              <a:gd name="connsiteX13" fmla="*/ 25050 w 100199"/>
              <a:gd name="connsiteY13" fmla="*/ 7773 h 100252"/>
              <a:gd name="connsiteX14" fmla="*/ 11257 w 100199"/>
              <a:gd name="connsiteY14" fmla="*/ 19828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00199" h="100252">
                <a:moveTo>
                  <a:pt x="11257" y="19828"/>
                </a:moveTo>
                <a:cubicBezTo>
                  <a:pt x="10305" y="20939"/>
                  <a:pt x="9513" y="22208"/>
                  <a:pt x="8720" y="23477"/>
                </a:cubicBezTo>
                <a:cubicBezTo>
                  <a:pt x="3647" y="31250"/>
                  <a:pt x="0" y="40133"/>
                  <a:pt x="0" y="50126"/>
                </a:cubicBezTo>
                <a:cubicBezTo>
                  <a:pt x="0" y="76141"/>
                  <a:pt x="19977" y="96604"/>
                  <a:pt x="45185" y="99300"/>
                </a:cubicBezTo>
                <a:cubicBezTo>
                  <a:pt x="46612" y="99300"/>
                  <a:pt x="48039" y="100094"/>
                  <a:pt x="49466" y="100253"/>
                </a:cubicBezTo>
                <a:lnTo>
                  <a:pt x="49624" y="100253"/>
                </a:lnTo>
                <a:cubicBezTo>
                  <a:pt x="49624" y="100253"/>
                  <a:pt x="50100" y="100253"/>
                  <a:pt x="50100" y="100253"/>
                </a:cubicBezTo>
                <a:cubicBezTo>
                  <a:pt x="51527" y="100253"/>
                  <a:pt x="52637" y="99618"/>
                  <a:pt x="54063" y="99459"/>
                </a:cubicBezTo>
                <a:lnTo>
                  <a:pt x="54539" y="99459"/>
                </a:lnTo>
                <a:cubicBezTo>
                  <a:pt x="56125" y="99142"/>
                  <a:pt x="57393" y="98666"/>
                  <a:pt x="58820" y="98507"/>
                </a:cubicBezTo>
                <a:cubicBezTo>
                  <a:pt x="82126" y="94225"/>
                  <a:pt x="100200" y="74713"/>
                  <a:pt x="100200" y="50126"/>
                </a:cubicBezTo>
                <a:cubicBezTo>
                  <a:pt x="100200" y="22525"/>
                  <a:pt x="77845" y="0"/>
                  <a:pt x="50100" y="0"/>
                </a:cubicBezTo>
                <a:cubicBezTo>
                  <a:pt x="42331" y="0"/>
                  <a:pt x="35197" y="2062"/>
                  <a:pt x="28696" y="5234"/>
                </a:cubicBezTo>
                <a:cubicBezTo>
                  <a:pt x="27270" y="5869"/>
                  <a:pt x="26318" y="6980"/>
                  <a:pt x="25050" y="7773"/>
                </a:cubicBezTo>
                <a:cubicBezTo>
                  <a:pt x="19659" y="10945"/>
                  <a:pt x="15062" y="14911"/>
                  <a:pt x="11257" y="19828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77" name="Freeform 576">
            <a:extLst>
              <a:ext uri="{FF2B5EF4-FFF2-40B4-BE49-F238E27FC236}">
                <a16:creationId xmlns:a16="http://schemas.microsoft.com/office/drawing/2014/main" id="{0A925792-8CC9-AB51-E814-D25EEDC2DB60}"/>
              </a:ext>
            </a:extLst>
          </p:cNvPr>
          <p:cNvSpPr/>
          <p:nvPr userDrawn="1"/>
        </p:nvSpPr>
        <p:spPr>
          <a:xfrm>
            <a:off x="2815337" y="7040789"/>
            <a:ext cx="100040" cy="86333"/>
          </a:xfrm>
          <a:custGeom>
            <a:avLst/>
            <a:gdLst>
              <a:gd name="connsiteX0" fmla="*/ 36624 w 100040"/>
              <a:gd name="connsiteY0" fmla="*/ 2379 h 100252"/>
              <a:gd name="connsiteX1" fmla="*/ 32343 w 100040"/>
              <a:gd name="connsiteY1" fmla="*/ 3331 h 100252"/>
              <a:gd name="connsiteX2" fmla="*/ 0 w 100040"/>
              <a:gd name="connsiteY2" fmla="*/ 49809 h 100252"/>
              <a:gd name="connsiteX3" fmla="*/ 32660 w 100040"/>
              <a:gd name="connsiteY3" fmla="*/ 96445 h 100252"/>
              <a:gd name="connsiteX4" fmla="*/ 36941 w 100040"/>
              <a:gd name="connsiteY4" fmla="*/ 97397 h 100252"/>
              <a:gd name="connsiteX5" fmla="*/ 39160 w 100040"/>
              <a:gd name="connsiteY5" fmla="*/ 97873 h 100252"/>
              <a:gd name="connsiteX6" fmla="*/ 42648 w 100040"/>
              <a:gd name="connsiteY6" fmla="*/ 98666 h 100252"/>
              <a:gd name="connsiteX7" fmla="*/ 44075 w 100040"/>
              <a:gd name="connsiteY7" fmla="*/ 98983 h 100252"/>
              <a:gd name="connsiteX8" fmla="*/ 48356 w 100040"/>
              <a:gd name="connsiteY8" fmla="*/ 99935 h 100252"/>
              <a:gd name="connsiteX9" fmla="*/ 49941 w 100040"/>
              <a:gd name="connsiteY9" fmla="*/ 100253 h 100252"/>
              <a:gd name="connsiteX10" fmla="*/ 100041 w 100040"/>
              <a:gd name="connsiteY10" fmla="*/ 50126 h 100252"/>
              <a:gd name="connsiteX11" fmla="*/ 49941 w 100040"/>
              <a:gd name="connsiteY11" fmla="*/ 0 h 100252"/>
              <a:gd name="connsiteX12" fmla="*/ 45661 w 100040"/>
              <a:gd name="connsiteY12" fmla="*/ 952 h 100252"/>
              <a:gd name="connsiteX13" fmla="*/ 41380 w 100040"/>
              <a:gd name="connsiteY13" fmla="*/ 1903 h 100252"/>
              <a:gd name="connsiteX14" fmla="*/ 36465 w 100040"/>
              <a:gd name="connsiteY14" fmla="*/ 2855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00040" h="100252">
                <a:moveTo>
                  <a:pt x="36624" y="2379"/>
                </a:moveTo>
                <a:cubicBezTo>
                  <a:pt x="35197" y="2855"/>
                  <a:pt x="33611" y="2696"/>
                  <a:pt x="32343" y="3331"/>
                </a:cubicBezTo>
                <a:cubicBezTo>
                  <a:pt x="13476" y="10469"/>
                  <a:pt x="0" y="28553"/>
                  <a:pt x="0" y="49809"/>
                </a:cubicBezTo>
                <a:cubicBezTo>
                  <a:pt x="0" y="71065"/>
                  <a:pt x="13635" y="89307"/>
                  <a:pt x="32660" y="96445"/>
                </a:cubicBezTo>
                <a:cubicBezTo>
                  <a:pt x="34087" y="96921"/>
                  <a:pt x="35514" y="96921"/>
                  <a:pt x="36941" y="97397"/>
                </a:cubicBezTo>
                <a:cubicBezTo>
                  <a:pt x="37733" y="97556"/>
                  <a:pt x="38368" y="97714"/>
                  <a:pt x="39160" y="97873"/>
                </a:cubicBezTo>
                <a:cubicBezTo>
                  <a:pt x="40270" y="98190"/>
                  <a:pt x="41539" y="98349"/>
                  <a:pt x="42648" y="98666"/>
                </a:cubicBezTo>
                <a:cubicBezTo>
                  <a:pt x="43124" y="98666"/>
                  <a:pt x="43599" y="98983"/>
                  <a:pt x="44075" y="98983"/>
                </a:cubicBezTo>
                <a:cubicBezTo>
                  <a:pt x="45502" y="99142"/>
                  <a:pt x="46929" y="99777"/>
                  <a:pt x="48356" y="99935"/>
                </a:cubicBezTo>
                <a:cubicBezTo>
                  <a:pt x="48990" y="99935"/>
                  <a:pt x="49466" y="100253"/>
                  <a:pt x="49941" y="100253"/>
                </a:cubicBezTo>
                <a:cubicBezTo>
                  <a:pt x="77686" y="100253"/>
                  <a:pt x="100041" y="77727"/>
                  <a:pt x="100041" y="50126"/>
                </a:cubicBezTo>
                <a:cubicBezTo>
                  <a:pt x="100041" y="22525"/>
                  <a:pt x="77686" y="0"/>
                  <a:pt x="49941" y="0"/>
                </a:cubicBezTo>
                <a:cubicBezTo>
                  <a:pt x="48356" y="0"/>
                  <a:pt x="47087" y="793"/>
                  <a:pt x="45661" y="952"/>
                </a:cubicBezTo>
                <a:cubicBezTo>
                  <a:pt x="44075" y="1111"/>
                  <a:pt x="42807" y="1586"/>
                  <a:pt x="41380" y="1903"/>
                </a:cubicBezTo>
                <a:cubicBezTo>
                  <a:pt x="39795" y="2221"/>
                  <a:pt x="38051" y="2379"/>
                  <a:pt x="36465" y="2855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78" name="Freeform 577">
            <a:extLst>
              <a:ext uri="{FF2B5EF4-FFF2-40B4-BE49-F238E27FC236}">
                <a16:creationId xmlns:a16="http://schemas.microsoft.com/office/drawing/2014/main" id="{0844954F-21DC-1BF5-EE58-AFD1A0AED88A}"/>
              </a:ext>
            </a:extLst>
          </p:cNvPr>
          <p:cNvSpPr/>
          <p:nvPr userDrawn="1"/>
        </p:nvSpPr>
        <p:spPr>
          <a:xfrm>
            <a:off x="2141052" y="5017816"/>
            <a:ext cx="100199" cy="86333"/>
          </a:xfrm>
          <a:custGeom>
            <a:avLst/>
            <a:gdLst>
              <a:gd name="connsiteX0" fmla="*/ 14586 w 100199"/>
              <a:gd name="connsiteY0" fmla="*/ 15228 h 100252"/>
              <a:gd name="connsiteX1" fmla="*/ 12208 w 100199"/>
              <a:gd name="connsiteY1" fmla="*/ 18718 h 100252"/>
              <a:gd name="connsiteX2" fmla="*/ 9671 w 100199"/>
              <a:gd name="connsiteY2" fmla="*/ 22366 h 100252"/>
              <a:gd name="connsiteX3" fmla="*/ 3488 w 100199"/>
              <a:gd name="connsiteY3" fmla="*/ 33470 h 100252"/>
              <a:gd name="connsiteX4" fmla="*/ 2537 w 100199"/>
              <a:gd name="connsiteY4" fmla="*/ 37912 h 100252"/>
              <a:gd name="connsiteX5" fmla="*/ 0 w 100199"/>
              <a:gd name="connsiteY5" fmla="*/ 50126 h 100252"/>
              <a:gd name="connsiteX6" fmla="*/ 50100 w 100199"/>
              <a:gd name="connsiteY6" fmla="*/ 100253 h 100252"/>
              <a:gd name="connsiteX7" fmla="*/ 63576 w 100199"/>
              <a:gd name="connsiteY7" fmla="*/ 97556 h 100252"/>
              <a:gd name="connsiteX8" fmla="*/ 67857 w 100199"/>
              <a:gd name="connsiteY8" fmla="*/ 96604 h 100252"/>
              <a:gd name="connsiteX9" fmla="*/ 71503 w 100199"/>
              <a:gd name="connsiteY9" fmla="*/ 95018 h 100252"/>
              <a:gd name="connsiteX10" fmla="*/ 75308 w 100199"/>
              <a:gd name="connsiteY10" fmla="*/ 92479 h 100252"/>
              <a:gd name="connsiteX11" fmla="*/ 100200 w 100199"/>
              <a:gd name="connsiteY11" fmla="*/ 50126 h 100252"/>
              <a:gd name="connsiteX12" fmla="*/ 50100 w 100199"/>
              <a:gd name="connsiteY12" fmla="*/ 0 h 100252"/>
              <a:gd name="connsiteX13" fmla="*/ 17757 w 100199"/>
              <a:gd name="connsiteY13" fmla="*/ 12690 h 100252"/>
              <a:gd name="connsiteX14" fmla="*/ 14269 w 100199"/>
              <a:gd name="connsiteY14" fmla="*/ 15387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00199" h="100252">
                <a:moveTo>
                  <a:pt x="14586" y="15228"/>
                </a:moveTo>
                <a:cubicBezTo>
                  <a:pt x="13635" y="16180"/>
                  <a:pt x="13159" y="17607"/>
                  <a:pt x="12208" y="18718"/>
                </a:cubicBezTo>
                <a:cubicBezTo>
                  <a:pt x="11257" y="19828"/>
                  <a:pt x="10622" y="21097"/>
                  <a:pt x="9671" y="22366"/>
                </a:cubicBezTo>
                <a:cubicBezTo>
                  <a:pt x="7293" y="25856"/>
                  <a:pt x="4915" y="29346"/>
                  <a:pt x="3488" y="33470"/>
                </a:cubicBezTo>
                <a:cubicBezTo>
                  <a:pt x="3012" y="34898"/>
                  <a:pt x="3012" y="36484"/>
                  <a:pt x="2537" y="37912"/>
                </a:cubicBezTo>
                <a:cubicBezTo>
                  <a:pt x="1427" y="41877"/>
                  <a:pt x="0" y="45843"/>
                  <a:pt x="0" y="50126"/>
                </a:cubicBezTo>
                <a:cubicBezTo>
                  <a:pt x="0" y="77886"/>
                  <a:pt x="22513" y="100253"/>
                  <a:pt x="50100" y="100253"/>
                </a:cubicBezTo>
                <a:cubicBezTo>
                  <a:pt x="54856" y="100253"/>
                  <a:pt x="59295" y="98824"/>
                  <a:pt x="63576" y="97556"/>
                </a:cubicBezTo>
                <a:cubicBezTo>
                  <a:pt x="65003" y="97080"/>
                  <a:pt x="66588" y="97239"/>
                  <a:pt x="67857" y="96604"/>
                </a:cubicBezTo>
                <a:cubicBezTo>
                  <a:pt x="69125" y="96128"/>
                  <a:pt x="70235" y="95493"/>
                  <a:pt x="71503" y="95018"/>
                </a:cubicBezTo>
                <a:cubicBezTo>
                  <a:pt x="72930" y="94383"/>
                  <a:pt x="73881" y="93273"/>
                  <a:pt x="75308" y="92479"/>
                </a:cubicBezTo>
                <a:cubicBezTo>
                  <a:pt x="89894" y="83755"/>
                  <a:pt x="100200" y="68368"/>
                  <a:pt x="100200" y="50126"/>
                </a:cubicBezTo>
                <a:cubicBezTo>
                  <a:pt x="100200" y="22525"/>
                  <a:pt x="77686" y="0"/>
                  <a:pt x="50100" y="0"/>
                </a:cubicBezTo>
                <a:cubicBezTo>
                  <a:pt x="37575" y="0"/>
                  <a:pt x="26477" y="5076"/>
                  <a:pt x="17757" y="12690"/>
                </a:cubicBezTo>
                <a:cubicBezTo>
                  <a:pt x="16647" y="13642"/>
                  <a:pt x="15220" y="14276"/>
                  <a:pt x="14269" y="15387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79" name="Freeform 578">
            <a:extLst>
              <a:ext uri="{FF2B5EF4-FFF2-40B4-BE49-F238E27FC236}">
                <a16:creationId xmlns:a16="http://schemas.microsoft.com/office/drawing/2014/main" id="{947DD2A9-BC96-B28A-4A90-AFBFCC4C3BB1}"/>
              </a:ext>
            </a:extLst>
          </p:cNvPr>
          <p:cNvSpPr/>
          <p:nvPr userDrawn="1"/>
        </p:nvSpPr>
        <p:spPr>
          <a:xfrm>
            <a:off x="995892" y="3804478"/>
            <a:ext cx="100358" cy="86196"/>
          </a:xfrm>
          <a:custGeom>
            <a:avLst/>
            <a:gdLst>
              <a:gd name="connsiteX0" fmla="*/ 11257 w 100358"/>
              <a:gd name="connsiteY0" fmla="*/ 19353 h 100093"/>
              <a:gd name="connsiteX1" fmla="*/ 8720 w 100358"/>
              <a:gd name="connsiteY1" fmla="*/ 23001 h 100093"/>
              <a:gd name="connsiteX2" fmla="*/ 5708 w 100358"/>
              <a:gd name="connsiteY2" fmla="*/ 27442 h 100093"/>
              <a:gd name="connsiteX3" fmla="*/ 3646 w 100358"/>
              <a:gd name="connsiteY3" fmla="*/ 31408 h 100093"/>
              <a:gd name="connsiteX4" fmla="*/ 3646 w 100358"/>
              <a:gd name="connsiteY4" fmla="*/ 31884 h 100093"/>
              <a:gd name="connsiteX5" fmla="*/ 0 w 100358"/>
              <a:gd name="connsiteY5" fmla="*/ 49809 h 100093"/>
              <a:gd name="connsiteX6" fmla="*/ 13476 w 100358"/>
              <a:gd name="connsiteY6" fmla="*/ 83438 h 100093"/>
              <a:gd name="connsiteX7" fmla="*/ 16647 w 100358"/>
              <a:gd name="connsiteY7" fmla="*/ 86452 h 100093"/>
              <a:gd name="connsiteX8" fmla="*/ 24733 w 100358"/>
              <a:gd name="connsiteY8" fmla="*/ 92004 h 100093"/>
              <a:gd name="connsiteX9" fmla="*/ 28379 w 100358"/>
              <a:gd name="connsiteY9" fmla="*/ 94542 h 100093"/>
              <a:gd name="connsiteX10" fmla="*/ 50258 w 100358"/>
              <a:gd name="connsiteY10" fmla="*/ 100094 h 100093"/>
              <a:gd name="connsiteX11" fmla="*/ 82601 w 100358"/>
              <a:gd name="connsiteY11" fmla="*/ 87562 h 100093"/>
              <a:gd name="connsiteX12" fmla="*/ 86089 w 100358"/>
              <a:gd name="connsiteY12" fmla="*/ 84866 h 100093"/>
              <a:gd name="connsiteX13" fmla="*/ 100358 w 100358"/>
              <a:gd name="connsiteY13" fmla="*/ 50126 h 100093"/>
              <a:gd name="connsiteX14" fmla="*/ 50258 w 100358"/>
              <a:gd name="connsiteY14" fmla="*/ 0 h 100093"/>
              <a:gd name="connsiteX15" fmla="*/ 31867 w 100358"/>
              <a:gd name="connsiteY15" fmla="*/ 3648 h 100093"/>
              <a:gd name="connsiteX16" fmla="*/ 27904 w 100358"/>
              <a:gd name="connsiteY16" fmla="*/ 5711 h 100093"/>
              <a:gd name="connsiteX17" fmla="*/ 11415 w 100358"/>
              <a:gd name="connsiteY17" fmla="*/ 19670 h 1000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00358" h="100093">
                <a:moveTo>
                  <a:pt x="11257" y="19353"/>
                </a:moveTo>
                <a:cubicBezTo>
                  <a:pt x="10305" y="20463"/>
                  <a:pt x="9513" y="21732"/>
                  <a:pt x="8720" y="23001"/>
                </a:cubicBezTo>
                <a:cubicBezTo>
                  <a:pt x="7769" y="24587"/>
                  <a:pt x="6500" y="25856"/>
                  <a:pt x="5708" y="27442"/>
                </a:cubicBezTo>
                <a:cubicBezTo>
                  <a:pt x="5073" y="28870"/>
                  <a:pt x="4122" y="29981"/>
                  <a:pt x="3646" y="31408"/>
                </a:cubicBezTo>
                <a:cubicBezTo>
                  <a:pt x="3646" y="31567"/>
                  <a:pt x="3646" y="31884"/>
                  <a:pt x="3646" y="31884"/>
                </a:cubicBezTo>
                <a:cubicBezTo>
                  <a:pt x="1427" y="37595"/>
                  <a:pt x="0" y="43464"/>
                  <a:pt x="0" y="49809"/>
                </a:cubicBezTo>
                <a:cubicBezTo>
                  <a:pt x="0" y="62816"/>
                  <a:pt x="5232" y="74555"/>
                  <a:pt x="13476" y="83438"/>
                </a:cubicBezTo>
                <a:cubicBezTo>
                  <a:pt x="14427" y="84548"/>
                  <a:pt x="15537" y="85500"/>
                  <a:pt x="16647" y="86452"/>
                </a:cubicBezTo>
                <a:cubicBezTo>
                  <a:pt x="19025" y="88673"/>
                  <a:pt x="21879" y="90259"/>
                  <a:pt x="24733" y="92004"/>
                </a:cubicBezTo>
                <a:cubicBezTo>
                  <a:pt x="26001" y="92797"/>
                  <a:pt x="27111" y="93907"/>
                  <a:pt x="28379" y="94542"/>
                </a:cubicBezTo>
                <a:cubicBezTo>
                  <a:pt x="35038" y="97873"/>
                  <a:pt x="42331" y="100094"/>
                  <a:pt x="50258" y="100094"/>
                </a:cubicBezTo>
                <a:cubicBezTo>
                  <a:pt x="62783" y="100094"/>
                  <a:pt x="73881" y="95018"/>
                  <a:pt x="82601" y="87562"/>
                </a:cubicBezTo>
                <a:cubicBezTo>
                  <a:pt x="83711" y="86611"/>
                  <a:pt x="85138" y="85976"/>
                  <a:pt x="86089" y="84866"/>
                </a:cubicBezTo>
                <a:cubicBezTo>
                  <a:pt x="94809" y="75824"/>
                  <a:pt x="100358" y="63609"/>
                  <a:pt x="100358" y="50126"/>
                </a:cubicBezTo>
                <a:cubicBezTo>
                  <a:pt x="100358" y="22366"/>
                  <a:pt x="77845" y="0"/>
                  <a:pt x="50258" y="0"/>
                </a:cubicBezTo>
                <a:cubicBezTo>
                  <a:pt x="43758" y="0"/>
                  <a:pt x="37575" y="1428"/>
                  <a:pt x="31867" y="3648"/>
                </a:cubicBezTo>
                <a:cubicBezTo>
                  <a:pt x="30440" y="4283"/>
                  <a:pt x="29331" y="5076"/>
                  <a:pt x="27904" y="5711"/>
                </a:cubicBezTo>
                <a:cubicBezTo>
                  <a:pt x="21245" y="9042"/>
                  <a:pt x="15854" y="13800"/>
                  <a:pt x="11415" y="1967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80" name="Freeform 579">
            <a:extLst>
              <a:ext uri="{FF2B5EF4-FFF2-40B4-BE49-F238E27FC236}">
                <a16:creationId xmlns:a16="http://schemas.microsoft.com/office/drawing/2014/main" id="{B4FBF949-BD43-8C86-0902-273764C66BA8}"/>
              </a:ext>
            </a:extLst>
          </p:cNvPr>
          <p:cNvSpPr/>
          <p:nvPr userDrawn="1"/>
        </p:nvSpPr>
        <p:spPr>
          <a:xfrm>
            <a:off x="793590" y="4006251"/>
            <a:ext cx="100358" cy="86470"/>
          </a:xfrm>
          <a:custGeom>
            <a:avLst/>
            <a:gdLst>
              <a:gd name="connsiteX0" fmla="*/ 19977 w 100358"/>
              <a:gd name="connsiteY0" fmla="*/ 11104 h 100411"/>
              <a:gd name="connsiteX1" fmla="*/ 16330 w 100358"/>
              <a:gd name="connsiteY1" fmla="*/ 13642 h 100411"/>
              <a:gd name="connsiteX2" fmla="*/ 11098 w 100358"/>
              <a:gd name="connsiteY2" fmla="*/ 19987 h 100411"/>
              <a:gd name="connsiteX3" fmla="*/ 8720 w 100358"/>
              <a:gd name="connsiteY3" fmla="*/ 23636 h 100411"/>
              <a:gd name="connsiteX4" fmla="*/ 6500 w 100358"/>
              <a:gd name="connsiteY4" fmla="*/ 26967 h 100411"/>
              <a:gd name="connsiteX5" fmla="*/ 2537 w 100358"/>
              <a:gd name="connsiteY5" fmla="*/ 37753 h 100411"/>
              <a:gd name="connsiteX6" fmla="*/ 1744 w 100358"/>
              <a:gd name="connsiteY6" fmla="*/ 42036 h 100411"/>
              <a:gd name="connsiteX7" fmla="*/ 0 w 100358"/>
              <a:gd name="connsiteY7" fmla="*/ 50285 h 100411"/>
              <a:gd name="connsiteX8" fmla="*/ 30440 w 100358"/>
              <a:gd name="connsiteY8" fmla="*/ 96445 h 100411"/>
              <a:gd name="connsiteX9" fmla="*/ 34880 w 100358"/>
              <a:gd name="connsiteY9" fmla="*/ 97397 h 100411"/>
              <a:gd name="connsiteX10" fmla="*/ 50100 w 100358"/>
              <a:gd name="connsiteY10" fmla="*/ 100411 h 100411"/>
              <a:gd name="connsiteX11" fmla="*/ 88309 w 100358"/>
              <a:gd name="connsiteY11" fmla="*/ 81693 h 100411"/>
              <a:gd name="connsiteX12" fmla="*/ 90846 w 100358"/>
              <a:gd name="connsiteY12" fmla="*/ 78045 h 100411"/>
              <a:gd name="connsiteX13" fmla="*/ 100358 w 100358"/>
              <a:gd name="connsiteY13" fmla="*/ 50285 h 100411"/>
              <a:gd name="connsiteX14" fmla="*/ 86882 w 100358"/>
              <a:gd name="connsiteY14" fmla="*/ 16656 h 100411"/>
              <a:gd name="connsiteX15" fmla="*/ 83870 w 100358"/>
              <a:gd name="connsiteY15" fmla="*/ 13483 h 100411"/>
              <a:gd name="connsiteX16" fmla="*/ 50258 w 100358"/>
              <a:gd name="connsiteY16" fmla="*/ 0 h 100411"/>
              <a:gd name="connsiteX17" fmla="*/ 37733 w 100358"/>
              <a:gd name="connsiteY17" fmla="*/ 2538 h 100411"/>
              <a:gd name="connsiteX18" fmla="*/ 33294 w 100358"/>
              <a:gd name="connsiteY18" fmla="*/ 3490 h 100411"/>
              <a:gd name="connsiteX19" fmla="*/ 20135 w 100358"/>
              <a:gd name="connsiteY19" fmla="*/ 11262 h 1004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00358" h="100411">
                <a:moveTo>
                  <a:pt x="19977" y="11104"/>
                </a:moveTo>
                <a:cubicBezTo>
                  <a:pt x="18867" y="12056"/>
                  <a:pt x="17440" y="12531"/>
                  <a:pt x="16330" y="13642"/>
                </a:cubicBezTo>
                <a:cubicBezTo>
                  <a:pt x="14269" y="15545"/>
                  <a:pt x="12842" y="17766"/>
                  <a:pt x="11098" y="19987"/>
                </a:cubicBezTo>
                <a:cubicBezTo>
                  <a:pt x="10147" y="21097"/>
                  <a:pt x="9513" y="22366"/>
                  <a:pt x="8720" y="23636"/>
                </a:cubicBezTo>
                <a:cubicBezTo>
                  <a:pt x="7927" y="24746"/>
                  <a:pt x="7134" y="25698"/>
                  <a:pt x="6500" y="26967"/>
                </a:cubicBezTo>
                <a:cubicBezTo>
                  <a:pt x="4598" y="30456"/>
                  <a:pt x="3488" y="33946"/>
                  <a:pt x="2537" y="37753"/>
                </a:cubicBezTo>
                <a:cubicBezTo>
                  <a:pt x="2220" y="39181"/>
                  <a:pt x="1903" y="40609"/>
                  <a:pt x="1744" y="42036"/>
                </a:cubicBezTo>
                <a:cubicBezTo>
                  <a:pt x="1268" y="44892"/>
                  <a:pt x="0" y="47430"/>
                  <a:pt x="0" y="50285"/>
                </a:cubicBezTo>
                <a:cubicBezTo>
                  <a:pt x="0" y="71065"/>
                  <a:pt x="12525" y="88831"/>
                  <a:pt x="30440" y="96445"/>
                </a:cubicBezTo>
                <a:cubicBezTo>
                  <a:pt x="31709" y="97080"/>
                  <a:pt x="33453" y="96921"/>
                  <a:pt x="34880" y="97397"/>
                </a:cubicBezTo>
                <a:cubicBezTo>
                  <a:pt x="39794" y="98983"/>
                  <a:pt x="44709" y="100411"/>
                  <a:pt x="50100" y="100411"/>
                </a:cubicBezTo>
                <a:cubicBezTo>
                  <a:pt x="65637" y="100411"/>
                  <a:pt x="79113" y="92797"/>
                  <a:pt x="88309" y="81693"/>
                </a:cubicBezTo>
                <a:cubicBezTo>
                  <a:pt x="89260" y="80583"/>
                  <a:pt x="89894" y="79314"/>
                  <a:pt x="90846" y="78045"/>
                </a:cubicBezTo>
                <a:cubicBezTo>
                  <a:pt x="96395" y="69955"/>
                  <a:pt x="100358" y="60913"/>
                  <a:pt x="100358" y="50285"/>
                </a:cubicBezTo>
                <a:cubicBezTo>
                  <a:pt x="100358" y="37277"/>
                  <a:pt x="95126" y="25539"/>
                  <a:pt x="86882" y="16656"/>
                </a:cubicBezTo>
                <a:cubicBezTo>
                  <a:pt x="85931" y="15545"/>
                  <a:pt x="84821" y="14594"/>
                  <a:pt x="83870" y="13483"/>
                </a:cubicBezTo>
                <a:cubicBezTo>
                  <a:pt x="74991" y="5235"/>
                  <a:pt x="63259" y="0"/>
                  <a:pt x="50258" y="0"/>
                </a:cubicBezTo>
                <a:cubicBezTo>
                  <a:pt x="45819" y="0"/>
                  <a:pt x="41856" y="1428"/>
                  <a:pt x="37733" y="2538"/>
                </a:cubicBezTo>
                <a:cubicBezTo>
                  <a:pt x="36306" y="3014"/>
                  <a:pt x="34721" y="3014"/>
                  <a:pt x="33294" y="3490"/>
                </a:cubicBezTo>
                <a:cubicBezTo>
                  <a:pt x="28379" y="5235"/>
                  <a:pt x="24099" y="8090"/>
                  <a:pt x="20135" y="1126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81" name="Freeform 580">
            <a:extLst>
              <a:ext uri="{FF2B5EF4-FFF2-40B4-BE49-F238E27FC236}">
                <a16:creationId xmlns:a16="http://schemas.microsoft.com/office/drawing/2014/main" id="{C9280EA3-F96F-8255-8C43-B52FA087EED8}"/>
              </a:ext>
            </a:extLst>
          </p:cNvPr>
          <p:cNvSpPr/>
          <p:nvPr userDrawn="1"/>
        </p:nvSpPr>
        <p:spPr>
          <a:xfrm>
            <a:off x="591447" y="4545425"/>
            <a:ext cx="100358" cy="86606"/>
          </a:xfrm>
          <a:custGeom>
            <a:avLst/>
            <a:gdLst>
              <a:gd name="connsiteX0" fmla="*/ 96870 w 100358"/>
              <a:gd name="connsiteY0" fmla="*/ 66941 h 100569"/>
              <a:gd name="connsiteX1" fmla="*/ 97821 w 100358"/>
              <a:gd name="connsiteY1" fmla="*/ 62499 h 100569"/>
              <a:gd name="connsiteX2" fmla="*/ 100358 w 100358"/>
              <a:gd name="connsiteY2" fmla="*/ 50285 h 100569"/>
              <a:gd name="connsiteX3" fmla="*/ 75784 w 100358"/>
              <a:gd name="connsiteY3" fmla="*/ 8090 h 100569"/>
              <a:gd name="connsiteX4" fmla="*/ 72137 w 100358"/>
              <a:gd name="connsiteY4" fmla="*/ 5552 h 100569"/>
              <a:gd name="connsiteX5" fmla="*/ 69918 w 100358"/>
              <a:gd name="connsiteY5" fmla="*/ 4124 h 100569"/>
              <a:gd name="connsiteX6" fmla="*/ 65479 w 100358"/>
              <a:gd name="connsiteY6" fmla="*/ 3172 h 100569"/>
              <a:gd name="connsiteX7" fmla="*/ 50258 w 100358"/>
              <a:gd name="connsiteY7" fmla="*/ 0 h 100569"/>
              <a:gd name="connsiteX8" fmla="*/ 34721 w 100358"/>
              <a:gd name="connsiteY8" fmla="*/ 3172 h 100569"/>
              <a:gd name="connsiteX9" fmla="*/ 30440 w 100358"/>
              <a:gd name="connsiteY9" fmla="*/ 4283 h 100569"/>
              <a:gd name="connsiteX10" fmla="*/ 23940 w 100358"/>
              <a:gd name="connsiteY10" fmla="*/ 8724 h 100569"/>
              <a:gd name="connsiteX11" fmla="*/ 20294 w 100358"/>
              <a:gd name="connsiteY11" fmla="*/ 11262 h 100569"/>
              <a:gd name="connsiteX12" fmla="*/ 16647 w 100358"/>
              <a:gd name="connsiteY12" fmla="*/ 13642 h 100569"/>
              <a:gd name="connsiteX13" fmla="*/ 13635 w 100358"/>
              <a:gd name="connsiteY13" fmla="*/ 16814 h 100569"/>
              <a:gd name="connsiteX14" fmla="*/ 6500 w 100358"/>
              <a:gd name="connsiteY14" fmla="*/ 27284 h 100569"/>
              <a:gd name="connsiteX15" fmla="*/ 3964 w 100358"/>
              <a:gd name="connsiteY15" fmla="*/ 31091 h 100569"/>
              <a:gd name="connsiteX16" fmla="*/ 0 w 100358"/>
              <a:gd name="connsiteY16" fmla="*/ 50443 h 100569"/>
              <a:gd name="connsiteX17" fmla="*/ 1903 w 100358"/>
              <a:gd name="connsiteY17" fmla="*/ 59485 h 100569"/>
              <a:gd name="connsiteX18" fmla="*/ 2854 w 100358"/>
              <a:gd name="connsiteY18" fmla="*/ 63768 h 100569"/>
              <a:gd name="connsiteX19" fmla="*/ 27745 w 100358"/>
              <a:gd name="connsiteY19" fmla="*/ 94542 h 100569"/>
              <a:gd name="connsiteX20" fmla="*/ 31550 w 100358"/>
              <a:gd name="connsiteY20" fmla="*/ 96763 h 100569"/>
              <a:gd name="connsiteX21" fmla="*/ 50100 w 100358"/>
              <a:gd name="connsiteY21" fmla="*/ 100570 h 100569"/>
              <a:gd name="connsiteX22" fmla="*/ 88943 w 100358"/>
              <a:gd name="connsiteY22" fmla="*/ 80741 h 100569"/>
              <a:gd name="connsiteX23" fmla="*/ 91480 w 100358"/>
              <a:gd name="connsiteY23" fmla="*/ 77093 h 100569"/>
              <a:gd name="connsiteX24" fmla="*/ 96870 w 100358"/>
              <a:gd name="connsiteY24" fmla="*/ 66941 h 1005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100358" h="100569">
                <a:moveTo>
                  <a:pt x="96870" y="66941"/>
                </a:moveTo>
                <a:cubicBezTo>
                  <a:pt x="97346" y="65513"/>
                  <a:pt x="97346" y="63927"/>
                  <a:pt x="97821" y="62499"/>
                </a:cubicBezTo>
                <a:cubicBezTo>
                  <a:pt x="98931" y="58533"/>
                  <a:pt x="100358" y="54726"/>
                  <a:pt x="100358" y="50285"/>
                </a:cubicBezTo>
                <a:cubicBezTo>
                  <a:pt x="100358" y="32201"/>
                  <a:pt x="90211" y="16973"/>
                  <a:pt x="75784" y="8090"/>
                </a:cubicBezTo>
                <a:cubicBezTo>
                  <a:pt x="74515" y="7297"/>
                  <a:pt x="73406" y="6186"/>
                  <a:pt x="72137" y="5552"/>
                </a:cubicBezTo>
                <a:cubicBezTo>
                  <a:pt x="71345" y="5076"/>
                  <a:pt x="70710" y="4442"/>
                  <a:pt x="69918" y="4124"/>
                </a:cubicBezTo>
                <a:cubicBezTo>
                  <a:pt x="68491" y="3490"/>
                  <a:pt x="66905" y="3648"/>
                  <a:pt x="65479" y="3172"/>
                </a:cubicBezTo>
                <a:cubicBezTo>
                  <a:pt x="60564" y="1586"/>
                  <a:pt x="55649" y="0"/>
                  <a:pt x="50258" y="0"/>
                </a:cubicBezTo>
                <a:cubicBezTo>
                  <a:pt x="44868" y="0"/>
                  <a:pt x="39636" y="1586"/>
                  <a:pt x="34721" y="3172"/>
                </a:cubicBezTo>
                <a:cubicBezTo>
                  <a:pt x="33294" y="3648"/>
                  <a:pt x="31709" y="3648"/>
                  <a:pt x="30440" y="4283"/>
                </a:cubicBezTo>
                <a:cubicBezTo>
                  <a:pt x="27904" y="5393"/>
                  <a:pt x="26160" y="7297"/>
                  <a:pt x="23940" y="8724"/>
                </a:cubicBezTo>
                <a:cubicBezTo>
                  <a:pt x="22672" y="9518"/>
                  <a:pt x="21403" y="10311"/>
                  <a:pt x="20294" y="11262"/>
                </a:cubicBezTo>
                <a:cubicBezTo>
                  <a:pt x="19184" y="12214"/>
                  <a:pt x="17757" y="12690"/>
                  <a:pt x="16647" y="13642"/>
                </a:cubicBezTo>
                <a:cubicBezTo>
                  <a:pt x="15537" y="14593"/>
                  <a:pt x="14586" y="15704"/>
                  <a:pt x="13635" y="16814"/>
                </a:cubicBezTo>
                <a:cubicBezTo>
                  <a:pt x="10781" y="19987"/>
                  <a:pt x="8561" y="23635"/>
                  <a:pt x="6500" y="27284"/>
                </a:cubicBezTo>
                <a:cubicBezTo>
                  <a:pt x="5708" y="28711"/>
                  <a:pt x="4598" y="29663"/>
                  <a:pt x="3964" y="31091"/>
                </a:cubicBezTo>
                <a:cubicBezTo>
                  <a:pt x="1427" y="37119"/>
                  <a:pt x="0" y="43622"/>
                  <a:pt x="0" y="50443"/>
                </a:cubicBezTo>
                <a:cubicBezTo>
                  <a:pt x="0" y="53774"/>
                  <a:pt x="1268" y="56471"/>
                  <a:pt x="1903" y="59485"/>
                </a:cubicBezTo>
                <a:cubicBezTo>
                  <a:pt x="2220" y="60913"/>
                  <a:pt x="2378" y="62340"/>
                  <a:pt x="2854" y="63768"/>
                </a:cubicBezTo>
                <a:cubicBezTo>
                  <a:pt x="6659" y="77251"/>
                  <a:pt x="15537" y="88355"/>
                  <a:pt x="27745" y="94542"/>
                </a:cubicBezTo>
                <a:cubicBezTo>
                  <a:pt x="29014" y="95176"/>
                  <a:pt x="30123" y="96128"/>
                  <a:pt x="31550" y="96763"/>
                </a:cubicBezTo>
                <a:cubicBezTo>
                  <a:pt x="37258" y="99142"/>
                  <a:pt x="43599" y="100570"/>
                  <a:pt x="50100" y="100570"/>
                </a:cubicBezTo>
                <a:cubicBezTo>
                  <a:pt x="66113" y="100570"/>
                  <a:pt x="79747" y="92479"/>
                  <a:pt x="88943" y="80741"/>
                </a:cubicBezTo>
                <a:cubicBezTo>
                  <a:pt x="89894" y="79472"/>
                  <a:pt x="90687" y="78362"/>
                  <a:pt x="91480" y="77093"/>
                </a:cubicBezTo>
                <a:cubicBezTo>
                  <a:pt x="93541" y="73762"/>
                  <a:pt x="95602" y="70589"/>
                  <a:pt x="96870" y="66941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83" name="Freeform 582">
            <a:extLst>
              <a:ext uri="{FF2B5EF4-FFF2-40B4-BE49-F238E27FC236}">
                <a16:creationId xmlns:a16="http://schemas.microsoft.com/office/drawing/2014/main" id="{4386FB55-AFF9-0FCD-ECCA-DCA0F25765A6}"/>
              </a:ext>
            </a:extLst>
          </p:cNvPr>
          <p:cNvSpPr/>
          <p:nvPr userDrawn="1"/>
        </p:nvSpPr>
        <p:spPr>
          <a:xfrm>
            <a:off x="52399" y="3129676"/>
            <a:ext cx="100358" cy="86333"/>
          </a:xfrm>
          <a:custGeom>
            <a:avLst/>
            <a:gdLst>
              <a:gd name="connsiteX0" fmla="*/ 80223 w 100358"/>
              <a:gd name="connsiteY0" fmla="*/ 89307 h 100252"/>
              <a:gd name="connsiteX1" fmla="*/ 83870 w 100358"/>
              <a:gd name="connsiteY1" fmla="*/ 86769 h 100252"/>
              <a:gd name="connsiteX2" fmla="*/ 88943 w 100358"/>
              <a:gd name="connsiteY2" fmla="*/ 80582 h 100252"/>
              <a:gd name="connsiteX3" fmla="*/ 91480 w 100358"/>
              <a:gd name="connsiteY3" fmla="*/ 76934 h 100252"/>
              <a:gd name="connsiteX4" fmla="*/ 100358 w 100358"/>
              <a:gd name="connsiteY4" fmla="*/ 50126 h 100252"/>
              <a:gd name="connsiteX5" fmla="*/ 55015 w 100358"/>
              <a:gd name="connsiteY5" fmla="*/ 952 h 100252"/>
              <a:gd name="connsiteX6" fmla="*/ 50734 w 100358"/>
              <a:gd name="connsiteY6" fmla="*/ 0 h 100252"/>
              <a:gd name="connsiteX7" fmla="*/ 50258 w 100358"/>
              <a:gd name="connsiteY7" fmla="*/ 0 h 100252"/>
              <a:gd name="connsiteX8" fmla="*/ 13793 w 100358"/>
              <a:gd name="connsiteY8" fmla="*/ 16180 h 100252"/>
              <a:gd name="connsiteX9" fmla="*/ 13476 w 100358"/>
              <a:gd name="connsiteY9" fmla="*/ 16656 h 100252"/>
              <a:gd name="connsiteX10" fmla="*/ 10940 w 100358"/>
              <a:gd name="connsiteY10" fmla="*/ 20304 h 100252"/>
              <a:gd name="connsiteX11" fmla="*/ 2378 w 100358"/>
              <a:gd name="connsiteY11" fmla="*/ 38864 h 100252"/>
              <a:gd name="connsiteX12" fmla="*/ 1427 w 100358"/>
              <a:gd name="connsiteY12" fmla="*/ 43305 h 100252"/>
              <a:gd name="connsiteX13" fmla="*/ 0 w 100358"/>
              <a:gd name="connsiteY13" fmla="*/ 50126 h 100252"/>
              <a:gd name="connsiteX14" fmla="*/ 1268 w 100358"/>
              <a:gd name="connsiteY14" fmla="*/ 55995 h 100252"/>
              <a:gd name="connsiteX15" fmla="*/ 2220 w 100358"/>
              <a:gd name="connsiteY15" fmla="*/ 60278 h 100252"/>
              <a:gd name="connsiteX16" fmla="*/ 2537 w 100358"/>
              <a:gd name="connsiteY16" fmla="*/ 61547 h 100252"/>
              <a:gd name="connsiteX17" fmla="*/ 15379 w 100358"/>
              <a:gd name="connsiteY17" fmla="*/ 85817 h 100252"/>
              <a:gd name="connsiteX18" fmla="*/ 19025 w 100358"/>
              <a:gd name="connsiteY18" fmla="*/ 88355 h 100252"/>
              <a:gd name="connsiteX19" fmla="*/ 50258 w 100358"/>
              <a:gd name="connsiteY19" fmla="*/ 100252 h 100252"/>
              <a:gd name="connsiteX20" fmla="*/ 65796 w 100358"/>
              <a:gd name="connsiteY20" fmla="*/ 97080 h 100252"/>
              <a:gd name="connsiteX21" fmla="*/ 70076 w 100358"/>
              <a:gd name="connsiteY21" fmla="*/ 95969 h 100252"/>
              <a:gd name="connsiteX22" fmla="*/ 80382 w 100358"/>
              <a:gd name="connsiteY22" fmla="*/ 88990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100358" h="100252">
                <a:moveTo>
                  <a:pt x="80223" y="89307"/>
                </a:moveTo>
                <a:cubicBezTo>
                  <a:pt x="81333" y="88355"/>
                  <a:pt x="82760" y="87879"/>
                  <a:pt x="83870" y="86769"/>
                </a:cubicBezTo>
                <a:cubicBezTo>
                  <a:pt x="85931" y="84865"/>
                  <a:pt x="87199" y="82803"/>
                  <a:pt x="88943" y="80582"/>
                </a:cubicBezTo>
                <a:cubicBezTo>
                  <a:pt x="89894" y="79472"/>
                  <a:pt x="90687" y="78203"/>
                  <a:pt x="91480" y="76934"/>
                </a:cubicBezTo>
                <a:cubicBezTo>
                  <a:pt x="96553" y="69003"/>
                  <a:pt x="100358" y="60278"/>
                  <a:pt x="100358" y="50126"/>
                </a:cubicBezTo>
                <a:cubicBezTo>
                  <a:pt x="100358" y="24111"/>
                  <a:pt x="80382" y="3490"/>
                  <a:pt x="55015" y="952"/>
                </a:cubicBezTo>
                <a:cubicBezTo>
                  <a:pt x="53429" y="793"/>
                  <a:pt x="52161" y="0"/>
                  <a:pt x="50734" y="0"/>
                </a:cubicBezTo>
                <a:cubicBezTo>
                  <a:pt x="50734" y="0"/>
                  <a:pt x="50417" y="0"/>
                  <a:pt x="50258" y="0"/>
                </a:cubicBezTo>
                <a:cubicBezTo>
                  <a:pt x="35831" y="0"/>
                  <a:pt x="22989" y="6345"/>
                  <a:pt x="13793" y="16180"/>
                </a:cubicBezTo>
                <a:cubicBezTo>
                  <a:pt x="13793" y="16180"/>
                  <a:pt x="13793" y="16497"/>
                  <a:pt x="13476" y="16656"/>
                </a:cubicBezTo>
                <a:cubicBezTo>
                  <a:pt x="12525" y="17766"/>
                  <a:pt x="11891" y="19194"/>
                  <a:pt x="10940" y="20304"/>
                </a:cubicBezTo>
                <a:cubicBezTo>
                  <a:pt x="6817" y="25856"/>
                  <a:pt x="3964" y="32043"/>
                  <a:pt x="2378" y="38864"/>
                </a:cubicBezTo>
                <a:cubicBezTo>
                  <a:pt x="2061" y="40291"/>
                  <a:pt x="1744" y="41719"/>
                  <a:pt x="1427" y="43305"/>
                </a:cubicBezTo>
                <a:cubicBezTo>
                  <a:pt x="1110" y="45684"/>
                  <a:pt x="0" y="47747"/>
                  <a:pt x="0" y="50126"/>
                </a:cubicBezTo>
                <a:cubicBezTo>
                  <a:pt x="0" y="52188"/>
                  <a:pt x="951" y="54092"/>
                  <a:pt x="1268" y="55995"/>
                </a:cubicBezTo>
                <a:cubicBezTo>
                  <a:pt x="1427" y="57423"/>
                  <a:pt x="1903" y="58851"/>
                  <a:pt x="2220" y="60278"/>
                </a:cubicBezTo>
                <a:cubicBezTo>
                  <a:pt x="2220" y="60754"/>
                  <a:pt x="2378" y="61071"/>
                  <a:pt x="2537" y="61547"/>
                </a:cubicBezTo>
                <a:cubicBezTo>
                  <a:pt x="4756" y="70748"/>
                  <a:pt x="8720" y="79314"/>
                  <a:pt x="15379" y="85817"/>
                </a:cubicBezTo>
                <a:cubicBezTo>
                  <a:pt x="16489" y="86928"/>
                  <a:pt x="17915" y="87404"/>
                  <a:pt x="19025" y="88355"/>
                </a:cubicBezTo>
                <a:cubicBezTo>
                  <a:pt x="27745" y="95493"/>
                  <a:pt x="38368" y="100252"/>
                  <a:pt x="50258" y="100252"/>
                </a:cubicBezTo>
                <a:cubicBezTo>
                  <a:pt x="55807" y="100252"/>
                  <a:pt x="60881" y="98666"/>
                  <a:pt x="65796" y="97080"/>
                </a:cubicBezTo>
                <a:cubicBezTo>
                  <a:pt x="67222" y="96604"/>
                  <a:pt x="68808" y="96604"/>
                  <a:pt x="70076" y="95969"/>
                </a:cubicBezTo>
                <a:cubicBezTo>
                  <a:pt x="73881" y="94224"/>
                  <a:pt x="77052" y="91528"/>
                  <a:pt x="80382" y="8899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84" name="Freeform 583">
            <a:extLst>
              <a:ext uri="{FF2B5EF4-FFF2-40B4-BE49-F238E27FC236}">
                <a16:creationId xmlns:a16="http://schemas.microsoft.com/office/drawing/2014/main" id="{70948132-CC72-4268-9B7E-12970CB3CF2B}"/>
              </a:ext>
            </a:extLst>
          </p:cNvPr>
          <p:cNvSpPr/>
          <p:nvPr userDrawn="1"/>
        </p:nvSpPr>
        <p:spPr>
          <a:xfrm>
            <a:off x="119621" y="1848604"/>
            <a:ext cx="100358" cy="86196"/>
          </a:xfrm>
          <a:custGeom>
            <a:avLst/>
            <a:gdLst>
              <a:gd name="connsiteX0" fmla="*/ 78955 w 100358"/>
              <a:gd name="connsiteY0" fmla="*/ 10311 h 100093"/>
              <a:gd name="connsiteX1" fmla="*/ 75308 w 100358"/>
              <a:gd name="connsiteY1" fmla="*/ 7773 h 100093"/>
              <a:gd name="connsiteX2" fmla="*/ 50258 w 100358"/>
              <a:gd name="connsiteY2" fmla="*/ 0 h 100093"/>
              <a:gd name="connsiteX3" fmla="*/ 2854 w 100358"/>
              <a:gd name="connsiteY3" fmla="*/ 36326 h 100093"/>
              <a:gd name="connsiteX4" fmla="*/ 1903 w 100358"/>
              <a:gd name="connsiteY4" fmla="*/ 40609 h 100093"/>
              <a:gd name="connsiteX5" fmla="*/ 1427 w 100358"/>
              <a:gd name="connsiteY5" fmla="*/ 42829 h 100093"/>
              <a:gd name="connsiteX6" fmla="*/ 0 w 100358"/>
              <a:gd name="connsiteY6" fmla="*/ 49968 h 100093"/>
              <a:gd name="connsiteX7" fmla="*/ 476 w 100358"/>
              <a:gd name="connsiteY7" fmla="*/ 52506 h 100093"/>
              <a:gd name="connsiteX8" fmla="*/ 1427 w 100358"/>
              <a:gd name="connsiteY8" fmla="*/ 56789 h 100093"/>
              <a:gd name="connsiteX9" fmla="*/ 11732 w 100358"/>
              <a:gd name="connsiteY9" fmla="*/ 81059 h 100093"/>
              <a:gd name="connsiteX10" fmla="*/ 14269 w 100358"/>
              <a:gd name="connsiteY10" fmla="*/ 84866 h 100093"/>
              <a:gd name="connsiteX11" fmla="*/ 15220 w 100358"/>
              <a:gd name="connsiteY11" fmla="*/ 85817 h 100093"/>
              <a:gd name="connsiteX12" fmla="*/ 31550 w 100358"/>
              <a:gd name="connsiteY12" fmla="*/ 96287 h 100093"/>
              <a:gd name="connsiteX13" fmla="*/ 35989 w 100358"/>
              <a:gd name="connsiteY13" fmla="*/ 97239 h 100093"/>
              <a:gd name="connsiteX14" fmla="*/ 45343 w 100358"/>
              <a:gd name="connsiteY14" fmla="*/ 99142 h 100093"/>
              <a:gd name="connsiteX15" fmla="*/ 49783 w 100358"/>
              <a:gd name="connsiteY15" fmla="*/ 100094 h 100093"/>
              <a:gd name="connsiteX16" fmla="*/ 50258 w 100358"/>
              <a:gd name="connsiteY16" fmla="*/ 100094 h 100093"/>
              <a:gd name="connsiteX17" fmla="*/ 62783 w 100358"/>
              <a:gd name="connsiteY17" fmla="*/ 97556 h 100093"/>
              <a:gd name="connsiteX18" fmla="*/ 67222 w 100358"/>
              <a:gd name="connsiteY18" fmla="*/ 96604 h 100093"/>
              <a:gd name="connsiteX19" fmla="*/ 68649 w 100358"/>
              <a:gd name="connsiteY19" fmla="*/ 96287 h 100093"/>
              <a:gd name="connsiteX20" fmla="*/ 72613 w 100358"/>
              <a:gd name="connsiteY20" fmla="*/ 94225 h 100093"/>
              <a:gd name="connsiteX21" fmla="*/ 100358 w 100358"/>
              <a:gd name="connsiteY21" fmla="*/ 49968 h 100093"/>
              <a:gd name="connsiteX22" fmla="*/ 84821 w 100358"/>
              <a:gd name="connsiteY22" fmla="*/ 13959 h 100093"/>
              <a:gd name="connsiteX23" fmla="*/ 81174 w 100358"/>
              <a:gd name="connsiteY23" fmla="*/ 11421 h 100093"/>
              <a:gd name="connsiteX24" fmla="*/ 79113 w 100358"/>
              <a:gd name="connsiteY24" fmla="*/ 9994 h 1000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100358" h="100093">
                <a:moveTo>
                  <a:pt x="78955" y="10311"/>
                </a:moveTo>
                <a:cubicBezTo>
                  <a:pt x="77686" y="9359"/>
                  <a:pt x="76577" y="8566"/>
                  <a:pt x="75308" y="7773"/>
                </a:cubicBezTo>
                <a:cubicBezTo>
                  <a:pt x="67857" y="3331"/>
                  <a:pt x="59612" y="0"/>
                  <a:pt x="50258" y="0"/>
                </a:cubicBezTo>
                <a:cubicBezTo>
                  <a:pt x="27428" y="0"/>
                  <a:pt x="8878" y="15546"/>
                  <a:pt x="2854" y="36326"/>
                </a:cubicBezTo>
                <a:cubicBezTo>
                  <a:pt x="2378" y="37753"/>
                  <a:pt x="2220" y="39181"/>
                  <a:pt x="1903" y="40609"/>
                </a:cubicBezTo>
                <a:cubicBezTo>
                  <a:pt x="1744" y="41402"/>
                  <a:pt x="1585" y="42195"/>
                  <a:pt x="1427" y="42829"/>
                </a:cubicBezTo>
                <a:cubicBezTo>
                  <a:pt x="1110" y="45367"/>
                  <a:pt x="0" y="47430"/>
                  <a:pt x="0" y="49968"/>
                </a:cubicBezTo>
                <a:cubicBezTo>
                  <a:pt x="0" y="50919"/>
                  <a:pt x="476" y="51554"/>
                  <a:pt x="476" y="52506"/>
                </a:cubicBezTo>
                <a:cubicBezTo>
                  <a:pt x="476" y="54092"/>
                  <a:pt x="1110" y="55361"/>
                  <a:pt x="1427" y="56789"/>
                </a:cubicBezTo>
                <a:cubicBezTo>
                  <a:pt x="2695" y="65989"/>
                  <a:pt x="6183" y="74238"/>
                  <a:pt x="11732" y="81059"/>
                </a:cubicBezTo>
                <a:cubicBezTo>
                  <a:pt x="12683" y="82169"/>
                  <a:pt x="13159" y="83755"/>
                  <a:pt x="14269" y="84866"/>
                </a:cubicBezTo>
                <a:cubicBezTo>
                  <a:pt x="14586" y="85183"/>
                  <a:pt x="14903" y="85500"/>
                  <a:pt x="15220" y="85817"/>
                </a:cubicBezTo>
                <a:cubicBezTo>
                  <a:pt x="19818" y="90418"/>
                  <a:pt x="25367" y="93907"/>
                  <a:pt x="31550" y="96287"/>
                </a:cubicBezTo>
                <a:cubicBezTo>
                  <a:pt x="32977" y="96921"/>
                  <a:pt x="34563" y="96763"/>
                  <a:pt x="35989" y="97239"/>
                </a:cubicBezTo>
                <a:cubicBezTo>
                  <a:pt x="39002" y="98190"/>
                  <a:pt x="42173" y="98825"/>
                  <a:pt x="45343" y="99142"/>
                </a:cubicBezTo>
                <a:cubicBezTo>
                  <a:pt x="46929" y="99301"/>
                  <a:pt x="48197" y="100094"/>
                  <a:pt x="49783" y="100094"/>
                </a:cubicBezTo>
                <a:cubicBezTo>
                  <a:pt x="49783" y="100094"/>
                  <a:pt x="50100" y="100094"/>
                  <a:pt x="50258" y="100094"/>
                </a:cubicBezTo>
                <a:cubicBezTo>
                  <a:pt x="54698" y="100094"/>
                  <a:pt x="58661" y="98666"/>
                  <a:pt x="62783" y="97556"/>
                </a:cubicBezTo>
                <a:cubicBezTo>
                  <a:pt x="64210" y="97080"/>
                  <a:pt x="65796" y="97080"/>
                  <a:pt x="67222" y="96604"/>
                </a:cubicBezTo>
                <a:cubicBezTo>
                  <a:pt x="67698" y="96445"/>
                  <a:pt x="68174" y="96604"/>
                  <a:pt x="68649" y="96287"/>
                </a:cubicBezTo>
                <a:cubicBezTo>
                  <a:pt x="70076" y="95652"/>
                  <a:pt x="71186" y="94859"/>
                  <a:pt x="72613" y="94225"/>
                </a:cubicBezTo>
                <a:cubicBezTo>
                  <a:pt x="88943" y="85976"/>
                  <a:pt x="100358" y="69479"/>
                  <a:pt x="100358" y="49968"/>
                </a:cubicBezTo>
                <a:cubicBezTo>
                  <a:pt x="100358" y="35691"/>
                  <a:pt x="94333" y="23001"/>
                  <a:pt x="84821" y="13959"/>
                </a:cubicBezTo>
                <a:cubicBezTo>
                  <a:pt x="83711" y="12849"/>
                  <a:pt x="82284" y="12373"/>
                  <a:pt x="81174" y="11421"/>
                </a:cubicBezTo>
                <a:cubicBezTo>
                  <a:pt x="80540" y="10945"/>
                  <a:pt x="79747" y="10469"/>
                  <a:pt x="79113" y="9994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85" name="Freeform 584">
            <a:extLst>
              <a:ext uri="{FF2B5EF4-FFF2-40B4-BE49-F238E27FC236}">
                <a16:creationId xmlns:a16="http://schemas.microsoft.com/office/drawing/2014/main" id="{1D3A93C1-4B41-6197-46CE-72B7A0AF35D6}"/>
              </a:ext>
            </a:extLst>
          </p:cNvPr>
          <p:cNvSpPr/>
          <p:nvPr userDrawn="1"/>
        </p:nvSpPr>
        <p:spPr>
          <a:xfrm>
            <a:off x="6993436" y="904613"/>
            <a:ext cx="100199" cy="86606"/>
          </a:xfrm>
          <a:custGeom>
            <a:avLst/>
            <a:gdLst>
              <a:gd name="connsiteX0" fmla="*/ 79430 w 100199"/>
              <a:gd name="connsiteY0" fmla="*/ 10628 h 100569"/>
              <a:gd name="connsiteX1" fmla="*/ 74833 w 100199"/>
              <a:gd name="connsiteY1" fmla="*/ 7455 h 100569"/>
              <a:gd name="connsiteX2" fmla="*/ 52478 w 100199"/>
              <a:gd name="connsiteY2" fmla="*/ 476 h 100569"/>
              <a:gd name="connsiteX3" fmla="*/ 50259 w 100199"/>
              <a:gd name="connsiteY3" fmla="*/ 0 h 100569"/>
              <a:gd name="connsiteX4" fmla="*/ 48039 w 100199"/>
              <a:gd name="connsiteY4" fmla="*/ 476 h 100569"/>
              <a:gd name="connsiteX5" fmla="*/ 44709 w 100199"/>
              <a:gd name="connsiteY5" fmla="*/ 1110 h 100569"/>
              <a:gd name="connsiteX6" fmla="*/ 40429 w 100199"/>
              <a:gd name="connsiteY6" fmla="*/ 2062 h 100569"/>
              <a:gd name="connsiteX7" fmla="*/ 0 w 100199"/>
              <a:gd name="connsiteY7" fmla="*/ 50285 h 100569"/>
              <a:gd name="connsiteX8" fmla="*/ 33453 w 100199"/>
              <a:gd name="connsiteY8" fmla="*/ 97080 h 100569"/>
              <a:gd name="connsiteX9" fmla="*/ 37892 w 100199"/>
              <a:gd name="connsiteY9" fmla="*/ 98032 h 100569"/>
              <a:gd name="connsiteX10" fmla="*/ 47880 w 100199"/>
              <a:gd name="connsiteY10" fmla="*/ 100094 h 100569"/>
              <a:gd name="connsiteX11" fmla="*/ 50100 w 100199"/>
              <a:gd name="connsiteY11" fmla="*/ 100570 h 100569"/>
              <a:gd name="connsiteX12" fmla="*/ 52002 w 100199"/>
              <a:gd name="connsiteY12" fmla="*/ 100252 h 100569"/>
              <a:gd name="connsiteX13" fmla="*/ 56441 w 100199"/>
              <a:gd name="connsiteY13" fmla="*/ 99301 h 100569"/>
              <a:gd name="connsiteX14" fmla="*/ 78637 w 100199"/>
              <a:gd name="connsiteY14" fmla="*/ 90576 h 100569"/>
              <a:gd name="connsiteX15" fmla="*/ 83077 w 100199"/>
              <a:gd name="connsiteY15" fmla="*/ 87562 h 100569"/>
              <a:gd name="connsiteX16" fmla="*/ 100200 w 100199"/>
              <a:gd name="connsiteY16" fmla="*/ 50443 h 100569"/>
              <a:gd name="connsiteX17" fmla="*/ 95444 w 100199"/>
              <a:gd name="connsiteY17" fmla="*/ 29663 h 100569"/>
              <a:gd name="connsiteX18" fmla="*/ 92907 w 100199"/>
              <a:gd name="connsiteY18" fmla="*/ 25856 h 100569"/>
              <a:gd name="connsiteX19" fmla="*/ 79430 w 100199"/>
              <a:gd name="connsiteY19" fmla="*/ 10787 h 1005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00199" h="100569">
                <a:moveTo>
                  <a:pt x="79430" y="10628"/>
                </a:moveTo>
                <a:cubicBezTo>
                  <a:pt x="77845" y="9518"/>
                  <a:pt x="76418" y="8407"/>
                  <a:pt x="74833" y="7455"/>
                </a:cubicBezTo>
                <a:cubicBezTo>
                  <a:pt x="68174" y="3490"/>
                  <a:pt x="60722" y="952"/>
                  <a:pt x="52478" y="476"/>
                </a:cubicBezTo>
                <a:cubicBezTo>
                  <a:pt x="51685" y="476"/>
                  <a:pt x="51051" y="0"/>
                  <a:pt x="50259" y="0"/>
                </a:cubicBezTo>
                <a:cubicBezTo>
                  <a:pt x="49466" y="0"/>
                  <a:pt x="48832" y="476"/>
                  <a:pt x="48039" y="476"/>
                </a:cubicBezTo>
                <a:cubicBezTo>
                  <a:pt x="46929" y="476"/>
                  <a:pt x="45819" y="952"/>
                  <a:pt x="44709" y="1110"/>
                </a:cubicBezTo>
                <a:cubicBezTo>
                  <a:pt x="43283" y="1269"/>
                  <a:pt x="41856" y="1745"/>
                  <a:pt x="40429" y="2062"/>
                </a:cubicBezTo>
                <a:cubicBezTo>
                  <a:pt x="17599" y="6662"/>
                  <a:pt x="0" y="26015"/>
                  <a:pt x="0" y="50285"/>
                </a:cubicBezTo>
                <a:cubicBezTo>
                  <a:pt x="0" y="72017"/>
                  <a:pt x="14111" y="90100"/>
                  <a:pt x="33453" y="97080"/>
                </a:cubicBezTo>
                <a:cubicBezTo>
                  <a:pt x="34880" y="97556"/>
                  <a:pt x="36465" y="97556"/>
                  <a:pt x="37892" y="98032"/>
                </a:cubicBezTo>
                <a:cubicBezTo>
                  <a:pt x="41221" y="98825"/>
                  <a:pt x="44392" y="99935"/>
                  <a:pt x="47880" y="100094"/>
                </a:cubicBezTo>
                <a:cubicBezTo>
                  <a:pt x="48673" y="100094"/>
                  <a:pt x="49307" y="100570"/>
                  <a:pt x="50100" y="100570"/>
                </a:cubicBezTo>
                <a:cubicBezTo>
                  <a:pt x="50734" y="100570"/>
                  <a:pt x="51368" y="100252"/>
                  <a:pt x="52002" y="100252"/>
                </a:cubicBezTo>
                <a:cubicBezTo>
                  <a:pt x="53588" y="100252"/>
                  <a:pt x="55015" y="99459"/>
                  <a:pt x="56441" y="99301"/>
                </a:cubicBezTo>
                <a:cubicBezTo>
                  <a:pt x="64686" y="98190"/>
                  <a:pt x="72138" y="95176"/>
                  <a:pt x="78637" y="90576"/>
                </a:cubicBezTo>
                <a:cubicBezTo>
                  <a:pt x="80065" y="89624"/>
                  <a:pt x="81650" y="88831"/>
                  <a:pt x="83077" y="87562"/>
                </a:cubicBezTo>
                <a:cubicBezTo>
                  <a:pt x="93382" y="78362"/>
                  <a:pt x="100200" y="65354"/>
                  <a:pt x="100200" y="50443"/>
                </a:cubicBezTo>
                <a:cubicBezTo>
                  <a:pt x="100200" y="42988"/>
                  <a:pt x="98297" y="36008"/>
                  <a:pt x="95444" y="29663"/>
                </a:cubicBezTo>
                <a:cubicBezTo>
                  <a:pt x="94809" y="28236"/>
                  <a:pt x="93699" y="27125"/>
                  <a:pt x="92907" y="25856"/>
                </a:cubicBezTo>
                <a:cubicBezTo>
                  <a:pt x="89419" y="19828"/>
                  <a:pt x="84980" y="14911"/>
                  <a:pt x="79430" y="10787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86" name="Freeform 585">
            <a:extLst>
              <a:ext uri="{FF2B5EF4-FFF2-40B4-BE49-F238E27FC236}">
                <a16:creationId xmlns:a16="http://schemas.microsoft.com/office/drawing/2014/main" id="{0F3FBB0F-5631-FCDD-B582-6AF80B803272}"/>
              </a:ext>
            </a:extLst>
          </p:cNvPr>
          <p:cNvSpPr/>
          <p:nvPr userDrawn="1"/>
        </p:nvSpPr>
        <p:spPr>
          <a:xfrm>
            <a:off x="6723912" y="6365990"/>
            <a:ext cx="100516" cy="86606"/>
          </a:xfrm>
          <a:custGeom>
            <a:avLst/>
            <a:gdLst>
              <a:gd name="connsiteX0" fmla="*/ 19660 w 100516"/>
              <a:gd name="connsiteY0" fmla="*/ 11580 h 100569"/>
              <a:gd name="connsiteX1" fmla="*/ 16013 w 100516"/>
              <a:gd name="connsiteY1" fmla="*/ 14118 h 100569"/>
              <a:gd name="connsiteX2" fmla="*/ 13476 w 100516"/>
              <a:gd name="connsiteY2" fmla="*/ 16814 h 100569"/>
              <a:gd name="connsiteX3" fmla="*/ 13476 w 100516"/>
              <a:gd name="connsiteY3" fmla="*/ 16814 h 100569"/>
              <a:gd name="connsiteX4" fmla="*/ 0 w 100516"/>
              <a:gd name="connsiteY4" fmla="*/ 50443 h 100569"/>
              <a:gd name="connsiteX5" fmla="*/ 1269 w 100516"/>
              <a:gd name="connsiteY5" fmla="*/ 56313 h 100569"/>
              <a:gd name="connsiteX6" fmla="*/ 2220 w 100516"/>
              <a:gd name="connsiteY6" fmla="*/ 60596 h 100569"/>
              <a:gd name="connsiteX7" fmla="*/ 23147 w 100516"/>
              <a:gd name="connsiteY7" fmla="*/ 91369 h 100569"/>
              <a:gd name="connsiteX8" fmla="*/ 26794 w 100516"/>
              <a:gd name="connsiteY8" fmla="*/ 93908 h 100569"/>
              <a:gd name="connsiteX9" fmla="*/ 50417 w 100516"/>
              <a:gd name="connsiteY9" fmla="*/ 100570 h 100569"/>
              <a:gd name="connsiteX10" fmla="*/ 84028 w 100516"/>
              <a:gd name="connsiteY10" fmla="*/ 87086 h 100569"/>
              <a:gd name="connsiteX11" fmla="*/ 84028 w 100516"/>
              <a:gd name="connsiteY11" fmla="*/ 87086 h 100569"/>
              <a:gd name="connsiteX12" fmla="*/ 87041 w 100516"/>
              <a:gd name="connsiteY12" fmla="*/ 83914 h 100569"/>
              <a:gd name="connsiteX13" fmla="*/ 90211 w 100516"/>
              <a:gd name="connsiteY13" fmla="*/ 79155 h 100569"/>
              <a:gd name="connsiteX14" fmla="*/ 92748 w 100516"/>
              <a:gd name="connsiteY14" fmla="*/ 75348 h 100569"/>
              <a:gd name="connsiteX15" fmla="*/ 100517 w 100516"/>
              <a:gd name="connsiteY15" fmla="*/ 50126 h 100569"/>
              <a:gd name="connsiteX16" fmla="*/ 50417 w 100516"/>
              <a:gd name="connsiteY16" fmla="*/ 0 h 100569"/>
              <a:gd name="connsiteX17" fmla="*/ 30757 w 100516"/>
              <a:gd name="connsiteY17" fmla="*/ 3966 h 100569"/>
              <a:gd name="connsiteX18" fmla="*/ 27111 w 100516"/>
              <a:gd name="connsiteY18" fmla="*/ 6504 h 100569"/>
              <a:gd name="connsiteX19" fmla="*/ 19977 w 100516"/>
              <a:gd name="connsiteY19" fmla="*/ 11421 h 1005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00516" h="100569">
                <a:moveTo>
                  <a:pt x="19660" y="11580"/>
                </a:moveTo>
                <a:cubicBezTo>
                  <a:pt x="18550" y="12532"/>
                  <a:pt x="17123" y="13008"/>
                  <a:pt x="16013" y="14118"/>
                </a:cubicBezTo>
                <a:cubicBezTo>
                  <a:pt x="15062" y="15070"/>
                  <a:pt x="14269" y="15863"/>
                  <a:pt x="13476" y="16814"/>
                </a:cubicBezTo>
                <a:lnTo>
                  <a:pt x="13476" y="16814"/>
                </a:lnTo>
                <a:cubicBezTo>
                  <a:pt x="5232" y="25698"/>
                  <a:pt x="0" y="37436"/>
                  <a:pt x="0" y="50443"/>
                </a:cubicBezTo>
                <a:cubicBezTo>
                  <a:pt x="0" y="52506"/>
                  <a:pt x="951" y="54409"/>
                  <a:pt x="1269" y="56313"/>
                </a:cubicBezTo>
                <a:cubicBezTo>
                  <a:pt x="1427" y="57741"/>
                  <a:pt x="1902" y="59168"/>
                  <a:pt x="2220" y="60596"/>
                </a:cubicBezTo>
                <a:cubicBezTo>
                  <a:pt x="5074" y="73603"/>
                  <a:pt x="12366" y="84231"/>
                  <a:pt x="23147" y="91369"/>
                </a:cubicBezTo>
                <a:cubicBezTo>
                  <a:pt x="24416" y="92162"/>
                  <a:pt x="25526" y="93114"/>
                  <a:pt x="26794" y="93908"/>
                </a:cubicBezTo>
                <a:cubicBezTo>
                  <a:pt x="33929" y="97873"/>
                  <a:pt x="41697" y="100570"/>
                  <a:pt x="50417" y="100570"/>
                </a:cubicBezTo>
                <a:cubicBezTo>
                  <a:pt x="63417" y="100570"/>
                  <a:pt x="75150" y="95335"/>
                  <a:pt x="84028" y="87086"/>
                </a:cubicBezTo>
                <a:lnTo>
                  <a:pt x="84028" y="87086"/>
                </a:lnTo>
                <a:cubicBezTo>
                  <a:pt x="85138" y="85976"/>
                  <a:pt x="86089" y="85024"/>
                  <a:pt x="87041" y="83914"/>
                </a:cubicBezTo>
                <a:cubicBezTo>
                  <a:pt x="88309" y="82486"/>
                  <a:pt x="89101" y="80741"/>
                  <a:pt x="90211" y="79155"/>
                </a:cubicBezTo>
                <a:cubicBezTo>
                  <a:pt x="91163" y="77886"/>
                  <a:pt x="91956" y="76617"/>
                  <a:pt x="92748" y="75348"/>
                </a:cubicBezTo>
                <a:cubicBezTo>
                  <a:pt x="97187" y="67892"/>
                  <a:pt x="100517" y="59644"/>
                  <a:pt x="100517" y="50126"/>
                </a:cubicBezTo>
                <a:cubicBezTo>
                  <a:pt x="100517" y="22525"/>
                  <a:pt x="78004" y="0"/>
                  <a:pt x="50417" y="0"/>
                </a:cubicBezTo>
                <a:cubicBezTo>
                  <a:pt x="43441" y="0"/>
                  <a:pt x="36941" y="1428"/>
                  <a:pt x="30757" y="3966"/>
                </a:cubicBezTo>
                <a:cubicBezTo>
                  <a:pt x="29331" y="4600"/>
                  <a:pt x="28379" y="5711"/>
                  <a:pt x="27111" y="6504"/>
                </a:cubicBezTo>
                <a:cubicBezTo>
                  <a:pt x="24575" y="7931"/>
                  <a:pt x="22196" y="9518"/>
                  <a:pt x="19977" y="11421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87" name="Freeform 586">
            <a:extLst>
              <a:ext uri="{FF2B5EF4-FFF2-40B4-BE49-F238E27FC236}">
                <a16:creationId xmlns:a16="http://schemas.microsoft.com/office/drawing/2014/main" id="{496856B2-FB35-AB41-CCE6-9830166C72C3}"/>
              </a:ext>
            </a:extLst>
          </p:cNvPr>
          <p:cNvSpPr/>
          <p:nvPr userDrawn="1"/>
        </p:nvSpPr>
        <p:spPr>
          <a:xfrm>
            <a:off x="6858516" y="6500981"/>
            <a:ext cx="100199" cy="86333"/>
          </a:xfrm>
          <a:custGeom>
            <a:avLst/>
            <a:gdLst>
              <a:gd name="connsiteX0" fmla="*/ 15854 w 100199"/>
              <a:gd name="connsiteY0" fmla="*/ 13959 h 100252"/>
              <a:gd name="connsiteX1" fmla="*/ 13476 w 100199"/>
              <a:gd name="connsiteY1" fmla="*/ 16497 h 100252"/>
              <a:gd name="connsiteX2" fmla="*/ 13476 w 100199"/>
              <a:gd name="connsiteY2" fmla="*/ 16497 h 100252"/>
              <a:gd name="connsiteX3" fmla="*/ 1744 w 100199"/>
              <a:gd name="connsiteY3" fmla="*/ 41877 h 100252"/>
              <a:gd name="connsiteX4" fmla="*/ 793 w 100199"/>
              <a:gd name="connsiteY4" fmla="*/ 46161 h 100252"/>
              <a:gd name="connsiteX5" fmla="*/ 0 w 100199"/>
              <a:gd name="connsiteY5" fmla="*/ 50126 h 100252"/>
              <a:gd name="connsiteX6" fmla="*/ 18074 w 100199"/>
              <a:gd name="connsiteY6" fmla="*/ 87880 h 100252"/>
              <a:gd name="connsiteX7" fmla="*/ 21720 w 100199"/>
              <a:gd name="connsiteY7" fmla="*/ 90417 h 100252"/>
              <a:gd name="connsiteX8" fmla="*/ 50099 w 100199"/>
              <a:gd name="connsiteY8" fmla="*/ 100253 h 100252"/>
              <a:gd name="connsiteX9" fmla="*/ 100199 w 100199"/>
              <a:gd name="connsiteY9" fmla="*/ 50126 h 100252"/>
              <a:gd name="connsiteX10" fmla="*/ 50099 w 100199"/>
              <a:gd name="connsiteY10" fmla="*/ 0 h 100252"/>
              <a:gd name="connsiteX11" fmla="*/ 19342 w 100199"/>
              <a:gd name="connsiteY11" fmla="*/ 11421 h 100252"/>
              <a:gd name="connsiteX12" fmla="*/ 15696 w 100199"/>
              <a:gd name="connsiteY12" fmla="*/ 13959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00199" h="100252">
                <a:moveTo>
                  <a:pt x="15854" y="13959"/>
                </a:moveTo>
                <a:cubicBezTo>
                  <a:pt x="14903" y="14752"/>
                  <a:pt x="14269" y="15704"/>
                  <a:pt x="13476" y="16497"/>
                </a:cubicBezTo>
                <a:lnTo>
                  <a:pt x="13476" y="16497"/>
                </a:lnTo>
                <a:cubicBezTo>
                  <a:pt x="7134" y="23477"/>
                  <a:pt x="3329" y="32201"/>
                  <a:pt x="1744" y="41877"/>
                </a:cubicBezTo>
                <a:cubicBezTo>
                  <a:pt x="1427" y="43305"/>
                  <a:pt x="951" y="44733"/>
                  <a:pt x="793" y="46161"/>
                </a:cubicBezTo>
                <a:cubicBezTo>
                  <a:pt x="793" y="47588"/>
                  <a:pt x="0" y="48699"/>
                  <a:pt x="0" y="50126"/>
                </a:cubicBezTo>
                <a:cubicBezTo>
                  <a:pt x="0" y="65513"/>
                  <a:pt x="7293" y="78679"/>
                  <a:pt x="18074" y="87880"/>
                </a:cubicBezTo>
                <a:cubicBezTo>
                  <a:pt x="19184" y="88831"/>
                  <a:pt x="20610" y="89624"/>
                  <a:pt x="21720" y="90417"/>
                </a:cubicBezTo>
                <a:cubicBezTo>
                  <a:pt x="29964" y="96128"/>
                  <a:pt x="39318" y="100253"/>
                  <a:pt x="50099" y="100253"/>
                </a:cubicBezTo>
                <a:cubicBezTo>
                  <a:pt x="77686" y="100253"/>
                  <a:pt x="100199" y="77727"/>
                  <a:pt x="100199" y="50126"/>
                </a:cubicBezTo>
                <a:cubicBezTo>
                  <a:pt x="100199" y="22525"/>
                  <a:pt x="77686" y="0"/>
                  <a:pt x="50099" y="0"/>
                </a:cubicBezTo>
                <a:cubicBezTo>
                  <a:pt x="38367" y="0"/>
                  <a:pt x="27903" y="4759"/>
                  <a:pt x="19342" y="11421"/>
                </a:cubicBezTo>
                <a:cubicBezTo>
                  <a:pt x="18232" y="12373"/>
                  <a:pt x="16806" y="12849"/>
                  <a:pt x="15696" y="13959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88" name="Freeform 587">
            <a:extLst>
              <a:ext uri="{FF2B5EF4-FFF2-40B4-BE49-F238E27FC236}">
                <a16:creationId xmlns:a16="http://schemas.microsoft.com/office/drawing/2014/main" id="{011E8824-9EDC-2878-FE89-0C6F29179051}"/>
              </a:ext>
            </a:extLst>
          </p:cNvPr>
          <p:cNvSpPr/>
          <p:nvPr userDrawn="1"/>
        </p:nvSpPr>
        <p:spPr>
          <a:xfrm>
            <a:off x="6319468" y="6433564"/>
            <a:ext cx="100516" cy="86333"/>
          </a:xfrm>
          <a:custGeom>
            <a:avLst/>
            <a:gdLst>
              <a:gd name="connsiteX0" fmla="*/ 158 w 100516"/>
              <a:gd name="connsiteY0" fmla="*/ 50126 h 100252"/>
              <a:gd name="connsiteX1" fmla="*/ 33294 w 100516"/>
              <a:gd name="connsiteY1" fmla="*/ 96763 h 100252"/>
              <a:gd name="connsiteX2" fmla="*/ 37733 w 100516"/>
              <a:gd name="connsiteY2" fmla="*/ 97714 h 100252"/>
              <a:gd name="connsiteX3" fmla="*/ 50417 w 100516"/>
              <a:gd name="connsiteY3" fmla="*/ 100253 h 100252"/>
              <a:gd name="connsiteX4" fmla="*/ 98772 w 100516"/>
              <a:gd name="connsiteY4" fmla="*/ 58375 h 100252"/>
              <a:gd name="connsiteX5" fmla="*/ 99724 w 100516"/>
              <a:gd name="connsiteY5" fmla="*/ 54092 h 100252"/>
              <a:gd name="connsiteX6" fmla="*/ 100517 w 100516"/>
              <a:gd name="connsiteY6" fmla="*/ 50126 h 100252"/>
              <a:gd name="connsiteX7" fmla="*/ 99248 w 100516"/>
              <a:gd name="connsiteY7" fmla="*/ 44257 h 100252"/>
              <a:gd name="connsiteX8" fmla="*/ 98297 w 100516"/>
              <a:gd name="connsiteY8" fmla="*/ 39815 h 100252"/>
              <a:gd name="connsiteX9" fmla="*/ 50258 w 100516"/>
              <a:gd name="connsiteY9" fmla="*/ 0 h 100252"/>
              <a:gd name="connsiteX10" fmla="*/ 29964 w 100516"/>
              <a:gd name="connsiteY10" fmla="*/ 4442 h 100252"/>
              <a:gd name="connsiteX11" fmla="*/ 28379 w 100516"/>
              <a:gd name="connsiteY11" fmla="*/ 5552 h 100252"/>
              <a:gd name="connsiteX12" fmla="*/ 24733 w 100516"/>
              <a:gd name="connsiteY12" fmla="*/ 8090 h 100252"/>
              <a:gd name="connsiteX13" fmla="*/ 0 w 100516"/>
              <a:gd name="connsiteY13" fmla="*/ 50285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00516" h="100252">
                <a:moveTo>
                  <a:pt x="158" y="50126"/>
                </a:moveTo>
                <a:cubicBezTo>
                  <a:pt x="158" y="71858"/>
                  <a:pt x="13951" y="89783"/>
                  <a:pt x="33294" y="96763"/>
                </a:cubicBezTo>
                <a:cubicBezTo>
                  <a:pt x="34721" y="97239"/>
                  <a:pt x="36306" y="97239"/>
                  <a:pt x="37733" y="97714"/>
                </a:cubicBezTo>
                <a:cubicBezTo>
                  <a:pt x="41855" y="98824"/>
                  <a:pt x="45978" y="100253"/>
                  <a:pt x="50417" y="100253"/>
                </a:cubicBezTo>
                <a:cubicBezTo>
                  <a:pt x="75149" y="100253"/>
                  <a:pt x="94809" y="82010"/>
                  <a:pt x="98772" y="58375"/>
                </a:cubicBezTo>
                <a:cubicBezTo>
                  <a:pt x="99090" y="56947"/>
                  <a:pt x="99565" y="55520"/>
                  <a:pt x="99724" y="54092"/>
                </a:cubicBezTo>
                <a:cubicBezTo>
                  <a:pt x="99724" y="52664"/>
                  <a:pt x="100517" y="51554"/>
                  <a:pt x="100517" y="50126"/>
                </a:cubicBezTo>
                <a:cubicBezTo>
                  <a:pt x="100517" y="48064"/>
                  <a:pt x="99565" y="46161"/>
                  <a:pt x="99248" y="44257"/>
                </a:cubicBezTo>
                <a:cubicBezTo>
                  <a:pt x="99090" y="42671"/>
                  <a:pt x="98614" y="41401"/>
                  <a:pt x="98297" y="39815"/>
                </a:cubicBezTo>
                <a:cubicBezTo>
                  <a:pt x="93382" y="17290"/>
                  <a:pt x="74356" y="0"/>
                  <a:pt x="50258" y="0"/>
                </a:cubicBezTo>
                <a:cubicBezTo>
                  <a:pt x="42965" y="0"/>
                  <a:pt x="36148" y="1745"/>
                  <a:pt x="29964" y="4442"/>
                </a:cubicBezTo>
                <a:cubicBezTo>
                  <a:pt x="29330" y="4759"/>
                  <a:pt x="29013" y="5234"/>
                  <a:pt x="28379" y="5552"/>
                </a:cubicBezTo>
                <a:cubicBezTo>
                  <a:pt x="27111" y="6186"/>
                  <a:pt x="26001" y="7297"/>
                  <a:pt x="24733" y="8090"/>
                </a:cubicBezTo>
                <a:cubicBezTo>
                  <a:pt x="10305" y="16814"/>
                  <a:pt x="0" y="32043"/>
                  <a:pt x="0" y="50285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89" name="Freeform 588">
            <a:extLst>
              <a:ext uri="{FF2B5EF4-FFF2-40B4-BE49-F238E27FC236}">
                <a16:creationId xmlns:a16="http://schemas.microsoft.com/office/drawing/2014/main" id="{EF769AA4-30A3-B13F-B570-731FBA549E87}"/>
              </a:ext>
            </a:extLst>
          </p:cNvPr>
          <p:cNvSpPr/>
          <p:nvPr userDrawn="1"/>
        </p:nvSpPr>
        <p:spPr>
          <a:xfrm>
            <a:off x="5847800" y="5489257"/>
            <a:ext cx="100357" cy="86606"/>
          </a:xfrm>
          <a:custGeom>
            <a:avLst/>
            <a:gdLst>
              <a:gd name="connsiteX0" fmla="*/ 49466 w 100357"/>
              <a:gd name="connsiteY0" fmla="*/ 100570 h 100569"/>
              <a:gd name="connsiteX1" fmla="*/ 50258 w 100357"/>
              <a:gd name="connsiteY1" fmla="*/ 100570 h 100569"/>
              <a:gd name="connsiteX2" fmla="*/ 53905 w 100357"/>
              <a:gd name="connsiteY2" fmla="*/ 99776 h 100569"/>
              <a:gd name="connsiteX3" fmla="*/ 70552 w 100357"/>
              <a:gd name="connsiteY3" fmla="*/ 95969 h 100569"/>
              <a:gd name="connsiteX4" fmla="*/ 74198 w 100357"/>
              <a:gd name="connsiteY4" fmla="*/ 93431 h 100569"/>
              <a:gd name="connsiteX5" fmla="*/ 83711 w 100357"/>
              <a:gd name="connsiteY5" fmla="*/ 86927 h 100569"/>
              <a:gd name="connsiteX6" fmla="*/ 83711 w 100357"/>
              <a:gd name="connsiteY6" fmla="*/ 86927 h 100569"/>
              <a:gd name="connsiteX7" fmla="*/ 86882 w 100357"/>
              <a:gd name="connsiteY7" fmla="*/ 83913 h 100569"/>
              <a:gd name="connsiteX8" fmla="*/ 100358 w 100357"/>
              <a:gd name="connsiteY8" fmla="*/ 50285 h 100569"/>
              <a:gd name="connsiteX9" fmla="*/ 61514 w 100357"/>
              <a:gd name="connsiteY9" fmla="*/ 2379 h 100569"/>
              <a:gd name="connsiteX10" fmla="*/ 57075 w 100357"/>
              <a:gd name="connsiteY10" fmla="*/ 1428 h 100569"/>
              <a:gd name="connsiteX11" fmla="*/ 50258 w 100357"/>
              <a:gd name="connsiteY11" fmla="*/ 0 h 100569"/>
              <a:gd name="connsiteX12" fmla="*/ 31233 w 100357"/>
              <a:gd name="connsiteY12" fmla="*/ 3807 h 100569"/>
              <a:gd name="connsiteX13" fmla="*/ 27428 w 100357"/>
              <a:gd name="connsiteY13" fmla="*/ 6186 h 100569"/>
              <a:gd name="connsiteX14" fmla="*/ 26001 w 100357"/>
              <a:gd name="connsiteY14" fmla="*/ 7138 h 100569"/>
              <a:gd name="connsiteX15" fmla="*/ 22196 w 100357"/>
              <a:gd name="connsiteY15" fmla="*/ 9676 h 100569"/>
              <a:gd name="connsiteX16" fmla="*/ 2695 w 100357"/>
              <a:gd name="connsiteY16" fmla="*/ 37119 h 100569"/>
              <a:gd name="connsiteX17" fmla="*/ 1268 w 100357"/>
              <a:gd name="connsiteY17" fmla="*/ 43781 h 100569"/>
              <a:gd name="connsiteX18" fmla="*/ 0 w 100357"/>
              <a:gd name="connsiteY18" fmla="*/ 50126 h 100569"/>
              <a:gd name="connsiteX19" fmla="*/ 29489 w 100357"/>
              <a:gd name="connsiteY19" fmla="*/ 95652 h 100569"/>
              <a:gd name="connsiteX20" fmla="*/ 35514 w 100357"/>
              <a:gd name="connsiteY20" fmla="*/ 97397 h 100569"/>
              <a:gd name="connsiteX21" fmla="*/ 49466 w 100357"/>
              <a:gd name="connsiteY21" fmla="*/ 100253 h 1005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100357" h="100569">
                <a:moveTo>
                  <a:pt x="49466" y="100570"/>
                </a:moveTo>
                <a:cubicBezTo>
                  <a:pt x="49466" y="100570"/>
                  <a:pt x="49941" y="100570"/>
                  <a:pt x="50258" y="100570"/>
                </a:cubicBezTo>
                <a:cubicBezTo>
                  <a:pt x="51527" y="100570"/>
                  <a:pt x="52636" y="99935"/>
                  <a:pt x="53905" y="99776"/>
                </a:cubicBezTo>
                <a:cubicBezTo>
                  <a:pt x="59771" y="99300"/>
                  <a:pt x="65478" y="98349"/>
                  <a:pt x="70552" y="95969"/>
                </a:cubicBezTo>
                <a:cubicBezTo>
                  <a:pt x="71978" y="95335"/>
                  <a:pt x="72930" y="94225"/>
                  <a:pt x="74198" y="93431"/>
                </a:cubicBezTo>
                <a:cubicBezTo>
                  <a:pt x="77528" y="91528"/>
                  <a:pt x="80857" y="89624"/>
                  <a:pt x="83711" y="86927"/>
                </a:cubicBezTo>
                <a:lnTo>
                  <a:pt x="83711" y="86927"/>
                </a:lnTo>
                <a:cubicBezTo>
                  <a:pt x="84820" y="85976"/>
                  <a:pt x="85772" y="84866"/>
                  <a:pt x="86882" y="83913"/>
                </a:cubicBezTo>
                <a:cubicBezTo>
                  <a:pt x="94967" y="75030"/>
                  <a:pt x="100358" y="63292"/>
                  <a:pt x="100358" y="50285"/>
                </a:cubicBezTo>
                <a:cubicBezTo>
                  <a:pt x="100358" y="26649"/>
                  <a:pt x="83552" y="7614"/>
                  <a:pt x="61514" y="2379"/>
                </a:cubicBezTo>
                <a:cubicBezTo>
                  <a:pt x="60088" y="2062"/>
                  <a:pt x="58661" y="1745"/>
                  <a:pt x="57075" y="1428"/>
                </a:cubicBezTo>
                <a:cubicBezTo>
                  <a:pt x="54697" y="1111"/>
                  <a:pt x="52636" y="0"/>
                  <a:pt x="50258" y="0"/>
                </a:cubicBezTo>
                <a:cubicBezTo>
                  <a:pt x="43441" y="0"/>
                  <a:pt x="37099" y="1428"/>
                  <a:pt x="31233" y="3807"/>
                </a:cubicBezTo>
                <a:cubicBezTo>
                  <a:pt x="29806" y="4442"/>
                  <a:pt x="28696" y="5552"/>
                  <a:pt x="27428" y="6186"/>
                </a:cubicBezTo>
                <a:cubicBezTo>
                  <a:pt x="26952" y="6504"/>
                  <a:pt x="26477" y="6821"/>
                  <a:pt x="26001" y="7138"/>
                </a:cubicBezTo>
                <a:cubicBezTo>
                  <a:pt x="24733" y="7931"/>
                  <a:pt x="23464" y="8883"/>
                  <a:pt x="22196" y="9676"/>
                </a:cubicBezTo>
                <a:cubicBezTo>
                  <a:pt x="12683" y="16339"/>
                  <a:pt x="5866" y="25698"/>
                  <a:pt x="2695" y="37119"/>
                </a:cubicBezTo>
                <a:cubicBezTo>
                  <a:pt x="2061" y="39339"/>
                  <a:pt x="1585" y="41560"/>
                  <a:pt x="1268" y="43781"/>
                </a:cubicBezTo>
                <a:cubicBezTo>
                  <a:pt x="951" y="46002"/>
                  <a:pt x="0" y="47905"/>
                  <a:pt x="0" y="50126"/>
                </a:cubicBezTo>
                <a:cubicBezTo>
                  <a:pt x="0" y="70431"/>
                  <a:pt x="12208" y="87721"/>
                  <a:pt x="29489" y="95652"/>
                </a:cubicBezTo>
                <a:cubicBezTo>
                  <a:pt x="31391" y="96445"/>
                  <a:pt x="33452" y="96763"/>
                  <a:pt x="35514" y="97397"/>
                </a:cubicBezTo>
                <a:cubicBezTo>
                  <a:pt x="39953" y="98824"/>
                  <a:pt x="44551" y="100094"/>
                  <a:pt x="49466" y="100253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90" name="Freeform 589">
            <a:extLst>
              <a:ext uri="{FF2B5EF4-FFF2-40B4-BE49-F238E27FC236}">
                <a16:creationId xmlns:a16="http://schemas.microsoft.com/office/drawing/2014/main" id="{38AA0980-DDC5-5C62-5402-916EA6E840AE}"/>
              </a:ext>
            </a:extLst>
          </p:cNvPr>
          <p:cNvSpPr/>
          <p:nvPr userDrawn="1"/>
        </p:nvSpPr>
        <p:spPr>
          <a:xfrm>
            <a:off x="4971847" y="3601752"/>
            <a:ext cx="100199" cy="86470"/>
          </a:xfrm>
          <a:custGeom>
            <a:avLst/>
            <a:gdLst>
              <a:gd name="connsiteX0" fmla="*/ 72930 w 100199"/>
              <a:gd name="connsiteY0" fmla="*/ 94066 h 100411"/>
              <a:gd name="connsiteX1" fmla="*/ 100199 w 100199"/>
              <a:gd name="connsiteY1" fmla="*/ 50126 h 100411"/>
              <a:gd name="connsiteX2" fmla="*/ 98614 w 100199"/>
              <a:gd name="connsiteY2" fmla="*/ 42195 h 100411"/>
              <a:gd name="connsiteX3" fmla="*/ 97662 w 100199"/>
              <a:gd name="connsiteY3" fmla="*/ 37912 h 100411"/>
              <a:gd name="connsiteX4" fmla="*/ 50099 w 100199"/>
              <a:gd name="connsiteY4" fmla="*/ 0 h 100411"/>
              <a:gd name="connsiteX5" fmla="*/ 44709 w 100199"/>
              <a:gd name="connsiteY5" fmla="*/ 1110 h 100411"/>
              <a:gd name="connsiteX6" fmla="*/ 40428 w 100199"/>
              <a:gd name="connsiteY6" fmla="*/ 2062 h 100411"/>
              <a:gd name="connsiteX7" fmla="*/ 0 w 100199"/>
              <a:gd name="connsiteY7" fmla="*/ 50285 h 100411"/>
              <a:gd name="connsiteX8" fmla="*/ 50099 w 100199"/>
              <a:gd name="connsiteY8" fmla="*/ 100411 h 100411"/>
              <a:gd name="connsiteX9" fmla="*/ 66429 w 100199"/>
              <a:gd name="connsiteY9" fmla="*/ 97080 h 100411"/>
              <a:gd name="connsiteX10" fmla="*/ 69125 w 100199"/>
              <a:gd name="connsiteY10" fmla="*/ 96445 h 100411"/>
              <a:gd name="connsiteX11" fmla="*/ 72930 w 100199"/>
              <a:gd name="connsiteY11" fmla="*/ 94066 h 1004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00199" h="100411">
                <a:moveTo>
                  <a:pt x="72930" y="94066"/>
                </a:moveTo>
                <a:cubicBezTo>
                  <a:pt x="88943" y="85659"/>
                  <a:pt x="100199" y="69479"/>
                  <a:pt x="100199" y="50126"/>
                </a:cubicBezTo>
                <a:cubicBezTo>
                  <a:pt x="100199" y="47271"/>
                  <a:pt x="99090" y="44892"/>
                  <a:pt x="98614" y="42195"/>
                </a:cubicBezTo>
                <a:cubicBezTo>
                  <a:pt x="98297" y="40767"/>
                  <a:pt x="98138" y="39339"/>
                  <a:pt x="97662" y="37912"/>
                </a:cubicBezTo>
                <a:cubicBezTo>
                  <a:pt x="92114" y="16339"/>
                  <a:pt x="73405" y="0"/>
                  <a:pt x="50099" y="0"/>
                </a:cubicBezTo>
                <a:cubicBezTo>
                  <a:pt x="48197" y="0"/>
                  <a:pt x="46611" y="952"/>
                  <a:pt x="44709" y="1110"/>
                </a:cubicBezTo>
                <a:cubicBezTo>
                  <a:pt x="43123" y="1269"/>
                  <a:pt x="41855" y="1745"/>
                  <a:pt x="40428" y="2062"/>
                </a:cubicBezTo>
                <a:cubicBezTo>
                  <a:pt x="17439" y="6662"/>
                  <a:pt x="0" y="26015"/>
                  <a:pt x="0" y="50285"/>
                </a:cubicBezTo>
                <a:cubicBezTo>
                  <a:pt x="0" y="78045"/>
                  <a:pt x="22513" y="100411"/>
                  <a:pt x="50099" y="100411"/>
                </a:cubicBezTo>
                <a:cubicBezTo>
                  <a:pt x="55966" y="100411"/>
                  <a:pt x="61198" y="98825"/>
                  <a:pt x="66429" y="97080"/>
                </a:cubicBezTo>
                <a:cubicBezTo>
                  <a:pt x="67222" y="96762"/>
                  <a:pt x="68332" y="96921"/>
                  <a:pt x="69125" y="96445"/>
                </a:cubicBezTo>
                <a:cubicBezTo>
                  <a:pt x="70552" y="95811"/>
                  <a:pt x="71662" y="94859"/>
                  <a:pt x="72930" y="94066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91" name="Freeform 590">
            <a:extLst>
              <a:ext uri="{FF2B5EF4-FFF2-40B4-BE49-F238E27FC236}">
                <a16:creationId xmlns:a16="http://schemas.microsoft.com/office/drawing/2014/main" id="{07415F28-25B5-5E9B-0CCE-1080544CE355}"/>
              </a:ext>
            </a:extLst>
          </p:cNvPr>
          <p:cNvSpPr/>
          <p:nvPr userDrawn="1"/>
        </p:nvSpPr>
        <p:spPr>
          <a:xfrm>
            <a:off x="5510737" y="4950082"/>
            <a:ext cx="100357" cy="86333"/>
          </a:xfrm>
          <a:custGeom>
            <a:avLst/>
            <a:gdLst>
              <a:gd name="connsiteX0" fmla="*/ 75784 w 100357"/>
              <a:gd name="connsiteY0" fmla="*/ 92480 h 100252"/>
              <a:gd name="connsiteX1" fmla="*/ 78162 w 100357"/>
              <a:gd name="connsiteY1" fmla="*/ 90735 h 100252"/>
              <a:gd name="connsiteX2" fmla="*/ 80699 w 100357"/>
              <a:gd name="connsiteY2" fmla="*/ 88990 h 100252"/>
              <a:gd name="connsiteX3" fmla="*/ 80857 w 100357"/>
              <a:gd name="connsiteY3" fmla="*/ 88990 h 100252"/>
              <a:gd name="connsiteX4" fmla="*/ 84662 w 100357"/>
              <a:gd name="connsiteY4" fmla="*/ 86293 h 100252"/>
              <a:gd name="connsiteX5" fmla="*/ 100358 w 100357"/>
              <a:gd name="connsiteY5" fmla="*/ 50126 h 100252"/>
              <a:gd name="connsiteX6" fmla="*/ 72930 w 100357"/>
              <a:gd name="connsiteY6" fmla="*/ 6028 h 100252"/>
              <a:gd name="connsiteX7" fmla="*/ 69125 w 100357"/>
              <a:gd name="connsiteY7" fmla="*/ 3807 h 100252"/>
              <a:gd name="connsiteX8" fmla="*/ 50258 w 100357"/>
              <a:gd name="connsiteY8" fmla="*/ 0 h 100252"/>
              <a:gd name="connsiteX9" fmla="*/ 38050 w 100357"/>
              <a:gd name="connsiteY9" fmla="*/ 2380 h 100252"/>
              <a:gd name="connsiteX10" fmla="*/ 33611 w 100357"/>
              <a:gd name="connsiteY10" fmla="*/ 3332 h 100252"/>
              <a:gd name="connsiteX11" fmla="*/ 29489 w 100357"/>
              <a:gd name="connsiteY11" fmla="*/ 4600 h 100252"/>
              <a:gd name="connsiteX12" fmla="*/ 0 w 100357"/>
              <a:gd name="connsiteY12" fmla="*/ 50126 h 100252"/>
              <a:gd name="connsiteX13" fmla="*/ 50100 w 100357"/>
              <a:gd name="connsiteY13" fmla="*/ 100253 h 100252"/>
              <a:gd name="connsiteX14" fmla="*/ 71979 w 100357"/>
              <a:gd name="connsiteY14" fmla="*/ 94700 h 100252"/>
              <a:gd name="connsiteX15" fmla="*/ 75625 w 100357"/>
              <a:gd name="connsiteY15" fmla="*/ 92163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00357" h="100252">
                <a:moveTo>
                  <a:pt x="75784" y="92480"/>
                </a:moveTo>
                <a:cubicBezTo>
                  <a:pt x="76576" y="92004"/>
                  <a:pt x="77369" y="91369"/>
                  <a:pt x="78162" y="90735"/>
                </a:cubicBezTo>
                <a:cubicBezTo>
                  <a:pt x="78954" y="90101"/>
                  <a:pt x="79906" y="89625"/>
                  <a:pt x="80699" y="88990"/>
                </a:cubicBezTo>
                <a:lnTo>
                  <a:pt x="80857" y="88990"/>
                </a:lnTo>
                <a:cubicBezTo>
                  <a:pt x="82125" y="87880"/>
                  <a:pt x="83552" y="87404"/>
                  <a:pt x="84662" y="86293"/>
                </a:cubicBezTo>
                <a:cubicBezTo>
                  <a:pt x="94333" y="77093"/>
                  <a:pt x="100358" y="64403"/>
                  <a:pt x="100358" y="50126"/>
                </a:cubicBezTo>
                <a:cubicBezTo>
                  <a:pt x="100358" y="30774"/>
                  <a:pt x="88943" y="14435"/>
                  <a:pt x="72930" y="6028"/>
                </a:cubicBezTo>
                <a:cubicBezTo>
                  <a:pt x="71503" y="5394"/>
                  <a:pt x="70393" y="4283"/>
                  <a:pt x="69125" y="3807"/>
                </a:cubicBezTo>
                <a:cubicBezTo>
                  <a:pt x="63259" y="1428"/>
                  <a:pt x="56917" y="0"/>
                  <a:pt x="50258" y="0"/>
                </a:cubicBezTo>
                <a:cubicBezTo>
                  <a:pt x="45978" y="0"/>
                  <a:pt x="42173" y="1428"/>
                  <a:pt x="38050" y="2380"/>
                </a:cubicBezTo>
                <a:cubicBezTo>
                  <a:pt x="36624" y="2856"/>
                  <a:pt x="35038" y="2856"/>
                  <a:pt x="33611" y="3332"/>
                </a:cubicBezTo>
                <a:cubicBezTo>
                  <a:pt x="32184" y="3807"/>
                  <a:pt x="30757" y="4124"/>
                  <a:pt x="29489" y="4600"/>
                </a:cubicBezTo>
                <a:cubicBezTo>
                  <a:pt x="12208" y="12532"/>
                  <a:pt x="0" y="29822"/>
                  <a:pt x="0" y="50126"/>
                </a:cubicBezTo>
                <a:cubicBezTo>
                  <a:pt x="0" y="77886"/>
                  <a:pt x="22513" y="100253"/>
                  <a:pt x="50100" y="100253"/>
                </a:cubicBezTo>
                <a:cubicBezTo>
                  <a:pt x="58027" y="100253"/>
                  <a:pt x="65161" y="98032"/>
                  <a:pt x="71979" y="94700"/>
                </a:cubicBezTo>
                <a:cubicBezTo>
                  <a:pt x="73406" y="94066"/>
                  <a:pt x="74357" y="92956"/>
                  <a:pt x="75625" y="92163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92" name="Freeform 591">
            <a:extLst>
              <a:ext uri="{FF2B5EF4-FFF2-40B4-BE49-F238E27FC236}">
                <a16:creationId xmlns:a16="http://schemas.microsoft.com/office/drawing/2014/main" id="{AE1AE7A3-2F2A-F222-5D05-474CC2FCB8F6}"/>
              </a:ext>
            </a:extLst>
          </p:cNvPr>
          <p:cNvSpPr/>
          <p:nvPr userDrawn="1"/>
        </p:nvSpPr>
        <p:spPr>
          <a:xfrm>
            <a:off x="6251928" y="3331926"/>
            <a:ext cx="100199" cy="86469"/>
          </a:xfrm>
          <a:custGeom>
            <a:avLst/>
            <a:gdLst>
              <a:gd name="connsiteX0" fmla="*/ 70076 w 100199"/>
              <a:gd name="connsiteY0" fmla="*/ 4283 h 100410"/>
              <a:gd name="connsiteX1" fmla="*/ 66905 w 100199"/>
              <a:gd name="connsiteY1" fmla="*/ 3490 h 100410"/>
              <a:gd name="connsiteX2" fmla="*/ 62466 w 100199"/>
              <a:gd name="connsiteY2" fmla="*/ 2538 h 100410"/>
              <a:gd name="connsiteX3" fmla="*/ 50258 w 100199"/>
              <a:gd name="connsiteY3" fmla="*/ 0 h 100410"/>
              <a:gd name="connsiteX4" fmla="*/ 5390 w 100199"/>
              <a:gd name="connsiteY4" fmla="*/ 28553 h 100410"/>
              <a:gd name="connsiteX5" fmla="*/ 3646 w 100199"/>
              <a:gd name="connsiteY5" fmla="*/ 32518 h 100410"/>
              <a:gd name="connsiteX6" fmla="*/ 0 w 100199"/>
              <a:gd name="connsiteY6" fmla="*/ 50126 h 100410"/>
              <a:gd name="connsiteX7" fmla="*/ 1586 w 100199"/>
              <a:gd name="connsiteY7" fmla="*/ 58057 h 100410"/>
              <a:gd name="connsiteX8" fmla="*/ 2537 w 100199"/>
              <a:gd name="connsiteY8" fmla="*/ 62340 h 100410"/>
              <a:gd name="connsiteX9" fmla="*/ 27428 w 100199"/>
              <a:gd name="connsiteY9" fmla="*/ 94066 h 100410"/>
              <a:gd name="connsiteX10" fmla="*/ 31233 w 100199"/>
              <a:gd name="connsiteY10" fmla="*/ 96445 h 100410"/>
              <a:gd name="connsiteX11" fmla="*/ 38843 w 100199"/>
              <a:gd name="connsiteY11" fmla="*/ 98032 h 100410"/>
              <a:gd name="connsiteX12" fmla="*/ 43124 w 100199"/>
              <a:gd name="connsiteY12" fmla="*/ 98983 h 100410"/>
              <a:gd name="connsiteX13" fmla="*/ 50100 w 100199"/>
              <a:gd name="connsiteY13" fmla="*/ 100411 h 100410"/>
              <a:gd name="connsiteX14" fmla="*/ 100200 w 100199"/>
              <a:gd name="connsiteY14" fmla="*/ 50285 h 100410"/>
              <a:gd name="connsiteX15" fmla="*/ 74040 w 100199"/>
              <a:gd name="connsiteY15" fmla="*/ 7138 h 100410"/>
              <a:gd name="connsiteX16" fmla="*/ 70235 w 100199"/>
              <a:gd name="connsiteY16" fmla="*/ 4600 h 100410"/>
              <a:gd name="connsiteX17" fmla="*/ 69600 w 100199"/>
              <a:gd name="connsiteY17" fmla="*/ 4283 h 1004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00199" h="100410">
                <a:moveTo>
                  <a:pt x="70076" y="4283"/>
                </a:moveTo>
                <a:cubicBezTo>
                  <a:pt x="69125" y="3807"/>
                  <a:pt x="67857" y="3807"/>
                  <a:pt x="66905" y="3490"/>
                </a:cubicBezTo>
                <a:cubicBezTo>
                  <a:pt x="65479" y="3014"/>
                  <a:pt x="63893" y="3014"/>
                  <a:pt x="62466" y="2538"/>
                </a:cubicBezTo>
                <a:cubicBezTo>
                  <a:pt x="58503" y="1428"/>
                  <a:pt x="54539" y="0"/>
                  <a:pt x="50258" y="0"/>
                </a:cubicBezTo>
                <a:cubicBezTo>
                  <a:pt x="30440" y="0"/>
                  <a:pt x="13635" y="11738"/>
                  <a:pt x="5390" y="28553"/>
                </a:cubicBezTo>
                <a:cubicBezTo>
                  <a:pt x="4756" y="29981"/>
                  <a:pt x="4122" y="31249"/>
                  <a:pt x="3646" y="32518"/>
                </a:cubicBezTo>
                <a:cubicBezTo>
                  <a:pt x="1586" y="38070"/>
                  <a:pt x="0" y="43781"/>
                  <a:pt x="0" y="50126"/>
                </a:cubicBezTo>
                <a:cubicBezTo>
                  <a:pt x="0" y="52981"/>
                  <a:pt x="1110" y="55361"/>
                  <a:pt x="1586" y="58057"/>
                </a:cubicBezTo>
                <a:cubicBezTo>
                  <a:pt x="1902" y="59485"/>
                  <a:pt x="2061" y="60913"/>
                  <a:pt x="2537" y="62340"/>
                </a:cubicBezTo>
                <a:cubicBezTo>
                  <a:pt x="6183" y="76300"/>
                  <a:pt x="15061" y="87721"/>
                  <a:pt x="27428" y="94066"/>
                </a:cubicBezTo>
                <a:cubicBezTo>
                  <a:pt x="28855" y="94859"/>
                  <a:pt x="29964" y="95811"/>
                  <a:pt x="31233" y="96445"/>
                </a:cubicBezTo>
                <a:cubicBezTo>
                  <a:pt x="33611" y="97397"/>
                  <a:pt x="36307" y="97397"/>
                  <a:pt x="38843" y="98032"/>
                </a:cubicBezTo>
                <a:cubicBezTo>
                  <a:pt x="40270" y="98349"/>
                  <a:pt x="41697" y="98666"/>
                  <a:pt x="43124" y="98983"/>
                </a:cubicBezTo>
                <a:cubicBezTo>
                  <a:pt x="45502" y="99301"/>
                  <a:pt x="47563" y="100411"/>
                  <a:pt x="50100" y="100411"/>
                </a:cubicBezTo>
                <a:cubicBezTo>
                  <a:pt x="77845" y="100411"/>
                  <a:pt x="100200" y="78045"/>
                  <a:pt x="100200" y="50285"/>
                </a:cubicBezTo>
                <a:cubicBezTo>
                  <a:pt x="100200" y="31408"/>
                  <a:pt x="89418" y="15704"/>
                  <a:pt x="74040" y="7138"/>
                </a:cubicBezTo>
                <a:cubicBezTo>
                  <a:pt x="72771" y="6345"/>
                  <a:pt x="71662" y="5234"/>
                  <a:pt x="70235" y="4600"/>
                </a:cubicBezTo>
                <a:cubicBezTo>
                  <a:pt x="69918" y="4600"/>
                  <a:pt x="69918" y="4283"/>
                  <a:pt x="69600" y="4283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93" name="Freeform 592">
            <a:extLst>
              <a:ext uri="{FF2B5EF4-FFF2-40B4-BE49-F238E27FC236}">
                <a16:creationId xmlns:a16="http://schemas.microsoft.com/office/drawing/2014/main" id="{8ED90D55-828C-239C-38EF-F9AC3FCA7848}"/>
              </a:ext>
            </a:extLst>
          </p:cNvPr>
          <p:cNvSpPr/>
          <p:nvPr userDrawn="1"/>
        </p:nvSpPr>
        <p:spPr>
          <a:xfrm>
            <a:off x="7060817" y="1713928"/>
            <a:ext cx="100358" cy="86333"/>
          </a:xfrm>
          <a:custGeom>
            <a:avLst/>
            <a:gdLst>
              <a:gd name="connsiteX0" fmla="*/ 45502 w 100358"/>
              <a:gd name="connsiteY0" fmla="*/ 952 h 100252"/>
              <a:gd name="connsiteX1" fmla="*/ 43758 w 100358"/>
              <a:gd name="connsiteY1" fmla="*/ 1269 h 100252"/>
              <a:gd name="connsiteX2" fmla="*/ 42648 w 100358"/>
              <a:gd name="connsiteY2" fmla="*/ 1586 h 100252"/>
              <a:gd name="connsiteX3" fmla="*/ 38368 w 100358"/>
              <a:gd name="connsiteY3" fmla="*/ 2379 h 100252"/>
              <a:gd name="connsiteX4" fmla="*/ 0 w 100358"/>
              <a:gd name="connsiteY4" fmla="*/ 50126 h 100252"/>
              <a:gd name="connsiteX5" fmla="*/ 3805 w 100358"/>
              <a:gd name="connsiteY5" fmla="*/ 68686 h 100252"/>
              <a:gd name="connsiteX6" fmla="*/ 6025 w 100358"/>
              <a:gd name="connsiteY6" fmla="*/ 72651 h 100252"/>
              <a:gd name="connsiteX7" fmla="*/ 26160 w 100358"/>
              <a:gd name="connsiteY7" fmla="*/ 93273 h 100252"/>
              <a:gd name="connsiteX8" fmla="*/ 29965 w 100358"/>
              <a:gd name="connsiteY8" fmla="*/ 95811 h 100252"/>
              <a:gd name="connsiteX9" fmla="*/ 50259 w 100358"/>
              <a:gd name="connsiteY9" fmla="*/ 100252 h 100252"/>
              <a:gd name="connsiteX10" fmla="*/ 100358 w 100358"/>
              <a:gd name="connsiteY10" fmla="*/ 50126 h 100252"/>
              <a:gd name="connsiteX11" fmla="*/ 50259 w 100358"/>
              <a:gd name="connsiteY11" fmla="*/ 0 h 100252"/>
              <a:gd name="connsiteX12" fmla="*/ 50259 w 100358"/>
              <a:gd name="connsiteY12" fmla="*/ 0 h 100252"/>
              <a:gd name="connsiteX13" fmla="*/ 45819 w 100358"/>
              <a:gd name="connsiteY13" fmla="*/ 952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00358" h="100252">
                <a:moveTo>
                  <a:pt x="45502" y="952"/>
                </a:moveTo>
                <a:cubicBezTo>
                  <a:pt x="45502" y="952"/>
                  <a:pt x="44392" y="1269"/>
                  <a:pt x="43758" y="1269"/>
                </a:cubicBezTo>
                <a:cubicBezTo>
                  <a:pt x="43283" y="1269"/>
                  <a:pt x="42965" y="1428"/>
                  <a:pt x="42648" y="1586"/>
                </a:cubicBezTo>
                <a:cubicBezTo>
                  <a:pt x="41221" y="1745"/>
                  <a:pt x="39795" y="2062"/>
                  <a:pt x="38368" y="2379"/>
                </a:cubicBezTo>
                <a:cubicBezTo>
                  <a:pt x="16489" y="7773"/>
                  <a:pt x="0" y="26649"/>
                  <a:pt x="0" y="50126"/>
                </a:cubicBezTo>
                <a:cubicBezTo>
                  <a:pt x="0" y="56789"/>
                  <a:pt x="1427" y="62975"/>
                  <a:pt x="3805" y="68686"/>
                </a:cubicBezTo>
                <a:cubicBezTo>
                  <a:pt x="4439" y="70113"/>
                  <a:pt x="5390" y="71224"/>
                  <a:pt x="6025" y="72651"/>
                </a:cubicBezTo>
                <a:cubicBezTo>
                  <a:pt x="10464" y="81376"/>
                  <a:pt x="17599" y="88514"/>
                  <a:pt x="26160" y="93273"/>
                </a:cubicBezTo>
                <a:cubicBezTo>
                  <a:pt x="27587" y="94066"/>
                  <a:pt x="28538" y="95176"/>
                  <a:pt x="29965" y="95811"/>
                </a:cubicBezTo>
                <a:cubicBezTo>
                  <a:pt x="36148" y="98666"/>
                  <a:pt x="42965" y="100252"/>
                  <a:pt x="50259" y="100252"/>
                </a:cubicBezTo>
                <a:cubicBezTo>
                  <a:pt x="78004" y="100252"/>
                  <a:pt x="100358" y="77886"/>
                  <a:pt x="100358" y="50126"/>
                </a:cubicBezTo>
                <a:cubicBezTo>
                  <a:pt x="100358" y="22366"/>
                  <a:pt x="77845" y="0"/>
                  <a:pt x="50259" y="0"/>
                </a:cubicBezTo>
                <a:lnTo>
                  <a:pt x="50259" y="0"/>
                </a:lnTo>
                <a:cubicBezTo>
                  <a:pt x="48673" y="0"/>
                  <a:pt x="47405" y="793"/>
                  <a:pt x="45819" y="95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94" name="Freeform 593">
            <a:extLst>
              <a:ext uri="{FF2B5EF4-FFF2-40B4-BE49-F238E27FC236}">
                <a16:creationId xmlns:a16="http://schemas.microsoft.com/office/drawing/2014/main" id="{3AAA5807-867E-0A8B-160D-0370B8280C7C}"/>
              </a:ext>
            </a:extLst>
          </p:cNvPr>
          <p:cNvSpPr/>
          <p:nvPr userDrawn="1"/>
        </p:nvSpPr>
        <p:spPr>
          <a:xfrm>
            <a:off x="6993595" y="1376688"/>
            <a:ext cx="100357" cy="86470"/>
          </a:xfrm>
          <a:custGeom>
            <a:avLst/>
            <a:gdLst>
              <a:gd name="connsiteX0" fmla="*/ 84028 w 100357"/>
              <a:gd name="connsiteY0" fmla="*/ 13801 h 100411"/>
              <a:gd name="connsiteX1" fmla="*/ 52319 w 100357"/>
              <a:gd name="connsiteY1" fmla="*/ 476 h 100411"/>
              <a:gd name="connsiteX2" fmla="*/ 50100 w 100357"/>
              <a:gd name="connsiteY2" fmla="*/ 0 h 100411"/>
              <a:gd name="connsiteX3" fmla="*/ 47880 w 100357"/>
              <a:gd name="connsiteY3" fmla="*/ 476 h 100411"/>
              <a:gd name="connsiteX4" fmla="*/ 45978 w 100357"/>
              <a:gd name="connsiteY4" fmla="*/ 952 h 100411"/>
              <a:gd name="connsiteX5" fmla="*/ 41697 w 100357"/>
              <a:gd name="connsiteY5" fmla="*/ 1745 h 100411"/>
              <a:gd name="connsiteX6" fmla="*/ 0 w 100357"/>
              <a:gd name="connsiteY6" fmla="*/ 50285 h 100411"/>
              <a:gd name="connsiteX7" fmla="*/ 7134 w 100357"/>
              <a:gd name="connsiteY7" fmla="*/ 74555 h 100411"/>
              <a:gd name="connsiteX8" fmla="*/ 9671 w 100357"/>
              <a:gd name="connsiteY8" fmla="*/ 78203 h 100411"/>
              <a:gd name="connsiteX9" fmla="*/ 30440 w 100357"/>
              <a:gd name="connsiteY9" fmla="*/ 96287 h 100411"/>
              <a:gd name="connsiteX10" fmla="*/ 34721 w 100357"/>
              <a:gd name="connsiteY10" fmla="*/ 97239 h 100411"/>
              <a:gd name="connsiteX11" fmla="*/ 50258 w 100357"/>
              <a:gd name="connsiteY11" fmla="*/ 100411 h 100411"/>
              <a:gd name="connsiteX12" fmla="*/ 57710 w 100357"/>
              <a:gd name="connsiteY12" fmla="*/ 98825 h 100411"/>
              <a:gd name="connsiteX13" fmla="*/ 61991 w 100357"/>
              <a:gd name="connsiteY13" fmla="*/ 98032 h 100411"/>
              <a:gd name="connsiteX14" fmla="*/ 89736 w 100357"/>
              <a:gd name="connsiteY14" fmla="*/ 79631 h 100411"/>
              <a:gd name="connsiteX15" fmla="*/ 93858 w 100357"/>
              <a:gd name="connsiteY15" fmla="*/ 73603 h 100411"/>
              <a:gd name="connsiteX16" fmla="*/ 99565 w 100357"/>
              <a:gd name="connsiteY16" fmla="*/ 54251 h 100411"/>
              <a:gd name="connsiteX17" fmla="*/ 100358 w 100357"/>
              <a:gd name="connsiteY17" fmla="*/ 50285 h 100411"/>
              <a:gd name="connsiteX18" fmla="*/ 99090 w 100357"/>
              <a:gd name="connsiteY18" fmla="*/ 43781 h 100411"/>
              <a:gd name="connsiteX19" fmla="*/ 89418 w 100357"/>
              <a:gd name="connsiteY19" fmla="*/ 20304 h 100411"/>
              <a:gd name="connsiteX20" fmla="*/ 84345 w 100357"/>
              <a:gd name="connsiteY20" fmla="*/ 13959 h 1004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00357" h="100411">
                <a:moveTo>
                  <a:pt x="84028" y="13801"/>
                </a:moveTo>
                <a:cubicBezTo>
                  <a:pt x="75625" y="5869"/>
                  <a:pt x="64527" y="1110"/>
                  <a:pt x="52319" y="476"/>
                </a:cubicBezTo>
                <a:cubicBezTo>
                  <a:pt x="51527" y="476"/>
                  <a:pt x="50892" y="0"/>
                  <a:pt x="50100" y="0"/>
                </a:cubicBezTo>
                <a:cubicBezTo>
                  <a:pt x="49307" y="0"/>
                  <a:pt x="48673" y="476"/>
                  <a:pt x="47880" y="476"/>
                </a:cubicBezTo>
                <a:cubicBezTo>
                  <a:pt x="47246" y="476"/>
                  <a:pt x="46612" y="793"/>
                  <a:pt x="45978" y="952"/>
                </a:cubicBezTo>
                <a:cubicBezTo>
                  <a:pt x="44551" y="952"/>
                  <a:pt x="43124" y="1586"/>
                  <a:pt x="41697" y="1745"/>
                </a:cubicBezTo>
                <a:cubicBezTo>
                  <a:pt x="18232" y="5869"/>
                  <a:pt x="0" y="25539"/>
                  <a:pt x="0" y="50285"/>
                </a:cubicBezTo>
                <a:cubicBezTo>
                  <a:pt x="0" y="59327"/>
                  <a:pt x="3012" y="67258"/>
                  <a:pt x="7134" y="74555"/>
                </a:cubicBezTo>
                <a:cubicBezTo>
                  <a:pt x="7927" y="75824"/>
                  <a:pt x="8720" y="77093"/>
                  <a:pt x="9671" y="78203"/>
                </a:cubicBezTo>
                <a:cubicBezTo>
                  <a:pt x="15061" y="85817"/>
                  <a:pt x="21720" y="92480"/>
                  <a:pt x="30440" y="96287"/>
                </a:cubicBezTo>
                <a:cubicBezTo>
                  <a:pt x="31867" y="96921"/>
                  <a:pt x="33294" y="96763"/>
                  <a:pt x="34721" y="97239"/>
                </a:cubicBezTo>
                <a:cubicBezTo>
                  <a:pt x="39636" y="98825"/>
                  <a:pt x="44709" y="100411"/>
                  <a:pt x="50258" y="100411"/>
                </a:cubicBezTo>
                <a:cubicBezTo>
                  <a:pt x="52953" y="100411"/>
                  <a:pt x="55173" y="99301"/>
                  <a:pt x="57710" y="98825"/>
                </a:cubicBezTo>
                <a:cubicBezTo>
                  <a:pt x="59137" y="98507"/>
                  <a:pt x="60564" y="98349"/>
                  <a:pt x="61991" y="98032"/>
                </a:cubicBezTo>
                <a:cubicBezTo>
                  <a:pt x="73406" y="95176"/>
                  <a:pt x="82918" y="88831"/>
                  <a:pt x="89736" y="79631"/>
                </a:cubicBezTo>
                <a:cubicBezTo>
                  <a:pt x="91163" y="77727"/>
                  <a:pt x="92589" y="75824"/>
                  <a:pt x="93858" y="73603"/>
                </a:cubicBezTo>
                <a:cubicBezTo>
                  <a:pt x="97029" y="67734"/>
                  <a:pt x="99090" y="61230"/>
                  <a:pt x="99565" y="54251"/>
                </a:cubicBezTo>
                <a:cubicBezTo>
                  <a:pt x="99565" y="52823"/>
                  <a:pt x="100358" y="51554"/>
                  <a:pt x="100358" y="50285"/>
                </a:cubicBezTo>
                <a:cubicBezTo>
                  <a:pt x="100358" y="47905"/>
                  <a:pt x="99407" y="46002"/>
                  <a:pt x="99090" y="43781"/>
                </a:cubicBezTo>
                <a:cubicBezTo>
                  <a:pt x="97821" y="34898"/>
                  <a:pt x="94651" y="26967"/>
                  <a:pt x="89418" y="20304"/>
                </a:cubicBezTo>
                <a:cubicBezTo>
                  <a:pt x="87675" y="18083"/>
                  <a:pt x="86406" y="15863"/>
                  <a:pt x="84345" y="13959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95" name="Freeform 594">
            <a:extLst>
              <a:ext uri="{FF2B5EF4-FFF2-40B4-BE49-F238E27FC236}">
                <a16:creationId xmlns:a16="http://schemas.microsoft.com/office/drawing/2014/main" id="{1D019F8E-3319-EC08-1F36-98AB18D0AF5C}"/>
              </a:ext>
            </a:extLst>
          </p:cNvPr>
          <p:cNvSpPr/>
          <p:nvPr userDrawn="1"/>
        </p:nvSpPr>
        <p:spPr>
          <a:xfrm>
            <a:off x="4836768" y="2725336"/>
            <a:ext cx="100358" cy="86333"/>
          </a:xfrm>
          <a:custGeom>
            <a:avLst/>
            <a:gdLst>
              <a:gd name="connsiteX0" fmla="*/ 62466 w 100358"/>
              <a:gd name="connsiteY0" fmla="*/ 97714 h 100252"/>
              <a:gd name="connsiteX1" fmla="*/ 66905 w 100358"/>
              <a:gd name="connsiteY1" fmla="*/ 96762 h 100252"/>
              <a:gd name="connsiteX2" fmla="*/ 95126 w 100358"/>
              <a:gd name="connsiteY2" fmla="*/ 71541 h 100252"/>
              <a:gd name="connsiteX3" fmla="*/ 96870 w 100358"/>
              <a:gd name="connsiteY3" fmla="*/ 67575 h 100252"/>
              <a:gd name="connsiteX4" fmla="*/ 100358 w 100358"/>
              <a:gd name="connsiteY4" fmla="*/ 49967 h 100252"/>
              <a:gd name="connsiteX5" fmla="*/ 96553 w 100358"/>
              <a:gd name="connsiteY5" fmla="*/ 31408 h 100252"/>
              <a:gd name="connsiteX6" fmla="*/ 94334 w 100358"/>
              <a:gd name="connsiteY6" fmla="*/ 27601 h 100252"/>
              <a:gd name="connsiteX7" fmla="*/ 93224 w 100358"/>
              <a:gd name="connsiteY7" fmla="*/ 25856 h 100252"/>
              <a:gd name="connsiteX8" fmla="*/ 90687 w 100358"/>
              <a:gd name="connsiteY8" fmla="*/ 22208 h 100252"/>
              <a:gd name="connsiteX9" fmla="*/ 50100 w 100358"/>
              <a:gd name="connsiteY9" fmla="*/ 0 h 100252"/>
              <a:gd name="connsiteX10" fmla="*/ 0 w 100358"/>
              <a:gd name="connsiteY10" fmla="*/ 50126 h 100252"/>
              <a:gd name="connsiteX11" fmla="*/ 50100 w 100358"/>
              <a:gd name="connsiteY11" fmla="*/ 100252 h 100252"/>
              <a:gd name="connsiteX12" fmla="*/ 55490 w 100358"/>
              <a:gd name="connsiteY12" fmla="*/ 99142 h 100252"/>
              <a:gd name="connsiteX13" fmla="*/ 59771 w 100358"/>
              <a:gd name="connsiteY13" fmla="*/ 98190 h 100252"/>
              <a:gd name="connsiteX14" fmla="*/ 62308 w 100358"/>
              <a:gd name="connsiteY14" fmla="*/ 97714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00358" h="100252">
                <a:moveTo>
                  <a:pt x="62466" y="97714"/>
                </a:moveTo>
                <a:cubicBezTo>
                  <a:pt x="63893" y="97397"/>
                  <a:pt x="65479" y="97239"/>
                  <a:pt x="66905" y="96762"/>
                </a:cubicBezTo>
                <a:cubicBezTo>
                  <a:pt x="79430" y="92321"/>
                  <a:pt x="89419" y="83438"/>
                  <a:pt x="95126" y="71541"/>
                </a:cubicBezTo>
                <a:cubicBezTo>
                  <a:pt x="95760" y="70113"/>
                  <a:pt x="96395" y="69003"/>
                  <a:pt x="96870" y="67575"/>
                </a:cubicBezTo>
                <a:cubicBezTo>
                  <a:pt x="98931" y="62023"/>
                  <a:pt x="100358" y="56154"/>
                  <a:pt x="100358" y="49967"/>
                </a:cubicBezTo>
                <a:cubicBezTo>
                  <a:pt x="100358" y="43305"/>
                  <a:pt x="98931" y="37119"/>
                  <a:pt x="96553" y="31408"/>
                </a:cubicBezTo>
                <a:cubicBezTo>
                  <a:pt x="95919" y="29981"/>
                  <a:pt x="94967" y="28870"/>
                  <a:pt x="94334" y="27601"/>
                </a:cubicBezTo>
                <a:cubicBezTo>
                  <a:pt x="94016" y="26967"/>
                  <a:pt x="93541" y="26491"/>
                  <a:pt x="93224" y="25856"/>
                </a:cubicBezTo>
                <a:cubicBezTo>
                  <a:pt x="92431" y="24587"/>
                  <a:pt x="91480" y="23318"/>
                  <a:pt x="90687" y="22208"/>
                </a:cubicBezTo>
                <a:cubicBezTo>
                  <a:pt x="81650" y="9042"/>
                  <a:pt x="67222" y="0"/>
                  <a:pt x="50100" y="0"/>
                </a:cubicBezTo>
                <a:cubicBezTo>
                  <a:pt x="22355" y="0"/>
                  <a:pt x="0" y="22525"/>
                  <a:pt x="0" y="50126"/>
                </a:cubicBezTo>
                <a:cubicBezTo>
                  <a:pt x="0" y="77727"/>
                  <a:pt x="22513" y="100252"/>
                  <a:pt x="50100" y="100252"/>
                </a:cubicBezTo>
                <a:cubicBezTo>
                  <a:pt x="52002" y="100252"/>
                  <a:pt x="53588" y="99301"/>
                  <a:pt x="55490" y="99142"/>
                </a:cubicBezTo>
                <a:cubicBezTo>
                  <a:pt x="56917" y="98983"/>
                  <a:pt x="58344" y="98507"/>
                  <a:pt x="59771" y="98190"/>
                </a:cubicBezTo>
                <a:cubicBezTo>
                  <a:pt x="60564" y="98032"/>
                  <a:pt x="61515" y="97873"/>
                  <a:pt x="62308" y="97714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10" name="Freeform 609">
            <a:extLst>
              <a:ext uri="{FF2B5EF4-FFF2-40B4-BE49-F238E27FC236}">
                <a16:creationId xmlns:a16="http://schemas.microsoft.com/office/drawing/2014/main" id="{293E01DE-63CE-94CC-BB30-E12515001B24}"/>
              </a:ext>
            </a:extLst>
          </p:cNvPr>
          <p:cNvSpPr/>
          <p:nvPr userDrawn="1"/>
        </p:nvSpPr>
        <p:spPr>
          <a:xfrm>
            <a:off x="6273807" y="0"/>
            <a:ext cx="1370767" cy="3163656"/>
          </a:xfrm>
          <a:custGeom>
            <a:avLst/>
            <a:gdLst>
              <a:gd name="connsiteX0" fmla="*/ 8085 w 1370767"/>
              <a:gd name="connsiteY0" fmla="*/ 0 h 3508199"/>
              <a:gd name="connsiteX1" fmla="*/ 0 w 1370767"/>
              <a:gd name="connsiteY1" fmla="*/ 2538 h 3508199"/>
              <a:gd name="connsiteX2" fmla="*/ 1362682 w 1370767"/>
              <a:gd name="connsiteY2" fmla="*/ 3508200 h 3508199"/>
              <a:gd name="connsiteX3" fmla="*/ 1370768 w 1370767"/>
              <a:gd name="connsiteY3" fmla="*/ 3505820 h 3508199"/>
              <a:gd name="connsiteX4" fmla="*/ 8085 w 1370767"/>
              <a:gd name="connsiteY4" fmla="*/ 159 h 35081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0767" h="3508199">
                <a:moveTo>
                  <a:pt x="8085" y="0"/>
                </a:moveTo>
                <a:cubicBezTo>
                  <a:pt x="5549" y="1269"/>
                  <a:pt x="2695" y="1586"/>
                  <a:pt x="0" y="2538"/>
                </a:cubicBezTo>
                <a:lnTo>
                  <a:pt x="1362682" y="3508200"/>
                </a:lnTo>
                <a:cubicBezTo>
                  <a:pt x="1365218" y="3507089"/>
                  <a:pt x="1368072" y="3506613"/>
                  <a:pt x="1370768" y="3505820"/>
                </a:cubicBezTo>
                <a:lnTo>
                  <a:pt x="8085" y="159"/>
                </a:lnTo>
                <a:close/>
              </a:path>
            </a:pathLst>
          </a:custGeom>
          <a:solidFill>
            <a:srgbClr val="FF7D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11" name="Freeform 610">
            <a:extLst>
              <a:ext uri="{FF2B5EF4-FFF2-40B4-BE49-F238E27FC236}">
                <a16:creationId xmlns:a16="http://schemas.microsoft.com/office/drawing/2014/main" id="{4F438558-1624-38F8-57FF-507D656BA3A7}"/>
              </a:ext>
            </a:extLst>
          </p:cNvPr>
          <p:cNvSpPr/>
          <p:nvPr userDrawn="1"/>
        </p:nvSpPr>
        <p:spPr>
          <a:xfrm>
            <a:off x="1815561" y="6343146"/>
            <a:ext cx="45719" cy="514854"/>
          </a:xfrm>
          <a:custGeom>
            <a:avLst/>
            <a:gdLst>
              <a:gd name="connsiteX0" fmla="*/ 159 w 31550"/>
              <a:gd name="connsiteY0" fmla="*/ 1745 h 118494"/>
              <a:gd name="connsiteX1" fmla="*/ 27587 w 31550"/>
              <a:gd name="connsiteY1" fmla="*/ 118495 h 118494"/>
              <a:gd name="connsiteX2" fmla="*/ 31550 w 31550"/>
              <a:gd name="connsiteY2" fmla="*/ 98349 h 118494"/>
              <a:gd name="connsiteX3" fmla="*/ 8403 w 31550"/>
              <a:gd name="connsiteY3" fmla="*/ 0 h 118494"/>
              <a:gd name="connsiteX4" fmla="*/ 0 w 31550"/>
              <a:gd name="connsiteY4" fmla="*/ 1745 h 1184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550" h="118494">
                <a:moveTo>
                  <a:pt x="159" y="1745"/>
                </a:moveTo>
                <a:lnTo>
                  <a:pt x="27587" y="118495"/>
                </a:lnTo>
                <a:lnTo>
                  <a:pt x="31550" y="98349"/>
                </a:lnTo>
                <a:lnTo>
                  <a:pt x="8403" y="0"/>
                </a:lnTo>
                <a:cubicBezTo>
                  <a:pt x="5708" y="793"/>
                  <a:pt x="2854" y="1269"/>
                  <a:pt x="0" y="1745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12" name="Freeform 611">
            <a:extLst>
              <a:ext uri="{FF2B5EF4-FFF2-40B4-BE49-F238E27FC236}">
                <a16:creationId xmlns:a16="http://schemas.microsoft.com/office/drawing/2014/main" id="{8125F627-8EE1-9941-519D-0934EDA1B094}"/>
              </a:ext>
            </a:extLst>
          </p:cNvPr>
          <p:cNvSpPr/>
          <p:nvPr userDrawn="1"/>
        </p:nvSpPr>
        <p:spPr>
          <a:xfrm>
            <a:off x="1759279" y="6346477"/>
            <a:ext cx="47619" cy="568749"/>
          </a:xfrm>
          <a:custGeom>
            <a:avLst/>
            <a:gdLst>
              <a:gd name="connsiteX0" fmla="*/ 40587 w 44233"/>
              <a:gd name="connsiteY0" fmla="*/ 0 h 535208"/>
              <a:gd name="connsiteX1" fmla="*/ 29172 w 44233"/>
              <a:gd name="connsiteY1" fmla="*/ 97080 h 535208"/>
              <a:gd name="connsiteX2" fmla="*/ 0 w 44233"/>
              <a:gd name="connsiteY2" fmla="*/ 535209 h 535208"/>
              <a:gd name="connsiteX3" fmla="*/ 12842 w 44233"/>
              <a:gd name="connsiteY3" fmla="*/ 470964 h 535208"/>
              <a:gd name="connsiteX4" fmla="*/ 44234 w 44233"/>
              <a:gd name="connsiteY4" fmla="*/ 793 h 535208"/>
              <a:gd name="connsiteX5" fmla="*/ 40587 w 44233"/>
              <a:gd name="connsiteY5" fmla="*/ 0 h 535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4233" h="535208">
                <a:moveTo>
                  <a:pt x="40587" y="0"/>
                </a:moveTo>
                <a:lnTo>
                  <a:pt x="29172" y="97080"/>
                </a:lnTo>
                <a:lnTo>
                  <a:pt x="0" y="535209"/>
                </a:lnTo>
                <a:lnTo>
                  <a:pt x="12842" y="470964"/>
                </a:lnTo>
                <a:lnTo>
                  <a:pt x="44234" y="793"/>
                </a:lnTo>
                <a:cubicBezTo>
                  <a:pt x="42965" y="793"/>
                  <a:pt x="41855" y="159"/>
                  <a:pt x="40587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14" name="Freeform 613">
            <a:extLst>
              <a:ext uri="{FF2B5EF4-FFF2-40B4-BE49-F238E27FC236}">
                <a16:creationId xmlns:a16="http://schemas.microsoft.com/office/drawing/2014/main" id="{41054442-449B-B976-F613-C191532E4732}"/>
              </a:ext>
            </a:extLst>
          </p:cNvPr>
          <p:cNvSpPr/>
          <p:nvPr userDrawn="1"/>
        </p:nvSpPr>
        <p:spPr>
          <a:xfrm>
            <a:off x="1684288" y="6345844"/>
            <a:ext cx="81649" cy="569382"/>
          </a:xfrm>
          <a:custGeom>
            <a:avLst/>
            <a:gdLst>
              <a:gd name="connsiteX0" fmla="*/ 115578 w 115578"/>
              <a:gd name="connsiteY0" fmla="*/ 634 h 910837"/>
              <a:gd name="connsiteX1" fmla="*/ 112249 w 115578"/>
              <a:gd name="connsiteY1" fmla="*/ 0 h 910837"/>
              <a:gd name="connsiteX2" fmla="*/ 94809 w 115578"/>
              <a:gd name="connsiteY2" fmla="*/ 105170 h 910837"/>
              <a:gd name="connsiteX3" fmla="*/ 0 w 115578"/>
              <a:gd name="connsiteY3" fmla="*/ 910837 h 910837"/>
              <a:gd name="connsiteX4" fmla="*/ 20769 w 115578"/>
              <a:gd name="connsiteY4" fmla="*/ 807254 h 910837"/>
              <a:gd name="connsiteX5" fmla="*/ 104163 w 115578"/>
              <a:gd name="connsiteY5" fmla="*/ 97714 h 910837"/>
              <a:gd name="connsiteX6" fmla="*/ 115578 w 115578"/>
              <a:gd name="connsiteY6" fmla="*/ 634 h 91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5578" h="910837">
                <a:moveTo>
                  <a:pt x="115578" y="634"/>
                </a:moveTo>
                <a:cubicBezTo>
                  <a:pt x="114468" y="634"/>
                  <a:pt x="113359" y="0"/>
                  <a:pt x="112249" y="0"/>
                </a:cubicBezTo>
                <a:lnTo>
                  <a:pt x="94809" y="105170"/>
                </a:lnTo>
                <a:lnTo>
                  <a:pt x="0" y="910837"/>
                </a:lnTo>
                <a:lnTo>
                  <a:pt x="20769" y="807254"/>
                </a:lnTo>
                <a:lnTo>
                  <a:pt x="104163" y="97714"/>
                </a:lnTo>
                <a:lnTo>
                  <a:pt x="115578" y="634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15" name="Freeform 614">
            <a:extLst>
              <a:ext uri="{FF2B5EF4-FFF2-40B4-BE49-F238E27FC236}">
                <a16:creationId xmlns:a16="http://schemas.microsoft.com/office/drawing/2014/main" id="{2AA4EEAF-4704-026B-E574-B89D03E48EC8}"/>
              </a:ext>
            </a:extLst>
          </p:cNvPr>
          <p:cNvSpPr/>
          <p:nvPr userDrawn="1"/>
        </p:nvSpPr>
        <p:spPr>
          <a:xfrm>
            <a:off x="1807317" y="6019547"/>
            <a:ext cx="29171" cy="161328"/>
          </a:xfrm>
          <a:custGeom>
            <a:avLst/>
            <a:gdLst>
              <a:gd name="connsiteX0" fmla="*/ 8403 w 29171"/>
              <a:gd name="connsiteY0" fmla="*/ 187339 h 187338"/>
              <a:gd name="connsiteX1" fmla="*/ 29172 w 29171"/>
              <a:gd name="connsiteY1" fmla="*/ 0 h 187338"/>
              <a:gd name="connsiteX2" fmla="*/ 20611 w 29171"/>
              <a:gd name="connsiteY2" fmla="*/ 793 h 187338"/>
              <a:gd name="connsiteX3" fmla="*/ 0 w 29171"/>
              <a:gd name="connsiteY3" fmla="*/ 185594 h 187338"/>
              <a:gd name="connsiteX4" fmla="*/ 8403 w 29171"/>
              <a:gd name="connsiteY4" fmla="*/ 187339 h 1873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9171" h="187338">
                <a:moveTo>
                  <a:pt x="8403" y="187339"/>
                </a:moveTo>
                <a:lnTo>
                  <a:pt x="29172" y="0"/>
                </a:lnTo>
                <a:lnTo>
                  <a:pt x="20611" y="793"/>
                </a:lnTo>
                <a:lnTo>
                  <a:pt x="0" y="185594"/>
                </a:lnTo>
                <a:cubicBezTo>
                  <a:pt x="3012" y="185752"/>
                  <a:pt x="5549" y="186863"/>
                  <a:pt x="8403" y="187339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16" name="Freeform 615">
            <a:extLst>
              <a:ext uri="{FF2B5EF4-FFF2-40B4-BE49-F238E27FC236}">
                <a16:creationId xmlns:a16="http://schemas.microsoft.com/office/drawing/2014/main" id="{58163876-9C23-3B3D-8251-0499E3A2ED77}"/>
              </a:ext>
            </a:extLst>
          </p:cNvPr>
          <p:cNvSpPr/>
          <p:nvPr userDrawn="1"/>
        </p:nvSpPr>
        <p:spPr>
          <a:xfrm>
            <a:off x="1831733" y="2715184"/>
            <a:ext cx="365759" cy="3516745"/>
          </a:xfrm>
          <a:custGeom>
            <a:avLst/>
            <a:gdLst>
              <a:gd name="connsiteX0" fmla="*/ 365760 w 365759"/>
              <a:gd name="connsiteY0" fmla="*/ 476 h 3271845"/>
              <a:gd name="connsiteX1" fmla="*/ 363223 w 365759"/>
              <a:gd name="connsiteY1" fmla="*/ 0 h 3271845"/>
              <a:gd name="connsiteX2" fmla="*/ 0 w 365759"/>
              <a:gd name="connsiteY2" fmla="*/ 3270576 h 3271845"/>
              <a:gd name="connsiteX3" fmla="*/ 8403 w 365759"/>
              <a:gd name="connsiteY3" fmla="*/ 3271845 h 3271845"/>
              <a:gd name="connsiteX4" fmla="*/ 350381 w 365759"/>
              <a:gd name="connsiteY4" fmla="*/ 193208 h 3271845"/>
              <a:gd name="connsiteX5" fmla="*/ 365760 w 365759"/>
              <a:gd name="connsiteY5" fmla="*/ 476 h 32718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65759" h="3271845">
                <a:moveTo>
                  <a:pt x="365760" y="476"/>
                </a:moveTo>
                <a:cubicBezTo>
                  <a:pt x="364809" y="476"/>
                  <a:pt x="364016" y="159"/>
                  <a:pt x="363223" y="0"/>
                </a:cubicBezTo>
                <a:lnTo>
                  <a:pt x="0" y="3270576"/>
                </a:lnTo>
                <a:lnTo>
                  <a:pt x="8403" y="3271845"/>
                </a:lnTo>
                <a:lnTo>
                  <a:pt x="350381" y="193208"/>
                </a:lnTo>
                <a:lnTo>
                  <a:pt x="365760" y="476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17" name="Freeform 616">
            <a:extLst>
              <a:ext uri="{FF2B5EF4-FFF2-40B4-BE49-F238E27FC236}">
                <a16:creationId xmlns:a16="http://schemas.microsoft.com/office/drawing/2014/main" id="{7926AC53-5F1A-D211-6DCB-9FA9E4843B23}"/>
              </a:ext>
            </a:extLst>
          </p:cNvPr>
          <p:cNvSpPr/>
          <p:nvPr userDrawn="1"/>
        </p:nvSpPr>
        <p:spPr>
          <a:xfrm>
            <a:off x="1828879" y="5994167"/>
            <a:ext cx="10305" cy="45719"/>
          </a:xfrm>
          <a:custGeom>
            <a:avLst/>
            <a:gdLst>
              <a:gd name="connsiteX0" fmla="*/ 2061 w 10305"/>
              <a:gd name="connsiteY0" fmla="*/ 0 h 17607"/>
              <a:gd name="connsiteX1" fmla="*/ 0 w 10305"/>
              <a:gd name="connsiteY1" fmla="*/ 17608 h 17607"/>
              <a:gd name="connsiteX2" fmla="*/ 8561 w 10305"/>
              <a:gd name="connsiteY2" fmla="*/ 16814 h 17607"/>
              <a:gd name="connsiteX3" fmla="*/ 10305 w 10305"/>
              <a:gd name="connsiteY3" fmla="*/ 1269 h 17607"/>
              <a:gd name="connsiteX4" fmla="*/ 2061 w 10305"/>
              <a:gd name="connsiteY4" fmla="*/ 0 h 176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305" h="17607">
                <a:moveTo>
                  <a:pt x="2061" y="0"/>
                </a:moveTo>
                <a:lnTo>
                  <a:pt x="0" y="17608"/>
                </a:lnTo>
                <a:lnTo>
                  <a:pt x="8561" y="16814"/>
                </a:lnTo>
                <a:lnTo>
                  <a:pt x="10305" y="1269"/>
                </a:lnTo>
                <a:lnTo>
                  <a:pt x="2061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20" name="Freeform 619">
            <a:extLst>
              <a:ext uri="{FF2B5EF4-FFF2-40B4-BE49-F238E27FC236}">
                <a16:creationId xmlns:a16="http://schemas.microsoft.com/office/drawing/2014/main" id="{2864DF8F-2CF5-30E7-5497-403EF548CEFD}"/>
              </a:ext>
            </a:extLst>
          </p:cNvPr>
          <p:cNvSpPr/>
          <p:nvPr userDrawn="1"/>
        </p:nvSpPr>
        <p:spPr>
          <a:xfrm>
            <a:off x="33056" y="5843948"/>
            <a:ext cx="996604" cy="209276"/>
          </a:xfrm>
          <a:custGeom>
            <a:avLst/>
            <a:gdLst>
              <a:gd name="connsiteX0" fmla="*/ 996605 w 996604"/>
              <a:gd name="connsiteY0" fmla="*/ 240638 h 243017"/>
              <a:gd name="connsiteX1" fmla="*/ 0 w 996604"/>
              <a:gd name="connsiteY1" fmla="*/ 0 h 243017"/>
              <a:gd name="connsiteX2" fmla="*/ 0 w 996604"/>
              <a:gd name="connsiteY2" fmla="*/ 8725 h 243017"/>
              <a:gd name="connsiteX3" fmla="*/ 970128 w 996604"/>
              <a:gd name="connsiteY3" fmla="*/ 243017 h 243017"/>
              <a:gd name="connsiteX4" fmla="*/ 996605 w 996604"/>
              <a:gd name="connsiteY4" fmla="*/ 240638 h 2430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96604" h="243017">
                <a:moveTo>
                  <a:pt x="996605" y="240638"/>
                </a:moveTo>
                <a:lnTo>
                  <a:pt x="0" y="0"/>
                </a:lnTo>
                <a:lnTo>
                  <a:pt x="0" y="8725"/>
                </a:lnTo>
                <a:lnTo>
                  <a:pt x="970128" y="243017"/>
                </a:lnTo>
                <a:lnTo>
                  <a:pt x="996605" y="240638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21" name="Freeform 620">
            <a:extLst>
              <a:ext uri="{FF2B5EF4-FFF2-40B4-BE49-F238E27FC236}">
                <a16:creationId xmlns:a16="http://schemas.microsoft.com/office/drawing/2014/main" id="{362C16ED-77F1-5A33-8A7B-CEF90FA870AA}"/>
              </a:ext>
            </a:extLst>
          </p:cNvPr>
          <p:cNvSpPr/>
          <p:nvPr userDrawn="1"/>
        </p:nvSpPr>
        <p:spPr>
          <a:xfrm>
            <a:off x="1028551" y="6090770"/>
            <a:ext cx="706470" cy="148898"/>
          </a:xfrm>
          <a:custGeom>
            <a:avLst/>
            <a:gdLst>
              <a:gd name="connsiteX0" fmla="*/ 375590 w 706470"/>
              <a:gd name="connsiteY0" fmla="*/ 84231 h 172904"/>
              <a:gd name="connsiteX1" fmla="*/ 26477 w 706470"/>
              <a:gd name="connsiteY1" fmla="*/ 0 h 172904"/>
              <a:gd name="connsiteX2" fmla="*/ 0 w 706470"/>
              <a:gd name="connsiteY2" fmla="*/ 2380 h 172904"/>
              <a:gd name="connsiteX3" fmla="*/ 706153 w 706470"/>
              <a:gd name="connsiteY3" fmla="*/ 172904 h 172904"/>
              <a:gd name="connsiteX4" fmla="*/ 706470 w 706470"/>
              <a:gd name="connsiteY4" fmla="*/ 171476 h 172904"/>
              <a:gd name="connsiteX5" fmla="*/ 375431 w 706470"/>
              <a:gd name="connsiteY5" fmla="*/ 84231 h 1729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06470" h="172904">
                <a:moveTo>
                  <a:pt x="375590" y="84231"/>
                </a:moveTo>
                <a:lnTo>
                  <a:pt x="26477" y="0"/>
                </a:lnTo>
                <a:lnTo>
                  <a:pt x="0" y="2380"/>
                </a:lnTo>
                <a:lnTo>
                  <a:pt x="706153" y="172904"/>
                </a:lnTo>
                <a:cubicBezTo>
                  <a:pt x="706153" y="172904"/>
                  <a:pt x="706312" y="171952"/>
                  <a:pt x="706470" y="171476"/>
                </a:cubicBezTo>
                <a:lnTo>
                  <a:pt x="375431" y="84231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22" name="Freeform 621">
            <a:extLst>
              <a:ext uri="{FF2B5EF4-FFF2-40B4-BE49-F238E27FC236}">
                <a16:creationId xmlns:a16="http://schemas.microsoft.com/office/drawing/2014/main" id="{73481F66-917A-6B82-C678-74A6E9894403}"/>
              </a:ext>
            </a:extLst>
          </p:cNvPr>
          <p:cNvSpPr/>
          <p:nvPr userDrawn="1"/>
        </p:nvSpPr>
        <p:spPr>
          <a:xfrm>
            <a:off x="33056" y="5805083"/>
            <a:ext cx="1044326" cy="238782"/>
          </a:xfrm>
          <a:custGeom>
            <a:avLst/>
            <a:gdLst>
              <a:gd name="connsiteX0" fmla="*/ 1044326 w 1044326"/>
              <a:gd name="connsiteY0" fmla="*/ 275060 h 277280"/>
              <a:gd name="connsiteX1" fmla="*/ 0 w 1044326"/>
              <a:gd name="connsiteY1" fmla="*/ 0 h 277280"/>
              <a:gd name="connsiteX2" fmla="*/ 0 w 1044326"/>
              <a:gd name="connsiteY2" fmla="*/ 8724 h 277280"/>
              <a:gd name="connsiteX3" fmla="*/ 1019752 w 1044326"/>
              <a:gd name="connsiteY3" fmla="*/ 277280 h 277280"/>
              <a:gd name="connsiteX4" fmla="*/ 1044326 w 1044326"/>
              <a:gd name="connsiteY4" fmla="*/ 275060 h 2772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44326" h="277280">
                <a:moveTo>
                  <a:pt x="1044326" y="275060"/>
                </a:moveTo>
                <a:lnTo>
                  <a:pt x="0" y="0"/>
                </a:lnTo>
                <a:lnTo>
                  <a:pt x="0" y="8724"/>
                </a:lnTo>
                <a:lnTo>
                  <a:pt x="1019752" y="277280"/>
                </a:lnTo>
                <a:lnTo>
                  <a:pt x="1044326" y="27506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23" name="Freeform 622">
            <a:extLst>
              <a:ext uri="{FF2B5EF4-FFF2-40B4-BE49-F238E27FC236}">
                <a16:creationId xmlns:a16="http://schemas.microsoft.com/office/drawing/2014/main" id="{6777784A-F2D2-34CB-6A07-501EC60AF06E}"/>
              </a:ext>
            </a:extLst>
          </p:cNvPr>
          <p:cNvSpPr/>
          <p:nvPr userDrawn="1"/>
        </p:nvSpPr>
        <p:spPr>
          <a:xfrm>
            <a:off x="1076590" y="6086488"/>
            <a:ext cx="660333" cy="151356"/>
          </a:xfrm>
          <a:custGeom>
            <a:avLst/>
            <a:gdLst>
              <a:gd name="connsiteX0" fmla="*/ 658590 w 660333"/>
              <a:gd name="connsiteY0" fmla="*/ 175600 h 175758"/>
              <a:gd name="connsiteX1" fmla="*/ 660334 w 660333"/>
              <a:gd name="connsiteY1" fmla="*/ 167352 h 175758"/>
              <a:gd name="connsiteX2" fmla="*/ 24733 w 660333"/>
              <a:gd name="connsiteY2" fmla="*/ 0 h 175758"/>
              <a:gd name="connsiteX3" fmla="*/ 0 w 660333"/>
              <a:gd name="connsiteY3" fmla="*/ 2221 h 175758"/>
              <a:gd name="connsiteX4" fmla="*/ 327551 w 660333"/>
              <a:gd name="connsiteY4" fmla="*/ 88514 h 175758"/>
              <a:gd name="connsiteX5" fmla="*/ 658590 w 660333"/>
              <a:gd name="connsiteY5" fmla="*/ 175759 h 1757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60333" h="175758">
                <a:moveTo>
                  <a:pt x="658590" y="175600"/>
                </a:moveTo>
                <a:cubicBezTo>
                  <a:pt x="659224" y="172745"/>
                  <a:pt x="659383" y="169890"/>
                  <a:pt x="660334" y="167352"/>
                </a:cubicBezTo>
                <a:lnTo>
                  <a:pt x="24733" y="0"/>
                </a:lnTo>
                <a:lnTo>
                  <a:pt x="0" y="2221"/>
                </a:lnTo>
                <a:lnTo>
                  <a:pt x="327551" y="88514"/>
                </a:lnTo>
                <a:lnTo>
                  <a:pt x="658590" y="17575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24" name="Freeform 623">
            <a:extLst>
              <a:ext uri="{FF2B5EF4-FFF2-40B4-BE49-F238E27FC236}">
                <a16:creationId xmlns:a16="http://schemas.microsoft.com/office/drawing/2014/main" id="{5EF0C95C-CC24-8E5E-E838-812952666683}"/>
              </a:ext>
            </a:extLst>
          </p:cNvPr>
          <p:cNvSpPr/>
          <p:nvPr userDrawn="1"/>
        </p:nvSpPr>
        <p:spPr>
          <a:xfrm>
            <a:off x="-4780" y="5715777"/>
            <a:ext cx="1874721" cy="244656"/>
          </a:xfrm>
          <a:custGeom>
            <a:avLst/>
            <a:gdLst>
              <a:gd name="connsiteX0" fmla="*/ 1806128 w 1836885"/>
              <a:gd name="connsiteY0" fmla="*/ 279660 h 284101"/>
              <a:gd name="connsiteX1" fmla="*/ 1835142 w 1836885"/>
              <a:gd name="connsiteY1" fmla="*/ 284101 h 284101"/>
              <a:gd name="connsiteX2" fmla="*/ 1836886 w 1836885"/>
              <a:gd name="connsiteY2" fmla="*/ 275694 h 284101"/>
              <a:gd name="connsiteX3" fmla="*/ 1807080 w 1836885"/>
              <a:gd name="connsiteY3" fmla="*/ 271253 h 284101"/>
              <a:gd name="connsiteX4" fmla="*/ 1798677 w 1836885"/>
              <a:gd name="connsiteY4" fmla="*/ 269983 h 284101"/>
              <a:gd name="connsiteX5" fmla="*/ 0 w 1836885"/>
              <a:gd name="connsiteY5" fmla="*/ 0 h 284101"/>
              <a:gd name="connsiteX6" fmla="*/ 0 w 1836885"/>
              <a:gd name="connsiteY6" fmla="*/ 8566 h 284101"/>
              <a:gd name="connsiteX7" fmla="*/ 1797884 w 1836885"/>
              <a:gd name="connsiteY7" fmla="*/ 278391 h 284101"/>
              <a:gd name="connsiteX8" fmla="*/ 1806287 w 1836885"/>
              <a:gd name="connsiteY8" fmla="*/ 279660 h 284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836885" h="284101">
                <a:moveTo>
                  <a:pt x="1806128" y="279660"/>
                </a:moveTo>
                <a:lnTo>
                  <a:pt x="1835142" y="284101"/>
                </a:lnTo>
                <a:cubicBezTo>
                  <a:pt x="1835459" y="281246"/>
                  <a:pt x="1836252" y="278549"/>
                  <a:pt x="1836886" y="275694"/>
                </a:cubicBezTo>
                <a:lnTo>
                  <a:pt x="1807080" y="271253"/>
                </a:lnTo>
                <a:lnTo>
                  <a:pt x="1798677" y="269983"/>
                </a:lnTo>
                <a:lnTo>
                  <a:pt x="0" y="0"/>
                </a:lnTo>
                <a:lnTo>
                  <a:pt x="0" y="8566"/>
                </a:lnTo>
                <a:lnTo>
                  <a:pt x="1797884" y="278391"/>
                </a:lnTo>
                <a:lnTo>
                  <a:pt x="1806287" y="27966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25" name="Freeform 624">
            <a:extLst>
              <a:ext uri="{FF2B5EF4-FFF2-40B4-BE49-F238E27FC236}">
                <a16:creationId xmlns:a16="http://schemas.microsoft.com/office/drawing/2014/main" id="{D2E05706-E902-4631-F2FC-CD287372DE5A}"/>
              </a:ext>
            </a:extLst>
          </p:cNvPr>
          <p:cNvSpPr/>
          <p:nvPr userDrawn="1"/>
        </p:nvSpPr>
        <p:spPr>
          <a:xfrm>
            <a:off x="1940018" y="2715659"/>
            <a:ext cx="265877" cy="3314286"/>
          </a:xfrm>
          <a:custGeom>
            <a:avLst/>
            <a:gdLst>
              <a:gd name="connsiteX0" fmla="*/ 257475 w 265877"/>
              <a:gd name="connsiteY0" fmla="*/ 0 h 3221084"/>
              <a:gd name="connsiteX1" fmla="*/ 242096 w 265877"/>
              <a:gd name="connsiteY1" fmla="*/ 192732 h 3221084"/>
              <a:gd name="connsiteX2" fmla="*/ 0 w 265877"/>
              <a:gd name="connsiteY2" fmla="*/ 3219340 h 3221084"/>
              <a:gd name="connsiteX3" fmla="*/ 8403 w 265877"/>
              <a:gd name="connsiteY3" fmla="*/ 3221084 h 3221084"/>
              <a:gd name="connsiteX4" fmla="*/ 265877 w 265877"/>
              <a:gd name="connsiteY4" fmla="*/ 1903 h 3221084"/>
              <a:gd name="connsiteX5" fmla="*/ 257633 w 265877"/>
              <a:gd name="connsiteY5" fmla="*/ 159 h 32210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65877" h="3221084">
                <a:moveTo>
                  <a:pt x="257475" y="0"/>
                </a:moveTo>
                <a:lnTo>
                  <a:pt x="242096" y="192732"/>
                </a:lnTo>
                <a:lnTo>
                  <a:pt x="0" y="3219340"/>
                </a:lnTo>
                <a:cubicBezTo>
                  <a:pt x="3012" y="3219340"/>
                  <a:pt x="5549" y="3220608"/>
                  <a:pt x="8403" y="3221084"/>
                </a:cubicBezTo>
                <a:lnTo>
                  <a:pt x="265877" y="1903"/>
                </a:lnTo>
                <a:cubicBezTo>
                  <a:pt x="262865" y="1903"/>
                  <a:pt x="260487" y="634"/>
                  <a:pt x="257633" y="159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26" name="Freeform 625">
            <a:extLst>
              <a:ext uri="{FF2B5EF4-FFF2-40B4-BE49-F238E27FC236}">
                <a16:creationId xmlns:a16="http://schemas.microsoft.com/office/drawing/2014/main" id="{B668C2FE-D463-8EF4-C1A6-BC66F7BC1DEB}"/>
              </a:ext>
            </a:extLst>
          </p:cNvPr>
          <p:cNvSpPr/>
          <p:nvPr userDrawn="1"/>
        </p:nvSpPr>
        <p:spPr>
          <a:xfrm>
            <a:off x="1831892" y="6066976"/>
            <a:ext cx="78637" cy="127451"/>
          </a:xfrm>
          <a:custGeom>
            <a:avLst/>
            <a:gdLst>
              <a:gd name="connsiteX0" fmla="*/ 71503 w 78637"/>
              <a:gd name="connsiteY0" fmla="*/ 0 h 147999"/>
              <a:gd name="connsiteX1" fmla="*/ 0 w 78637"/>
              <a:gd name="connsiteY1" fmla="*/ 143240 h 147999"/>
              <a:gd name="connsiteX2" fmla="*/ 7135 w 78637"/>
              <a:gd name="connsiteY2" fmla="*/ 147999 h 147999"/>
              <a:gd name="connsiteX3" fmla="*/ 78638 w 78637"/>
              <a:gd name="connsiteY3" fmla="*/ 4759 h 147999"/>
              <a:gd name="connsiteX4" fmla="*/ 71503 w 78637"/>
              <a:gd name="connsiteY4" fmla="*/ 0 h 14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8637" h="147999">
                <a:moveTo>
                  <a:pt x="71503" y="0"/>
                </a:moveTo>
                <a:lnTo>
                  <a:pt x="0" y="143240"/>
                </a:lnTo>
                <a:cubicBezTo>
                  <a:pt x="2695" y="144351"/>
                  <a:pt x="4598" y="146572"/>
                  <a:pt x="7135" y="147999"/>
                </a:cubicBezTo>
                <a:lnTo>
                  <a:pt x="78638" y="4759"/>
                </a:lnTo>
                <a:cubicBezTo>
                  <a:pt x="75942" y="3649"/>
                  <a:pt x="74040" y="1428"/>
                  <a:pt x="71503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27" name="Freeform 626">
            <a:extLst>
              <a:ext uri="{FF2B5EF4-FFF2-40B4-BE49-F238E27FC236}">
                <a16:creationId xmlns:a16="http://schemas.microsoft.com/office/drawing/2014/main" id="{7FF39B70-B922-3D7A-E725-60CCF8585FF2}"/>
              </a:ext>
            </a:extLst>
          </p:cNvPr>
          <p:cNvSpPr/>
          <p:nvPr userDrawn="1"/>
        </p:nvSpPr>
        <p:spPr>
          <a:xfrm>
            <a:off x="1946836" y="6074115"/>
            <a:ext cx="41379" cy="156957"/>
          </a:xfrm>
          <a:custGeom>
            <a:avLst/>
            <a:gdLst>
              <a:gd name="connsiteX0" fmla="*/ 0 w 41379"/>
              <a:gd name="connsiteY0" fmla="*/ 1745 h 182262"/>
              <a:gd name="connsiteX1" fmla="*/ 32819 w 41379"/>
              <a:gd name="connsiteY1" fmla="*/ 182263 h 182262"/>
              <a:gd name="connsiteX2" fmla="*/ 41380 w 41379"/>
              <a:gd name="connsiteY2" fmla="*/ 181470 h 182262"/>
              <a:gd name="connsiteX3" fmla="*/ 8403 w 41379"/>
              <a:gd name="connsiteY3" fmla="*/ 0 h 182262"/>
              <a:gd name="connsiteX4" fmla="*/ 0 w 41379"/>
              <a:gd name="connsiteY4" fmla="*/ 1745 h 1822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1379" h="182262">
                <a:moveTo>
                  <a:pt x="0" y="1745"/>
                </a:moveTo>
                <a:lnTo>
                  <a:pt x="32819" y="182263"/>
                </a:lnTo>
                <a:lnTo>
                  <a:pt x="41380" y="181470"/>
                </a:lnTo>
                <a:lnTo>
                  <a:pt x="8403" y="0"/>
                </a:lnTo>
                <a:cubicBezTo>
                  <a:pt x="5549" y="635"/>
                  <a:pt x="2854" y="1428"/>
                  <a:pt x="0" y="1745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28" name="Freeform 627">
            <a:extLst>
              <a:ext uri="{FF2B5EF4-FFF2-40B4-BE49-F238E27FC236}">
                <a16:creationId xmlns:a16="http://schemas.microsoft.com/office/drawing/2014/main" id="{751029DC-45FD-BCBF-9D44-0B579B5DFF09}"/>
              </a:ext>
            </a:extLst>
          </p:cNvPr>
          <p:cNvSpPr/>
          <p:nvPr userDrawn="1"/>
        </p:nvSpPr>
        <p:spPr>
          <a:xfrm>
            <a:off x="1981081" y="6263992"/>
            <a:ext cx="317087" cy="594008"/>
          </a:xfrm>
          <a:custGeom>
            <a:avLst/>
            <a:gdLst>
              <a:gd name="connsiteX0" fmla="*/ 0 w 317087"/>
              <a:gd name="connsiteY0" fmla="*/ 635 h 1697628"/>
              <a:gd name="connsiteX1" fmla="*/ 308526 w 317087"/>
              <a:gd name="connsiteY1" fmla="*/ 1697628 h 1697628"/>
              <a:gd name="connsiteX2" fmla="*/ 317087 w 317087"/>
              <a:gd name="connsiteY2" fmla="*/ 1697628 h 1697628"/>
              <a:gd name="connsiteX3" fmla="*/ 8561 w 317087"/>
              <a:gd name="connsiteY3" fmla="*/ 0 h 1697628"/>
              <a:gd name="connsiteX4" fmla="*/ 0 w 317087"/>
              <a:gd name="connsiteY4" fmla="*/ 635 h 16976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7087" h="1697628">
                <a:moveTo>
                  <a:pt x="0" y="635"/>
                </a:moveTo>
                <a:lnTo>
                  <a:pt x="308526" y="1697628"/>
                </a:lnTo>
                <a:lnTo>
                  <a:pt x="317087" y="1697628"/>
                </a:lnTo>
                <a:lnTo>
                  <a:pt x="8561" y="0"/>
                </a:lnTo>
                <a:lnTo>
                  <a:pt x="0" y="635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29" name="Freeform 628">
            <a:extLst>
              <a:ext uri="{FF2B5EF4-FFF2-40B4-BE49-F238E27FC236}">
                <a16:creationId xmlns:a16="http://schemas.microsoft.com/office/drawing/2014/main" id="{E4B6F503-2FFC-D453-4D1A-22DBA74FDD4B}"/>
              </a:ext>
            </a:extLst>
          </p:cNvPr>
          <p:cNvSpPr/>
          <p:nvPr userDrawn="1"/>
        </p:nvSpPr>
        <p:spPr>
          <a:xfrm>
            <a:off x="1908151" y="6076335"/>
            <a:ext cx="27427" cy="160508"/>
          </a:xfrm>
          <a:custGeom>
            <a:avLst/>
            <a:gdLst>
              <a:gd name="connsiteX0" fmla="*/ 24416 w 27427"/>
              <a:gd name="connsiteY0" fmla="*/ 0 h 186386"/>
              <a:gd name="connsiteX1" fmla="*/ 6025 w 27427"/>
              <a:gd name="connsiteY1" fmla="*/ 126585 h 186386"/>
              <a:gd name="connsiteX2" fmla="*/ 0 w 27427"/>
              <a:gd name="connsiteY2" fmla="*/ 186387 h 186386"/>
              <a:gd name="connsiteX3" fmla="*/ 8561 w 27427"/>
              <a:gd name="connsiteY3" fmla="*/ 185594 h 186386"/>
              <a:gd name="connsiteX4" fmla="*/ 27428 w 27427"/>
              <a:gd name="connsiteY4" fmla="*/ 635 h 186386"/>
              <a:gd name="connsiteX5" fmla="*/ 24416 w 27427"/>
              <a:gd name="connsiteY5" fmla="*/ 0 h 1863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7427" h="186386">
                <a:moveTo>
                  <a:pt x="24416" y="0"/>
                </a:moveTo>
                <a:lnTo>
                  <a:pt x="6025" y="126585"/>
                </a:lnTo>
                <a:lnTo>
                  <a:pt x="0" y="186387"/>
                </a:lnTo>
                <a:lnTo>
                  <a:pt x="8561" y="185594"/>
                </a:lnTo>
                <a:lnTo>
                  <a:pt x="27428" y="635"/>
                </a:lnTo>
                <a:cubicBezTo>
                  <a:pt x="26318" y="635"/>
                  <a:pt x="25526" y="159"/>
                  <a:pt x="24416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30" name="Freeform 629">
            <a:extLst>
              <a:ext uri="{FF2B5EF4-FFF2-40B4-BE49-F238E27FC236}">
                <a16:creationId xmlns:a16="http://schemas.microsoft.com/office/drawing/2014/main" id="{9D8B7C6B-1CFC-0CEB-708A-201098D292D3}"/>
              </a:ext>
            </a:extLst>
          </p:cNvPr>
          <p:cNvSpPr/>
          <p:nvPr userDrawn="1"/>
        </p:nvSpPr>
        <p:spPr>
          <a:xfrm>
            <a:off x="1896895" y="6075542"/>
            <a:ext cx="35830" cy="162012"/>
          </a:xfrm>
          <a:custGeom>
            <a:avLst/>
            <a:gdLst>
              <a:gd name="connsiteX0" fmla="*/ 35672 w 35830"/>
              <a:gd name="connsiteY0" fmla="*/ 793 h 188132"/>
              <a:gd name="connsiteX1" fmla="*/ 32026 w 35830"/>
              <a:gd name="connsiteY1" fmla="*/ 0 h 188132"/>
              <a:gd name="connsiteX2" fmla="*/ 14427 w 35830"/>
              <a:gd name="connsiteY2" fmla="*/ 88355 h 188132"/>
              <a:gd name="connsiteX3" fmla="*/ 0 w 35830"/>
              <a:gd name="connsiteY3" fmla="*/ 188132 h 188132"/>
              <a:gd name="connsiteX4" fmla="*/ 8720 w 35830"/>
              <a:gd name="connsiteY4" fmla="*/ 187339 h 188132"/>
              <a:gd name="connsiteX5" fmla="*/ 17440 w 35830"/>
              <a:gd name="connsiteY5" fmla="*/ 127378 h 188132"/>
              <a:gd name="connsiteX6" fmla="*/ 35831 w 35830"/>
              <a:gd name="connsiteY6" fmla="*/ 793 h 188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5830" h="188132">
                <a:moveTo>
                  <a:pt x="35672" y="793"/>
                </a:moveTo>
                <a:cubicBezTo>
                  <a:pt x="34404" y="793"/>
                  <a:pt x="33294" y="159"/>
                  <a:pt x="32026" y="0"/>
                </a:cubicBezTo>
                <a:lnTo>
                  <a:pt x="14427" y="88355"/>
                </a:lnTo>
                <a:lnTo>
                  <a:pt x="0" y="188132"/>
                </a:lnTo>
                <a:lnTo>
                  <a:pt x="8720" y="187339"/>
                </a:lnTo>
                <a:lnTo>
                  <a:pt x="17440" y="127378"/>
                </a:lnTo>
                <a:lnTo>
                  <a:pt x="35831" y="793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31" name="Freeform 630">
            <a:extLst>
              <a:ext uri="{FF2B5EF4-FFF2-40B4-BE49-F238E27FC236}">
                <a16:creationId xmlns:a16="http://schemas.microsoft.com/office/drawing/2014/main" id="{70EF8DD6-F833-1EB4-20A4-8498863E3353}"/>
              </a:ext>
            </a:extLst>
          </p:cNvPr>
          <p:cNvSpPr/>
          <p:nvPr userDrawn="1"/>
        </p:nvSpPr>
        <p:spPr>
          <a:xfrm>
            <a:off x="1882467" y="6073798"/>
            <a:ext cx="46453" cy="164469"/>
          </a:xfrm>
          <a:custGeom>
            <a:avLst/>
            <a:gdLst>
              <a:gd name="connsiteX0" fmla="*/ 46453 w 46453"/>
              <a:gd name="connsiteY0" fmla="*/ 1745 h 190986"/>
              <a:gd name="connsiteX1" fmla="*/ 38209 w 46453"/>
              <a:gd name="connsiteY1" fmla="*/ 0 h 190986"/>
              <a:gd name="connsiteX2" fmla="*/ 0 w 46453"/>
              <a:gd name="connsiteY2" fmla="*/ 190987 h 190986"/>
              <a:gd name="connsiteX3" fmla="*/ 8720 w 46453"/>
              <a:gd name="connsiteY3" fmla="*/ 190194 h 190986"/>
              <a:gd name="connsiteX4" fmla="*/ 28696 w 46453"/>
              <a:gd name="connsiteY4" fmla="*/ 89941 h 190986"/>
              <a:gd name="connsiteX5" fmla="*/ 46295 w 46453"/>
              <a:gd name="connsiteY5" fmla="*/ 1586 h 1909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6453" h="190986">
                <a:moveTo>
                  <a:pt x="46453" y="1745"/>
                </a:moveTo>
                <a:cubicBezTo>
                  <a:pt x="43599" y="1269"/>
                  <a:pt x="40904" y="793"/>
                  <a:pt x="38209" y="0"/>
                </a:cubicBezTo>
                <a:lnTo>
                  <a:pt x="0" y="190987"/>
                </a:lnTo>
                <a:lnTo>
                  <a:pt x="8720" y="190194"/>
                </a:lnTo>
                <a:lnTo>
                  <a:pt x="28696" y="89941"/>
                </a:lnTo>
                <a:lnTo>
                  <a:pt x="46295" y="1586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32" name="Freeform 631">
            <a:extLst>
              <a:ext uri="{FF2B5EF4-FFF2-40B4-BE49-F238E27FC236}">
                <a16:creationId xmlns:a16="http://schemas.microsoft.com/office/drawing/2014/main" id="{AAE8BC70-D579-938A-CE30-AC6E024845B2}"/>
              </a:ext>
            </a:extLst>
          </p:cNvPr>
          <p:cNvSpPr/>
          <p:nvPr userDrawn="1"/>
        </p:nvSpPr>
        <p:spPr>
          <a:xfrm>
            <a:off x="-4780" y="6008126"/>
            <a:ext cx="1873929" cy="140868"/>
          </a:xfrm>
          <a:custGeom>
            <a:avLst/>
            <a:gdLst>
              <a:gd name="connsiteX0" fmla="*/ 1021972 w 1836093"/>
              <a:gd name="connsiteY0" fmla="*/ 82486 h 175282"/>
              <a:gd name="connsiteX1" fmla="*/ 1043534 w 1836093"/>
              <a:gd name="connsiteY1" fmla="*/ 80582 h 175282"/>
              <a:gd name="connsiteX2" fmla="*/ 1068267 w 1836093"/>
              <a:gd name="connsiteY2" fmla="*/ 78362 h 175282"/>
              <a:gd name="connsiteX3" fmla="*/ 1794872 w 1836093"/>
              <a:gd name="connsiteY3" fmla="*/ 12214 h 175282"/>
              <a:gd name="connsiteX4" fmla="*/ 1803433 w 1836093"/>
              <a:gd name="connsiteY4" fmla="*/ 11421 h 175282"/>
              <a:gd name="connsiteX5" fmla="*/ 1836093 w 1836093"/>
              <a:gd name="connsiteY5" fmla="*/ 8407 h 175282"/>
              <a:gd name="connsiteX6" fmla="*/ 1834349 w 1836093"/>
              <a:gd name="connsiteY6" fmla="*/ 0 h 175282"/>
              <a:gd name="connsiteX7" fmla="*/ 1804384 w 1836093"/>
              <a:gd name="connsiteY7" fmla="*/ 2697 h 175282"/>
              <a:gd name="connsiteX8" fmla="*/ 1795823 w 1836093"/>
              <a:gd name="connsiteY8" fmla="*/ 3490 h 175282"/>
              <a:gd name="connsiteX9" fmla="*/ 1044326 w 1836093"/>
              <a:gd name="connsiteY9" fmla="*/ 71858 h 175282"/>
              <a:gd name="connsiteX10" fmla="*/ 1019752 w 1836093"/>
              <a:gd name="connsiteY10" fmla="*/ 74079 h 175282"/>
              <a:gd name="connsiteX11" fmla="*/ 996605 w 1836093"/>
              <a:gd name="connsiteY11" fmla="*/ 76141 h 175282"/>
              <a:gd name="connsiteX12" fmla="*/ 970128 w 1836093"/>
              <a:gd name="connsiteY12" fmla="*/ 78521 h 175282"/>
              <a:gd name="connsiteX13" fmla="*/ 0 w 1836093"/>
              <a:gd name="connsiteY13" fmla="*/ 166717 h 175282"/>
              <a:gd name="connsiteX14" fmla="*/ 0 w 1836093"/>
              <a:gd name="connsiteY14" fmla="*/ 175283 h 175282"/>
              <a:gd name="connsiteX15" fmla="*/ 995654 w 1836093"/>
              <a:gd name="connsiteY15" fmla="*/ 84707 h 175282"/>
              <a:gd name="connsiteX16" fmla="*/ 1022130 w 1836093"/>
              <a:gd name="connsiteY16" fmla="*/ 82328 h 1752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836093" h="175282">
                <a:moveTo>
                  <a:pt x="1021972" y="82486"/>
                </a:moveTo>
                <a:lnTo>
                  <a:pt x="1043534" y="80582"/>
                </a:lnTo>
                <a:lnTo>
                  <a:pt x="1068267" y="78362"/>
                </a:lnTo>
                <a:lnTo>
                  <a:pt x="1794872" y="12214"/>
                </a:lnTo>
                <a:lnTo>
                  <a:pt x="1803433" y="11421"/>
                </a:lnTo>
                <a:lnTo>
                  <a:pt x="1836093" y="8407"/>
                </a:lnTo>
                <a:cubicBezTo>
                  <a:pt x="1835617" y="5552"/>
                  <a:pt x="1834508" y="3014"/>
                  <a:pt x="1834349" y="0"/>
                </a:cubicBezTo>
                <a:lnTo>
                  <a:pt x="1804384" y="2697"/>
                </a:lnTo>
                <a:lnTo>
                  <a:pt x="1795823" y="3490"/>
                </a:lnTo>
                <a:lnTo>
                  <a:pt x="1044326" y="71858"/>
                </a:lnTo>
                <a:lnTo>
                  <a:pt x="1019752" y="74079"/>
                </a:lnTo>
                <a:lnTo>
                  <a:pt x="996605" y="76141"/>
                </a:lnTo>
                <a:lnTo>
                  <a:pt x="970128" y="78521"/>
                </a:lnTo>
                <a:lnTo>
                  <a:pt x="0" y="166717"/>
                </a:lnTo>
                <a:lnTo>
                  <a:pt x="0" y="175283"/>
                </a:lnTo>
                <a:lnTo>
                  <a:pt x="995654" y="84707"/>
                </a:lnTo>
                <a:lnTo>
                  <a:pt x="1022130" y="82328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33" name="Freeform 632">
            <a:extLst>
              <a:ext uri="{FF2B5EF4-FFF2-40B4-BE49-F238E27FC236}">
                <a16:creationId xmlns:a16="http://schemas.microsoft.com/office/drawing/2014/main" id="{A40D2ED5-7510-67AA-1594-90FE0F1F3A2D}"/>
              </a:ext>
            </a:extLst>
          </p:cNvPr>
          <p:cNvSpPr/>
          <p:nvPr userDrawn="1"/>
        </p:nvSpPr>
        <p:spPr>
          <a:xfrm>
            <a:off x="1873113" y="6008126"/>
            <a:ext cx="2959532" cy="229220"/>
          </a:xfrm>
          <a:custGeom>
            <a:avLst/>
            <a:gdLst>
              <a:gd name="connsiteX0" fmla="*/ 2957947 w 2959532"/>
              <a:gd name="connsiteY0" fmla="*/ 0 h 266176"/>
              <a:gd name="connsiteX1" fmla="*/ 2933215 w 2959532"/>
              <a:gd name="connsiteY1" fmla="*/ 2221 h 266176"/>
              <a:gd name="connsiteX2" fmla="*/ 115103 w 2959532"/>
              <a:gd name="connsiteY2" fmla="*/ 247459 h 266176"/>
              <a:gd name="connsiteX3" fmla="*/ 106541 w 2959532"/>
              <a:gd name="connsiteY3" fmla="*/ 248252 h 266176"/>
              <a:gd name="connsiteX4" fmla="*/ 43599 w 2959532"/>
              <a:gd name="connsiteY4" fmla="*/ 253804 h 266176"/>
              <a:gd name="connsiteX5" fmla="*/ 35038 w 2959532"/>
              <a:gd name="connsiteY5" fmla="*/ 254596 h 266176"/>
              <a:gd name="connsiteX6" fmla="*/ 32343 w 2959532"/>
              <a:gd name="connsiteY6" fmla="*/ 254914 h 266176"/>
              <a:gd name="connsiteX7" fmla="*/ 23623 w 2959532"/>
              <a:gd name="connsiteY7" fmla="*/ 255707 h 266176"/>
              <a:gd name="connsiteX8" fmla="*/ 18074 w 2959532"/>
              <a:gd name="connsiteY8" fmla="*/ 256183 h 266176"/>
              <a:gd name="connsiteX9" fmla="*/ 9354 w 2959532"/>
              <a:gd name="connsiteY9" fmla="*/ 256976 h 266176"/>
              <a:gd name="connsiteX10" fmla="*/ 0 w 2959532"/>
              <a:gd name="connsiteY10" fmla="*/ 257769 h 266176"/>
              <a:gd name="connsiteX11" fmla="*/ 1744 w 2959532"/>
              <a:gd name="connsiteY11" fmla="*/ 266176 h 266176"/>
              <a:gd name="connsiteX12" fmla="*/ 7610 w 2959532"/>
              <a:gd name="connsiteY12" fmla="*/ 265701 h 266176"/>
              <a:gd name="connsiteX13" fmla="*/ 16330 w 2959532"/>
              <a:gd name="connsiteY13" fmla="*/ 264908 h 266176"/>
              <a:gd name="connsiteX14" fmla="*/ 22355 w 2959532"/>
              <a:gd name="connsiteY14" fmla="*/ 264432 h 266176"/>
              <a:gd name="connsiteX15" fmla="*/ 31075 w 2959532"/>
              <a:gd name="connsiteY15" fmla="*/ 263638 h 266176"/>
              <a:gd name="connsiteX16" fmla="*/ 34087 w 2959532"/>
              <a:gd name="connsiteY16" fmla="*/ 263321 h 266176"/>
              <a:gd name="connsiteX17" fmla="*/ 42648 w 2959532"/>
              <a:gd name="connsiteY17" fmla="*/ 262528 h 266176"/>
              <a:gd name="connsiteX18" fmla="*/ 107968 w 2959532"/>
              <a:gd name="connsiteY18" fmla="*/ 256818 h 266176"/>
              <a:gd name="connsiteX19" fmla="*/ 116529 w 2959532"/>
              <a:gd name="connsiteY19" fmla="*/ 256025 h 266176"/>
              <a:gd name="connsiteX20" fmla="*/ 2959533 w 2959532"/>
              <a:gd name="connsiteY20" fmla="*/ 8566 h 266176"/>
              <a:gd name="connsiteX21" fmla="*/ 2957789 w 2959532"/>
              <a:gd name="connsiteY21" fmla="*/ 317 h 2661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2959532" h="266176">
                <a:moveTo>
                  <a:pt x="2957947" y="0"/>
                </a:moveTo>
                <a:lnTo>
                  <a:pt x="2933215" y="2221"/>
                </a:lnTo>
                <a:lnTo>
                  <a:pt x="115103" y="247459"/>
                </a:lnTo>
                <a:lnTo>
                  <a:pt x="106541" y="248252"/>
                </a:lnTo>
                <a:lnTo>
                  <a:pt x="43599" y="253804"/>
                </a:lnTo>
                <a:lnTo>
                  <a:pt x="35038" y="254596"/>
                </a:lnTo>
                <a:lnTo>
                  <a:pt x="32343" y="254914"/>
                </a:lnTo>
                <a:lnTo>
                  <a:pt x="23623" y="255707"/>
                </a:lnTo>
                <a:lnTo>
                  <a:pt x="18074" y="256183"/>
                </a:lnTo>
                <a:lnTo>
                  <a:pt x="9354" y="256976"/>
                </a:lnTo>
                <a:lnTo>
                  <a:pt x="0" y="257769"/>
                </a:lnTo>
                <a:cubicBezTo>
                  <a:pt x="476" y="260624"/>
                  <a:pt x="1585" y="263163"/>
                  <a:pt x="1744" y="266176"/>
                </a:cubicBezTo>
                <a:lnTo>
                  <a:pt x="7610" y="265701"/>
                </a:lnTo>
                <a:lnTo>
                  <a:pt x="16330" y="264908"/>
                </a:lnTo>
                <a:lnTo>
                  <a:pt x="22355" y="264432"/>
                </a:lnTo>
                <a:lnTo>
                  <a:pt x="31075" y="263638"/>
                </a:lnTo>
                <a:lnTo>
                  <a:pt x="34087" y="263321"/>
                </a:lnTo>
                <a:lnTo>
                  <a:pt x="42648" y="262528"/>
                </a:lnTo>
                <a:lnTo>
                  <a:pt x="107968" y="256818"/>
                </a:lnTo>
                <a:lnTo>
                  <a:pt x="116529" y="256025"/>
                </a:lnTo>
                <a:lnTo>
                  <a:pt x="2959533" y="8566"/>
                </a:lnTo>
                <a:cubicBezTo>
                  <a:pt x="2959057" y="5711"/>
                  <a:pt x="2957947" y="3173"/>
                  <a:pt x="2957789" y="317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34" name="Freeform 633">
            <a:extLst>
              <a:ext uri="{FF2B5EF4-FFF2-40B4-BE49-F238E27FC236}">
                <a16:creationId xmlns:a16="http://schemas.microsoft.com/office/drawing/2014/main" id="{7739A534-EA39-CD3F-F217-2C2545C6B064}"/>
              </a:ext>
            </a:extLst>
          </p:cNvPr>
          <p:cNvSpPr/>
          <p:nvPr userDrawn="1"/>
        </p:nvSpPr>
        <p:spPr>
          <a:xfrm>
            <a:off x="4892431" y="3290047"/>
            <a:ext cx="2726141" cy="2739897"/>
          </a:xfrm>
          <a:custGeom>
            <a:avLst/>
            <a:gdLst>
              <a:gd name="connsiteX0" fmla="*/ 6025 w 2666385"/>
              <a:gd name="connsiteY0" fmla="*/ 2667793 h 2667792"/>
              <a:gd name="connsiteX1" fmla="*/ 2666386 w 2666385"/>
              <a:gd name="connsiteY1" fmla="*/ 6028 h 2667792"/>
              <a:gd name="connsiteX2" fmla="*/ 2660361 w 2666385"/>
              <a:gd name="connsiteY2" fmla="*/ 0 h 2667792"/>
              <a:gd name="connsiteX3" fmla="*/ 0 w 2666385"/>
              <a:gd name="connsiteY3" fmla="*/ 2661765 h 2667792"/>
              <a:gd name="connsiteX4" fmla="*/ 6025 w 2666385"/>
              <a:gd name="connsiteY4" fmla="*/ 2667793 h 26677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666385" h="2667792">
                <a:moveTo>
                  <a:pt x="6025" y="2667793"/>
                </a:moveTo>
                <a:lnTo>
                  <a:pt x="2666386" y="6028"/>
                </a:lnTo>
                <a:cubicBezTo>
                  <a:pt x="2664166" y="4124"/>
                  <a:pt x="2662264" y="2221"/>
                  <a:pt x="2660361" y="0"/>
                </a:cubicBezTo>
                <a:lnTo>
                  <a:pt x="0" y="2661765"/>
                </a:lnTo>
                <a:cubicBezTo>
                  <a:pt x="2220" y="2663669"/>
                  <a:pt x="4122" y="2665572"/>
                  <a:pt x="6025" y="2667793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35" name="Freeform 634">
            <a:extLst>
              <a:ext uri="{FF2B5EF4-FFF2-40B4-BE49-F238E27FC236}">
                <a16:creationId xmlns:a16="http://schemas.microsoft.com/office/drawing/2014/main" id="{C752A811-9C39-A10F-AC9B-63F3CCD157E1}"/>
              </a:ext>
            </a:extLst>
          </p:cNvPr>
          <p:cNvSpPr/>
          <p:nvPr userDrawn="1"/>
        </p:nvSpPr>
        <p:spPr>
          <a:xfrm>
            <a:off x="4973432" y="5746550"/>
            <a:ext cx="1208419" cy="214876"/>
          </a:xfrm>
          <a:custGeom>
            <a:avLst/>
            <a:gdLst>
              <a:gd name="connsiteX0" fmla="*/ 0 w 1208419"/>
              <a:gd name="connsiteY0" fmla="*/ 241272 h 249520"/>
              <a:gd name="connsiteX1" fmla="*/ 1744 w 1208419"/>
              <a:gd name="connsiteY1" fmla="*/ 249520 h 249520"/>
              <a:gd name="connsiteX2" fmla="*/ 1208419 w 1208419"/>
              <a:gd name="connsiteY2" fmla="*/ 8248 h 249520"/>
              <a:gd name="connsiteX3" fmla="*/ 1206675 w 1208419"/>
              <a:gd name="connsiteY3" fmla="*/ 0 h 249520"/>
              <a:gd name="connsiteX4" fmla="*/ 0 w 1208419"/>
              <a:gd name="connsiteY4" fmla="*/ 241272 h 249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08419" h="249520">
                <a:moveTo>
                  <a:pt x="0" y="241272"/>
                </a:moveTo>
                <a:cubicBezTo>
                  <a:pt x="793" y="243969"/>
                  <a:pt x="1269" y="246665"/>
                  <a:pt x="1744" y="249520"/>
                </a:cubicBezTo>
                <a:lnTo>
                  <a:pt x="1208419" y="8248"/>
                </a:lnTo>
                <a:cubicBezTo>
                  <a:pt x="1207627" y="5552"/>
                  <a:pt x="1207151" y="2855"/>
                  <a:pt x="1206675" y="0"/>
                </a:cubicBezTo>
                <a:lnTo>
                  <a:pt x="0" y="24127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36" name="Freeform 635">
            <a:extLst>
              <a:ext uri="{FF2B5EF4-FFF2-40B4-BE49-F238E27FC236}">
                <a16:creationId xmlns:a16="http://schemas.microsoft.com/office/drawing/2014/main" id="{F0334350-059C-21D0-BFA8-998EFEA224FB}"/>
              </a:ext>
            </a:extLst>
          </p:cNvPr>
          <p:cNvSpPr/>
          <p:nvPr userDrawn="1"/>
        </p:nvSpPr>
        <p:spPr>
          <a:xfrm>
            <a:off x="6254307" y="3302262"/>
            <a:ext cx="1380280" cy="2413879"/>
          </a:xfrm>
          <a:custGeom>
            <a:avLst/>
            <a:gdLst>
              <a:gd name="connsiteX0" fmla="*/ 1343974 w 1350949"/>
              <a:gd name="connsiteY0" fmla="*/ 0 h 2374014"/>
              <a:gd name="connsiteX1" fmla="*/ 0 w 1350949"/>
              <a:gd name="connsiteY1" fmla="*/ 2369256 h 2374014"/>
              <a:gd name="connsiteX2" fmla="*/ 6976 w 1350949"/>
              <a:gd name="connsiteY2" fmla="*/ 2374015 h 2374014"/>
              <a:gd name="connsiteX3" fmla="*/ 1350950 w 1350949"/>
              <a:gd name="connsiteY3" fmla="*/ 4759 h 2374014"/>
              <a:gd name="connsiteX4" fmla="*/ 1343974 w 1350949"/>
              <a:gd name="connsiteY4" fmla="*/ 0 h 2374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50949" h="2374014">
                <a:moveTo>
                  <a:pt x="1343974" y="0"/>
                </a:moveTo>
                <a:lnTo>
                  <a:pt x="0" y="2369256"/>
                </a:lnTo>
                <a:cubicBezTo>
                  <a:pt x="2537" y="2370526"/>
                  <a:pt x="4598" y="2372429"/>
                  <a:pt x="6976" y="2374015"/>
                </a:cubicBezTo>
                <a:lnTo>
                  <a:pt x="1350950" y="4759"/>
                </a:lnTo>
                <a:cubicBezTo>
                  <a:pt x="1348413" y="3490"/>
                  <a:pt x="1346352" y="1586"/>
                  <a:pt x="1343974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37" name="Freeform 636">
            <a:extLst>
              <a:ext uri="{FF2B5EF4-FFF2-40B4-BE49-F238E27FC236}">
                <a16:creationId xmlns:a16="http://schemas.microsoft.com/office/drawing/2014/main" id="{6B50E05E-A015-12CC-66D4-6C519FEEFE81}"/>
              </a:ext>
            </a:extLst>
          </p:cNvPr>
          <p:cNvSpPr/>
          <p:nvPr userDrawn="1"/>
        </p:nvSpPr>
        <p:spPr>
          <a:xfrm rot="20930958">
            <a:off x="6334893" y="5498432"/>
            <a:ext cx="2193069" cy="1512849"/>
          </a:xfrm>
          <a:custGeom>
            <a:avLst/>
            <a:gdLst>
              <a:gd name="connsiteX0" fmla="*/ 4756 w 2318223"/>
              <a:gd name="connsiteY0" fmla="*/ 0 h 1871484"/>
              <a:gd name="connsiteX1" fmla="*/ 0 w 2318223"/>
              <a:gd name="connsiteY1" fmla="*/ 6980 h 1871484"/>
              <a:gd name="connsiteX2" fmla="*/ 2313468 w 2318223"/>
              <a:gd name="connsiteY2" fmla="*/ 1871484 h 1871484"/>
              <a:gd name="connsiteX3" fmla="*/ 2318224 w 2318223"/>
              <a:gd name="connsiteY3" fmla="*/ 1864504 h 1871484"/>
              <a:gd name="connsiteX4" fmla="*/ 4756 w 2318223"/>
              <a:gd name="connsiteY4" fmla="*/ 0 h 18714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18223" h="1871484">
                <a:moveTo>
                  <a:pt x="4756" y="0"/>
                </a:moveTo>
                <a:cubicBezTo>
                  <a:pt x="3012" y="2380"/>
                  <a:pt x="1902" y="4917"/>
                  <a:pt x="0" y="6980"/>
                </a:cubicBezTo>
                <a:lnTo>
                  <a:pt x="2313468" y="1871484"/>
                </a:lnTo>
                <a:cubicBezTo>
                  <a:pt x="2315054" y="1869105"/>
                  <a:pt x="2316321" y="1866567"/>
                  <a:pt x="2318224" y="1864504"/>
                </a:cubicBezTo>
                <a:lnTo>
                  <a:pt x="4756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38" name="Freeform 637">
            <a:extLst>
              <a:ext uri="{FF2B5EF4-FFF2-40B4-BE49-F238E27FC236}">
                <a16:creationId xmlns:a16="http://schemas.microsoft.com/office/drawing/2014/main" id="{072E97C1-CFAA-56DE-26D5-4A43C75AE644}"/>
              </a:ext>
            </a:extLst>
          </p:cNvPr>
          <p:cNvSpPr/>
          <p:nvPr userDrawn="1"/>
        </p:nvSpPr>
        <p:spPr>
          <a:xfrm>
            <a:off x="6318832" y="4680575"/>
            <a:ext cx="2562539" cy="1035567"/>
          </a:xfrm>
          <a:custGeom>
            <a:avLst/>
            <a:gdLst>
              <a:gd name="connsiteX0" fmla="*/ 2854 w 2563966"/>
              <a:gd name="connsiteY0" fmla="*/ 1033139 h 1033139"/>
              <a:gd name="connsiteX1" fmla="*/ 2563966 w 2563966"/>
              <a:gd name="connsiteY1" fmla="*/ 8090 h 1033139"/>
              <a:gd name="connsiteX2" fmla="*/ 2561112 w 2563966"/>
              <a:gd name="connsiteY2" fmla="*/ 0 h 1033139"/>
              <a:gd name="connsiteX3" fmla="*/ 0 w 2563966"/>
              <a:gd name="connsiteY3" fmla="*/ 1025049 h 1033139"/>
              <a:gd name="connsiteX4" fmla="*/ 2695 w 2563966"/>
              <a:gd name="connsiteY4" fmla="*/ 1033139 h 10331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63966" h="1033139">
                <a:moveTo>
                  <a:pt x="2854" y="1033139"/>
                </a:moveTo>
                <a:lnTo>
                  <a:pt x="2563966" y="8090"/>
                </a:lnTo>
                <a:cubicBezTo>
                  <a:pt x="2562699" y="5552"/>
                  <a:pt x="2562064" y="2697"/>
                  <a:pt x="2561112" y="0"/>
                </a:cubicBezTo>
                <a:lnTo>
                  <a:pt x="0" y="1025049"/>
                </a:lnTo>
                <a:cubicBezTo>
                  <a:pt x="1268" y="1027746"/>
                  <a:pt x="1902" y="1030442"/>
                  <a:pt x="2695" y="1033139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39" name="Freeform 638">
            <a:extLst>
              <a:ext uri="{FF2B5EF4-FFF2-40B4-BE49-F238E27FC236}">
                <a16:creationId xmlns:a16="http://schemas.microsoft.com/office/drawing/2014/main" id="{69C3EAF2-3483-BFB5-41BF-45949111E375}"/>
              </a:ext>
            </a:extLst>
          </p:cNvPr>
          <p:cNvSpPr/>
          <p:nvPr userDrawn="1"/>
        </p:nvSpPr>
        <p:spPr>
          <a:xfrm>
            <a:off x="7711798" y="3293062"/>
            <a:ext cx="1150234" cy="1311848"/>
          </a:xfrm>
          <a:custGeom>
            <a:avLst/>
            <a:gdLst>
              <a:gd name="connsiteX0" fmla="*/ 159 w 1190187"/>
              <a:gd name="connsiteY0" fmla="*/ 5076 h 1313433"/>
              <a:gd name="connsiteX1" fmla="*/ 1183211 w 1190187"/>
              <a:gd name="connsiteY1" fmla="*/ 1313434 h 1313433"/>
              <a:gd name="connsiteX2" fmla="*/ 1190187 w 1190187"/>
              <a:gd name="connsiteY2" fmla="*/ 1308358 h 1313433"/>
              <a:gd name="connsiteX3" fmla="*/ 6976 w 1190187"/>
              <a:gd name="connsiteY3" fmla="*/ 0 h 1313433"/>
              <a:gd name="connsiteX4" fmla="*/ 0 w 1190187"/>
              <a:gd name="connsiteY4" fmla="*/ 5076 h 1313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90187" h="1313433">
                <a:moveTo>
                  <a:pt x="159" y="5076"/>
                </a:moveTo>
                <a:lnTo>
                  <a:pt x="1183211" y="1313434"/>
                </a:lnTo>
                <a:cubicBezTo>
                  <a:pt x="1185271" y="1311371"/>
                  <a:pt x="1187967" y="1310261"/>
                  <a:pt x="1190187" y="1308358"/>
                </a:cubicBezTo>
                <a:lnTo>
                  <a:pt x="6976" y="0"/>
                </a:lnTo>
                <a:cubicBezTo>
                  <a:pt x="4915" y="2062"/>
                  <a:pt x="2220" y="3173"/>
                  <a:pt x="0" y="5076"/>
                </a:cubicBezTo>
                <a:close/>
              </a:path>
            </a:pathLst>
          </a:custGeom>
          <a:solidFill>
            <a:srgbClr val="7030A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2" name="Freeform 191">
            <a:extLst>
              <a:ext uri="{FF2B5EF4-FFF2-40B4-BE49-F238E27FC236}">
                <a16:creationId xmlns:a16="http://schemas.microsoft.com/office/drawing/2014/main" id="{68F6B80F-DCC4-227C-72C2-B0B2DC9D56AA}"/>
              </a:ext>
            </a:extLst>
          </p:cNvPr>
          <p:cNvSpPr/>
          <p:nvPr userDrawn="1"/>
        </p:nvSpPr>
        <p:spPr>
          <a:xfrm>
            <a:off x="8679547" y="4728798"/>
            <a:ext cx="265401" cy="2129202"/>
          </a:xfrm>
          <a:custGeom>
            <a:avLst/>
            <a:gdLst>
              <a:gd name="connsiteX0" fmla="*/ 159 w 265401"/>
              <a:gd name="connsiteY0" fmla="*/ 2890029 h 2891773"/>
              <a:gd name="connsiteX1" fmla="*/ 8561 w 265401"/>
              <a:gd name="connsiteY1" fmla="*/ 2891774 h 2891773"/>
              <a:gd name="connsiteX2" fmla="*/ 265402 w 265401"/>
              <a:gd name="connsiteY2" fmla="*/ 1745 h 2891773"/>
              <a:gd name="connsiteX3" fmla="*/ 256999 w 265401"/>
              <a:gd name="connsiteY3" fmla="*/ 0 h 2891773"/>
              <a:gd name="connsiteX4" fmla="*/ 0 w 265401"/>
              <a:gd name="connsiteY4" fmla="*/ 2890029 h 28917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65401" h="2891773">
                <a:moveTo>
                  <a:pt x="159" y="2890029"/>
                </a:moveTo>
                <a:cubicBezTo>
                  <a:pt x="3171" y="2890029"/>
                  <a:pt x="5707" y="2891298"/>
                  <a:pt x="8561" y="2891774"/>
                </a:cubicBezTo>
                <a:lnTo>
                  <a:pt x="265402" y="1745"/>
                </a:lnTo>
                <a:cubicBezTo>
                  <a:pt x="262389" y="1745"/>
                  <a:pt x="259853" y="476"/>
                  <a:pt x="256999" y="0"/>
                </a:cubicBezTo>
                <a:lnTo>
                  <a:pt x="0" y="289002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3" name="Freeform 192">
            <a:extLst>
              <a:ext uri="{FF2B5EF4-FFF2-40B4-BE49-F238E27FC236}">
                <a16:creationId xmlns:a16="http://schemas.microsoft.com/office/drawing/2014/main" id="{35FF33FD-EBD9-061D-095D-06EF6F5F15ED}"/>
              </a:ext>
            </a:extLst>
          </p:cNvPr>
          <p:cNvSpPr/>
          <p:nvPr userDrawn="1"/>
        </p:nvSpPr>
        <p:spPr>
          <a:xfrm>
            <a:off x="8978747" y="4012279"/>
            <a:ext cx="1253733" cy="627846"/>
          </a:xfrm>
          <a:custGeom>
            <a:avLst/>
            <a:gdLst>
              <a:gd name="connsiteX0" fmla="*/ 1217773 w 1222687"/>
              <a:gd name="connsiteY0" fmla="*/ 0 h 616583"/>
              <a:gd name="connsiteX1" fmla="*/ 0 w 1222687"/>
              <a:gd name="connsiteY1" fmla="*/ 609446 h 616583"/>
              <a:gd name="connsiteX2" fmla="*/ 4756 w 1222687"/>
              <a:gd name="connsiteY2" fmla="*/ 616584 h 616583"/>
              <a:gd name="connsiteX3" fmla="*/ 1222688 w 1222687"/>
              <a:gd name="connsiteY3" fmla="*/ 7138 h 616583"/>
              <a:gd name="connsiteX4" fmla="*/ 1217932 w 1222687"/>
              <a:gd name="connsiteY4" fmla="*/ 0 h 6165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2687" h="616583">
                <a:moveTo>
                  <a:pt x="1217773" y="0"/>
                </a:moveTo>
                <a:lnTo>
                  <a:pt x="0" y="609446"/>
                </a:lnTo>
                <a:cubicBezTo>
                  <a:pt x="1426" y="611984"/>
                  <a:pt x="3646" y="613887"/>
                  <a:pt x="4756" y="616584"/>
                </a:cubicBezTo>
                <a:lnTo>
                  <a:pt x="1222688" y="7138"/>
                </a:lnTo>
                <a:cubicBezTo>
                  <a:pt x="1221261" y="4600"/>
                  <a:pt x="1219041" y="2697"/>
                  <a:pt x="1217932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4" name="Freeform 193">
            <a:extLst>
              <a:ext uri="{FF2B5EF4-FFF2-40B4-BE49-F238E27FC236}">
                <a16:creationId xmlns:a16="http://schemas.microsoft.com/office/drawing/2014/main" id="{BD068DA6-2795-B780-7D6B-3940A1974877}"/>
              </a:ext>
            </a:extLst>
          </p:cNvPr>
          <p:cNvSpPr/>
          <p:nvPr userDrawn="1"/>
        </p:nvSpPr>
        <p:spPr>
          <a:xfrm>
            <a:off x="7735103" y="3257054"/>
            <a:ext cx="2551897" cy="712686"/>
          </a:xfrm>
          <a:custGeom>
            <a:avLst/>
            <a:gdLst>
              <a:gd name="connsiteX0" fmla="*/ 1944854 w 1944853"/>
              <a:gd name="connsiteY0" fmla="*/ 548374 h 555512"/>
              <a:gd name="connsiteX1" fmla="*/ 1744 w 1944853"/>
              <a:gd name="connsiteY1" fmla="*/ 0 h 555512"/>
              <a:gd name="connsiteX2" fmla="*/ 0 w 1944853"/>
              <a:gd name="connsiteY2" fmla="*/ 8407 h 555512"/>
              <a:gd name="connsiteX3" fmla="*/ 1938671 w 1944853"/>
              <a:gd name="connsiteY3" fmla="*/ 555512 h 555512"/>
              <a:gd name="connsiteX4" fmla="*/ 1944854 w 1944853"/>
              <a:gd name="connsiteY4" fmla="*/ 548374 h 5555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44853" h="555512">
                <a:moveTo>
                  <a:pt x="1944854" y="548374"/>
                </a:moveTo>
                <a:lnTo>
                  <a:pt x="1744" y="0"/>
                </a:lnTo>
                <a:cubicBezTo>
                  <a:pt x="1110" y="2855"/>
                  <a:pt x="951" y="5711"/>
                  <a:pt x="0" y="8407"/>
                </a:cubicBezTo>
                <a:lnTo>
                  <a:pt x="1938671" y="555512"/>
                </a:lnTo>
                <a:lnTo>
                  <a:pt x="1944854" y="548374"/>
                </a:lnTo>
                <a:close/>
              </a:path>
            </a:pathLst>
          </a:custGeom>
          <a:solidFill>
            <a:srgbClr val="FF7D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5" name="Freeform 194">
            <a:extLst>
              <a:ext uri="{FF2B5EF4-FFF2-40B4-BE49-F238E27FC236}">
                <a16:creationId xmlns:a16="http://schemas.microsoft.com/office/drawing/2014/main" id="{679E6BD5-C50A-7A49-D932-B2E17CE6E3BD}"/>
              </a:ext>
            </a:extLst>
          </p:cNvPr>
          <p:cNvSpPr/>
          <p:nvPr userDrawn="1"/>
        </p:nvSpPr>
        <p:spPr>
          <a:xfrm>
            <a:off x="11204512" y="3236908"/>
            <a:ext cx="21561" cy="45719"/>
          </a:xfrm>
          <a:custGeom>
            <a:avLst/>
            <a:gdLst>
              <a:gd name="connsiteX0" fmla="*/ 5232 w 21561"/>
              <a:gd name="connsiteY0" fmla="*/ 19511 h 19511"/>
              <a:gd name="connsiteX1" fmla="*/ 21562 w 21561"/>
              <a:gd name="connsiteY1" fmla="*/ 6345 h 19511"/>
              <a:gd name="connsiteX2" fmla="*/ 16013 w 21561"/>
              <a:gd name="connsiteY2" fmla="*/ 0 h 19511"/>
              <a:gd name="connsiteX3" fmla="*/ 0 w 21561"/>
              <a:gd name="connsiteY3" fmla="*/ 12849 h 19511"/>
              <a:gd name="connsiteX4" fmla="*/ 5232 w 21561"/>
              <a:gd name="connsiteY4" fmla="*/ 19511 h 195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561" h="19511">
                <a:moveTo>
                  <a:pt x="5232" y="19511"/>
                </a:moveTo>
                <a:lnTo>
                  <a:pt x="21562" y="6345"/>
                </a:lnTo>
                <a:lnTo>
                  <a:pt x="16013" y="0"/>
                </a:lnTo>
                <a:lnTo>
                  <a:pt x="0" y="12849"/>
                </a:lnTo>
                <a:lnTo>
                  <a:pt x="5232" y="19511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6" name="Freeform 195">
            <a:extLst>
              <a:ext uri="{FF2B5EF4-FFF2-40B4-BE49-F238E27FC236}">
                <a16:creationId xmlns:a16="http://schemas.microsoft.com/office/drawing/2014/main" id="{B1C09007-256C-D407-295B-4CC4E11283F6}"/>
              </a:ext>
            </a:extLst>
          </p:cNvPr>
          <p:cNvSpPr/>
          <p:nvPr userDrawn="1"/>
        </p:nvSpPr>
        <p:spPr>
          <a:xfrm>
            <a:off x="11227183" y="3227549"/>
            <a:ext cx="10780" cy="45719"/>
          </a:xfrm>
          <a:custGeom>
            <a:avLst/>
            <a:gdLst>
              <a:gd name="connsiteX0" fmla="*/ 5549 w 10780"/>
              <a:gd name="connsiteY0" fmla="*/ 10469 h 10469"/>
              <a:gd name="connsiteX1" fmla="*/ 10781 w 10780"/>
              <a:gd name="connsiteY1" fmla="*/ 6186 h 10469"/>
              <a:gd name="connsiteX2" fmla="*/ 5074 w 10780"/>
              <a:gd name="connsiteY2" fmla="*/ 0 h 10469"/>
              <a:gd name="connsiteX3" fmla="*/ 0 w 10780"/>
              <a:gd name="connsiteY3" fmla="*/ 4124 h 10469"/>
              <a:gd name="connsiteX4" fmla="*/ 5549 w 10780"/>
              <a:gd name="connsiteY4" fmla="*/ 10469 h 104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780" h="10469">
                <a:moveTo>
                  <a:pt x="5549" y="10469"/>
                </a:moveTo>
                <a:lnTo>
                  <a:pt x="10781" y="6186"/>
                </a:lnTo>
                <a:lnTo>
                  <a:pt x="5074" y="0"/>
                </a:lnTo>
                <a:lnTo>
                  <a:pt x="0" y="4124"/>
                </a:lnTo>
                <a:lnTo>
                  <a:pt x="5549" y="1046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7" name="Freeform 196">
            <a:extLst>
              <a:ext uri="{FF2B5EF4-FFF2-40B4-BE49-F238E27FC236}">
                <a16:creationId xmlns:a16="http://schemas.microsoft.com/office/drawing/2014/main" id="{9E467004-779B-CA30-346C-D4C590862897}"/>
              </a:ext>
            </a:extLst>
          </p:cNvPr>
          <p:cNvSpPr/>
          <p:nvPr userDrawn="1"/>
        </p:nvSpPr>
        <p:spPr>
          <a:xfrm>
            <a:off x="11546014" y="2486603"/>
            <a:ext cx="611978" cy="430300"/>
          </a:xfrm>
          <a:custGeom>
            <a:avLst/>
            <a:gdLst>
              <a:gd name="connsiteX0" fmla="*/ 1269 w 611978"/>
              <a:gd name="connsiteY0" fmla="*/ 499676 h 499675"/>
              <a:gd name="connsiteX1" fmla="*/ 611979 w 611978"/>
              <a:gd name="connsiteY1" fmla="*/ 10787 h 499675"/>
              <a:gd name="connsiteX2" fmla="*/ 611979 w 611978"/>
              <a:gd name="connsiteY2" fmla="*/ 0 h 499675"/>
              <a:gd name="connsiteX3" fmla="*/ 0 w 611978"/>
              <a:gd name="connsiteY3" fmla="*/ 489841 h 499675"/>
              <a:gd name="connsiteX4" fmla="*/ 1269 w 611978"/>
              <a:gd name="connsiteY4" fmla="*/ 499676 h 499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11978" h="499675">
                <a:moveTo>
                  <a:pt x="1269" y="499676"/>
                </a:moveTo>
                <a:lnTo>
                  <a:pt x="611979" y="10787"/>
                </a:lnTo>
                <a:lnTo>
                  <a:pt x="611979" y="0"/>
                </a:lnTo>
                <a:lnTo>
                  <a:pt x="0" y="489841"/>
                </a:lnTo>
                <a:lnTo>
                  <a:pt x="1269" y="499676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8" name="Freeform 197">
            <a:extLst>
              <a:ext uri="{FF2B5EF4-FFF2-40B4-BE49-F238E27FC236}">
                <a16:creationId xmlns:a16="http://schemas.microsoft.com/office/drawing/2014/main" id="{744B9BB9-3BC7-EF81-A25D-79F584E92F4A}"/>
              </a:ext>
            </a:extLst>
          </p:cNvPr>
          <p:cNvSpPr/>
          <p:nvPr userDrawn="1"/>
        </p:nvSpPr>
        <p:spPr>
          <a:xfrm>
            <a:off x="11173596" y="3264191"/>
            <a:ext cx="18074" cy="45719"/>
          </a:xfrm>
          <a:custGeom>
            <a:avLst/>
            <a:gdLst>
              <a:gd name="connsiteX0" fmla="*/ 5391 w 18074"/>
              <a:gd name="connsiteY0" fmla="*/ 16814 h 16814"/>
              <a:gd name="connsiteX1" fmla="*/ 18074 w 18074"/>
              <a:gd name="connsiteY1" fmla="*/ 6662 h 16814"/>
              <a:gd name="connsiteX2" fmla="*/ 13001 w 18074"/>
              <a:gd name="connsiteY2" fmla="*/ 0 h 16814"/>
              <a:gd name="connsiteX3" fmla="*/ 0 w 18074"/>
              <a:gd name="connsiteY3" fmla="*/ 10311 h 16814"/>
              <a:gd name="connsiteX4" fmla="*/ 5391 w 18074"/>
              <a:gd name="connsiteY4" fmla="*/ 16814 h 168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074" h="16814">
                <a:moveTo>
                  <a:pt x="5391" y="16814"/>
                </a:moveTo>
                <a:lnTo>
                  <a:pt x="18074" y="6662"/>
                </a:lnTo>
                <a:lnTo>
                  <a:pt x="13001" y="0"/>
                </a:lnTo>
                <a:lnTo>
                  <a:pt x="0" y="10311"/>
                </a:lnTo>
                <a:lnTo>
                  <a:pt x="5391" y="16814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9" name="Freeform 198">
            <a:extLst>
              <a:ext uri="{FF2B5EF4-FFF2-40B4-BE49-F238E27FC236}">
                <a16:creationId xmlns:a16="http://schemas.microsoft.com/office/drawing/2014/main" id="{00C4CA01-1612-7FEA-8CF3-D0261ED90FC9}"/>
              </a:ext>
            </a:extLst>
          </p:cNvPr>
          <p:cNvSpPr/>
          <p:nvPr userDrawn="1"/>
        </p:nvSpPr>
        <p:spPr>
          <a:xfrm>
            <a:off x="10326477" y="3550694"/>
            <a:ext cx="444347" cy="400032"/>
          </a:xfrm>
          <a:custGeom>
            <a:avLst/>
            <a:gdLst>
              <a:gd name="connsiteX0" fmla="*/ 4757 w 414750"/>
              <a:gd name="connsiteY0" fmla="*/ 329627 h 329627"/>
              <a:gd name="connsiteX1" fmla="*/ 414751 w 414750"/>
              <a:gd name="connsiteY1" fmla="*/ 1428 h 329627"/>
              <a:gd name="connsiteX2" fmla="*/ 403018 w 414750"/>
              <a:gd name="connsiteY2" fmla="*/ 0 h 329627"/>
              <a:gd name="connsiteX3" fmla="*/ 0 w 414750"/>
              <a:gd name="connsiteY3" fmla="*/ 322648 h 329627"/>
              <a:gd name="connsiteX4" fmla="*/ 4757 w 414750"/>
              <a:gd name="connsiteY4" fmla="*/ 329627 h 329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14750" h="329627">
                <a:moveTo>
                  <a:pt x="4757" y="329627"/>
                </a:moveTo>
                <a:lnTo>
                  <a:pt x="414751" y="1428"/>
                </a:lnTo>
                <a:lnTo>
                  <a:pt x="403018" y="0"/>
                </a:lnTo>
                <a:lnTo>
                  <a:pt x="0" y="322648"/>
                </a:lnTo>
                <a:cubicBezTo>
                  <a:pt x="1902" y="324710"/>
                  <a:pt x="3012" y="327407"/>
                  <a:pt x="4757" y="329627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0" name="Freeform 199">
            <a:extLst>
              <a:ext uri="{FF2B5EF4-FFF2-40B4-BE49-F238E27FC236}">
                <a16:creationId xmlns:a16="http://schemas.microsoft.com/office/drawing/2014/main" id="{7820086C-CA31-4D56-352A-F38E0AE8E72F}"/>
              </a:ext>
            </a:extLst>
          </p:cNvPr>
          <p:cNvSpPr/>
          <p:nvPr userDrawn="1"/>
        </p:nvSpPr>
        <p:spPr>
          <a:xfrm>
            <a:off x="11239074" y="2987864"/>
            <a:ext cx="293939" cy="207090"/>
          </a:xfrm>
          <a:custGeom>
            <a:avLst/>
            <a:gdLst>
              <a:gd name="connsiteX0" fmla="*/ 5707 w 293939"/>
              <a:gd name="connsiteY0" fmla="*/ 240479 h 240478"/>
              <a:gd name="connsiteX1" fmla="*/ 293939 w 293939"/>
              <a:gd name="connsiteY1" fmla="*/ 9676 h 240478"/>
              <a:gd name="connsiteX2" fmla="*/ 292513 w 293939"/>
              <a:gd name="connsiteY2" fmla="*/ 0 h 240478"/>
              <a:gd name="connsiteX3" fmla="*/ 0 w 293939"/>
              <a:gd name="connsiteY3" fmla="*/ 234292 h 240478"/>
              <a:gd name="connsiteX4" fmla="*/ 5707 w 293939"/>
              <a:gd name="connsiteY4" fmla="*/ 240479 h 2404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93939" h="240478">
                <a:moveTo>
                  <a:pt x="5707" y="240479"/>
                </a:moveTo>
                <a:lnTo>
                  <a:pt x="293939" y="9676"/>
                </a:lnTo>
                <a:lnTo>
                  <a:pt x="292513" y="0"/>
                </a:lnTo>
                <a:lnTo>
                  <a:pt x="0" y="234292"/>
                </a:lnTo>
                <a:lnTo>
                  <a:pt x="5707" y="24047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1" name="Freeform 200">
            <a:extLst>
              <a:ext uri="{FF2B5EF4-FFF2-40B4-BE49-F238E27FC236}">
                <a16:creationId xmlns:a16="http://schemas.microsoft.com/office/drawing/2014/main" id="{CF4DD32A-9160-00EF-1CFA-DDC9C268BD18}"/>
              </a:ext>
            </a:extLst>
          </p:cNvPr>
          <p:cNvSpPr/>
          <p:nvPr userDrawn="1"/>
        </p:nvSpPr>
        <p:spPr>
          <a:xfrm>
            <a:off x="10761224" y="3285131"/>
            <a:ext cx="404286" cy="276349"/>
          </a:xfrm>
          <a:custGeom>
            <a:avLst/>
            <a:gdLst>
              <a:gd name="connsiteX0" fmla="*/ 11732 w 404286"/>
              <a:gd name="connsiteY0" fmla="*/ 320903 h 320903"/>
              <a:gd name="connsiteX1" fmla="*/ 404286 w 404286"/>
              <a:gd name="connsiteY1" fmla="*/ 6662 h 320903"/>
              <a:gd name="connsiteX2" fmla="*/ 399054 w 404286"/>
              <a:gd name="connsiteY2" fmla="*/ 0 h 320903"/>
              <a:gd name="connsiteX3" fmla="*/ 0 w 404286"/>
              <a:gd name="connsiteY3" fmla="*/ 319475 h 320903"/>
              <a:gd name="connsiteX4" fmla="*/ 11732 w 404286"/>
              <a:gd name="connsiteY4" fmla="*/ 320903 h 320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04286" h="320903">
                <a:moveTo>
                  <a:pt x="11732" y="320903"/>
                </a:moveTo>
                <a:lnTo>
                  <a:pt x="404286" y="6662"/>
                </a:lnTo>
                <a:lnTo>
                  <a:pt x="399054" y="0"/>
                </a:lnTo>
                <a:lnTo>
                  <a:pt x="0" y="319475"/>
                </a:lnTo>
                <a:lnTo>
                  <a:pt x="11732" y="320903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2" name="Freeform 201">
            <a:extLst>
              <a:ext uri="{FF2B5EF4-FFF2-40B4-BE49-F238E27FC236}">
                <a16:creationId xmlns:a16="http://schemas.microsoft.com/office/drawing/2014/main" id="{3E0D4B54-F14B-A3F1-74BE-3FE7FE813A66}"/>
              </a:ext>
            </a:extLst>
          </p:cNvPr>
          <p:cNvSpPr/>
          <p:nvPr userDrawn="1"/>
        </p:nvSpPr>
        <p:spPr>
          <a:xfrm>
            <a:off x="11193890" y="3255150"/>
            <a:ext cx="9194" cy="45719"/>
          </a:xfrm>
          <a:custGeom>
            <a:avLst/>
            <a:gdLst>
              <a:gd name="connsiteX0" fmla="*/ 3964 w 9194"/>
              <a:gd name="connsiteY0" fmla="*/ 0 h 9041"/>
              <a:gd name="connsiteX1" fmla="*/ 0 w 9194"/>
              <a:gd name="connsiteY1" fmla="*/ 3172 h 9041"/>
              <a:gd name="connsiteX2" fmla="*/ 6024 w 9194"/>
              <a:gd name="connsiteY2" fmla="*/ 9042 h 9041"/>
              <a:gd name="connsiteX3" fmla="*/ 9195 w 9194"/>
              <a:gd name="connsiteY3" fmla="*/ 6504 h 9041"/>
              <a:gd name="connsiteX4" fmla="*/ 3964 w 9194"/>
              <a:gd name="connsiteY4" fmla="*/ 0 h 90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94" h="9041">
                <a:moveTo>
                  <a:pt x="3964" y="0"/>
                </a:moveTo>
                <a:lnTo>
                  <a:pt x="0" y="3172"/>
                </a:lnTo>
                <a:lnTo>
                  <a:pt x="6024" y="9042"/>
                </a:lnTo>
                <a:lnTo>
                  <a:pt x="9195" y="6504"/>
                </a:lnTo>
                <a:lnTo>
                  <a:pt x="3964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3" name="Freeform 202">
            <a:extLst>
              <a:ext uri="{FF2B5EF4-FFF2-40B4-BE49-F238E27FC236}">
                <a16:creationId xmlns:a16="http://schemas.microsoft.com/office/drawing/2014/main" id="{361DE8CD-9A2B-26E7-2567-2C97BEDA9D6B}"/>
              </a:ext>
            </a:extLst>
          </p:cNvPr>
          <p:cNvSpPr/>
          <p:nvPr userDrawn="1"/>
        </p:nvSpPr>
        <p:spPr>
          <a:xfrm>
            <a:off x="32898" y="1758660"/>
            <a:ext cx="8878" cy="45719"/>
          </a:xfrm>
          <a:custGeom>
            <a:avLst/>
            <a:gdLst>
              <a:gd name="connsiteX0" fmla="*/ 634 w 8878"/>
              <a:gd name="connsiteY0" fmla="*/ 159 h 44574"/>
              <a:gd name="connsiteX1" fmla="*/ 0 w 8878"/>
              <a:gd name="connsiteY1" fmla="*/ 2855 h 44574"/>
              <a:gd name="connsiteX2" fmla="*/ 0 w 8878"/>
              <a:gd name="connsiteY2" fmla="*/ 44574 h 44574"/>
              <a:gd name="connsiteX3" fmla="*/ 8878 w 8878"/>
              <a:gd name="connsiteY3" fmla="*/ 1745 h 44574"/>
              <a:gd name="connsiteX4" fmla="*/ 634 w 8878"/>
              <a:gd name="connsiteY4" fmla="*/ 0 h 445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878" h="44574">
                <a:moveTo>
                  <a:pt x="634" y="159"/>
                </a:moveTo>
                <a:lnTo>
                  <a:pt x="0" y="2855"/>
                </a:lnTo>
                <a:lnTo>
                  <a:pt x="0" y="44574"/>
                </a:lnTo>
                <a:lnTo>
                  <a:pt x="8878" y="1745"/>
                </a:lnTo>
                <a:cubicBezTo>
                  <a:pt x="6025" y="1269"/>
                  <a:pt x="3329" y="793"/>
                  <a:pt x="634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4" name="Freeform 203">
            <a:extLst>
              <a:ext uri="{FF2B5EF4-FFF2-40B4-BE49-F238E27FC236}">
                <a16:creationId xmlns:a16="http://schemas.microsoft.com/office/drawing/2014/main" id="{F14FFC76-F296-D3EC-D354-245B2D4983DB}"/>
              </a:ext>
            </a:extLst>
          </p:cNvPr>
          <p:cNvSpPr/>
          <p:nvPr userDrawn="1"/>
        </p:nvSpPr>
        <p:spPr>
          <a:xfrm>
            <a:off x="54776" y="1715514"/>
            <a:ext cx="2098800" cy="894505"/>
          </a:xfrm>
          <a:custGeom>
            <a:avLst/>
            <a:gdLst>
              <a:gd name="connsiteX0" fmla="*/ 3647 w 2020162"/>
              <a:gd name="connsiteY0" fmla="*/ 0 h 890374"/>
              <a:gd name="connsiteX1" fmla="*/ 0 w 2020162"/>
              <a:gd name="connsiteY1" fmla="*/ 7773 h 890374"/>
              <a:gd name="connsiteX2" fmla="*/ 2016516 w 2020162"/>
              <a:gd name="connsiteY2" fmla="*/ 890375 h 890374"/>
              <a:gd name="connsiteX3" fmla="*/ 2020162 w 2020162"/>
              <a:gd name="connsiteY3" fmla="*/ 882602 h 890374"/>
              <a:gd name="connsiteX4" fmla="*/ 3647 w 2020162"/>
              <a:gd name="connsiteY4" fmla="*/ 0 h 8903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20162" h="890374">
                <a:moveTo>
                  <a:pt x="3647" y="0"/>
                </a:moveTo>
                <a:cubicBezTo>
                  <a:pt x="2537" y="2697"/>
                  <a:pt x="1268" y="5076"/>
                  <a:pt x="0" y="7773"/>
                </a:cubicBezTo>
                <a:lnTo>
                  <a:pt x="2016516" y="890375"/>
                </a:lnTo>
                <a:cubicBezTo>
                  <a:pt x="2017625" y="887678"/>
                  <a:pt x="2018894" y="885298"/>
                  <a:pt x="2020162" y="882602"/>
                </a:cubicBezTo>
                <a:lnTo>
                  <a:pt x="3647" y="0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5" name="Freeform 204">
            <a:extLst>
              <a:ext uri="{FF2B5EF4-FFF2-40B4-BE49-F238E27FC236}">
                <a16:creationId xmlns:a16="http://schemas.microsoft.com/office/drawing/2014/main" id="{E842DB25-1AAD-5932-7B19-15805E884A0D}"/>
              </a:ext>
            </a:extLst>
          </p:cNvPr>
          <p:cNvSpPr/>
          <p:nvPr userDrawn="1"/>
        </p:nvSpPr>
        <p:spPr>
          <a:xfrm>
            <a:off x="10485358" y="4119986"/>
            <a:ext cx="308683" cy="184277"/>
          </a:xfrm>
          <a:custGeom>
            <a:avLst/>
            <a:gdLst>
              <a:gd name="connsiteX0" fmla="*/ 308684 w 308683"/>
              <a:gd name="connsiteY0" fmla="*/ 211926 h 213987"/>
              <a:gd name="connsiteX1" fmla="*/ 9830 w 308683"/>
              <a:gd name="connsiteY1" fmla="*/ 0 h 213987"/>
              <a:gd name="connsiteX2" fmla="*/ 0 w 308683"/>
              <a:gd name="connsiteY2" fmla="*/ 3490 h 213987"/>
              <a:gd name="connsiteX3" fmla="*/ 296952 w 308683"/>
              <a:gd name="connsiteY3" fmla="*/ 213988 h 213987"/>
              <a:gd name="connsiteX4" fmla="*/ 308684 w 308683"/>
              <a:gd name="connsiteY4" fmla="*/ 211926 h 2139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08683" h="213987">
                <a:moveTo>
                  <a:pt x="308684" y="211926"/>
                </a:moveTo>
                <a:lnTo>
                  <a:pt x="9830" y="0"/>
                </a:lnTo>
                <a:lnTo>
                  <a:pt x="0" y="3490"/>
                </a:lnTo>
                <a:lnTo>
                  <a:pt x="296952" y="213988"/>
                </a:lnTo>
                <a:lnTo>
                  <a:pt x="308684" y="211926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6" name="Freeform 205">
            <a:extLst>
              <a:ext uri="{FF2B5EF4-FFF2-40B4-BE49-F238E27FC236}">
                <a16:creationId xmlns:a16="http://schemas.microsoft.com/office/drawing/2014/main" id="{20266387-9F60-5484-510B-50AAE75F15C1}"/>
              </a:ext>
            </a:extLst>
          </p:cNvPr>
          <p:cNvSpPr/>
          <p:nvPr userDrawn="1"/>
        </p:nvSpPr>
        <p:spPr>
          <a:xfrm>
            <a:off x="10791981" y="4338734"/>
            <a:ext cx="587721" cy="351480"/>
          </a:xfrm>
          <a:custGeom>
            <a:avLst/>
            <a:gdLst>
              <a:gd name="connsiteX0" fmla="*/ 0 w 587721"/>
              <a:gd name="connsiteY0" fmla="*/ 2062 h 408147"/>
              <a:gd name="connsiteX1" fmla="*/ 572184 w 587721"/>
              <a:gd name="connsiteY1" fmla="*/ 407513 h 408147"/>
              <a:gd name="connsiteX2" fmla="*/ 587721 w 587721"/>
              <a:gd name="connsiteY2" fmla="*/ 408148 h 408147"/>
              <a:gd name="connsiteX3" fmla="*/ 11891 w 587721"/>
              <a:gd name="connsiteY3" fmla="*/ 0 h 408147"/>
              <a:gd name="connsiteX4" fmla="*/ 0 w 587721"/>
              <a:gd name="connsiteY4" fmla="*/ 2062 h 4081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87721" h="408147">
                <a:moveTo>
                  <a:pt x="0" y="2062"/>
                </a:moveTo>
                <a:lnTo>
                  <a:pt x="572184" y="407513"/>
                </a:lnTo>
                <a:lnTo>
                  <a:pt x="587721" y="408148"/>
                </a:lnTo>
                <a:lnTo>
                  <a:pt x="11891" y="0"/>
                </a:lnTo>
                <a:lnTo>
                  <a:pt x="0" y="206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7" name="Freeform 206">
            <a:extLst>
              <a:ext uri="{FF2B5EF4-FFF2-40B4-BE49-F238E27FC236}">
                <a16:creationId xmlns:a16="http://schemas.microsoft.com/office/drawing/2014/main" id="{E0240DA5-E606-270E-96E1-74A1A4EA47A9}"/>
              </a:ext>
            </a:extLst>
          </p:cNvPr>
          <p:cNvSpPr/>
          <p:nvPr userDrawn="1"/>
        </p:nvSpPr>
        <p:spPr>
          <a:xfrm>
            <a:off x="10351071" y="4025444"/>
            <a:ext cx="135395" cy="79229"/>
          </a:xfrm>
          <a:custGeom>
            <a:avLst/>
            <a:gdLst>
              <a:gd name="connsiteX0" fmla="*/ 2061 w 135395"/>
              <a:gd name="connsiteY0" fmla="*/ 0 h 92003"/>
              <a:gd name="connsiteX1" fmla="*/ 0 w 135395"/>
              <a:gd name="connsiteY1" fmla="*/ 3014 h 92003"/>
              <a:gd name="connsiteX2" fmla="*/ 125566 w 135395"/>
              <a:gd name="connsiteY2" fmla="*/ 92004 h 92003"/>
              <a:gd name="connsiteX3" fmla="*/ 135396 w 135395"/>
              <a:gd name="connsiteY3" fmla="*/ 88514 h 92003"/>
              <a:gd name="connsiteX4" fmla="*/ 85138 w 135395"/>
              <a:gd name="connsiteY4" fmla="*/ 52982 h 92003"/>
              <a:gd name="connsiteX5" fmla="*/ 2061 w 135395"/>
              <a:gd name="connsiteY5" fmla="*/ 0 h 920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5395" h="92003">
                <a:moveTo>
                  <a:pt x="2061" y="0"/>
                </a:moveTo>
                <a:cubicBezTo>
                  <a:pt x="1427" y="952"/>
                  <a:pt x="793" y="2062"/>
                  <a:pt x="0" y="3014"/>
                </a:cubicBezTo>
                <a:lnTo>
                  <a:pt x="125566" y="92004"/>
                </a:lnTo>
                <a:lnTo>
                  <a:pt x="135396" y="88514"/>
                </a:lnTo>
                <a:lnTo>
                  <a:pt x="85138" y="52982"/>
                </a:lnTo>
                <a:lnTo>
                  <a:pt x="2061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8" name="Freeform 207">
            <a:extLst>
              <a:ext uri="{FF2B5EF4-FFF2-40B4-BE49-F238E27FC236}">
                <a16:creationId xmlns:a16="http://schemas.microsoft.com/office/drawing/2014/main" id="{D0740C33-973E-5685-A0B4-5B8E3E87C4B4}"/>
              </a:ext>
            </a:extLst>
          </p:cNvPr>
          <p:cNvSpPr/>
          <p:nvPr userDrawn="1"/>
        </p:nvSpPr>
        <p:spPr>
          <a:xfrm>
            <a:off x="11377007" y="4755288"/>
            <a:ext cx="780985" cy="476609"/>
          </a:xfrm>
          <a:custGeom>
            <a:avLst/>
            <a:gdLst>
              <a:gd name="connsiteX0" fmla="*/ 0 w 780985"/>
              <a:gd name="connsiteY0" fmla="*/ 0 h 553450"/>
              <a:gd name="connsiteX1" fmla="*/ 780986 w 780985"/>
              <a:gd name="connsiteY1" fmla="*/ 553451 h 553450"/>
              <a:gd name="connsiteX2" fmla="*/ 780986 w 780985"/>
              <a:gd name="connsiteY2" fmla="*/ 543140 h 553450"/>
              <a:gd name="connsiteX3" fmla="*/ 15537 w 780985"/>
              <a:gd name="connsiteY3" fmla="*/ 635 h 553450"/>
              <a:gd name="connsiteX4" fmla="*/ 0 w 780985"/>
              <a:gd name="connsiteY4" fmla="*/ 0 h 553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80985" h="553450">
                <a:moveTo>
                  <a:pt x="0" y="0"/>
                </a:moveTo>
                <a:lnTo>
                  <a:pt x="780986" y="553451"/>
                </a:lnTo>
                <a:lnTo>
                  <a:pt x="780986" y="543140"/>
                </a:lnTo>
                <a:lnTo>
                  <a:pt x="15537" y="63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9" name="Freeform 208">
            <a:extLst>
              <a:ext uri="{FF2B5EF4-FFF2-40B4-BE49-F238E27FC236}">
                <a16:creationId xmlns:a16="http://schemas.microsoft.com/office/drawing/2014/main" id="{9FFEAD64-08A5-7EC8-BEA9-053F8B1C876E}"/>
              </a:ext>
            </a:extLst>
          </p:cNvPr>
          <p:cNvSpPr/>
          <p:nvPr userDrawn="1"/>
        </p:nvSpPr>
        <p:spPr>
          <a:xfrm>
            <a:off x="10499468" y="4117289"/>
            <a:ext cx="338014" cy="180043"/>
          </a:xfrm>
          <a:custGeom>
            <a:avLst/>
            <a:gdLst>
              <a:gd name="connsiteX0" fmla="*/ 338015 w 338014"/>
              <a:gd name="connsiteY0" fmla="*/ 207009 h 209070"/>
              <a:gd name="connsiteX1" fmla="*/ 3647 w 338014"/>
              <a:gd name="connsiteY1" fmla="*/ 0 h 209070"/>
              <a:gd name="connsiteX2" fmla="*/ 0 w 338014"/>
              <a:gd name="connsiteY2" fmla="*/ 1269 h 209070"/>
              <a:gd name="connsiteX3" fmla="*/ 326283 w 338014"/>
              <a:gd name="connsiteY3" fmla="*/ 209071 h 209070"/>
              <a:gd name="connsiteX4" fmla="*/ 338015 w 338014"/>
              <a:gd name="connsiteY4" fmla="*/ 207009 h 2090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8014" h="209070">
                <a:moveTo>
                  <a:pt x="338015" y="207009"/>
                </a:moveTo>
                <a:lnTo>
                  <a:pt x="3647" y="0"/>
                </a:lnTo>
                <a:lnTo>
                  <a:pt x="0" y="1269"/>
                </a:lnTo>
                <a:lnTo>
                  <a:pt x="326283" y="209071"/>
                </a:lnTo>
                <a:lnTo>
                  <a:pt x="338015" y="20700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10" name="Freeform 209">
            <a:extLst>
              <a:ext uri="{FF2B5EF4-FFF2-40B4-BE49-F238E27FC236}">
                <a16:creationId xmlns:a16="http://schemas.microsoft.com/office/drawing/2014/main" id="{560CFA81-9A4E-2FFB-6306-205B21F4EBCB}"/>
              </a:ext>
            </a:extLst>
          </p:cNvPr>
          <p:cNvSpPr/>
          <p:nvPr userDrawn="1"/>
        </p:nvSpPr>
        <p:spPr>
          <a:xfrm>
            <a:off x="10836373" y="4331120"/>
            <a:ext cx="673493" cy="362408"/>
          </a:xfrm>
          <a:custGeom>
            <a:avLst/>
            <a:gdLst>
              <a:gd name="connsiteX0" fmla="*/ 11891 w 673493"/>
              <a:gd name="connsiteY0" fmla="*/ 0 h 420837"/>
              <a:gd name="connsiteX1" fmla="*/ 0 w 673493"/>
              <a:gd name="connsiteY1" fmla="*/ 2062 h 420837"/>
              <a:gd name="connsiteX2" fmla="*/ 656846 w 673493"/>
              <a:gd name="connsiteY2" fmla="*/ 420203 h 420837"/>
              <a:gd name="connsiteX3" fmla="*/ 673494 w 673493"/>
              <a:gd name="connsiteY3" fmla="*/ 420838 h 420837"/>
              <a:gd name="connsiteX4" fmla="*/ 31075 w 673493"/>
              <a:gd name="connsiteY4" fmla="*/ 11738 h 420837"/>
              <a:gd name="connsiteX5" fmla="*/ 11891 w 673493"/>
              <a:gd name="connsiteY5" fmla="*/ 0 h 42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73493" h="420837">
                <a:moveTo>
                  <a:pt x="11891" y="0"/>
                </a:moveTo>
                <a:lnTo>
                  <a:pt x="0" y="2062"/>
                </a:lnTo>
                <a:lnTo>
                  <a:pt x="656846" y="420203"/>
                </a:lnTo>
                <a:lnTo>
                  <a:pt x="673494" y="420838"/>
                </a:lnTo>
                <a:lnTo>
                  <a:pt x="31075" y="11738"/>
                </a:lnTo>
                <a:lnTo>
                  <a:pt x="11891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11" name="Freeform 210">
            <a:extLst>
              <a:ext uri="{FF2B5EF4-FFF2-40B4-BE49-F238E27FC236}">
                <a16:creationId xmlns:a16="http://schemas.microsoft.com/office/drawing/2014/main" id="{1E58E15C-E4C5-1DCA-1062-3E3797E29443}"/>
              </a:ext>
            </a:extLst>
          </p:cNvPr>
          <p:cNvSpPr/>
          <p:nvPr userDrawn="1"/>
        </p:nvSpPr>
        <p:spPr>
          <a:xfrm>
            <a:off x="11507488" y="4760364"/>
            <a:ext cx="650504" cy="356671"/>
          </a:xfrm>
          <a:custGeom>
            <a:avLst/>
            <a:gdLst>
              <a:gd name="connsiteX0" fmla="*/ 0 w 650504"/>
              <a:gd name="connsiteY0" fmla="*/ 0 h 414175"/>
              <a:gd name="connsiteX1" fmla="*/ 650505 w 650504"/>
              <a:gd name="connsiteY1" fmla="*/ 414176 h 414175"/>
              <a:gd name="connsiteX2" fmla="*/ 650505 w 650504"/>
              <a:gd name="connsiteY2" fmla="*/ 404182 h 414175"/>
              <a:gd name="connsiteX3" fmla="*/ 16647 w 650504"/>
              <a:gd name="connsiteY3" fmla="*/ 635 h 414175"/>
              <a:gd name="connsiteX4" fmla="*/ 0 w 650504"/>
              <a:gd name="connsiteY4" fmla="*/ 0 h 4141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50504" h="414175">
                <a:moveTo>
                  <a:pt x="0" y="0"/>
                </a:moveTo>
                <a:lnTo>
                  <a:pt x="650505" y="414176"/>
                </a:lnTo>
                <a:lnTo>
                  <a:pt x="650505" y="404182"/>
                </a:lnTo>
                <a:lnTo>
                  <a:pt x="16647" y="63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39" name="Freeform 238">
            <a:extLst>
              <a:ext uri="{FF2B5EF4-FFF2-40B4-BE49-F238E27FC236}">
                <a16:creationId xmlns:a16="http://schemas.microsoft.com/office/drawing/2014/main" id="{6D983BD5-8468-AF14-D5E8-A70F42385340}"/>
              </a:ext>
            </a:extLst>
          </p:cNvPr>
          <p:cNvSpPr/>
          <p:nvPr userDrawn="1"/>
        </p:nvSpPr>
        <p:spPr>
          <a:xfrm>
            <a:off x="10353291" y="4024810"/>
            <a:ext cx="140469" cy="75815"/>
          </a:xfrm>
          <a:custGeom>
            <a:avLst/>
            <a:gdLst>
              <a:gd name="connsiteX0" fmla="*/ 475 w 140469"/>
              <a:gd name="connsiteY0" fmla="*/ 0 h 88038"/>
              <a:gd name="connsiteX1" fmla="*/ 0 w 140469"/>
              <a:gd name="connsiteY1" fmla="*/ 793 h 88038"/>
              <a:gd name="connsiteX2" fmla="*/ 83077 w 140469"/>
              <a:gd name="connsiteY2" fmla="*/ 53775 h 88038"/>
              <a:gd name="connsiteX3" fmla="*/ 136982 w 140469"/>
              <a:gd name="connsiteY3" fmla="*/ 88038 h 88038"/>
              <a:gd name="connsiteX4" fmla="*/ 140469 w 140469"/>
              <a:gd name="connsiteY4" fmla="*/ 86769 h 88038"/>
              <a:gd name="connsiteX5" fmla="*/ 475 w 140469"/>
              <a:gd name="connsiteY5" fmla="*/ 0 h 880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0469" h="88038">
                <a:moveTo>
                  <a:pt x="475" y="0"/>
                </a:moveTo>
                <a:cubicBezTo>
                  <a:pt x="475" y="0"/>
                  <a:pt x="159" y="476"/>
                  <a:pt x="0" y="793"/>
                </a:cubicBezTo>
                <a:lnTo>
                  <a:pt x="83077" y="53775"/>
                </a:lnTo>
                <a:lnTo>
                  <a:pt x="136982" y="88038"/>
                </a:lnTo>
                <a:lnTo>
                  <a:pt x="140469" y="86769"/>
                </a:lnTo>
                <a:lnTo>
                  <a:pt x="475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40" name="Freeform 639">
            <a:extLst>
              <a:ext uri="{FF2B5EF4-FFF2-40B4-BE49-F238E27FC236}">
                <a16:creationId xmlns:a16="http://schemas.microsoft.com/office/drawing/2014/main" id="{04163856-9FC0-D7ED-793B-6FCF10E86296}"/>
              </a:ext>
            </a:extLst>
          </p:cNvPr>
          <p:cNvSpPr/>
          <p:nvPr userDrawn="1"/>
        </p:nvSpPr>
        <p:spPr>
          <a:xfrm>
            <a:off x="10353766" y="4017830"/>
            <a:ext cx="150299" cy="80732"/>
          </a:xfrm>
          <a:custGeom>
            <a:avLst/>
            <a:gdLst>
              <a:gd name="connsiteX0" fmla="*/ 0 w 150299"/>
              <a:gd name="connsiteY0" fmla="*/ 6980 h 93748"/>
              <a:gd name="connsiteX1" fmla="*/ 139994 w 150299"/>
              <a:gd name="connsiteY1" fmla="*/ 93749 h 93748"/>
              <a:gd name="connsiteX2" fmla="*/ 150300 w 150299"/>
              <a:gd name="connsiteY2" fmla="*/ 90100 h 93748"/>
              <a:gd name="connsiteX3" fmla="*/ 4757 w 150299"/>
              <a:gd name="connsiteY3" fmla="*/ 0 h 93748"/>
              <a:gd name="connsiteX4" fmla="*/ 0 w 150299"/>
              <a:gd name="connsiteY4" fmla="*/ 6980 h 937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0299" h="93748">
                <a:moveTo>
                  <a:pt x="0" y="6980"/>
                </a:moveTo>
                <a:lnTo>
                  <a:pt x="139994" y="93749"/>
                </a:lnTo>
                <a:lnTo>
                  <a:pt x="150300" y="90100"/>
                </a:lnTo>
                <a:lnTo>
                  <a:pt x="4757" y="0"/>
                </a:lnTo>
                <a:cubicBezTo>
                  <a:pt x="3330" y="2538"/>
                  <a:pt x="1586" y="4759"/>
                  <a:pt x="0" y="698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41" name="Freeform 640">
            <a:extLst>
              <a:ext uri="{FF2B5EF4-FFF2-40B4-BE49-F238E27FC236}">
                <a16:creationId xmlns:a16="http://schemas.microsoft.com/office/drawing/2014/main" id="{0E32B5D4-1AB2-ED6F-12B0-1301B721CAB1}"/>
              </a:ext>
            </a:extLst>
          </p:cNvPr>
          <p:cNvSpPr/>
          <p:nvPr userDrawn="1"/>
        </p:nvSpPr>
        <p:spPr>
          <a:xfrm>
            <a:off x="11543953" y="4761793"/>
            <a:ext cx="614039" cy="327438"/>
          </a:xfrm>
          <a:custGeom>
            <a:avLst/>
            <a:gdLst>
              <a:gd name="connsiteX0" fmla="*/ 0 w 614039"/>
              <a:gd name="connsiteY0" fmla="*/ 0 h 380229"/>
              <a:gd name="connsiteX1" fmla="*/ 614040 w 614039"/>
              <a:gd name="connsiteY1" fmla="*/ 380229 h 380229"/>
              <a:gd name="connsiteX2" fmla="*/ 614040 w 614039"/>
              <a:gd name="connsiteY2" fmla="*/ 370236 h 380229"/>
              <a:gd name="connsiteX3" fmla="*/ 17282 w 614039"/>
              <a:gd name="connsiteY3" fmla="*/ 635 h 380229"/>
              <a:gd name="connsiteX4" fmla="*/ 0 w 614039"/>
              <a:gd name="connsiteY4" fmla="*/ 0 h 3802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14039" h="380229">
                <a:moveTo>
                  <a:pt x="0" y="0"/>
                </a:moveTo>
                <a:lnTo>
                  <a:pt x="614040" y="380229"/>
                </a:lnTo>
                <a:lnTo>
                  <a:pt x="614040" y="370236"/>
                </a:lnTo>
                <a:lnTo>
                  <a:pt x="17282" y="63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42" name="Freeform 641">
            <a:extLst>
              <a:ext uri="{FF2B5EF4-FFF2-40B4-BE49-F238E27FC236}">
                <a16:creationId xmlns:a16="http://schemas.microsoft.com/office/drawing/2014/main" id="{F5F3C1CE-6F9E-BD61-53A1-E99017DA0E0F}"/>
              </a:ext>
            </a:extLst>
          </p:cNvPr>
          <p:cNvSpPr/>
          <p:nvPr userDrawn="1"/>
        </p:nvSpPr>
        <p:spPr>
          <a:xfrm>
            <a:off x="10848264" y="4328898"/>
            <a:ext cx="698226" cy="365550"/>
          </a:xfrm>
          <a:custGeom>
            <a:avLst/>
            <a:gdLst>
              <a:gd name="connsiteX0" fmla="*/ 0 w 698226"/>
              <a:gd name="connsiteY0" fmla="*/ 2221 h 424486"/>
              <a:gd name="connsiteX1" fmla="*/ 19184 w 698226"/>
              <a:gd name="connsiteY1" fmla="*/ 13959 h 424486"/>
              <a:gd name="connsiteX2" fmla="*/ 680945 w 698226"/>
              <a:gd name="connsiteY2" fmla="*/ 423852 h 424486"/>
              <a:gd name="connsiteX3" fmla="*/ 698227 w 698226"/>
              <a:gd name="connsiteY3" fmla="*/ 424486 h 424486"/>
              <a:gd name="connsiteX4" fmla="*/ 12684 w 698226"/>
              <a:gd name="connsiteY4" fmla="*/ 0 h 424486"/>
              <a:gd name="connsiteX5" fmla="*/ 0 w 698226"/>
              <a:gd name="connsiteY5" fmla="*/ 2221 h 4244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98226" h="424486">
                <a:moveTo>
                  <a:pt x="0" y="2221"/>
                </a:moveTo>
                <a:lnTo>
                  <a:pt x="19184" y="13959"/>
                </a:lnTo>
                <a:lnTo>
                  <a:pt x="680945" y="423852"/>
                </a:lnTo>
                <a:lnTo>
                  <a:pt x="698227" y="424486"/>
                </a:lnTo>
                <a:lnTo>
                  <a:pt x="12684" y="0"/>
                </a:lnTo>
                <a:lnTo>
                  <a:pt x="0" y="2221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43" name="Freeform 642">
            <a:extLst>
              <a:ext uri="{FF2B5EF4-FFF2-40B4-BE49-F238E27FC236}">
                <a16:creationId xmlns:a16="http://schemas.microsoft.com/office/drawing/2014/main" id="{0B791A01-93DA-DADE-E936-9883EB533286}"/>
              </a:ext>
            </a:extLst>
          </p:cNvPr>
          <p:cNvSpPr/>
          <p:nvPr userDrawn="1"/>
        </p:nvSpPr>
        <p:spPr>
          <a:xfrm>
            <a:off x="10503115" y="4113641"/>
            <a:ext cx="346893" cy="181408"/>
          </a:xfrm>
          <a:custGeom>
            <a:avLst/>
            <a:gdLst>
              <a:gd name="connsiteX0" fmla="*/ 346893 w 346893"/>
              <a:gd name="connsiteY0" fmla="*/ 208436 h 210656"/>
              <a:gd name="connsiteX1" fmla="*/ 10305 w 346893"/>
              <a:gd name="connsiteY1" fmla="*/ 0 h 210656"/>
              <a:gd name="connsiteX2" fmla="*/ 0 w 346893"/>
              <a:gd name="connsiteY2" fmla="*/ 3648 h 210656"/>
              <a:gd name="connsiteX3" fmla="*/ 334368 w 346893"/>
              <a:gd name="connsiteY3" fmla="*/ 210657 h 210656"/>
              <a:gd name="connsiteX4" fmla="*/ 346893 w 346893"/>
              <a:gd name="connsiteY4" fmla="*/ 208436 h 2106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6893" h="210656">
                <a:moveTo>
                  <a:pt x="346893" y="208436"/>
                </a:moveTo>
                <a:lnTo>
                  <a:pt x="10305" y="0"/>
                </a:lnTo>
                <a:lnTo>
                  <a:pt x="0" y="3648"/>
                </a:lnTo>
                <a:lnTo>
                  <a:pt x="334368" y="210657"/>
                </a:lnTo>
                <a:lnTo>
                  <a:pt x="346893" y="208436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44" name="Freeform 643">
            <a:extLst>
              <a:ext uri="{FF2B5EF4-FFF2-40B4-BE49-F238E27FC236}">
                <a16:creationId xmlns:a16="http://schemas.microsoft.com/office/drawing/2014/main" id="{84E943D9-E533-2B8C-9E55-E384F723EB12}"/>
              </a:ext>
            </a:extLst>
          </p:cNvPr>
          <p:cNvSpPr/>
          <p:nvPr userDrawn="1"/>
        </p:nvSpPr>
        <p:spPr>
          <a:xfrm>
            <a:off x="10361536" y="4004506"/>
            <a:ext cx="212289" cy="71716"/>
          </a:xfrm>
          <a:custGeom>
            <a:avLst/>
            <a:gdLst>
              <a:gd name="connsiteX0" fmla="*/ 158 w 212289"/>
              <a:gd name="connsiteY0" fmla="*/ 8407 h 83279"/>
              <a:gd name="connsiteX1" fmla="*/ 199765 w 212289"/>
              <a:gd name="connsiteY1" fmla="*/ 83279 h 83279"/>
              <a:gd name="connsiteX2" fmla="*/ 212289 w 212289"/>
              <a:gd name="connsiteY2" fmla="*/ 78838 h 83279"/>
              <a:gd name="connsiteX3" fmla="*/ 2219 w 212289"/>
              <a:gd name="connsiteY3" fmla="*/ 0 h 83279"/>
              <a:gd name="connsiteX4" fmla="*/ 0 w 212289"/>
              <a:gd name="connsiteY4" fmla="*/ 8249 h 83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2289" h="83279">
                <a:moveTo>
                  <a:pt x="158" y="8407"/>
                </a:moveTo>
                <a:lnTo>
                  <a:pt x="199765" y="83279"/>
                </a:lnTo>
                <a:lnTo>
                  <a:pt x="212289" y="78838"/>
                </a:lnTo>
                <a:lnTo>
                  <a:pt x="2219" y="0"/>
                </a:lnTo>
                <a:cubicBezTo>
                  <a:pt x="1426" y="2697"/>
                  <a:pt x="1109" y="5711"/>
                  <a:pt x="0" y="8249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45" name="Freeform 644">
            <a:extLst>
              <a:ext uri="{FF2B5EF4-FFF2-40B4-BE49-F238E27FC236}">
                <a16:creationId xmlns:a16="http://schemas.microsoft.com/office/drawing/2014/main" id="{EFF5A83C-4260-1CD3-71C7-93015764A72B}"/>
              </a:ext>
            </a:extLst>
          </p:cNvPr>
          <p:cNvSpPr/>
          <p:nvPr userDrawn="1"/>
        </p:nvSpPr>
        <p:spPr>
          <a:xfrm>
            <a:off x="10573825" y="4088103"/>
            <a:ext cx="522083" cy="167066"/>
          </a:xfrm>
          <a:custGeom>
            <a:avLst/>
            <a:gdLst>
              <a:gd name="connsiteX0" fmla="*/ 522084 w 522083"/>
              <a:gd name="connsiteY0" fmla="*/ 191146 h 194001"/>
              <a:gd name="connsiteX1" fmla="*/ 12526 w 522083"/>
              <a:gd name="connsiteY1" fmla="*/ 0 h 194001"/>
              <a:gd name="connsiteX2" fmla="*/ 0 w 522083"/>
              <a:gd name="connsiteY2" fmla="*/ 4442 h 194001"/>
              <a:gd name="connsiteX3" fmla="*/ 505596 w 522083"/>
              <a:gd name="connsiteY3" fmla="*/ 194001 h 194001"/>
              <a:gd name="connsiteX4" fmla="*/ 522084 w 522083"/>
              <a:gd name="connsiteY4" fmla="*/ 191146 h 194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2083" h="194001">
                <a:moveTo>
                  <a:pt x="522084" y="191146"/>
                </a:moveTo>
                <a:lnTo>
                  <a:pt x="12526" y="0"/>
                </a:lnTo>
                <a:lnTo>
                  <a:pt x="0" y="4442"/>
                </a:lnTo>
                <a:lnTo>
                  <a:pt x="505596" y="194001"/>
                </a:lnTo>
                <a:lnTo>
                  <a:pt x="522084" y="191146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46" name="Freeform 645">
            <a:extLst>
              <a:ext uri="{FF2B5EF4-FFF2-40B4-BE49-F238E27FC236}">
                <a16:creationId xmlns:a16="http://schemas.microsoft.com/office/drawing/2014/main" id="{9A6ED10B-F21C-979B-F2F4-714CDEB83674}"/>
              </a:ext>
            </a:extLst>
          </p:cNvPr>
          <p:cNvSpPr/>
          <p:nvPr userDrawn="1"/>
        </p:nvSpPr>
        <p:spPr>
          <a:xfrm>
            <a:off x="11095116" y="4285276"/>
            <a:ext cx="1062876" cy="345743"/>
          </a:xfrm>
          <a:custGeom>
            <a:avLst/>
            <a:gdLst>
              <a:gd name="connsiteX0" fmla="*/ 0 w 1062876"/>
              <a:gd name="connsiteY0" fmla="*/ 2855 h 401485"/>
              <a:gd name="connsiteX1" fmla="*/ 1062877 w 1062876"/>
              <a:gd name="connsiteY1" fmla="*/ 401485 h 401485"/>
              <a:gd name="connsiteX2" fmla="*/ 1062877 w 1062876"/>
              <a:gd name="connsiteY2" fmla="*/ 392444 h 401485"/>
              <a:gd name="connsiteX3" fmla="*/ 16647 w 1062876"/>
              <a:gd name="connsiteY3" fmla="*/ 0 h 401485"/>
              <a:gd name="connsiteX4" fmla="*/ 0 w 1062876"/>
              <a:gd name="connsiteY4" fmla="*/ 2855 h 4014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62876" h="401485">
                <a:moveTo>
                  <a:pt x="0" y="2855"/>
                </a:moveTo>
                <a:lnTo>
                  <a:pt x="1062877" y="401485"/>
                </a:lnTo>
                <a:lnTo>
                  <a:pt x="1062877" y="392444"/>
                </a:lnTo>
                <a:lnTo>
                  <a:pt x="16647" y="0"/>
                </a:lnTo>
                <a:lnTo>
                  <a:pt x="0" y="2855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47" name="Freeform 646">
            <a:extLst>
              <a:ext uri="{FF2B5EF4-FFF2-40B4-BE49-F238E27FC236}">
                <a16:creationId xmlns:a16="http://schemas.microsoft.com/office/drawing/2014/main" id="{65BA67B0-6B92-BD84-364E-A43166747301}"/>
              </a:ext>
            </a:extLst>
          </p:cNvPr>
          <p:cNvSpPr/>
          <p:nvPr userDrawn="1"/>
        </p:nvSpPr>
        <p:spPr>
          <a:xfrm>
            <a:off x="9018988" y="4656146"/>
            <a:ext cx="3139004" cy="111195"/>
          </a:xfrm>
          <a:custGeom>
            <a:avLst/>
            <a:gdLst>
              <a:gd name="connsiteX0" fmla="*/ 2510221 w 3139004"/>
              <a:gd name="connsiteY0" fmla="*/ 96604 h 129122"/>
              <a:gd name="connsiteX1" fmla="*/ 2490879 w 3139004"/>
              <a:gd name="connsiteY1" fmla="*/ 95811 h 129122"/>
              <a:gd name="connsiteX2" fmla="*/ 2474231 w 3139004"/>
              <a:gd name="connsiteY2" fmla="*/ 95176 h 129122"/>
              <a:gd name="connsiteX3" fmla="*/ 2360714 w 3139004"/>
              <a:gd name="connsiteY3" fmla="*/ 90735 h 129122"/>
              <a:gd name="connsiteX4" fmla="*/ 2345177 w 3139004"/>
              <a:gd name="connsiteY4" fmla="*/ 90101 h 129122"/>
              <a:gd name="connsiteX5" fmla="*/ 1110 w 3139004"/>
              <a:gd name="connsiteY5" fmla="*/ 0 h 129122"/>
              <a:gd name="connsiteX6" fmla="*/ 1427 w 3139004"/>
              <a:gd name="connsiteY6" fmla="*/ 1428 h 129122"/>
              <a:gd name="connsiteX7" fmla="*/ 0 w 3139004"/>
              <a:gd name="connsiteY7" fmla="*/ 8407 h 129122"/>
              <a:gd name="connsiteX8" fmla="*/ 2357860 w 3139004"/>
              <a:gd name="connsiteY8" fmla="*/ 98984 h 129122"/>
              <a:gd name="connsiteX9" fmla="*/ 2373397 w 3139004"/>
              <a:gd name="connsiteY9" fmla="*/ 99618 h 129122"/>
              <a:gd name="connsiteX10" fmla="*/ 2488500 w 3139004"/>
              <a:gd name="connsiteY10" fmla="*/ 104059 h 129122"/>
              <a:gd name="connsiteX11" fmla="*/ 2505147 w 3139004"/>
              <a:gd name="connsiteY11" fmla="*/ 104694 h 129122"/>
              <a:gd name="connsiteX12" fmla="*/ 2524965 w 3139004"/>
              <a:gd name="connsiteY12" fmla="*/ 105487 h 129122"/>
              <a:gd name="connsiteX13" fmla="*/ 2542247 w 3139004"/>
              <a:gd name="connsiteY13" fmla="*/ 106122 h 129122"/>
              <a:gd name="connsiteX14" fmla="*/ 3139005 w 3139004"/>
              <a:gd name="connsiteY14" fmla="*/ 129123 h 129122"/>
              <a:gd name="connsiteX15" fmla="*/ 3139005 w 3139004"/>
              <a:gd name="connsiteY15" fmla="*/ 120557 h 129122"/>
              <a:gd name="connsiteX16" fmla="*/ 2527502 w 3139004"/>
              <a:gd name="connsiteY16" fmla="*/ 97080 h 129122"/>
              <a:gd name="connsiteX17" fmla="*/ 2510221 w 3139004"/>
              <a:gd name="connsiteY17" fmla="*/ 96446 h 1291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139004" h="129122">
                <a:moveTo>
                  <a:pt x="2510221" y="96604"/>
                </a:moveTo>
                <a:lnTo>
                  <a:pt x="2490879" y="95811"/>
                </a:lnTo>
                <a:lnTo>
                  <a:pt x="2474231" y="95176"/>
                </a:lnTo>
                <a:lnTo>
                  <a:pt x="2360714" y="90735"/>
                </a:lnTo>
                <a:lnTo>
                  <a:pt x="2345177" y="90101"/>
                </a:lnTo>
                <a:lnTo>
                  <a:pt x="1110" y="0"/>
                </a:lnTo>
                <a:cubicBezTo>
                  <a:pt x="1110" y="0"/>
                  <a:pt x="1427" y="952"/>
                  <a:pt x="1427" y="1428"/>
                </a:cubicBezTo>
                <a:cubicBezTo>
                  <a:pt x="1427" y="3966"/>
                  <a:pt x="159" y="6028"/>
                  <a:pt x="0" y="8407"/>
                </a:cubicBezTo>
                <a:lnTo>
                  <a:pt x="2357860" y="98984"/>
                </a:lnTo>
                <a:lnTo>
                  <a:pt x="2373397" y="99618"/>
                </a:lnTo>
                <a:lnTo>
                  <a:pt x="2488500" y="104059"/>
                </a:lnTo>
                <a:lnTo>
                  <a:pt x="2505147" y="104694"/>
                </a:lnTo>
                <a:lnTo>
                  <a:pt x="2524965" y="105487"/>
                </a:lnTo>
                <a:lnTo>
                  <a:pt x="2542247" y="106122"/>
                </a:lnTo>
                <a:lnTo>
                  <a:pt x="3139005" y="129123"/>
                </a:lnTo>
                <a:lnTo>
                  <a:pt x="3139005" y="120557"/>
                </a:lnTo>
                <a:lnTo>
                  <a:pt x="2527502" y="97080"/>
                </a:lnTo>
                <a:lnTo>
                  <a:pt x="2510221" y="96446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48" name="Freeform 647">
            <a:extLst>
              <a:ext uri="{FF2B5EF4-FFF2-40B4-BE49-F238E27FC236}">
                <a16:creationId xmlns:a16="http://schemas.microsoft.com/office/drawing/2014/main" id="{68F21D06-7802-7E52-2286-4B3EEC3955FD}"/>
              </a:ext>
            </a:extLst>
          </p:cNvPr>
          <p:cNvSpPr/>
          <p:nvPr userDrawn="1"/>
        </p:nvSpPr>
        <p:spPr>
          <a:xfrm>
            <a:off x="12080782" y="4180264"/>
            <a:ext cx="77210" cy="112560"/>
          </a:xfrm>
          <a:custGeom>
            <a:avLst/>
            <a:gdLst>
              <a:gd name="connsiteX0" fmla="*/ 2854 w 77210"/>
              <a:gd name="connsiteY0" fmla="*/ 0 h 130708"/>
              <a:gd name="connsiteX1" fmla="*/ 0 w 77210"/>
              <a:gd name="connsiteY1" fmla="*/ 1903 h 130708"/>
              <a:gd name="connsiteX2" fmla="*/ 77211 w 77210"/>
              <a:gd name="connsiteY2" fmla="*/ 130709 h 130708"/>
              <a:gd name="connsiteX3" fmla="*/ 77211 w 77210"/>
              <a:gd name="connsiteY3" fmla="*/ 114053 h 130708"/>
              <a:gd name="connsiteX4" fmla="*/ 62308 w 77210"/>
              <a:gd name="connsiteY4" fmla="*/ 89149 h 130708"/>
              <a:gd name="connsiteX5" fmla="*/ 2854 w 77210"/>
              <a:gd name="connsiteY5" fmla="*/ 0 h 1307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7210" h="130708">
                <a:moveTo>
                  <a:pt x="2854" y="0"/>
                </a:moveTo>
                <a:cubicBezTo>
                  <a:pt x="1902" y="634"/>
                  <a:pt x="951" y="1428"/>
                  <a:pt x="0" y="1903"/>
                </a:cubicBezTo>
                <a:lnTo>
                  <a:pt x="77211" y="130709"/>
                </a:lnTo>
                <a:lnTo>
                  <a:pt x="77211" y="114053"/>
                </a:lnTo>
                <a:lnTo>
                  <a:pt x="62308" y="89149"/>
                </a:lnTo>
                <a:lnTo>
                  <a:pt x="2854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49" name="Freeform 648">
            <a:extLst>
              <a:ext uri="{FF2B5EF4-FFF2-40B4-BE49-F238E27FC236}">
                <a16:creationId xmlns:a16="http://schemas.microsoft.com/office/drawing/2014/main" id="{EBA19A45-254D-EA78-ACCE-1B3FAD22EED9}"/>
              </a:ext>
            </a:extLst>
          </p:cNvPr>
          <p:cNvSpPr/>
          <p:nvPr userDrawn="1"/>
        </p:nvSpPr>
        <p:spPr>
          <a:xfrm>
            <a:off x="12083636" y="4179790"/>
            <a:ext cx="74356" cy="96578"/>
          </a:xfrm>
          <a:custGeom>
            <a:avLst/>
            <a:gdLst>
              <a:gd name="connsiteX0" fmla="*/ 793 w 74356"/>
              <a:gd name="connsiteY0" fmla="*/ 0 h 112149"/>
              <a:gd name="connsiteX1" fmla="*/ 0 w 74356"/>
              <a:gd name="connsiteY1" fmla="*/ 634 h 112149"/>
              <a:gd name="connsiteX2" fmla="*/ 59454 w 74356"/>
              <a:gd name="connsiteY2" fmla="*/ 89783 h 112149"/>
              <a:gd name="connsiteX3" fmla="*/ 74357 w 74356"/>
              <a:gd name="connsiteY3" fmla="*/ 112149 h 112149"/>
              <a:gd name="connsiteX4" fmla="*/ 74357 w 74356"/>
              <a:gd name="connsiteY4" fmla="*/ 107073 h 112149"/>
              <a:gd name="connsiteX5" fmla="*/ 793 w 74356"/>
              <a:gd name="connsiteY5" fmla="*/ 159 h 112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4356" h="112149">
                <a:moveTo>
                  <a:pt x="793" y="0"/>
                </a:moveTo>
                <a:cubicBezTo>
                  <a:pt x="793" y="0"/>
                  <a:pt x="316" y="317"/>
                  <a:pt x="0" y="634"/>
                </a:cubicBezTo>
                <a:lnTo>
                  <a:pt x="59454" y="89783"/>
                </a:lnTo>
                <a:lnTo>
                  <a:pt x="74357" y="112149"/>
                </a:lnTo>
                <a:lnTo>
                  <a:pt x="74357" y="107073"/>
                </a:lnTo>
                <a:lnTo>
                  <a:pt x="793" y="15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50" name="Freeform 649">
            <a:extLst>
              <a:ext uri="{FF2B5EF4-FFF2-40B4-BE49-F238E27FC236}">
                <a16:creationId xmlns:a16="http://schemas.microsoft.com/office/drawing/2014/main" id="{2A969EE0-4900-F7D3-EC4B-A7350079365F}"/>
              </a:ext>
            </a:extLst>
          </p:cNvPr>
          <p:cNvSpPr/>
          <p:nvPr userDrawn="1"/>
        </p:nvSpPr>
        <p:spPr>
          <a:xfrm>
            <a:off x="12084428" y="4178520"/>
            <a:ext cx="73564" cy="93027"/>
          </a:xfrm>
          <a:custGeom>
            <a:avLst/>
            <a:gdLst>
              <a:gd name="connsiteX0" fmla="*/ 1426 w 73564"/>
              <a:gd name="connsiteY0" fmla="*/ 159 h 108025"/>
              <a:gd name="connsiteX1" fmla="*/ 0 w 73564"/>
              <a:gd name="connsiteY1" fmla="*/ 1110 h 108025"/>
              <a:gd name="connsiteX2" fmla="*/ 73564 w 73564"/>
              <a:gd name="connsiteY2" fmla="*/ 108025 h 108025"/>
              <a:gd name="connsiteX3" fmla="*/ 73564 w 73564"/>
              <a:gd name="connsiteY3" fmla="*/ 99935 h 108025"/>
              <a:gd name="connsiteX4" fmla="*/ 1426 w 73564"/>
              <a:gd name="connsiteY4" fmla="*/ 0 h 108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3564" h="108025">
                <a:moveTo>
                  <a:pt x="1426" y="159"/>
                </a:moveTo>
                <a:cubicBezTo>
                  <a:pt x="1426" y="159"/>
                  <a:pt x="475" y="793"/>
                  <a:pt x="0" y="1110"/>
                </a:cubicBezTo>
                <a:lnTo>
                  <a:pt x="73564" y="108025"/>
                </a:lnTo>
                <a:lnTo>
                  <a:pt x="73564" y="99935"/>
                </a:lnTo>
                <a:lnTo>
                  <a:pt x="1426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51" name="Freeform 650">
            <a:extLst>
              <a:ext uri="{FF2B5EF4-FFF2-40B4-BE49-F238E27FC236}">
                <a16:creationId xmlns:a16="http://schemas.microsoft.com/office/drawing/2014/main" id="{B5835882-C4EF-645F-D2D1-87356CF9F877}"/>
              </a:ext>
            </a:extLst>
          </p:cNvPr>
          <p:cNvSpPr/>
          <p:nvPr userDrawn="1"/>
        </p:nvSpPr>
        <p:spPr>
          <a:xfrm>
            <a:off x="12086014" y="4178361"/>
            <a:ext cx="71820" cy="86333"/>
          </a:xfrm>
          <a:custGeom>
            <a:avLst/>
            <a:gdLst>
              <a:gd name="connsiteX0" fmla="*/ 476 w 71820"/>
              <a:gd name="connsiteY0" fmla="*/ 0 h 100252"/>
              <a:gd name="connsiteX1" fmla="*/ 0 w 71820"/>
              <a:gd name="connsiteY1" fmla="*/ 317 h 100252"/>
              <a:gd name="connsiteX2" fmla="*/ 71821 w 71820"/>
              <a:gd name="connsiteY2" fmla="*/ 100253 h 100252"/>
              <a:gd name="connsiteX3" fmla="*/ 71821 w 71820"/>
              <a:gd name="connsiteY3" fmla="*/ 96763 h 100252"/>
              <a:gd name="connsiteX4" fmla="*/ 317 w 71820"/>
              <a:gd name="connsiteY4" fmla="*/ 0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1820" h="100252">
                <a:moveTo>
                  <a:pt x="476" y="0"/>
                </a:moveTo>
                <a:cubicBezTo>
                  <a:pt x="476" y="0"/>
                  <a:pt x="0" y="317"/>
                  <a:pt x="0" y="317"/>
                </a:cubicBezTo>
                <a:lnTo>
                  <a:pt x="71821" y="100253"/>
                </a:lnTo>
                <a:lnTo>
                  <a:pt x="71821" y="96763"/>
                </a:lnTo>
                <a:lnTo>
                  <a:pt x="317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52" name="Freeform 651">
            <a:extLst>
              <a:ext uri="{FF2B5EF4-FFF2-40B4-BE49-F238E27FC236}">
                <a16:creationId xmlns:a16="http://schemas.microsoft.com/office/drawing/2014/main" id="{C7E9F186-C4FC-ED4F-A58D-44796C544EAE}"/>
              </a:ext>
            </a:extLst>
          </p:cNvPr>
          <p:cNvSpPr/>
          <p:nvPr userDrawn="1"/>
        </p:nvSpPr>
        <p:spPr>
          <a:xfrm>
            <a:off x="12086490" y="4173603"/>
            <a:ext cx="71503" cy="87426"/>
          </a:xfrm>
          <a:custGeom>
            <a:avLst/>
            <a:gdLst>
              <a:gd name="connsiteX0" fmla="*/ 0 w 71503"/>
              <a:gd name="connsiteY0" fmla="*/ 4759 h 101521"/>
              <a:gd name="connsiteX1" fmla="*/ 71503 w 71503"/>
              <a:gd name="connsiteY1" fmla="*/ 101521 h 101521"/>
              <a:gd name="connsiteX2" fmla="*/ 71503 w 71503"/>
              <a:gd name="connsiteY2" fmla="*/ 87086 h 101521"/>
              <a:gd name="connsiteX3" fmla="*/ 7135 w 71503"/>
              <a:gd name="connsiteY3" fmla="*/ 0 h 101521"/>
              <a:gd name="connsiteX4" fmla="*/ 0 w 71503"/>
              <a:gd name="connsiteY4" fmla="*/ 4759 h 1015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1503" h="101521">
                <a:moveTo>
                  <a:pt x="0" y="4759"/>
                </a:moveTo>
                <a:lnTo>
                  <a:pt x="71503" y="101521"/>
                </a:lnTo>
                <a:lnTo>
                  <a:pt x="71503" y="87086"/>
                </a:lnTo>
                <a:lnTo>
                  <a:pt x="7135" y="0"/>
                </a:lnTo>
                <a:cubicBezTo>
                  <a:pt x="4915" y="1903"/>
                  <a:pt x="2378" y="3172"/>
                  <a:pt x="0" y="4759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54" name="Freeform 653">
            <a:extLst>
              <a:ext uri="{FF2B5EF4-FFF2-40B4-BE49-F238E27FC236}">
                <a16:creationId xmlns:a16="http://schemas.microsoft.com/office/drawing/2014/main" id="{0A0C81B1-A4BD-3DB9-9198-0E0017487F69}"/>
              </a:ext>
            </a:extLst>
          </p:cNvPr>
          <p:cNvSpPr/>
          <p:nvPr userDrawn="1"/>
        </p:nvSpPr>
        <p:spPr>
          <a:xfrm>
            <a:off x="12082367" y="3937089"/>
            <a:ext cx="75466" cy="105731"/>
          </a:xfrm>
          <a:custGeom>
            <a:avLst/>
            <a:gdLst>
              <a:gd name="connsiteX0" fmla="*/ 7135 w 75466"/>
              <a:gd name="connsiteY0" fmla="*/ 122619 h 122777"/>
              <a:gd name="connsiteX1" fmla="*/ 75467 w 75466"/>
              <a:gd name="connsiteY1" fmla="*/ 15704 h 122777"/>
              <a:gd name="connsiteX2" fmla="*/ 75467 w 75466"/>
              <a:gd name="connsiteY2" fmla="*/ 0 h 122777"/>
              <a:gd name="connsiteX3" fmla="*/ 0 w 75466"/>
              <a:gd name="connsiteY3" fmla="*/ 118019 h 122777"/>
              <a:gd name="connsiteX4" fmla="*/ 6976 w 75466"/>
              <a:gd name="connsiteY4" fmla="*/ 122778 h 1227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5466" h="122777">
                <a:moveTo>
                  <a:pt x="7135" y="122619"/>
                </a:moveTo>
                <a:lnTo>
                  <a:pt x="75467" y="15704"/>
                </a:lnTo>
                <a:lnTo>
                  <a:pt x="75467" y="0"/>
                </a:lnTo>
                <a:lnTo>
                  <a:pt x="0" y="118019"/>
                </a:lnTo>
                <a:cubicBezTo>
                  <a:pt x="2536" y="119446"/>
                  <a:pt x="4756" y="121033"/>
                  <a:pt x="6976" y="122778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55" name="Freeform 654">
            <a:extLst>
              <a:ext uri="{FF2B5EF4-FFF2-40B4-BE49-F238E27FC236}">
                <a16:creationId xmlns:a16="http://schemas.microsoft.com/office/drawing/2014/main" id="{CB29054D-B87E-C307-F307-DD6C3AD23852}"/>
              </a:ext>
            </a:extLst>
          </p:cNvPr>
          <p:cNvSpPr/>
          <p:nvPr userDrawn="1"/>
        </p:nvSpPr>
        <p:spPr>
          <a:xfrm>
            <a:off x="12054146" y="3369679"/>
            <a:ext cx="103846" cy="583842"/>
          </a:xfrm>
          <a:custGeom>
            <a:avLst/>
            <a:gdLst>
              <a:gd name="connsiteX0" fmla="*/ 8086 w 103846"/>
              <a:gd name="connsiteY0" fmla="*/ 677973 h 677972"/>
              <a:gd name="connsiteX1" fmla="*/ 103847 w 103846"/>
              <a:gd name="connsiteY1" fmla="*/ 55202 h 677972"/>
              <a:gd name="connsiteX2" fmla="*/ 103847 w 103846"/>
              <a:gd name="connsiteY2" fmla="*/ 0 h 677972"/>
              <a:gd name="connsiteX3" fmla="*/ 0 w 103846"/>
              <a:gd name="connsiteY3" fmla="*/ 676386 h 677972"/>
              <a:gd name="connsiteX4" fmla="*/ 8245 w 103846"/>
              <a:gd name="connsiteY4" fmla="*/ 677973 h 6779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3846" h="677972">
                <a:moveTo>
                  <a:pt x="8086" y="677973"/>
                </a:moveTo>
                <a:lnTo>
                  <a:pt x="103847" y="55202"/>
                </a:lnTo>
                <a:lnTo>
                  <a:pt x="103847" y="0"/>
                </a:lnTo>
                <a:lnTo>
                  <a:pt x="0" y="676386"/>
                </a:lnTo>
                <a:cubicBezTo>
                  <a:pt x="2855" y="676704"/>
                  <a:pt x="5550" y="677497"/>
                  <a:pt x="8245" y="677973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56" name="Freeform 655">
            <a:extLst>
              <a:ext uri="{FF2B5EF4-FFF2-40B4-BE49-F238E27FC236}">
                <a16:creationId xmlns:a16="http://schemas.microsoft.com/office/drawing/2014/main" id="{2B1D2ABF-889C-EE70-BF73-706F075D3E52}"/>
              </a:ext>
            </a:extLst>
          </p:cNvPr>
          <p:cNvSpPr/>
          <p:nvPr userDrawn="1"/>
        </p:nvSpPr>
        <p:spPr>
          <a:xfrm>
            <a:off x="11849942" y="4098571"/>
            <a:ext cx="17757" cy="45719"/>
          </a:xfrm>
          <a:custGeom>
            <a:avLst/>
            <a:gdLst>
              <a:gd name="connsiteX0" fmla="*/ 7135 w 17757"/>
              <a:gd name="connsiteY0" fmla="*/ 9042 h 9835"/>
              <a:gd name="connsiteX1" fmla="*/ 17758 w 17757"/>
              <a:gd name="connsiteY1" fmla="*/ 9835 h 9835"/>
              <a:gd name="connsiteX2" fmla="*/ 10147 w 17757"/>
              <a:gd name="connsiteY2" fmla="*/ 793 h 9835"/>
              <a:gd name="connsiteX3" fmla="*/ 0 w 17757"/>
              <a:gd name="connsiteY3" fmla="*/ 0 h 9835"/>
              <a:gd name="connsiteX4" fmla="*/ 7135 w 17757"/>
              <a:gd name="connsiteY4" fmla="*/ 9042 h 98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757" h="9835">
                <a:moveTo>
                  <a:pt x="7135" y="9042"/>
                </a:moveTo>
                <a:lnTo>
                  <a:pt x="17758" y="9835"/>
                </a:lnTo>
                <a:lnTo>
                  <a:pt x="10147" y="793"/>
                </a:lnTo>
                <a:lnTo>
                  <a:pt x="0" y="0"/>
                </a:lnTo>
                <a:lnTo>
                  <a:pt x="7135" y="904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57" name="Freeform 656">
            <a:extLst>
              <a:ext uri="{FF2B5EF4-FFF2-40B4-BE49-F238E27FC236}">
                <a16:creationId xmlns:a16="http://schemas.microsoft.com/office/drawing/2014/main" id="{FAA80D08-FFAC-B181-E6B9-02ED96F1AE63}"/>
              </a:ext>
            </a:extLst>
          </p:cNvPr>
          <p:cNvSpPr/>
          <p:nvPr userDrawn="1"/>
        </p:nvSpPr>
        <p:spPr>
          <a:xfrm>
            <a:off x="11947288" y="4106027"/>
            <a:ext cx="28696" cy="45719"/>
          </a:xfrm>
          <a:custGeom>
            <a:avLst/>
            <a:gdLst>
              <a:gd name="connsiteX0" fmla="*/ 28696 w 28696"/>
              <a:gd name="connsiteY0" fmla="*/ 2221 h 10627"/>
              <a:gd name="connsiteX1" fmla="*/ 0 w 28696"/>
              <a:gd name="connsiteY1" fmla="*/ 0 h 10627"/>
              <a:gd name="connsiteX2" fmla="*/ 6817 w 28696"/>
              <a:gd name="connsiteY2" fmla="*/ 9042 h 10627"/>
              <a:gd name="connsiteX3" fmla="*/ 26953 w 28696"/>
              <a:gd name="connsiteY3" fmla="*/ 10628 h 10627"/>
              <a:gd name="connsiteX4" fmla="*/ 28696 w 28696"/>
              <a:gd name="connsiteY4" fmla="*/ 2221 h 10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696" h="10627">
                <a:moveTo>
                  <a:pt x="28696" y="2221"/>
                </a:moveTo>
                <a:lnTo>
                  <a:pt x="0" y="0"/>
                </a:lnTo>
                <a:lnTo>
                  <a:pt x="6817" y="9042"/>
                </a:lnTo>
                <a:lnTo>
                  <a:pt x="26953" y="10628"/>
                </a:lnTo>
                <a:cubicBezTo>
                  <a:pt x="26953" y="7614"/>
                  <a:pt x="28221" y="5076"/>
                  <a:pt x="28696" y="2221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58" name="Freeform 657">
            <a:extLst>
              <a:ext uri="{FF2B5EF4-FFF2-40B4-BE49-F238E27FC236}">
                <a16:creationId xmlns:a16="http://schemas.microsoft.com/office/drawing/2014/main" id="{1ABBBE5E-3ECA-BB77-0648-B641A93A9F24}"/>
              </a:ext>
            </a:extLst>
          </p:cNvPr>
          <p:cNvSpPr/>
          <p:nvPr userDrawn="1"/>
        </p:nvSpPr>
        <p:spPr>
          <a:xfrm>
            <a:off x="10365975" y="3984677"/>
            <a:ext cx="401907" cy="45719"/>
          </a:xfrm>
          <a:custGeom>
            <a:avLst/>
            <a:gdLst>
              <a:gd name="connsiteX0" fmla="*/ 382090 w 401907"/>
              <a:gd name="connsiteY0" fmla="*/ 37753 h 37753"/>
              <a:gd name="connsiteX1" fmla="*/ 401908 w 401907"/>
              <a:gd name="connsiteY1" fmla="*/ 30774 h 37753"/>
              <a:gd name="connsiteX2" fmla="*/ 1744 w 401907"/>
              <a:gd name="connsiteY2" fmla="*/ 0 h 37753"/>
              <a:gd name="connsiteX3" fmla="*/ 0 w 401907"/>
              <a:gd name="connsiteY3" fmla="*/ 8407 h 37753"/>
              <a:gd name="connsiteX4" fmla="*/ 381932 w 401907"/>
              <a:gd name="connsiteY4" fmla="*/ 37753 h 377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01907" h="37753">
                <a:moveTo>
                  <a:pt x="382090" y="37753"/>
                </a:moveTo>
                <a:lnTo>
                  <a:pt x="401908" y="30774"/>
                </a:lnTo>
                <a:lnTo>
                  <a:pt x="1744" y="0"/>
                </a:lnTo>
                <a:cubicBezTo>
                  <a:pt x="1744" y="3014"/>
                  <a:pt x="476" y="5552"/>
                  <a:pt x="0" y="8407"/>
                </a:cubicBezTo>
                <a:lnTo>
                  <a:pt x="381932" y="37753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59" name="Freeform 658">
            <a:extLst>
              <a:ext uri="{FF2B5EF4-FFF2-40B4-BE49-F238E27FC236}">
                <a16:creationId xmlns:a16="http://schemas.microsoft.com/office/drawing/2014/main" id="{129DBE8A-DF4C-69DE-8FD6-91EC8AA402CF}"/>
              </a:ext>
            </a:extLst>
          </p:cNvPr>
          <p:cNvSpPr/>
          <p:nvPr userDrawn="1"/>
        </p:nvSpPr>
        <p:spPr>
          <a:xfrm>
            <a:off x="10769309" y="4017038"/>
            <a:ext cx="1046070" cy="75268"/>
          </a:xfrm>
          <a:custGeom>
            <a:avLst/>
            <a:gdLst>
              <a:gd name="connsiteX0" fmla="*/ 0 w 1046070"/>
              <a:gd name="connsiteY0" fmla="*/ 6980 h 87403"/>
              <a:gd name="connsiteX1" fmla="*/ 1046070 w 1046070"/>
              <a:gd name="connsiteY1" fmla="*/ 87404 h 87403"/>
              <a:gd name="connsiteX2" fmla="*/ 1038778 w 1046070"/>
              <a:gd name="connsiteY2" fmla="*/ 78362 h 87403"/>
              <a:gd name="connsiteX3" fmla="*/ 19818 w 1046070"/>
              <a:gd name="connsiteY3" fmla="*/ 0 h 87403"/>
              <a:gd name="connsiteX4" fmla="*/ 0 w 1046070"/>
              <a:gd name="connsiteY4" fmla="*/ 6980 h 874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46070" h="87403">
                <a:moveTo>
                  <a:pt x="0" y="6980"/>
                </a:moveTo>
                <a:lnTo>
                  <a:pt x="1046070" y="87404"/>
                </a:lnTo>
                <a:lnTo>
                  <a:pt x="1038778" y="78362"/>
                </a:lnTo>
                <a:lnTo>
                  <a:pt x="19818" y="0"/>
                </a:lnTo>
                <a:lnTo>
                  <a:pt x="0" y="698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60" name="Freeform 659">
            <a:extLst>
              <a:ext uri="{FF2B5EF4-FFF2-40B4-BE49-F238E27FC236}">
                <a16:creationId xmlns:a16="http://schemas.microsoft.com/office/drawing/2014/main" id="{1FC6A707-91F0-CA9E-0B0A-9AC3E9B5D820}"/>
              </a:ext>
            </a:extLst>
          </p:cNvPr>
          <p:cNvSpPr/>
          <p:nvPr userDrawn="1"/>
        </p:nvSpPr>
        <p:spPr>
          <a:xfrm>
            <a:off x="11871821" y="4100316"/>
            <a:ext cx="20452" cy="45719"/>
          </a:xfrm>
          <a:custGeom>
            <a:avLst/>
            <a:gdLst>
              <a:gd name="connsiteX0" fmla="*/ 7611 w 20452"/>
              <a:gd name="connsiteY0" fmla="*/ 9042 h 9993"/>
              <a:gd name="connsiteX1" fmla="*/ 20453 w 20452"/>
              <a:gd name="connsiteY1" fmla="*/ 9994 h 9993"/>
              <a:gd name="connsiteX2" fmla="*/ 13159 w 20452"/>
              <a:gd name="connsiteY2" fmla="*/ 952 h 9993"/>
              <a:gd name="connsiteX3" fmla="*/ 0 w 20452"/>
              <a:gd name="connsiteY3" fmla="*/ 0 h 9993"/>
              <a:gd name="connsiteX4" fmla="*/ 7611 w 20452"/>
              <a:gd name="connsiteY4" fmla="*/ 9042 h 99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452" h="9993">
                <a:moveTo>
                  <a:pt x="7611" y="9042"/>
                </a:moveTo>
                <a:lnTo>
                  <a:pt x="20453" y="9994"/>
                </a:lnTo>
                <a:lnTo>
                  <a:pt x="13159" y="952"/>
                </a:lnTo>
                <a:lnTo>
                  <a:pt x="0" y="0"/>
                </a:lnTo>
                <a:lnTo>
                  <a:pt x="7611" y="904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61" name="Freeform 660">
            <a:extLst>
              <a:ext uri="{FF2B5EF4-FFF2-40B4-BE49-F238E27FC236}">
                <a16:creationId xmlns:a16="http://schemas.microsoft.com/office/drawing/2014/main" id="{12854DD7-201F-F722-9243-A17ED1C08149}"/>
              </a:ext>
            </a:extLst>
          </p:cNvPr>
          <p:cNvSpPr/>
          <p:nvPr userDrawn="1"/>
        </p:nvSpPr>
        <p:spPr>
          <a:xfrm>
            <a:off x="11830283" y="4097144"/>
            <a:ext cx="15379" cy="45719"/>
          </a:xfrm>
          <a:custGeom>
            <a:avLst/>
            <a:gdLst>
              <a:gd name="connsiteX0" fmla="*/ 7452 w 15379"/>
              <a:gd name="connsiteY0" fmla="*/ 9042 h 9517"/>
              <a:gd name="connsiteX1" fmla="*/ 15379 w 15379"/>
              <a:gd name="connsiteY1" fmla="*/ 9518 h 9517"/>
              <a:gd name="connsiteX2" fmla="*/ 8245 w 15379"/>
              <a:gd name="connsiteY2" fmla="*/ 635 h 9517"/>
              <a:gd name="connsiteX3" fmla="*/ 0 w 15379"/>
              <a:gd name="connsiteY3" fmla="*/ 0 h 9517"/>
              <a:gd name="connsiteX4" fmla="*/ 7452 w 15379"/>
              <a:gd name="connsiteY4" fmla="*/ 9042 h 95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379" h="9517">
                <a:moveTo>
                  <a:pt x="7452" y="9042"/>
                </a:moveTo>
                <a:lnTo>
                  <a:pt x="15379" y="9518"/>
                </a:lnTo>
                <a:lnTo>
                  <a:pt x="8245" y="635"/>
                </a:lnTo>
                <a:lnTo>
                  <a:pt x="0" y="0"/>
                </a:lnTo>
                <a:lnTo>
                  <a:pt x="7452" y="904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62" name="Freeform 661">
            <a:extLst>
              <a:ext uri="{FF2B5EF4-FFF2-40B4-BE49-F238E27FC236}">
                <a16:creationId xmlns:a16="http://schemas.microsoft.com/office/drawing/2014/main" id="{1DC0E5DA-B30A-EE96-296C-BF25D575F757}"/>
              </a:ext>
            </a:extLst>
          </p:cNvPr>
          <p:cNvSpPr/>
          <p:nvPr userDrawn="1"/>
        </p:nvSpPr>
        <p:spPr>
          <a:xfrm>
            <a:off x="11896712" y="4102220"/>
            <a:ext cx="33928" cy="45719"/>
          </a:xfrm>
          <a:custGeom>
            <a:avLst/>
            <a:gdLst>
              <a:gd name="connsiteX0" fmla="*/ 7293 w 33928"/>
              <a:gd name="connsiteY0" fmla="*/ 9042 h 11103"/>
              <a:gd name="connsiteX1" fmla="*/ 33929 w 33928"/>
              <a:gd name="connsiteY1" fmla="*/ 11104 h 11103"/>
              <a:gd name="connsiteX2" fmla="*/ 27429 w 33928"/>
              <a:gd name="connsiteY2" fmla="*/ 2062 h 11103"/>
              <a:gd name="connsiteX3" fmla="*/ 0 w 33928"/>
              <a:gd name="connsiteY3" fmla="*/ 0 h 11103"/>
              <a:gd name="connsiteX4" fmla="*/ 7293 w 33928"/>
              <a:gd name="connsiteY4" fmla="*/ 9042 h 11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928" h="11103">
                <a:moveTo>
                  <a:pt x="7293" y="9042"/>
                </a:moveTo>
                <a:lnTo>
                  <a:pt x="33929" y="11104"/>
                </a:lnTo>
                <a:lnTo>
                  <a:pt x="27429" y="2062"/>
                </a:lnTo>
                <a:lnTo>
                  <a:pt x="0" y="0"/>
                </a:lnTo>
                <a:lnTo>
                  <a:pt x="7293" y="904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63" name="Freeform 662">
            <a:extLst>
              <a:ext uri="{FF2B5EF4-FFF2-40B4-BE49-F238E27FC236}">
                <a16:creationId xmlns:a16="http://schemas.microsoft.com/office/drawing/2014/main" id="{163F7BBA-021C-08A5-B6BC-A00D3EC62C6D}"/>
              </a:ext>
            </a:extLst>
          </p:cNvPr>
          <p:cNvSpPr/>
          <p:nvPr userDrawn="1"/>
        </p:nvSpPr>
        <p:spPr>
          <a:xfrm>
            <a:off x="11884029" y="4140289"/>
            <a:ext cx="16964" cy="45719"/>
          </a:xfrm>
          <a:custGeom>
            <a:avLst/>
            <a:gdLst>
              <a:gd name="connsiteX0" fmla="*/ 5866 w 16964"/>
              <a:gd name="connsiteY0" fmla="*/ 9359 h 9358"/>
              <a:gd name="connsiteX1" fmla="*/ 16964 w 16964"/>
              <a:gd name="connsiteY1" fmla="*/ 7455 h 9358"/>
              <a:gd name="connsiteX2" fmla="*/ 10622 w 16964"/>
              <a:gd name="connsiteY2" fmla="*/ 0 h 9358"/>
              <a:gd name="connsiteX3" fmla="*/ 0 w 16964"/>
              <a:gd name="connsiteY3" fmla="*/ 1745 h 9358"/>
              <a:gd name="connsiteX4" fmla="*/ 5866 w 16964"/>
              <a:gd name="connsiteY4" fmla="*/ 9359 h 93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964" h="9358">
                <a:moveTo>
                  <a:pt x="5866" y="9359"/>
                </a:moveTo>
                <a:lnTo>
                  <a:pt x="16964" y="7455"/>
                </a:lnTo>
                <a:lnTo>
                  <a:pt x="10622" y="0"/>
                </a:lnTo>
                <a:lnTo>
                  <a:pt x="0" y="1745"/>
                </a:lnTo>
                <a:lnTo>
                  <a:pt x="5866" y="935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64" name="Freeform 663">
            <a:extLst>
              <a:ext uri="{FF2B5EF4-FFF2-40B4-BE49-F238E27FC236}">
                <a16:creationId xmlns:a16="http://schemas.microsoft.com/office/drawing/2014/main" id="{D4EE618F-3539-01A4-0058-4E4F6607D19C}"/>
              </a:ext>
            </a:extLst>
          </p:cNvPr>
          <p:cNvSpPr/>
          <p:nvPr userDrawn="1"/>
        </p:nvSpPr>
        <p:spPr>
          <a:xfrm>
            <a:off x="11923506" y="4131565"/>
            <a:ext cx="26318" cy="45719"/>
          </a:xfrm>
          <a:custGeom>
            <a:avLst/>
            <a:gdLst>
              <a:gd name="connsiteX0" fmla="*/ 6025 w 26318"/>
              <a:gd name="connsiteY0" fmla="*/ 11263 h 11262"/>
              <a:gd name="connsiteX1" fmla="*/ 26319 w 26318"/>
              <a:gd name="connsiteY1" fmla="*/ 7773 h 11262"/>
              <a:gd name="connsiteX2" fmla="*/ 20610 w 26318"/>
              <a:gd name="connsiteY2" fmla="*/ 0 h 11262"/>
              <a:gd name="connsiteX3" fmla="*/ 0 w 26318"/>
              <a:gd name="connsiteY3" fmla="*/ 3649 h 11262"/>
              <a:gd name="connsiteX4" fmla="*/ 6025 w 26318"/>
              <a:gd name="connsiteY4" fmla="*/ 11263 h 112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6318" h="11262">
                <a:moveTo>
                  <a:pt x="6025" y="11263"/>
                </a:moveTo>
                <a:lnTo>
                  <a:pt x="26319" y="7773"/>
                </a:lnTo>
                <a:lnTo>
                  <a:pt x="20610" y="0"/>
                </a:lnTo>
                <a:lnTo>
                  <a:pt x="0" y="3649"/>
                </a:lnTo>
                <a:lnTo>
                  <a:pt x="6025" y="11263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65" name="Freeform 664">
            <a:extLst>
              <a:ext uri="{FF2B5EF4-FFF2-40B4-BE49-F238E27FC236}">
                <a16:creationId xmlns:a16="http://schemas.microsoft.com/office/drawing/2014/main" id="{3CC741C6-D8C0-C9FE-8798-4276737CE886}"/>
              </a:ext>
            </a:extLst>
          </p:cNvPr>
          <p:cNvSpPr/>
          <p:nvPr userDrawn="1"/>
        </p:nvSpPr>
        <p:spPr>
          <a:xfrm>
            <a:off x="11868809" y="4143780"/>
            <a:ext cx="11733" cy="45719"/>
          </a:xfrm>
          <a:custGeom>
            <a:avLst/>
            <a:gdLst>
              <a:gd name="connsiteX0" fmla="*/ 6183 w 11733"/>
              <a:gd name="connsiteY0" fmla="*/ 8566 h 8565"/>
              <a:gd name="connsiteX1" fmla="*/ 11733 w 11733"/>
              <a:gd name="connsiteY1" fmla="*/ 7614 h 8565"/>
              <a:gd name="connsiteX2" fmla="*/ 5708 w 11733"/>
              <a:gd name="connsiteY2" fmla="*/ 0 h 8565"/>
              <a:gd name="connsiteX3" fmla="*/ 0 w 11733"/>
              <a:gd name="connsiteY3" fmla="*/ 952 h 8565"/>
              <a:gd name="connsiteX4" fmla="*/ 6183 w 11733"/>
              <a:gd name="connsiteY4" fmla="*/ 8566 h 85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733" h="8565">
                <a:moveTo>
                  <a:pt x="6183" y="8566"/>
                </a:moveTo>
                <a:lnTo>
                  <a:pt x="11733" y="7614"/>
                </a:lnTo>
                <a:lnTo>
                  <a:pt x="5708" y="0"/>
                </a:lnTo>
                <a:lnTo>
                  <a:pt x="0" y="952"/>
                </a:lnTo>
                <a:lnTo>
                  <a:pt x="6183" y="8566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66" name="Freeform 665">
            <a:extLst>
              <a:ext uri="{FF2B5EF4-FFF2-40B4-BE49-F238E27FC236}">
                <a16:creationId xmlns:a16="http://schemas.microsoft.com/office/drawing/2014/main" id="{5C148D71-0BD5-38B1-A3FB-626E1DFE244A}"/>
              </a:ext>
            </a:extLst>
          </p:cNvPr>
          <p:cNvSpPr/>
          <p:nvPr userDrawn="1"/>
        </p:nvSpPr>
        <p:spPr>
          <a:xfrm>
            <a:off x="11904165" y="4136958"/>
            <a:ext cx="15854" cy="45719"/>
          </a:xfrm>
          <a:custGeom>
            <a:avLst/>
            <a:gdLst>
              <a:gd name="connsiteX0" fmla="*/ 6341 w 15854"/>
              <a:gd name="connsiteY0" fmla="*/ 9200 h 9200"/>
              <a:gd name="connsiteX1" fmla="*/ 15854 w 15854"/>
              <a:gd name="connsiteY1" fmla="*/ 7455 h 9200"/>
              <a:gd name="connsiteX2" fmla="*/ 9671 w 15854"/>
              <a:gd name="connsiteY2" fmla="*/ 0 h 9200"/>
              <a:gd name="connsiteX3" fmla="*/ 0 w 15854"/>
              <a:gd name="connsiteY3" fmla="*/ 1586 h 9200"/>
              <a:gd name="connsiteX4" fmla="*/ 6341 w 15854"/>
              <a:gd name="connsiteY4" fmla="*/ 9200 h 9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854" h="9200">
                <a:moveTo>
                  <a:pt x="6341" y="9200"/>
                </a:moveTo>
                <a:lnTo>
                  <a:pt x="15854" y="7455"/>
                </a:lnTo>
                <a:lnTo>
                  <a:pt x="9671" y="0"/>
                </a:lnTo>
                <a:lnTo>
                  <a:pt x="0" y="1586"/>
                </a:lnTo>
                <a:lnTo>
                  <a:pt x="6341" y="920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67" name="Freeform 666">
            <a:extLst>
              <a:ext uri="{FF2B5EF4-FFF2-40B4-BE49-F238E27FC236}">
                <a16:creationId xmlns:a16="http://schemas.microsoft.com/office/drawing/2014/main" id="{9CDDFB15-21AC-CAB0-70A1-CB3585F2CB0D}"/>
              </a:ext>
            </a:extLst>
          </p:cNvPr>
          <p:cNvSpPr/>
          <p:nvPr userDrawn="1"/>
        </p:nvSpPr>
        <p:spPr>
          <a:xfrm>
            <a:off x="11964093" y="4126172"/>
            <a:ext cx="13159" cy="45719"/>
          </a:xfrm>
          <a:custGeom>
            <a:avLst/>
            <a:gdLst>
              <a:gd name="connsiteX0" fmla="*/ 11574 w 13159"/>
              <a:gd name="connsiteY0" fmla="*/ 0 h 9676"/>
              <a:gd name="connsiteX1" fmla="*/ 0 w 13159"/>
              <a:gd name="connsiteY1" fmla="*/ 2062 h 9676"/>
              <a:gd name="connsiteX2" fmla="*/ 5866 w 13159"/>
              <a:gd name="connsiteY2" fmla="*/ 9676 h 9676"/>
              <a:gd name="connsiteX3" fmla="*/ 13159 w 13159"/>
              <a:gd name="connsiteY3" fmla="*/ 8407 h 9676"/>
              <a:gd name="connsiteX4" fmla="*/ 11416 w 13159"/>
              <a:gd name="connsiteY4" fmla="*/ 0 h 96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159" h="9676">
                <a:moveTo>
                  <a:pt x="11574" y="0"/>
                </a:moveTo>
                <a:lnTo>
                  <a:pt x="0" y="2062"/>
                </a:lnTo>
                <a:lnTo>
                  <a:pt x="5866" y="9676"/>
                </a:lnTo>
                <a:lnTo>
                  <a:pt x="13159" y="8407"/>
                </a:lnTo>
                <a:cubicBezTo>
                  <a:pt x="12526" y="5711"/>
                  <a:pt x="11732" y="2855"/>
                  <a:pt x="11416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68" name="Freeform 667">
            <a:extLst>
              <a:ext uri="{FF2B5EF4-FFF2-40B4-BE49-F238E27FC236}">
                <a16:creationId xmlns:a16="http://schemas.microsoft.com/office/drawing/2014/main" id="{56AADD2E-BC01-C33A-EC17-1BEC2B5B9EB4}"/>
              </a:ext>
            </a:extLst>
          </p:cNvPr>
          <p:cNvSpPr/>
          <p:nvPr userDrawn="1"/>
        </p:nvSpPr>
        <p:spPr>
          <a:xfrm>
            <a:off x="9011798" y="4148063"/>
            <a:ext cx="2844169" cy="492062"/>
          </a:xfrm>
          <a:custGeom>
            <a:avLst/>
            <a:gdLst>
              <a:gd name="connsiteX0" fmla="*/ 2062335 w 2838881"/>
              <a:gd name="connsiteY0" fmla="*/ 134040 h 501579"/>
              <a:gd name="connsiteX1" fmla="*/ 1832923 w 2838881"/>
              <a:gd name="connsiteY1" fmla="*/ 174014 h 501579"/>
              <a:gd name="connsiteX2" fmla="*/ 1820239 w 2838881"/>
              <a:gd name="connsiteY2" fmla="*/ 176235 h 501579"/>
              <a:gd name="connsiteX3" fmla="*/ 1808507 w 2838881"/>
              <a:gd name="connsiteY3" fmla="*/ 178297 h 501579"/>
              <a:gd name="connsiteX4" fmla="*/ 1776798 w 2838881"/>
              <a:gd name="connsiteY4" fmla="*/ 183849 h 501579"/>
              <a:gd name="connsiteX5" fmla="*/ 1765066 w 2838881"/>
              <a:gd name="connsiteY5" fmla="*/ 185911 h 501579"/>
              <a:gd name="connsiteX6" fmla="*/ 0 w 2838881"/>
              <a:gd name="connsiteY6" fmla="*/ 493172 h 501579"/>
              <a:gd name="connsiteX7" fmla="*/ 1745 w 2838881"/>
              <a:gd name="connsiteY7" fmla="*/ 501579 h 501579"/>
              <a:gd name="connsiteX8" fmla="*/ 1774895 w 2838881"/>
              <a:gd name="connsiteY8" fmla="*/ 192891 h 501579"/>
              <a:gd name="connsiteX9" fmla="*/ 1786628 w 2838881"/>
              <a:gd name="connsiteY9" fmla="*/ 190828 h 501579"/>
              <a:gd name="connsiteX10" fmla="*/ 1819287 w 2838881"/>
              <a:gd name="connsiteY10" fmla="*/ 185118 h 501579"/>
              <a:gd name="connsiteX11" fmla="*/ 1831178 w 2838881"/>
              <a:gd name="connsiteY11" fmla="*/ 183056 h 501579"/>
              <a:gd name="connsiteX12" fmla="*/ 1843704 w 2838881"/>
              <a:gd name="connsiteY12" fmla="*/ 180835 h 501579"/>
              <a:gd name="connsiteX13" fmla="*/ 2077872 w 2838881"/>
              <a:gd name="connsiteY13" fmla="*/ 140068 h 501579"/>
              <a:gd name="connsiteX14" fmla="*/ 2094361 w 2838881"/>
              <a:gd name="connsiteY14" fmla="*/ 137213 h 501579"/>
              <a:gd name="connsiteX15" fmla="*/ 2838881 w 2838881"/>
              <a:gd name="connsiteY15" fmla="*/ 7614 h 501579"/>
              <a:gd name="connsiteX16" fmla="*/ 2832699 w 2838881"/>
              <a:gd name="connsiteY16" fmla="*/ 0 h 501579"/>
              <a:gd name="connsiteX17" fmla="*/ 2078507 w 2838881"/>
              <a:gd name="connsiteY17" fmla="*/ 131343 h 501579"/>
              <a:gd name="connsiteX18" fmla="*/ 2062018 w 2838881"/>
              <a:gd name="connsiteY18" fmla="*/ 134199 h 5015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2838881" h="501579">
                <a:moveTo>
                  <a:pt x="2062335" y="134040"/>
                </a:moveTo>
                <a:lnTo>
                  <a:pt x="1832923" y="174014"/>
                </a:lnTo>
                <a:lnTo>
                  <a:pt x="1820239" y="176235"/>
                </a:lnTo>
                <a:lnTo>
                  <a:pt x="1808507" y="178297"/>
                </a:lnTo>
                <a:lnTo>
                  <a:pt x="1776798" y="183849"/>
                </a:lnTo>
                <a:lnTo>
                  <a:pt x="1765066" y="185911"/>
                </a:lnTo>
                <a:lnTo>
                  <a:pt x="0" y="493172"/>
                </a:lnTo>
                <a:cubicBezTo>
                  <a:pt x="635" y="495869"/>
                  <a:pt x="1427" y="498724"/>
                  <a:pt x="1745" y="501579"/>
                </a:cubicBezTo>
                <a:lnTo>
                  <a:pt x="1774895" y="192891"/>
                </a:lnTo>
                <a:lnTo>
                  <a:pt x="1786628" y="190828"/>
                </a:lnTo>
                <a:lnTo>
                  <a:pt x="1819287" y="185118"/>
                </a:lnTo>
                <a:lnTo>
                  <a:pt x="1831178" y="183056"/>
                </a:lnTo>
                <a:lnTo>
                  <a:pt x="1843704" y="180835"/>
                </a:lnTo>
                <a:lnTo>
                  <a:pt x="2077872" y="140068"/>
                </a:lnTo>
                <a:lnTo>
                  <a:pt x="2094361" y="137213"/>
                </a:lnTo>
                <a:lnTo>
                  <a:pt x="2838881" y="7614"/>
                </a:lnTo>
                <a:lnTo>
                  <a:pt x="2832699" y="0"/>
                </a:lnTo>
                <a:lnTo>
                  <a:pt x="2078507" y="131343"/>
                </a:lnTo>
                <a:lnTo>
                  <a:pt x="2062018" y="13419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69" name="Freeform 668">
            <a:extLst>
              <a:ext uri="{FF2B5EF4-FFF2-40B4-BE49-F238E27FC236}">
                <a16:creationId xmlns:a16="http://schemas.microsoft.com/office/drawing/2014/main" id="{F0E628BE-299E-7071-F75E-CAE615D6D050}"/>
              </a:ext>
            </a:extLst>
          </p:cNvPr>
          <p:cNvSpPr/>
          <p:nvPr userDrawn="1"/>
        </p:nvSpPr>
        <p:spPr>
          <a:xfrm>
            <a:off x="11681886" y="3773861"/>
            <a:ext cx="476106" cy="559253"/>
          </a:xfrm>
          <a:custGeom>
            <a:avLst/>
            <a:gdLst>
              <a:gd name="connsiteX0" fmla="*/ 159 w 476106"/>
              <a:gd name="connsiteY0" fmla="*/ 0 h 649419"/>
              <a:gd name="connsiteX1" fmla="*/ 0 w 476106"/>
              <a:gd name="connsiteY1" fmla="*/ 0 h 649419"/>
              <a:gd name="connsiteX2" fmla="*/ 242255 w 476106"/>
              <a:gd name="connsiteY2" fmla="*/ 330421 h 649419"/>
              <a:gd name="connsiteX3" fmla="*/ 248755 w 476106"/>
              <a:gd name="connsiteY3" fmla="*/ 339462 h 649419"/>
              <a:gd name="connsiteX4" fmla="*/ 262231 w 476106"/>
              <a:gd name="connsiteY4" fmla="*/ 357704 h 649419"/>
              <a:gd name="connsiteX5" fmla="*/ 267939 w 476106"/>
              <a:gd name="connsiteY5" fmla="*/ 365477 h 649419"/>
              <a:gd name="connsiteX6" fmla="*/ 476107 w 476106"/>
              <a:gd name="connsiteY6" fmla="*/ 649420 h 649419"/>
              <a:gd name="connsiteX7" fmla="*/ 476107 w 476106"/>
              <a:gd name="connsiteY7" fmla="*/ 646248 h 649419"/>
              <a:gd name="connsiteX8" fmla="*/ 159 w 476106"/>
              <a:gd name="connsiteY8" fmla="*/ 0 h 6494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76106" h="649419">
                <a:moveTo>
                  <a:pt x="159" y="0"/>
                </a:moveTo>
                <a:lnTo>
                  <a:pt x="0" y="0"/>
                </a:lnTo>
                <a:lnTo>
                  <a:pt x="242255" y="330421"/>
                </a:lnTo>
                <a:lnTo>
                  <a:pt x="248755" y="339462"/>
                </a:lnTo>
                <a:lnTo>
                  <a:pt x="262231" y="357704"/>
                </a:lnTo>
                <a:lnTo>
                  <a:pt x="267939" y="365477"/>
                </a:lnTo>
                <a:lnTo>
                  <a:pt x="476107" y="649420"/>
                </a:lnTo>
                <a:lnTo>
                  <a:pt x="476107" y="646248"/>
                </a:lnTo>
                <a:lnTo>
                  <a:pt x="159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70" name="Freeform 669">
            <a:extLst>
              <a:ext uri="{FF2B5EF4-FFF2-40B4-BE49-F238E27FC236}">
                <a16:creationId xmlns:a16="http://schemas.microsoft.com/office/drawing/2014/main" id="{28E91791-F8FA-24FF-AD40-9F8D5386D771}"/>
              </a:ext>
            </a:extLst>
          </p:cNvPr>
          <p:cNvSpPr/>
          <p:nvPr userDrawn="1"/>
        </p:nvSpPr>
        <p:spPr>
          <a:xfrm>
            <a:off x="11960606" y="4137594"/>
            <a:ext cx="197386" cy="230860"/>
          </a:xfrm>
          <a:custGeom>
            <a:avLst/>
            <a:gdLst>
              <a:gd name="connsiteX0" fmla="*/ 197387 w 197386"/>
              <a:gd name="connsiteY0" fmla="*/ 268080 h 268080"/>
              <a:gd name="connsiteX1" fmla="*/ 197387 w 197386"/>
              <a:gd name="connsiteY1" fmla="*/ 259197 h 268080"/>
              <a:gd name="connsiteX2" fmla="*/ 0 w 197386"/>
              <a:gd name="connsiteY2" fmla="*/ 0 h 268080"/>
              <a:gd name="connsiteX3" fmla="*/ 197387 w 197386"/>
              <a:gd name="connsiteY3" fmla="*/ 268080 h 268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7386" h="268080">
                <a:moveTo>
                  <a:pt x="197387" y="268080"/>
                </a:moveTo>
                <a:lnTo>
                  <a:pt x="197387" y="259197"/>
                </a:lnTo>
                <a:lnTo>
                  <a:pt x="0" y="0"/>
                </a:lnTo>
                <a:lnTo>
                  <a:pt x="197387" y="26808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71" name="Freeform 670">
            <a:extLst>
              <a:ext uri="{FF2B5EF4-FFF2-40B4-BE49-F238E27FC236}">
                <a16:creationId xmlns:a16="http://schemas.microsoft.com/office/drawing/2014/main" id="{68420E26-EF70-CEA7-E18D-93DFC01E08C7}"/>
              </a:ext>
            </a:extLst>
          </p:cNvPr>
          <p:cNvSpPr/>
          <p:nvPr userDrawn="1"/>
        </p:nvSpPr>
        <p:spPr>
          <a:xfrm>
            <a:off x="11682045" y="3773227"/>
            <a:ext cx="475948" cy="557068"/>
          </a:xfrm>
          <a:custGeom>
            <a:avLst/>
            <a:gdLst>
              <a:gd name="connsiteX0" fmla="*/ 951 w 475948"/>
              <a:gd name="connsiteY0" fmla="*/ 0 h 646882"/>
              <a:gd name="connsiteX1" fmla="*/ 0 w 475948"/>
              <a:gd name="connsiteY1" fmla="*/ 634 h 646882"/>
              <a:gd name="connsiteX2" fmla="*/ 475948 w 475948"/>
              <a:gd name="connsiteY2" fmla="*/ 646882 h 646882"/>
              <a:gd name="connsiteX3" fmla="*/ 475948 w 475948"/>
              <a:gd name="connsiteY3" fmla="*/ 632447 h 646882"/>
              <a:gd name="connsiteX4" fmla="*/ 278561 w 475948"/>
              <a:gd name="connsiteY4" fmla="*/ 364367 h 646882"/>
              <a:gd name="connsiteX5" fmla="*/ 1110 w 475948"/>
              <a:gd name="connsiteY5" fmla="*/ 0 h 6468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948" h="646882">
                <a:moveTo>
                  <a:pt x="951" y="0"/>
                </a:moveTo>
                <a:cubicBezTo>
                  <a:pt x="951" y="0"/>
                  <a:pt x="317" y="476"/>
                  <a:pt x="0" y="634"/>
                </a:cubicBezTo>
                <a:lnTo>
                  <a:pt x="475948" y="646882"/>
                </a:lnTo>
                <a:lnTo>
                  <a:pt x="475948" y="632447"/>
                </a:lnTo>
                <a:lnTo>
                  <a:pt x="278561" y="364367"/>
                </a:lnTo>
                <a:lnTo>
                  <a:pt x="1110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72" name="Freeform 671">
            <a:extLst>
              <a:ext uri="{FF2B5EF4-FFF2-40B4-BE49-F238E27FC236}">
                <a16:creationId xmlns:a16="http://schemas.microsoft.com/office/drawing/2014/main" id="{2C0FAE2F-1A7D-4E8B-59AC-FF7EA3EE2077}"/>
              </a:ext>
            </a:extLst>
          </p:cNvPr>
          <p:cNvSpPr/>
          <p:nvPr userDrawn="1"/>
        </p:nvSpPr>
        <p:spPr>
          <a:xfrm>
            <a:off x="11682996" y="3768310"/>
            <a:ext cx="474838" cy="541085"/>
          </a:xfrm>
          <a:custGeom>
            <a:avLst/>
            <a:gdLst>
              <a:gd name="connsiteX0" fmla="*/ 309160 w 474838"/>
              <a:gd name="connsiteY0" fmla="*/ 396568 h 628322"/>
              <a:gd name="connsiteX1" fmla="*/ 286963 w 474838"/>
              <a:gd name="connsiteY1" fmla="*/ 367381 h 628322"/>
              <a:gd name="connsiteX2" fmla="*/ 281097 w 474838"/>
              <a:gd name="connsiteY2" fmla="*/ 359766 h 628322"/>
              <a:gd name="connsiteX3" fmla="*/ 271109 w 474838"/>
              <a:gd name="connsiteY3" fmla="*/ 346759 h 628322"/>
              <a:gd name="connsiteX4" fmla="*/ 264292 w 474838"/>
              <a:gd name="connsiteY4" fmla="*/ 337717 h 628322"/>
              <a:gd name="connsiteX5" fmla="*/ 7135 w 474838"/>
              <a:gd name="connsiteY5" fmla="*/ 0 h 628322"/>
              <a:gd name="connsiteX6" fmla="*/ 0 w 474838"/>
              <a:gd name="connsiteY6" fmla="*/ 4759 h 628322"/>
              <a:gd name="connsiteX7" fmla="*/ 277451 w 474838"/>
              <a:gd name="connsiteY7" fmla="*/ 369126 h 628322"/>
              <a:gd name="connsiteX8" fmla="*/ 474838 w 474838"/>
              <a:gd name="connsiteY8" fmla="*/ 628322 h 628322"/>
              <a:gd name="connsiteX9" fmla="*/ 474838 w 474838"/>
              <a:gd name="connsiteY9" fmla="*/ 614204 h 628322"/>
              <a:gd name="connsiteX10" fmla="*/ 313124 w 474838"/>
              <a:gd name="connsiteY10" fmla="*/ 401961 h 628322"/>
              <a:gd name="connsiteX11" fmla="*/ 308843 w 474838"/>
              <a:gd name="connsiteY11" fmla="*/ 396410 h 6283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474838" h="628322">
                <a:moveTo>
                  <a:pt x="309160" y="396568"/>
                </a:moveTo>
                <a:lnTo>
                  <a:pt x="286963" y="367381"/>
                </a:lnTo>
                <a:lnTo>
                  <a:pt x="281097" y="359766"/>
                </a:lnTo>
                <a:lnTo>
                  <a:pt x="271109" y="346759"/>
                </a:lnTo>
                <a:lnTo>
                  <a:pt x="264292" y="337717"/>
                </a:lnTo>
                <a:lnTo>
                  <a:pt x="7135" y="0"/>
                </a:lnTo>
                <a:cubicBezTo>
                  <a:pt x="4915" y="1903"/>
                  <a:pt x="2379" y="3172"/>
                  <a:pt x="0" y="4759"/>
                </a:cubicBezTo>
                <a:lnTo>
                  <a:pt x="277451" y="369126"/>
                </a:lnTo>
                <a:lnTo>
                  <a:pt x="474838" y="628322"/>
                </a:lnTo>
                <a:lnTo>
                  <a:pt x="474838" y="614204"/>
                </a:lnTo>
                <a:lnTo>
                  <a:pt x="313124" y="401961"/>
                </a:lnTo>
                <a:cubicBezTo>
                  <a:pt x="311380" y="400216"/>
                  <a:pt x="310429" y="398154"/>
                  <a:pt x="308843" y="39641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73" name="Freeform 672">
            <a:extLst>
              <a:ext uri="{FF2B5EF4-FFF2-40B4-BE49-F238E27FC236}">
                <a16:creationId xmlns:a16="http://schemas.microsoft.com/office/drawing/2014/main" id="{118B2279-3101-8AED-4696-EFEE46413E2B}"/>
              </a:ext>
            </a:extLst>
          </p:cNvPr>
          <p:cNvSpPr/>
          <p:nvPr userDrawn="1"/>
        </p:nvSpPr>
        <p:spPr>
          <a:xfrm>
            <a:off x="11686801" y="3110166"/>
            <a:ext cx="471191" cy="474286"/>
          </a:xfrm>
          <a:custGeom>
            <a:avLst/>
            <a:gdLst>
              <a:gd name="connsiteX0" fmla="*/ 6976 w 471191"/>
              <a:gd name="connsiteY0" fmla="*/ 550754 h 550753"/>
              <a:gd name="connsiteX1" fmla="*/ 471192 w 471191"/>
              <a:gd name="connsiteY1" fmla="*/ 13008 h 550753"/>
              <a:gd name="connsiteX2" fmla="*/ 471192 w 471191"/>
              <a:gd name="connsiteY2" fmla="*/ 0 h 550753"/>
              <a:gd name="connsiteX3" fmla="*/ 0 w 471191"/>
              <a:gd name="connsiteY3" fmla="*/ 545995 h 550753"/>
              <a:gd name="connsiteX4" fmla="*/ 7135 w 471191"/>
              <a:gd name="connsiteY4" fmla="*/ 550754 h 5507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1191" h="550753">
                <a:moveTo>
                  <a:pt x="6976" y="550754"/>
                </a:moveTo>
                <a:lnTo>
                  <a:pt x="471192" y="13008"/>
                </a:lnTo>
                <a:lnTo>
                  <a:pt x="471192" y="0"/>
                </a:lnTo>
                <a:lnTo>
                  <a:pt x="0" y="545995"/>
                </a:lnTo>
                <a:cubicBezTo>
                  <a:pt x="2220" y="547740"/>
                  <a:pt x="5074" y="548850"/>
                  <a:pt x="7135" y="550754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74" name="Freeform 673">
            <a:extLst>
              <a:ext uri="{FF2B5EF4-FFF2-40B4-BE49-F238E27FC236}">
                <a16:creationId xmlns:a16="http://schemas.microsoft.com/office/drawing/2014/main" id="{3717396E-B25F-C999-DA41-C9A28D0F776A}"/>
              </a:ext>
            </a:extLst>
          </p:cNvPr>
          <p:cNvSpPr/>
          <p:nvPr userDrawn="1"/>
        </p:nvSpPr>
        <p:spPr>
          <a:xfrm>
            <a:off x="11671739" y="2672831"/>
            <a:ext cx="486253" cy="842296"/>
          </a:xfrm>
          <a:custGeom>
            <a:avLst/>
            <a:gdLst>
              <a:gd name="connsiteX0" fmla="*/ 7135 w 486253"/>
              <a:gd name="connsiteY0" fmla="*/ 978095 h 978095"/>
              <a:gd name="connsiteX1" fmla="*/ 486254 w 486253"/>
              <a:gd name="connsiteY1" fmla="*/ 19035 h 978095"/>
              <a:gd name="connsiteX2" fmla="*/ 486254 w 486253"/>
              <a:gd name="connsiteY2" fmla="*/ 0 h 978095"/>
              <a:gd name="connsiteX3" fmla="*/ 0 w 486253"/>
              <a:gd name="connsiteY3" fmla="*/ 973178 h 978095"/>
              <a:gd name="connsiteX4" fmla="*/ 7135 w 486253"/>
              <a:gd name="connsiteY4" fmla="*/ 977937 h 9780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86253" h="978095">
                <a:moveTo>
                  <a:pt x="7135" y="978095"/>
                </a:moveTo>
                <a:lnTo>
                  <a:pt x="486254" y="19035"/>
                </a:lnTo>
                <a:lnTo>
                  <a:pt x="486254" y="0"/>
                </a:lnTo>
                <a:lnTo>
                  <a:pt x="0" y="973178"/>
                </a:lnTo>
                <a:cubicBezTo>
                  <a:pt x="2696" y="974288"/>
                  <a:pt x="4598" y="976509"/>
                  <a:pt x="7135" y="977937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75" name="Freeform 674">
            <a:extLst>
              <a:ext uri="{FF2B5EF4-FFF2-40B4-BE49-F238E27FC236}">
                <a16:creationId xmlns:a16="http://schemas.microsoft.com/office/drawing/2014/main" id="{DAC64B7F-7C5F-7440-756A-749478058F56}"/>
              </a:ext>
            </a:extLst>
          </p:cNvPr>
          <p:cNvSpPr/>
          <p:nvPr userDrawn="1"/>
        </p:nvSpPr>
        <p:spPr>
          <a:xfrm>
            <a:off x="11558540" y="3723417"/>
            <a:ext cx="14744" cy="45719"/>
          </a:xfrm>
          <a:custGeom>
            <a:avLst/>
            <a:gdLst>
              <a:gd name="connsiteX0" fmla="*/ 13158 w 14744"/>
              <a:gd name="connsiteY0" fmla="*/ 0 h 10152"/>
              <a:gd name="connsiteX1" fmla="*/ 0 w 14744"/>
              <a:gd name="connsiteY1" fmla="*/ 2697 h 10152"/>
              <a:gd name="connsiteX2" fmla="*/ 5866 w 14744"/>
              <a:gd name="connsiteY2" fmla="*/ 10152 h 10152"/>
              <a:gd name="connsiteX3" fmla="*/ 14744 w 14744"/>
              <a:gd name="connsiteY3" fmla="*/ 8407 h 10152"/>
              <a:gd name="connsiteX4" fmla="*/ 13000 w 14744"/>
              <a:gd name="connsiteY4" fmla="*/ 159 h 10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744" h="10152">
                <a:moveTo>
                  <a:pt x="13158" y="0"/>
                </a:moveTo>
                <a:lnTo>
                  <a:pt x="0" y="2697"/>
                </a:lnTo>
                <a:lnTo>
                  <a:pt x="5866" y="10152"/>
                </a:lnTo>
                <a:lnTo>
                  <a:pt x="14744" y="8407"/>
                </a:lnTo>
                <a:cubicBezTo>
                  <a:pt x="13951" y="5711"/>
                  <a:pt x="13476" y="3014"/>
                  <a:pt x="13000" y="159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76" name="Freeform 675">
            <a:extLst>
              <a:ext uri="{FF2B5EF4-FFF2-40B4-BE49-F238E27FC236}">
                <a16:creationId xmlns:a16="http://schemas.microsoft.com/office/drawing/2014/main" id="{76C7357A-F27E-7D7C-6E26-218D63771EB9}"/>
              </a:ext>
            </a:extLst>
          </p:cNvPr>
          <p:cNvSpPr/>
          <p:nvPr userDrawn="1"/>
        </p:nvSpPr>
        <p:spPr>
          <a:xfrm>
            <a:off x="11534123" y="3728493"/>
            <a:ext cx="18549" cy="45719"/>
          </a:xfrm>
          <a:custGeom>
            <a:avLst/>
            <a:gdLst>
              <a:gd name="connsiteX0" fmla="*/ 12367 w 18549"/>
              <a:gd name="connsiteY0" fmla="*/ 0 h 9834"/>
              <a:gd name="connsiteX1" fmla="*/ 0 w 18549"/>
              <a:gd name="connsiteY1" fmla="*/ 2379 h 9834"/>
              <a:gd name="connsiteX2" fmla="*/ 6025 w 18549"/>
              <a:gd name="connsiteY2" fmla="*/ 9835 h 9834"/>
              <a:gd name="connsiteX3" fmla="*/ 18549 w 18549"/>
              <a:gd name="connsiteY3" fmla="*/ 7297 h 9834"/>
              <a:gd name="connsiteX4" fmla="*/ 12367 w 18549"/>
              <a:gd name="connsiteY4" fmla="*/ 0 h 98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549" h="9834">
                <a:moveTo>
                  <a:pt x="12367" y="0"/>
                </a:moveTo>
                <a:lnTo>
                  <a:pt x="0" y="2379"/>
                </a:lnTo>
                <a:lnTo>
                  <a:pt x="6025" y="9835"/>
                </a:lnTo>
                <a:lnTo>
                  <a:pt x="18549" y="7297"/>
                </a:lnTo>
                <a:lnTo>
                  <a:pt x="12367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77" name="Freeform 676">
            <a:extLst>
              <a:ext uri="{FF2B5EF4-FFF2-40B4-BE49-F238E27FC236}">
                <a16:creationId xmlns:a16="http://schemas.microsoft.com/office/drawing/2014/main" id="{8FF96711-97BC-D843-0BAF-0BDBEE469948}"/>
              </a:ext>
            </a:extLst>
          </p:cNvPr>
          <p:cNvSpPr/>
          <p:nvPr userDrawn="1"/>
        </p:nvSpPr>
        <p:spPr>
          <a:xfrm>
            <a:off x="10364390" y="3734046"/>
            <a:ext cx="1160696" cy="206134"/>
          </a:xfrm>
          <a:custGeom>
            <a:avLst/>
            <a:gdLst>
              <a:gd name="connsiteX0" fmla="*/ 1744 w 1160696"/>
              <a:gd name="connsiteY0" fmla="*/ 239368 h 239368"/>
              <a:gd name="connsiteX1" fmla="*/ 1160697 w 1160696"/>
              <a:gd name="connsiteY1" fmla="*/ 7455 h 239368"/>
              <a:gd name="connsiteX2" fmla="*/ 1154672 w 1160696"/>
              <a:gd name="connsiteY2" fmla="*/ 0 h 239368"/>
              <a:gd name="connsiteX3" fmla="*/ 0 w 1160696"/>
              <a:gd name="connsiteY3" fmla="*/ 231120 h 239368"/>
              <a:gd name="connsiteX4" fmla="*/ 1744 w 1160696"/>
              <a:gd name="connsiteY4" fmla="*/ 239368 h 2393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60696" h="239368">
                <a:moveTo>
                  <a:pt x="1744" y="239368"/>
                </a:moveTo>
                <a:lnTo>
                  <a:pt x="1160697" y="7455"/>
                </a:lnTo>
                <a:lnTo>
                  <a:pt x="1154672" y="0"/>
                </a:lnTo>
                <a:lnTo>
                  <a:pt x="0" y="231120"/>
                </a:lnTo>
                <a:cubicBezTo>
                  <a:pt x="793" y="233817"/>
                  <a:pt x="1268" y="236672"/>
                  <a:pt x="1744" y="239368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78" name="Freeform 677">
            <a:extLst>
              <a:ext uri="{FF2B5EF4-FFF2-40B4-BE49-F238E27FC236}">
                <a16:creationId xmlns:a16="http://schemas.microsoft.com/office/drawing/2014/main" id="{456A835F-89E1-9188-A876-D38B70C3DAF4}"/>
              </a:ext>
            </a:extLst>
          </p:cNvPr>
          <p:cNvSpPr/>
          <p:nvPr userDrawn="1"/>
        </p:nvSpPr>
        <p:spPr>
          <a:xfrm>
            <a:off x="11566150" y="3733252"/>
            <a:ext cx="9195" cy="45719"/>
          </a:xfrm>
          <a:custGeom>
            <a:avLst/>
            <a:gdLst>
              <a:gd name="connsiteX0" fmla="*/ 7451 w 9195"/>
              <a:gd name="connsiteY0" fmla="*/ 0 h 9676"/>
              <a:gd name="connsiteX1" fmla="*/ 0 w 9195"/>
              <a:gd name="connsiteY1" fmla="*/ 2538 h 9676"/>
              <a:gd name="connsiteX2" fmla="*/ 5549 w 9195"/>
              <a:gd name="connsiteY2" fmla="*/ 9676 h 9676"/>
              <a:gd name="connsiteX3" fmla="*/ 9196 w 9195"/>
              <a:gd name="connsiteY3" fmla="*/ 8407 h 9676"/>
              <a:gd name="connsiteX4" fmla="*/ 7451 w 9195"/>
              <a:gd name="connsiteY4" fmla="*/ 0 h 96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95" h="9676">
                <a:moveTo>
                  <a:pt x="7451" y="0"/>
                </a:moveTo>
                <a:lnTo>
                  <a:pt x="0" y="2538"/>
                </a:lnTo>
                <a:lnTo>
                  <a:pt x="5549" y="9676"/>
                </a:lnTo>
                <a:lnTo>
                  <a:pt x="9196" y="8407"/>
                </a:lnTo>
                <a:cubicBezTo>
                  <a:pt x="8086" y="5869"/>
                  <a:pt x="8245" y="2697"/>
                  <a:pt x="7451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79" name="Freeform 678">
            <a:extLst>
              <a:ext uri="{FF2B5EF4-FFF2-40B4-BE49-F238E27FC236}">
                <a16:creationId xmlns:a16="http://schemas.microsoft.com/office/drawing/2014/main" id="{7F5662A6-827D-FE2E-1312-E0EB4CD2F6C1}"/>
              </a:ext>
            </a:extLst>
          </p:cNvPr>
          <p:cNvSpPr/>
          <p:nvPr userDrawn="1"/>
        </p:nvSpPr>
        <p:spPr>
          <a:xfrm>
            <a:off x="11544270" y="3739438"/>
            <a:ext cx="17439" cy="45719"/>
          </a:xfrm>
          <a:custGeom>
            <a:avLst/>
            <a:gdLst>
              <a:gd name="connsiteX0" fmla="*/ 11415 w 17439"/>
              <a:gd name="connsiteY0" fmla="*/ 0 h 11104"/>
              <a:gd name="connsiteX1" fmla="*/ 0 w 17439"/>
              <a:gd name="connsiteY1" fmla="*/ 4124 h 11104"/>
              <a:gd name="connsiteX2" fmla="*/ 5707 w 17439"/>
              <a:gd name="connsiteY2" fmla="*/ 11104 h 11104"/>
              <a:gd name="connsiteX3" fmla="*/ 17439 w 17439"/>
              <a:gd name="connsiteY3" fmla="*/ 6980 h 11104"/>
              <a:gd name="connsiteX4" fmla="*/ 11415 w 17439"/>
              <a:gd name="connsiteY4" fmla="*/ 0 h 111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439" h="11104">
                <a:moveTo>
                  <a:pt x="11415" y="0"/>
                </a:moveTo>
                <a:lnTo>
                  <a:pt x="0" y="4124"/>
                </a:lnTo>
                <a:lnTo>
                  <a:pt x="5707" y="11104"/>
                </a:lnTo>
                <a:lnTo>
                  <a:pt x="17439" y="6980"/>
                </a:lnTo>
                <a:lnTo>
                  <a:pt x="11415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80" name="Freeform 679">
            <a:extLst>
              <a:ext uri="{FF2B5EF4-FFF2-40B4-BE49-F238E27FC236}">
                <a16:creationId xmlns:a16="http://schemas.microsoft.com/office/drawing/2014/main" id="{606BDC99-882C-AB16-04B8-725A0FF62687}"/>
              </a:ext>
            </a:extLst>
          </p:cNvPr>
          <p:cNvSpPr/>
          <p:nvPr userDrawn="1"/>
        </p:nvSpPr>
        <p:spPr>
          <a:xfrm>
            <a:off x="8975075" y="3748163"/>
            <a:ext cx="2561268" cy="891961"/>
          </a:xfrm>
          <a:custGeom>
            <a:avLst/>
            <a:gdLst>
              <a:gd name="connsiteX0" fmla="*/ 1733197 w 2521476"/>
              <a:gd name="connsiteY0" fmla="*/ 274267 h 889898"/>
              <a:gd name="connsiteX1" fmla="*/ 1558958 w 2521476"/>
              <a:gd name="connsiteY1" fmla="*/ 335338 h 889898"/>
              <a:gd name="connsiteX2" fmla="*/ 1546434 w 2521476"/>
              <a:gd name="connsiteY2" fmla="*/ 339779 h 889898"/>
              <a:gd name="connsiteX3" fmla="*/ 1489200 w 2521476"/>
              <a:gd name="connsiteY3" fmla="*/ 359767 h 889898"/>
              <a:gd name="connsiteX4" fmla="*/ 1478894 w 2521476"/>
              <a:gd name="connsiteY4" fmla="*/ 363415 h 889898"/>
              <a:gd name="connsiteX5" fmla="*/ 1475406 w 2521476"/>
              <a:gd name="connsiteY5" fmla="*/ 364684 h 889898"/>
              <a:gd name="connsiteX6" fmla="*/ 1471759 w 2521476"/>
              <a:gd name="connsiteY6" fmla="*/ 365953 h 889898"/>
              <a:gd name="connsiteX7" fmla="*/ 1461930 w 2521476"/>
              <a:gd name="connsiteY7" fmla="*/ 369443 h 889898"/>
              <a:gd name="connsiteX8" fmla="*/ 0 w 2521476"/>
              <a:gd name="connsiteY8" fmla="*/ 881492 h 889898"/>
              <a:gd name="connsiteX9" fmla="*/ 1744 w 2521476"/>
              <a:gd name="connsiteY9" fmla="*/ 889899 h 889898"/>
              <a:gd name="connsiteX10" fmla="*/ 1470492 w 2521476"/>
              <a:gd name="connsiteY10" fmla="*/ 375471 h 889898"/>
              <a:gd name="connsiteX11" fmla="*/ 1480321 w 2521476"/>
              <a:gd name="connsiteY11" fmla="*/ 371981 h 889898"/>
              <a:gd name="connsiteX12" fmla="*/ 1484601 w 2521476"/>
              <a:gd name="connsiteY12" fmla="*/ 370395 h 889898"/>
              <a:gd name="connsiteX13" fmla="*/ 1488248 w 2521476"/>
              <a:gd name="connsiteY13" fmla="*/ 369126 h 889898"/>
              <a:gd name="connsiteX14" fmla="*/ 1498553 w 2521476"/>
              <a:gd name="connsiteY14" fmla="*/ 365477 h 889898"/>
              <a:gd name="connsiteX15" fmla="*/ 1558958 w 2521476"/>
              <a:gd name="connsiteY15" fmla="*/ 344380 h 889898"/>
              <a:gd name="connsiteX16" fmla="*/ 1571484 w 2521476"/>
              <a:gd name="connsiteY16" fmla="*/ 339938 h 889898"/>
              <a:gd name="connsiteX17" fmla="*/ 1754443 w 2521476"/>
              <a:gd name="connsiteY17" fmla="*/ 275853 h 889898"/>
              <a:gd name="connsiteX18" fmla="*/ 1774261 w 2521476"/>
              <a:gd name="connsiteY18" fmla="*/ 268873 h 889898"/>
              <a:gd name="connsiteX19" fmla="*/ 2521477 w 2521476"/>
              <a:gd name="connsiteY19" fmla="*/ 7138 h 889898"/>
              <a:gd name="connsiteX20" fmla="*/ 2515769 w 2521476"/>
              <a:gd name="connsiteY20" fmla="*/ 0 h 889898"/>
              <a:gd name="connsiteX21" fmla="*/ 1753174 w 2521476"/>
              <a:gd name="connsiteY21" fmla="*/ 267128 h 889898"/>
              <a:gd name="connsiteX22" fmla="*/ 1733356 w 2521476"/>
              <a:gd name="connsiteY22" fmla="*/ 274108 h 8898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2521476" h="889898">
                <a:moveTo>
                  <a:pt x="1733197" y="274267"/>
                </a:moveTo>
                <a:lnTo>
                  <a:pt x="1558958" y="335338"/>
                </a:lnTo>
                <a:lnTo>
                  <a:pt x="1546434" y="339779"/>
                </a:lnTo>
                <a:lnTo>
                  <a:pt x="1489200" y="359767"/>
                </a:lnTo>
                <a:lnTo>
                  <a:pt x="1478894" y="363415"/>
                </a:lnTo>
                <a:lnTo>
                  <a:pt x="1475406" y="364684"/>
                </a:lnTo>
                <a:lnTo>
                  <a:pt x="1471759" y="365953"/>
                </a:lnTo>
                <a:lnTo>
                  <a:pt x="1461930" y="369443"/>
                </a:lnTo>
                <a:lnTo>
                  <a:pt x="0" y="881492"/>
                </a:lnTo>
                <a:cubicBezTo>
                  <a:pt x="1109" y="884188"/>
                  <a:pt x="951" y="887202"/>
                  <a:pt x="1744" y="889899"/>
                </a:cubicBezTo>
                <a:lnTo>
                  <a:pt x="1470492" y="375471"/>
                </a:lnTo>
                <a:lnTo>
                  <a:pt x="1480321" y="371981"/>
                </a:lnTo>
                <a:lnTo>
                  <a:pt x="1484601" y="370395"/>
                </a:lnTo>
                <a:lnTo>
                  <a:pt x="1488248" y="369126"/>
                </a:lnTo>
                <a:lnTo>
                  <a:pt x="1498553" y="365477"/>
                </a:lnTo>
                <a:lnTo>
                  <a:pt x="1558958" y="344380"/>
                </a:lnTo>
                <a:lnTo>
                  <a:pt x="1571484" y="339938"/>
                </a:lnTo>
                <a:lnTo>
                  <a:pt x="1754443" y="275853"/>
                </a:lnTo>
                <a:lnTo>
                  <a:pt x="1774261" y="268873"/>
                </a:lnTo>
                <a:lnTo>
                  <a:pt x="2521477" y="7138"/>
                </a:lnTo>
                <a:lnTo>
                  <a:pt x="2515769" y="0"/>
                </a:lnTo>
                <a:lnTo>
                  <a:pt x="1753174" y="267128"/>
                </a:lnTo>
                <a:lnTo>
                  <a:pt x="1733356" y="274108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81" name="Freeform 680">
            <a:extLst>
              <a:ext uri="{FF2B5EF4-FFF2-40B4-BE49-F238E27FC236}">
                <a16:creationId xmlns:a16="http://schemas.microsoft.com/office/drawing/2014/main" id="{386CACB8-D043-204D-5BED-8E6BAAE9FFC1}"/>
              </a:ext>
            </a:extLst>
          </p:cNvPr>
          <p:cNvSpPr/>
          <p:nvPr userDrawn="1"/>
        </p:nvSpPr>
        <p:spPr>
          <a:xfrm>
            <a:off x="7737481" y="3246109"/>
            <a:ext cx="2838712" cy="335020"/>
          </a:xfrm>
          <a:custGeom>
            <a:avLst/>
            <a:gdLst>
              <a:gd name="connsiteX0" fmla="*/ 2201060 w 2201060"/>
              <a:gd name="connsiteY0" fmla="*/ 260942 h 268714"/>
              <a:gd name="connsiteX1" fmla="*/ 1744 w 2201060"/>
              <a:gd name="connsiteY1" fmla="*/ 0 h 268714"/>
              <a:gd name="connsiteX2" fmla="*/ 0 w 2201060"/>
              <a:gd name="connsiteY2" fmla="*/ 8407 h 268714"/>
              <a:gd name="connsiteX3" fmla="*/ 2194402 w 2201060"/>
              <a:gd name="connsiteY3" fmla="*/ 268715 h 268714"/>
              <a:gd name="connsiteX4" fmla="*/ 2201060 w 2201060"/>
              <a:gd name="connsiteY4" fmla="*/ 260942 h 268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01060" h="268714">
                <a:moveTo>
                  <a:pt x="2201060" y="260942"/>
                </a:moveTo>
                <a:lnTo>
                  <a:pt x="1744" y="0"/>
                </a:lnTo>
                <a:cubicBezTo>
                  <a:pt x="1586" y="3014"/>
                  <a:pt x="476" y="5552"/>
                  <a:pt x="0" y="8407"/>
                </a:cubicBezTo>
                <a:lnTo>
                  <a:pt x="2194402" y="268715"/>
                </a:lnTo>
                <a:lnTo>
                  <a:pt x="2201060" y="26094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82" name="Freeform 681">
            <a:extLst>
              <a:ext uri="{FF2B5EF4-FFF2-40B4-BE49-F238E27FC236}">
                <a16:creationId xmlns:a16="http://schemas.microsoft.com/office/drawing/2014/main" id="{98CF7B38-3B21-1A13-8A8A-94402B2A7353}"/>
              </a:ext>
            </a:extLst>
          </p:cNvPr>
          <p:cNvSpPr/>
          <p:nvPr userDrawn="1"/>
        </p:nvSpPr>
        <p:spPr>
          <a:xfrm>
            <a:off x="11535392" y="3696450"/>
            <a:ext cx="30757" cy="45719"/>
          </a:xfrm>
          <a:custGeom>
            <a:avLst/>
            <a:gdLst>
              <a:gd name="connsiteX0" fmla="*/ 22989 w 30757"/>
              <a:gd name="connsiteY0" fmla="*/ 2697 h 12214"/>
              <a:gd name="connsiteX1" fmla="*/ 0 w 30757"/>
              <a:gd name="connsiteY1" fmla="*/ 0 h 12214"/>
              <a:gd name="connsiteX2" fmla="*/ 7293 w 30757"/>
              <a:gd name="connsiteY2" fmla="*/ 9359 h 12214"/>
              <a:gd name="connsiteX3" fmla="*/ 30757 w 30757"/>
              <a:gd name="connsiteY3" fmla="*/ 12214 h 12214"/>
              <a:gd name="connsiteX4" fmla="*/ 22989 w 30757"/>
              <a:gd name="connsiteY4" fmla="*/ 2697 h 122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0757" h="12214">
                <a:moveTo>
                  <a:pt x="22989" y="2697"/>
                </a:moveTo>
                <a:lnTo>
                  <a:pt x="0" y="0"/>
                </a:lnTo>
                <a:lnTo>
                  <a:pt x="7293" y="9359"/>
                </a:lnTo>
                <a:lnTo>
                  <a:pt x="30757" y="12214"/>
                </a:lnTo>
                <a:lnTo>
                  <a:pt x="22989" y="2697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83" name="Freeform 682">
            <a:extLst>
              <a:ext uri="{FF2B5EF4-FFF2-40B4-BE49-F238E27FC236}">
                <a16:creationId xmlns:a16="http://schemas.microsoft.com/office/drawing/2014/main" id="{1DE828B9-9CB6-361C-ACEC-7F4AB2F7BFDC}"/>
              </a:ext>
            </a:extLst>
          </p:cNvPr>
          <p:cNvSpPr/>
          <p:nvPr userDrawn="1"/>
        </p:nvSpPr>
        <p:spPr>
          <a:xfrm>
            <a:off x="11503207" y="3692644"/>
            <a:ext cx="22355" cy="45719"/>
          </a:xfrm>
          <a:custGeom>
            <a:avLst/>
            <a:gdLst>
              <a:gd name="connsiteX0" fmla="*/ 14269 w 22355"/>
              <a:gd name="connsiteY0" fmla="*/ 1745 h 11103"/>
              <a:gd name="connsiteX1" fmla="*/ 0 w 22355"/>
              <a:gd name="connsiteY1" fmla="*/ 0 h 11103"/>
              <a:gd name="connsiteX2" fmla="*/ 7611 w 22355"/>
              <a:gd name="connsiteY2" fmla="*/ 9359 h 11103"/>
              <a:gd name="connsiteX3" fmla="*/ 22355 w 22355"/>
              <a:gd name="connsiteY3" fmla="*/ 11104 h 11103"/>
              <a:gd name="connsiteX4" fmla="*/ 14269 w 22355"/>
              <a:gd name="connsiteY4" fmla="*/ 1745 h 11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355" h="11103">
                <a:moveTo>
                  <a:pt x="14269" y="1745"/>
                </a:moveTo>
                <a:lnTo>
                  <a:pt x="0" y="0"/>
                </a:lnTo>
                <a:lnTo>
                  <a:pt x="7611" y="9359"/>
                </a:lnTo>
                <a:lnTo>
                  <a:pt x="22355" y="11104"/>
                </a:lnTo>
                <a:lnTo>
                  <a:pt x="14269" y="1745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84" name="Freeform 683">
            <a:extLst>
              <a:ext uri="{FF2B5EF4-FFF2-40B4-BE49-F238E27FC236}">
                <a16:creationId xmlns:a16="http://schemas.microsoft.com/office/drawing/2014/main" id="{B13D8E39-EA0C-8448-10DE-D9719FBD8AF4}"/>
              </a:ext>
            </a:extLst>
          </p:cNvPr>
          <p:cNvSpPr/>
          <p:nvPr userDrawn="1"/>
        </p:nvSpPr>
        <p:spPr>
          <a:xfrm>
            <a:off x="11570588" y="3700893"/>
            <a:ext cx="1586" cy="45719"/>
          </a:xfrm>
          <a:custGeom>
            <a:avLst/>
            <a:gdLst>
              <a:gd name="connsiteX0" fmla="*/ 1269 w 1586"/>
              <a:gd name="connsiteY0" fmla="*/ 1428 h 1427"/>
              <a:gd name="connsiteX1" fmla="*/ 1586 w 1586"/>
              <a:gd name="connsiteY1" fmla="*/ 0 h 1427"/>
              <a:gd name="connsiteX2" fmla="*/ 0 w 1586"/>
              <a:gd name="connsiteY2" fmla="*/ 0 h 1427"/>
              <a:gd name="connsiteX3" fmla="*/ 1427 w 1586"/>
              <a:gd name="connsiteY3" fmla="*/ 1428 h 14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586" h="1427">
                <a:moveTo>
                  <a:pt x="1269" y="1428"/>
                </a:moveTo>
                <a:cubicBezTo>
                  <a:pt x="1269" y="1428"/>
                  <a:pt x="1427" y="476"/>
                  <a:pt x="1586" y="0"/>
                </a:cubicBezTo>
                <a:lnTo>
                  <a:pt x="0" y="0"/>
                </a:lnTo>
                <a:cubicBezTo>
                  <a:pt x="0" y="0"/>
                  <a:pt x="1427" y="1428"/>
                  <a:pt x="1427" y="1428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85" name="Freeform 684">
            <a:extLst>
              <a:ext uri="{FF2B5EF4-FFF2-40B4-BE49-F238E27FC236}">
                <a16:creationId xmlns:a16="http://schemas.microsoft.com/office/drawing/2014/main" id="{E29EC269-FD1C-9D23-8724-AD29D65D8DF0}"/>
              </a:ext>
            </a:extLst>
          </p:cNvPr>
          <p:cNvSpPr/>
          <p:nvPr userDrawn="1"/>
        </p:nvSpPr>
        <p:spPr>
          <a:xfrm>
            <a:off x="10579850" y="3583826"/>
            <a:ext cx="911942" cy="99857"/>
          </a:xfrm>
          <a:custGeom>
            <a:avLst/>
            <a:gdLst>
              <a:gd name="connsiteX0" fmla="*/ 181374 w 911942"/>
              <a:gd name="connsiteY0" fmla="*/ 20780 h 115956"/>
              <a:gd name="connsiteX1" fmla="*/ 5707 w 911942"/>
              <a:gd name="connsiteY1" fmla="*/ 0 h 115956"/>
              <a:gd name="connsiteX2" fmla="*/ 0 w 911942"/>
              <a:gd name="connsiteY2" fmla="*/ 7773 h 115956"/>
              <a:gd name="connsiteX3" fmla="*/ 172020 w 911942"/>
              <a:gd name="connsiteY3" fmla="*/ 28236 h 115956"/>
              <a:gd name="connsiteX4" fmla="*/ 183752 w 911942"/>
              <a:gd name="connsiteY4" fmla="*/ 29663 h 115956"/>
              <a:gd name="connsiteX5" fmla="*/ 911943 w 911942"/>
              <a:gd name="connsiteY5" fmla="*/ 115956 h 115956"/>
              <a:gd name="connsiteX6" fmla="*/ 904491 w 911942"/>
              <a:gd name="connsiteY6" fmla="*/ 106598 h 115956"/>
              <a:gd name="connsiteX7" fmla="*/ 193106 w 911942"/>
              <a:gd name="connsiteY7" fmla="*/ 22208 h 115956"/>
              <a:gd name="connsiteX8" fmla="*/ 181374 w 911942"/>
              <a:gd name="connsiteY8" fmla="*/ 20780 h 1159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11942" h="115956">
                <a:moveTo>
                  <a:pt x="181374" y="20780"/>
                </a:moveTo>
                <a:lnTo>
                  <a:pt x="5707" y="0"/>
                </a:lnTo>
                <a:lnTo>
                  <a:pt x="0" y="7773"/>
                </a:lnTo>
                <a:lnTo>
                  <a:pt x="172020" y="28236"/>
                </a:lnTo>
                <a:lnTo>
                  <a:pt x="183752" y="29663"/>
                </a:lnTo>
                <a:lnTo>
                  <a:pt x="911943" y="115956"/>
                </a:lnTo>
                <a:lnTo>
                  <a:pt x="904491" y="106598"/>
                </a:lnTo>
                <a:lnTo>
                  <a:pt x="193106" y="22208"/>
                </a:lnTo>
                <a:lnTo>
                  <a:pt x="181374" y="2078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86" name="Freeform 685">
            <a:extLst>
              <a:ext uri="{FF2B5EF4-FFF2-40B4-BE49-F238E27FC236}">
                <a16:creationId xmlns:a16="http://schemas.microsoft.com/office/drawing/2014/main" id="{29B23250-E2CD-57FE-ABC4-EB3A221B287F}"/>
              </a:ext>
            </a:extLst>
          </p:cNvPr>
          <p:cNvSpPr/>
          <p:nvPr userDrawn="1"/>
        </p:nvSpPr>
        <p:spPr>
          <a:xfrm>
            <a:off x="11338481" y="3414888"/>
            <a:ext cx="250181" cy="215559"/>
          </a:xfrm>
          <a:custGeom>
            <a:avLst/>
            <a:gdLst>
              <a:gd name="connsiteX0" fmla="*/ 158 w 250181"/>
              <a:gd name="connsiteY0" fmla="*/ 159 h 250313"/>
              <a:gd name="connsiteX1" fmla="*/ 250181 w 250181"/>
              <a:gd name="connsiteY1" fmla="*/ 250314 h 250313"/>
              <a:gd name="connsiteX2" fmla="*/ 250181 w 250181"/>
              <a:gd name="connsiteY2" fmla="*/ 250314 h 250313"/>
              <a:gd name="connsiteX3" fmla="*/ 0 w 250181"/>
              <a:gd name="connsiteY3" fmla="*/ 0 h 250313"/>
              <a:gd name="connsiteX4" fmla="*/ 158 w 250181"/>
              <a:gd name="connsiteY4" fmla="*/ 159 h 2503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0181" h="250313">
                <a:moveTo>
                  <a:pt x="158" y="159"/>
                </a:moveTo>
                <a:lnTo>
                  <a:pt x="250181" y="250314"/>
                </a:lnTo>
                <a:lnTo>
                  <a:pt x="250181" y="250314"/>
                </a:lnTo>
                <a:lnTo>
                  <a:pt x="0" y="0"/>
                </a:lnTo>
                <a:lnTo>
                  <a:pt x="158" y="15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87" name="Freeform 686">
            <a:extLst>
              <a:ext uri="{FF2B5EF4-FFF2-40B4-BE49-F238E27FC236}">
                <a16:creationId xmlns:a16="http://schemas.microsoft.com/office/drawing/2014/main" id="{61B6756A-B546-FD60-2642-D5B9DBA02F1C}"/>
              </a:ext>
            </a:extLst>
          </p:cNvPr>
          <p:cNvSpPr/>
          <p:nvPr userDrawn="1"/>
        </p:nvSpPr>
        <p:spPr>
          <a:xfrm>
            <a:off x="11019333" y="3087799"/>
            <a:ext cx="162348" cy="146575"/>
          </a:xfrm>
          <a:custGeom>
            <a:avLst/>
            <a:gdLst>
              <a:gd name="connsiteX0" fmla="*/ 159 w 162348"/>
              <a:gd name="connsiteY0" fmla="*/ 4600 h 170207"/>
              <a:gd name="connsiteX1" fmla="*/ 18549 w 162348"/>
              <a:gd name="connsiteY1" fmla="*/ 26332 h 170207"/>
              <a:gd name="connsiteX2" fmla="*/ 162348 w 162348"/>
              <a:gd name="connsiteY2" fmla="*/ 170207 h 170207"/>
              <a:gd name="connsiteX3" fmla="*/ 119224 w 162348"/>
              <a:gd name="connsiteY3" fmla="*/ 115164 h 170207"/>
              <a:gd name="connsiteX4" fmla="*/ 3964 w 162348"/>
              <a:gd name="connsiteY4" fmla="*/ 0 h 170207"/>
              <a:gd name="connsiteX5" fmla="*/ 0 w 162348"/>
              <a:gd name="connsiteY5" fmla="*/ 4600 h 1702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2348" h="170207">
                <a:moveTo>
                  <a:pt x="159" y="4600"/>
                </a:moveTo>
                <a:lnTo>
                  <a:pt x="18549" y="26332"/>
                </a:lnTo>
                <a:lnTo>
                  <a:pt x="162348" y="170207"/>
                </a:lnTo>
                <a:lnTo>
                  <a:pt x="119224" y="115164"/>
                </a:lnTo>
                <a:lnTo>
                  <a:pt x="3964" y="0"/>
                </a:lnTo>
                <a:cubicBezTo>
                  <a:pt x="2536" y="1586"/>
                  <a:pt x="1426" y="3173"/>
                  <a:pt x="0" y="460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88" name="Freeform 687">
            <a:extLst>
              <a:ext uri="{FF2B5EF4-FFF2-40B4-BE49-F238E27FC236}">
                <a16:creationId xmlns:a16="http://schemas.microsoft.com/office/drawing/2014/main" id="{84DF6B1B-008F-AE7B-E634-93E4A0A55699}"/>
              </a:ext>
            </a:extLst>
          </p:cNvPr>
          <p:cNvSpPr/>
          <p:nvPr userDrawn="1"/>
        </p:nvSpPr>
        <p:spPr>
          <a:xfrm>
            <a:off x="11286637" y="3351121"/>
            <a:ext cx="304878" cy="270474"/>
          </a:xfrm>
          <a:custGeom>
            <a:avLst/>
            <a:gdLst>
              <a:gd name="connsiteX0" fmla="*/ 269048 w 304878"/>
              <a:gd name="connsiteY0" fmla="*/ 269190 h 314081"/>
              <a:gd name="connsiteX1" fmla="*/ 0 w 304878"/>
              <a:gd name="connsiteY1" fmla="*/ 0 h 314081"/>
              <a:gd name="connsiteX2" fmla="*/ 51844 w 304878"/>
              <a:gd name="connsiteY2" fmla="*/ 63768 h 314081"/>
              <a:gd name="connsiteX3" fmla="*/ 302025 w 304878"/>
              <a:gd name="connsiteY3" fmla="*/ 314082 h 314081"/>
              <a:gd name="connsiteX4" fmla="*/ 304879 w 304878"/>
              <a:gd name="connsiteY4" fmla="*/ 310116 h 314081"/>
              <a:gd name="connsiteX5" fmla="*/ 269048 w 304878"/>
              <a:gd name="connsiteY5" fmla="*/ 269190 h 3140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04878" h="314081">
                <a:moveTo>
                  <a:pt x="269048" y="269190"/>
                </a:moveTo>
                <a:lnTo>
                  <a:pt x="0" y="0"/>
                </a:lnTo>
                <a:lnTo>
                  <a:pt x="51844" y="63768"/>
                </a:lnTo>
                <a:lnTo>
                  <a:pt x="302025" y="314082"/>
                </a:lnTo>
                <a:cubicBezTo>
                  <a:pt x="303135" y="312813"/>
                  <a:pt x="303769" y="311227"/>
                  <a:pt x="304879" y="310116"/>
                </a:cubicBezTo>
                <a:lnTo>
                  <a:pt x="269048" y="26919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89" name="Freeform 688">
            <a:extLst>
              <a:ext uri="{FF2B5EF4-FFF2-40B4-BE49-F238E27FC236}">
                <a16:creationId xmlns:a16="http://schemas.microsoft.com/office/drawing/2014/main" id="{0F685E51-86A6-78A9-4E9C-27445EAEC4C5}"/>
              </a:ext>
            </a:extLst>
          </p:cNvPr>
          <p:cNvSpPr/>
          <p:nvPr userDrawn="1"/>
        </p:nvSpPr>
        <p:spPr>
          <a:xfrm>
            <a:off x="11691241" y="3761806"/>
            <a:ext cx="303769" cy="265284"/>
          </a:xfrm>
          <a:custGeom>
            <a:avLst/>
            <a:gdLst>
              <a:gd name="connsiteX0" fmla="*/ 303769 w 303769"/>
              <a:gd name="connsiteY0" fmla="*/ 305040 h 308054"/>
              <a:gd name="connsiteX1" fmla="*/ 232742 w 303769"/>
              <a:gd name="connsiteY1" fmla="*/ 226837 h 308054"/>
              <a:gd name="connsiteX2" fmla="*/ 6025 w 303769"/>
              <a:gd name="connsiteY2" fmla="*/ 0 h 308054"/>
              <a:gd name="connsiteX3" fmla="*/ 0 w 303769"/>
              <a:gd name="connsiteY3" fmla="*/ 6028 h 308054"/>
              <a:gd name="connsiteX4" fmla="*/ 301867 w 303769"/>
              <a:gd name="connsiteY4" fmla="*/ 308054 h 308054"/>
              <a:gd name="connsiteX5" fmla="*/ 303769 w 303769"/>
              <a:gd name="connsiteY5" fmla="*/ 305199 h 308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03769" h="308054">
                <a:moveTo>
                  <a:pt x="303769" y="305040"/>
                </a:moveTo>
                <a:lnTo>
                  <a:pt x="232742" y="226837"/>
                </a:lnTo>
                <a:lnTo>
                  <a:pt x="6025" y="0"/>
                </a:lnTo>
                <a:cubicBezTo>
                  <a:pt x="4121" y="2221"/>
                  <a:pt x="2219" y="4124"/>
                  <a:pt x="0" y="6028"/>
                </a:cubicBezTo>
                <a:lnTo>
                  <a:pt x="301867" y="308054"/>
                </a:lnTo>
                <a:cubicBezTo>
                  <a:pt x="302659" y="307102"/>
                  <a:pt x="302977" y="305992"/>
                  <a:pt x="303769" y="305199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90" name="Freeform 689">
            <a:extLst>
              <a:ext uri="{FF2B5EF4-FFF2-40B4-BE49-F238E27FC236}">
                <a16:creationId xmlns:a16="http://schemas.microsoft.com/office/drawing/2014/main" id="{89BAD06E-0EC2-FDDA-5776-CCBD76D7BE90}"/>
              </a:ext>
            </a:extLst>
          </p:cNvPr>
          <p:cNvSpPr/>
          <p:nvPr userDrawn="1"/>
        </p:nvSpPr>
        <p:spPr>
          <a:xfrm>
            <a:off x="11188023" y="3252295"/>
            <a:ext cx="92114" cy="89747"/>
          </a:xfrm>
          <a:custGeom>
            <a:avLst/>
            <a:gdLst>
              <a:gd name="connsiteX0" fmla="*/ 40271 w 92114"/>
              <a:gd name="connsiteY0" fmla="*/ 40291 h 104217"/>
              <a:gd name="connsiteX1" fmla="*/ 11891 w 92114"/>
              <a:gd name="connsiteY1" fmla="*/ 11897 h 104217"/>
              <a:gd name="connsiteX2" fmla="*/ 5867 w 92114"/>
              <a:gd name="connsiteY2" fmla="*/ 6028 h 104217"/>
              <a:gd name="connsiteX3" fmla="*/ 0 w 92114"/>
              <a:gd name="connsiteY3" fmla="*/ 0 h 104217"/>
              <a:gd name="connsiteX4" fmla="*/ 42966 w 92114"/>
              <a:gd name="connsiteY4" fmla="*/ 55044 h 104217"/>
              <a:gd name="connsiteX5" fmla="*/ 92115 w 92114"/>
              <a:gd name="connsiteY5" fmla="*/ 104218 h 104217"/>
              <a:gd name="connsiteX6" fmla="*/ 40271 w 92114"/>
              <a:gd name="connsiteY6" fmla="*/ 40291 h 1042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92114" h="104217">
                <a:moveTo>
                  <a:pt x="40271" y="40291"/>
                </a:moveTo>
                <a:lnTo>
                  <a:pt x="11891" y="11897"/>
                </a:lnTo>
                <a:lnTo>
                  <a:pt x="5867" y="6028"/>
                </a:lnTo>
                <a:lnTo>
                  <a:pt x="0" y="0"/>
                </a:lnTo>
                <a:lnTo>
                  <a:pt x="42966" y="55044"/>
                </a:lnTo>
                <a:lnTo>
                  <a:pt x="92115" y="104218"/>
                </a:lnTo>
                <a:lnTo>
                  <a:pt x="40271" y="40291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91" name="Freeform 690">
            <a:extLst>
              <a:ext uri="{FF2B5EF4-FFF2-40B4-BE49-F238E27FC236}">
                <a16:creationId xmlns:a16="http://schemas.microsoft.com/office/drawing/2014/main" id="{68FFDFD4-3918-E6B2-8D28-21F1C7763648}"/>
              </a:ext>
            </a:extLst>
          </p:cNvPr>
          <p:cNvSpPr/>
          <p:nvPr userDrawn="1"/>
        </p:nvSpPr>
        <p:spPr>
          <a:xfrm>
            <a:off x="11018223" y="3092399"/>
            <a:ext cx="572341" cy="592994"/>
          </a:xfrm>
          <a:custGeom>
            <a:avLst/>
            <a:gdLst>
              <a:gd name="connsiteX0" fmla="*/ 155373 w 572341"/>
              <a:gd name="connsiteY0" fmla="*/ 182104 h 688600"/>
              <a:gd name="connsiteX1" fmla="*/ 19659 w 572341"/>
              <a:gd name="connsiteY1" fmla="*/ 21732 h 688600"/>
              <a:gd name="connsiteX2" fmla="*/ 19659 w 572341"/>
              <a:gd name="connsiteY2" fmla="*/ 21732 h 688600"/>
              <a:gd name="connsiteX3" fmla="*/ 1269 w 572341"/>
              <a:gd name="connsiteY3" fmla="*/ 0 h 688600"/>
              <a:gd name="connsiteX4" fmla="*/ 0 w 572341"/>
              <a:gd name="connsiteY4" fmla="*/ 952 h 688600"/>
              <a:gd name="connsiteX5" fmla="*/ 198655 w 572341"/>
              <a:gd name="connsiteY5" fmla="*/ 246665 h 688600"/>
              <a:gd name="connsiteX6" fmla="*/ 499254 w 572341"/>
              <a:gd name="connsiteY6" fmla="*/ 602149 h 688600"/>
              <a:gd name="connsiteX7" fmla="*/ 507339 w 572341"/>
              <a:gd name="connsiteY7" fmla="*/ 611667 h 688600"/>
              <a:gd name="connsiteX8" fmla="*/ 528267 w 572341"/>
              <a:gd name="connsiteY8" fmla="*/ 636254 h 688600"/>
              <a:gd name="connsiteX9" fmla="*/ 534450 w 572341"/>
              <a:gd name="connsiteY9" fmla="*/ 643709 h 688600"/>
              <a:gd name="connsiteX10" fmla="*/ 537462 w 572341"/>
              <a:gd name="connsiteY10" fmla="*/ 647358 h 688600"/>
              <a:gd name="connsiteX11" fmla="*/ 543329 w 572341"/>
              <a:gd name="connsiteY11" fmla="*/ 654337 h 688600"/>
              <a:gd name="connsiteX12" fmla="*/ 572342 w 572341"/>
              <a:gd name="connsiteY12" fmla="*/ 688601 h 688600"/>
              <a:gd name="connsiteX13" fmla="*/ 436629 w 572341"/>
              <a:gd name="connsiteY13" fmla="*/ 515063 h 688600"/>
              <a:gd name="connsiteX14" fmla="*/ 160763 w 572341"/>
              <a:gd name="connsiteY14" fmla="*/ 188766 h 688600"/>
              <a:gd name="connsiteX15" fmla="*/ 155214 w 572341"/>
              <a:gd name="connsiteY15" fmla="*/ 182263 h 688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572341" h="688600">
                <a:moveTo>
                  <a:pt x="155373" y="182104"/>
                </a:moveTo>
                <a:lnTo>
                  <a:pt x="19659" y="21732"/>
                </a:lnTo>
                <a:lnTo>
                  <a:pt x="19659" y="21732"/>
                </a:lnTo>
                <a:cubicBezTo>
                  <a:pt x="19659" y="21732"/>
                  <a:pt x="1269" y="0"/>
                  <a:pt x="1269" y="0"/>
                </a:cubicBezTo>
                <a:cubicBezTo>
                  <a:pt x="951" y="317"/>
                  <a:pt x="317" y="476"/>
                  <a:pt x="0" y="952"/>
                </a:cubicBezTo>
                <a:lnTo>
                  <a:pt x="198655" y="246665"/>
                </a:lnTo>
                <a:lnTo>
                  <a:pt x="499254" y="602149"/>
                </a:lnTo>
                <a:lnTo>
                  <a:pt x="507339" y="611667"/>
                </a:lnTo>
                <a:lnTo>
                  <a:pt x="528267" y="636254"/>
                </a:lnTo>
                <a:lnTo>
                  <a:pt x="534450" y="643709"/>
                </a:lnTo>
                <a:lnTo>
                  <a:pt x="537462" y="647358"/>
                </a:lnTo>
                <a:lnTo>
                  <a:pt x="543329" y="654337"/>
                </a:lnTo>
                <a:lnTo>
                  <a:pt x="572342" y="688601"/>
                </a:lnTo>
                <a:lnTo>
                  <a:pt x="436629" y="515063"/>
                </a:lnTo>
                <a:lnTo>
                  <a:pt x="160763" y="188766"/>
                </a:lnTo>
                <a:lnTo>
                  <a:pt x="155214" y="182263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92" name="Freeform 691">
            <a:extLst>
              <a:ext uri="{FF2B5EF4-FFF2-40B4-BE49-F238E27FC236}">
                <a16:creationId xmlns:a16="http://schemas.microsoft.com/office/drawing/2014/main" id="{32C544C7-D948-B828-5BD9-220D9F44A5B2}"/>
              </a:ext>
            </a:extLst>
          </p:cNvPr>
          <p:cNvSpPr/>
          <p:nvPr userDrawn="1"/>
        </p:nvSpPr>
        <p:spPr>
          <a:xfrm>
            <a:off x="11597700" y="3776082"/>
            <a:ext cx="560293" cy="581793"/>
          </a:xfrm>
          <a:custGeom>
            <a:avLst/>
            <a:gdLst>
              <a:gd name="connsiteX0" fmla="*/ 306465 w 560293"/>
              <a:gd name="connsiteY0" fmla="*/ 362463 h 675593"/>
              <a:gd name="connsiteX1" fmla="*/ 281732 w 560293"/>
              <a:gd name="connsiteY1" fmla="*/ 333276 h 675593"/>
              <a:gd name="connsiteX2" fmla="*/ 274121 w 560293"/>
              <a:gd name="connsiteY2" fmla="*/ 324234 h 675593"/>
              <a:gd name="connsiteX3" fmla="*/ 0 w 560293"/>
              <a:gd name="connsiteY3" fmla="*/ 0 h 675593"/>
              <a:gd name="connsiteX4" fmla="*/ 135713 w 560293"/>
              <a:gd name="connsiteY4" fmla="*/ 173538 h 675593"/>
              <a:gd name="connsiteX5" fmla="*/ 262389 w 560293"/>
              <a:gd name="connsiteY5" fmla="*/ 323282 h 675593"/>
              <a:gd name="connsiteX6" fmla="*/ 270000 w 560293"/>
              <a:gd name="connsiteY6" fmla="*/ 332324 h 675593"/>
              <a:gd name="connsiteX7" fmla="*/ 296952 w 560293"/>
              <a:gd name="connsiteY7" fmla="*/ 364208 h 675593"/>
              <a:gd name="connsiteX8" fmla="*/ 303294 w 560293"/>
              <a:gd name="connsiteY8" fmla="*/ 371663 h 675593"/>
              <a:gd name="connsiteX9" fmla="*/ 560293 w 560293"/>
              <a:gd name="connsiteY9" fmla="*/ 675593 h 675593"/>
              <a:gd name="connsiteX10" fmla="*/ 560293 w 560293"/>
              <a:gd name="connsiteY10" fmla="*/ 662586 h 675593"/>
              <a:gd name="connsiteX11" fmla="*/ 312806 w 560293"/>
              <a:gd name="connsiteY11" fmla="*/ 370077 h 675593"/>
              <a:gd name="connsiteX12" fmla="*/ 306465 w 560293"/>
              <a:gd name="connsiteY12" fmla="*/ 362463 h 6755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560293" h="675593">
                <a:moveTo>
                  <a:pt x="306465" y="362463"/>
                </a:moveTo>
                <a:lnTo>
                  <a:pt x="281732" y="333276"/>
                </a:lnTo>
                <a:lnTo>
                  <a:pt x="274121" y="324234"/>
                </a:lnTo>
                <a:lnTo>
                  <a:pt x="0" y="0"/>
                </a:lnTo>
                <a:lnTo>
                  <a:pt x="135713" y="173538"/>
                </a:lnTo>
                <a:lnTo>
                  <a:pt x="262389" y="323282"/>
                </a:lnTo>
                <a:lnTo>
                  <a:pt x="270000" y="332324"/>
                </a:lnTo>
                <a:lnTo>
                  <a:pt x="296952" y="364208"/>
                </a:lnTo>
                <a:lnTo>
                  <a:pt x="303294" y="371663"/>
                </a:lnTo>
                <a:lnTo>
                  <a:pt x="560293" y="675593"/>
                </a:lnTo>
                <a:lnTo>
                  <a:pt x="560293" y="662586"/>
                </a:lnTo>
                <a:lnTo>
                  <a:pt x="312806" y="370077"/>
                </a:lnTo>
                <a:lnTo>
                  <a:pt x="306465" y="362463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93" name="Freeform 692">
            <a:extLst>
              <a:ext uri="{FF2B5EF4-FFF2-40B4-BE49-F238E27FC236}">
                <a16:creationId xmlns:a16="http://schemas.microsoft.com/office/drawing/2014/main" id="{2A35BC2D-C6B0-F129-2FE9-E8E549CDDE86}"/>
              </a:ext>
            </a:extLst>
          </p:cNvPr>
          <p:cNvSpPr/>
          <p:nvPr userDrawn="1"/>
        </p:nvSpPr>
        <p:spPr>
          <a:xfrm>
            <a:off x="11010771" y="3098110"/>
            <a:ext cx="1147379" cy="1235850"/>
          </a:xfrm>
          <a:custGeom>
            <a:avLst/>
            <a:gdLst>
              <a:gd name="connsiteX0" fmla="*/ 317 w 1147379"/>
              <a:gd name="connsiteY0" fmla="*/ 0 h 1435100"/>
              <a:gd name="connsiteX1" fmla="*/ 0 w 1147379"/>
              <a:gd name="connsiteY1" fmla="*/ 317 h 1435100"/>
              <a:gd name="connsiteX2" fmla="*/ 149506 w 1147379"/>
              <a:gd name="connsiteY2" fmla="*/ 187180 h 1435100"/>
              <a:gd name="connsiteX3" fmla="*/ 154739 w 1147379"/>
              <a:gd name="connsiteY3" fmla="*/ 193684 h 1435100"/>
              <a:gd name="connsiteX4" fmla="*/ 473570 w 1147379"/>
              <a:gd name="connsiteY4" fmla="*/ 592314 h 1435100"/>
              <a:gd name="connsiteX5" fmla="*/ 481022 w 1147379"/>
              <a:gd name="connsiteY5" fmla="*/ 601673 h 1435100"/>
              <a:gd name="connsiteX6" fmla="*/ 508291 w 1147379"/>
              <a:gd name="connsiteY6" fmla="*/ 635778 h 1435100"/>
              <a:gd name="connsiteX7" fmla="*/ 514315 w 1147379"/>
              <a:gd name="connsiteY7" fmla="*/ 643233 h 1435100"/>
              <a:gd name="connsiteX8" fmla="*/ 519865 w 1147379"/>
              <a:gd name="connsiteY8" fmla="*/ 650213 h 1435100"/>
              <a:gd name="connsiteX9" fmla="*/ 525572 w 1147379"/>
              <a:gd name="connsiteY9" fmla="*/ 657351 h 1435100"/>
              <a:gd name="connsiteX10" fmla="*/ 797475 w 1147379"/>
              <a:gd name="connsiteY10" fmla="*/ 997448 h 1435100"/>
              <a:gd name="connsiteX11" fmla="*/ 804609 w 1147379"/>
              <a:gd name="connsiteY11" fmla="*/ 1006490 h 1435100"/>
              <a:gd name="connsiteX12" fmla="*/ 839488 w 1147379"/>
              <a:gd name="connsiteY12" fmla="*/ 1050112 h 1435100"/>
              <a:gd name="connsiteX13" fmla="*/ 845672 w 1147379"/>
              <a:gd name="connsiteY13" fmla="*/ 1057726 h 1435100"/>
              <a:gd name="connsiteX14" fmla="*/ 1147380 w 1147379"/>
              <a:gd name="connsiteY14" fmla="*/ 1435100 h 1435100"/>
              <a:gd name="connsiteX15" fmla="*/ 1147380 w 1147379"/>
              <a:gd name="connsiteY15" fmla="*/ 1421459 h 1435100"/>
              <a:gd name="connsiteX16" fmla="*/ 894027 w 1147379"/>
              <a:gd name="connsiteY16" fmla="*/ 1104680 h 1435100"/>
              <a:gd name="connsiteX17" fmla="*/ 635 w 1147379"/>
              <a:gd name="connsiteY17" fmla="*/ 317 h 14351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147379" h="1435100">
                <a:moveTo>
                  <a:pt x="317" y="0"/>
                </a:moveTo>
                <a:cubicBezTo>
                  <a:pt x="317" y="0"/>
                  <a:pt x="0" y="159"/>
                  <a:pt x="0" y="317"/>
                </a:cubicBezTo>
                <a:lnTo>
                  <a:pt x="149506" y="187180"/>
                </a:lnTo>
                <a:lnTo>
                  <a:pt x="154739" y="193684"/>
                </a:lnTo>
                <a:lnTo>
                  <a:pt x="473570" y="592314"/>
                </a:lnTo>
                <a:lnTo>
                  <a:pt x="481022" y="601673"/>
                </a:lnTo>
                <a:lnTo>
                  <a:pt x="508291" y="635778"/>
                </a:lnTo>
                <a:lnTo>
                  <a:pt x="514315" y="643233"/>
                </a:lnTo>
                <a:lnTo>
                  <a:pt x="519865" y="650213"/>
                </a:lnTo>
                <a:lnTo>
                  <a:pt x="525572" y="657351"/>
                </a:lnTo>
                <a:lnTo>
                  <a:pt x="797475" y="997448"/>
                </a:lnTo>
                <a:lnTo>
                  <a:pt x="804609" y="1006490"/>
                </a:lnTo>
                <a:lnTo>
                  <a:pt x="839488" y="1050112"/>
                </a:lnTo>
                <a:lnTo>
                  <a:pt x="845672" y="1057726"/>
                </a:lnTo>
                <a:lnTo>
                  <a:pt x="1147380" y="1435100"/>
                </a:lnTo>
                <a:lnTo>
                  <a:pt x="1147380" y="1421459"/>
                </a:lnTo>
                <a:lnTo>
                  <a:pt x="894027" y="1104680"/>
                </a:lnTo>
                <a:lnTo>
                  <a:pt x="635" y="317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94" name="Freeform 693">
            <a:extLst>
              <a:ext uri="{FF2B5EF4-FFF2-40B4-BE49-F238E27FC236}">
                <a16:creationId xmlns:a16="http://schemas.microsoft.com/office/drawing/2014/main" id="{A698C9CE-73A9-4421-95EC-82AB5A395333}"/>
              </a:ext>
            </a:extLst>
          </p:cNvPr>
          <p:cNvSpPr/>
          <p:nvPr userDrawn="1"/>
        </p:nvSpPr>
        <p:spPr>
          <a:xfrm>
            <a:off x="11011247" y="3093033"/>
            <a:ext cx="1146745" cy="1224785"/>
          </a:xfrm>
          <a:custGeom>
            <a:avLst/>
            <a:gdLst>
              <a:gd name="connsiteX0" fmla="*/ 863745 w 1146745"/>
              <a:gd name="connsiteY0" fmla="*/ 1059313 h 1422251"/>
              <a:gd name="connsiteX1" fmla="*/ 857562 w 1146745"/>
              <a:gd name="connsiteY1" fmla="*/ 1051699 h 1422251"/>
              <a:gd name="connsiteX2" fmla="*/ 826329 w 1146745"/>
              <a:gd name="connsiteY2" fmla="*/ 1013152 h 1422251"/>
              <a:gd name="connsiteX3" fmla="*/ 819036 w 1146745"/>
              <a:gd name="connsiteY3" fmla="*/ 1004110 h 1422251"/>
              <a:gd name="connsiteX4" fmla="*/ 538731 w 1146745"/>
              <a:gd name="connsiteY4" fmla="*/ 657510 h 1422251"/>
              <a:gd name="connsiteX5" fmla="*/ 533023 w 1146745"/>
              <a:gd name="connsiteY5" fmla="*/ 650372 h 1422251"/>
              <a:gd name="connsiteX6" fmla="*/ 528901 w 1146745"/>
              <a:gd name="connsiteY6" fmla="*/ 645296 h 1422251"/>
              <a:gd name="connsiteX7" fmla="*/ 522876 w 1146745"/>
              <a:gd name="connsiteY7" fmla="*/ 637840 h 1422251"/>
              <a:gd name="connsiteX8" fmla="*/ 499571 w 1146745"/>
              <a:gd name="connsiteY8" fmla="*/ 608970 h 1422251"/>
              <a:gd name="connsiteX9" fmla="*/ 491960 w 1146745"/>
              <a:gd name="connsiteY9" fmla="*/ 599452 h 1422251"/>
              <a:gd name="connsiteX10" fmla="*/ 205789 w 1146745"/>
              <a:gd name="connsiteY10" fmla="*/ 245714 h 1422251"/>
              <a:gd name="connsiteX11" fmla="*/ 7135 w 1146745"/>
              <a:gd name="connsiteY11" fmla="*/ 0 h 1422251"/>
              <a:gd name="connsiteX12" fmla="*/ 0 w 1146745"/>
              <a:gd name="connsiteY12" fmla="*/ 4759 h 1422251"/>
              <a:gd name="connsiteX13" fmla="*/ 893393 w 1146745"/>
              <a:gd name="connsiteY13" fmla="*/ 1109122 h 1422251"/>
              <a:gd name="connsiteX14" fmla="*/ 1146746 w 1146745"/>
              <a:gd name="connsiteY14" fmla="*/ 1422252 h 1422251"/>
              <a:gd name="connsiteX15" fmla="*/ 1146746 w 1146745"/>
              <a:gd name="connsiteY15" fmla="*/ 1412734 h 1422251"/>
              <a:gd name="connsiteX16" fmla="*/ 1052729 w 1146745"/>
              <a:gd name="connsiteY16" fmla="*/ 1292495 h 1422251"/>
              <a:gd name="connsiteX17" fmla="*/ 863904 w 1146745"/>
              <a:gd name="connsiteY17" fmla="*/ 1058996 h 1422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146745" h="1422251">
                <a:moveTo>
                  <a:pt x="863745" y="1059313"/>
                </a:moveTo>
                <a:lnTo>
                  <a:pt x="857562" y="1051699"/>
                </a:lnTo>
                <a:lnTo>
                  <a:pt x="826329" y="1013152"/>
                </a:lnTo>
                <a:lnTo>
                  <a:pt x="819036" y="1004110"/>
                </a:lnTo>
                <a:lnTo>
                  <a:pt x="538731" y="657510"/>
                </a:lnTo>
                <a:lnTo>
                  <a:pt x="533023" y="650372"/>
                </a:lnTo>
                <a:lnTo>
                  <a:pt x="528901" y="645296"/>
                </a:lnTo>
                <a:lnTo>
                  <a:pt x="522876" y="637840"/>
                </a:lnTo>
                <a:lnTo>
                  <a:pt x="499571" y="608970"/>
                </a:lnTo>
                <a:lnTo>
                  <a:pt x="491960" y="599452"/>
                </a:lnTo>
                <a:lnTo>
                  <a:pt x="205789" y="245714"/>
                </a:lnTo>
                <a:lnTo>
                  <a:pt x="7135" y="0"/>
                </a:lnTo>
                <a:cubicBezTo>
                  <a:pt x="5074" y="1904"/>
                  <a:pt x="2378" y="3173"/>
                  <a:pt x="0" y="4759"/>
                </a:cubicBezTo>
                <a:lnTo>
                  <a:pt x="893393" y="1109122"/>
                </a:lnTo>
                <a:lnTo>
                  <a:pt x="1146746" y="1422252"/>
                </a:lnTo>
                <a:lnTo>
                  <a:pt x="1146746" y="1412734"/>
                </a:lnTo>
                <a:lnTo>
                  <a:pt x="1052729" y="1292495"/>
                </a:lnTo>
                <a:lnTo>
                  <a:pt x="863904" y="1058996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95" name="Freeform 694">
            <a:extLst>
              <a:ext uri="{FF2B5EF4-FFF2-40B4-BE49-F238E27FC236}">
                <a16:creationId xmlns:a16="http://schemas.microsoft.com/office/drawing/2014/main" id="{9AA952EE-B7B8-0077-E6B7-B3A7C0167145}"/>
              </a:ext>
            </a:extLst>
          </p:cNvPr>
          <p:cNvSpPr/>
          <p:nvPr userDrawn="1"/>
        </p:nvSpPr>
        <p:spPr>
          <a:xfrm>
            <a:off x="11797148" y="2191714"/>
            <a:ext cx="360845" cy="220204"/>
          </a:xfrm>
          <a:custGeom>
            <a:avLst/>
            <a:gdLst>
              <a:gd name="connsiteX0" fmla="*/ 19183 w 360845"/>
              <a:gd name="connsiteY0" fmla="*/ 252535 h 255706"/>
              <a:gd name="connsiteX1" fmla="*/ 360845 w 360845"/>
              <a:gd name="connsiteY1" fmla="*/ 10469 h 255706"/>
              <a:gd name="connsiteX2" fmla="*/ 360845 w 360845"/>
              <a:gd name="connsiteY2" fmla="*/ 0 h 255706"/>
              <a:gd name="connsiteX3" fmla="*/ 0 w 360845"/>
              <a:gd name="connsiteY3" fmla="*/ 255707 h 255706"/>
              <a:gd name="connsiteX4" fmla="*/ 19183 w 360845"/>
              <a:gd name="connsiteY4" fmla="*/ 252535 h 2557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0845" h="255706">
                <a:moveTo>
                  <a:pt x="19183" y="252535"/>
                </a:moveTo>
                <a:lnTo>
                  <a:pt x="360845" y="10469"/>
                </a:lnTo>
                <a:lnTo>
                  <a:pt x="360845" y="0"/>
                </a:lnTo>
                <a:lnTo>
                  <a:pt x="0" y="255707"/>
                </a:lnTo>
                <a:lnTo>
                  <a:pt x="19183" y="252535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96" name="Freeform 695">
            <a:extLst>
              <a:ext uri="{FF2B5EF4-FFF2-40B4-BE49-F238E27FC236}">
                <a16:creationId xmlns:a16="http://schemas.microsoft.com/office/drawing/2014/main" id="{95AA86D3-E507-7D16-C53D-F2E79AAF5F28}"/>
              </a:ext>
            </a:extLst>
          </p:cNvPr>
          <p:cNvSpPr/>
          <p:nvPr userDrawn="1"/>
        </p:nvSpPr>
        <p:spPr>
          <a:xfrm>
            <a:off x="11501940" y="2455511"/>
            <a:ext cx="298536" cy="181408"/>
          </a:xfrm>
          <a:custGeom>
            <a:avLst/>
            <a:gdLst>
              <a:gd name="connsiteX0" fmla="*/ 1426 w 298536"/>
              <a:gd name="connsiteY0" fmla="*/ 210657 h 210656"/>
              <a:gd name="connsiteX1" fmla="*/ 298537 w 298536"/>
              <a:gd name="connsiteY1" fmla="*/ 0 h 210656"/>
              <a:gd name="connsiteX2" fmla="*/ 279354 w 298536"/>
              <a:gd name="connsiteY2" fmla="*/ 3331 h 210656"/>
              <a:gd name="connsiteX3" fmla="*/ 0 w 298536"/>
              <a:gd name="connsiteY3" fmla="*/ 201139 h 210656"/>
              <a:gd name="connsiteX4" fmla="*/ 1426 w 298536"/>
              <a:gd name="connsiteY4" fmla="*/ 210657 h 2106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98536" h="210656">
                <a:moveTo>
                  <a:pt x="1426" y="210657"/>
                </a:moveTo>
                <a:lnTo>
                  <a:pt x="298537" y="0"/>
                </a:lnTo>
                <a:lnTo>
                  <a:pt x="279354" y="3331"/>
                </a:lnTo>
                <a:lnTo>
                  <a:pt x="0" y="201139"/>
                </a:lnTo>
                <a:lnTo>
                  <a:pt x="1426" y="210657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97" name="Freeform 696">
            <a:extLst>
              <a:ext uri="{FF2B5EF4-FFF2-40B4-BE49-F238E27FC236}">
                <a16:creationId xmlns:a16="http://schemas.microsoft.com/office/drawing/2014/main" id="{C10FF558-0ECC-92A3-3E80-57098EB1F014}"/>
              </a:ext>
            </a:extLst>
          </p:cNvPr>
          <p:cNvSpPr/>
          <p:nvPr userDrawn="1"/>
        </p:nvSpPr>
        <p:spPr>
          <a:xfrm>
            <a:off x="11492268" y="2662361"/>
            <a:ext cx="3171" cy="45719"/>
          </a:xfrm>
          <a:custGeom>
            <a:avLst/>
            <a:gdLst>
              <a:gd name="connsiteX0" fmla="*/ 1745 w 3171"/>
              <a:gd name="connsiteY0" fmla="*/ 0 h 10627"/>
              <a:gd name="connsiteX1" fmla="*/ 0 w 3171"/>
              <a:gd name="connsiteY1" fmla="*/ 1269 h 10627"/>
              <a:gd name="connsiteX2" fmla="*/ 1427 w 3171"/>
              <a:gd name="connsiteY2" fmla="*/ 10628 h 10627"/>
              <a:gd name="connsiteX3" fmla="*/ 3171 w 3171"/>
              <a:gd name="connsiteY3" fmla="*/ 9359 h 10627"/>
              <a:gd name="connsiteX4" fmla="*/ 1745 w 3171"/>
              <a:gd name="connsiteY4" fmla="*/ 0 h 10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71" h="10627">
                <a:moveTo>
                  <a:pt x="1745" y="0"/>
                </a:moveTo>
                <a:lnTo>
                  <a:pt x="0" y="1269"/>
                </a:lnTo>
                <a:lnTo>
                  <a:pt x="1427" y="10628"/>
                </a:lnTo>
                <a:lnTo>
                  <a:pt x="3171" y="9359"/>
                </a:lnTo>
                <a:lnTo>
                  <a:pt x="1745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98" name="Freeform 697">
            <a:extLst>
              <a:ext uri="{FF2B5EF4-FFF2-40B4-BE49-F238E27FC236}">
                <a16:creationId xmlns:a16="http://schemas.microsoft.com/office/drawing/2014/main" id="{14D27507-7F8F-CFFB-E925-9754FF0B216F}"/>
              </a:ext>
            </a:extLst>
          </p:cNvPr>
          <p:cNvSpPr/>
          <p:nvPr userDrawn="1"/>
        </p:nvSpPr>
        <p:spPr>
          <a:xfrm>
            <a:off x="11029479" y="2669023"/>
            <a:ext cx="456606" cy="283315"/>
          </a:xfrm>
          <a:custGeom>
            <a:avLst/>
            <a:gdLst>
              <a:gd name="connsiteX0" fmla="*/ 5867 w 456606"/>
              <a:gd name="connsiteY0" fmla="*/ 328993 h 328992"/>
              <a:gd name="connsiteX1" fmla="*/ 456606 w 456606"/>
              <a:gd name="connsiteY1" fmla="*/ 9359 h 328992"/>
              <a:gd name="connsiteX2" fmla="*/ 455179 w 456606"/>
              <a:gd name="connsiteY2" fmla="*/ 0 h 328992"/>
              <a:gd name="connsiteX3" fmla="*/ 0 w 456606"/>
              <a:gd name="connsiteY3" fmla="*/ 322489 h 328992"/>
              <a:gd name="connsiteX4" fmla="*/ 5867 w 456606"/>
              <a:gd name="connsiteY4" fmla="*/ 328993 h 328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56606" h="328992">
                <a:moveTo>
                  <a:pt x="5867" y="328993"/>
                </a:moveTo>
                <a:lnTo>
                  <a:pt x="456606" y="9359"/>
                </a:lnTo>
                <a:lnTo>
                  <a:pt x="455179" y="0"/>
                </a:lnTo>
                <a:lnTo>
                  <a:pt x="0" y="322489"/>
                </a:lnTo>
                <a:lnTo>
                  <a:pt x="5867" y="328993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99" name="Freeform 698">
            <a:extLst>
              <a:ext uri="{FF2B5EF4-FFF2-40B4-BE49-F238E27FC236}">
                <a16:creationId xmlns:a16="http://schemas.microsoft.com/office/drawing/2014/main" id="{69CB7168-7EF8-CE3F-EAC7-829212E55A12}"/>
              </a:ext>
            </a:extLst>
          </p:cNvPr>
          <p:cNvSpPr/>
          <p:nvPr userDrawn="1"/>
        </p:nvSpPr>
        <p:spPr>
          <a:xfrm>
            <a:off x="11516367" y="2439807"/>
            <a:ext cx="641626" cy="284134"/>
          </a:xfrm>
          <a:custGeom>
            <a:avLst/>
            <a:gdLst>
              <a:gd name="connsiteX0" fmla="*/ 1110 w 641626"/>
              <a:gd name="connsiteY0" fmla="*/ 329945 h 329944"/>
              <a:gd name="connsiteX1" fmla="*/ 641626 w 641626"/>
              <a:gd name="connsiteY1" fmla="*/ 9359 h 329944"/>
              <a:gd name="connsiteX2" fmla="*/ 641626 w 641626"/>
              <a:gd name="connsiteY2" fmla="*/ 0 h 329944"/>
              <a:gd name="connsiteX3" fmla="*/ 0 w 641626"/>
              <a:gd name="connsiteY3" fmla="*/ 321062 h 329944"/>
              <a:gd name="connsiteX4" fmla="*/ 1110 w 641626"/>
              <a:gd name="connsiteY4" fmla="*/ 329945 h 3299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1626" h="329944">
                <a:moveTo>
                  <a:pt x="1110" y="329945"/>
                </a:moveTo>
                <a:lnTo>
                  <a:pt x="641626" y="9359"/>
                </a:lnTo>
                <a:lnTo>
                  <a:pt x="641626" y="0"/>
                </a:lnTo>
                <a:lnTo>
                  <a:pt x="0" y="321062"/>
                </a:lnTo>
                <a:lnTo>
                  <a:pt x="1110" y="329945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00" name="Freeform 699">
            <a:extLst>
              <a:ext uri="{FF2B5EF4-FFF2-40B4-BE49-F238E27FC236}">
                <a16:creationId xmlns:a16="http://schemas.microsoft.com/office/drawing/2014/main" id="{4A7F6E83-2461-A44D-4B08-EC1A0CD6B3B8}"/>
              </a:ext>
            </a:extLst>
          </p:cNvPr>
          <p:cNvSpPr/>
          <p:nvPr userDrawn="1"/>
        </p:nvSpPr>
        <p:spPr>
          <a:xfrm>
            <a:off x="11037724" y="2769434"/>
            <a:ext cx="462947" cy="204631"/>
          </a:xfrm>
          <a:custGeom>
            <a:avLst/>
            <a:gdLst>
              <a:gd name="connsiteX0" fmla="*/ 5866 w 462947"/>
              <a:gd name="connsiteY0" fmla="*/ 237624 h 237623"/>
              <a:gd name="connsiteX1" fmla="*/ 462947 w 462947"/>
              <a:gd name="connsiteY1" fmla="*/ 8725 h 237623"/>
              <a:gd name="connsiteX2" fmla="*/ 461679 w 462947"/>
              <a:gd name="connsiteY2" fmla="*/ 0 h 237623"/>
              <a:gd name="connsiteX3" fmla="*/ 0 w 462947"/>
              <a:gd name="connsiteY3" fmla="*/ 231120 h 237623"/>
              <a:gd name="connsiteX4" fmla="*/ 5866 w 462947"/>
              <a:gd name="connsiteY4" fmla="*/ 237624 h 2376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62947" h="237623">
                <a:moveTo>
                  <a:pt x="5866" y="237624"/>
                </a:moveTo>
                <a:lnTo>
                  <a:pt x="462947" y="8725"/>
                </a:lnTo>
                <a:lnTo>
                  <a:pt x="461679" y="0"/>
                </a:lnTo>
                <a:lnTo>
                  <a:pt x="0" y="231120"/>
                </a:lnTo>
                <a:lnTo>
                  <a:pt x="5866" y="237624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01" name="Freeform 700">
            <a:extLst>
              <a:ext uri="{FF2B5EF4-FFF2-40B4-BE49-F238E27FC236}">
                <a16:creationId xmlns:a16="http://schemas.microsoft.com/office/drawing/2014/main" id="{3278D594-CF13-3F22-D912-09240044DD0A}"/>
              </a:ext>
            </a:extLst>
          </p:cNvPr>
          <p:cNvSpPr/>
          <p:nvPr userDrawn="1"/>
        </p:nvSpPr>
        <p:spPr>
          <a:xfrm>
            <a:off x="11507330" y="2764991"/>
            <a:ext cx="2061" cy="45719"/>
          </a:xfrm>
          <a:custGeom>
            <a:avLst/>
            <a:gdLst>
              <a:gd name="connsiteX0" fmla="*/ 793 w 2061"/>
              <a:gd name="connsiteY0" fmla="*/ 0 h 9358"/>
              <a:gd name="connsiteX1" fmla="*/ 0 w 2061"/>
              <a:gd name="connsiteY1" fmla="*/ 476 h 9358"/>
              <a:gd name="connsiteX2" fmla="*/ 1269 w 2061"/>
              <a:gd name="connsiteY2" fmla="*/ 9359 h 9358"/>
              <a:gd name="connsiteX3" fmla="*/ 2061 w 2061"/>
              <a:gd name="connsiteY3" fmla="*/ 8883 h 9358"/>
              <a:gd name="connsiteX4" fmla="*/ 793 w 2061"/>
              <a:gd name="connsiteY4" fmla="*/ 0 h 93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61" h="9358">
                <a:moveTo>
                  <a:pt x="793" y="0"/>
                </a:moveTo>
                <a:lnTo>
                  <a:pt x="0" y="476"/>
                </a:lnTo>
                <a:lnTo>
                  <a:pt x="1269" y="9359"/>
                </a:lnTo>
                <a:lnTo>
                  <a:pt x="2061" y="8883"/>
                </a:lnTo>
                <a:lnTo>
                  <a:pt x="793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02" name="Freeform 701">
            <a:extLst>
              <a:ext uri="{FF2B5EF4-FFF2-40B4-BE49-F238E27FC236}">
                <a16:creationId xmlns:a16="http://schemas.microsoft.com/office/drawing/2014/main" id="{18F0A66B-BA4B-AE1D-246B-C16D76913FC0}"/>
              </a:ext>
            </a:extLst>
          </p:cNvPr>
          <p:cNvSpPr/>
          <p:nvPr userDrawn="1"/>
        </p:nvSpPr>
        <p:spPr>
          <a:xfrm>
            <a:off x="10315460" y="3095572"/>
            <a:ext cx="615564" cy="812609"/>
          </a:xfrm>
          <a:custGeom>
            <a:avLst/>
            <a:gdLst>
              <a:gd name="connsiteX0" fmla="*/ 237182 w 597868"/>
              <a:gd name="connsiteY0" fmla="*/ 494917 h 831523"/>
              <a:gd name="connsiteX1" fmla="*/ 0 w 597868"/>
              <a:gd name="connsiteY1" fmla="*/ 826765 h 831523"/>
              <a:gd name="connsiteX2" fmla="*/ 6976 w 597868"/>
              <a:gd name="connsiteY2" fmla="*/ 831524 h 831523"/>
              <a:gd name="connsiteX3" fmla="*/ 246694 w 597868"/>
              <a:gd name="connsiteY3" fmla="*/ 496027 h 831523"/>
              <a:gd name="connsiteX4" fmla="*/ 252401 w 597868"/>
              <a:gd name="connsiteY4" fmla="*/ 488096 h 831523"/>
              <a:gd name="connsiteX5" fmla="*/ 597868 w 597868"/>
              <a:gd name="connsiteY5" fmla="*/ 4759 h 831523"/>
              <a:gd name="connsiteX6" fmla="*/ 590892 w 597868"/>
              <a:gd name="connsiteY6" fmla="*/ 0 h 831523"/>
              <a:gd name="connsiteX7" fmla="*/ 242889 w 597868"/>
              <a:gd name="connsiteY7" fmla="*/ 486986 h 831523"/>
              <a:gd name="connsiteX8" fmla="*/ 237340 w 597868"/>
              <a:gd name="connsiteY8" fmla="*/ 494917 h 8315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97868" h="831523">
                <a:moveTo>
                  <a:pt x="237182" y="494917"/>
                </a:moveTo>
                <a:lnTo>
                  <a:pt x="0" y="826765"/>
                </a:lnTo>
                <a:cubicBezTo>
                  <a:pt x="2379" y="828351"/>
                  <a:pt x="4915" y="829779"/>
                  <a:pt x="6976" y="831524"/>
                </a:cubicBezTo>
                <a:lnTo>
                  <a:pt x="246694" y="496027"/>
                </a:lnTo>
                <a:lnTo>
                  <a:pt x="252401" y="488096"/>
                </a:lnTo>
                <a:lnTo>
                  <a:pt x="597868" y="4759"/>
                </a:lnTo>
                <a:cubicBezTo>
                  <a:pt x="595490" y="3172"/>
                  <a:pt x="592953" y="1745"/>
                  <a:pt x="590892" y="0"/>
                </a:cubicBezTo>
                <a:lnTo>
                  <a:pt x="242889" y="486986"/>
                </a:lnTo>
                <a:lnTo>
                  <a:pt x="237340" y="494917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03" name="Freeform 702">
            <a:extLst>
              <a:ext uri="{FF2B5EF4-FFF2-40B4-BE49-F238E27FC236}">
                <a16:creationId xmlns:a16="http://schemas.microsoft.com/office/drawing/2014/main" id="{52E9DC81-DF5A-1694-CA85-F16066028544}"/>
              </a:ext>
            </a:extLst>
          </p:cNvPr>
          <p:cNvSpPr/>
          <p:nvPr userDrawn="1"/>
        </p:nvSpPr>
        <p:spPr>
          <a:xfrm>
            <a:off x="10409257" y="3448992"/>
            <a:ext cx="41538" cy="45719"/>
          </a:xfrm>
          <a:custGeom>
            <a:avLst/>
            <a:gdLst>
              <a:gd name="connsiteX0" fmla="*/ 41538 w 41538"/>
              <a:gd name="connsiteY0" fmla="*/ 0 h 44098"/>
              <a:gd name="connsiteX1" fmla="*/ 3012 w 41538"/>
              <a:gd name="connsiteY1" fmla="*/ 30932 h 44098"/>
              <a:gd name="connsiteX2" fmla="*/ 0 w 41538"/>
              <a:gd name="connsiteY2" fmla="*/ 44098 h 44098"/>
              <a:gd name="connsiteX3" fmla="*/ 37258 w 41538"/>
              <a:gd name="connsiteY3" fmla="*/ 14118 h 44098"/>
              <a:gd name="connsiteX4" fmla="*/ 41538 w 41538"/>
              <a:gd name="connsiteY4" fmla="*/ 0 h 440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1538" h="44098">
                <a:moveTo>
                  <a:pt x="41538" y="0"/>
                </a:moveTo>
                <a:lnTo>
                  <a:pt x="3012" y="30932"/>
                </a:lnTo>
                <a:lnTo>
                  <a:pt x="0" y="44098"/>
                </a:lnTo>
                <a:lnTo>
                  <a:pt x="37258" y="14118"/>
                </a:lnTo>
                <a:lnTo>
                  <a:pt x="41538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0" name="Freeform 319">
            <a:extLst>
              <a:ext uri="{FF2B5EF4-FFF2-40B4-BE49-F238E27FC236}">
                <a16:creationId xmlns:a16="http://schemas.microsoft.com/office/drawing/2014/main" id="{E9935D07-97DD-5EAF-4F98-DC8823F0DAEF}"/>
              </a:ext>
            </a:extLst>
          </p:cNvPr>
          <p:cNvSpPr/>
          <p:nvPr userDrawn="1"/>
        </p:nvSpPr>
        <p:spPr>
          <a:xfrm>
            <a:off x="10440318" y="3081135"/>
            <a:ext cx="475010" cy="389417"/>
          </a:xfrm>
          <a:custGeom>
            <a:avLst/>
            <a:gdLst>
              <a:gd name="connsiteX0" fmla="*/ 159 w 457240"/>
              <a:gd name="connsiteY0" fmla="*/ 372774 h 372932"/>
              <a:gd name="connsiteX1" fmla="*/ 457240 w 457240"/>
              <a:gd name="connsiteY1" fmla="*/ 6980 h 372932"/>
              <a:gd name="connsiteX2" fmla="*/ 452483 w 457240"/>
              <a:gd name="connsiteY2" fmla="*/ 0 h 372932"/>
              <a:gd name="connsiteX3" fmla="*/ 4281 w 457240"/>
              <a:gd name="connsiteY3" fmla="*/ 358656 h 372932"/>
              <a:gd name="connsiteX4" fmla="*/ 0 w 457240"/>
              <a:gd name="connsiteY4" fmla="*/ 372933 h 372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57240" h="372932">
                <a:moveTo>
                  <a:pt x="159" y="372774"/>
                </a:moveTo>
                <a:lnTo>
                  <a:pt x="457240" y="6980"/>
                </a:lnTo>
                <a:cubicBezTo>
                  <a:pt x="455338" y="4918"/>
                  <a:pt x="454069" y="2221"/>
                  <a:pt x="452483" y="0"/>
                </a:cubicBezTo>
                <a:lnTo>
                  <a:pt x="4281" y="358656"/>
                </a:lnTo>
                <a:lnTo>
                  <a:pt x="0" y="372933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1" name="Freeform 320">
            <a:extLst>
              <a:ext uri="{FF2B5EF4-FFF2-40B4-BE49-F238E27FC236}">
                <a16:creationId xmlns:a16="http://schemas.microsoft.com/office/drawing/2014/main" id="{E977801C-CC8A-8E2C-DC08-D457319F5DBF}"/>
              </a:ext>
            </a:extLst>
          </p:cNvPr>
          <p:cNvSpPr/>
          <p:nvPr userDrawn="1"/>
        </p:nvSpPr>
        <p:spPr>
          <a:xfrm>
            <a:off x="10398317" y="3488332"/>
            <a:ext cx="3329" cy="45719"/>
          </a:xfrm>
          <a:custGeom>
            <a:avLst/>
            <a:gdLst>
              <a:gd name="connsiteX0" fmla="*/ 3330 w 3329"/>
              <a:gd name="connsiteY0" fmla="*/ 0 h 13483"/>
              <a:gd name="connsiteX1" fmla="*/ 2696 w 3329"/>
              <a:gd name="connsiteY1" fmla="*/ 635 h 13483"/>
              <a:gd name="connsiteX2" fmla="*/ 0 w 3329"/>
              <a:gd name="connsiteY2" fmla="*/ 13483 h 13483"/>
              <a:gd name="connsiteX3" fmla="*/ 317 w 3329"/>
              <a:gd name="connsiteY3" fmla="*/ 13166 h 13483"/>
              <a:gd name="connsiteX4" fmla="*/ 3330 w 3329"/>
              <a:gd name="connsiteY4" fmla="*/ 0 h 134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29" h="13483">
                <a:moveTo>
                  <a:pt x="3330" y="0"/>
                </a:moveTo>
                <a:lnTo>
                  <a:pt x="2696" y="635"/>
                </a:lnTo>
                <a:lnTo>
                  <a:pt x="0" y="13483"/>
                </a:lnTo>
                <a:lnTo>
                  <a:pt x="317" y="13166"/>
                </a:lnTo>
                <a:lnTo>
                  <a:pt x="3330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2" name="Freeform 321">
            <a:extLst>
              <a:ext uri="{FF2B5EF4-FFF2-40B4-BE49-F238E27FC236}">
                <a16:creationId xmlns:a16="http://schemas.microsoft.com/office/drawing/2014/main" id="{918F889D-B991-D30D-FBB4-4772B5852FE4}"/>
              </a:ext>
            </a:extLst>
          </p:cNvPr>
          <p:cNvSpPr/>
          <p:nvPr userDrawn="1"/>
        </p:nvSpPr>
        <p:spPr>
          <a:xfrm>
            <a:off x="8986092" y="3497216"/>
            <a:ext cx="1404615" cy="1107693"/>
          </a:xfrm>
          <a:custGeom>
            <a:avLst/>
            <a:gdLst>
              <a:gd name="connsiteX0" fmla="*/ 929224 w 1389317"/>
              <a:gd name="connsiteY0" fmla="*/ 378960 h 1118797"/>
              <a:gd name="connsiteX1" fmla="*/ 1322729 w 1389317"/>
              <a:gd name="connsiteY1" fmla="*/ 64085 h 1118797"/>
              <a:gd name="connsiteX2" fmla="*/ 1332083 w 1389317"/>
              <a:gd name="connsiteY2" fmla="*/ 56630 h 1118797"/>
              <a:gd name="connsiteX3" fmla="*/ 1386622 w 1389317"/>
              <a:gd name="connsiteY3" fmla="*/ 12849 h 1118797"/>
              <a:gd name="connsiteX4" fmla="*/ 1389317 w 1389317"/>
              <a:gd name="connsiteY4" fmla="*/ 0 h 1118797"/>
              <a:gd name="connsiteX5" fmla="*/ 1320351 w 1389317"/>
              <a:gd name="connsiteY5" fmla="*/ 55202 h 1118797"/>
              <a:gd name="connsiteX6" fmla="*/ 1310997 w 1389317"/>
              <a:gd name="connsiteY6" fmla="*/ 62658 h 1118797"/>
              <a:gd name="connsiteX7" fmla="*/ 919394 w 1389317"/>
              <a:gd name="connsiteY7" fmla="*/ 376105 h 1118797"/>
              <a:gd name="connsiteX8" fmla="*/ 911150 w 1389317"/>
              <a:gd name="connsiteY8" fmla="*/ 382609 h 1118797"/>
              <a:gd name="connsiteX9" fmla="*/ 0 w 1389317"/>
              <a:gd name="connsiteY9" fmla="*/ 1111818 h 1118797"/>
              <a:gd name="connsiteX10" fmla="*/ 4756 w 1389317"/>
              <a:gd name="connsiteY10" fmla="*/ 1118798 h 1118797"/>
              <a:gd name="connsiteX11" fmla="*/ 921296 w 1389317"/>
              <a:gd name="connsiteY11" fmla="*/ 385305 h 1118797"/>
              <a:gd name="connsiteX12" fmla="*/ 929382 w 1389317"/>
              <a:gd name="connsiteY12" fmla="*/ 378802 h 11187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389317" h="1118797">
                <a:moveTo>
                  <a:pt x="929224" y="378960"/>
                </a:moveTo>
                <a:lnTo>
                  <a:pt x="1322729" y="64085"/>
                </a:lnTo>
                <a:lnTo>
                  <a:pt x="1332083" y="56630"/>
                </a:lnTo>
                <a:lnTo>
                  <a:pt x="1386622" y="12849"/>
                </a:lnTo>
                <a:lnTo>
                  <a:pt x="1389317" y="0"/>
                </a:lnTo>
                <a:lnTo>
                  <a:pt x="1320351" y="55202"/>
                </a:lnTo>
                <a:lnTo>
                  <a:pt x="1310997" y="62658"/>
                </a:lnTo>
                <a:lnTo>
                  <a:pt x="919394" y="376105"/>
                </a:lnTo>
                <a:lnTo>
                  <a:pt x="911150" y="382609"/>
                </a:lnTo>
                <a:lnTo>
                  <a:pt x="0" y="1111818"/>
                </a:lnTo>
                <a:cubicBezTo>
                  <a:pt x="1902" y="1113880"/>
                  <a:pt x="3171" y="1116577"/>
                  <a:pt x="4756" y="1118798"/>
                </a:cubicBezTo>
                <a:lnTo>
                  <a:pt x="921296" y="385305"/>
                </a:lnTo>
                <a:lnTo>
                  <a:pt x="929382" y="37880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3" name="Freeform 322">
            <a:extLst>
              <a:ext uri="{FF2B5EF4-FFF2-40B4-BE49-F238E27FC236}">
                <a16:creationId xmlns:a16="http://schemas.microsoft.com/office/drawing/2014/main" id="{D5B37731-1FDF-E52B-37BF-06D72ABE9A84}"/>
              </a:ext>
            </a:extLst>
          </p:cNvPr>
          <p:cNvSpPr/>
          <p:nvPr userDrawn="1"/>
        </p:nvSpPr>
        <p:spPr>
          <a:xfrm>
            <a:off x="7738115" y="3033312"/>
            <a:ext cx="3172256" cy="185138"/>
          </a:xfrm>
          <a:custGeom>
            <a:avLst/>
            <a:gdLst>
              <a:gd name="connsiteX0" fmla="*/ 2574272 w 2574271"/>
              <a:gd name="connsiteY0" fmla="*/ 0 h 166082"/>
              <a:gd name="connsiteX1" fmla="*/ 0 w 2574271"/>
              <a:gd name="connsiteY1" fmla="*/ 157675 h 166082"/>
              <a:gd name="connsiteX2" fmla="*/ 1744 w 2574271"/>
              <a:gd name="connsiteY2" fmla="*/ 166083 h 166082"/>
              <a:gd name="connsiteX3" fmla="*/ 2566345 w 2574271"/>
              <a:gd name="connsiteY3" fmla="*/ 9042 h 166082"/>
              <a:gd name="connsiteX4" fmla="*/ 2574113 w 2574271"/>
              <a:gd name="connsiteY4" fmla="*/ 0 h 1660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74271" h="166082">
                <a:moveTo>
                  <a:pt x="2574272" y="0"/>
                </a:moveTo>
                <a:lnTo>
                  <a:pt x="0" y="157675"/>
                </a:lnTo>
                <a:cubicBezTo>
                  <a:pt x="476" y="160531"/>
                  <a:pt x="1744" y="163069"/>
                  <a:pt x="1744" y="166083"/>
                </a:cubicBezTo>
                <a:lnTo>
                  <a:pt x="2566345" y="9042"/>
                </a:lnTo>
                <a:lnTo>
                  <a:pt x="2574113" y="0"/>
                </a:lnTo>
                <a:close/>
              </a:path>
            </a:pathLst>
          </a:custGeom>
          <a:solidFill>
            <a:srgbClr val="FF7D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4" name="Freeform 323">
            <a:extLst>
              <a:ext uri="{FF2B5EF4-FFF2-40B4-BE49-F238E27FC236}">
                <a16:creationId xmlns:a16="http://schemas.microsoft.com/office/drawing/2014/main" id="{9100D9D5-A308-9F34-F7F9-EC7E49869CA0}"/>
              </a:ext>
            </a:extLst>
          </p:cNvPr>
          <p:cNvSpPr/>
          <p:nvPr userDrawn="1"/>
        </p:nvSpPr>
        <p:spPr>
          <a:xfrm>
            <a:off x="10486467" y="3064162"/>
            <a:ext cx="10464" cy="45719"/>
          </a:xfrm>
          <a:custGeom>
            <a:avLst/>
            <a:gdLst>
              <a:gd name="connsiteX0" fmla="*/ 10464 w 10464"/>
              <a:gd name="connsiteY0" fmla="*/ 0 h 9200"/>
              <a:gd name="connsiteX1" fmla="*/ 1903 w 10464"/>
              <a:gd name="connsiteY1" fmla="*/ 476 h 9200"/>
              <a:gd name="connsiteX2" fmla="*/ 0 w 10464"/>
              <a:gd name="connsiteY2" fmla="*/ 9200 h 9200"/>
              <a:gd name="connsiteX3" fmla="*/ 8562 w 10464"/>
              <a:gd name="connsiteY3" fmla="*/ 8725 h 9200"/>
              <a:gd name="connsiteX4" fmla="*/ 10464 w 10464"/>
              <a:gd name="connsiteY4" fmla="*/ 0 h 9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464" h="9200">
                <a:moveTo>
                  <a:pt x="10464" y="0"/>
                </a:moveTo>
                <a:lnTo>
                  <a:pt x="1903" y="476"/>
                </a:lnTo>
                <a:lnTo>
                  <a:pt x="0" y="9200"/>
                </a:lnTo>
                <a:lnTo>
                  <a:pt x="8562" y="8725"/>
                </a:lnTo>
                <a:lnTo>
                  <a:pt x="10464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5" name="Freeform 324">
            <a:extLst>
              <a:ext uri="{FF2B5EF4-FFF2-40B4-BE49-F238E27FC236}">
                <a16:creationId xmlns:a16="http://schemas.microsoft.com/office/drawing/2014/main" id="{A82F65CC-D9D6-3391-4923-F4BAA4B253CD}"/>
              </a:ext>
            </a:extLst>
          </p:cNvPr>
          <p:cNvSpPr/>
          <p:nvPr userDrawn="1"/>
        </p:nvSpPr>
        <p:spPr>
          <a:xfrm>
            <a:off x="10736016" y="2694087"/>
            <a:ext cx="196910" cy="248072"/>
          </a:xfrm>
          <a:custGeom>
            <a:avLst/>
            <a:gdLst>
              <a:gd name="connsiteX0" fmla="*/ 4597 w 196910"/>
              <a:gd name="connsiteY0" fmla="*/ 0 h 288067"/>
              <a:gd name="connsiteX1" fmla="*/ 0 w 196910"/>
              <a:gd name="connsiteY1" fmla="*/ 3172 h 288067"/>
              <a:gd name="connsiteX2" fmla="*/ 189776 w 196910"/>
              <a:gd name="connsiteY2" fmla="*/ 288067 h 288067"/>
              <a:gd name="connsiteX3" fmla="*/ 196911 w 196910"/>
              <a:gd name="connsiteY3" fmla="*/ 283308 h 288067"/>
              <a:gd name="connsiteX4" fmla="*/ 29171 w 196910"/>
              <a:gd name="connsiteY4" fmla="*/ 31567 h 288067"/>
              <a:gd name="connsiteX5" fmla="*/ 4597 w 196910"/>
              <a:gd name="connsiteY5" fmla="*/ 159 h 2880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96910" h="288067">
                <a:moveTo>
                  <a:pt x="4597" y="0"/>
                </a:moveTo>
                <a:cubicBezTo>
                  <a:pt x="3012" y="1110"/>
                  <a:pt x="1585" y="2221"/>
                  <a:pt x="0" y="3172"/>
                </a:cubicBezTo>
                <a:lnTo>
                  <a:pt x="189776" y="288067"/>
                </a:lnTo>
                <a:cubicBezTo>
                  <a:pt x="192155" y="286322"/>
                  <a:pt x="194374" y="284736"/>
                  <a:pt x="196911" y="283308"/>
                </a:cubicBezTo>
                <a:lnTo>
                  <a:pt x="29171" y="31567"/>
                </a:lnTo>
                <a:lnTo>
                  <a:pt x="4597" y="15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6" name="Freeform 325">
            <a:extLst>
              <a:ext uri="{FF2B5EF4-FFF2-40B4-BE49-F238E27FC236}">
                <a16:creationId xmlns:a16="http://schemas.microsoft.com/office/drawing/2014/main" id="{1AAE5FB1-6004-20E8-4B90-354E28ABB830}"/>
              </a:ext>
            </a:extLst>
          </p:cNvPr>
          <p:cNvSpPr/>
          <p:nvPr userDrawn="1"/>
        </p:nvSpPr>
        <p:spPr>
          <a:xfrm>
            <a:off x="10968440" y="2937103"/>
            <a:ext cx="1109" cy="45719"/>
          </a:xfrm>
          <a:custGeom>
            <a:avLst/>
            <a:gdLst>
              <a:gd name="connsiteX0" fmla="*/ 1110 w 1109"/>
              <a:gd name="connsiteY0" fmla="*/ 1269 h 12373"/>
              <a:gd name="connsiteX1" fmla="*/ 0 w 1109"/>
              <a:gd name="connsiteY1" fmla="*/ 0 h 12373"/>
              <a:gd name="connsiteX2" fmla="*/ 634 w 1109"/>
              <a:gd name="connsiteY2" fmla="*/ 12373 h 12373"/>
              <a:gd name="connsiteX3" fmla="*/ 634 w 1109"/>
              <a:gd name="connsiteY3" fmla="*/ 12373 h 12373"/>
              <a:gd name="connsiteX4" fmla="*/ 1110 w 1109"/>
              <a:gd name="connsiteY4" fmla="*/ 1269 h 12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09" h="12373">
                <a:moveTo>
                  <a:pt x="1110" y="1269"/>
                </a:moveTo>
                <a:lnTo>
                  <a:pt x="0" y="0"/>
                </a:lnTo>
                <a:lnTo>
                  <a:pt x="634" y="12373"/>
                </a:lnTo>
                <a:lnTo>
                  <a:pt x="634" y="12373"/>
                </a:lnTo>
                <a:lnTo>
                  <a:pt x="1110" y="126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7" name="Freeform 326">
            <a:extLst>
              <a:ext uri="{FF2B5EF4-FFF2-40B4-BE49-F238E27FC236}">
                <a16:creationId xmlns:a16="http://schemas.microsoft.com/office/drawing/2014/main" id="{F7EDAC8D-8E51-90DB-83DD-B54B71F75C55}"/>
              </a:ext>
            </a:extLst>
          </p:cNvPr>
          <p:cNvSpPr/>
          <p:nvPr userDrawn="1"/>
        </p:nvSpPr>
        <p:spPr>
          <a:xfrm>
            <a:off x="10978587" y="2949158"/>
            <a:ext cx="24574" cy="45719"/>
          </a:xfrm>
          <a:custGeom>
            <a:avLst/>
            <a:gdLst>
              <a:gd name="connsiteX0" fmla="*/ 793 w 24574"/>
              <a:gd name="connsiteY0" fmla="*/ 0 h 26490"/>
              <a:gd name="connsiteX1" fmla="*/ 0 w 24574"/>
              <a:gd name="connsiteY1" fmla="*/ 11262 h 26490"/>
              <a:gd name="connsiteX2" fmla="*/ 8245 w 24574"/>
              <a:gd name="connsiteY2" fmla="*/ 20622 h 26490"/>
              <a:gd name="connsiteX3" fmla="*/ 24574 w 24574"/>
              <a:gd name="connsiteY3" fmla="*/ 26491 h 26490"/>
              <a:gd name="connsiteX4" fmla="*/ 19342 w 24574"/>
              <a:gd name="connsiteY4" fmla="*/ 20463 h 26490"/>
              <a:gd name="connsiteX5" fmla="*/ 793 w 24574"/>
              <a:gd name="connsiteY5" fmla="*/ 159 h 264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4574" h="26490">
                <a:moveTo>
                  <a:pt x="793" y="0"/>
                </a:moveTo>
                <a:lnTo>
                  <a:pt x="0" y="11262"/>
                </a:lnTo>
                <a:lnTo>
                  <a:pt x="8245" y="20622"/>
                </a:lnTo>
                <a:cubicBezTo>
                  <a:pt x="13952" y="22049"/>
                  <a:pt x="19501" y="23635"/>
                  <a:pt x="24574" y="26491"/>
                </a:cubicBezTo>
                <a:lnTo>
                  <a:pt x="19342" y="20463"/>
                </a:lnTo>
                <a:lnTo>
                  <a:pt x="793" y="15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8" name="Freeform 327">
            <a:extLst>
              <a:ext uri="{FF2B5EF4-FFF2-40B4-BE49-F238E27FC236}">
                <a16:creationId xmlns:a16="http://schemas.microsoft.com/office/drawing/2014/main" id="{CA132449-BC87-1736-B73C-790FB8802EEC}"/>
              </a:ext>
            </a:extLst>
          </p:cNvPr>
          <p:cNvSpPr/>
          <p:nvPr userDrawn="1"/>
        </p:nvSpPr>
        <p:spPr>
          <a:xfrm>
            <a:off x="10799750" y="2751509"/>
            <a:ext cx="160288" cy="161465"/>
          </a:xfrm>
          <a:custGeom>
            <a:avLst/>
            <a:gdLst>
              <a:gd name="connsiteX0" fmla="*/ 49783 w 160288"/>
              <a:gd name="connsiteY0" fmla="*/ 61230 h 187497"/>
              <a:gd name="connsiteX1" fmla="*/ 160288 w 160288"/>
              <a:gd name="connsiteY1" fmla="*/ 187497 h 187497"/>
              <a:gd name="connsiteX2" fmla="*/ 159653 w 160288"/>
              <a:gd name="connsiteY2" fmla="*/ 175600 h 187497"/>
              <a:gd name="connsiteX3" fmla="*/ 0 w 160288"/>
              <a:gd name="connsiteY3" fmla="*/ 0 h 187497"/>
              <a:gd name="connsiteX4" fmla="*/ 49783 w 160288"/>
              <a:gd name="connsiteY4" fmla="*/ 61230 h 1874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0288" h="187497">
                <a:moveTo>
                  <a:pt x="49783" y="61230"/>
                </a:moveTo>
                <a:lnTo>
                  <a:pt x="160288" y="187497"/>
                </a:lnTo>
                <a:lnTo>
                  <a:pt x="159653" y="175600"/>
                </a:lnTo>
                <a:lnTo>
                  <a:pt x="0" y="0"/>
                </a:lnTo>
                <a:lnTo>
                  <a:pt x="49783" y="6123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9" name="Freeform 328">
            <a:extLst>
              <a:ext uri="{FF2B5EF4-FFF2-40B4-BE49-F238E27FC236}">
                <a16:creationId xmlns:a16="http://schemas.microsoft.com/office/drawing/2014/main" id="{0B22135D-D0E6-5842-305D-9F0331BBBEB9}"/>
              </a:ext>
            </a:extLst>
          </p:cNvPr>
          <p:cNvSpPr/>
          <p:nvPr userDrawn="1"/>
        </p:nvSpPr>
        <p:spPr>
          <a:xfrm>
            <a:off x="11037565" y="3014990"/>
            <a:ext cx="560927" cy="556522"/>
          </a:xfrm>
          <a:custGeom>
            <a:avLst/>
            <a:gdLst>
              <a:gd name="connsiteX0" fmla="*/ 189618 w 560927"/>
              <a:gd name="connsiteY0" fmla="*/ 216685 h 646247"/>
              <a:gd name="connsiteX1" fmla="*/ 0 w 560927"/>
              <a:gd name="connsiteY1" fmla="*/ 0 h 646247"/>
              <a:gd name="connsiteX2" fmla="*/ 3330 w 560927"/>
              <a:gd name="connsiteY2" fmla="*/ 16656 h 646247"/>
              <a:gd name="connsiteX3" fmla="*/ 182801 w 560927"/>
              <a:gd name="connsiteY3" fmla="*/ 221920 h 646247"/>
              <a:gd name="connsiteX4" fmla="*/ 188350 w 560927"/>
              <a:gd name="connsiteY4" fmla="*/ 228265 h 646247"/>
              <a:gd name="connsiteX5" fmla="*/ 517963 w 560927"/>
              <a:gd name="connsiteY5" fmla="*/ 605322 h 646247"/>
              <a:gd name="connsiteX6" fmla="*/ 553793 w 560927"/>
              <a:gd name="connsiteY6" fmla="*/ 646247 h 646247"/>
              <a:gd name="connsiteX7" fmla="*/ 560927 w 560927"/>
              <a:gd name="connsiteY7" fmla="*/ 641489 h 646247"/>
              <a:gd name="connsiteX8" fmla="*/ 195009 w 560927"/>
              <a:gd name="connsiteY8" fmla="*/ 223030 h 646247"/>
              <a:gd name="connsiteX9" fmla="*/ 189460 w 560927"/>
              <a:gd name="connsiteY9" fmla="*/ 216685 h 6462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60927" h="646247">
                <a:moveTo>
                  <a:pt x="189618" y="216685"/>
                </a:moveTo>
                <a:lnTo>
                  <a:pt x="0" y="0"/>
                </a:lnTo>
                <a:cubicBezTo>
                  <a:pt x="1902" y="5235"/>
                  <a:pt x="2696" y="10945"/>
                  <a:pt x="3330" y="16656"/>
                </a:cubicBezTo>
                <a:lnTo>
                  <a:pt x="182801" y="221920"/>
                </a:lnTo>
                <a:lnTo>
                  <a:pt x="188350" y="228265"/>
                </a:lnTo>
                <a:lnTo>
                  <a:pt x="517963" y="605322"/>
                </a:lnTo>
                <a:lnTo>
                  <a:pt x="553793" y="646247"/>
                </a:lnTo>
                <a:cubicBezTo>
                  <a:pt x="555854" y="644185"/>
                  <a:pt x="558707" y="643233"/>
                  <a:pt x="560927" y="641489"/>
                </a:cubicBezTo>
                <a:lnTo>
                  <a:pt x="195009" y="223030"/>
                </a:lnTo>
                <a:lnTo>
                  <a:pt x="189460" y="216685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30" name="Freeform 329">
            <a:extLst>
              <a:ext uri="{FF2B5EF4-FFF2-40B4-BE49-F238E27FC236}">
                <a16:creationId xmlns:a16="http://schemas.microsoft.com/office/drawing/2014/main" id="{4E9B83BA-8927-D3F8-74C5-0C77917EA901}"/>
              </a:ext>
            </a:extLst>
          </p:cNvPr>
          <p:cNvSpPr/>
          <p:nvPr userDrawn="1"/>
        </p:nvSpPr>
        <p:spPr>
          <a:xfrm>
            <a:off x="10748699" y="2685996"/>
            <a:ext cx="210704" cy="207637"/>
          </a:xfrm>
          <a:custGeom>
            <a:avLst/>
            <a:gdLst>
              <a:gd name="connsiteX0" fmla="*/ 0 w 210704"/>
              <a:gd name="connsiteY0" fmla="*/ 2538 h 241113"/>
              <a:gd name="connsiteX1" fmla="*/ 51051 w 210704"/>
              <a:gd name="connsiteY1" fmla="*/ 65513 h 241113"/>
              <a:gd name="connsiteX2" fmla="*/ 210704 w 210704"/>
              <a:gd name="connsiteY2" fmla="*/ 241113 h 241113"/>
              <a:gd name="connsiteX3" fmla="*/ 210070 w 210704"/>
              <a:gd name="connsiteY3" fmla="*/ 227630 h 241113"/>
              <a:gd name="connsiteX4" fmla="*/ 3171 w 210704"/>
              <a:gd name="connsiteY4" fmla="*/ 0 h 241113"/>
              <a:gd name="connsiteX5" fmla="*/ 0 w 210704"/>
              <a:gd name="connsiteY5" fmla="*/ 2538 h 2411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10704" h="241113">
                <a:moveTo>
                  <a:pt x="0" y="2538"/>
                </a:moveTo>
                <a:lnTo>
                  <a:pt x="51051" y="65513"/>
                </a:lnTo>
                <a:lnTo>
                  <a:pt x="210704" y="241113"/>
                </a:lnTo>
                <a:lnTo>
                  <a:pt x="210070" y="227630"/>
                </a:lnTo>
                <a:lnTo>
                  <a:pt x="3171" y="0"/>
                </a:lnTo>
                <a:cubicBezTo>
                  <a:pt x="2220" y="952"/>
                  <a:pt x="951" y="1586"/>
                  <a:pt x="0" y="2538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31" name="Freeform 330">
            <a:extLst>
              <a:ext uri="{FF2B5EF4-FFF2-40B4-BE49-F238E27FC236}">
                <a16:creationId xmlns:a16="http://schemas.microsoft.com/office/drawing/2014/main" id="{73674F8C-0977-9293-F7ED-1325B78B93A6}"/>
              </a:ext>
            </a:extLst>
          </p:cNvPr>
          <p:cNvSpPr/>
          <p:nvPr userDrawn="1"/>
        </p:nvSpPr>
        <p:spPr>
          <a:xfrm>
            <a:off x="11705668" y="3741185"/>
            <a:ext cx="296159" cy="280446"/>
          </a:xfrm>
          <a:custGeom>
            <a:avLst/>
            <a:gdLst>
              <a:gd name="connsiteX0" fmla="*/ 218156 w 296159"/>
              <a:gd name="connsiteY0" fmla="*/ 247459 h 325661"/>
              <a:gd name="connsiteX1" fmla="*/ 289183 w 296159"/>
              <a:gd name="connsiteY1" fmla="*/ 325662 h 325661"/>
              <a:gd name="connsiteX2" fmla="*/ 296159 w 296159"/>
              <a:gd name="connsiteY2" fmla="*/ 320586 h 325661"/>
              <a:gd name="connsiteX3" fmla="*/ 4756 w 296159"/>
              <a:gd name="connsiteY3" fmla="*/ 0 h 325661"/>
              <a:gd name="connsiteX4" fmla="*/ 0 w 296159"/>
              <a:gd name="connsiteY4" fmla="*/ 7614 h 325661"/>
              <a:gd name="connsiteX5" fmla="*/ 217997 w 296159"/>
              <a:gd name="connsiteY5" fmla="*/ 247459 h 3256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96159" h="325661">
                <a:moveTo>
                  <a:pt x="218156" y="247459"/>
                </a:moveTo>
                <a:lnTo>
                  <a:pt x="289183" y="325662"/>
                </a:lnTo>
                <a:cubicBezTo>
                  <a:pt x="291244" y="323600"/>
                  <a:pt x="293939" y="322489"/>
                  <a:pt x="296159" y="320586"/>
                </a:cubicBezTo>
                <a:lnTo>
                  <a:pt x="4756" y="0"/>
                </a:lnTo>
                <a:cubicBezTo>
                  <a:pt x="3646" y="2855"/>
                  <a:pt x="1585" y="4917"/>
                  <a:pt x="0" y="7614"/>
                </a:cubicBezTo>
                <a:lnTo>
                  <a:pt x="217997" y="24745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32" name="Freeform 331">
            <a:extLst>
              <a:ext uri="{FF2B5EF4-FFF2-40B4-BE49-F238E27FC236}">
                <a16:creationId xmlns:a16="http://schemas.microsoft.com/office/drawing/2014/main" id="{F3F480B8-2EBC-FACC-9917-B6E8B3D54B17}"/>
              </a:ext>
            </a:extLst>
          </p:cNvPr>
          <p:cNvSpPr/>
          <p:nvPr userDrawn="1"/>
        </p:nvSpPr>
        <p:spPr>
          <a:xfrm>
            <a:off x="10979380" y="2937262"/>
            <a:ext cx="643370" cy="610753"/>
          </a:xfrm>
          <a:custGeom>
            <a:avLst/>
            <a:gdLst>
              <a:gd name="connsiteX0" fmla="*/ 259694 w 643370"/>
              <a:gd name="connsiteY0" fmla="*/ 284894 h 709222"/>
              <a:gd name="connsiteX1" fmla="*/ 64210 w 643370"/>
              <a:gd name="connsiteY1" fmla="*/ 69796 h 709222"/>
              <a:gd name="connsiteX2" fmla="*/ 58344 w 643370"/>
              <a:gd name="connsiteY2" fmla="*/ 63292 h 709222"/>
              <a:gd name="connsiteX3" fmla="*/ 55966 w 643370"/>
              <a:gd name="connsiteY3" fmla="*/ 60754 h 709222"/>
              <a:gd name="connsiteX4" fmla="*/ 50258 w 643370"/>
              <a:gd name="connsiteY4" fmla="*/ 54409 h 709222"/>
              <a:gd name="connsiteX5" fmla="*/ 793 w 643370"/>
              <a:gd name="connsiteY5" fmla="*/ 0 h 709222"/>
              <a:gd name="connsiteX6" fmla="*/ 0 w 643370"/>
              <a:gd name="connsiteY6" fmla="*/ 11897 h 709222"/>
              <a:gd name="connsiteX7" fmla="*/ 18549 w 643370"/>
              <a:gd name="connsiteY7" fmla="*/ 32201 h 709222"/>
              <a:gd name="connsiteX8" fmla="*/ 24415 w 643370"/>
              <a:gd name="connsiteY8" fmla="*/ 38546 h 709222"/>
              <a:gd name="connsiteX9" fmla="*/ 57869 w 643370"/>
              <a:gd name="connsiteY9" fmla="*/ 75348 h 709222"/>
              <a:gd name="connsiteX10" fmla="*/ 253036 w 643370"/>
              <a:gd name="connsiteY10" fmla="*/ 290129 h 709222"/>
              <a:gd name="connsiteX11" fmla="*/ 258743 w 643370"/>
              <a:gd name="connsiteY11" fmla="*/ 296316 h 709222"/>
              <a:gd name="connsiteX12" fmla="*/ 634016 w 643370"/>
              <a:gd name="connsiteY12" fmla="*/ 709222 h 709222"/>
              <a:gd name="connsiteX13" fmla="*/ 643370 w 643370"/>
              <a:gd name="connsiteY13" fmla="*/ 706843 h 709222"/>
              <a:gd name="connsiteX14" fmla="*/ 265560 w 643370"/>
              <a:gd name="connsiteY14" fmla="*/ 290922 h 709222"/>
              <a:gd name="connsiteX15" fmla="*/ 259853 w 643370"/>
              <a:gd name="connsiteY15" fmla="*/ 284736 h 7092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643370" h="709222">
                <a:moveTo>
                  <a:pt x="259694" y="284894"/>
                </a:moveTo>
                <a:lnTo>
                  <a:pt x="64210" y="69796"/>
                </a:lnTo>
                <a:lnTo>
                  <a:pt x="58344" y="63292"/>
                </a:lnTo>
                <a:lnTo>
                  <a:pt x="55966" y="60754"/>
                </a:lnTo>
                <a:lnTo>
                  <a:pt x="50258" y="54409"/>
                </a:lnTo>
                <a:lnTo>
                  <a:pt x="793" y="0"/>
                </a:lnTo>
                <a:lnTo>
                  <a:pt x="0" y="11897"/>
                </a:lnTo>
                <a:lnTo>
                  <a:pt x="18549" y="32201"/>
                </a:lnTo>
                <a:lnTo>
                  <a:pt x="24415" y="38546"/>
                </a:lnTo>
                <a:cubicBezTo>
                  <a:pt x="39477" y="46795"/>
                  <a:pt x="51527" y="59326"/>
                  <a:pt x="57869" y="75348"/>
                </a:cubicBezTo>
                <a:lnTo>
                  <a:pt x="253036" y="290129"/>
                </a:lnTo>
                <a:lnTo>
                  <a:pt x="258743" y="296316"/>
                </a:lnTo>
                <a:lnTo>
                  <a:pt x="634016" y="709222"/>
                </a:lnTo>
                <a:cubicBezTo>
                  <a:pt x="636869" y="707953"/>
                  <a:pt x="640199" y="707636"/>
                  <a:pt x="643370" y="706843"/>
                </a:cubicBezTo>
                <a:lnTo>
                  <a:pt x="265560" y="290922"/>
                </a:lnTo>
                <a:lnTo>
                  <a:pt x="259853" y="284736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7" name="Freeform 356">
            <a:extLst>
              <a:ext uri="{FF2B5EF4-FFF2-40B4-BE49-F238E27FC236}">
                <a16:creationId xmlns:a16="http://schemas.microsoft.com/office/drawing/2014/main" id="{5F08E033-CC72-6CC1-1664-C53B24DE9316}"/>
              </a:ext>
            </a:extLst>
          </p:cNvPr>
          <p:cNvSpPr/>
          <p:nvPr userDrawn="1"/>
        </p:nvSpPr>
        <p:spPr>
          <a:xfrm>
            <a:off x="10967806" y="2923619"/>
            <a:ext cx="2218" cy="45719"/>
          </a:xfrm>
          <a:custGeom>
            <a:avLst/>
            <a:gdLst>
              <a:gd name="connsiteX0" fmla="*/ 2219 w 2218"/>
              <a:gd name="connsiteY0" fmla="*/ 2538 h 14752"/>
              <a:gd name="connsiteX1" fmla="*/ 0 w 2218"/>
              <a:gd name="connsiteY1" fmla="*/ 0 h 14752"/>
              <a:gd name="connsiteX2" fmla="*/ 634 w 2218"/>
              <a:gd name="connsiteY2" fmla="*/ 13483 h 14752"/>
              <a:gd name="connsiteX3" fmla="*/ 1744 w 2218"/>
              <a:gd name="connsiteY3" fmla="*/ 14752 h 14752"/>
              <a:gd name="connsiteX4" fmla="*/ 2219 w 2218"/>
              <a:gd name="connsiteY4" fmla="*/ 2538 h 147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18" h="14752">
                <a:moveTo>
                  <a:pt x="2219" y="2538"/>
                </a:moveTo>
                <a:lnTo>
                  <a:pt x="0" y="0"/>
                </a:lnTo>
                <a:lnTo>
                  <a:pt x="634" y="13483"/>
                </a:lnTo>
                <a:lnTo>
                  <a:pt x="1744" y="14752"/>
                </a:lnTo>
                <a:lnTo>
                  <a:pt x="2219" y="2538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8" name="Freeform 357">
            <a:extLst>
              <a:ext uri="{FF2B5EF4-FFF2-40B4-BE49-F238E27FC236}">
                <a16:creationId xmlns:a16="http://schemas.microsoft.com/office/drawing/2014/main" id="{D7573E38-2745-5545-F9D2-E46A1181080C}"/>
              </a:ext>
            </a:extLst>
          </p:cNvPr>
          <p:cNvSpPr/>
          <p:nvPr userDrawn="1"/>
        </p:nvSpPr>
        <p:spPr>
          <a:xfrm>
            <a:off x="11038516" y="3048301"/>
            <a:ext cx="533340" cy="572367"/>
          </a:xfrm>
          <a:custGeom>
            <a:avLst/>
            <a:gdLst>
              <a:gd name="connsiteX0" fmla="*/ 300123 w 533340"/>
              <a:gd name="connsiteY0" fmla="*/ 366746 h 664647"/>
              <a:gd name="connsiteX1" fmla="*/ 300123 w 533340"/>
              <a:gd name="connsiteY1" fmla="*/ 366746 h 664647"/>
              <a:gd name="connsiteX2" fmla="*/ 248280 w 533340"/>
              <a:gd name="connsiteY2" fmla="*/ 302819 h 664647"/>
              <a:gd name="connsiteX3" fmla="*/ 171228 w 533340"/>
              <a:gd name="connsiteY3" fmla="*/ 208119 h 664647"/>
              <a:gd name="connsiteX4" fmla="*/ 165837 w 533340"/>
              <a:gd name="connsiteY4" fmla="*/ 201615 h 664647"/>
              <a:gd name="connsiteX5" fmla="*/ 2220 w 533340"/>
              <a:gd name="connsiteY5" fmla="*/ 0 h 664647"/>
              <a:gd name="connsiteX6" fmla="*/ 0 w 533340"/>
              <a:gd name="connsiteY6" fmla="*/ 10787 h 664647"/>
              <a:gd name="connsiteX7" fmla="*/ 159178 w 533340"/>
              <a:gd name="connsiteY7" fmla="*/ 206850 h 664647"/>
              <a:gd name="connsiteX8" fmla="*/ 164568 w 533340"/>
              <a:gd name="connsiteY8" fmla="*/ 213354 h 664647"/>
              <a:gd name="connsiteX9" fmla="*/ 189777 w 533340"/>
              <a:gd name="connsiteY9" fmla="*/ 244286 h 664647"/>
              <a:gd name="connsiteX10" fmla="*/ 241621 w 533340"/>
              <a:gd name="connsiteY10" fmla="*/ 308054 h 664647"/>
              <a:gd name="connsiteX11" fmla="*/ 241621 w 533340"/>
              <a:gd name="connsiteY11" fmla="*/ 308054 h 664647"/>
              <a:gd name="connsiteX12" fmla="*/ 519865 w 533340"/>
              <a:gd name="connsiteY12" fmla="*/ 650847 h 664647"/>
              <a:gd name="connsiteX13" fmla="*/ 527475 w 533340"/>
              <a:gd name="connsiteY13" fmla="*/ 660206 h 664647"/>
              <a:gd name="connsiteX14" fmla="*/ 531121 w 533340"/>
              <a:gd name="connsiteY14" fmla="*/ 664648 h 664647"/>
              <a:gd name="connsiteX15" fmla="*/ 533341 w 533340"/>
              <a:gd name="connsiteY15" fmla="*/ 653861 h 664647"/>
              <a:gd name="connsiteX16" fmla="*/ 531914 w 533340"/>
              <a:gd name="connsiteY16" fmla="*/ 652275 h 664647"/>
              <a:gd name="connsiteX17" fmla="*/ 299965 w 533340"/>
              <a:gd name="connsiteY17" fmla="*/ 366588 h 6646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533340" h="664647">
                <a:moveTo>
                  <a:pt x="300123" y="366746"/>
                </a:moveTo>
                <a:lnTo>
                  <a:pt x="300123" y="366746"/>
                </a:lnTo>
                <a:cubicBezTo>
                  <a:pt x="300123" y="366746"/>
                  <a:pt x="248280" y="302819"/>
                  <a:pt x="248280" y="302819"/>
                </a:cubicBezTo>
                <a:lnTo>
                  <a:pt x="171228" y="208119"/>
                </a:lnTo>
                <a:lnTo>
                  <a:pt x="165837" y="201615"/>
                </a:lnTo>
                <a:lnTo>
                  <a:pt x="2220" y="0"/>
                </a:lnTo>
                <a:cubicBezTo>
                  <a:pt x="1745" y="3807"/>
                  <a:pt x="951" y="7297"/>
                  <a:pt x="0" y="10787"/>
                </a:cubicBezTo>
                <a:lnTo>
                  <a:pt x="159178" y="206850"/>
                </a:lnTo>
                <a:lnTo>
                  <a:pt x="164568" y="213354"/>
                </a:lnTo>
                <a:lnTo>
                  <a:pt x="189777" y="244286"/>
                </a:lnTo>
                <a:lnTo>
                  <a:pt x="241621" y="308054"/>
                </a:lnTo>
                <a:lnTo>
                  <a:pt x="241621" y="308054"/>
                </a:lnTo>
                <a:cubicBezTo>
                  <a:pt x="241621" y="308054"/>
                  <a:pt x="519865" y="650847"/>
                  <a:pt x="519865" y="650847"/>
                </a:cubicBezTo>
                <a:lnTo>
                  <a:pt x="527475" y="660206"/>
                </a:lnTo>
                <a:lnTo>
                  <a:pt x="531121" y="664648"/>
                </a:lnTo>
                <a:cubicBezTo>
                  <a:pt x="531121" y="660841"/>
                  <a:pt x="532707" y="657510"/>
                  <a:pt x="533341" y="653861"/>
                </a:cubicBezTo>
                <a:lnTo>
                  <a:pt x="531914" y="652275"/>
                </a:lnTo>
                <a:lnTo>
                  <a:pt x="299965" y="366588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61" name="Freeform 360">
            <a:extLst>
              <a:ext uri="{FF2B5EF4-FFF2-40B4-BE49-F238E27FC236}">
                <a16:creationId xmlns:a16="http://schemas.microsoft.com/office/drawing/2014/main" id="{4BC06C7E-FAF3-E793-5E47-5F62FE3BB42D}"/>
              </a:ext>
            </a:extLst>
          </p:cNvPr>
          <p:cNvSpPr/>
          <p:nvPr userDrawn="1"/>
        </p:nvSpPr>
        <p:spPr>
          <a:xfrm>
            <a:off x="11626872" y="3783538"/>
            <a:ext cx="530962" cy="563079"/>
          </a:xfrm>
          <a:custGeom>
            <a:avLst/>
            <a:gdLst>
              <a:gd name="connsiteX0" fmla="*/ 296634 w 530962"/>
              <a:gd name="connsiteY0" fmla="*/ 351677 h 653861"/>
              <a:gd name="connsiteX1" fmla="*/ 277134 w 530962"/>
              <a:gd name="connsiteY1" fmla="*/ 327724 h 653861"/>
              <a:gd name="connsiteX2" fmla="*/ 269841 w 530962"/>
              <a:gd name="connsiteY2" fmla="*/ 318682 h 653861"/>
              <a:gd name="connsiteX3" fmla="*/ 13158 w 530962"/>
              <a:gd name="connsiteY3" fmla="*/ 2697 h 653861"/>
              <a:gd name="connsiteX4" fmla="*/ 0 w 530962"/>
              <a:gd name="connsiteY4" fmla="*/ 0 h 653861"/>
              <a:gd name="connsiteX5" fmla="*/ 257950 w 530962"/>
              <a:gd name="connsiteY5" fmla="*/ 317731 h 653861"/>
              <a:gd name="connsiteX6" fmla="*/ 265243 w 530962"/>
              <a:gd name="connsiteY6" fmla="*/ 326772 h 653861"/>
              <a:gd name="connsiteX7" fmla="*/ 286805 w 530962"/>
              <a:gd name="connsiteY7" fmla="*/ 353263 h 653861"/>
              <a:gd name="connsiteX8" fmla="*/ 292988 w 530962"/>
              <a:gd name="connsiteY8" fmla="*/ 360877 h 653861"/>
              <a:gd name="connsiteX9" fmla="*/ 530962 w 530962"/>
              <a:gd name="connsiteY9" fmla="*/ 653862 h 653861"/>
              <a:gd name="connsiteX10" fmla="*/ 530962 w 530962"/>
              <a:gd name="connsiteY10" fmla="*/ 640378 h 653861"/>
              <a:gd name="connsiteX11" fmla="*/ 302659 w 530962"/>
              <a:gd name="connsiteY11" fmla="*/ 359132 h 653861"/>
              <a:gd name="connsiteX12" fmla="*/ 296476 w 530962"/>
              <a:gd name="connsiteY12" fmla="*/ 351518 h 6538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530962" h="653861">
                <a:moveTo>
                  <a:pt x="296634" y="351677"/>
                </a:moveTo>
                <a:lnTo>
                  <a:pt x="277134" y="327724"/>
                </a:lnTo>
                <a:lnTo>
                  <a:pt x="269841" y="318682"/>
                </a:lnTo>
                <a:lnTo>
                  <a:pt x="13158" y="2697"/>
                </a:lnTo>
                <a:cubicBezTo>
                  <a:pt x="8561" y="2538"/>
                  <a:pt x="4439" y="952"/>
                  <a:pt x="0" y="0"/>
                </a:cubicBezTo>
                <a:lnTo>
                  <a:pt x="257950" y="317731"/>
                </a:lnTo>
                <a:lnTo>
                  <a:pt x="265243" y="326772"/>
                </a:lnTo>
                <a:lnTo>
                  <a:pt x="286805" y="353263"/>
                </a:lnTo>
                <a:lnTo>
                  <a:pt x="292988" y="360877"/>
                </a:lnTo>
                <a:lnTo>
                  <a:pt x="530962" y="653862"/>
                </a:lnTo>
                <a:lnTo>
                  <a:pt x="530962" y="640378"/>
                </a:lnTo>
                <a:lnTo>
                  <a:pt x="302659" y="359132"/>
                </a:lnTo>
                <a:lnTo>
                  <a:pt x="296476" y="351518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63" name="Freeform 362">
            <a:extLst>
              <a:ext uri="{FF2B5EF4-FFF2-40B4-BE49-F238E27FC236}">
                <a16:creationId xmlns:a16="http://schemas.microsoft.com/office/drawing/2014/main" id="{5DE25169-36F4-FF40-9A5A-01D384655182}"/>
              </a:ext>
            </a:extLst>
          </p:cNvPr>
          <p:cNvSpPr/>
          <p:nvPr userDrawn="1"/>
        </p:nvSpPr>
        <p:spPr>
          <a:xfrm>
            <a:off x="10747589" y="2688534"/>
            <a:ext cx="213557" cy="235777"/>
          </a:xfrm>
          <a:custGeom>
            <a:avLst/>
            <a:gdLst>
              <a:gd name="connsiteX0" fmla="*/ 52160 w 213557"/>
              <a:gd name="connsiteY0" fmla="*/ 62975 h 273790"/>
              <a:gd name="connsiteX1" fmla="*/ 1110 w 213557"/>
              <a:gd name="connsiteY1" fmla="*/ 0 h 273790"/>
              <a:gd name="connsiteX2" fmla="*/ 0 w 213557"/>
              <a:gd name="connsiteY2" fmla="*/ 793 h 273790"/>
              <a:gd name="connsiteX3" fmla="*/ 213558 w 213557"/>
              <a:gd name="connsiteY3" fmla="*/ 273791 h 273790"/>
              <a:gd name="connsiteX4" fmla="*/ 212924 w 213557"/>
              <a:gd name="connsiteY4" fmla="*/ 260783 h 273790"/>
              <a:gd name="connsiteX5" fmla="*/ 101943 w 213557"/>
              <a:gd name="connsiteY5" fmla="*/ 124047 h 273790"/>
              <a:gd name="connsiteX6" fmla="*/ 52160 w 213557"/>
              <a:gd name="connsiteY6" fmla="*/ 62816 h 2737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3557" h="273790">
                <a:moveTo>
                  <a:pt x="52160" y="62975"/>
                </a:moveTo>
                <a:lnTo>
                  <a:pt x="1110" y="0"/>
                </a:lnTo>
                <a:cubicBezTo>
                  <a:pt x="1110" y="0"/>
                  <a:pt x="317" y="476"/>
                  <a:pt x="0" y="793"/>
                </a:cubicBezTo>
                <a:lnTo>
                  <a:pt x="213558" y="273791"/>
                </a:lnTo>
                <a:lnTo>
                  <a:pt x="212924" y="260783"/>
                </a:lnTo>
                <a:lnTo>
                  <a:pt x="101943" y="124047"/>
                </a:lnTo>
                <a:lnTo>
                  <a:pt x="52160" y="62816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65" name="Freeform 364">
            <a:extLst>
              <a:ext uri="{FF2B5EF4-FFF2-40B4-BE49-F238E27FC236}">
                <a16:creationId xmlns:a16="http://schemas.microsoft.com/office/drawing/2014/main" id="{C7892B46-6F5D-B2B7-0625-8935F88E83C2}"/>
              </a:ext>
            </a:extLst>
          </p:cNvPr>
          <p:cNvSpPr/>
          <p:nvPr userDrawn="1"/>
        </p:nvSpPr>
        <p:spPr>
          <a:xfrm>
            <a:off x="11035187" y="3060991"/>
            <a:ext cx="1122963" cy="1244592"/>
          </a:xfrm>
          <a:custGeom>
            <a:avLst/>
            <a:gdLst>
              <a:gd name="connsiteX0" fmla="*/ 848842 w 1122963"/>
              <a:gd name="connsiteY0" fmla="*/ 1081044 h 1445252"/>
              <a:gd name="connsiteX1" fmla="*/ 821889 w 1122963"/>
              <a:gd name="connsiteY1" fmla="*/ 1046622 h 1445252"/>
              <a:gd name="connsiteX2" fmla="*/ 814913 w 1122963"/>
              <a:gd name="connsiteY2" fmla="*/ 1037580 h 1445252"/>
              <a:gd name="connsiteX3" fmla="*/ 698384 w 1122963"/>
              <a:gd name="connsiteY3" fmla="*/ 888630 h 1445252"/>
              <a:gd name="connsiteX4" fmla="*/ 562671 w 1122963"/>
              <a:gd name="connsiteY4" fmla="*/ 715092 h 1445252"/>
              <a:gd name="connsiteX5" fmla="*/ 536670 w 1122963"/>
              <a:gd name="connsiteY5" fmla="*/ 681938 h 1445252"/>
              <a:gd name="connsiteX6" fmla="*/ 531121 w 1122963"/>
              <a:gd name="connsiteY6" fmla="*/ 674800 h 1445252"/>
              <a:gd name="connsiteX7" fmla="*/ 529376 w 1122963"/>
              <a:gd name="connsiteY7" fmla="*/ 672421 h 1445252"/>
              <a:gd name="connsiteX8" fmla="*/ 523510 w 1122963"/>
              <a:gd name="connsiteY8" fmla="*/ 664965 h 1445252"/>
              <a:gd name="connsiteX9" fmla="*/ 507656 w 1122963"/>
              <a:gd name="connsiteY9" fmla="*/ 644820 h 1445252"/>
              <a:gd name="connsiteX10" fmla="*/ 500363 w 1122963"/>
              <a:gd name="connsiteY10" fmla="*/ 635461 h 1445252"/>
              <a:gd name="connsiteX11" fmla="*/ 195960 w 1122963"/>
              <a:gd name="connsiteY11" fmla="*/ 246348 h 1445252"/>
              <a:gd name="connsiteX12" fmla="*/ 195960 w 1122963"/>
              <a:gd name="connsiteY12" fmla="*/ 246348 h 1445252"/>
              <a:gd name="connsiteX13" fmla="*/ 152835 w 1122963"/>
              <a:gd name="connsiteY13" fmla="*/ 191304 h 1445252"/>
              <a:gd name="connsiteX14" fmla="*/ 3171 w 1122963"/>
              <a:gd name="connsiteY14" fmla="*/ 0 h 1445252"/>
              <a:gd name="connsiteX15" fmla="*/ 0 w 1122963"/>
              <a:gd name="connsiteY15" fmla="*/ 9676 h 1445252"/>
              <a:gd name="connsiteX16" fmla="*/ 103528 w 1122963"/>
              <a:gd name="connsiteY16" fmla="*/ 142130 h 1445252"/>
              <a:gd name="connsiteX17" fmla="*/ 146653 w 1122963"/>
              <a:gd name="connsiteY17" fmla="*/ 197174 h 1445252"/>
              <a:gd name="connsiteX18" fmla="*/ 146653 w 1122963"/>
              <a:gd name="connsiteY18" fmla="*/ 197174 h 1445252"/>
              <a:gd name="connsiteX19" fmla="*/ 151409 w 1122963"/>
              <a:gd name="connsiteY19" fmla="*/ 203360 h 1445252"/>
              <a:gd name="connsiteX20" fmla="*/ 156641 w 1122963"/>
              <a:gd name="connsiteY20" fmla="*/ 210022 h 1445252"/>
              <a:gd name="connsiteX21" fmla="*/ 419823 w 1122963"/>
              <a:gd name="connsiteY21" fmla="*/ 546471 h 1445252"/>
              <a:gd name="connsiteX22" fmla="*/ 555536 w 1122963"/>
              <a:gd name="connsiteY22" fmla="*/ 720009 h 1445252"/>
              <a:gd name="connsiteX23" fmla="*/ 803499 w 1122963"/>
              <a:gd name="connsiteY23" fmla="*/ 1036946 h 1445252"/>
              <a:gd name="connsiteX24" fmla="*/ 810475 w 1122963"/>
              <a:gd name="connsiteY24" fmla="*/ 1045988 h 1445252"/>
              <a:gd name="connsiteX25" fmla="*/ 839488 w 1122963"/>
              <a:gd name="connsiteY25" fmla="*/ 1082948 h 1445252"/>
              <a:gd name="connsiteX26" fmla="*/ 845512 w 1122963"/>
              <a:gd name="connsiteY26" fmla="*/ 1090562 h 1445252"/>
              <a:gd name="connsiteX27" fmla="*/ 1028947 w 1122963"/>
              <a:gd name="connsiteY27" fmla="*/ 1325013 h 1445252"/>
              <a:gd name="connsiteX28" fmla="*/ 1122963 w 1122963"/>
              <a:gd name="connsiteY28" fmla="*/ 1445253 h 1445252"/>
              <a:gd name="connsiteX29" fmla="*/ 1122963 w 1122963"/>
              <a:gd name="connsiteY29" fmla="*/ 1431610 h 1445252"/>
              <a:gd name="connsiteX30" fmla="*/ 854867 w 1122963"/>
              <a:gd name="connsiteY30" fmla="*/ 1088976 h 1445252"/>
              <a:gd name="connsiteX31" fmla="*/ 848842 w 1122963"/>
              <a:gd name="connsiteY31" fmla="*/ 1081362 h 1445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1122963" h="1445252">
                <a:moveTo>
                  <a:pt x="848842" y="1081044"/>
                </a:moveTo>
                <a:lnTo>
                  <a:pt x="821889" y="1046622"/>
                </a:lnTo>
                <a:lnTo>
                  <a:pt x="814913" y="1037580"/>
                </a:lnTo>
                <a:lnTo>
                  <a:pt x="698384" y="888630"/>
                </a:lnTo>
                <a:lnTo>
                  <a:pt x="562671" y="715092"/>
                </a:lnTo>
                <a:lnTo>
                  <a:pt x="536670" y="681938"/>
                </a:lnTo>
                <a:lnTo>
                  <a:pt x="531121" y="674800"/>
                </a:lnTo>
                <a:lnTo>
                  <a:pt x="529376" y="672421"/>
                </a:lnTo>
                <a:lnTo>
                  <a:pt x="523510" y="664965"/>
                </a:lnTo>
                <a:lnTo>
                  <a:pt x="507656" y="644820"/>
                </a:lnTo>
                <a:lnTo>
                  <a:pt x="500363" y="635461"/>
                </a:lnTo>
                <a:lnTo>
                  <a:pt x="195960" y="246348"/>
                </a:lnTo>
                <a:lnTo>
                  <a:pt x="195960" y="246348"/>
                </a:lnTo>
                <a:cubicBezTo>
                  <a:pt x="195960" y="246348"/>
                  <a:pt x="152835" y="191304"/>
                  <a:pt x="152835" y="191304"/>
                </a:cubicBezTo>
                <a:lnTo>
                  <a:pt x="3171" y="0"/>
                </a:lnTo>
                <a:cubicBezTo>
                  <a:pt x="2061" y="3331"/>
                  <a:pt x="1426" y="6504"/>
                  <a:pt x="0" y="9676"/>
                </a:cubicBezTo>
                <a:lnTo>
                  <a:pt x="103528" y="142130"/>
                </a:lnTo>
                <a:lnTo>
                  <a:pt x="146653" y="197174"/>
                </a:lnTo>
                <a:lnTo>
                  <a:pt x="146653" y="197174"/>
                </a:lnTo>
                <a:cubicBezTo>
                  <a:pt x="146653" y="197174"/>
                  <a:pt x="151409" y="203360"/>
                  <a:pt x="151409" y="203360"/>
                </a:cubicBezTo>
                <a:lnTo>
                  <a:pt x="156641" y="210022"/>
                </a:lnTo>
                <a:lnTo>
                  <a:pt x="419823" y="546471"/>
                </a:lnTo>
                <a:lnTo>
                  <a:pt x="555536" y="720009"/>
                </a:lnTo>
                <a:lnTo>
                  <a:pt x="803499" y="1036946"/>
                </a:lnTo>
                <a:lnTo>
                  <a:pt x="810475" y="1045988"/>
                </a:lnTo>
                <a:lnTo>
                  <a:pt x="839488" y="1082948"/>
                </a:lnTo>
                <a:lnTo>
                  <a:pt x="845512" y="1090562"/>
                </a:lnTo>
                <a:lnTo>
                  <a:pt x="1028947" y="1325013"/>
                </a:lnTo>
                <a:lnTo>
                  <a:pt x="1122963" y="1445253"/>
                </a:lnTo>
                <a:lnTo>
                  <a:pt x="1122963" y="1431610"/>
                </a:lnTo>
                <a:lnTo>
                  <a:pt x="854867" y="1088976"/>
                </a:lnTo>
                <a:lnTo>
                  <a:pt x="848842" y="108136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66" name="Freeform 365">
            <a:extLst>
              <a:ext uri="{FF2B5EF4-FFF2-40B4-BE49-F238E27FC236}">
                <a16:creationId xmlns:a16="http://schemas.microsoft.com/office/drawing/2014/main" id="{ED3BC9B8-D4F7-608F-31CF-406130C7C12B}"/>
              </a:ext>
            </a:extLst>
          </p:cNvPr>
          <p:cNvSpPr/>
          <p:nvPr userDrawn="1"/>
        </p:nvSpPr>
        <p:spPr>
          <a:xfrm>
            <a:off x="10740613" y="2689327"/>
            <a:ext cx="220851" cy="240831"/>
          </a:xfrm>
          <a:custGeom>
            <a:avLst/>
            <a:gdLst>
              <a:gd name="connsiteX0" fmla="*/ 220534 w 220851"/>
              <a:gd name="connsiteY0" fmla="*/ 272998 h 279659"/>
              <a:gd name="connsiteX1" fmla="*/ 6976 w 220851"/>
              <a:gd name="connsiteY1" fmla="*/ 0 h 279659"/>
              <a:gd name="connsiteX2" fmla="*/ 0 w 220851"/>
              <a:gd name="connsiteY2" fmla="*/ 4759 h 279659"/>
              <a:gd name="connsiteX3" fmla="*/ 24574 w 220851"/>
              <a:gd name="connsiteY3" fmla="*/ 36167 h 279659"/>
              <a:gd name="connsiteX4" fmla="*/ 214985 w 220851"/>
              <a:gd name="connsiteY4" fmla="*/ 279660 h 279659"/>
              <a:gd name="connsiteX5" fmla="*/ 220851 w 220851"/>
              <a:gd name="connsiteY5" fmla="*/ 278391 h 279659"/>
              <a:gd name="connsiteX6" fmla="*/ 220534 w 220851"/>
              <a:gd name="connsiteY6" fmla="*/ 272998 h 2796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20851" h="279659">
                <a:moveTo>
                  <a:pt x="220534" y="272998"/>
                </a:moveTo>
                <a:lnTo>
                  <a:pt x="6976" y="0"/>
                </a:lnTo>
                <a:cubicBezTo>
                  <a:pt x="4756" y="1903"/>
                  <a:pt x="2220" y="3172"/>
                  <a:pt x="0" y="4759"/>
                </a:cubicBezTo>
                <a:lnTo>
                  <a:pt x="24574" y="36167"/>
                </a:lnTo>
                <a:lnTo>
                  <a:pt x="214985" y="279660"/>
                </a:lnTo>
                <a:cubicBezTo>
                  <a:pt x="216887" y="279184"/>
                  <a:pt x="218790" y="278708"/>
                  <a:pt x="220851" y="278391"/>
                </a:cubicBezTo>
                <a:lnTo>
                  <a:pt x="220534" y="272998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68" name="Freeform 367">
            <a:extLst>
              <a:ext uri="{FF2B5EF4-FFF2-40B4-BE49-F238E27FC236}">
                <a16:creationId xmlns:a16="http://schemas.microsoft.com/office/drawing/2014/main" id="{0AC8F77A-91CF-AA9C-4BA3-874F1FEB23D6}"/>
              </a:ext>
            </a:extLst>
          </p:cNvPr>
          <p:cNvSpPr/>
          <p:nvPr userDrawn="1"/>
        </p:nvSpPr>
        <p:spPr>
          <a:xfrm>
            <a:off x="10998880" y="2467408"/>
            <a:ext cx="2853" cy="45719"/>
          </a:xfrm>
          <a:custGeom>
            <a:avLst/>
            <a:gdLst>
              <a:gd name="connsiteX0" fmla="*/ 2854 w 2853"/>
              <a:gd name="connsiteY0" fmla="*/ 0 h 11103"/>
              <a:gd name="connsiteX1" fmla="*/ 317 w 2853"/>
              <a:gd name="connsiteY1" fmla="*/ 1269 h 11103"/>
              <a:gd name="connsiteX2" fmla="*/ 0 w 2853"/>
              <a:gd name="connsiteY2" fmla="*/ 11104 h 11103"/>
              <a:gd name="connsiteX3" fmla="*/ 2220 w 2853"/>
              <a:gd name="connsiteY3" fmla="*/ 9993 h 11103"/>
              <a:gd name="connsiteX4" fmla="*/ 2854 w 2853"/>
              <a:gd name="connsiteY4" fmla="*/ 0 h 11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53" h="11103">
                <a:moveTo>
                  <a:pt x="2854" y="0"/>
                </a:moveTo>
                <a:lnTo>
                  <a:pt x="317" y="1269"/>
                </a:lnTo>
                <a:lnTo>
                  <a:pt x="0" y="11104"/>
                </a:lnTo>
                <a:lnTo>
                  <a:pt x="2220" y="9993"/>
                </a:lnTo>
                <a:lnTo>
                  <a:pt x="2854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69" name="Freeform 368">
            <a:extLst>
              <a:ext uri="{FF2B5EF4-FFF2-40B4-BE49-F238E27FC236}">
                <a16:creationId xmlns:a16="http://schemas.microsoft.com/office/drawing/2014/main" id="{E52C516D-7AED-05BE-E7F3-6E17901E2DBD}"/>
              </a:ext>
            </a:extLst>
          </p:cNvPr>
          <p:cNvSpPr/>
          <p:nvPr userDrawn="1"/>
        </p:nvSpPr>
        <p:spPr>
          <a:xfrm>
            <a:off x="12059854" y="1894921"/>
            <a:ext cx="8243" cy="45719"/>
          </a:xfrm>
          <a:custGeom>
            <a:avLst/>
            <a:gdLst>
              <a:gd name="connsiteX0" fmla="*/ 4280 w 8243"/>
              <a:gd name="connsiteY0" fmla="*/ 9676 h 9676"/>
              <a:gd name="connsiteX1" fmla="*/ 8244 w 8243"/>
              <a:gd name="connsiteY1" fmla="*/ 7455 h 9676"/>
              <a:gd name="connsiteX2" fmla="*/ 4280 w 8243"/>
              <a:gd name="connsiteY2" fmla="*/ 0 h 9676"/>
              <a:gd name="connsiteX3" fmla="*/ 0 w 8243"/>
              <a:gd name="connsiteY3" fmla="*/ 2221 h 9676"/>
              <a:gd name="connsiteX4" fmla="*/ 4280 w 8243"/>
              <a:gd name="connsiteY4" fmla="*/ 9676 h 96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243" h="9676">
                <a:moveTo>
                  <a:pt x="4280" y="9676"/>
                </a:moveTo>
                <a:lnTo>
                  <a:pt x="8244" y="7455"/>
                </a:lnTo>
                <a:lnTo>
                  <a:pt x="4280" y="0"/>
                </a:lnTo>
                <a:lnTo>
                  <a:pt x="0" y="2221"/>
                </a:lnTo>
                <a:lnTo>
                  <a:pt x="4280" y="9676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73" name="Freeform 372">
            <a:extLst>
              <a:ext uri="{FF2B5EF4-FFF2-40B4-BE49-F238E27FC236}">
                <a16:creationId xmlns:a16="http://schemas.microsoft.com/office/drawing/2014/main" id="{5811306F-6FFE-E2EC-E5A5-493567649468}"/>
              </a:ext>
            </a:extLst>
          </p:cNvPr>
          <p:cNvSpPr/>
          <p:nvPr userDrawn="1"/>
        </p:nvSpPr>
        <p:spPr>
          <a:xfrm>
            <a:off x="11429326" y="2233750"/>
            <a:ext cx="7134" cy="45719"/>
          </a:xfrm>
          <a:custGeom>
            <a:avLst/>
            <a:gdLst>
              <a:gd name="connsiteX0" fmla="*/ 5866 w 7134"/>
              <a:gd name="connsiteY0" fmla="*/ 0 h 12055"/>
              <a:gd name="connsiteX1" fmla="*/ 0 w 7134"/>
              <a:gd name="connsiteY1" fmla="*/ 3172 h 12055"/>
              <a:gd name="connsiteX2" fmla="*/ 1427 w 7134"/>
              <a:gd name="connsiteY2" fmla="*/ 12056 h 12055"/>
              <a:gd name="connsiteX3" fmla="*/ 7135 w 7134"/>
              <a:gd name="connsiteY3" fmla="*/ 9042 h 12055"/>
              <a:gd name="connsiteX4" fmla="*/ 5866 w 7134"/>
              <a:gd name="connsiteY4" fmla="*/ 0 h 120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134" h="12055">
                <a:moveTo>
                  <a:pt x="5866" y="0"/>
                </a:moveTo>
                <a:lnTo>
                  <a:pt x="0" y="3172"/>
                </a:lnTo>
                <a:lnTo>
                  <a:pt x="1427" y="12056"/>
                </a:lnTo>
                <a:lnTo>
                  <a:pt x="7135" y="9042"/>
                </a:lnTo>
                <a:lnTo>
                  <a:pt x="5866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74" name="Freeform 373">
            <a:extLst>
              <a:ext uri="{FF2B5EF4-FFF2-40B4-BE49-F238E27FC236}">
                <a16:creationId xmlns:a16="http://schemas.microsoft.com/office/drawing/2014/main" id="{78F102F9-422F-45CE-BF88-7A1912E91AA7}"/>
              </a:ext>
            </a:extLst>
          </p:cNvPr>
          <p:cNvSpPr/>
          <p:nvPr userDrawn="1"/>
        </p:nvSpPr>
        <p:spPr>
          <a:xfrm>
            <a:off x="10951001" y="2582887"/>
            <a:ext cx="34562" cy="45719"/>
          </a:xfrm>
          <a:custGeom>
            <a:avLst/>
            <a:gdLst>
              <a:gd name="connsiteX0" fmla="*/ 34562 w 34562"/>
              <a:gd name="connsiteY0" fmla="*/ 0 h 14276"/>
              <a:gd name="connsiteX1" fmla="*/ 0 w 34562"/>
              <a:gd name="connsiteY1" fmla="*/ 5711 h 14276"/>
              <a:gd name="connsiteX2" fmla="*/ 475 w 34562"/>
              <a:gd name="connsiteY2" fmla="*/ 14276 h 14276"/>
              <a:gd name="connsiteX3" fmla="*/ 34245 w 34562"/>
              <a:gd name="connsiteY3" fmla="*/ 8724 h 14276"/>
              <a:gd name="connsiteX4" fmla="*/ 34562 w 34562"/>
              <a:gd name="connsiteY4" fmla="*/ 0 h 14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562" h="14276">
                <a:moveTo>
                  <a:pt x="34562" y="0"/>
                </a:moveTo>
                <a:lnTo>
                  <a:pt x="0" y="5711"/>
                </a:lnTo>
                <a:lnTo>
                  <a:pt x="475" y="14276"/>
                </a:lnTo>
                <a:lnTo>
                  <a:pt x="34245" y="8724"/>
                </a:lnTo>
                <a:lnTo>
                  <a:pt x="34562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75" name="Freeform 374">
            <a:extLst>
              <a:ext uri="{FF2B5EF4-FFF2-40B4-BE49-F238E27FC236}">
                <a16:creationId xmlns:a16="http://schemas.microsoft.com/office/drawing/2014/main" id="{3EED71C9-8CE7-F083-02CE-08BD5EC10135}"/>
              </a:ext>
            </a:extLst>
          </p:cNvPr>
          <p:cNvSpPr/>
          <p:nvPr userDrawn="1"/>
        </p:nvSpPr>
        <p:spPr>
          <a:xfrm>
            <a:off x="11002527" y="2503733"/>
            <a:ext cx="458982" cy="73219"/>
          </a:xfrm>
          <a:custGeom>
            <a:avLst/>
            <a:gdLst>
              <a:gd name="connsiteX0" fmla="*/ 0 w 458982"/>
              <a:gd name="connsiteY0" fmla="*/ 85024 h 85024"/>
              <a:gd name="connsiteX1" fmla="*/ 458983 w 458982"/>
              <a:gd name="connsiteY1" fmla="*/ 8407 h 85024"/>
              <a:gd name="connsiteX2" fmla="*/ 457715 w 458982"/>
              <a:gd name="connsiteY2" fmla="*/ 0 h 85024"/>
              <a:gd name="connsiteX3" fmla="*/ 475 w 458982"/>
              <a:gd name="connsiteY3" fmla="*/ 76300 h 85024"/>
              <a:gd name="connsiteX4" fmla="*/ 0 w 458982"/>
              <a:gd name="connsiteY4" fmla="*/ 85024 h 850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58982" h="85024">
                <a:moveTo>
                  <a:pt x="0" y="85024"/>
                </a:moveTo>
                <a:lnTo>
                  <a:pt x="458983" y="8407"/>
                </a:lnTo>
                <a:lnTo>
                  <a:pt x="457715" y="0"/>
                </a:lnTo>
                <a:lnTo>
                  <a:pt x="475" y="76300"/>
                </a:lnTo>
                <a:lnTo>
                  <a:pt x="0" y="85024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80" name="Freeform 379">
            <a:extLst>
              <a:ext uri="{FF2B5EF4-FFF2-40B4-BE49-F238E27FC236}">
                <a16:creationId xmlns:a16="http://schemas.microsoft.com/office/drawing/2014/main" id="{E70BE70F-B6EB-67C1-22CD-30551766C011}"/>
              </a:ext>
            </a:extLst>
          </p:cNvPr>
          <p:cNvSpPr/>
          <p:nvPr userDrawn="1"/>
        </p:nvSpPr>
        <p:spPr>
          <a:xfrm>
            <a:off x="10993807" y="2581460"/>
            <a:ext cx="476" cy="45719"/>
          </a:xfrm>
          <a:custGeom>
            <a:avLst/>
            <a:gdLst>
              <a:gd name="connsiteX0" fmla="*/ 476 w 476"/>
              <a:gd name="connsiteY0" fmla="*/ 0 h 8724"/>
              <a:gd name="connsiteX1" fmla="*/ 317 w 476"/>
              <a:gd name="connsiteY1" fmla="*/ 0 h 8724"/>
              <a:gd name="connsiteX2" fmla="*/ 0 w 476"/>
              <a:gd name="connsiteY2" fmla="*/ 8725 h 8724"/>
              <a:gd name="connsiteX3" fmla="*/ 0 w 476"/>
              <a:gd name="connsiteY3" fmla="*/ 8725 h 8724"/>
              <a:gd name="connsiteX4" fmla="*/ 476 w 476"/>
              <a:gd name="connsiteY4" fmla="*/ 0 h 87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6" h="8724">
                <a:moveTo>
                  <a:pt x="476" y="0"/>
                </a:moveTo>
                <a:lnTo>
                  <a:pt x="317" y="0"/>
                </a:lnTo>
                <a:lnTo>
                  <a:pt x="0" y="8725"/>
                </a:lnTo>
                <a:lnTo>
                  <a:pt x="0" y="8725"/>
                </a:lnTo>
                <a:lnTo>
                  <a:pt x="476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87" name="Freeform 386">
            <a:extLst>
              <a:ext uri="{FF2B5EF4-FFF2-40B4-BE49-F238E27FC236}">
                <a16:creationId xmlns:a16="http://schemas.microsoft.com/office/drawing/2014/main" id="{31FDEE66-44B3-F0ED-CEBF-88799E65B46E}"/>
              </a:ext>
            </a:extLst>
          </p:cNvPr>
          <p:cNvSpPr/>
          <p:nvPr userDrawn="1"/>
        </p:nvSpPr>
        <p:spPr>
          <a:xfrm>
            <a:off x="11468486" y="2501671"/>
            <a:ext cx="4757" cy="45719"/>
          </a:xfrm>
          <a:custGeom>
            <a:avLst/>
            <a:gdLst>
              <a:gd name="connsiteX0" fmla="*/ 3488 w 4757"/>
              <a:gd name="connsiteY0" fmla="*/ 0 h 9041"/>
              <a:gd name="connsiteX1" fmla="*/ 0 w 4757"/>
              <a:gd name="connsiteY1" fmla="*/ 635 h 9041"/>
              <a:gd name="connsiteX2" fmla="*/ 1269 w 4757"/>
              <a:gd name="connsiteY2" fmla="*/ 9042 h 9041"/>
              <a:gd name="connsiteX3" fmla="*/ 4757 w 4757"/>
              <a:gd name="connsiteY3" fmla="*/ 8407 h 9041"/>
              <a:gd name="connsiteX4" fmla="*/ 3488 w 4757"/>
              <a:gd name="connsiteY4" fmla="*/ 0 h 90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57" h="9041">
                <a:moveTo>
                  <a:pt x="3488" y="0"/>
                </a:moveTo>
                <a:lnTo>
                  <a:pt x="0" y="635"/>
                </a:lnTo>
                <a:lnTo>
                  <a:pt x="1269" y="9042"/>
                </a:lnTo>
                <a:lnTo>
                  <a:pt x="4757" y="8407"/>
                </a:lnTo>
                <a:lnTo>
                  <a:pt x="3488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88" name="Freeform 387">
            <a:extLst>
              <a:ext uri="{FF2B5EF4-FFF2-40B4-BE49-F238E27FC236}">
                <a16:creationId xmlns:a16="http://schemas.microsoft.com/office/drawing/2014/main" id="{94C7DB83-13A6-AD32-FD1B-AC87702F1526}"/>
              </a:ext>
            </a:extLst>
          </p:cNvPr>
          <p:cNvSpPr/>
          <p:nvPr userDrawn="1"/>
        </p:nvSpPr>
        <p:spPr>
          <a:xfrm>
            <a:off x="10769627" y="2590027"/>
            <a:ext cx="173446" cy="45719"/>
          </a:xfrm>
          <a:custGeom>
            <a:avLst/>
            <a:gdLst>
              <a:gd name="connsiteX0" fmla="*/ 1744 w 173446"/>
              <a:gd name="connsiteY0" fmla="*/ 37277 h 37277"/>
              <a:gd name="connsiteX1" fmla="*/ 173447 w 173446"/>
              <a:gd name="connsiteY1" fmla="*/ 8566 h 37277"/>
              <a:gd name="connsiteX2" fmla="*/ 172971 w 173446"/>
              <a:gd name="connsiteY2" fmla="*/ 0 h 37277"/>
              <a:gd name="connsiteX3" fmla="*/ 0 w 173446"/>
              <a:gd name="connsiteY3" fmla="*/ 28870 h 37277"/>
              <a:gd name="connsiteX4" fmla="*/ 1744 w 173446"/>
              <a:gd name="connsiteY4" fmla="*/ 37277 h 372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3446" h="37277">
                <a:moveTo>
                  <a:pt x="1744" y="37277"/>
                </a:moveTo>
                <a:lnTo>
                  <a:pt x="173447" y="8566"/>
                </a:lnTo>
                <a:lnTo>
                  <a:pt x="172971" y="0"/>
                </a:lnTo>
                <a:lnTo>
                  <a:pt x="0" y="28870"/>
                </a:lnTo>
                <a:cubicBezTo>
                  <a:pt x="634" y="31725"/>
                  <a:pt x="1426" y="34422"/>
                  <a:pt x="1744" y="37277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90" name="Freeform 389">
            <a:extLst>
              <a:ext uri="{FF2B5EF4-FFF2-40B4-BE49-F238E27FC236}">
                <a16:creationId xmlns:a16="http://schemas.microsoft.com/office/drawing/2014/main" id="{75F62B19-E30A-AB19-AA9D-C4A1373FE188}"/>
              </a:ext>
            </a:extLst>
          </p:cNvPr>
          <p:cNvSpPr/>
          <p:nvPr userDrawn="1"/>
        </p:nvSpPr>
        <p:spPr>
          <a:xfrm>
            <a:off x="11480536" y="2387301"/>
            <a:ext cx="677457" cy="104638"/>
          </a:xfrm>
          <a:custGeom>
            <a:avLst/>
            <a:gdLst>
              <a:gd name="connsiteX0" fmla="*/ 316612 w 677457"/>
              <a:gd name="connsiteY0" fmla="*/ 60120 h 121508"/>
              <a:gd name="connsiteX1" fmla="*/ 0 w 677457"/>
              <a:gd name="connsiteY1" fmla="*/ 112943 h 121508"/>
              <a:gd name="connsiteX2" fmla="*/ 1110 w 677457"/>
              <a:gd name="connsiteY2" fmla="*/ 121508 h 121508"/>
              <a:gd name="connsiteX3" fmla="*/ 300758 w 677457"/>
              <a:gd name="connsiteY3" fmla="*/ 71541 h 121508"/>
              <a:gd name="connsiteX4" fmla="*/ 319941 w 677457"/>
              <a:gd name="connsiteY4" fmla="*/ 68210 h 121508"/>
              <a:gd name="connsiteX5" fmla="*/ 677457 w 677457"/>
              <a:gd name="connsiteY5" fmla="*/ 8566 h 121508"/>
              <a:gd name="connsiteX6" fmla="*/ 677457 w 677457"/>
              <a:gd name="connsiteY6" fmla="*/ 0 h 121508"/>
              <a:gd name="connsiteX7" fmla="*/ 335795 w 677457"/>
              <a:gd name="connsiteY7" fmla="*/ 56947 h 121508"/>
              <a:gd name="connsiteX8" fmla="*/ 316612 w 677457"/>
              <a:gd name="connsiteY8" fmla="*/ 60120 h 1215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77457" h="121508">
                <a:moveTo>
                  <a:pt x="316612" y="60120"/>
                </a:moveTo>
                <a:lnTo>
                  <a:pt x="0" y="112943"/>
                </a:lnTo>
                <a:lnTo>
                  <a:pt x="1110" y="121508"/>
                </a:lnTo>
                <a:lnTo>
                  <a:pt x="300758" y="71541"/>
                </a:lnTo>
                <a:lnTo>
                  <a:pt x="319941" y="68210"/>
                </a:lnTo>
                <a:lnTo>
                  <a:pt x="677457" y="8566"/>
                </a:lnTo>
                <a:lnTo>
                  <a:pt x="677457" y="0"/>
                </a:lnTo>
                <a:lnTo>
                  <a:pt x="335795" y="56947"/>
                </a:lnTo>
                <a:lnTo>
                  <a:pt x="316612" y="6012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93" name="Freeform 392">
            <a:extLst>
              <a:ext uri="{FF2B5EF4-FFF2-40B4-BE49-F238E27FC236}">
                <a16:creationId xmlns:a16="http://schemas.microsoft.com/office/drawing/2014/main" id="{F2A41272-9FE8-D22F-77A0-A5A847C01C5D}"/>
              </a:ext>
            </a:extLst>
          </p:cNvPr>
          <p:cNvSpPr/>
          <p:nvPr userDrawn="1"/>
        </p:nvSpPr>
        <p:spPr>
          <a:xfrm>
            <a:off x="10300771" y="2703445"/>
            <a:ext cx="382449" cy="1204737"/>
          </a:xfrm>
          <a:custGeom>
            <a:avLst/>
            <a:gdLst>
              <a:gd name="connsiteX0" fmla="*/ 253036 w 368613"/>
              <a:gd name="connsiteY0" fmla="*/ 356435 h 1211753"/>
              <a:gd name="connsiteX1" fmla="*/ 250340 w 368613"/>
              <a:gd name="connsiteY1" fmla="*/ 365160 h 1211753"/>
              <a:gd name="connsiteX2" fmla="*/ 136188 w 368613"/>
              <a:gd name="connsiteY2" fmla="*/ 745548 h 1211753"/>
              <a:gd name="connsiteX3" fmla="*/ 131908 w 368613"/>
              <a:gd name="connsiteY3" fmla="*/ 759825 h 1211753"/>
              <a:gd name="connsiteX4" fmla="*/ 101785 w 368613"/>
              <a:gd name="connsiteY4" fmla="*/ 860394 h 1211753"/>
              <a:gd name="connsiteX5" fmla="*/ 99248 w 368613"/>
              <a:gd name="connsiteY5" fmla="*/ 868643 h 1211753"/>
              <a:gd name="connsiteX6" fmla="*/ 10463 w 368613"/>
              <a:gd name="connsiteY6" fmla="*/ 1164324 h 1211753"/>
              <a:gd name="connsiteX7" fmla="*/ 0 w 368613"/>
              <a:gd name="connsiteY7" fmla="*/ 1210802 h 1211753"/>
              <a:gd name="connsiteX8" fmla="*/ 5074 w 368613"/>
              <a:gd name="connsiteY8" fmla="*/ 1211753 h 1211753"/>
              <a:gd name="connsiteX9" fmla="*/ 107809 w 368613"/>
              <a:gd name="connsiteY9" fmla="*/ 869753 h 1211753"/>
              <a:gd name="connsiteX10" fmla="*/ 110347 w 368613"/>
              <a:gd name="connsiteY10" fmla="*/ 861504 h 1211753"/>
              <a:gd name="connsiteX11" fmla="*/ 143640 w 368613"/>
              <a:gd name="connsiteY11" fmla="*/ 750783 h 1211753"/>
              <a:gd name="connsiteX12" fmla="*/ 147921 w 368613"/>
              <a:gd name="connsiteY12" fmla="*/ 736506 h 1211753"/>
              <a:gd name="connsiteX13" fmla="*/ 259536 w 368613"/>
              <a:gd name="connsiteY13" fmla="*/ 364843 h 1211753"/>
              <a:gd name="connsiteX14" fmla="*/ 262231 w 368613"/>
              <a:gd name="connsiteY14" fmla="*/ 356118 h 1211753"/>
              <a:gd name="connsiteX15" fmla="*/ 368614 w 368613"/>
              <a:gd name="connsiteY15" fmla="*/ 1745 h 1211753"/>
              <a:gd name="connsiteX16" fmla="*/ 360369 w 368613"/>
              <a:gd name="connsiteY16" fmla="*/ 0 h 1211753"/>
              <a:gd name="connsiteX17" fmla="*/ 253352 w 368613"/>
              <a:gd name="connsiteY17" fmla="*/ 356594 h 12117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68613" h="1211753">
                <a:moveTo>
                  <a:pt x="253036" y="356435"/>
                </a:moveTo>
                <a:lnTo>
                  <a:pt x="250340" y="365160"/>
                </a:lnTo>
                <a:lnTo>
                  <a:pt x="136188" y="745548"/>
                </a:lnTo>
                <a:lnTo>
                  <a:pt x="131908" y="759825"/>
                </a:lnTo>
                <a:lnTo>
                  <a:pt x="101785" y="860394"/>
                </a:lnTo>
                <a:lnTo>
                  <a:pt x="99248" y="868643"/>
                </a:lnTo>
                <a:lnTo>
                  <a:pt x="10463" y="1164324"/>
                </a:lnTo>
                <a:lnTo>
                  <a:pt x="0" y="1210802"/>
                </a:lnTo>
                <a:cubicBezTo>
                  <a:pt x="1585" y="1211277"/>
                  <a:pt x="3487" y="1211277"/>
                  <a:pt x="5074" y="1211753"/>
                </a:cubicBezTo>
                <a:lnTo>
                  <a:pt x="107809" y="869753"/>
                </a:lnTo>
                <a:lnTo>
                  <a:pt x="110347" y="861504"/>
                </a:lnTo>
                <a:lnTo>
                  <a:pt x="143640" y="750783"/>
                </a:lnTo>
                <a:lnTo>
                  <a:pt x="147921" y="736506"/>
                </a:lnTo>
                <a:lnTo>
                  <a:pt x="259536" y="364843"/>
                </a:lnTo>
                <a:lnTo>
                  <a:pt x="262231" y="356118"/>
                </a:lnTo>
                <a:lnTo>
                  <a:pt x="368614" y="1745"/>
                </a:lnTo>
                <a:cubicBezTo>
                  <a:pt x="365919" y="1111"/>
                  <a:pt x="362906" y="952"/>
                  <a:pt x="360369" y="0"/>
                </a:cubicBezTo>
                <a:lnTo>
                  <a:pt x="253352" y="356594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04" name="Freeform 703">
            <a:extLst>
              <a:ext uri="{FF2B5EF4-FFF2-40B4-BE49-F238E27FC236}">
                <a16:creationId xmlns:a16="http://schemas.microsoft.com/office/drawing/2014/main" id="{D3D93747-6ECC-9F56-FDB0-B6EAC5412EA9}"/>
              </a:ext>
            </a:extLst>
          </p:cNvPr>
          <p:cNvSpPr/>
          <p:nvPr userDrawn="1"/>
        </p:nvSpPr>
        <p:spPr>
          <a:xfrm>
            <a:off x="10565898" y="2687424"/>
            <a:ext cx="89894" cy="93436"/>
          </a:xfrm>
          <a:custGeom>
            <a:avLst/>
            <a:gdLst>
              <a:gd name="connsiteX0" fmla="*/ 82760 w 89894"/>
              <a:gd name="connsiteY0" fmla="*/ 0 h 108500"/>
              <a:gd name="connsiteX1" fmla="*/ 3964 w 89894"/>
              <a:gd name="connsiteY1" fmla="*/ 91052 h 108500"/>
              <a:gd name="connsiteX2" fmla="*/ 0 w 89894"/>
              <a:gd name="connsiteY2" fmla="*/ 108501 h 108500"/>
              <a:gd name="connsiteX3" fmla="*/ 89895 w 89894"/>
              <a:gd name="connsiteY3" fmla="*/ 4759 h 108500"/>
              <a:gd name="connsiteX4" fmla="*/ 82760 w 89894"/>
              <a:gd name="connsiteY4" fmla="*/ 0 h 108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894" h="108500">
                <a:moveTo>
                  <a:pt x="82760" y="0"/>
                </a:moveTo>
                <a:lnTo>
                  <a:pt x="3964" y="91052"/>
                </a:lnTo>
                <a:lnTo>
                  <a:pt x="0" y="108501"/>
                </a:lnTo>
                <a:lnTo>
                  <a:pt x="89895" y="4759"/>
                </a:lnTo>
                <a:cubicBezTo>
                  <a:pt x="87675" y="3014"/>
                  <a:pt x="84821" y="1903"/>
                  <a:pt x="82760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05" name="Freeform 704">
            <a:extLst>
              <a:ext uri="{FF2B5EF4-FFF2-40B4-BE49-F238E27FC236}">
                <a16:creationId xmlns:a16="http://schemas.microsoft.com/office/drawing/2014/main" id="{2D5AAB72-0053-D7E2-0BEA-CCF60F7044B5}"/>
              </a:ext>
            </a:extLst>
          </p:cNvPr>
          <p:cNvSpPr/>
          <p:nvPr userDrawn="1"/>
        </p:nvSpPr>
        <p:spPr>
          <a:xfrm>
            <a:off x="10536726" y="2791958"/>
            <a:ext cx="21244" cy="45719"/>
          </a:xfrm>
          <a:custGeom>
            <a:avLst/>
            <a:gdLst>
              <a:gd name="connsiteX0" fmla="*/ 21244 w 21244"/>
              <a:gd name="connsiteY0" fmla="*/ 0 h 37436"/>
              <a:gd name="connsiteX1" fmla="*/ 3487 w 21244"/>
              <a:gd name="connsiteY1" fmla="*/ 20463 h 37436"/>
              <a:gd name="connsiteX2" fmla="*/ 0 w 21244"/>
              <a:gd name="connsiteY2" fmla="*/ 37436 h 37436"/>
              <a:gd name="connsiteX3" fmla="*/ 17439 w 21244"/>
              <a:gd name="connsiteY3" fmla="*/ 17449 h 37436"/>
              <a:gd name="connsiteX4" fmla="*/ 21244 w 21244"/>
              <a:gd name="connsiteY4" fmla="*/ 0 h 37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244" h="37436">
                <a:moveTo>
                  <a:pt x="21244" y="0"/>
                </a:moveTo>
                <a:lnTo>
                  <a:pt x="3487" y="20463"/>
                </a:lnTo>
                <a:lnTo>
                  <a:pt x="0" y="37436"/>
                </a:lnTo>
                <a:lnTo>
                  <a:pt x="17439" y="17449"/>
                </a:lnTo>
                <a:lnTo>
                  <a:pt x="21244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06" name="Freeform 705">
            <a:extLst>
              <a:ext uri="{FF2B5EF4-FFF2-40B4-BE49-F238E27FC236}">
                <a16:creationId xmlns:a16="http://schemas.microsoft.com/office/drawing/2014/main" id="{96A18322-8096-666A-D5B1-AE6B7C7530B9}"/>
              </a:ext>
            </a:extLst>
          </p:cNvPr>
          <p:cNvSpPr/>
          <p:nvPr userDrawn="1"/>
        </p:nvSpPr>
        <p:spPr>
          <a:xfrm>
            <a:off x="8953041" y="2825428"/>
            <a:ext cx="1575757" cy="1796931"/>
          </a:xfrm>
          <a:custGeom>
            <a:avLst/>
            <a:gdLst>
              <a:gd name="connsiteX0" fmla="*/ 697908 w 1537713"/>
              <a:gd name="connsiteY0" fmla="*/ 982537 h 1779638"/>
              <a:gd name="connsiteX1" fmla="*/ 950944 w 1537713"/>
              <a:gd name="connsiteY1" fmla="*/ 690504 h 1779638"/>
              <a:gd name="connsiteX2" fmla="*/ 957603 w 1537713"/>
              <a:gd name="connsiteY2" fmla="*/ 682731 h 1779638"/>
              <a:gd name="connsiteX3" fmla="*/ 1325265 w 1537713"/>
              <a:gd name="connsiteY3" fmla="*/ 258245 h 1779638"/>
              <a:gd name="connsiteX4" fmla="*/ 1333034 w 1537713"/>
              <a:gd name="connsiteY4" fmla="*/ 249203 h 1779638"/>
              <a:gd name="connsiteX5" fmla="*/ 1534225 w 1537713"/>
              <a:gd name="connsiteY5" fmla="*/ 16973 h 1779638"/>
              <a:gd name="connsiteX6" fmla="*/ 1537714 w 1537713"/>
              <a:gd name="connsiteY6" fmla="*/ 0 h 1779638"/>
              <a:gd name="connsiteX7" fmla="*/ 1321143 w 1537713"/>
              <a:gd name="connsiteY7" fmla="*/ 249838 h 1779638"/>
              <a:gd name="connsiteX8" fmla="*/ 1313374 w 1537713"/>
              <a:gd name="connsiteY8" fmla="*/ 258880 h 1779638"/>
              <a:gd name="connsiteX9" fmla="*/ 947298 w 1537713"/>
              <a:gd name="connsiteY9" fmla="*/ 681304 h 1779638"/>
              <a:gd name="connsiteX10" fmla="*/ 940638 w 1537713"/>
              <a:gd name="connsiteY10" fmla="*/ 689077 h 1779638"/>
              <a:gd name="connsiteX11" fmla="*/ 688871 w 1537713"/>
              <a:gd name="connsiteY11" fmla="*/ 979682 h 1779638"/>
              <a:gd name="connsiteX12" fmla="*/ 682689 w 1537713"/>
              <a:gd name="connsiteY12" fmla="*/ 986820 h 1779638"/>
              <a:gd name="connsiteX13" fmla="*/ 0 w 1537713"/>
              <a:gd name="connsiteY13" fmla="*/ 1774880 h 1779638"/>
              <a:gd name="connsiteX14" fmla="*/ 7134 w 1537713"/>
              <a:gd name="connsiteY14" fmla="*/ 1779639 h 1779638"/>
              <a:gd name="connsiteX15" fmla="*/ 691726 w 1537713"/>
              <a:gd name="connsiteY15" fmla="*/ 989358 h 1779638"/>
              <a:gd name="connsiteX16" fmla="*/ 697908 w 1537713"/>
              <a:gd name="connsiteY16" fmla="*/ 982220 h 1779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537713" h="1779638">
                <a:moveTo>
                  <a:pt x="697908" y="982537"/>
                </a:moveTo>
                <a:lnTo>
                  <a:pt x="950944" y="690504"/>
                </a:lnTo>
                <a:lnTo>
                  <a:pt x="957603" y="682731"/>
                </a:lnTo>
                <a:lnTo>
                  <a:pt x="1325265" y="258245"/>
                </a:lnTo>
                <a:lnTo>
                  <a:pt x="1333034" y="249203"/>
                </a:lnTo>
                <a:lnTo>
                  <a:pt x="1534225" y="16973"/>
                </a:lnTo>
                <a:lnTo>
                  <a:pt x="1537714" y="0"/>
                </a:lnTo>
                <a:lnTo>
                  <a:pt x="1321143" y="249838"/>
                </a:lnTo>
                <a:lnTo>
                  <a:pt x="1313374" y="258880"/>
                </a:lnTo>
                <a:lnTo>
                  <a:pt x="947298" y="681304"/>
                </a:lnTo>
                <a:lnTo>
                  <a:pt x="940638" y="689077"/>
                </a:lnTo>
                <a:lnTo>
                  <a:pt x="688871" y="979682"/>
                </a:lnTo>
                <a:lnTo>
                  <a:pt x="682689" y="986820"/>
                </a:lnTo>
                <a:lnTo>
                  <a:pt x="0" y="1774880"/>
                </a:lnTo>
                <a:cubicBezTo>
                  <a:pt x="2219" y="1776625"/>
                  <a:pt x="5073" y="1777735"/>
                  <a:pt x="7134" y="1779639"/>
                </a:cubicBezTo>
                <a:lnTo>
                  <a:pt x="691726" y="989358"/>
                </a:lnTo>
                <a:lnTo>
                  <a:pt x="697908" y="98222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07" name="Freeform 706">
            <a:extLst>
              <a:ext uri="{FF2B5EF4-FFF2-40B4-BE49-F238E27FC236}">
                <a16:creationId xmlns:a16="http://schemas.microsoft.com/office/drawing/2014/main" id="{F94F7F33-D0FB-D797-7E8D-F9211A092759}"/>
              </a:ext>
            </a:extLst>
          </p:cNvPr>
          <p:cNvSpPr/>
          <p:nvPr userDrawn="1"/>
        </p:nvSpPr>
        <p:spPr>
          <a:xfrm>
            <a:off x="7736055" y="2657919"/>
            <a:ext cx="2827465" cy="527911"/>
          </a:xfrm>
          <a:custGeom>
            <a:avLst/>
            <a:gdLst>
              <a:gd name="connsiteX0" fmla="*/ 2827149 w 2827307"/>
              <a:gd name="connsiteY0" fmla="*/ 0 h 573913"/>
              <a:gd name="connsiteX1" fmla="*/ 0 w 2827307"/>
              <a:gd name="connsiteY1" fmla="*/ 565665 h 573913"/>
              <a:gd name="connsiteX2" fmla="*/ 1744 w 2827307"/>
              <a:gd name="connsiteY2" fmla="*/ 573913 h 573913"/>
              <a:gd name="connsiteX3" fmla="*/ 2825405 w 2827307"/>
              <a:gd name="connsiteY3" fmla="*/ 9042 h 573913"/>
              <a:gd name="connsiteX4" fmla="*/ 2827308 w 2827307"/>
              <a:gd name="connsiteY4" fmla="*/ 0 h 5739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7307" h="573913">
                <a:moveTo>
                  <a:pt x="2827149" y="0"/>
                </a:moveTo>
                <a:lnTo>
                  <a:pt x="0" y="565665"/>
                </a:lnTo>
                <a:cubicBezTo>
                  <a:pt x="793" y="568361"/>
                  <a:pt x="1268" y="571058"/>
                  <a:pt x="1744" y="573913"/>
                </a:cubicBezTo>
                <a:lnTo>
                  <a:pt x="2825405" y="9042"/>
                </a:lnTo>
                <a:lnTo>
                  <a:pt x="2827308" y="0"/>
                </a:lnTo>
                <a:close/>
              </a:path>
            </a:pathLst>
          </a:custGeom>
          <a:solidFill>
            <a:srgbClr val="7030A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08" name="Freeform 707">
            <a:extLst>
              <a:ext uri="{FF2B5EF4-FFF2-40B4-BE49-F238E27FC236}">
                <a16:creationId xmlns:a16="http://schemas.microsoft.com/office/drawing/2014/main" id="{36D5E323-B826-6F1E-38A7-4401BA750809}"/>
              </a:ext>
            </a:extLst>
          </p:cNvPr>
          <p:cNvSpPr/>
          <p:nvPr userDrawn="1"/>
        </p:nvSpPr>
        <p:spPr>
          <a:xfrm>
            <a:off x="10570655" y="2652683"/>
            <a:ext cx="18708" cy="45719"/>
          </a:xfrm>
          <a:custGeom>
            <a:avLst/>
            <a:gdLst>
              <a:gd name="connsiteX0" fmla="*/ 18708 w 18708"/>
              <a:gd name="connsiteY0" fmla="*/ 0 h 12372"/>
              <a:gd name="connsiteX1" fmla="*/ 1744 w 18708"/>
              <a:gd name="connsiteY1" fmla="*/ 3331 h 12372"/>
              <a:gd name="connsiteX2" fmla="*/ 0 w 18708"/>
              <a:gd name="connsiteY2" fmla="*/ 12373 h 12372"/>
              <a:gd name="connsiteX3" fmla="*/ 16647 w 18708"/>
              <a:gd name="connsiteY3" fmla="*/ 9042 h 12372"/>
              <a:gd name="connsiteX4" fmla="*/ 18708 w 18708"/>
              <a:gd name="connsiteY4" fmla="*/ 0 h 12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708" h="12372">
                <a:moveTo>
                  <a:pt x="18708" y="0"/>
                </a:moveTo>
                <a:lnTo>
                  <a:pt x="1744" y="3331"/>
                </a:lnTo>
                <a:lnTo>
                  <a:pt x="0" y="12373"/>
                </a:lnTo>
                <a:lnTo>
                  <a:pt x="16647" y="9042"/>
                </a:lnTo>
                <a:lnTo>
                  <a:pt x="18708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09" name="Freeform 708">
            <a:extLst>
              <a:ext uri="{FF2B5EF4-FFF2-40B4-BE49-F238E27FC236}">
                <a16:creationId xmlns:a16="http://schemas.microsoft.com/office/drawing/2014/main" id="{48160E95-7298-F996-9388-201E5CD20851}"/>
              </a:ext>
            </a:extLst>
          </p:cNvPr>
          <p:cNvSpPr/>
          <p:nvPr userDrawn="1"/>
        </p:nvSpPr>
        <p:spPr>
          <a:xfrm>
            <a:off x="10596497" y="2644912"/>
            <a:ext cx="33612" cy="45719"/>
          </a:xfrm>
          <a:custGeom>
            <a:avLst/>
            <a:gdLst>
              <a:gd name="connsiteX0" fmla="*/ 31867 w 33612"/>
              <a:gd name="connsiteY0" fmla="*/ 0 h 15069"/>
              <a:gd name="connsiteX1" fmla="*/ 2061 w 33612"/>
              <a:gd name="connsiteY1" fmla="*/ 6028 h 15069"/>
              <a:gd name="connsiteX2" fmla="*/ 0 w 33612"/>
              <a:gd name="connsiteY2" fmla="*/ 15070 h 15069"/>
              <a:gd name="connsiteX3" fmla="*/ 33612 w 33612"/>
              <a:gd name="connsiteY3" fmla="*/ 8407 h 15069"/>
              <a:gd name="connsiteX4" fmla="*/ 31867 w 33612"/>
              <a:gd name="connsiteY4" fmla="*/ 159 h 150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612" h="15069">
                <a:moveTo>
                  <a:pt x="31867" y="0"/>
                </a:moveTo>
                <a:lnTo>
                  <a:pt x="2061" y="6028"/>
                </a:lnTo>
                <a:lnTo>
                  <a:pt x="0" y="15070"/>
                </a:lnTo>
                <a:lnTo>
                  <a:pt x="33612" y="8407"/>
                </a:lnTo>
                <a:cubicBezTo>
                  <a:pt x="32819" y="5711"/>
                  <a:pt x="32344" y="2855"/>
                  <a:pt x="31867" y="159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10" name="Freeform 709">
            <a:extLst>
              <a:ext uri="{FF2B5EF4-FFF2-40B4-BE49-F238E27FC236}">
                <a16:creationId xmlns:a16="http://schemas.microsoft.com/office/drawing/2014/main" id="{AA789421-66DD-3E43-3318-2248BB6C6EC5}"/>
              </a:ext>
            </a:extLst>
          </p:cNvPr>
          <p:cNvSpPr/>
          <p:nvPr userDrawn="1"/>
        </p:nvSpPr>
        <p:spPr>
          <a:xfrm>
            <a:off x="11138082" y="227908"/>
            <a:ext cx="7134" cy="45719"/>
          </a:xfrm>
          <a:custGeom>
            <a:avLst/>
            <a:gdLst>
              <a:gd name="connsiteX0" fmla="*/ 7135 w 7134"/>
              <a:gd name="connsiteY0" fmla="*/ 635 h 24428"/>
              <a:gd name="connsiteX1" fmla="*/ 4439 w 7134"/>
              <a:gd name="connsiteY1" fmla="*/ 0 h 24428"/>
              <a:gd name="connsiteX2" fmla="*/ 0 w 7134"/>
              <a:gd name="connsiteY2" fmla="*/ 19511 h 24428"/>
              <a:gd name="connsiteX3" fmla="*/ 2695 w 7134"/>
              <a:gd name="connsiteY3" fmla="*/ 24429 h 24428"/>
              <a:gd name="connsiteX4" fmla="*/ 7135 w 7134"/>
              <a:gd name="connsiteY4" fmla="*/ 793 h 24428"/>
              <a:gd name="connsiteX5" fmla="*/ 7135 w 7134"/>
              <a:gd name="connsiteY5" fmla="*/ 793 h 24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134" h="24428">
                <a:moveTo>
                  <a:pt x="7135" y="635"/>
                </a:moveTo>
                <a:cubicBezTo>
                  <a:pt x="6183" y="635"/>
                  <a:pt x="5232" y="159"/>
                  <a:pt x="4439" y="0"/>
                </a:cubicBezTo>
                <a:lnTo>
                  <a:pt x="0" y="19511"/>
                </a:lnTo>
                <a:lnTo>
                  <a:pt x="2695" y="24429"/>
                </a:lnTo>
                <a:lnTo>
                  <a:pt x="7135" y="793"/>
                </a:lnTo>
                <a:lnTo>
                  <a:pt x="7135" y="793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11" name="Freeform 710">
            <a:extLst>
              <a:ext uri="{FF2B5EF4-FFF2-40B4-BE49-F238E27FC236}">
                <a16:creationId xmlns:a16="http://schemas.microsoft.com/office/drawing/2014/main" id="{1F5DE9B3-77B0-84B2-4683-00872C7D72A9}"/>
              </a:ext>
            </a:extLst>
          </p:cNvPr>
          <p:cNvSpPr/>
          <p:nvPr userDrawn="1"/>
        </p:nvSpPr>
        <p:spPr>
          <a:xfrm>
            <a:off x="11085287" y="275973"/>
            <a:ext cx="48672" cy="240558"/>
          </a:xfrm>
          <a:custGeom>
            <a:avLst/>
            <a:gdLst>
              <a:gd name="connsiteX0" fmla="*/ 2854 w 48672"/>
              <a:gd name="connsiteY0" fmla="*/ 217478 h 279342"/>
              <a:gd name="connsiteX1" fmla="*/ 0 w 48672"/>
              <a:gd name="connsiteY1" fmla="*/ 279343 h 279342"/>
              <a:gd name="connsiteX2" fmla="*/ 48673 w 48672"/>
              <a:gd name="connsiteY2" fmla="*/ 14594 h 279342"/>
              <a:gd name="connsiteX3" fmla="*/ 46453 w 48672"/>
              <a:gd name="connsiteY3" fmla="*/ 0 h 279342"/>
              <a:gd name="connsiteX4" fmla="*/ 26160 w 48672"/>
              <a:gd name="connsiteY4" fmla="*/ 90735 h 279342"/>
              <a:gd name="connsiteX5" fmla="*/ 2854 w 48672"/>
              <a:gd name="connsiteY5" fmla="*/ 217478 h 2793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8672" h="279342">
                <a:moveTo>
                  <a:pt x="2854" y="217478"/>
                </a:moveTo>
                <a:lnTo>
                  <a:pt x="0" y="279343"/>
                </a:lnTo>
                <a:lnTo>
                  <a:pt x="48673" y="14594"/>
                </a:lnTo>
                <a:lnTo>
                  <a:pt x="46453" y="0"/>
                </a:lnTo>
                <a:lnTo>
                  <a:pt x="26160" y="90735"/>
                </a:lnTo>
                <a:lnTo>
                  <a:pt x="2854" y="217478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12" name="Freeform 711">
            <a:extLst>
              <a:ext uri="{FF2B5EF4-FFF2-40B4-BE49-F238E27FC236}">
                <a16:creationId xmlns:a16="http://schemas.microsoft.com/office/drawing/2014/main" id="{D2142BAA-C608-0F31-5E28-95CA13EF3108}"/>
              </a:ext>
            </a:extLst>
          </p:cNvPr>
          <p:cNvSpPr/>
          <p:nvPr userDrawn="1"/>
        </p:nvSpPr>
        <p:spPr>
          <a:xfrm>
            <a:off x="11143314" y="228542"/>
            <a:ext cx="10146" cy="45719"/>
          </a:xfrm>
          <a:custGeom>
            <a:avLst/>
            <a:gdLst>
              <a:gd name="connsiteX0" fmla="*/ 1902 w 10146"/>
              <a:gd name="connsiteY0" fmla="*/ 0 h 42194"/>
              <a:gd name="connsiteX1" fmla="*/ 1902 w 10146"/>
              <a:gd name="connsiteY1" fmla="*/ 0 h 42194"/>
              <a:gd name="connsiteX2" fmla="*/ 0 w 10146"/>
              <a:gd name="connsiteY2" fmla="*/ 28394 h 42194"/>
              <a:gd name="connsiteX3" fmla="*/ 7610 w 10146"/>
              <a:gd name="connsiteY3" fmla="*/ 42195 h 42194"/>
              <a:gd name="connsiteX4" fmla="*/ 10146 w 10146"/>
              <a:gd name="connsiteY4" fmla="*/ 1745 h 42194"/>
              <a:gd name="connsiteX5" fmla="*/ 1744 w 10146"/>
              <a:gd name="connsiteY5" fmla="*/ 0 h 421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146" h="42194">
                <a:moveTo>
                  <a:pt x="1902" y="0"/>
                </a:moveTo>
                <a:lnTo>
                  <a:pt x="1902" y="0"/>
                </a:lnTo>
                <a:cubicBezTo>
                  <a:pt x="1902" y="0"/>
                  <a:pt x="0" y="28394"/>
                  <a:pt x="0" y="28394"/>
                </a:cubicBezTo>
                <a:lnTo>
                  <a:pt x="7610" y="42195"/>
                </a:lnTo>
                <a:lnTo>
                  <a:pt x="10146" y="1745"/>
                </a:lnTo>
                <a:cubicBezTo>
                  <a:pt x="7134" y="1745"/>
                  <a:pt x="4597" y="317"/>
                  <a:pt x="1744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13" name="Freeform 712">
            <a:extLst>
              <a:ext uri="{FF2B5EF4-FFF2-40B4-BE49-F238E27FC236}">
                <a16:creationId xmlns:a16="http://schemas.microsoft.com/office/drawing/2014/main" id="{64BD5CF3-0ADE-40D4-42D2-EFB00A198388}"/>
              </a:ext>
            </a:extLst>
          </p:cNvPr>
          <p:cNvSpPr/>
          <p:nvPr userDrawn="1"/>
        </p:nvSpPr>
        <p:spPr>
          <a:xfrm>
            <a:off x="11141569" y="272324"/>
            <a:ext cx="8561" cy="46035"/>
          </a:xfrm>
          <a:custGeom>
            <a:avLst/>
            <a:gdLst>
              <a:gd name="connsiteX0" fmla="*/ 6025 w 8561"/>
              <a:gd name="connsiteY0" fmla="*/ 53457 h 53457"/>
              <a:gd name="connsiteX1" fmla="*/ 8562 w 8561"/>
              <a:gd name="connsiteY1" fmla="*/ 13801 h 53457"/>
              <a:gd name="connsiteX2" fmla="*/ 793 w 8561"/>
              <a:gd name="connsiteY2" fmla="*/ 0 h 53457"/>
              <a:gd name="connsiteX3" fmla="*/ 0 w 8561"/>
              <a:gd name="connsiteY3" fmla="*/ 13007 h 53457"/>
              <a:gd name="connsiteX4" fmla="*/ 6025 w 8561"/>
              <a:gd name="connsiteY4" fmla="*/ 53457 h 534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561" h="53457">
                <a:moveTo>
                  <a:pt x="6025" y="53457"/>
                </a:moveTo>
                <a:lnTo>
                  <a:pt x="8562" y="13801"/>
                </a:lnTo>
                <a:lnTo>
                  <a:pt x="793" y="0"/>
                </a:lnTo>
                <a:lnTo>
                  <a:pt x="0" y="13007"/>
                </a:lnTo>
                <a:lnTo>
                  <a:pt x="6025" y="53457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14" name="Freeform 713">
            <a:extLst>
              <a:ext uri="{FF2B5EF4-FFF2-40B4-BE49-F238E27FC236}">
                <a16:creationId xmlns:a16="http://schemas.microsoft.com/office/drawing/2014/main" id="{30A1BC07-18AC-2EBC-D589-0BF13959A545}"/>
              </a:ext>
            </a:extLst>
          </p:cNvPr>
          <p:cNvSpPr/>
          <p:nvPr userDrawn="1"/>
        </p:nvSpPr>
        <p:spPr>
          <a:xfrm>
            <a:off x="10976843" y="325464"/>
            <a:ext cx="168531" cy="2275674"/>
          </a:xfrm>
          <a:custGeom>
            <a:avLst/>
            <a:gdLst>
              <a:gd name="connsiteX0" fmla="*/ 24257 w 168531"/>
              <a:gd name="connsiteY0" fmla="*/ 2151937 h 2642570"/>
              <a:gd name="connsiteX1" fmla="*/ 17598 w 168531"/>
              <a:gd name="connsiteY1" fmla="*/ 2255996 h 2642570"/>
              <a:gd name="connsiteX2" fmla="*/ 16963 w 168531"/>
              <a:gd name="connsiteY2" fmla="*/ 2264721 h 2642570"/>
              <a:gd name="connsiteX3" fmla="*/ 16963 w 168531"/>
              <a:gd name="connsiteY3" fmla="*/ 2266783 h 2642570"/>
              <a:gd name="connsiteX4" fmla="*/ 0 w 168531"/>
              <a:gd name="connsiteY4" fmla="*/ 2642254 h 2642570"/>
              <a:gd name="connsiteX5" fmla="*/ 1426 w 168531"/>
              <a:gd name="connsiteY5" fmla="*/ 2642571 h 2642570"/>
              <a:gd name="connsiteX6" fmla="*/ 1902 w 168531"/>
              <a:gd name="connsiteY6" fmla="*/ 2634957 h 2642570"/>
              <a:gd name="connsiteX7" fmla="*/ 2695 w 168531"/>
              <a:gd name="connsiteY7" fmla="*/ 2623694 h 2642570"/>
              <a:gd name="connsiteX8" fmla="*/ 3487 w 168531"/>
              <a:gd name="connsiteY8" fmla="*/ 2611797 h 2642570"/>
              <a:gd name="connsiteX9" fmla="*/ 25843 w 168531"/>
              <a:gd name="connsiteY9" fmla="*/ 2263293 h 2642570"/>
              <a:gd name="connsiteX10" fmla="*/ 26477 w 168531"/>
              <a:gd name="connsiteY10" fmla="*/ 2254569 h 2642570"/>
              <a:gd name="connsiteX11" fmla="*/ 33452 w 168531"/>
              <a:gd name="connsiteY11" fmla="*/ 2147178 h 2642570"/>
              <a:gd name="connsiteX12" fmla="*/ 34086 w 168531"/>
              <a:gd name="connsiteY12" fmla="*/ 2137185 h 2642570"/>
              <a:gd name="connsiteX13" fmla="*/ 168532 w 168531"/>
              <a:gd name="connsiteY13" fmla="*/ 40450 h 2642570"/>
              <a:gd name="connsiteX14" fmla="*/ 162507 w 168531"/>
              <a:gd name="connsiteY14" fmla="*/ 0 h 2642570"/>
              <a:gd name="connsiteX15" fmla="*/ 25049 w 168531"/>
              <a:gd name="connsiteY15" fmla="*/ 2141944 h 2642570"/>
              <a:gd name="connsiteX16" fmla="*/ 24415 w 168531"/>
              <a:gd name="connsiteY16" fmla="*/ 2151937 h 26425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68531" h="2642570">
                <a:moveTo>
                  <a:pt x="24257" y="2151937"/>
                </a:moveTo>
                <a:lnTo>
                  <a:pt x="17598" y="2255996"/>
                </a:lnTo>
                <a:lnTo>
                  <a:pt x="16963" y="2264721"/>
                </a:lnTo>
                <a:lnTo>
                  <a:pt x="16963" y="2266783"/>
                </a:lnTo>
                <a:cubicBezTo>
                  <a:pt x="16963" y="2266783"/>
                  <a:pt x="0" y="2642254"/>
                  <a:pt x="0" y="2642254"/>
                </a:cubicBezTo>
                <a:cubicBezTo>
                  <a:pt x="475" y="2642254"/>
                  <a:pt x="951" y="2642571"/>
                  <a:pt x="1426" y="2642571"/>
                </a:cubicBezTo>
                <a:lnTo>
                  <a:pt x="1902" y="2634957"/>
                </a:lnTo>
                <a:lnTo>
                  <a:pt x="2695" y="2623694"/>
                </a:lnTo>
                <a:lnTo>
                  <a:pt x="3487" y="2611797"/>
                </a:lnTo>
                <a:lnTo>
                  <a:pt x="25843" y="2263293"/>
                </a:lnTo>
                <a:lnTo>
                  <a:pt x="26477" y="2254569"/>
                </a:lnTo>
                <a:lnTo>
                  <a:pt x="33452" y="2147178"/>
                </a:lnTo>
                <a:lnTo>
                  <a:pt x="34086" y="2137185"/>
                </a:lnTo>
                <a:lnTo>
                  <a:pt x="168532" y="40450"/>
                </a:lnTo>
                <a:lnTo>
                  <a:pt x="162507" y="0"/>
                </a:lnTo>
                <a:lnTo>
                  <a:pt x="25049" y="2141944"/>
                </a:lnTo>
                <a:lnTo>
                  <a:pt x="24415" y="2151937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15" name="Freeform 714">
            <a:extLst>
              <a:ext uri="{FF2B5EF4-FFF2-40B4-BE49-F238E27FC236}">
                <a16:creationId xmlns:a16="http://schemas.microsoft.com/office/drawing/2014/main" id="{EDE5D18D-968C-F140-1240-9C27B2ADAAC4}"/>
              </a:ext>
            </a:extLst>
          </p:cNvPr>
          <p:cNvSpPr/>
          <p:nvPr userDrawn="1"/>
        </p:nvSpPr>
        <p:spPr>
          <a:xfrm>
            <a:off x="11159644" y="227751"/>
            <a:ext cx="21879" cy="84010"/>
          </a:xfrm>
          <a:custGeom>
            <a:avLst/>
            <a:gdLst>
              <a:gd name="connsiteX0" fmla="*/ 0 w 21879"/>
              <a:gd name="connsiteY0" fmla="*/ 1586 h 97555"/>
              <a:gd name="connsiteX1" fmla="*/ 10306 w 21879"/>
              <a:gd name="connsiteY1" fmla="*/ 76934 h 97555"/>
              <a:gd name="connsiteX2" fmla="*/ 21879 w 21879"/>
              <a:gd name="connsiteY2" fmla="*/ 97556 h 97555"/>
              <a:gd name="connsiteX3" fmla="*/ 8403 w 21879"/>
              <a:gd name="connsiteY3" fmla="*/ 0 h 97555"/>
              <a:gd name="connsiteX4" fmla="*/ 0 w 21879"/>
              <a:gd name="connsiteY4" fmla="*/ 1745 h 975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879" h="97555">
                <a:moveTo>
                  <a:pt x="0" y="1586"/>
                </a:moveTo>
                <a:lnTo>
                  <a:pt x="10306" y="76934"/>
                </a:lnTo>
                <a:lnTo>
                  <a:pt x="21879" y="97556"/>
                </a:lnTo>
                <a:lnTo>
                  <a:pt x="8403" y="0"/>
                </a:lnTo>
                <a:cubicBezTo>
                  <a:pt x="5550" y="635"/>
                  <a:pt x="2854" y="1428"/>
                  <a:pt x="0" y="1745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16" name="Freeform 715">
            <a:extLst>
              <a:ext uri="{FF2B5EF4-FFF2-40B4-BE49-F238E27FC236}">
                <a16:creationId xmlns:a16="http://schemas.microsoft.com/office/drawing/2014/main" id="{44724558-2578-552E-ED6C-02B56C0BA98F}"/>
              </a:ext>
            </a:extLst>
          </p:cNvPr>
          <p:cNvSpPr/>
          <p:nvPr userDrawn="1"/>
        </p:nvSpPr>
        <p:spPr>
          <a:xfrm>
            <a:off x="11172962" y="327210"/>
            <a:ext cx="464056" cy="2853916"/>
          </a:xfrm>
          <a:custGeom>
            <a:avLst/>
            <a:gdLst>
              <a:gd name="connsiteX0" fmla="*/ 263499 w 464056"/>
              <a:gd name="connsiteY0" fmla="*/ 1915582 h 3314039"/>
              <a:gd name="connsiteX1" fmla="*/ 299013 w 464056"/>
              <a:gd name="connsiteY1" fmla="*/ 2174462 h 3314039"/>
              <a:gd name="connsiteX2" fmla="*/ 300123 w 464056"/>
              <a:gd name="connsiteY2" fmla="*/ 2182869 h 3314039"/>
              <a:gd name="connsiteX3" fmla="*/ 321051 w 464056"/>
              <a:gd name="connsiteY3" fmla="*/ 2334993 h 3314039"/>
              <a:gd name="connsiteX4" fmla="*/ 322318 w 464056"/>
              <a:gd name="connsiteY4" fmla="*/ 2344510 h 3314039"/>
              <a:gd name="connsiteX5" fmla="*/ 335160 w 464056"/>
              <a:gd name="connsiteY5" fmla="*/ 2437625 h 3314039"/>
              <a:gd name="connsiteX6" fmla="*/ 336429 w 464056"/>
              <a:gd name="connsiteY6" fmla="*/ 2446508 h 3314039"/>
              <a:gd name="connsiteX7" fmla="*/ 348002 w 464056"/>
              <a:gd name="connsiteY7" fmla="*/ 2530739 h 3314039"/>
              <a:gd name="connsiteX8" fmla="*/ 463581 w 464056"/>
              <a:gd name="connsiteY8" fmla="*/ 3314040 h 3314039"/>
              <a:gd name="connsiteX9" fmla="*/ 464056 w 464056"/>
              <a:gd name="connsiteY9" fmla="*/ 3313881 h 3314039"/>
              <a:gd name="connsiteX10" fmla="*/ 374321 w 464056"/>
              <a:gd name="connsiteY10" fmla="*/ 2658751 h 3314039"/>
              <a:gd name="connsiteX11" fmla="*/ 372894 w 464056"/>
              <a:gd name="connsiteY11" fmla="*/ 2649075 h 3314039"/>
              <a:gd name="connsiteX12" fmla="*/ 344515 w 464056"/>
              <a:gd name="connsiteY12" fmla="*/ 2442383 h 3314039"/>
              <a:gd name="connsiteX13" fmla="*/ 343246 w 464056"/>
              <a:gd name="connsiteY13" fmla="*/ 2433500 h 3314039"/>
              <a:gd name="connsiteX14" fmla="*/ 330246 w 464056"/>
              <a:gd name="connsiteY14" fmla="*/ 2338800 h 3314039"/>
              <a:gd name="connsiteX15" fmla="*/ 328978 w 464056"/>
              <a:gd name="connsiteY15" fmla="*/ 2329282 h 3314039"/>
              <a:gd name="connsiteX16" fmla="*/ 308684 w 464056"/>
              <a:gd name="connsiteY16" fmla="*/ 2181442 h 3314039"/>
              <a:gd name="connsiteX17" fmla="*/ 307415 w 464056"/>
              <a:gd name="connsiteY17" fmla="*/ 2173034 h 3314039"/>
              <a:gd name="connsiteX18" fmla="*/ 271427 w 464056"/>
              <a:gd name="connsiteY18" fmla="*/ 1911141 h 3314039"/>
              <a:gd name="connsiteX19" fmla="*/ 270158 w 464056"/>
              <a:gd name="connsiteY19" fmla="*/ 1902099 h 3314039"/>
              <a:gd name="connsiteX20" fmla="*/ 11573 w 464056"/>
              <a:gd name="connsiteY20" fmla="*/ 20622 h 3314039"/>
              <a:gd name="connsiteX21" fmla="*/ 0 w 464056"/>
              <a:gd name="connsiteY21" fmla="*/ 0 h 3314039"/>
              <a:gd name="connsiteX22" fmla="*/ 262072 w 464056"/>
              <a:gd name="connsiteY22" fmla="*/ 1906382 h 3314039"/>
              <a:gd name="connsiteX23" fmla="*/ 263341 w 464056"/>
              <a:gd name="connsiteY23" fmla="*/ 1915424 h 3314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464056" h="3314039">
                <a:moveTo>
                  <a:pt x="263499" y="1915582"/>
                </a:moveTo>
                <a:lnTo>
                  <a:pt x="299013" y="2174462"/>
                </a:lnTo>
                <a:lnTo>
                  <a:pt x="300123" y="2182869"/>
                </a:lnTo>
                <a:lnTo>
                  <a:pt x="321051" y="2334993"/>
                </a:lnTo>
                <a:lnTo>
                  <a:pt x="322318" y="2344510"/>
                </a:lnTo>
                <a:lnTo>
                  <a:pt x="335160" y="2437625"/>
                </a:lnTo>
                <a:lnTo>
                  <a:pt x="336429" y="2446508"/>
                </a:lnTo>
                <a:lnTo>
                  <a:pt x="348002" y="2530739"/>
                </a:lnTo>
                <a:lnTo>
                  <a:pt x="463581" y="3314040"/>
                </a:lnTo>
                <a:cubicBezTo>
                  <a:pt x="463581" y="3314040"/>
                  <a:pt x="464056" y="3313881"/>
                  <a:pt x="464056" y="3313881"/>
                </a:cubicBezTo>
                <a:lnTo>
                  <a:pt x="374321" y="2658751"/>
                </a:lnTo>
                <a:lnTo>
                  <a:pt x="372894" y="2649075"/>
                </a:lnTo>
                <a:lnTo>
                  <a:pt x="344515" y="2442383"/>
                </a:lnTo>
                <a:lnTo>
                  <a:pt x="343246" y="2433500"/>
                </a:lnTo>
                <a:lnTo>
                  <a:pt x="330246" y="2338800"/>
                </a:lnTo>
                <a:lnTo>
                  <a:pt x="328978" y="2329282"/>
                </a:lnTo>
                <a:lnTo>
                  <a:pt x="308684" y="2181442"/>
                </a:lnTo>
                <a:lnTo>
                  <a:pt x="307415" y="2173034"/>
                </a:lnTo>
                <a:lnTo>
                  <a:pt x="271427" y="1911141"/>
                </a:lnTo>
                <a:lnTo>
                  <a:pt x="270158" y="1902099"/>
                </a:lnTo>
                <a:lnTo>
                  <a:pt x="11573" y="20622"/>
                </a:lnTo>
                <a:lnTo>
                  <a:pt x="0" y="0"/>
                </a:lnTo>
                <a:lnTo>
                  <a:pt x="262072" y="1906382"/>
                </a:lnTo>
                <a:lnTo>
                  <a:pt x="263341" y="1915424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17" name="Freeform 716">
            <a:extLst>
              <a:ext uri="{FF2B5EF4-FFF2-40B4-BE49-F238E27FC236}">
                <a16:creationId xmlns:a16="http://schemas.microsoft.com/office/drawing/2014/main" id="{48AE5DC5-0F47-9239-1B41-1DD6B264B3A6}"/>
              </a:ext>
            </a:extLst>
          </p:cNvPr>
          <p:cNvSpPr/>
          <p:nvPr userDrawn="1"/>
        </p:nvSpPr>
        <p:spPr>
          <a:xfrm>
            <a:off x="11223695" y="166521"/>
            <a:ext cx="934298" cy="162695"/>
          </a:xfrm>
          <a:custGeom>
            <a:avLst/>
            <a:gdLst>
              <a:gd name="connsiteX0" fmla="*/ 159 w 934298"/>
              <a:gd name="connsiteY0" fmla="*/ 8249 h 188925"/>
              <a:gd name="connsiteX1" fmla="*/ 934298 w 934298"/>
              <a:gd name="connsiteY1" fmla="*/ 188925 h 188925"/>
              <a:gd name="connsiteX2" fmla="*/ 934298 w 934298"/>
              <a:gd name="connsiteY2" fmla="*/ 180359 h 188925"/>
              <a:gd name="connsiteX3" fmla="*/ 1745 w 934298"/>
              <a:gd name="connsiteY3" fmla="*/ 0 h 188925"/>
              <a:gd name="connsiteX4" fmla="*/ 0 w 934298"/>
              <a:gd name="connsiteY4" fmla="*/ 8249 h 188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34298" h="188925">
                <a:moveTo>
                  <a:pt x="159" y="8249"/>
                </a:moveTo>
                <a:lnTo>
                  <a:pt x="934298" y="188925"/>
                </a:lnTo>
                <a:lnTo>
                  <a:pt x="934298" y="180359"/>
                </a:lnTo>
                <a:lnTo>
                  <a:pt x="1745" y="0"/>
                </a:lnTo>
                <a:cubicBezTo>
                  <a:pt x="1269" y="2855"/>
                  <a:pt x="793" y="5552"/>
                  <a:pt x="0" y="8249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18" name="Freeform 717">
            <a:extLst>
              <a:ext uri="{FF2B5EF4-FFF2-40B4-BE49-F238E27FC236}">
                <a16:creationId xmlns:a16="http://schemas.microsoft.com/office/drawing/2014/main" id="{191A68C4-24F1-F372-4BE5-D41BC5861C25}"/>
              </a:ext>
            </a:extLst>
          </p:cNvPr>
          <p:cNvSpPr/>
          <p:nvPr userDrawn="1"/>
        </p:nvSpPr>
        <p:spPr>
          <a:xfrm>
            <a:off x="11184376" y="222357"/>
            <a:ext cx="973774" cy="1593477"/>
          </a:xfrm>
          <a:custGeom>
            <a:avLst/>
            <a:gdLst>
              <a:gd name="connsiteX0" fmla="*/ 1744 w 973774"/>
              <a:gd name="connsiteY0" fmla="*/ 0 h 1850386"/>
              <a:gd name="connsiteX1" fmla="*/ 0 w 973774"/>
              <a:gd name="connsiteY1" fmla="*/ 1269 h 1850386"/>
              <a:gd name="connsiteX2" fmla="*/ 879917 w 973774"/>
              <a:gd name="connsiteY2" fmla="*/ 1672565 h 1850386"/>
              <a:gd name="connsiteX3" fmla="*/ 883880 w 973774"/>
              <a:gd name="connsiteY3" fmla="*/ 1680021 h 1850386"/>
              <a:gd name="connsiteX4" fmla="*/ 970128 w 973774"/>
              <a:gd name="connsiteY4" fmla="*/ 1843883 h 1850386"/>
              <a:gd name="connsiteX5" fmla="*/ 973774 w 973774"/>
              <a:gd name="connsiteY5" fmla="*/ 1850387 h 1850386"/>
              <a:gd name="connsiteX6" fmla="*/ 973774 w 973774"/>
              <a:gd name="connsiteY6" fmla="*/ 1850069 h 1850386"/>
              <a:gd name="connsiteX7" fmla="*/ 1744 w 973774"/>
              <a:gd name="connsiteY7" fmla="*/ 0 h 18503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73774" h="1850386">
                <a:moveTo>
                  <a:pt x="1744" y="0"/>
                </a:moveTo>
                <a:cubicBezTo>
                  <a:pt x="1744" y="0"/>
                  <a:pt x="635" y="952"/>
                  <a:pt x="0" y="1269"/>
                </a:cubicBezTo>
                <a:lnTo>
                  <a:pt x="879917" y="1672565"/>
                </a:lnTo>
                <a:lnTo>
                  <a:pt x="883880" y="1680021"/>
                </a:lnTo>
                <a:lnTo>
                  <a:pt x="970128" y="1843883"/>
                </a:lnTo>
                <a:lnTo>
                  <a:pt x="973774" y="1850387"/>
                </a:lnTo>
                <a:lnTo>
                  <a:pt x="973774" y="1850069"/>
                </a:lnTo>
                <a:lnTo>
                  <a:pt x="1744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19" name="Freeform 718">
            <a:extLst>
              <a:ext uri="{FF2B5EF4-FFF2-40B4-BE49-F238E27FC236}">
                <a16:creationId xmlns:a16="http://schemas.microsoft.com/office/drawing/2014/main" id="{22636A87-5D72-450A-3FE6-59700FC2BF69}"/>
              </a:ext>
            </a:extLst>
          </p:cNvPr>
          <p:cNvSpPr/>
          <p:nvPr userDrawn="1"/>
        </p:nvSpPr>
        <p:spPr>
          <a:xfrm>
            <a:off x="11089409" y="252496"/>
            <a:ext cx="42330" cy="182501"/>
          </a:xfrm>
          <a:custGeom>
            <a:avLst/>
            <a:gdLst>
              <a:gd name="connsiteX0" fmla="*/ 22038 w 42330"/>
              <a:gd name="connsiteY0" fmla="*/ 114212 h 211925"/>
              <a:gd name="connsiteX1" fmla="*/ 42331 w 42330"/>
              <a:gd name="connsiteY1" fmla="*/ 23477 h 211925"/>
              <a:gd name="connsiteX2" fmla="*/ 38843 w 42330"/>
              <a:gd name="connsiteY2" fmla="*/ 0 h 211925"/>
              <a:gd name="connsiteX3" fmla="*/ 2220 w 42330"/>
              <a:gd name="connsiteY3" fmla="*/ 163386 h 211925"/>
              <a:gd name="connsiteX4" fmla="*/ 0 w 42330"/>
              <a:gd name="connsiteY4" fmla="*/ 211926 h 211925"/>
              <a:gd name="connsiteX5" fmla="*/ 22038 w 42330"/>
              <a:gd name="connsiteY5" fmla="*/ 114212 h 21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2330" h="211925">
                <a:moveTo>
                  <a:pt x="22038" y="114212"/>
                </a:moveTo>
                <a:lnTo>
                  <a:pt x="42331" y="23477"/>
                </a:lnTo>
                <a:lnTo>
                  <a:pt x="38843" y="0"/>
                </a:lnTo>
                <a:lnTo>
                  <a:pt x="2220" y="163386"/>
                </a:lnTo>
                <a:lnTo>
                  <a:pt x="0" y="211926"/>
                </a:lnTo>
                <a:lnTo>
                  <a:pt x="22038" y="11421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20" name="Freeform 719">
            <a:extLst>
              <a:ext uri="{FF2B5EF4-FFF2-40B4-BE49-F238E27FC236}">
                <a16:creationId xmlns:a16="http://schemas.microsoft.com/office/drawing/2014/main" id="{504164E2-DCBB-3E51-F6C6-2BC952173411}"/>
              </a:ext>
            </a:extLst>
          </p:cNvPr>
          <p:cNvSpPr/>
          <p:nvPr userDrawn="1"/>
        </p:nvSpPr>
        <p:spPr>
          <a:xfrm>
            <a:off x="11133326" y="226321"/>
            <a:ext cx="9194" cy="45719"/>
          </a:xfrm>
          <a:custGeom>
            <a:avLst/>
            <a:gdLst>
              <a:gd name="connsiteX0" fmla="*/ 793 w 9194"/>
              <a:gd name="connsiteY0" fmla="*/ 0 h 21256"/>
              <a:gd name="connsiteX1" fmla="*/ 0 w 9194"/>
              <a:gd name="connsiteY1" fmla="*/ 3490 h 21256"/>
              <a:gd name="connsiteX2" fmla="*/ 1902 w 9194"/>
              <a:gd name="connsiteY2" fmla="*/ 16021 h 21256"/>
              <a:gd name="connsiteX3" fmla="*/ 4756 w 9194"/>
              <a:gd name="connsiteY3" fmla="*/ 21256 h 21256"/>
              <a:gd name="connsiteX4" fmla="*/ 9195 w 9194"/>
              <a:gd name="connsiteY4" fmla="*/ 1745 h 21256"/>
              <a:gd name="connsiteX5" fmla="*/ 793 w 9194"/>
              <a:gd name="connsiteY5" fmla="*/ 0 h 212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194" h="21256">
                <a:moveTo>
                  <a:pt x="793" y="0"/>
                </a:moveTo>
                <a:lnTo>
                  <a:pt x="0" y="3490"/>
                </a:lnTo>
                <a:lnTo>
                  <a:pt x="1902" y="16021"/>
                </a:lnTo>
                <a:lnTo>
                  <a:pt x="4756" y="21256"/>
                </a:lnTo>
                <a:lnTo>
                  <a:pt x="9195" y="1745"/>
                </a:lnTo>
                <a:cubicBezTo>
                  <a:pt x="6341" y="1269"/>
                  <a:pt x="3646" y="793"/>
                  <a:pt x="793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21" name="Freeform 720">
            <a:extLst>
              <a:ext uri="{FF2B5EF4-FFF2-40B4-BE49-F238E27FC236}">
                <a16:creationId xmlns:a16="http://schemas.microsoft.com/office/drawing/2014/main" id="{1C9FDCEC-B27B-B5DD-3C98-E58902150C34}"/>
              </a:ext>
            </a:extLst>
          </p:cNvPr>
          <p:cNvSpPr/>
          <p:nvPr userDrawn="1"/>
        </p:nvSpPr>
        <p:spPr>
          <a:xfrm>
            <a:off x="11093690" y="125277"/>
            <a:ext cx="316" cy="45719"/>
          </a:xfrm>
          <a:custGeom>
            <a:avLst/>
            <a:gdLst>
              <a:gd name="connsiteX0" fmla="*/ 316 w 316"/>
              <a:gd name="connsiteY0" fmla="*/ 0 h 1110"/>
              <a:gd name="connsiteX1" fmla="*/ 0 w 316"/>
              <a:gd name="connsiteY1" fmla="*/ 0 h 1110"/>
              <a:gd name="connsiteX2" fmla="*/ 0 w 316"/>
              <a:gd name="connsiteY2" fmla="*/ 1110 h 1110"/>
              <a:gd name="connsiteX3" fmla="*/ 316 w 316"/>
              <a:gd name="connsiteY3" fmla="*/ 159 h 11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16" h="1110">
                <a:moveTo>
                  <a:pt x="316" y="0"/>
                </a:moveTo>
                <a:cubicBezTo>
                  <a:pt x="316" y="0"/>
                  <a:pt x="159" y="0"/>
                  <a:pt x="0" y="0"/>
                </a:cubicBezTo>
                <a:lnTo>
                  <a:pt x="0" y="1110"/>
                </a:lnTo>
                <a:cubicBezTo>
                  <a:pt x="0" y="1110"/>
                  <a:pt x="159" y="476"/>
                  <a:pt x="316" y="159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22" name="Freeform 721">
            <a:extLst>
              <a:ext uri="{FF2B5EF4-FFF2-40B4-BE49-F238E27FC236}">
                <a16:creationId xmlns:a16="http://schemas.microsoft.com/office/drawing/2014/main" id="{531C0FBF-75B6-3FF9-2D92-E87D1BA39B83}"/>
              </a:ext>
            </a:extLst>
          </p:cNvPr>
          <p:cNvSpPr/>
          <p:nvPr userDrawn="1"/>
        </p:nvSpPr>
        <p:spPr>
          <a:xfrm>
            <a:off x="10953448" y="195232"/>
            <a:ext cx="147693" cy="2771186"/>
          </a:xfrm>
          <a:custGeom>
            <a:avLst/>
            <a:gdLst>
              <a:gd name="connsiteX0" fmla="*/ 109554 w 131908"/>
              <a:gd name="connsiteY0" fmla="*/ 316779 h 2772486"/>
              <a:gd name="connsiteX1" fmla="*/ 107652 w 131908"/>
              <a:gd name="connsiteY1" fmla="*/ 360084 h 2772486"/>
              <a:gd name="connsiteX2" fmla="*/ 104798 w 131908"/>
              <a:gd name="connsiteY2" fmla="*/ 421948 h 2772486"/>
              <a:gd name="connsiteX3" fmla="*/ 21245 w 131908"/>
              <a:gd name="connsiteY3" fmla="*/ 2278363 h 2772486"/>
              <a:gd name="connsiteX4" fmla="*/ 20769 w 131908"/>
              <a:gd name="connsiteY4" fmla="*/ 2288198 h 2772486"/>
              <a:gd name="connsiteX5" fmla="*/ 16330 w 131908"/>
              <a:gd name="connsiteY5" fmla="*/ 2387816 h 2772486"/>
              <a:gd name="connsiteX6" fmla="*/ 16013 w 131908"/>
              <a:gd name="connsiteY6" fmla="*/ 2396540 h 2772486"/>
              <a:gd name="connsiteX7" fmla="*/ 951 w 131908"/>
              <a:gd name="connsiteY7" fmla="*/ 2731085 h 2772486"/>
              <a:gd name="connsiteX8" fmla="*/ 476 w 131908"/>
              <a:gd name="connsiteY8" fmla="*/ 2743140 h 2772486"/>
              <a:gd name="connsiteX9" fmla="*/ 0 w 131908"/>
              <a:gd name="connsiteY9" fmla="*/ 2754245 h 2772486"/>
              <a:gd name="connsiteX10" fmla="*/ 0 w 131908"/>
              <a:gd name="connsiteY10" fmla="*/ 2754245 h 2772486"/>
              <a:gd name="connsiteX11" fmla="*/ 793 w 131908"/>
              <a:gd name="connsiteY11" fmla="*/ 2771059 h 2772486"/>
              <a:gd name="connsiteX12" fmla="*/ 7611 w 131908"/>
              <a:gd name="connsiteY12" fmla="*/ 2772487 h 2772486"/>
              <a:gd name="connsiteX13" fmla="*/ 24574 w 131908"/>
              <a:gd name="connsiteY13" fmla="*/ 2397016 h 2772486"/>
              <a:gd name="connsiteX14" fmla="*/ 24574 w 131908"/>
              <a:gd name="connsiteY14" fmla="*/ 2394954 h 2772486"/>
              <a:gd name="connsiteX15" fmla="*/ 25050 w 131908"/>
              <a:gd name="connsiteY15" fmla="*/ 2386229 h 2772486"/>
              <a:gd name="connsiteX16" fmla="*/ 29648 w 131908"/>
              <a:gd name="connsiteY16" fmla="*/ 2283280 h 2772486"/>
              <a:gd name="connsiteX17" fmla="*/ 30124 w 131908"/>
              <a:gd name="connsiteY17" fmla="*/ 2273445 h 2772486"/>
              <a:gd name="connsiteX18" fmla="*/ 116213 w 131908"/>
              <a:gd name="connsiteY18" fmla="*/ 360084 h 2772486"/>
              <a:gd name="connsiteX19" fmla="*/ 119066 w 131908"/>
              <a:gd name="connsiteY19" fmla="*/ 298219 h 2772486"/>
              <a:gd name="connsiteX20" fmla="*/ 120335 w 131908"/>
              <a:gd name="connsiteY20" fmla="*/ 269190 h 2772486"/>
              <a:gd name="connsiteX21" fmla="*/ 122555 w 131908"/>
              <a:gd name="connsiteY21" fmla="*/ 220650 h 2772486"/>
              <a:gd name="connsiteX22" fmla="*/ 131908 w 131908"/>
              <a:gd name="connsiteY22" fmla="*/ 11897 h 2772486"/>
              <a:gd name="connsiteX23" fmla="*/ 123981 w 131908"/>
              <a:gd name="connsiteY23" fmla="*/ 0 h 2772486"/>
              <a:gd name="connsiteX24" fmla="*/ 111932 w 131908"/>
              <a:gd name="connsiteY24" fmla="*/ 268239 h 2772486"/>
              <a:gd name="connsiteX25" fmla="*/ 109713 w 131908"/>
              <a:gd name="connsiteY25" fmla="*/ 316779 h 27724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131908" h="2772486">
                <a:moveTo>
                  <a:pt x="109554" y="316779"/>
                </a:moveTo>
                <a:lnTo>
                  <a:pt x="107652" y="360084"/>
                </a:lnTo>
                <a:lnTo>
                  <a:pt x="104798" y="421948"/>
                </a:lnTo>
                <a:lnTo>
                  <a:pt x="21245" y="2278363"/>
                </a:lnTo>
                <a:lnTo>
                  <a:pt x="20769" y="2288198"/>
                </a:lnTo>
                <a:lnTo>
                  <a:pt x="16330" y="2387816"/>
                </a:lnTo>
                <a:lnTo>
                  <a:pt x="16013" y="2396540"/>
                </a:lnTo>
                <a:lnTo>
                  <a:pt x="951" y="2731085"/>
                </a:lnTo>
                <a:lnTo>
                  <a:pt x="476" y="2743140"/>
                </a:lnTo>
                <a:lnTo>
                  <a:pt x="0" y="2754245"/>
                </a:lnTo>
                <a:lnTo>
                  <a:pt x="0" y="2754245"/>
                </a:lnTo>
                <a:lnTo>
                  <a:pt x="793" y="2771059"/>
                </a:lnTo>
                <a:cubicBezTo>
                  <a:pt x="3171" y="2771059"/>
                  <a:pt x="5391" y="2772169"/>
                  <a:pt x="7611" y="2772487"/>
                </a:cubicBezTo>
                <a:lnTo>
                  <a:pt x="24574" y="2397016"/>
                </a:lnTo>
                <a:lnTo>
                  <a:pt x="24574" y="2394954"/>
                </a:lnTo>
                <a:cubicBezTo>
                  <a:pt x="24574" y="2394954"/>
                  <a:pt x="25050" y="2386229"/>
                  <a:pt x="25050" y="2386229"/>
                </a:cubicBezTo>
                <a:lnTo>
                  <a:pt x="29648" y="2283280"/>
                </a:lnTo>
                <a:lnTo>
                  <a:pt x="30124" y="2273445"/>
                </a:lnTo>
                <a:lnTo>
                  <a:pt x="116213" y="360084"/>
                </a:lnTo>
                <a:lnTo>
                  <a:pt x="119066" y="298219"/>
                </a:lnTo>
                <a:lnTo>
                  <a:pt x="120335" y="269190"/>
                </a:lnTo>
                <a:lnTo>
                  <a:pt x="122555" y="220650"/>
                </a:lnTo>
                <a:lnTo>
                  <a:pt x="131908" y="11897"/>
                </a:lnTo>
                <a:cubicBezTo>
                  <a:pt x="128580" y="8407"/>
                  <a:pt x="126518" y="4124"/>
                  <a:pt x="123981" y="0"/>
                </a:cubicBezTo>
                <a:lnTo>
                  <a:pt x="111932" y="268239"/>
                </a:lnTo>
                <a:lnTo>
                  <a:pt x="109713" y="31677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23" name="Freeform 722">
            <a:extLst>
              <a:ext uri="{FF2B5EF4-FFF2-40B4-BE49-F238E27FC236}">
                <a16:creationId xmlns:a16="http://schemas.microsoft.com/office/drawing/2014/main" id="{F65DC6B9-67E3-0CBE-1CFC-878835E07D8B}"/>
              </a:ext>
            </a:extLst>
          </p:cNvPr>
          <p:cNvSpPr/>
          <p:nvPr userDrawn="1"/>
        </p:nvSpPr>
        <p:spPr>
          <a:xfrm>
            <a:off x="11125240" y="224418"/>
            <a:ext cx="9988" cy="45719"/>
          </a:xfrm>
          <a:custGeom>
            <a:avLst/>
            <a:gdLst>
              <a:gd name="connsiteX0" fmla="*/ 8245 w 9988"/>
              <a:gd name="connsiteY0" fmla="*/ 5393 h 17766"/>
              <a:gd name="connsiteX1" fmla="*/ 7610 w 9988"/>
              <a:gd name="connsiteY1" fmla="*/ 1586 h 17766"/>
              <a:gd name="connsiteX2" fmla="*/ 0 w 9988"/>
              <a:gd name="connsiteY2" fmla="*/ 0 h 17766"/>
              <a:gd name="connsiteX3" fmla="*/ 9988 w 9988"/>
              <a:gd name="connsiteY3" fmla="*/ 17766 h 17766"/>
              <a:gd name="connsiteX4" fmla="*/ 8086 w 9988"/>
              <a:gd name="connsiteY4" fmla="*/ 5235 h 177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988" h="17766">
                <a:moveTo>
                  <a:pt x="8245" y="5393"/>
                </a:moveTo>
                <a:lnTo>
                  <a:pt x="7610" y="1586"/>
                </a:lnTo>
                <a:cubicBezTo>
                  <a:pt x="5074" y="793"/>
                  <a:pt x="2378" y="952"/>
                  <a:pt x="0" y="0"/>
                </a:cubicBezTo>
                <a:lnTo>
                  <a:pt x="9988" y="17766"/>
                </a:lnTo>
                <a:lnTo>
                  <a:pt x="8086" y="5235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24" name="Freeform 723">
            <a:extLst>
              <a:ext uri="{FF2B5EF4-FFF2-40B4-BE49-F238E27FC236}">
                <a16:creationId xmlns:a16="http://schemas.microsoft.com/office/drawing/2014/main" id="{D7541BC0-3C1D-37C1-E888-7F1A72E9608E}"/>
              </a:ext>
            </a:extLst>
          </p:cNvPr>
          <p:cNvSpPr/>
          <p:nvPr userDrawn="1"/>
        </p:nvSpPr>
        <p:spPr>
          <a:xfrm>
            <a:off x="11127301" y="244722"/>
            <a:ext cx="516831" cy="3366705"/>
          </a:xfrm>
          <a:custGeom>
            <a:avLst/>
            <a:gdLst>
              <a:gd name="connsiteX0" fmla="*/ 4439 w 509559"/>
              <a:gd name="connsiteY0" fmla="*/ 31250 h 3398112"/>
              <a:gd name="connsiteX1" fmla="*/ 6659 w 509559"/>
              <a:gd name="connsiteY1" fmla="*/ 45843 h 3398112"/>
              <a:gd name="connsiteX2" fmla="*/ 11891 w 509559"/>
              <a:gd name="connsiteY2" fmla="*/ 80583 h 3398112"/>
              <a:gd name="connsiteX3" fmla="*/ 17916 w 509559"/>
              <a:gd name="connsiteY3" fmla="*/ 121033 h 3398112"/>
              <a:gd name="connsiteX4" fmla="*/ 294416 w 509559"/>
              <a:gd name="connsiteY4" fmla="*/ 1996324 h 3398112"/>
              <a:gd name="connsiteX5" fmla="*/ 295683 w 509559"/>
              <a:gd name="connsiteY5" fmla="*/ 2005207 h 3398112"/>
              <a:gd name="connsiteX6" fmla="*/ 333100 w 509559"/>
              <a:gd name="connsiteY6" fmla="*/ 2258852 h 3398112"/>
              <a:gd name="connsiteX7" fmla="*/ 334368 w 509559"/>
              <a:gd name="connsiteY7" fmla="*/ 2267259 h 3398112"/>
              <a:gd name="connsiteX8" fmla="*/ 357516 w 509559"/>
              <a:gd name="connsiteY8" fmla="*/ 2424141 h 3398112"/>
              <a:gd name="connsiteX9" fmla="*/ 358943 w 509559"/>
              <a:gd name="connsiteY9" fmla="*/ 2433500 h 3398112"/>
              <a:gd name="connsiteX10" fmla="*/ 372419 w 509559"/>
              <a:gd name="connsiteY10" fmla="*/ 2524394 h 3398112"/>
              <a:gd name="connsiteX11" fmla="*/ 373687 w 509559"/>
              <a:gd name="connsiteY11" fmla="*/ 2533277 h 3398112"/>
              <a:gd name="connsiteX12" fmla="*/ 404603 w 509559"/>
              <a:gd name="connsiteY12" fmla="*/ 2742982 h 3398112"/>
              <a:gd name="connsiteX13" fmla="*/ 406030 w 509559"/>
              <a:gd name="connsiteY13" fmla="*/ 2752658 h 3398112"/>
              <a:gd name="connsiteX14" fmla="*/ 501315 w 509559"/>
              <a:gd name="connsiteY14" fmla="*/ 3398112 h 3398112"/>
              <a:gd name="connsiteX15" fmla="*/ 509559 w 509559"/>
              <a:gd name="connsiteY15" fmla="*/ 3396367 h 3398112"/>
              <a:gd name="connsiteX16" fmla="*/ 393980 w 509559"/>
              <a:gd name="connsiteY16" fmla="*/ 2613066 h 3398112"/>
              <a:gd name="connsiteX17" fmla="*/ 381614 w 509559"/>
              <a:gd name="connsiteY17" fmla="*/ 2529152 h 3398112"/>
              <a:gd name="connsiteX18" fmla="*/ 380346 w 509559"/>
              <a:gd name="connsiteY18" fmla="*/ 2520269 h 3398112"/>
              <a:gd name="connsiteX19" fmla="*/ 366711 w 509559"/>
              <a:gd name="connsiteY19" fmla="*/ 2427790 h 3398112"/>
              <a:gd name="connsiteX20" fmla="*/ 365284 w 509559"/>
              <a:gd name="connsiteY20" fmla="*/ 2418431 h 3398112"/>
              <a:gd name="connsiteX21" fmla="*/ 342771 w 509559"/>
              <a:gd name="connsiteY21" fmla="*/ 2265673 h 3398112"/>
              <a:gd name="connsiteX22" fmla="*/ 341503 w 509559"/>
              <a:gd name="connsiteY22" fmla="*/ 2257265 h 3398112"/>
              <a:gd name="connsiteX23" fmla="*/ 303610 w 509559"/>
              <a:gd name="connsiteY23" fmla="*/ 2000765 h 3398112"/>
              <a:gd name="connsiteX24" fmla="*/ 302343 w 509559"/>
              <a:gd name="connsiteY24" fmla="*/ 1991882 h 3398112"/>
              <a:gd name="connsiteX25" fmla="*/ 20452 w 509559"/>
              <a:gd name="connsiteY25" fmla="*/ 80741 h 3398112"/>
              <a:gd name="connsiteX26" fmla="*/ 14427 w 509559"/>
              <a:gd name="connsiteY26" fmla="*/ 40291 h 3398112"/>
              <a:gd name="connsiteX27" fmla="*/ 11573 w 509559"/>
              <a:gd name="connsiteY27" fmla="*/ 20622 h 3398112"/>
              <a:gd name="connsiteX28" fmla="*/ 0 w 509559"/>
              <a:gd name="connsiteY28" fmla="*/ 0 h 3398112"/>
              <a:gd name="connsiteX29" fmla="*/ 1110 w 509559"/>
              <a:gd name="connsiteY29" fmla="*/ 7455 h 3398112"/>
              <a:gd name="connsiteX30" fmla="*/ 4597 w 509559"/>
              <a:gd name="connsiteY30" fmla="*/ 30932 h 33981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509559" h="3398112">
                <a:moveTo>
                  <a:pt x="4439" y="31250"/>
                </a:moveTo>
                <a:lnTo>
                  <a:pt x="6659" y="45843"/>
                </a:lnTo>
                <a:lnTo>
                  <a:pt x="11891" y="80583"/>
                </a:lnTo>
                <a:lnTo>
                  <a:pt x="17916" y="121033"/>
                </a:lnTo>
                <a:lnTo>
                  <a:pt x="294416" y="1996324"/>
                </a:lnTo>
                <a:lnTo>
                  <a:pt x="295683" y="2005207"/>
                </a:lnTo>
                <a:lnTo>
                  <a:pt x="333100" y="2258852"/>
                </a:lnTo>
                <a:lnTo>
                  <a:pt x="334368" y="2267259"/>
                </a:lnTo>
                <a:lnTo>
                  <a:pt x="357516" y="2424141"/>
                </a:lnTo>
                <a:lnTo>
                  <a:pt x="358943" y="2433500"/>
                </a:lnTo>
                <a:lnTo>
                  <a:pt x="372419" y="2524394"/>
                </a:lnTo>
                <a:lnTo>
                  <a:pt x="373687" y="2533277"/>
                </a:lnTo>
                <a:lnTo>
                  <a:pt x="404603" y="2742982"/>
                </a:lnTo>
                <a:lnTo>
                  <a:pt x="406030" y="2752658"/>
                </a:lnTo>
                <a:lnTo>
                  <a:pt x="501315" y="3398112"/>
                </a:lnTo>
                <a:cubicBezTo>
                  <a:pt x="504010" y="3397478"/>
                  <a:pt x="506705" y="3396685"/>
                  <a:pt x="509559" y="3396367"/>
                </a:cubicBezTo>
                <a:lnTo>
                  <a:pt x="393980" y="2613066"/>
                </a:lnTo>
                <a:lnTo>
                  <a:pt x="381614" y="2529152"/>
                </a:lnTo>
                <a:lnTo>
                  <a:pt x="380346" y="2520269"/>
                </a:lnTo>
                <a:lnTo>
                  <a:pt x="366711" y="2427790"/>
                </a:lnTo>
                <a:lnTo>
                  <a:pt x="365284" y="2418431"/>
                </a:lnTo>
                <a:lnTo>
                  <a:pt x="342771" y="2265673"/>
                </a:lnTo>
                <a:lnTo>
                  <a:pt x="341503" y="2257265"/>
                </a:lnTo>
                <a:lnTo>
                  <a:pt x="303610" y="2000765"/>
                </a:lnTo>
                <a:lnTo>
                  <a:pt x="302343" y="1991882"/>
                </a:lnTo>
                <a:lnTo>
                  <a:pt x="20452" y="80741"/>
                </a:lnTo>
                <a:lnTo>
                  <a:pt x="14427" y="40291"/>
                </a:lnTo>
                <a:lnTo>
                  <a:pt x="11573" y="20622"/>
                </a:lnTo>
                <a:lnTo>
                  <a:pt x="0" y="0"/>
                </a:lnTo>
                <a:lnTo>
                  <a:pt x="1110" y="7455"/>
                </a:lnTo>
                <a:lnTo>
                  <a:pt x="4597" y="3093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25" name="Freeform 724">
            <a:extLst>
              <a:ext uri="{FF2B5EF4-FFF2-40B4-BE49-F238E27FC236}">
                <a16:creationId xmlns:a16="http://schemas.microsoft.com/office/drawing/2014/main" id="{6AD9B743-5F1D-53C9-5E12-051905A5189E}"/>
              </a:ext>
            </a:extLst>
          </p:cNvPr>
          <p:cNvSpPr/>
          <p:nvPr userDrawn="1"/>
        </p:nvSpPr>
        <p:spPr>
          <a:xfrm>
            <a:off x="11170742" y="67220"/>
            <a:ext cx="987251" cy="196435"/>
          </a:xfrm>
          <a:custGeom>
            <a:avLst/>
            <a:gdLst>
              <a:gd name="connsiteX0" fmla="*/ 0 w 987251"/>
              <a:gd name="connsiteY0" fmla="*/ 8090 h 228105"/>
              <a:gd name="connsiteX1" fmla="*/ 987251 w 987251"/>
              <a:gd name="connsiteY1" fmla="*/ 228106 h 228105"/>
              <a:gd name="connsiteX2" fmla="*/ 987251 w 987251"/>
              <a:gd name="connsiteY2" fmla="*/ 219381 h 228105"/>
              <a:gd name="connsiteX3" fmla="*/ 3012 w 987251"/>
              <a:gd name="connsiteY3" fmla="*/ 0 h 228105"/>
              <a:gd name="connsiteX4" fmla="*/ 0 w 987251"/>
              <a:gd name="connsiteY4" fmla="*/ 8090 h 2281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87251" h="228105">
                <a:moveTo>
                  <a:pt x="0" y="8090"/>
                </a:moveTo>
                <a:lnTo>
                  <a:pt x="987251" y="228106"/>
                </a:lnTo>
                <a:lnTo>
                  <a:pt x="987251" y="219381"/>
                </a:lnTo>
                <a:lnTo>
                  <a:pt x="3012" y="0"/>
                </a:lnTo>
                <a:cubicBezTo>
                  <a:pt x="1902" y="2697"/>
                  <a:pt x="1426" y="5552"/>
                  <a:pt x="0" y="809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26" name="Freeform 725">
            <a:extLst>
              <a:ext uri="{FF2B5EF4-FFF2-40B4-BE49-F238E27FC236}">
                <a16:creationId xmlns:a16="http://schemas.microsoft.com/office/drawing/2014/main" id="{923CBF0F-2B84-90C2-B3E8-8693849A5985}"/>
              </a:ext>
            </a:extLst>
          </p:cNvPr>
          <p:cNvSpPr/>
          <p:nvPr userDrawn="1"/>
        </p:nvSpPr>
        <p:spPr>
          <a:xfrm>
            <a:off x="11186120" y="217439"/>
            <a:ext cx="971872" cy="1597439"/>
          </a:xfrm>
          <a:custGeom>
            <a:avLst/>
            <a:gdLst>
              <a:gd name="connsiteX0" fmla="*/ 885942 w 971872"/>
              <a:gd name="connsiteY0" fmla="*/ 1673200 h 1854986"/>
              <a:gd name="connsiteX1" fmla="*/ 7135 w 971872"/>
              <a:gd name="connsiteY1" fmla="*/ 0 h 1854986"/>
              <a:gd name="connsiteX2" fmla="*/ 0 w 971872"/>
              <a:gd name="connsiteY2" fmla="*/ 4917 h 1854986"/>
              <a:gd name="connsiteX3" fmla="*/ 971873 w 971872"/>
              <a:gd name="connsiteY3" fmla="*/ 1854987 h 1854986"/>
              <a:gd name="connsiteX4" fmla="*/ 971873 w 971872"/>
              <a:gd name="connsiteY4" fmla="*/ 1836745 h 1854986"/>
              <a:gd name="connsiteX5" fmla="*/ 889905 w 971872"/>
              <a:gd name="connsiteY5" fmla="*/ 1680814 h 1854986"/>
              <a:gd name="connsiteX6" fmla="*/ 885942 w 971872"/>
              <a:gd name="connsiteY6" fmla="*/ 1673200 h 18549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971872" h="1854986">
                <a:moveTo>
                  <a:pt x="885942" y="1673200"/>
                </a:moveTo>
                <a:lnTo>
                  <a:pt x="7135" y="0"/>
                </a:lnTo>
                <a:cubicBezTo>
                  <a:pt x="4757" y="1586"/>
                  <a:pt x="2537" y="3490"/>
                  <a:pt x="0" y="4917"/>
                </a:cubicBezTo>
                <a:lnTo>
                  <a:pt x="971873" y="1854987"/>
                </a:lnTo>
                <a:lnTo>
                  <a:pt x="971873" y="1836745"/>
                </a:lnTo>
                <a:lnTo>
                  <a:pt x="889905" y="1680814"/>
                </a:lnTo>
                <a:lnTo>
                  <a:pt x="885942" y="167320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27" name="Freeform 726">
            <a:extLst>
              <a:ext uri="{FF2B5EF4-FFF2-40B4-BE49-F238E27FC236}">
                <a16:creationId xmlns:a16="http://schemas.microsoft.com/office/drawing/2014/main" id="{9219E7F9-C69A-50D6-8841-2383DDFCC78F}"/>
              </a:ext>
            </a:extLst>
          </p:cNvPr>
          <p:cNvSpPr/>
          <p:nvPr userDrawn="1"/>
        </p:nvSpPr>
        <p:spPr>
          <a:xfrm>
            <a:off x="11081006" y="122581"/>
            <a:ext cx="12525" cy="45719"/>
          </a:xfrm>
          <a:custGeom>
            <a:avLst/>
            <a:gdLst>
              <a:gd name="connsiteX0" fmla="*/ 2061 w 12525"/>
              <a:gd name="connsiteY0" fmla="*/ 26173 h 26173"/>
              <a:gd name="connsiteX1" fmla="*/ 12526 w 12525"/>
              <a:gd name="connsiteY1" fmla="*/ 3648 h 26173"/>
              <a:gd name="connsiteX2" fmla="*/ 12526 w 12525"/>
              <a:gd name="connsiteY2" fmla="*/ 2538 h 26173"/>
              <a:gd name="connsiteX3" fmla="*/ 4598 w 12525"/>
              <a:gd name="connsiteY3" fmla="*/ 0 h 26173"/>
              <a:gd name="connsiteX4" fmla="*/ 0 w 12525"/>
              <a:gd name="connsiteY4" fmla="*/ 22366 h 26173"/>
              <a:gd name="connsiteX5" fmla="*/ 2061 w 12525"/>
              <a:gd name="connsiteY5" fmla="*/ 26173 h 261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525" h="26173">
                <a:moveTo>
                  <a:pt x="2061" y="26173"/>
                </a:moveTo>
                <a:cubicBezTo>
                  <a:pt x="4440" y="18242"/>
                  <a:pt x="8403" y="10945"/>
                  <a:pt x="12526" y="3648"/>
                </a:cubicBezTo>
                <a:lnTo>
                  <a:pt x="12526" y="2538"/>
                </a:lnTo>
                <a:cubicBezTo>
                  <a:pt x="9831" y="2062"/>
                  <a:pt x="7452" y="635"/>
                  <a:pt x="4598" y="0"/>
                </a:cubicBezTo>
                <a:lnTo>
                  <a:pt x="0" y="22366"/>
                </a:lnTo>
                <a:lnTo>
                  <a:pt x="2061" y="26173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28" name="Freeform 727">
            <a:extLst>
              <a:ext uri="{FF2B5EF4-FFF2-40B4-BE49-F238E27FC236}">
                <a16:creationId xmlns:a16="http://schemas.microsoft.com/office/drawing/2014/main" id="{69F9E350-1801-E9C3-3CC6-0128CAD0D692}"/>
              </a:ext>
            </a:extLst>
          </p:cNvPr>
          <p:cNvSpPr/>
          <p:nvPr userDrawn="1"/>
        </p:nvSpPr>
        <p:spPr>
          <a:xfrm>
            <a:off x="10697029" y="-5423"/>
            <a:ext cx="103987" cy="2564775"/>
          </a:xfrm>
          <a:custGeom>
            <a:avLst/>
            <a:gdLst>
              <a:gd name="connsiteX0" fmla="*/ 20928 w 103370"/>
              <a:gd name="connsiteY0" fmla="*/ 2222685 h 2839585"/>
              <a:gd name="connsiteX1" fmla="*/ 15697 w 103370"/>
              <a:gd name="connsiteY1" fmla="*/ 2376394 h 2839585"/>
              <a:gd name="connsiteX2" fmla="*/ 14111 w 103370"/>
              <a:gd name="connsiteY2" fmla="*/ 2422079 h 2839585"/>
              <a:gd name="connsiteX3" fmla="*/ 0 w 103370"/>
              <a:gd name="connsiteY3" fmla="*/ 2838476 h 2839585"/>
              <a:gd name="connsiteX4" fmla="*/ 1745 w 103370"/>
              <a:gd name="connsiteY4" fmla="*/ 2838158 h 2839585"/>
              <a:gd name="connsiteX5" fmla="*/ 8562 w 103370"/>
              <a:gd name="connsiteY5" fmla="*/ 2839586 h 2839585"/>
              <a:gd name="connsiteX6" fmla="*/ 24099 w 103370"/>
              <a:gd name="connsiteY6" fmla="*/ 2377505 h 2839585"/>
              <a:gd name="connsiteX7" fmla="*/ 25684 w 103370"/>
              <a:gd name="connsiteY7" fmla="*/ 2331820 h 2839585"/>
              <a:gd name="connsiteX8" fmla="*/ 31075 w 103370"/>
              <a:gd name="connsiteY8" fmla="*/ 2173352 h 2839585"/>
              <a:gd name="connsiteX9" fmla="*/ 32819 w 103370"/>
              <a:gd name="connsiteY9" fmla="*/ 2123225 h 2839585"/>
              <a:gd name="connsiteX10" fmla="*/ 103371 w 103370"/>
              <a:gd name="connsiteY10" fmla="*/ 30298 h 2839585"/>
              <a:gd name="connsiteX11" fmla="*/ 101943 w 103370"/>
              <a:gd name="connsiteY11" fmla="*/ 1269 h 2839585"/>
              <a:gd name="connsiteX12" fmla="*/ 95920 w 103370"/>
              <a:gd name="connsiteY12" fmla="*/ 0 h 2839585"/>
              <a:gd name="connsiteX13" fmla="*/ 22672 w 103370"/>
              <a:gd name="connsiteY13" fmla="*/ 2172717 h 2839585"/>
              <a:gd name="connsiteX14" fmla="*/ 20928 w 103370"/>
              <a:gd name="connsiteY14" fmla="*/ 2222843 h 28395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03370" h="2839585">
                <a:moveTo>
                  <a:pt x="20928" y="2222685"/>
                </a:moveTo>
                <a:lnTo>
                  <a:pt x="15697" y="2376394"/>
                </a:lnTo>
                <a:lnTo>
                  <a:pt x="14111" y="2422079"/>
                </a:lnTo>
                <a:lnTo>
                  <a:pt x="0" y="2838476"/>
                </a:lnTo>
                <a:cubicBezTo>
                  <a:pt x="0" y="2838476"/>
                  <a:pt x="1110" y="2838158"/>
                  <a:pt x="1745" y="2838158"/>
                </a:cubicBezTo>
                <a:cubicBezTo>
                  <a:pt x="4122" y="2838158"/>
                  <a:pt x="6183" y="2839269"/>
                  <a:pt x="8562" y="2839586"/>
                </a:cubicBezTo>
                <a:lnTo>
                  <a:pt x="24099" y="2377505"/>
                </a:lnTo>
                <a:lnTo>
                  <a:pt x="25684" y="2331820"/>
                </a:lnTo>
                <a:lnTo>
                  <a:pt x="31075" y="2173352"/>
                </a:lnTo>
                <a:lnTo>
                  <a:pt x="32819" y="2123225"/>
                </a:lnTo>
                <a:lnTo>
                  <a:pt x="103371" y="30298"/>
                </a:lnTo>
                <a:lnTo>
                  <a:pt x="101943" y="1269"/>
                </a:lnTo>
                <a:cubicBezTo>
                  <a:pt x="99725" y="1269"/>
                  <a:pt x="97980" y="317"/>
                  <a:pt x="95920" y="0"/>
                </a:cubicBezTo>
                <a:lnTo>
                  <a:pt x="22672" y="2172717"/>
                </a:lnTo>
                <a:lnTo>
                  <a:pt x="20928" y="2222843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29" name="Freeform 728">
            <a:extLst>
              <a:ext uri="{FF2B5EF4-FFF2-40B4-BE49-F238E27FC236}">
                <a16:creationId xmlns:a16="http://schemas.microsoft.com/office/drawing/2014/main" id="{A9182AD4-2AE5-C361-90E5-93597718191C}"/>
              </a:ext>
            </a:extLst>
          </p:cNvPr>
          <p:cNvSpPr/>
          <p:nvPr userDrawn="1"/>
        </p:nvSpPr>
        <p:spPr>
          <a:xfrm>
            <a:off x="10799908" y="-5422"/>
            <a:ext cx="155530" cy="2971840"/>
          </a:xfrm>
          <a:custGeom>
            <a:avLst/>
            <a:gdLst>
              <a:gd name="connsiteX0" fmla="*/ 71503 w 170434"/>
              <a:gd name="connsiteY0" fmla="*/ 1439383 h 3244719"/>
              <a:gd name="connsiteX1" fmla="*/ 73247 w 170434"/>
              <a:gd name="connsiteY1" fmla="*/ 1473171 h 3244719"/>
              <a:gd name="connsiteX2" fmla="*/ 81174 w 170434"/>
              <a:gd name="connsiteY2" fmla="*/ 1631005 h 3244719"/>
              <a:gd name="connsiteX3" fmla="*/ 82760 w 170434"/>
              <a:gd name="connsiteY3" fmla="*/ 1662731 h 3244719"/>
              <a:gd name="connsiteX4" fmla="*/ 84821 w 170434"/>
              <a:gd name="connsiteY4" fmla="*/ 1703974 h 3244719"/>
              <a:gd name="connsiteX5" fmla="*/ 86882 w 170434"/>
              <a:gd name="connsiteY5" fmla="*/ 1745217 h 3244719"/>
              <a:gd name="connsiteX6" fmla="*/ 91797 w 170434"/>
              <a:gd name="connsiteY6" fmla="*/ 1842614 h 3244719"/>
              <a:gd name="connsiteX7" fmla="*/ 93700 w 170434"/>
              <a:gd name="connsiteY7" fmla="*/ 1879257 h 3244719"/>
              <a:gd name="connsiteX8" fmla="*/ 138567 w 170434"/>
              <a:gd name="connsiteY8" fmla="*/ 2778514 h 3244719"/>
              <a:gd name="connsiteX9" fmla="*/ 139043 w 170434"/>
              <a:gd name="connsiteY9" fmla="*/ 2787873 h 3244719"/>
              <a:gd name="connsiteX10" fmla="*/ 143007 w 170434"/>
              <a:gd name="connsiteY10" fmla="*/ 2867028 h 3244719"/>
              <a:gd name="connsiteX11" fmla="*/ 143482 w 170434"/>
              <a:gd name="connsiteY11" fmla="*/ 2875594 h 3244719"/>
              <a:gd name="connsiteX12" fmla="*/ 159178 w 170434"/>
              <a:gd name="connsiteY12" fmla="*/ 3190628 h 3244719"/>
              <a:gd name="connsiteX13" fmla="*/ 159812 w 170434"/>
              <a:gd name="connsiteY13" fmla="*/ 3204111 h 3244719"/>
              <a:gd name="connsiteX14" fmla="*/ 160446 w 170434"/>
              <a:gd name="connsiteY14" fmla="*/ 3216008 h 3244719"/>
              <a:gd name="connsiteX15" fmla="*/ 160922 w 170434"/>
              <a:gd name="connsiteY15" fmla="*/ 3226319 h 3244719"/>
              <a:gd name="connsiteX16" fmla="*/ 161556 w 170434"/>
              <a:gd name="connsiteY16" fmla="*/ 3239327 h 3244719"/>
              <a:gd name="connsiteX17" fmla="*/ 161873 w 170434"/>
              <a:gd name="connsiteY17" fmla="*/ 3244720 h 3244719"/>
              <a:gd name="connsiteX18" fmla="*/ 169801 w 170434"/>
              <a:gd name="connsiteY18" fmla="*/ 3243133 h 3244719"/>
              <a:gd name="connsiteX19" fmla="*/ 170434 w 170434"/>
              <a:gd name="connsiteY19" fmla="*/ 3243133 h 3244719"/>
              <a:gd name="connsiteX20" fmla="*/ 169642 w 170434"/>
              <a:gd name="connsiteY20" fmla="*/ 3226319 h 3244719"/>
              <a:gd name="connsiteX21" fmla="*/ 169642 w 170434"/>
              <a:gd name="connsiteY21" fmla="*/ 3226319 h 3244719"/>
              <a:gd name="connsiteX22" fmla="*/ 169008 w 170434"/>
              <a:gd name="connsiteY22" fmla="*/ 3213946 h 3244719"/>
              <a:gd name="connsiteX23" fmla="*/ 168373 w 170434"/>
              <a:gd name="connsiteY23" fmla="*/ 3200463 h 3244719"/>
              <a:gd name="connsiteX24" fmla="*/ 152044 w 170434"/>
              <a:gd name="connsiteY24" fmla="*/ 2874008 h 3244719"/>
              <a:gd name="connsiteX25" fmla="*/ 151568 w 170434"/>
              <a:gd name="connsiteY25" fmla="*/ 2865442 h 3244719"/>
              <a:gd name="connsiteX26" fmla="*/ 147445 w 170434"/>
              <a:gd name="connsiteY26" fmla="*/ 2783273 h 3244719"/>
              <a:gd name="connsiteX27" fmla="*/ 146970 w 170434"/>
              <a:gd name="connsiteY27" fmla="*/ 2773914 h 3244719"/>
              <a:gd name="connsiteX28" fmla="*/ 100517 w 170434"/>
              <a:gd name="connsiteY28" fmla="*/ 1842455 h 3244719"/>
              <a:gd name="connsiteX29" fmla="*/ 98615 w 170434"/>
              <a:gd name="connsiteY29" fmla="*/ 1805812 h 3244719"/>
              <a:gd name="connsiteX30" fmla="*/ 93541 w 170434"/>
              <a:gd name="connsiteY30" fmla="*/ 1703656 h 3244719"/>
              <a:gd name="connsiteX31" fmla="*/ 91480 w 170434"/>
              <a:gd name="connsiteY31" fmla="*/ 1662413 h 3244719"/>
              <a:gd name="connsiteX32" fmla="*/ 89894 w 170434"/>
              <a:gd name="connsiteY32" fmla="*/ 1631481 h 3244719"/>
              <a:gd name="connsiteX33" fmla="*/ 88309 w 170434"/>
              <a:gd name="connsiteY33" fmla="*/ 1599756 h 3244719"/>
              <a:gd name="connsiteX34" fmla="*/ 80382 w 170434"/>
              <a:gd name="connsiteY34" fmla="*/ 1439701 h 3244719"/>
              <a:gd name="connsiteX35" fmla="*/ 78638 w 170434"/>
              <a:gd name="connsiteY35" fmla="*/ 1405913 h 3244719"/>
              <a:gd name="connsiteX36" fmla="*/ 8562 w 170434"/>
              <a:gd name="connsiteY36" fmla="*/ 0 h 3244719"/>
              <a:gd name="connsiteX37" fmla="*/ 635 w 170434"/>
              <a:gd name="connsiteY37" fmla="*/ 1586 h 3244719"/>
              <a:gd name="connsiteX38" fmla="*/ 0 w 170434"/>
              <a:gd name="connsiteY38" fmla="*/ 1428 h 3244719"/>
              <a:gd name="connsiteX39" fmla="*/ 1427 w 170434"/>
              <a:gd name="connsiteY39" fmla="*/ 30456 h 3244719"/>
              <a:gd name="connsiteX40" fmla="*/ 71662 w 170434"/>
              <a:gd name="connsiteY40" fmla="*/ 1439383 h 3244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170434" h="3244719">
                <a:moveTo>
                  <a:pt x="71503" y="1439383"/>
                </a:moveTo>
                <a:lnTo>
                  <a:pt x="73247" y="1473171"/>
                </a:lnTo>
                <a:lnTo>
                  <a:pt x="81174" y="1631005"/>
                </a:lnTo>
                <a:lnTo>
                  <a:pt x="82760" y="1662731"/>
                </a:lnTo>
                <a:lnTo>
                  <a:pt x="84821" y="1703974"/>
                </a:lnTo>
                <a:lnTo>
                  <a:pt x="86882" y="1745217"/>
                </a:lnTo>
                <a:lnTo>
                  <a:pt x="91797" y="1842614"/>
                </a:lnTo>
                <a:lnTo>
                  <a:pt x="93700" y="1879257"/>
                </a:lnTo>
                <a:lnTo>
                  <a:pt x="138567" y="2778514"/>
                </a:lnTo>
                <a:lnTo>
                  <a:pt x="139043" y="2787873"/>
                </a:lnTo>
                <a:lnTo>
                  <a:pt x="143007" y="2867028"/>
                </a:lnTo>
                <a:lnTo>
                  <a:pt x="143482" y="2875594"/>
                </a:lnTo>
                <a:lnTo>
                  <a:pt x="159178" y="3190628"/>
                </a:lnTo>
                <a:lnTo>
                  <a:pt x="159812" y="3204111"/>
                </a:lnTo>
                <a:lnTo>
                  <a:pt x="160446" y="3216008"/>
                </a:lnTo>
                <a:lnTo>
                  <a:pt x="160922" y="3226319"/>
                </a:lnTo>
                <a:lnTo>
                  <a:pt x="161556" y="3239327"/>
                </a:lnTo>
                <a:lnTo>
                  <a:pt x="161873" y="3244720"/>
                </a:lnTo>
                <a:cubicBezTo>
                  <a:pt x="164568" y="3244403"/>
                  <a:pt x="166947" y="3243133"/>
                  <a:pt x="169801" y="3243133"/>
                </a:cubicBezTo>
                <a:cubicBezTo>
                  <a:pt x="169959" y="3243133"/>
                  <a:pt x="170276" y="3243133"/>
                  <a:pt x="170434" y="3243133"/>
                </a:cubicBezTo>
                <a:lnTo>
                  <a:pt x="169642" y="3226319"/>
                </a:lnTo>
                <a:lnTo>
                  <a:pt x="169642" y="3226319"/>
                </a:lnTo>
                <a:lnTo>
                  <a:pt x="169008" y="3213946"/>
                </a:lnTo>
                <a:lnTo>
                  <a:pt x="168373" y="3200463"/>
                </a:lnTo>
                <a:lnTo>
                  <a:pt x="152044" y="2874008"/>
                </a:lnTo>
                <a:lnTo>
                  <a:pt x="151568" y="2865442"/>
                </a:lnTo>
                <a:lnTo>
                  <a:pt x="147445" y="2783273"/>
                </a:lnTo>
                <a:lnTo>
                  <a:pt x="146970" y="2773914"/>
                </a:lnTo>
                <a:lnTo>
                  <a:pt x="100517" y="1842455"/>
                </a:lnTo>
                <a:lnTo>
                  <a:pt x="98615" y="1805812"/>
                </a:lnTo>
                <a:lnTo>
                  <a:pt x="93541" y="1703656"/>
                </a:lnTo>
                <a:lnTo>
                  <a:pt x="91480" y="1662413"/>
                </a:lnTo>
                <a:lnTo>
                  <a:pt x="89894" y="1631481"/>
                </a:lnTo>
                <a:lnTo>
                  <a:pt x="88309" y="1599756"/>
                </a:lnTo>
                <a:lnTo>
                  <a:pt x="80382" y="1439701"/>
                </a:lnTo>
                <a:lnTo>
                  <a:pt x="78638" y="1405913"/>
                </a:lnTo>
                <a:lnTo>
                  <a:pt x="8562" y="0"/>
                </a:lnTo>
                <a:cubicBezTo>
                  <a:pt x="5866" y="317"/>
                  <a:pt x="3488" y="1586"/>
                  <a:pt x="635" y="1586"/>
                </a:cubicBezTo>
                <a:cubicBezTo>
                  <a:pt x="476" y="1586"/>
                  <a:pt x="159" y="1428"/>
                  <a:pt x="0" y="1428"/>
                </a:cubicBezTo>
                <a:lnTo>
                  <a:pt x="1427" y="30456"/>
                </a:lnTo>
                <a:lnTo>
                  <a:pt x="71662" y="1439383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30" name="Freeform 729">
            <a:extLst>
              <a:ext uri="{FF2B5EF4-FFF2-40B4-BE49-F238E27FC236}">
                <a16:creationId xmlns:a16="http://schemas.microsoft.com/office/drawing/2014/main" id="{32E5126E-FCB8-738B-803D-CAC3B382B783}"/>
              </a:ext>
            </a:extLst>
          </p:cNvPr>
          <p:cNvSpPr/>
          <p:nvPr userDrawn="1"/>
        </p:nvSpPr>
        <p:spPr>
          <a:xfrm>
            <a:off x="10868240" y="-330618"/>
            <a:ext cx="8878" cy="45719"/>
          </a:xfrm>
          <a:custGeom>
            <a:avLst/>
            <a:gdLst>
              <a:gd name="connsiteX0" fmla="*/ 2695 w 8878"/>
              <a:gd name="connsiteY0" fmla="*/ 317 h 11262"/>
              <a:gd name="connsiteX1" fmla="*/ 1744 w 8878"/>
              <a:gd name="connsiteY1" fmla="*/ 0 h 11262"/>
              <a:gd name="connsiteX2" fmla="*/ 0 w 8878"/>
              <a:gd name="connsiteY2" fmla="*/ 8407 h 11262"/>
              <a:gd name="connsiteX3" fmla="*/ 8878 w 8878"/>
              <a:gd name="connsiteY3" fmla="*/ 11263 h 11262"/>
              <a:gd name="connsiteX4" fmla="*/ 2695 w 8878"/>
              <a:gd name="connsiteY4" fmla="*/ 317 h 112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878" h="11262">
                <a:moveTo>
                  <a:pt x="2695" y="317"/>
                </a:moveTo>
                <a:lnTo>
                  <a:pt x="1744" y="0"/>
                </a:lnTo>
                <a:cubicBezTo>
                  <a:pt x="951" y="2697"/>
                  <a:pt x="1110" y="5711"/>
                  <a:pt x="0" y="8407"/>
                </a:cubicBezTo>
                <a:lnTo>
                  <a:pt x="8878" y="11263"/>
                </a:lnTo>
                <a:lnTo>
                  <a:pt x="2695" y="317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31" name="Freeform 730">
            <a:extLst>
              <a:ext uri="{FF2B5EF4-FFF2-40B4-BE49-F238E27FC236}">
                <a16:creationId xmlns:a16="http://schemas.microsoft.com/office/drawing/2014/main" id="{F3C4018D-D69A-251C-94D3-741706E69C46}"/>
              </a:ext>
            </a:extLst>
          </p:cNvPr>
          <p:cNvSpPr/>
          <p:nvPr userDrawn="1"/>
        </p:nvSpPr>
        <p:spPr>
          <a:xfrm>
            <a:off x="10924603" y="4721"/>
            <a:ext cx="1267397" cy="358993"/>
          </a:xfrm>
          <a:custGeom>
            <a:avLst/>
            <a:gdLst>
              <a:gd name="connsiteX0" fmla="*/ 6182 w 1267397"/>
              <a:gd name="connsiteY0" fmla="*/ 10945 h 416872"/>
              <a:gd name="connsiteX1" fmla="*/ 1267397 w 1267397"/>
              <a:gd name="connsiteY1" fmla="*/ 416872 h 416872"/>
              <a:gd name="connsiteX2" fmla="*/ 1267397 w 1267397"/>
              <a:gd name="connsiteY2" fmla="*/ 407989 h 416872"/>
              <a:gd name="connsiteX3" fmla="*/ 0 w 1267397"/>
              <a:gd name="connsiteY3" fmla="*/ 0 h 416872"/>
              <a:gd name="connsiteX4" fmla="*/ 6182 w 1267397"/>
              <a:gd name="connsiteY4" fmla="*/ 10945 h 4168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67397" h="416872">
                <a:moveTo>
                  <a:pt x="6182" y="10945"/>
                </a:moveTo>
                <a:lnTo>
                  <a:pt x="1267397" y="416872"/>
                </a:lnTo>
                <a:lnTo>
                  <a:pt x="1267397" y="407989"/>
                </a:lnTo>
                <a:lnTo>
                  <a:pt x="0" y="0"/>
                </a:lnTo>
                <a:lnTo>
                  <a:pt x="6182" y="10945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32" name="Freeform 731">
            <a:extLst>
              <a:ext uri="{FF2B5EF4-FFF2-40B4-BE49-F238E27FC236}">
                <a16:creationId xmlns:a16="http://schemas.microsoft.com/office/drawing/2014/main" id="{00E6E8A3-6A42-08F5-9816-69C25499895F}"/>
              </a:ext>
            </a:extLst>
          </p:cNvPr>
          <p:cNvSpPr/>
          <p:nvPr userDrawn="1"/>
        </p:nvSpPr>
        <p:spPr>
          <a:xfrm>
            <a:off x="11110019" y="213792"/>
            <a:ext cx="1048131" cy="1615470"/>
          </a:xfrm>
          <a:custGeom>
            <a:avLst/>
            <a:gdLst>
              <a:gd name="connsiteX0" fmla="*/ 954115 w 1048131"/>
              <a:gd name="connsiteY0" fmla="*/ 1690807 h 1875925"/>
              <a:gd name="connsiteX1" fmla="*/ 949993 w 1048131"/>
              <a:gd name="connsiteY1" fmla="*/ 1683352 h 1875925"/>
              <a:gd name="connsiteX2" fmla="*/ 71662 w 1048131"/>
              <a:gd name="connsiteY2" fmla="*/ 111356 h 1875925"/>
              <a:gd name="connsiteX3" fmla="*/ 60089 w 1048131"/>
              <a:gd name="connsiteY3" fmla="*/ 90735 h 1875925"/>
              <a:gd name="connsiteX4" fmla="*/ 41063 w 1048131"/>
              <a:gd name="connsiteY4" fmla="*/ 56789 h 1875925"/>
              <a:gd name="connsiteX5" fmla="*/ 33452 w 1048131"/>
              <a:gd name="connsiteY5" fmla="*/ 42988 h 1875925"/>
              <a:gd name="connsiteX6" fmla="*/ 30916 w 1048131"/>
              <a:gd name="connsiteY6" fmla="*/ 38388 h 1875925"/>
              <a:gd name="connsiteX7" fmla="*/ 28221 w 1048131"/>
              <a:gd name="connsiteY7" fmla="*/ 33470 h 1875925"/>
              <a:gd name="connsiteX8" fmla="*/ 25368 w 1048131"/>
              <a:gd name="connsiteY8" fmla="*/ 28236 h 1875925"/>
              <a:gd name="connsiteX9" fmla="*/ 15379 w 1048131"/>
              <a:gd name="connsiteY9" fmla="*/ 10469 h 1875925"/>
              <a:gd name="connsiteX10" fmla="*/ 0 w 1048131"/>
              <a:gd name="connsiteY10" fmla="*/ 0 h 1875925"/>
              <a:gd name="connsiteX11" fmla="*/ 17282 w 1048131"/>
              <a:gd name="connsiteY11" fmla="*/ 31091 h 1875925"/>
              <a:gd name="connsiteX12" fmla="*/ 28855 w 1048131"/>
              <a:gd name="connsiteY12" fmla="*/ 51712 h 1875925"/>
              <a:gd name="connsiteX13" fmla="*/ 32660 w 1048131"/>
              <a:gd name="connsiteY13" fmla="*/ 58375 h 1875925"/>
              <a:gd name="connsiteX14" fmla="*/ 40271 w 1048131"/>
              <a:gd name="connsiteY14" fmla="*/ 72175 h 1875925"/>
              <a:gd name="connsiteX15" fmla="*/ 63417 w 1048131"/>
              <a:gd name="connsiteY15" fmla="*/ 113418 h 1875925"/>
              <a:gd name="connsiteX16" fmla="*/ 74992 w 1048131"/>
              <a:gd name="connsiteY16" fmla="*/ 134040 h 1875925"/>
              <a:gd name="connsiteX17" fmla="*/ 942700 w 1048131"/>
              <a:gd name="connsiteY17" fmla="*/ 1687159 h 1875925"/>
              <a:gd name="connsiteX18" fmla="*/ 946823 w 1048131"/>
              <a:gd name="connsiteY18" fmla="*/ 1694615 h 1875925"/>
              <a:gd name="connsiteX19" fmla="*/ 1048131 w 1048131"/>
              <a:gd name="connsiteY19" fmla="*/ 1875926 h 1875925"/>
              <a:gd name="connsiteX20" fmla="*/ 1048131 w 1048131"/>
              <a:gd name="connsiteY20" fmla="*/ 1858635 h 1875925"/>
              <a:gd name="connsiteX21" fmla="*/ 1044485 w 1048131"/>
              <a:gd name="connsiteY21" fmla="*/ 1852131 h 1875925"/>
              <a:gd name="connsiteX22" fmla="*/ 954115 w 1048131"/>
              <a:gd name="connsiteY22" fmla="*/ 1690490 h 1875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1048131" h="1875925">
                <a:moveTo>
                  <a:pt x="954115" y="1690807"/>
                </a:moveTo>
                <a:lnTo>
                  <a:pt x="949993" y="1683352"/>
                </a:lnTo>
                <a:lnTo>
                  <a:pt x="71662" y="111356"/>
                </a:lnTo>
                <a:lnTo>
                  <a:pt x="60089" y="90735"/>
                </a:lnTo>
                <a:lnTo>
                  <a:pt x="41063" y="56789"/>
                </a:lnTo>
                <a:lnTo>
                  <a:pt x="33452" y="42988"/>
                </a:lnTo>
                <a:lnTo>
                  <a:pt x="30916" y="38388"/>
                </a:lnTo>
                <a:lnTo>
                  <a:pt x="28221" y="33470"/>
                </a:lnTo>
                <a:lnTo>
                  <a:pt x="25368" y="28236"/>
                </a:lnTo>
                <a:lnTo>
                  <a:pt x="15379" y="10469"/>
                </a:lnTo>
                <a:cubicBezTo>
                  <a:pt x="9513" y="7931"/>
                  <a:pt x="4915" y="3807"/>
                  <a:pt x="0" y="0"/>
                </a:cubicBezTo>
                <a:lnTo>
                  <a:pt x="17282" y="31091"/>
                </a:lnTo>
                <a:lnTo>
                  <a:pt x="28855" y="51712"/>
                </a:lnTo>
                <a:lnTo>
                  <a:pt x="32660" y="58375"/>
                </a:lnTo>
                <a:lnTo>
                  <a:pt x="40271" y="72175"/>
                </a:lnTo>
                <a:lnTo>
                  <a:pt x="63417" y="113418"/>
                </a:lnTo>
                <a:lnTo>
                  <a:pt x="74992" y="134040"/>
                </a:lnTo>
                <a:lnTo>
                  <a:pt x="942700" y="1687159"/>
                </a:lnTo>
                <a:lnTo>
                  <a:pt x="946823" y="1694615"/>
                </a:lnTo>
                <a:lnTo>
                  <a:pt x="1048131" y="1875926"/>
                </a:lnTo>
                <a:lnTo>
                  <a:pt x="1048131" y="1858635"/>
                </a:lnTo>
                <a:lnTo>
                  <a:pt x="1044485" y="1852131"/>
                </a:lnTo>
                <a:lnTo>
                  <a:pt x="954115" y="169049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33" name="Freeform 732">
            <a:extLst>
              <a:ext uri="{FF2B5EF4-FFF2-40B4-BE49-F238E27FC236}">
                <a16:creationId xmlns:a16="http://schemas.microsoft.com/office/drawing/2014/main" id="{49CADC51-5936-8B6F-C45A-57CA1520272B}"/>
              </a:ext>
            </a:extLst>
          </p:cNvPr>
          <p:cNvSpPr/>
          <p:nvPr userDrawn="1"/>
        </p:nvSpPr>
        <p:spPr>
          <a:xfrm>
            <a:off x="11039310" y="87842"/>
            <a:ext cx="43599" cy="66252"/>
          </a:xfrm>
          <a:custGeom>
            <a:avLst/>
            <a:gdLst>
              <a:gd name="connsiteX0" fmla="*/ 42965 w 43599"/>
              <a:gd name="connsiteY0" fmla="*/ 76934 h 76934"/>
              <a:gd name="connsiteX1" fmla="*/ 41380 w 43599"/>
              <a:gd name="connsiteY1" fmla="*/ 69320 h 76934"/>
              <a:gd name="connsiteX2" fmla="*/ 43599 w 43599"/>
              <a:gd name="connsiteY2" fmla="*/ 61071 h 76934"/>
              <a:gd name="connsiteX3" fmla="*/ 41538 w 43599"/>
              <a:gd name="connsiteY3" fmla="*/ 57264 h 76934"/>
              <a:gd name="connsiteX4" fmla="*/ 23464 w 43599"/>
              <a:gd name="connsiteY4" fmla="*/ 24904 h 76934"/>
              <a:gd name="connsiteX5" fmla="*/ 0 w 43599"/>
              <a:gd name="connsiteY5" fmla="*/ 0 h 76934"/>
              <a:gd name="connsiteX6" fmla="*/ 39001 w 43599"/>
              <a:gd name="connsiteY6" fmla="*/ 69796 h 76934"/>
              <a:gd name="connsiteX7" fmla="*/ 42965 w 43599"/>
              <a:gd name="connsiteY7" fmla="*/ 76934 h 7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3599" h="76934">
                <a:moveTo>
                  <a:pt x="42965" y="76934"/>
                </a:moveTo>
                <a:cubicBezTo>
                  <a:pt x="42648" y="74238"/>
                  <a:pt x="41380" y="72017"/>
                  <a:pt x="41380" y="69320"/>
                </a:cubicBezTo>
                <a:cubicBezTo>
                  <a:pt x="41380" y="66148"/>
                  <a:pt x="42806" y="63768"/>
                  <a:pt x="43599" y="61071"/>
                </a:cubicBezTo>
                <a:lnTo>
                  <a:pt x="41538" y="57264"/>
                </a:lnTo>
                <a:lnTo>
                  <a:pt x="23464" y="24904"/>
                </a:lnTo>
                <a:cubicBezTo>
                  <a:pt x="13476" y="18559"/>
                  <a:pt x="5549" y="10152"/>
                  <a:pt x="0" y="0"/>
                </a:cubicBezTo>
                <a:lnTo>
                  <a:pt x="39001" y="69796"/>
                </a:lnTo>
                <a:lnTo>
                  <a:pt x="42965" y="76934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34" name="Freeform 733">
            <a:extLst>
              <a:ext uri="{FF2B5EF4-FFF2-40B4-BE49-F238E27FC236}">
                <a16:creationId xmlns:a16="http://schemas.microsoft.com/office/drawing/2014/main" id="{74629B94-951F-3B93-60F5-1A20EBF56352}"/>
              </a:ext>
            </a:extLst>
          </p:cNvPr>
          <p:cNvSpPr/>
          <p:nvPr userDrawn="1"/>
        </p:nvSpPr>
        <p:spPr>
          <a:xfrm>
            <a:off x="10149087" y="0"/>
            <a:ext cx="544914" cy="2208433"/>
          </a:xfrm>
          <a:custGeom>
            <a:avLst/>
            <a:gdLst>
              <a:gd name="connsiteX0" fmla="*/ 498461 w 544914"/>
              <a:gd name="connsiteY0" fmla="*/ 3580851 h 3854006"/>
              <a:gd name="connsiteX1" fmla="*/ 507181 w 544914"/>
              <a:gd name="connsiteY1" fmla="*/ 3643826 h 3854006"/>
              <a:gd name="connsiteX2" fmla="*/ 510510 w 544914"/>
              <a:gd name="connsiteY2" fmla="*/ 3667779 h 3854006"/>
              <a:gd name="connsiteX3" fmla="*/ 536512 w 544914"/>
              <a:gd name="connsiteY3" fmla="*/ 3854007 h 3854006"/>
              <a:gd name="connsiteX4" fmla="*/ 544914 w 544914"/>
              <a:gd name="connsiteY4" fmla="*/ 3852262 h 3854006"/>
              <a:gd name="connsiteX5" fmla="*/ 515900 w 544914"/>
              <a:gd name="connsiteY5" fmla="*/ 3644143 h 3854006"/>
              <a:gd name="connsiteX6" fmla="*/ 512572 w 544914"/>
              <a:gd name="connsiteY6" fmla="*/ 3620190 h 3854006"/>
              <a:gd name="connsiteX7" fmla="*/ 503693 w 544914"/>
              <a:gd name="connsiteY7" fmla="*/ 3555946 h 3854006"/>
              <a:gd name="connsiteX8" fmla="*/ 500205 w 544914"/>
              <a:gd name="connsiteY8" fmla="*/ 3530883 h 3854006"/>
              <a:gd name="connsiteX9" fmla="*/ 8245 w 544914"/>
              <a:gd name="connsiteY9" fmla="*/ 0 h 3854006"/>
              <a:gd name="connsiteX10" fmla="*/ 0 w 544914"/>
              <a:gd name="connsiteY10" fmla="*/ 1586 h 3854006"/>
              <a:gd name="connsiteX11" fmla="*/ 494973 w 544914"/>
              <a:gd name="connsiteY11" fmla="*/ 3555629 h 3854006"/>
              <a:gd name="connsiteX12" fmla="*/ 498461 w 544914"/>
              <a:gd name="connsiteY12" fmla="*/ 3580692 h 38540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544914" h="3854006">
                <a:moveTo>
                  <a:pt x="498461" y="3580851"/>
                </a:moveTo>
                <a:lnTo>
                  <a:pt x="507181" y="3643826"/>
                </a:lnTo>
                <a:lnTo>
                  <a:pt x="510510" y="3667779"/>
                </a:lnTo>
                <a:lnTo>
                  <a:pt x="536512" y="3854007"/>
                </a:lnTo>
                <a:cubicBezTo>
                  <a:pt x="539366" y="3853372"/>
                  <a:pt x="541902" y="3852579"/>
                  <a:pt x="544914" y="3852262"/>
                </a:cubicBezTo>
                <a:lnTo>
                  <a:pt x="515900" y="3644143"/>
                </a:lnTo>
                <a:lnTo>
                  <a:pt x="512572" y="3620190"/>
                </a:lnTo>
                <a:lnTo>
                  <a:pt x="503693" y="3555946"/>
                </a:lnTo>
                <a:lnTo>
                  <a:pt x="500205" y="3530883"/>
                </a:lnTo>
                <a:lnTo>
                  <a:pt x="8245" y="0"/>
                </a:lnTo>
                <a:cubicBezTo>
                  <a:pt x="5549" y="476"/>
                  <a:pt x="2854" y="1428"/>
                  <a:pt x="0" y="1586"/>
                </a:cubicBezTo>
                <a:lnTo>
                  <a:pt x="494973" y="3555629"/>
                </a:lnTo>
                <a:lnTo>
                  <a:pt x="498461" y="358069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35" name="Freeform 734">
            <a:extLst>
              <a:ext uri="{FF2B5EF4-FFF2-40B4-BE49-F238E27FC236}">
                <a16:creationId xmlns:a16="http://schemas.microsoft.com/office/drawing/2014/main" id="{B9060A22-33E4-4797-14FE-6E99874286CF}"/>
              </a:ext>
            </a:extLst>
          </p:cNvPr>
          <p:cNvSpPr/>
          <p:nvPr userDrawn="1"/>
        </p:nvSpPr>
        <p:spPr>
          <a:xfrm>
            <a:off x="1866930" y="5934681"/>
            <a:ext cx="142847" cy="123216"/>
          </a:xfrm>
          <a:custGeom>
            <a:avLst/>
            <a:gdLst>
              <a:gd name="connsiteX0" fmla="*/ 36465 w 142847"/>
              <a:gd name="connsiteY0" fmla="*/ 132295 h 143082"/>
              <a:gd name="connsiteX1" fmla="*/ 43599 w 142847"/>
              <a:gd name="connsiteY1" fmla="*/ 137054 h 143082"/>
              <a:gd name="connsiteX2" fmla="*/ 53746 w 142847"/>
              <a:gd name="connsiteY2" fmla="*/ 139275 h 143082"/>
              <a:gd name="connsiteX3" fmla="*/ 61990 w 142847"/>
              <a:gd name="connsiteY3" fmla="*/ 141020 h 143082"/>
              <a:gd name="connsiteX4" fmla="*/ 65637 w 142847"/>
              <a:gd name="connsiteY4" fmla="*/ 141813 h 143082"/>
              <a:gd name="connsiteX5" fmla="*/ 68649 w 142847"/>
              <a:gd name="connsiteY5" fmla="*/ 142447 h 143082"/>
              <a:gd name="connsiteX6" fmla="*/ 71662 w 142847"/>
              <a:gd name="connsiteY6" fmla="*/ 143082 h 143082"/>
              <a:gd name="connsiteX7" fmla="*/ 79906 w 142847"/>
              <a:gd name="connsiteY7" fmla="*/ 141337 h 143082"/>
              <a:gd name="connsiteX8" fmla="*/ 88309 w 142847"/>
              <a:gd name="connsiteY8" fmla="*/ 139592 h 143082"/>
              <a:gd name="connsiteX9" fmla="*/ 142055 w 142847"/>
              <a:gd name="connsiteY9" fmla="*/ 75824 h 143082"/>
              <a:gd name="connsiteX10" fmla="*/ 142848 w 142847"/>
              <a:gd name="connsiteY10" fmla="*/ 71541 h 143082"/>
              <a:gd name="connsiteX11" fmla="*/ 142055 w 142847"/>
              <a:gd name="connsiteY11" fmla="*/ 67258 h 143082"/>
              <a:gd name="connsiteX12" fmla="*/ 81333 w 142847"/>
              <a:gd name="connsiteY12" fmla="*/ 2062 h 143082"/>
              <a:gd name="connsiteX13" fmla="*/ 72930 w 142847"/>
              <a:gd name="connsiteY13" fmla="*/ 318 h 143082"/>
              <a:gd name="connsiteX14" fmla="*/ 71503 w 142847"/>
              <a:gd name="connsiteY14" fmla="*/ 0 h 143082"/>
              <a:gd name="connsiteX15" fmla="*/ 3012 w 142847"/>
              <a:gd name="connsiteY15" fmla="*/ 56947 h 143082"/>
              <a:gd name="connsiteX16" fmla="*/ 1268 w 142847"/>
              <a:gd name="connsiteY16" fmla="*/ 65354 h 143082"/>
              <a:gd name="connsiteX17" fmla="*/ 0 w 142847"/>
              <a:gd name="connsiteY17" fmla="*/ 71541 h 143082"/>
              <a:gd name="connsiteX18" fmla="*/ 476 w 142847"/>
              <a:gd name="connsiteY18" fmla="*/ 73762 h 143082"/>
              <a:gd name="connsiteX19" fmla="*/ 2220 w 142847"/>
              <a:gd name="connsiteY19" fmla="*/ 82169 h 143082"/>
              <a:gd name="connsiteX20" fmla="*/ 36465 w 142847"/>
              <a:gd name="connsiteY20" fmla="*/ 132454 h 1430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42847" h="143082">
                <a:moveTo>
                  <a:pt x="36465" y="132295"/>
                </a:moveTo>
                <a:cubicBezTo>
                  <a:pt x="39002" y="133723"/>
                  <a:pt x="40904" y="135944"/>
                  <a:pt x="43599" y="137054"/>
                </a:cubicBezTo>
                <a:cubicBezTo>
                  <a:pt x="46770" y="138482"/>
                  <a:pt x="50417" y="138323"/>
                  <a:pt x="53746" y="139275"/>
                </a:cubicBezTo>
                <a:cubicBezTo>
                  <a:pt x="56441" y="140068"/>
                  <a:pt x="59295" y="140544"/>
                  <a:pt x="61990" y="141020"/>
                </a:cubicBezTo>
                <a:cubicBezTo>
                  <a:pt x="63259" y="141178"/>
                  <a:pt x="64369" y="141654"/>
                  <a:pt x="65637" y="141813"/>
                </a:cubicBezTo>
                <a:cubicBezTo>
                  <a:pt x="66747" y="141813"/>
                  <a:pt x="67539" y="142447"/>
                  <a:pt x="68649" y="142447"/>
                </a:cubicBezTo>
                <a:cubicBezTo>
                  <a:pt x="69759" y="142447"/>
                  <a:pt x="70552" y="143082"/>
                  <a:pt x="71662" y="143082"/>
                </a:cubicBezTo>
                <a:cubicBezTo>
                  <a:pt x="74674" y="143082"/>
                  <a:pt x="77052" y="141654"/>
                  <a:pt x="79906" y="141337"/>
                </a:cubicBezTo>
                <a:cubicBezTo>
                  <a:pt x="82760" y="141020"/>
                  <a:pt x="85455" y="140226"/>
                  <a:pt x="88309" y="139592"/>
                </a:cubicBezTo>
                <a:cubicBezTo>
                  <a:pt x="117956" y="132295"/>
                  <a:pt x="140152" y="107391"/>
                  <a:pt x="142055" y="75824"/>
                </a:cubicBezTo>
                <a:cubicBezTo>
                  <a:pt x="142055" y="74237"/>
                  <a:pt x="142848" y="72969"/>
                  <a:pt x="142848" y="71541"/>
                </a:cubicBezTo>
                <a:cubicBezTo>
                  <a:pt x="142848" y="70113"/>
                  <a:pt x="142055" y="68844"/>
                  <a:pt x="142055" y="67258"/>
                </a:cubicBezTo>
                <a:cubicBezTo>
                  <a:pt x="139994" y="33312"/>
                  <a:pt x="114468" y="6821"/>
                  <a:pt x="81333" y="2062"/>
                </a:cubicBezTo>
                <a:cubicBezTo>
                  <a:pt x="78479" y="1586"/>
                  <a:pt x="75942" y="476"/>
                  <a:pt x="72930" y="318"/>
                </a:cubicBezTo>
                <a:cubicBezTo>
                  <a:pt x="72454" y="318"/>
                  <a:pt x="71979" y="0"/>
                  <a:pt x="71503" y="0"/>
                </a:cubicBezTo>
                <a:cubicBezTo>
                  <a:pt x="37258" y="0"/>
                  <a:pt x="9988" y="24588"/>
                  <a:pt x="3012" y="56947"/>
                </a:cubicBezTo>
                <a:cubicBezTo>
                  <a:pt x="2378" y="59803"/>
                  <a:pt x="1585" y="62340"/>
                  <a:pt x="1268" y="65354"/>
                </a:cubicBezTo>
                <a:cubicBezTo>
                  <a:pt x="1110" y="67575"/>
                  <a:pt x="0" y="69320"/>
                  <a:pt x="0" y="71541"/>
                </a:cubicBezTo>
                <a:cubicBezTo>
                  <a:pt x="0" y="72334"/>
                  <a:pt x="476" y="72969"/>
                  <a:pt x="476" y="73762"/>
                </a:cubicBezTo>
                <a:cubicBezTo>
                  <a:pt x="476" y="76776"/>
                  <a:pt x="1744" y="79314"/>
                  <a:pt x="2220" y="82169"/>
                </a:cubicBezTo>
                <a:cubicBezTo>
                  <a:pt x="5549" y="103901"/>
                  <a:pt x="18074" y="121826"/>
                  <a:pt x="36465" y="132454"/>
                </a:cubicBezTo>
                <a:close/>
              </a:path>
            </a:pathLst>
          </a:custGeom>
          <a:solidFill>
            <a:srgbClr val="FF7D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36" name="Freeform 735">
            <a:extLst>
              <a:ext uri="{FF2B5EF4-FFF2-40B4-BE49-F238E27FC236}">
                <a16:creationId xmlns:a16="http://schemas.microsoft.com/office/drawing/2014/main" id="{9FE00E77-559B-894E-E9F0-CEE9DEB1844C}"/>
              </a:ext>
            </a:extLst>
          </p:cNvPr>
          <p:cNvSpPr/>
          <p:nvPr userDrawn="1"/>
        </p:nvSpPr>
        <p:spPr>
          <a:xfrm>
            <a:off x="1732485" y="6204189"/>
            <a:ext cx="142847" cy="123079"/>
          </a:xfrm>
          <a:custGeom>
            <a:avLst/>
            <a:gdLst>
              <a:gd name="connsiteX0" fmla="*/ 70869 w 142847"/>
              <a:gd name="connsiteY0" fmla="*/ 142923 h 142922"/>
              <a:gd name="connsiteX1" fmla="*/ 71345 w 142847"/>
              <a:gd name="connsiteY1" fmla="*/ 142923 h 142922"/>
              <a:gd name="connsiteX2" fmla="*/ 83235 w 142847"/>
              <a:gd name="connsiteY2" fmla="*/ 140543 h 142922"/>
              <a:gd name="connsiteX3" fmla="*/ 91638 w 142847"/>
              <a:gd name="connsiteY3" fmla="*/ 138799 h 142922"/>
              <a:gd name="connsiteX4" fmla="*/ 142848 w 142847"/>
              <a:gd name="connsiteY4" fmla="*/ 71541 h 142922"/>
              <a:gd name="connsiteX5" fmla="*/ 142372 w 142847"/>
              <a:gd name="connsiteY5" fmla="*/ 69637 h 142922"/>
              <a:gd name="connsiteX6" fmla="*/ 140628 w 142847"/>
              <a:gd name="connsiteY6" fmla="*/ 61230 h 142922"/>
              <a:gd name="connsiteX7" fmla="*/ 106541 w 142847"/>
              <a:gd name="connsiteY7" fmla="*/ 10628 h 142922"/>
              <a:gd name="connsiteX8" fmla="*/ 99407 w 142847"/>
              <a:gd name="connsiteY8" fmla="*/ 5869 h 142922"/>
              <a:gd name="connsiteX9" fmla="*/ 83394 w 142847"/>
              <a:gd name="connsiteY9" fmla="*/ 2538 h 142922"/>
              <a:gd name="connsiteX10" fmla="*/ 74991 w 142847"/>
              <a:gd name="connsiteY10" fmla="*/ 793 h 142922"/>
              <a:gd name="connsiteX11" fmla="*/ 71345 w 142847"/>
              <a:gd name="connsiteY11" fmla="*/ 0 h 142922"/>
              <a:gd name="connsiteX12" fmla="*/ 4439 w 142847"/>
              <a:gd name="connsiteY12" fmla="*/ 49492 h 142922"/>
              <a:gd name="connsiteX13" fmla="*/ 2695 w 142847"/>
              <a:gd name="connsiteY13" fmla="*/ 57740 h 142922"/>
              <a:gd name="connsiteX14" fmla="*/ 2378 w 142847"/>
              <a:gd name="connsiteY14" fmla="*/ 59168 h 142922"/>
              <a:gd name="connsiteX15" fmla="*/ 793 w 142847"/>
              <a:gd name="connsiteY15" fmla="*/ 67099 h 142922"/>
              <a:gd name="connsiteX16" fmla="*/ 0 w 142847"/>
              <a:gd name="connsiteY16" fmla="*/ 71382 h 142922"/>
              <a:gd name="connsiteX17" fmla="*/ 793 w 142847"/>
              <a:gd name="connsiteY17" fmla="*/ 75665 h 142922"/>
              <a:gd name="connsiteX18" fmla="*/ 55649 w 142847"/>
              <a:gd name="connsiteY18" fmla="*/ 139592 h 142922"/>
              <a:gd name="connsiteX19" fmla="*/ 64052 w 142847"/>
              <a:gd name="connsiteY19" fmla="*/ 141336 h 142922"/>
              <a:gd name="connsiteX20" fmla="*/ 67381 w 142847"/>
              <a:gd name="connsiteY20" fmla="*/ 141971 h 142922"/>
              <a:gd name="connsiteX21" fmla="*/ 71028 w 142847"/>
              <a:gd name="connsiteY21" fmla="*/ 142765 h 1429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142847" h="142922">
                <a:moveTo>
                  <a:pt x="70869" y="142923"/>
                </a:moveTo>
                <a:cubicBezTo>
                  <a:pt x="70869" y="142923"/>
                  <a:pt x="71186" y="142923"/>
                  <a:pt x="71345" y="142923"/>
                </a:cubicBezTo>
                <a:cubicBezTo>
                  <a:pt x="75625" y="142923"/>
                  <a:pt x="79113" y="141178"/>
                  <a:pt x="83235" y="140543"/>
                </a:cubicBezTo>
                <a:cubicBezTo>
                  <a:pt x="86089" y="140068"/>
                  <a:pt x="88943" y="139592"/>
                  <a:pt x="91638" y="138799"/>
                </a:cubicBezTo>
                <a:cubicBezTo>
                  <a:pt x="120969" y="129915"/>
                  <a:pt x="142848" y="103742"/>
                  <a:pt x="142848" y="71541"/>
                </a:cubicBezTo>
                <a:cubicBezTo>
                  <a:pt x="142848" y="70748"/>
                  <a:pt x="142372" y="70272"/>
                  <a:pt x="142372" y="69637"/>
                </a:cubicBezTo>
                <a:cubicBezTo>
                  <a:pt x="142372" y="66623"/>
                  <a:pt x="141104" y="64085"/>
                  <a:pt x="140628" y="61230"/>
                </a:cubicBezTo>
                <a:cubicBezTo>
                  <a:pt x="137299" y="39339"/>
                  <a:pt x="124774" y="21256"/>
                  <a:pt x="106541" y="10628"/>
                </a:cubicBezTo>
                <a:cubicBezTo>
                  <a:pt x="104005" y="9200"/>
                  <a:pt x="102102" y="6979"/>
                  <a:pt x="99407" y="5869"/>
                </a:cubicBezTo>
                <a:cubicBezTo>
                  <a:pt x="94492" y="3807"/>
                  <a:pt x="88784" y="3489"/>
                  <a:pt x="83394" y="2538"/>
                </a:cubicBezTo>
                <a:cubicBezTo>
                  <a:pt x="80540" y="2062"/>
                  <a:pt x="78003" y="952"/>
                  <a:pt x="74991" y="793"/>
                </a:cubicBezTo>
                <a:cubicBezTo>
                  <a:pt x="73723" y="793"/>
                  <a:pt x="72613" y="0"/>
                  <a:pt x="71345" y="0"/>
                </a:cubicBezTo>
                <a:cubicBezTo>
                  <a:pt x="39636" y="0"/>
                  <a:pt x="13793" y="20938"/>
                  <a:pt x="4439" y="49492"/>
                </a:cubicBezTo>
                <a:cubicBezTo>
                  <a:pt x="3488" y="52188"/>
                  <a:pt x="3329" y="55043"/>
                  <a:pt x="2695" y="57740"/>
                </a:cubicBezTo>
                <a:cubicBezTo>
                  <a:pt x="2695" y="58216"/>
                  <a:pt x="2537" y="58692"/>
                  <a:pt x="2378" y="59168"/>
                </a:cubicBezTo>
                <a:cubicBezTo>
                  <a:pt x="1903" y="61865"/>
                  <a:pt x="951" y="64403"/>
                  <a:pt x="793" y="67099"/>
                </a:cubicBezTo>
                <a:cubicBezTo>
                  <a:pt x="793" y="68527"/>
                  <a:pt x="0" y="69796"/>
                  <a:pt x="0" y="71382"/>
                </a:cubicBezTo>
                <a:cubicBezTo>
                  <a:pt x="0" y="72968"/>
                  <a:pt x="793" y="74237"/>
                  <a:pt x="793" y="75665"/>
                </a:cubicBezTo>
                <a:cubicBezTo>
                  <a:pt x="2854" y="107549"/>
                  <a:pt x="25367" y="132612"/>
                  <a:pt x="55649" y="139592"/>
                </a:cubicBezTo>
                <a:cubicBezTo>
                  <a:pt x="58503" y="140226"/>
                  <a:pt x="61198" y="141019"/>
                  <a:pt x="64052" y="141336"/>
                </a:cubicBezTo>
                <a:cubicBezTo>
                  <a:pt x="65161" y="141336"/>
                  <a:pt x="66271" y="141971"/>
                  <a:pt x="67381" y="141971"/>
                </a:cubicBezTo>
                <a:cubicBezTo>
                  <a:pt x="68649" y="141971"/>
                  <a:pt x="69759" y="142765"/>
                  <a:pt x="71028" y="142765"/>
                </a:cubicBezTo>
                <a:close/>
              </a:path>
            </a:pathLst>
          </a:custGeom>
          <a:solidFill>
            <a:srgbClr val="7030A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37" name="Freeform 736">
            <a:extLst>
              <a:ext uri="{FF2B5EF4-FFF2-40B4-BE49-F238E27FC236}">
                <a16:creationId xmlns:a16="http://schemas.microsoft.com/office/drawing/2014/main" id="{F4999567-9ACE-E255-5FA5-9F1CA783A64B}"/>
              </a:ext>
            </a:extLst>
          </p:cNvPr>
          <p:cNvSpPr/>
          <p:nvPr userDrawn="1"/>
        </p:nvSpPr>
        <p:spPr>
          <a:xfrm>
            <a:off x="4830585" y="5932778"/>
            <a:ext cx="146652" cy="126221"/>
          </a:xfrm>
          <a:custGeom>
            <a:avLst/>
            <a:gdLst>
              <a:gd name="connsiteX0" fmla="*/ 127627 w 146652"/>
              <a:gd name="connsiteY0" fmla="*/ 25063 h 146571"/>
              <a:gd name="connsiteX1" fmla="*/ 121603 w 146652"/>
              <a:gd name="connsiteY1" fmla="*/ 19035 h 146571"/>
              <a:gd name="connsiteX2" fmla="*/ 73405 w 146652"/>
              <a:gd name="connsiteY2" fmla="*/ 0 h 146571"/>
              <a:gd name="connsiteX3" fmla="*/ 951 w 146652"/>
              <a:gd name="connsiteY3" fmla="*/ 69003 h 146571"/>
              <a:gd name="connsiteX4" fmla="*/ 0 w 146652"/>
              <a:gd name="connsiteY4" fmla="*/ 73286 h 146571"/>
              <a:gd name="connsiteX5" fmla="*/ 476 w 146652"/>
              <a:gd name="connsiteY5" fmla="*/ 75507 h 146571"/>
              <a:gd name="connsiteX6" fmla="*/ 2219 w 146652"/>
              <a:gd name="connsiteY6" fmla="*/ 83755 h 146571"/>
              <a:gd name="connsiteX7" fmla="*/ 73405 w 146652"/>
              <a:gd name="connsiteY7" fmla="*/ 146571 h 146571"/>
              <a:gd name="connsiteX8" fmla="*/ 146653 w 146652"/>
              <a:gd name="connsiteY8" fmla="*/ 73286 h 146571"/>
              <a:gd name="connsiteX9" fmla="*/ 144592 w 146652"/>
              <a:gd name="connsiteY9" fmla="*/ 63451 h 146571"/>
              <a:gd name="connsiteX10" fmla="*/ 142847 w 146652"/>
              <a:gd name="connsiteY10" fmla="*/ 55202 h 146571"/>
              <a:gd name="connsiteX11" fmla="*/ 127469 w 146652"/>
              <a:gd name="connsiteY11" fmla="*/ 25222 h 146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46652" h="146571">
                <a:moveTo>
                  <a:pt x="127627" y="25063"/>
                </a:moveTo>
                <a:cubicBezTo>
                  <a:pt x="125725" y="22842"/>
                  <a:pt x="123822" y="20939"/>
                  <a:pt x="121603" y="19035"/>
                </a:cubicBezTo>
                <a:cubicBezTo>
                  <a:pt x="108761" y="7455"/>
                  <a:pt x="92114" y="0"/>
                  <a:pt x="73405" y="0"/>
                </a:cubicBezTo>
                <a:cubicBezTo>
                  <a:pt x="34404" y="0"/>
                  <a:pt x="3329" y="30615"/>
                  <a:pt x="951" y="69003"/>
                </a:cubicBezTo>
                <a:cubicBezTo>
                  <a:pt x="951" y="70589"/>
                  <a:pt x="0" y="71699"/>
                  <a:pt x="0" y="73286"/>
                </a:cubicBezTo>
                <a:cubicBezTo>
                  <a:pt x="0" y="74079"/>
                  <a:pt x="476" y="74713"/>
                  <a:pt x="476" y="75507"/>
                </a:cubicBezTo>
                <a:cubicBezTo>
                  <a:pt x="476" y="78521"/>
                  <a:pt x="1744" y="81059"/>
                  <a:pt x="2219" y="83755"/>
                </a:cubicBezTo>
                <a:cubicBezTo>
                  <a:pt x="7452" y="119129"/>
                  <a:pt x="36624" y="146571"/>
                  <a:pt x="73405" y="146571"/>
                </a:cubicBezTo>
                <a:cubicBezTo>
                  <a:pt x="113834" y="146571"/>
                  <a:pt x="146653" y="113736"/>
                  <a:pt x="146653" y="73286"/>
                </a:cubicBezTo>
                <a:cubicBezTo>
                  <a:pt x="146653" y="69796"/>
                  <a:pt x="145067" y="66782"/>
                  <a:pt x="144592" y="63451"/>
                </a:cubicBezTo>
                <a:cubicBezTo>
                  <a:pt x="144116" y="60596"/>
                  <a:pt x="143640" y="57899"/>
                  <a:pt x="142847" y="55202"/>
                </a:cubicBezTo>
                <a:cubicBezTo>
                  <a:pt x="139835" y="43940"/>
                  <a:pt x="135079" y="33629"/>
                  <a:pt x="127469" y="25222"/>
                </a:cubicBezTo>
                <a:close/>
              </a:path>
            </a:pathLst>
          </a:custGeom>
          <a:solidFill>
            <a:srgbClr val="7030A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38" name="Freeform 737">
            <a:extLst>
              <a:ext uri="{FF2B5EF4-FFF2-40B4-BE49-F238E27FC236}">
                <a16:creationId xmlns:a16="http://schemas.microsoft.com/office/drawing/2014/main" id="{BDEB51A7-4852-7730-B344-F8B05216D302}"/>
              </a:ext>
            </a:extLst>
          </p:cNvPr>
          <p:cNvSpPr/>
          <p:nvPr userDrawn="1"/>
        </p:nvSpPr>
        <p:spPr>
          <a:xfrm>
            <a:off x="6178522" y="5663112"/>
            <a:ext cx="146652" cy="126221"/>
          </a:xfrm>
          <a:custGeom>
            <a:avLst/>
            <a:gdLst>
              <a:gd name="connsiteX0" fmla="*/ 146336 w 146652"/>
              <a:gd name="connsiteY0" fmla="*/ 73444 h 146571"/>
              <a:gd name="connsiteX1" fmla="*/ 141738 w 146652"/>
              <a:gd name="connsiteY1" fmla="*/ 50602 h 146571"/>
              <a:gd name="connsiteX2" fmla="*/ 139043 w 146652"/>
              <a:gd name="connsiteY2" fmla="*/ 42512 h 146571"/>
              <a:gd name="connsiteX3" fmla="*/ 112249 w 146652"/>
              <a:gd name="connsiteY3" fmla="*/ 13008 h 146571"/>
              <a:gd name="connsiteX4" fmla="*/ 105273 w 146652"/>
              <a:gd name="connsiteY4" fmla="*/ 8248 h 146571"/>
              <a:gd name="connsiteX5" fmla="*/ 73247 w 146652"/>
              <a:gd name="connsiteY5" fmla="*/ 0 h 146571"/>
              <a:gd name="connsiteX6" fmla="*/ 0 w 146652"/>
              <a:gd name="connsiteY6" fmla="*/ 73286 h 146571"/>
              <a:gd name="connsiteX7" fmla="*/ 2061 w 146652"/>
              <a:gd name="connsiteY7" fmla="*/ 83279 h 146571"/>
              <a:gd name="connsiteX8" fmla="*/ 3805 w 146652"/>
              <a:gd name="connsiteY8" fmla="*/ 91528 h 146571"/>
              <a:gd name="connsiteX9" fmla="*/ 73406 w 146652"/>
              <a:gd name="connsiteY9" fmla="*/ 146571 h 146571"/>
              <a:gd name="connsiteX10" fmla="*/ 127310 w 146652"/>
              <a:gd name="connsiteY10" fmla="*/ 121984 h 146571"/>
              <a:gd name="connsiteX11" fmla="*/ 132067 w 146652"/>
              <a:gd name="connsiteY11" fmla="*/ 115005 h 146571"/>
              <a:gd name="connsiteX12" fmla="*/ 146653 w 146652"/>
              <a:gd name="connsiteY12" fmla="*/ 73127 h 146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46652" h="146571">
                <a:moveTo>
                  <a:pt x="146336" y="73444"/>
                </a:moveTo>
                <a:cubicBezTo>
                  <a:pt x="146336" y="65354"/>
                  <a:pt x="144116" y="57899"/>
                  <a:pt x="141738" y="50602"/>
                </a:cubicBezTo>
                <a:cubicBezTo>
                  <a:pt x="140787" y="47905"/>
                  <a:pt x="140152" y="45209"/>
                  <a:pt x="139043" y="42512"/>
                </a:cubicBezTo>
                <a:cubicBezTo>
                  <a:pt x="133177" y="30139"/>
                  <a:pt x="123664" y="20463"/>
                  <a:pt x="112249" y="13008"/>
                </a:cubicBezTo>
                <a:cubicBezTo>
                  <a:pt x="109871" y="11421"/>
                  <a:pt x="107809" y="9518"/>
                  <a:pt x="105273" y="8248"/>
                </a:cubicBezTo>
                <a:cubicBezTo>
                  <a:pt x="95443" y="3331"/>
                  <a:pt x="84821" y="0"/>
                  <a:pt x="73247" y="0"/>
                </a:cubicBezTo>
                <a:cubicBezTo>
                  <a:pt x="32819" y="0"/>
                  <a:pt x="0" y="32836"/>
                  <a:pt x="0" y="73286"/>
                </a:cubicBezTo>
                <a:cubicBezTo>
                  <a:pt x="0" y="76776"/>
                  <a:pt x="1586" y="79789"/>
                  <a:pt x="2061" y="83279"/>
                </a:cubicBezTo>
                <a:cubicBezTo>
                  <a:pt x="2537" y="86134"/>
                  <a:pt x="3012" y="88831"/>
                  <a:pt x="3805" y="91528"/>
                </a:cubicBezTo>
                <a:cubicBezTo>
                  <a:pt x="12049" y="122936"/>
                  <a:pt x="39477" y="146571"/>
                  <a:pt x="73406" y="146571"/>
                </a:cubicBezTo>
                <a:cubicBezTo>
                  <a:pt x="94967" y="146571"/>
                  <a:pt x="113834" y="136895"/>
                  <a:pt x="127310" y="121984"/>
                </a:cubicBezTo>
                <a:cubicBezTo>
                  <a:pt x="129213" y="119922"/>
                  <a:pt x="130323" y="117226"/>
                  <a:pt x="132067" y="115005"/>
                </a:cubicBezTo>
                <a:cubicBezTo>
                  <a:pt x="140628" y="102949"/>
                  <a:pt x="146653" y="89148"/>
                  <a:pt x="146653" y="73127"/>
                </a:cubicBezTo>
                <a:close/>
              </a:path>
            </a:pathLst>
          </a:custGeom>
          <a:solidFill>
            <a:srgbClr val="FF7D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39" name="Freeform 738">
            <a:extLst>
              <a:ext uri="{FF2B5EF4-FFF2-40B4-BE49-F238E27FC236}">
                <a16:creationId xmlns:a16="http://schemas.microsoft.com/office/drawing/2014/main" id="{1532DD3E-8B40-50BF-DD7D-3CFBE37EB802}"/>
              </a:ext>
            </a:extLst>
          </p:cNvPr>
          <p:cNvSpPr/>
          <p:nvPr userDrawn="1"/>
        </p:nvSpPr>
        <p:spPr>
          <a:xfrm>
            <a:off x="8597422" y="6758134"/>
            <a:ext cx="126042" cy="129133"/>
          </a:xfrm>
          <a:custGeom>
            <a:avLst/>
            <a:gdLst>
              <a:gd name="connsiteX0" fmla="*/ 73406 w 146494"/>
              <a:gd name="connsiteY0" fmla="*/ 0 h 146730"/>
              <a:gd name="connsiteX1" fmla="*/ 19501 w 146494"/>
              <a:gd name="connsiteY1" fmla="*/ 24588 h 146730"/>
              <a:gd name="connsiteX2" fmla="*/ 14744 w 146494"/>
              <a:gd name="connsiteY2" fmla="*/ 31567 h 146730"/>
              <a:gd name="connsiteX3" fmla="*/ 0 w 146494"/>
              <a:gd name="connsiteY3" fmla="*/ 73444 h 146730"/>
              <a:gd name="connsiteX4" fmla="*/ 73247 w 146494"/>
              <a:gd name="connsiteY4" fmla="*/ 146730 h 146730"/>
              <a:gd name="connsiteX5" fmla="*/ 146494 w 146494"/>
              <a:gd name="connsiteY5" fmla="*/ 73444 h 146730"/>
              <a:gd name="connsiteX6" fmla="*/ 83870 w 146494"/>
              <a:gd name="connsiteY6" fmla="*/ 2221 h 146730"/>
              <a:gd name="connsiteX7" fmla="*/ 75467 w 146494"/>
              <a:gd name="connsiteY7" fmla="*/ 476 h 146730"/>
              <a:gd name="connsiteX8" fmla="*/ 73406 w 146494"/>
              <a:gd name="connsiteY8" fmla="*/ 0 h 1467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6494" h="146730">
                <a:moveTo>
                  <a:pt x="73406" y="0"/>
                </a:moveTo>
                <a:cubicBezTo>
                  <a:pt x="51844" y="0"/>
                  <a:pt x="32977" y="9677"/>
                  <a:pt x="19501" y="24588"/>
                </a:cubicBezTo>
                <a:cubicBezTo>
                  <a:pt x="17598" y="26650"/>
                  <a:pt x="16330" y="29346"/>
                  <a:pt x="14744" y="31567"/>
                </a:cubicBezTo>
                <a:cubicBezTo>
                  <a:pt x="6183" y="43622"/>
                  <a:pt x="0" y="57423"/>
                  <a:pt x="0" y="73444"/>
                </a:cubicBezTo>
                <a:cubicBezTo>
                  <a:pt x="0" y="113895"/>
                  <a:pt x="32819" y="146730"/>
                  <a:pt x="73247" y="146730"/>
                </a:cubicBezTo>
                <a:cubicBezTo>
                  <a:pt x="113675" y="146730"/>
                  <a:pt x="146494" y="113895"/>
                  <a:pt x="146494" y="73444"/>
                </a:cubicBezTo>
                <a:cubicBezTo>
                  <a:pt x="146494" y="36643"/>
                  <a:pt x="119066" y="7614"/>
                  <a:pt x="83870" y="2221"/>
                </a:cubicBezTo>
                <a:cubicBezTo>
                  <a:pt x="81016" y="1745"/>
                  <a:pt x="78321" y="635"/>
                  <a:pt x="75467" y="476"/>
                </a:cubicBezTo>
                <a:cubicBezTo>
                  <a:pt x="74674" y="476"/>
                  <a:pt x="74040" y="0"/>
                  <a:pt x="73406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40" name="Freeform 739">
            <a:extLst>
              <a:ext uri="{FF2B5EF4-FFF2-40B4-BE49-F238E27FC236}">
                <a16:creationId xmlns:a16="http://schemas.microsoft.com/office/drawing/2014/main" id="{18D29494-AD3C-F493-D9E6-D0C14D2A24AD}"/>
              </a:ext>
            </a:extLst>
          </p:cNvPr>
          <p:cNvSpPr/>
          <p:nvPr userDrawn="1"/>
        </p:nvSpPr>
        <p:spPr>
          <a:xfrm>
            <a:off x="2125514" y="2552273"/>
            <a:ext cx="165519" cy="168625"/>
          </a:xfrm>
          <a:custGeom>
            <a:avLst/>
            <a:gdLst>
              <a:gd name="connsiteX0" fmla="*/ 80381 w 165519"/>
              <a:gd name="connsiteY0" fmla="*/ 165131 h 165606"/>
              <a:gd name="connsiteX1" fmla="*/ 82760 w 165519"/>
              <a:gd name="connsiteY1" fmla="*/ 165607 h 165606"/>
              <a:gd name="connsiteX2" fmla="*/ 165520 w 165519"/>
              <a:gd name="connsiteY2" fmla="*/ 82803 h 165606"/>
              <a:gd name="connsiteX3" fmla="*/ 82760 w 165519"/>
              <a:gd name="connsiteY3" fmla="*/ 0 h 165606"/>
              <a:gd name="connsiteX4" fmla="*/ 9513 w 165519"/>
              <a:gd name="connsiteY4" fmla="*/ 46161 h 165606"/>
              <a:gd name="connsiteX5" fmla="*/ 5866 w 165519"/>
              <a:gd name="connsiteY5" fmla="*/ 53933 h 165606"/>
              <a:gd name="connsiteX6" fmla="*/ 0 w 165519"/>
              <a:gd name="connsiteY6" fmla="*/ 82962 h 165606"/>
              <a:gd name="connsiteX7" fmla="*/ 69601 w 165519"/>
              <a:gd name="connsiteY7" fmla="*/ 163228 h 165606"/>
              <a:gd name="connsiteX8" fmla="*/ 72137 w 165519"/>
              <a:gd name="connsiteY8" fmla="*/ 163703 h 165606"/>
              <a:gd name="connsiteX9" fmla="*/ 80381 w 165519"/>
              <a:gd name="connsiteY9" fmla="*/ 165448 h 1656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65519" h="165606">
                <a:moveTo>
                  <a:pt x="80381" y="165131"/>
                </a:moveTo>
                <a:cubicBezTo>
                  <a:pt x="81174" y="165131"/>
                  <a:pt x="81967" y="165607"/>
                  <a:pt x="82760" y="165607"/>
                </a:cubicBezTo>
                <a:cubicBezTo>
                  <a:pt x="128579" y="165607"/>
                  <a:pt x="165520" y="128488"/>
                  <a:pt x="165520" y="82803"/>
                </a:cubicBezTo>
                <a:cubicBezTo>
                  <a:pt x="165520" y="37119"/>
                  <a:pt x="128420" y="0"/>
                  <a:pt x="82760" y="0"/>
                </a:cubicBezTo>
                <a:cubicBezTo>
                  <a:pt x="50417" y="0"/>
                  <a:pt x="23147" y="19035"/>
                  <a:pt x="9513" y="46161"/>
                </a:cubicBezTo>
                <a:cubicBezTo>
                  <a:pt x="8244" y="48699"/>
                  <a:pt x="6817" y="51078"/>
                  <a:pt x="5866" y="53933"/>
                </a:cubicBezTo>
                <a:cubicBezTo>
                  <a:pt x="2378" y="62975"/>
                  <a:pt x="0" y="72651"/>
                  <a:pt x="0" y="82962"/>
                </a:cubicBezTo>
                <a:cubicBezTo>
                  <a:pt x="0" y="124047"/>
                  <a:pt x="30440" y="156565"/>
                  <a:pt x="69601" y="163228"/>
                </a:cubicBezTo>
                <a:cubicBezTo>
                  <a:pt x="70393" y="163228"/>
                  <a:pt x="71186" y="163545"/>
                  <a:pt x="72137" y="163703"/>
                </a:cubicBezTo>
                <a:cubicBezTo>
                  <a:pt x="74991" y="164179"/>
                  <a:pt x="77528" y="165290"/>
                  <a:pt x="80381" y="165448"/>
                </a:cubicBezTo>
                <a:close/>
              </a:path>
            </a:pathLst>
          </a:custGeom>
          <a:solidFill>
            <a:srgbClr val="FF7D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41" name="Freeform 740">
            <a:extLst>
              <a:ext uri="{FF2B5EF4-FFF2-40B4-BE49-F238E27FC236}">
                <a16:creationId xmlns:a16="http://schemas.microsoft.com/office/drawing/2014/main" id="{B0C7FEB3-C4D9-B42A-36E7-96DA7B427046}"/>
              </a:ext>
            </a:extLst>
          </p:cNvPr>
          <p:cNvSpPr/>
          <p:nvPr userDrawn="1"/>
        </p:nvSpPr>
        <p:spPr>
          <a:xfrm>
            <a:off x="2776" y="1631816"/>
            <a:ext cx="90211" cy="123079"/>
          </a:xfrm>
          <a:custGeom>
            <a:avLst/>
            <a:gdLst>
              <a:gd name="connsiteX0" fmla="*/ 8878 w 90211"/>
              <a:gd name="connsiteY0" fmla="*/ 140861 h 142923"/>
              <a:gd name="connsiteX1" fmla="*/ 18867 w 90211"/>
              <a:gd name="connsiteY1" fmla="*/ 142923 h 142923"/>
              <a:gd name="connsiteX2" fmla="*/ 81650 w 90211"/>
              <a:gd name="connsiteY2" fmla="*/ 103584 h 142923"/>
              <a:gd name="connsiteX3" fmla="*/ 85296 w 90211"/>
              <a:gd name="connsiteY3" fmla="*/ 95811 h 142923"/>
              <a:gd name="connsiteX4" fmla="*/ 90211 w 90211"/>
              <a:gd name="connsiteY4" fmla="*/ 71382 h 142923"/>
              <a:gd name="connsiteX5" fmla="*/ 18867 w 90211"/>
              <a:gd name="connsiteY5" fmla="*/ 0 h 142923"/>
              <a:gd name="connsiteX6" fmla="*/ 0 w 90211"/>
              <a:gd name="connsiteY6" fmla="*/ 3807 h 142923"/>
              <a:gd name="connsiteX7" fmla="*/ 0 w 90211"/>
              <a:gd name="connsiteY7" fmla="*/ 138957 h 142923"/>
              <a:gd name="connsiteX8" fmla="*/ 634 w 90211"/>
              <a:gd name="connsiteY8" fmla="*/ 138957 h 142923"/>
              <a:gd name="connsiteX9" fmla="*/ 8878 w 90211"/>
              <a:gd name="connsiteY9" fmla="*/ 140702 h 1429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211" h="142923">
                <a:moveTo>
                  <a:pt x="8878" y="140861"/>
                </a:moveTo>
                <a:cubicBezTo>
                  <a:pt x="12208" y="141337"/>
                  <a:pt x="15379" y="142923"/>
                  <a:pt x="18867" y="142923"/>
                </a:cubicBezTo>
                <a:cubicBezTo>
                  <a:pt x="46612" y="142923"/>
                  <a:pt x="69759" y="126743"/>
                  <a:pt x="81650" y="103584"/>
                </a:cubicBezTo>
                <a:cubicBezTo>
                  <a:pt x="82918" y="101046"/>
                  <a:pt x="84187" y="98666"/>
                  <a:pt x="85296" y="95811"/>
                </a:cubicBezTo>
                <a:cubicBezTo>
                  <a:pt x="88150" y="88038"/>
                  <a:pt x="90211" y="80107"/>
                  <a:pt x="90211" y="71382"/>
                </a:cubicBezTo>
                <a:cubicBezTo>
                  <a:pt x="90211" y="31884"/>
                  <a:pt x="58344" y="0"/>
                  <a:pt x="18867" y="0"/>
                </a:cubicBezTo>
                <a:cubicBezTo>
                  <a:pt x="12208" y="0"/>
                  <a:pt x="6183" y="2062"/>
                  <a:pt x="0" y="3807"/>
                </a:cubicBezTo>
                <a:lnTo>
                  <a:pt x="0" y="138957"/>
                </a:lnTo>
                <a:cubicBezTo>
                  <a:pt x="0" y="138957"/>
                  <a:pt x="317" y="138957"/>
                  <a:pt x="634" y="138957"/>
                </a:cubicBezTo>
                <a:cubicBezTo>
                  <a:pt x="3329" y="139751"/>
                  <a:pt x="6025" y="140227"/>
                  <a:pt x="8878" y="140702"/>
                </a:cubicBezTo>
                <a:close/>
              </a:path>
            </a:pathLst>
          </a:custGeom>
          <a:solidFill>
            <a:srgbClr val="7030A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42" name="Freeform 741">
            <a:extLst>
              <a:ext uri="{FF2B5EF4-FFF2-40B4-BE49-F238E27FC236}">
                <a16:creationId xmlns:a16="http://schemas.microsoft.com/office/drawing/2014/main" id="{A73CB3D3-6B01-A9B6-5187-AE97DB0AB994}"/>
              </a:ext>
            </a:extLst>
          </p:cNvPr>
          <p:cNvSpPr/>
          <p:nvPr userDrawn="1"/>
        </p:nvSpPr>
        <p:spPr>
          <a:xfrm>
            <a:off x="11973923" y="4044797"/>
            <a:ext cx="146652" cy="126358"/>
          </a:xfrm>
          <a:custGeom>
            <a:avLst/>
            <a:gdLst>
              <a:gd name="connsiteX0" fmla="*/ 21087 w 146652"/>
              <a:gd name="connsiteY0" fmla="*/ 22049 h 146730"/>
              <a:gd name="connsiteX1" fmla="*/ 19184 w 146652"/>
              <a:gd name="connsiteY1" fmla="*/ 24905 h 146730"/>
              <a:gd name="connsiteX2" fmla="*/ 19184 w 146652"/>
              <a:gd name="connsiteY2" fmla="*/ 24905 h 146730"/>
              <a:gd name="connsiteX3" fmla="*/ 2061 w 146652"/>
              <a:gd name="connsiteY3" fmla="*/ 63451 h 146730"/>
              <a:gd name="connsiteX4" fmla="*/ 317 w 146652"/>
              <a:gd name="connsiteY4" fmla="*/ 71858 h 146730"/>
              <a:gd name="connsiteX5" fmla="*/ 0 w 146652"/>
              <a:gd name="connsiteY5" fmla="*/ 72810 h 146730"/>
              <a:gd name="connsiteX6" fmla="*/ 1745 w 146652"/>
              <a:gd name="connsiteY6" fmla="*/ 81376 h 146730"/>
              <a:gd name="connsiteX7" fmla="*/ 3488 w 146652"/>
              <a:gd name="connsiteY7" fmla="*/ 89783 h 146730"/>
              <a:gd name="connsiteX8" fmla="*/ 18233 w 146652"/>
              <a:gd name="connsiteY8" fmla="*/ 120239 h 146730"/>
              <a:gd name="connsiteX9" fmla="*/ 22514 w 146652"/>
              <a:gd name="connsiteY9" fmla="*/ 125792 h 146730"/>
              <a:gd name="connsiteX10" fmla="*/ 73406 w 146652"/>
              <a:gd name="connsiteY10" fmla="*/ 146730 h 146730"/>
              <a:gd name="connsiteX11" fmla="*/ 106859 w 146652"/>
              <a:gd name="connsiteY11" fmla="*/ 137530 h 146730"/>
              <a:gd name="connsiteX12" fmla="*/ 109713 w 146652"/>
              <a:gd name="connsiteY12" fmla="*/ 135626 h 146730"/>
              <a:gd name="connsiteX13" fmla="*/ 110505 w 146652"/>
              <a:gd name="connsiteY13" fmla="*/ 134992 h 146730"/>
              <a:gd name="connsiteX14" fmla="*/ 111932 w 146652"/>
              <a:gd name="connsiteY14" fmla="*/ 134040 h 146730"/>
              <a:gd name="connsiteX15" fmla="*/ 112567 w 146652"/>
              <a:gd name="connsiteY15" fmla="*/ 133564 h 146730"/>
              <a:gd name="connsiteX16" fmla="*/ 119701 w 146652"/>
              <a:gd name="connsiteY16" fmla="*/ 128805 h 146730"/>
              <a:gd name="connsiteX17" fmla="*/ 146653 w 146652"/>
              <a:gd name="connsiteY17" fmla="*/ 73286 h 146730"/>
              <a:gd name="connsiteX18" fmla="*/ 115738 w 146652"/>
              <a:gd name="connsiteY18" fmla="*/ 15070 h 146730"/>
              <a:gd name="connsiteX19" fmla="*/ 108762 w 146652"/>
              <a:gd name="connsiteY19" fmla="*/ 10311 h 146730"/>
              <a:gd name="connsiteX20" fmla="*/ 88468 w 146652"/>
              <a:gd name="connsiteY20" fmla="*/ 3014 h 146730"/>
              <a:gd name="connsiteX21" fmla="*/ 80223 w 146652"/>
              <a:gd name="connsiteY21" fmla="*/ 1428 h 146730"/>
              <a:gd name="connsiteX22" fmla="*/ 73406 w 146652"/>
              <a:gd name="connsiteY22" fmla="*/ 0 h 146730"/>
              <a:gd name="connsiteX23" fmla="*/ 28063 w 146652"/>
              <a:gd name="connsiteY23" fmla="*/ 17132 h 146730"/>
              <a:gd name="connsiteX24" fmla="*/ 21087 w 146652"/>
              <a:gd name="connsiteY24" fmla="*/ 22208 h 1467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146652" h="146730">
                <a:moveTo>
                  <a:pt x="21087" y="22049"/>
                </a:moveTo>
                <a:cubicBezTo>
                  <a:pt x="20294" y="22842"/>
                  <a:pt x="19818" y="24111"/>
                  <a:pt x="19184" y="24905"/>
                </a:cubicBezTo>
                <a:lnTo>
                  <a:pt x="19184" y="24905"/>
                </a:lnTo>
                <a:cubicBezTo>
                  <a:pt x="9830" y="35533"/>
                  <a:pt x="4122" y="48857"/>
                  <a:pt x="2061" y="63451"/>
                </a:cubicBezTo>
                <a:cubicBezTo>
                  <a:pt x="1586" y="66306"/>
                  <a:pt x="476" y="68844"/>
                  <a:pt x="317" y="71858"/>
                </a:cubicBezTo>
                <a:cubicBezTo>
                  <a:pt x="317" y="72334"/>
                  <a:pt x="0" y="72810"/>
                  <a:pt x="0" y="72810"/>
                </a:cubicBezTo>
                <a:cubicBezTo>
                  <a:pt x="0" y="76141"/>
                  <a:pt x="1427" y="78679"/>
                  <a:pt x="1745" y="81376"/>
                </a:cubicBezTo>
                <a:cubicBezTo>
                  <a:pt x="2061" y="84231"/>
                  <a:pt x="2854" y="86928"/>
                  <a:pt x="3488" y="89783"/>
                </a:cubicBezTo>
                <a:cubicBezTo>
                  <a:pt x="6183" y="101204"/>
                  <a:pt x="10940" y="111515"/>
                  <a:pt x="18233" y="120239"/>
                </a:cubicBezTo>
                <a:cubicBezTo>
                  <a:pt x="19818" y="121984"/>
                  <a:pt x="20769" y="124205"/>
                  <a:pt x="22514" y="125792"/>
                </a:cubicBezTo>
                <a:cubicBezTo>
                  <a:pt x="35672" y="138640"/>
                  <a:pt x="53588" y="146730"/>
                  <a:pt x="73406" y="146730"/>
                </a:cubicBezTo>
                <a:cubicBezTo>
                  <a:pt x="85614" y="146730"/>
                  <a:pt x="96712" y="142923"/>
                  <a:pt x="106859" y="137530"/>
                </a:cubicBezTo>
                <a:cubicBezTo>
                  <a:pt x="107810" y="137054"/>
                  <a:pt x="108762" y="136102"/>
                  <a:pt x="109713" y="135626"/>
                </a:cubicBezTo>
                <a:cubicBezTo>
                  <a:pt x="110029" y="135468"/>
                  <a:pt x="110347" y="135150"/>
                  <a:pt x="110505" y="134992"/>
                </a:cubicBezTo>
                <a:cubicBezTo>
                  <a:pt x="110980" y="134675"/>
                  <a:pt x="111457" y="134357"/>
                  <a:pt x="111932" y="134040"/>
                </a:cubicBezTo>
                <a:cubicBezTo>
                  <a:pt x="111932" y="134040"/>
                  <a:pt x="112408" y="133723"/>
                  <a:pt x="112567" y="133564"/>
                </a:cubicBezTo>
                <a:cubicBezTo>
                  <a:pt x="114944" y="131978"/>
                  <a:pt x="117481" y="130550"/>
                  <a:pt x="119701" y="128805"/>
                </a:cubicBezTo>
                <a:cubicBezTo>
                  <a:pt x="135713" y="115322"/>
                  <a:pt x="146653" y="95970"/>
                  <a:pt x="146653" y="73286"/>
                </a:cubicBezTo>
                <a:cubicBezTo>
                  <a:pt x="146653" y="48857"/>
                  <a:pt x="133970" y="28394"/>
                  <a:pt x="115738" y="15070"/>
                </a:cubicBezTo>
                <a:cubicBezTo>
                  <a:pt x="113359" y="13325"/>
                  <a:pt x="111139" y="11739"/>
                  <a:pt x="108762" y="10311"/>
                </a:cubicBezTo>
                <a:cubicBezTo>
                  <a:pt x="102419" y="6821"/>
                  <a:pt x="95761" y="4600"/>
                  <a:pt x="88468" y="3014"/>
                </a:cubicBezTo>
                <a:cubicBezTo>
                  <a:pt x="85773" y="2380"/>
                  <a:pt x="83078" y="1586"/>
                  <a:pt x="80223" y="1428"/>
                </a:cubicBezTo>
                <a:cubicBezTo>
                  <a:pt x="77845" y="1111"/>
                  <a:pt x="75784" y="0"/>
                  <a:pt x="73406" y="0"/>
                </a:cubicBezTo>
                <a:cubicBezTo>
                  <a:pt x="55966" y="0"/>
                  <a:pt x="40746" y="6980"/>
                  <a:pt x="28063" y="17132"/>
                </a:cubicBezTo>
                <a:cubicBezTo>
                  <a:pt x="25843" y="19035"/>
                  <a:pt x="23148" y="20146"/>
                  <a:pt x="21087" y="22208"/>
                </a:cubicBezTo>
                <a:close/>
              </a:path>
            </a:pathLst>
          </a:custGeom>
          <a:solidFill>
            <a:srgbClr val="FF7D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43" name="Freeform 742">
            <a:extLst>
              <a:ext uri="{FF2B5EF4-FFF2-40B4-BE49-F238E27FC236}">
                <a16:creationId xmlns:a16="http://schemas.microsoft.com/office/drawing/2014/main" id="{57D59174-6AD8-430D-40BF-50C6B17C2790}"/>
              </a:ext>
            </a:extLst>
          </p:cNvPr>
          <p:cNvSpPr/>
          <p:nvPr userDrawn="1"/>
        </p:nvSpPr>
        <p:spPr>
          <a:xfrm>
            <a:off x="8873763" y="4584288"/>
            <a:ext cx="146652" cy="126358"/>
          </a:xfrm>
          <a:custGeom>
            <a:avLst/>
            <a:gdLst>
              <a:gd name="connsiteX0" fmla="*/ 146494 w 146652"/>
              <a:gd name="connsiteY0" fmla="*/ 71858 h 146730"/>
              <a:gd name="connsiteX1" fmla="*/ 145068 w 146652"/>
              <a:gd name="connsiteY1" fmla="*/ 65196 h 146730"/>
              <a:gd name="connsiteX2" fmla="*/ 143323 w 146652"/>
              <a:gd name="connsiteY2" fmla="*/ 56789 h 146730"/>
              <a:gd name="connsiteX3" fmla="*/ 142689 w 146652"/>
              <a:gd name="connsiteY3" fmla="*/ 53458 h 146730"/>
              <a:gd name="connsiteX4" fmla="*/ 140945 w 146652"/>
              <a:gd name="connsiteY4" fmla="*/ 45050 h 146730"/>
              <a:gd name="connsiteX5" fmla="*/ 140787 w 146652"/>
              <a:gd name="connsiteY5" fmla="*/ 44574 h 146730"/>
              <a:gd name="connsiteX6" fmla="*/ 135872 w 146652"/>
              <a:gd name="connsiteY6" fmla="*/ 37277 h 146730"/>
              <a:gd name="connsiteX7" fmla="*/ 132067 w 146652"/>
              <a:gd name="connsiteY7" fmla="*/ 31725 h 146730"/>
              <a:gd name="connsiteX8" fmla="*/ 127311 w 146652"/>
              <a:gd name="connsiteY8" fmla="*/ 24746 h 146730"/>
              <a:gd name="connsiteX9" fmla="*/ 124299 w 146652"/>
              <a:gd name="connsiteY9" fmla="*/ 20939 h 146730"/>
              <a:gd name="connsiteX10" fmla="*/ 117164 w 146652"/>
              <a:gd name="connsiteY10" fmla="*/ 16180 h 146730"/>
              <a:gd name="connsiteX11" fmla="*/ 73247 w 146652"/>
              <a:gd name="connsiteY11" fmla="*/ 0 h 146730"/>
              <a:gd name="connsiteX12" fmla="*/ 28063 w 146652"/>
              <a:gd name="connsiteY12" fmla="*/ 16973 h 146730"/>
              <a:gd name="connsiteX13" fmla="*/ 21087 w 146652"/>
              <a:gd name="connsiteY13" fmla="*/ 22049 h 146730"/>
              <a:gd name="connsiteX14" fmla="*/ 0 w 146652"/>
              <a:gd name="connsiteY14" fmla="*/ 73444 h 146730"/>
              <a:gd name="connsiteX15" fmla="*/ 4597 w 146652"/>
              <a:gd name="connsiteY15" fmla="*/ 96287 h 146730"/>
              <a:gd name="connsiteX16" fmla="*/ 7451 w 146652"/>
              <a:gd name="connsiteY16" fmla="*/ 104377 h 146730"/>
              <a:gd name="connsiteX17" fmla="*/ 62784 w 146652"/>
              <a:gd name="connsiteY17" fmla="*/ 144510 h 146730"/>
              <a:gd name="connsiteX18" fmla="*/ 71186 w 146652"/>
              <a:gd name="connsiteY18" fmla="*/ 146254 h 146730"/>
              <a:gd name="connsiteX19" fmla="*/ 73406 w 146652"/>
              <a:gd name="connsiteY19" fmla="*/ 146730 h 146730"/>
              <a:gd name="connsiteX20" fmla="*/ 145225 w 146652"/>
              <a:gd name="connsiteY20" fmla="*/ 80424 h 146730"/>
              <a:gd name="connsiteX21" fmla="*/ 146653 w 146652"/>
              <a:gd name="connsiteY21" fmla="*/ 73444 h 146730"/>
              <a:gd name="connsiteX22" fmla="*/ 146335 w 146652"/>
              <a:gd name="connsiteY22" fmla="*/ 72017 h 1467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146652" h="146730">
                <a:moveTo>
                  <a:pt x="146494" y="71858"/>
                </a:moveTo>
                <a:cubicBezTo>
                  <a:pt x="146494" y="69479"/>
                  <a:pt x="145384" y="67417"/>
                  <a:pt x="145068" y="65196"/>
                </a:cubicBezTo>
                <a:cubicBezTo>
                  <a:pt x="144750" y="62341"/>
                  <a:pt x="143958" y="59644"/>
                  <a:pt x="143323" y="56789"/>
                </a:cubicBezTo>
                <a:cubicBezTo>
                  <a:pt x="143007" y="55678"/>
                  <a:pt x="143007" y="54568"/>
                  <a:pt x="142689" y="53458"/>
                </a:cubicBezTo>
                <a:cubicBezTo>
                  <a:pt x="141897" y="50761"/>
                  <a:pt x="142055" y="47588"/>
                  <a:pt x="140945" y="45050"/>
                </a:cubicBezTo>
                <a:cubicBezTo>
                  <a:pt x="140945" y="44733"/>
                  <a:pt x="140787" y="44574"/>
                  <a:pt x="140787" y="44574"/>
                </a:cubicBezTo>
                <a:cubicBezTo>
                  <a:pt x="139518" y="41561"/>
                  <a:pt x="137298" y="39657"/>
                  <a:pt x="135872" y="37277"/>
                </a:cubicBezTo>
                <a:cubicBezTo>
                  <a:pt x="134762" y="35215"/>
                  <a:pt x="133335" y="33471"/>
                  <a:pt x="132067" y="31725"/>
                </a:cubicBezTo>
                <a:cubicBezTo>
                  <a:pt x="130481" y="29346"/>
                  <a:pt x="129213" y="26808"/>
                  <a:pt x="127311" y="24746"/>
                </a:cubicBezTo>
                <a:cubicBezTo>
                  <a:pt x="126201" y="23477"/>
                  <a:pt x="125408" y="22049"/>
                  <a:pt x="124299" y="20939"/>
                </a:cubicBezTo>
                <a:cubicBezTo>
                  <a:pt x="122237" y="18877"/>
                  <a:pt x="119384" y="17925"/>
                  <a:pt x="117164" y="16180"/>
                </a:cubicBezTo>
                <a:cubicBezTo>
                  <a:pt x="104797" y="6663"/>
                  <a:pt x="90053" y="0"/>
                  <a:pt x="73247" y="0"/>
                </a:cubicBezTo>
                <a:cubicBezTo>
                  <a:pt x="56441" y="0"/>
                  <a:pt x="40587" y="6980"/>
                  <a:pt x="28063" y="16973"/>
                </a:cubicBezTo>
                <a:cubicBezTo>
                  <a:pt x="25843" y="18877"/>
                  <a:pt x="22989" y="19987"/>
                  <a:pt x="21087" y="22049"/>
                </a:cubicBezTo>
                <a:cubicBezTo>
                  <a:pt x="8086" y="35215"/>
                  <a:pt x="0" y="53299"/>
                  <a:pt x="0" y="73444"/>
                </a:cubicBezTo>
                <a:cubicBezTo>
                  <a:pt x="0" y="81535"/>
                  <a:pt x="2220" y="88990"/>
                  <a:pt x="4597" y="96287"/>
                </a:cubicBezTo>
                <a:cubicBezTo>
                  <a:pt x="5549" y="98984"/>
                  <a:pt x="6183" y="101839"/>
                  <a:pt x="7451" y="104377"/>
                </a:cubicBezTo>
                <a:cubicBezTo>
                  <a:pt x="17598" y="126109"/>
                  <a:pt x="38209" y="140861"/>
                  <a:pt x="62784" y="144510"/>
                </a:cubicBezTo>
                <a:cubicBezTo>
                  <a:pt x="65637" y="144986"/>
                  <a:pt x="68332" y="146096"/>
                  <a:pt x="71186" y="146254"/>
                </a:cubicBezTo>
                <a:cubicBezTo>
                  <a:pt x="71978" y="146254"/>
                  <a:pt x="72613" y="146730"/>
                  <a:pt x="73406" y="146730"/>
                </a:cubicBezTo>
                <a:cubicBezTo>
                  <a:pt x="111457" y="146730"/>
                  <a:pt x="141579" y="117543"/>
                  <a:pt x="145225" y="80424"/>
                </a:cubicBezTo>
                <a:cubicBezTo>
                  <a:pt x="145543" y="78045"/>
                  <a:pt x="146653" y="75824"/>
                  <a:pt x="146653" y="73444"/>
                </a:cubicBezTo>
                <a:cubicBezTo>
                  <a:pt x="146653" y="72969"/>
                  <a:pt x="146335" y="72493"/>
                  <a:pt x="146335" y="72017"/>
                </a:cubicBezTo>
                <a:close/>
              </a:path>
            </a:pathLst>
          </a:custGeom>
          <a:solidFill>
            <a:srgbClr val="7030A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44" name="Freeform 743">
            <a:extLst>
              <a:ext uri="{FF2B5EF4-FFF2-40B4-BE49-F238E27FC236}">
                <a16:creationId xmlns:a16="http://schemas.microsoft.com/office/drawing/2014/main" id="{0D4C1A71-670B-728F-5BF2-E79B730A5EDE}"/>
              </a:ext>
            </a:extLst>
          </p:cNvPr>
          <p:cNvSpPr/>
          <p:nvPr userDrawn="1"/>
        </p:nvSpPr>
        <p:spPr>
          <a:xfrm>
            <a:off x="7593206" y="3168381"/>
            <a:ext cx="146811" cy="126358"/>
          </a:xfrm>
          <a:custGeom>
            <a:avLst/>
            <a:gdLst>
              <a:gd name="connsiteX0" fmla="*/ 25208 w 146811"/>
              <a:gd name="connsiteY0" fmla="*/ 127695 h 146730"/>
              <a:gd name="connsiteX1" fmla="*/ 34404 w 146811"/>
              <a:gd name="connsiteY1" fmla="*/ 133881 h 146730"/>
              <a:gd name="connsiteX2" fmla="*/ 41380 w 146811"/>
              <a:gd name="connsiteY2" fmla="*/ 138640 h 146730"/>
              <a:gd name="connsiteX3" fmla="*/ 73405 w 146811"/>
              <a:gd name="connsiteY3" fmla="*/ 146730 h 146730"/>
              <a:gd name="connsiteX4" fmla="*/ 118590 w 146811"/>
              <a:gd name="connsiteY4" fmla="*/ 129757 h 146730"/>
              <a:gd name="connsiteX5" fmla="*/ 125566 w 146811"/>
              <a:gd name="connsiteY5" fmla="*/ 124681 h 146730"/>
              <a:gd name="connsiteX6" fmla="*/ 141896 w 146811"/>
              <a:gd name="connsiteY6" fmla="*/ 97080 h 146730"/>
              <a:gd name="connsiteX7" fmla="*/ 143640 w 146811"/>
              <a:gd name="connsiteY7" fmla="*/ 88673 h 146730"/>
              <a:gd name="connsiteX8" fmla="*/ 144116 w 146811"/>
              <a:gd name="connsiteY8" fmla="*/ 85976 h 146730"/>
              <a:gd name="connsiteX9" fmla="*/ 145860 w 146811"/>
              <a:gd name="connsiteY9" fmla="*/ 77569 h 146730"/>
              <a:gd name="connsiteX10" fmla="*/ 146811 w 146811"/>
              <a:gd name="connsiteY10" fmla="*/ 73286 h 146730"/>
              <a:gd name="connsiteX11" fmla="*/ 146811 w 146811"/>
              <a:gd name="connsiteY11" fmla="*/ 72969 h 146730"/>
              <a:gd name="connsiteX12" fmla="*/ 145067 w 146811"/>
              <a:gd name="connsiteY12" fmla="*/ 64561 h 146730"/>
              <a:gd name="connsiteX13" fmla="*/ 144750 w 146811"/>
              <a:gd name="connsiteY13" fmla="*/ 63292 h 146730"/>
              <a:gd name="connsiteX14" fmla="*/ 143006 w 146811"/>
              <a:gd name="connsiteY14" fmla="*/ 55044 h 146730"/>
              <a:gd name="connsiteX15" fmla="*/ 73405 w 146811"/>
              <a:gd name="connsiteY15" fmla="*/ 0 h 146730"/>
              <a:gd name="connsiteX16" fmla="*/ 51209 w 146811"/>
              <a:gd name="connsiteY16" fmla="*/ 4442 h 146730"/>
              <a:gd name="connsiteX17" fmla="*/ 43124 w 146811"/>
              <a:gd name="connsiteY17" fmla="*/ 6821 h 146730"/>
              <a:gd name="connsiteX18" fmla="*/ 0 w 146811"/>
              <a:gd name="connsiteY18" fmla="*/ 73286 h 146730"/>
              <a:gd name="connsiteX19" fmla="*/ 19184 w 146811"/>
              <a:gd name="connsiteY19" fmla="*/ 121667 h 146730"/>
              <a:gd name="connsiteX20" fmla="*/ 25208 w 146811"/>
              <a:gd name="connsiteY20" fmla="*/ 127695 h 1467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46811" h="146730">
                <a:moveTo>
                  <a:pt x="25208" y="127695"/>
                </a:moveTo>
                <a:cubicBezTo>
                  <a:pt x="28062" y="130075"/>
                  <a:pt x="31233" y="131819"/>
                  <a:pt x="34404" y="133881"/>
                </a:cubicBezTo>
                <a:cubicBezTo>
                  <a:pt x="36782" y="135468"/>
                  <a:pt x="38843" y="137371"/>
                  <a:pt x="41380" y="138640"/>
                </a:cubicBezTo>
                <a:cubicBezTo>
                  <a:pt x="51209" y="143558"/>
                  <a:pt x="61832" y="146730"/>
                  <a:pt x="73405" y="146730"/>
                </a:cubicBezTo>
                <a:cubicBezTo>
                  <a:pt x="90687" y="146730"/>
                  <a:pt x="106066" y="139751"/>
                  <a:pt x="118590" y="129757"/>
                </a:cubicBezTo>
                <a:cubicBezTo>
                  <a:pt x="120810" y="127854"/>
                  <a:pt x="123505" y="126743"/>
                  <a:pt x="125566" y="124681"/>
                </a:cubicBezTo>
                <a:cubicBezTo>
                  <a:pt x="133018" y="117067"/>
                  <a:pt x="138250" y="107549"/>
                  <a:pt x="141896" y="97080"/>
                </a:cubicBezTo>
                <a:cubicBezTo>
                  <a:pt x="142847" y="94383"/>
                  <a:pt x="143006" y="91528"/>
                  <a:pt x="143640" y="88673"/>
                </a:cubicBezTo>
                <a:cubicBezTo>
                  <a:pt x="143799" y="87721"/>
                  <a:pt x="143957" y="86928"/>
                  <a:pt x="144116" y="85976"/>
                </a:cubicBezTo>
                <a:cubicBezTo>
                  <a:pt x="144592" y="83121"/>
                  <a:pt x="145702" y="80583"/>
                  <a:pt x="145860" y="77569"/>
                </a:cubicBezTo>
                <a:cubicBezTo>
                  <a:pt x="145860" y="76141"/>
                  <a:pt x="146811" y="74872"/>
                  <a:pt x="146811" y="73286"/>
                </a:cubicBezTo>
                <a:lnTo>
                  <a:pt x="146811" y="72969"/>
                </a:lnTo>
                <a:cubicBezTo>
                  <a:pt x="146811" y="69955"/>
                  <a:pt x="145384" y="67417"/>
                  <a:pt x="145067" y="64561"/>
                </a:cubicBezTo>
                <a:cubicBezTo>
                  <a:pt x="145067" y="64086"/>
                  <a:pt x="144909" y="63610"/>
                  <a:pt x="144750" y="63292"/>
                </a:cubicBezTo>
                <a:cubicBezTo>
                  <a:pt x="144274" y="60437"/>
                  <a:pt x="143799" y="57740"/>
                  <a:pt x="143006" y="55044"/>
                </a:cubicBezTo>
                <a:cubicBezTo>
                  <a:pt x="134762" y="23636"/>
                  <a:pt x="107493" y="0"/>
                  <a:pt x="73405" y="0"/>
                </a:cubicBezTo>
                <a:cubicBezTo>
                  <a:pt x="65478" y="0"/>
                  <a:pt x="58344" y="2221"/>
                  <a:pt x="51209" y="4442"/>
                </a:cubicBezTo>
                <a:cubicBezTo>
                  <a:pt x="48514" y="5394"/>
                  <a:pt x="45660" y="5711"/>
                  <a:pt x="43124" y="6821"/>
                </a:cubicBezTo>
                <a:cubicBezTo>
                  <a:pt x="17915" y="18401"/>
                  <a:pt x="0" y="43622"/>
                  <a:pt x="0" y="73286"/>
                </a:cubicBezTo>
                <a:cubicBezTo>
                  <a:pt x="0" y="92004"/>
                  <a:pt x="7610" y="108660"/>
                  <a:pt x="19184" y="121667"/>
                </a:cubicBezTo>
                <a:cubicBezTo>
                  <a:pt x="21086" y="123888"/>
                  <a:pt x="22989" y="125792"/>
                  <a:pt x="25208" y="127695"/>
                </a:cubicBezTo>
                <a:close/>
              </a:path>
            </a:pathLst>
          </a:custGeom>
          <a:solidFill>
            <a:srgbClr val="7030A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45" name="Freeform 744">
            <a:extLst>
              <a:ext uri="{FF2B5EF4-FFF2-40B4-BE49-F238E27FC236}">
                <a16:creationId xmlns:a16="http://schemas.microsoft.com/office/drawing/2014/main" id="{83A9B259-ECEF-1D16-AD1B-89486EA6D4DD}"/>
              </a:ext>
            </a:extLst>
          </p:cNvPr>
          <p:cNvSpPr/>
          <p:nvPr userDrawn="1"/>
        </p:nvSpPr>
        <p:spPr>
          <a:xfrm>
            <a:off x="11569637" y="3640456"/>
            <a:ext cx="146495" cy="126221"/>
          </a:xfrm>
          <a:custGeom>
            <a:avLst/>
            <a:gdLst>
              <a:gd name="connsiteX0" fmla="*/ 58661 w 146495"/>
              <a:gd name="connsiteY0" fmla="*/ 2697 h 146571"/>
              <a:gd name="connsiteX1" fmla="*/ 52954 w 146495"/>
              <a:gd name="connsiteY1" fmla="*/ 3807 h 146571"/>
              <a:gd name="connsiteX2" fmla="*/ 43599 w 146495"/>
              <a:gd name="connsiteY2" fmla="*/ 6186 h 146571"/>
              <a:gd name="connsiteX3" fmla="*/ 29014 w 146495"/>
              <a:gd name="connsiteY3" fmla="*/ 16021 h 146571"/>
              <a:gd name="connsiteX4" fmla="*/ 21879 w 146495"/>
              <a:gd name="connsiteY4" fmla="*/ 20780 h 146571"/>
              <a:gd name="connsiteX5" fmla="*/ 19025 w 146495"/>
              <a:gd name="connsiteY5" fmla="*/ 24746 h 146571"/>
              <a:gd name="connsiteX6" fmla="*/ 19025 w 146495"/>
              <a:gd name="connsiteY6" fmla="*/ 24746 h 146571"/>
              <a:gd name="connsiteX7" fmla="*/ 2537 w 146495"/>
              <a:gd name="connsiteY7" fmla="*/ 60437 h 146571"/>
              <a:gd name="connsiteX8" fmla="*/ 2220 w 146495"/>
              <a:gd name="connsiteY8" fmla="*/ 61865 h 146571"/>
              <a:gd name="connsiteX9" fmla="*/ 0 w 146495"/>
              <a:gd name="connsiteY9" fmla="*/ 72651 h 146571"/>
              <a:gd name="connsiteX10" fmla="*/ 0 w 146495"/>
              <a:gd name="connsiteY10" fmla="*/ 73127 h 146571"/>
              <a:gd name="connsiteX11" fmla="*/ 1902 w 146495"/>
              <a:gd name="connsiteY11" fmla="*/ 83121 h 146571"/>
              <a:gd name="connsiteX12" fmla="*/ 3647 w 146495"/>
              <a:gd name="connsiteY12" fmla="*/ 91369 h 146571"/>
              <a:gd name="connsiteX13" fmla="*/ 3964 w 146495"/>
              <a:gd name="connsiteY13" fmla="*/ 92956 h 146571"/>
              <a:gd name="connsiteX14" fmla="*/ 5708 w 146495"/>
              <a:gd name="connsiteY14" fmla="*/ 101363 h 146571"/>
              <a:gd name="connsiteX15" fmla="*/ 57235 w 146495"/>
              <a:gd name="connsiteY15" fmla="*/ 143240 h 146571"/>
              <a:gd name="connsiteX16" fmla="*/ 70393 w 146495"/>
              <a:gd name="connsiteY16" fmla="*/ 145937 h 146571"/>
              <a:gd name="connsiteX17" fmla="*/ 73247 w 146495"/>
              <a:gd name="connsiteY17" fmla="*/ 146571 h 146571"/>
              <a:gd name="connsiteX18" fmla="*/ 112249 w 146495"/>
              <a:gd name="connsiteY18" fmla="*/ 133723 h 146571"/>
              <a:gd name="connsiteX19" fmla="*/ 112249 w 146495"/>
              <a:gd name="connsiteY19" fmla="*/ 133723 h 146571"/>
              <a:gd name="connsiteX20" fmla="*/ 112883 w 146495"/>
              <a:gd name="connsiteY20" fmla="*/ 133247 h 146571"/>
              <a:gd name="connsiteX21" fmla="*/ 120335 w 146495"/>
              <a:gd name="connsiteY21" fmla="*/ 128171 h 146571"/>
              <a:gd name="connsiteX22" fmla="*/ 121445 w 146495"/>
              <a:gd name="connsiteY22" fmla="*/ 127536 h 146571"/>
              <a:gd name="connsiteX23" fmla="*/ 121445 w 146495"/>
              <a:gd name="connsiteY23" fmla="*/ 127536 h 146571"/>
              <a:gd name="connsiteX24" fmla="*/ 127470 w 146495"/>
              <a:gd name="connsiteY24" fmla="*/ 121508 h 146571"/>
              <a:gd name="connsiteX25" fmla="*/ 136189 w 146495"/>
              <a:gd name="connsiteY25" fmla="*/ 108501 h 146571"/>
              <a:gd name="connsiteX26" fmla="*/ 140945 w 146495"/>
              <a:gd name="connsiteY26" fmla="*/ 100887 h 146571"/>
              <a:gd name="connsiteX27" fmla="*/ 146495 w 146495"/>
              <a:gd name="connsiteY27" fmla="*/ 73286 h 146571"/>
              <a:gd name="connsiteX28" fmla="*/ 124140 w 146495"/>
              <a:gd name="connsiteY28" fmla="*/ 20780 h 146571"/>
              <a:gd name="connsiteX29" fmla="*/ 117005 w 146495"/>
              <a:gd name="connsiteY29" fmla="*/ 16021 h 146571"/>
              <a:gd name="connsiteX30" fmla="*/ 109237 w 146495"/>
              <a:gd name="connsiteY30" fmla="*/ 10787 h 146571"/>
              <a:gd name="connsiteX31" fmla="*/ 102102 w 146495"/>
              <a:gd name="connsiteY31" fmla="*/ 6028 h 146571"/>
              <a:gd name="connsiteX32" fmla="*/ 73247 w 146495"/>
              <a:gd name="connsiteY32" fmla="*/ 0 h 146571"/>
              <a:gd name="connsiteX33" fmla="*/ 67698 w 146495"/>
              <a:gd name="connsiteY33" fmla="*/ 1110 h 146571"/>
              <a:gd name="connsiteX34" fmla="*/ 66906 w 146495"/>
              <a:gd name="connsiteY34" fmla="*/ 1269 h 146571"/>
              <a:gd name="connsiteX35" fmla="*/ 58661 w 146495"/>
              <a:gd name="connsiteY35" fmla="*/ 3014 h 146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46495" h="146571">
                <a:moveTo>
                  <a:pt x="58661" y="2697"/>
                </a:moveTo>
                <a:cubicBezTo>
                  <a:pt x="56759" y="3172"/>
                  <a:pt x="54698" y="3331"/>
                  <a:pt x="52954" y="3807"/>
                </a:cubicBezTo>
                <a:cubicBezTo>
                  <a:pt x="49783" y="4759"/>
                  <a:pt x="46453" y="4917"/>
                  <a:pt x="43599" y="6186"/>
                </a:cubicBezTo>
                <a:cubicBezTo>
                  <a:pt x="38210" y="8566"/>
                  <a:pt x="33611" y="12373"/>
                  <a:pt x="29014" y="16021"/>
                </a:cubicBezTo>
                <a:cubicBezTo>
                  <a:pt x="26794" y="17766"/>
                  <a:pt x="23940" y="18877"/>
                  <a:pt x="21879" y="20780"/>
                </a:cubicBezTo>
                <a:cubicBezTo>
                  <a:pt x="20769" y="21890"/>
                  <a:pt x="19977" y="23477"/>
                  <a:pt x="19025" y="24746"/>
                </a:cubicBezTo>
                <a:lnTo>
                  <a:pt x="19025" y="24746"/>
                </a:lnTo>
                <a:cubicBezTo>
                  <a:pt x="10306" y="34581"/>
                  <a:pt x="4915" y="46954"/>
                  <a:pt x="2537" y="60437"/>
                </a:cubicBezTo>
                <a:cubicBezTo>
                  <a:pt x="2537" y="60913"/>
                  <a:pt x="2379" y="61389"/>
                  <a:pt x="2220" y="61865"/>
                </a:cubicBezTo>
                <a:cubicBezTo>
                  <a:pt x="1586" y="65513"/>
                  <a:pt x="0" y="68844"/>
                  <a:pt x="0" y="72651"/>
                </a:cubicBezTo>
                <a:lnTo>
                  <a:pt x="0" y="73127"/>
                </a:lnTo>
                <a:cubicBezTo>
                  <a:pt x="0" y="76617"/>
                  <a:pt x="1427" y="79631"/>
                  <a:pt x="1902" y="83121"/>
                </a:cubicBezTo>
                <a:cubicBezTo>
                  <a:pt x="2379" y="85976"/>
                  <a:pt x="2854" y="88673"/>
                  <a:pt x="3647" y="91369"/>
                </a:cubicBezTo>
                <a:cubicBezTo>
                  <a:pt x="3647" y="91845"/>
                  <a:pt x="3806" y="92321"/>
                  <a:pt x="3964" y="92956"/>
                </a:cubicBezTo>
                <a:cubicBezTo>
                  <a:pt x="4757" y="95652"/>
                  <a:pt x="4598" y="98825"/>
                  <a:pt x="5708" y="101363"/>
                </a:cubicBezTo>
                <a:cubicBezTo>
                  <a:pt x="14744" y="122936"/>
                  <a:pt x="34087" y="137847"/>
                  <a:pt x="57235" y="143240"/>
                </a:cubicBezTo>
                <a:cubicBezTo>
                  <a:pt x="61674" y="144192"/>
                  <a:pt x="65796" y="145778"/>
                  <a:pt x="70393" y="145937"/>
                </a:cubicBezTo>
                <a:cubicBezTo>
                  <a:pt x="71503" y="145937"/>
                  <a:pt x="72296" y="146571"/>
                  <a:pt x="73247" y="146571"/>
                </a:cubicBezTo>
                <a:cubicBezTo>
                  <a:pt x="87992" y="146571"/>
                  <a:pt x="100834" y="141178"/>
                  <a:pt x="112249" y="133723"/>
                </a:cubicBezTo>
                <a:lnTo>
                  <a:pt x="112249" y="133723"/>
                </a:lnTo>
                <a:cubicBezTo>
                  <a:pt x="112249" y="133723"/>
                  <a:pt x="112883" y="133247"/>
                  <a:pt x="112883" y="133247"/>
                </a:cubicBezTo>
                <a:cubicBezTo>
                  <a:pt x="115579" y="131343"/>
                  <a:pt x="118115" y="130074"/>
                  <a:pt x="120335" y="128171"/>
                </a:cubicBezTo>
                <a:cubicBezTo>
                  <a:pt x="120652" y="127854"/>
                  <a:pt x="121128" y="127695"/>
                  <a:pt x="121445" y="127536"/>
                </a:cubicBezTo>
                <a:lnTo>
                  <a:pt x="121445" y="127536"/>
                </a:lnTo>
                <a:cubicBezTo>
                  <a:pt x="123665" y="125633"/>
                  <a:pt x="125567" y="123729"/>
                  <a:pt x="127470" y="121508"/>
                </a:cubicBezTo>
                <a:cubicBezTo>
                  <a:pt x="130957" y="117543"/>
                  <a:pt x="133652" y="113101"/>
                  <a:pt x="136189" y="108501"/>
                </a:cubicBezTo>
                <a:cubicBezTo>
                  <a:pt x="137616" y="105804"/>
                  <a:pt x="139677" y="103742"/>
                  <a:pt x="140945" y="100887"/>
                </a:cubicBezTo>
                <a:cubicBezTo>
                  <a:pt x="144434" y="92321"/>
                  <a:pt x="146495" y="83121"/>
                  <a:pt x="146495" y="73286"/>
                </a:cubicBezTo>
                <a:cubicBezTo>
                  <a:pt x="146495" y="52664"/>
                  <a:pt x="137774" y="34105"/>
                  <a:pt x="124140" y="20780"/>
                </a:cubicBezTo>
                <a:cubicBezTo>
                  <a:pt x="122079" y="18718"/>
                  <a:pt x="119384" y="17766"/>
                  <a:pt x="117005" y="16021"/>
                </a:cubicBezTo>
                <a:cubicBezTo>
                  <a:pt x="114469" y="14118"/>
                  <a:pt x="111932" y="12373"/>
                  <a:pt x="109237" y="10787"/>
                </a:cubicBezTo>
                <a:cubicBezTo>
                  <a:pt x="106700" y="9359"/>
                  <a:pt x="104798" y="7138"/>
                  <a:pt x="102102" y="6028"/>
                </a:cubicBezTo>
                <a:cubicBezTo>
                  <a:pt x="93224" y="2221"/>
                  <a:pt x="83553" y="0"/>
                  <a:pt x="73247" y="0"/>
                </a:cubicBezTo>
                <a:cubicBezTo>
                  <a:pt x="71187" y="0"/>
                  <a:pt x="69601" y="952"/>
                  <a:pt x="67698" y="1110"/>
                </a:cubicBezTo>
                <a:cubicBezTo>
                  <a:pt x="67698" y="1110"/>
                  <a:pt x="67223" y="1110"/>
                  <a:pt x="66906" y="1269"/>
                </a:cubicBezTo>
                <a:cubicBezTo>
                  <a:pt x="64052" y="1586"/>
                  <a:pt x="61356" y="2379"/>
                  <a:pt x="58661" y="3014"/>
                </a:cubicBezTo>
                <a:close/>
              </a:path>
            </a:pathLst>
          </a:custGeom>
          <a:solidFill>
            <a:srgbClr val="7030A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46" name="Freeform 745">
            <a:extLst>
              <a:ext uri="{FF2B5EF4-FFF2-40B4-BE49-F238E27FC236}">
                <a16:creationId xmlns:a16="http://schemas.microsoft.com/office/drawing/2014/main" id="{49861530-F002-49DE-2097-490B3161874F}"/>
              </a:ext>
            </a:extLst>
          </p:cNvPr>
          <p:cNvSpPr/>
          <p:nvPr userDrawn="1"/>
        </p:nvSpPr>
        <p:spPr>
          <a:xfrm>
            <a:off x="10221383" y="3909964"/>
            <a:ext cx="146652" cy="126358"/>
          </a:xfrm>
          <a:custGeom>
            <a:avLst/>
            <a:gdLst>
              <a:gd name="connsiteX0" fmla="*/ 118749 w 146652"/>
              <a:gd name="connsiteY0" fmla="*/ 17132 h 146730"/>
              <a:gd name="connsiteX1" fmla="*/ 111773 w 146652"/>
              <a:gd name="connsiteY1" fmla="*/ 12373 h 146730"/>
              <a:gd name="connsiteX2" fmla="*/ 98297 w 146652"/>
              <a:gd name="connsiteY2" fmla="*/ 5076 h 146730"/>
              <a:gd name="connsiteX3" fmla="*/ 93224 w 146652"/>
              <a:gd name="connsiteY3" fmla="*/ 4124 h 146730"/>
              <a:gd name="connsiteX4" fmla="*/ 91955 w 146652"/>
              <a:gd name="connsiteY4" fmla="*/ 3807 h 146730"/>
              <a:gd name="connsiteX5" fmla="*/ 83711 w 146652"/>
              <a:gd name="connsiteY5" fmla="*/ 2062 h 146730"/>
              <a:gd name="connsiteX6" fmla="*/ 73406 w 146652"/>
              <a:gd name="connsiteY6" fmla="*/ 0 h 146730"/>
              <a:gd name="connsiteX7" fmla="*/ 4915 w 146652"/>
              <a:gd name="connsiteY7" fmla="*/ 49650 h 146730"/>
              <a:gd name="connsiteX8" fmla="*/ 3171 w 146652"/>
              <a:gd name="connsiteY8" fmla="*/ 58058 h 146730"/>
              <a:gd name="connsiteX9" fmla="*/ 0 w 146652"/>
              <a:gd name="connsiteY9" fmla="*/ 73444 h 146730"/>
              <a:gd name="connsiteX10" fmla="*/ 6025 w 146652"/>
              <a:gd name="connsiteY10" fmla="*/ 102315 h 146730"/>
              <a:gd name="connsiteX11" fmla="*/ 10781 w 146652"/>
              <a:gd name="connsiteY11" fmla="*/ 109453 h 146730"/>
              <a:gd name="connsiteX12" fmla="*/ 73247 w 146652"/>
              <a:gd name="connsiteY12" fmla="*/ 146730 h 146730"/>
              <a:gd name="connsiteX13" fmla="*/ 129530 w 146652"/>
              <a:gd name="connsiteY13" fmla="*/ 118495 h 146730"/>
              <a:gd name="connsiteX14" fmla="*/ 131591 w 146652"/>
              <a:gd name="connsiteY14" fmla="*/ 115481 h 146730"/>
              <a:gd name="connsiteX15" fmla="*/ 132067 w 146652"/>
              <a:gd name="connsiteY15" fmla="*/ 114688 h 146730"/>
              <a:gd name="connsiteX16" fmla="*/ 136823 w 146652"/>
              <a:gd name="connsiteY16" fmla="*/ 107708 h 146730"/>
              <a:gd name="connsiteX17" fmla="*/ 139994 w 146652"/>
              <a:gd name="connsiteY17" fmla="*/ 102949 h 146730"/>
              <a:gd name="connsiteX18" fmla="*/ 142213 w 146652"/>
              <a:gd name="connsiteY18" fmla="*/ 94700 h 146730"/>
              <a:gd name="connsiteX19" fmla="*/ 144592 w 146652"/>
              <a:gd name="connsiteY19" fmla="*/ 83121 h 146730"/>
              <a:gd name="connsiteX20" fmla="*/ 146335 w 146652"/>
              <a:gd name="connsiteY20" fmla="*/ 74714 h 146730"/>
              <a:gd name="connsiteX21" fmla="*/ 146653 w 146652"/>
              <a:gd name="connsiteY21" fmla="*/ 73286 h 146730"/>
              <a:gd name="connsiteX22" fmla="*/ 144592 w 146652"/>
              <a:gd name="connsiteY22" fmla="*/ 63292 h 146730"/>
              <a:gd name="connsiteX23" fmla="*/ 142848 w 146652"/>
              <a:gd name="connsiteY23" fmla="*/ 55044 h 146730"/>
              <a:gd name="connsiteX24" fmla="*/ 131908 w 146652"/>
              <a:gd name="connsiteY24" fmla="*/ 31725 h 146730"/>
              <a:gd name="connsiteX25" fmla="*/ 127152 w 146652"/>
              <a:gd name="connsiteY25" fmla="*/ 24746 h 146730"/>
              <a:gd name="connsiteX26" fmla="*/ 118432 w 146652"/>
              <a:gd name="connsiteY26" fmla="*/ 17132 h 1467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146652" h="146730">
                <a:moveTo>
                  <a:pt x="118749" y="17132"/>
                </a:moveTo>
                <a:cubicBezTo>
                  <a:pt x="116529" y="15387"/>
                  <a:pt x="114152" y="13801"/>
                  <a:pt x="111773" y="12373"/>
                </a:cubicBezTo>
                <a:cubicBezTo>
                  <a:pt x="107334" y="9676"/>
                  <a:pt x="103212" y="6821"/>
                  <a:pt x="98297" y="5076"/>
                </a:cubicBezTo>
                <a:cubicBezTo>
                  <a:pt x="96711" y="4442"/>
                  <a:pt x="94967" y="4600"/>
                  <a:pt x="93224" y="4124"/>
                </a:cubicBezTo>
                <a:cubicBezTo>
                  <a:pt x="92748" y="4124"/>
                  <a:pt x="92272" y="3966"/>
                  <a:pt x="91955" y="3807"/>
                </a:cubicBezTo>
                <a:cubicBezTo>
                  <a:pt x="89260" y="3014"/>
                  <a:pt x="86406" y="2538"/>
                  <a:pt x="83711" y="2062"/>
                </a:cubicBezTo>
                <a:cubicBezTo>
                  <a:pt x="80223" y="1586"/>
                  <a:pt x="77052" y="0"/>
                  <a:pt x="73406" y="0"/>
                </a:cubicBezTo>
                <a:cubicBezTo>
                  <a:pt x="41380" y="0"/>
                  <a:pt x="14744" y="20939"/>
                  <a:pt x="4915" y="49650"/>
                </a:cubicBezTo>
                <a:cubicBezTo>
                  <a:pt x="3964" y="52347"/>
                  <a:pt x="3805" y="55202"/>
                  <a:pt x="3171" y="58058"/>
                </a:cubicBezTo>
                <a:cubicBezTo>
                  <a:pt x="2061" y="63134"/>
                  <a:pt x="0" y="68051"/>
                  <a:pt x="0" y="73444"/>
                </a:cubicBezTo>
                <a:cubicBezTo>
                  <a:pt x="0" y="83755"/>
                  <a:pt x="2220" y="93431"/>
                  <a:pt x="6025" y="102315"/>
                </a:cubicBezTo>
                <a:cubicBezTo>
                  <a:pt x="7135" y="105011"/>
                  <a:pt x="9354" y="106915"/>
                  <a:pt x="10781" y="109453"/>
                </a:cubicBezTo>
                <a:cubicBezTo>
                  <a:pt x="23464" y="131343"/>
                  <a:pt x="46136" y="146730"/>
                  <a:pt x="73247" y="146730"/>
                </a:cubicBezTo>
                <a:cubicBezTo>
                  <a:pt x="96395" y="146730"/>
                  <a:pt x="116213" y="135309"/>
                  <a:pt x="129530" y="118495"/>
                </a:cubicBezTo>
                <a:cubicBezTo>
                  <a:pt x="130322" y="117543"/>
                  <a:pt x="130798" y="116433"/>
                  <a:pt x="131591" y="115481"/>
                </a:cubicBezTo>
                <a:cubicBezTo>
                  <a:pt x="131750" y="115164"/>
                  <a:pt x="131908" y="115005"/>
                  <a:pt x="132067" y="114688"/>
                </a:cubicBezTo>
                <a:cubicBezTo>
                  <a:pt x="133652" y="112308"/>
                  <a:pt x="135396" y="110087"/>
                  <a:pt x="136823" y="107708"/>
                </a:cubicBezTo>
                <a:cubicBezTo>
                  <a:pt x="137774" y="105963"/>
                  <a:pt x="139202" y="104694"/>
                  <a:pt x="139994" y="102949"/>
                </a:cubicBezTo>
                <a:cubicBezTo>
                  <a:pt x="141104" y="100253"/>
                  <a:pt x="141421" y="97397"/>
                  <a:pt x="142213" y="94700"/>
                </a:cubicBezTo>
                <a:cubicBezTo>
                  <a:pt x="143323" y="90894"/>
                  <a:pt x="143958" y="87086"/>
                  <a:pt x="144592" y="83121"/>
                </a:cubicBezTo>
                <a:cubicBezTo>
                  <a:pt x="145068" y="80266"/>
                  <a:pt x="146177" y="77727"/>
                  <a:pt x="146335" y="74714"/>
                </a:cubicBezTo>
                <a:cubicBezTo>
                  <a:pt x="146335" y="74238"/>
                  <a:pt x="146653" y="73762"/>
                  <a:pt x="146653" y="73286"/>
                </a:cubicBezTo>
                <a:cubicBezTo>
                  <a:pt x="146653" y="69796"/>
                  <a:pt x="145068" y="66782"/>
                  <a:pt x="144592" y="63292"/>
                </a:cubicBezTo>
                <a:cubicBezTo>
                  <a:pt x="144117" y="60437"/>
                  <a:pt x="143640" y="57740"/>
                  <a:pt x="142848" y="55044"/>
                </a:cubicBezTo>
                <a:cubicBezTo>
                  <a:pt x="140628" y="46478"/>
                  <a:pt x="136982" y="38705"/>
                  <a:pt x="131908" y="31725"/>
                </a:cubicBezTo>
                <a:cubicBezTo>
                  <a:pt x="130165" y="29346"/>
                  <a:pt x="129055" y="26808"/>
                  <a:pt x="127152" y="24746"/>
                </a:cubicBezTo>
                <a:cubicBezTo>
                  <a:pt x="124456" y="21891"/>
                  <a:pt x="121603" y="19670"/>
                  <a:pt x="118432" y="17132"/>
                </a:cubicBezTo>
                <a:close/>
              </a:path>
            </a:pathLst>
          </a:custGeom>
          <a:solidFill>
            <a:srgbClr val="7030A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47" name="Freeform 746">
            <a:extLst>
              <a:ext uri="{FF2B5EF4-FFF2-40B4-BE49-F238E27FC236}">
                <a16:creationId xmlns:a16="http://schemas.microsoft.com/office/drawing/2014/main" id="{BBE9F585-F10D-66CE-8C39-729F15C2374A}"/>
              </a:ext>
            </a:extLst>
          </p:cNvPr>
          <p:cNvSpPr/>
          <p:nvPr userDrawn="1"/>
        </p:nvSpPr>
        <p:spPr>
          <a:xfrm>
            <a:off x="10895827" y="2956029"/>
            <a:ext cx="141252" cy="136641"/>
          </a:xfrm>
          <a:custGeom>
            <a:avLst/>
            <a:gdLst>
              <a:gd name="connsiteX0" fmla="*/ 144909 w 146652"/>
              <a:gd name="connsiteY0" fmla="*/ 81852 h 146571"/>
              <a:gd name="connsiteX1" fmla="*/ 146653 w 146652"/>
              <a:gd name="connsiteY1" fmla="*/ 73127 h 146571"/>
              <a:gd name="connsiteX2" fmla="*/ 145068 w 146652"/>
              <a:gd name="connsiteY2" fmla="*/ 65354 h 146571"/>
              <a:gd name="connsiteX3" fmla="*/ 141738 w 146652"/>
              <a:gd name="connsiteY3" fmla="*/ 48699 h 146571"/>
              <a:gd name="connsiteX4" fmla="*/ 141263 w 146652"/>
              <a:gd name="connsiteY4" fmla="*/ 46478 h 146571"/>
              <a:gd name="connsiteX5" fmla="*/ 107810 w 146652"/>
              <a:gd name="connsiteY5" fmla="*/ 9676 h 146571"/>
              <a:gd name="connsiteX6" fmla="*/ 107493 w 146652"/>
              <a:gd name="connsiteY6" fmla="*/ 9359 h 146571"/>
              <a:gd name="connsiteX7" fmla="*/ 91005 w 146652"/>
              <a:gd name="connsiteY7" fmla="*/ 3490 h 146571"/>
              <a:gd name="connsiteX8" fmla="*/ 82284 w 146652"/>
              <a:gd name="connsiteY8" fmla="*/ 1745 h 146571"/>
              <a:gd name="connsiteX9" fmla="*/ 80858 w 146652"/>
              <a:gd name="connsiteY9" fmla="*/ 1428 h 146571"/>
              <a:gd name="connsiteX10" fmla="*/ 74041 w 146652"/>
              <a:gd name="connsiteY10" fmla="*/ 0 h 146571"/>
              <a:gd name="connsiteX11" fmla="*/ 73406 w 146652"/>
              <a:gd name="connsiteY11" fmla="*/ 0 h 146571"/>
              <a:gd name="connsiteX12" fmla="*/ 65479 w 146652"/>
              <a:gd name="connsiteY12" fmla="*/ 1586 h 146571"/>
              <a:gd name="connsiteX13" fmla="*/ 59613 w 146652"/>
              <a:gd name="connsiteY13" fmla="*/ 2855 h 146571"/>
              <a:gd name="connsiteX14" fmla="*/ 36941 w 146652"/>
              <a:gd name="connsiteY14" fmla="*/ 11104 h 146571"/>
              <a:gd name="connsiteX15" fmla="*/ 29806 w 146652"/>
              <a:gd name="connsiteY15" fmla="*/ 15863 h 146571"/>
              <a:gd name="connsiteX16" fmla="*/ 0 w 146652"/>
              <a:gd name="connsiteY16" fmla="*/ 73286 h 146571"/>
              <a:gd name="connsiteX17" fmla="*/ 0 w 146652"/>
              <a:gd name="connsiteY17" fmla="*/ 73603 h 146571"/>
              <a:gd name="connsiteX18" fmla="*/ 1745 w 146652"/>
              <a:gd name="connsiteY18" fmla="*/ 82010 h 146571"/>
              <a:gd name="connsiteX19" fmla="*/ 14587 w 146652"/>
              <a:gd name="connsiteY19" fmla="*/ 114846 h 146571"/>
              <a:gd name="connsiteX20" fmla="*/ 19343 w 146652"/>
              <a:gd name="connsiteY20" fmla="*/ 121826 h 146571"/>
              <a:gd name="connsiteX21" fmla="*/ 28063 w 146652"/>
              <a:gd name="connsiteY21" fmla="*/ 129440 h 146571"/>
              <a:gd name="connsiteX22" fmla="*/ 35038 w 146652"/>
              <a:gd name="connsiteY22" fmla="*/ 134199 h 146571"/>
              <a:gd name="connsiteX23" fmla="*/ 73406 w 146652"/>
              <a:gd name="connsiteY23" fmla="*/ 146572 h 146571"/>
              <a:gd name="connsiteX24" fmla="*/ 114944 w 146652"/>
              <a:gd name="connsiteY24" fmla="*/ 132137 h 146571"/>
              <a:gd name="connsiteX25" fmla="*/ 115103 w 146652"/>
              <a:gd name="connsiteY25" fmla="*/ 131978 h 146571"/>
              <a:gd name="connsiteX26" fmla="*/ 122237 w 146652"/>
              <a:gd name="connsiteY26" fmla="*/ 127060 h 146571"/>
              <a:gd name="connsiteX27" fmla="*/ 123506 w 146652"/>
              <a:gd name="connsiteY27" fmla="*/ 126109 h 146571"/>
              <a:gd name="connsiteX28" fmla="*/ 127470 w 146652"/>
              <a:gd name="connsiteY28" fmla="*/ 121509 h 146571"/>
              <a:gd name="connsiteX29" fmla="*/ 139043 w 146652"/>
              <a:gd name="connsiteY29" fmla="*/ 104377 h 146571"/>
              <a:gd name="connsiteX30" fmla="*/ 142214 w 146652"/>
              <a:gd name="connsiteY30" fmla="*/ 94700 h 146571"/>
              <a:gd name="connsiteX31" fmla="*/ 142531 w 146652"/>
              <a:gd name="connsiteY31" fmla="*/ 92797 h 146571"/>
              <a:gd name="connsiteX32" fmla="*/ 144750 w 146652"/>
              <a:gd name="connsiteY32" fmla="*/ 82010 h 146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146652" h="146571">
                <a:moveTo>
                  <a:pt x="144909" y="81852"/>
                </a:moveTo>
                <a:cubicBezTo>
                  <a:pt x="145385" y="78838"/>
                  <a:pt x="146653" y="76141"/>
                  <a:pt x="146653" y="73127"/>
                </a:cubicBezTo>
                <a:cubicBezTo>
                  <a:pt x="146653" y="70431"/>
                  <a:pt x="145385" y="68051"/>
                  <a:pt x="145068" y="65354"/>
                </a:cubicBezTo>
                <a:cubicBezTo>
                  <a:pt x="144434" y="59644"/>
                  <a:pt x="143640" y="53933"/>
                  <a:pt x="141738" y="48699"/>
                </a:cubicBezTo>
                <a:cubicBezTo>
                  <a:pt x="141422" y="48064"/>
                  <a:pt x="141579" y="47112"/>
                  <a:pt x="141263" y="46478"/>
                </a:cubicBezTo>
                <a:cubicBezTo>
                  <a:pt x="134921" y="30456"/>
                  <a:pt x="122871" y="17766"/>
                  <a:pt x="107810" y="9676"/>
                </a:cubicBezTo>
                <a:cubicBezTo>
                  <a:pt x="107652" y="9676"/>
                  <a:pt x="107493" y="9359"/>
                  <a:pt x="107493" y="9359"/>
                </a:cubicBezTo>
                <a:cubicBezTo>
                  <a:pt x="102102" y="6504"/>
                  <a:pt x="96712" y="4917"/>
                  <a:pt x="91005" y="3490"/>
                </a:cubicBezTo>
                <a:cubicBezTo>
                  <a:pt x="88150" y="2697"/>
                  <a:pt x="85297" y="2062"/>
                  <a:pt x="82284" y="1745"/>
                </a:cubicBezTo>
                <a:cubicBezTo>
                  <a:pt x="81809" y="1745"/>
                  <a:pt x="81333" y="1586"/>
                  <a:pt x="80858" y="1428"/>
                </a:cubicBezTo>
                <a:cubicBezTo>
                  <a:pt x="78479" y="1111"/>
                  <a:pt x="76418" y="0"/>
                  <a:pt x="74041" y="0"/>
                </a:cubicBezTo>
                <a:cubicBezTo>
                  <a:pt x="73882" y="0"/>
                  <a:pt x="73564" y="0"/>
                  <a:pt x="73406" y="0"/>
                </a:cubicBezTo>
                <a:cubicBezTo>
                  <a:pt x="70552" y="0"/>
                  <a:pt x="68175" y="1269"/>
                  <a:pt x="65479" y="1586"/>
                </a:cubicBezTo>
                <a:cubicBezTo>
                  <a:pt x="63417" y="1903"/>
                  <a:pt x="61515" y="2379"/>
                  <a:pt x="59613" y="2855"/>
                </a:cubicBezTo>
                <a:cubicBezTo>
                  <a:pt x="51369" y="4442"/>
                  <a:pt x="43917" y="6980"/>
                  <a:pt x="36941" y="11104"/>
                </a:cubicBezTo>
                <a:cubicBezTo>
                  <a:pt x="34405" y="12532"/>
                  <a:pt x="32185" y="14118"/>
                  <a:pt x="29806" y="15863"/>
                </a:cubicBezTo>
                <a:cubicBezTo>
                  <a:pt x="12208" y="29187"/>
                  <a:pt x="0" y="49492"/>
                  <a:pt x="0" y="73286"/>
                </a:cubicBezTo>
                <a:lnTo>
                  <a:pt x="0" y="73603"/>
                </a:lnTo>
                <a:cubicBezTo>
                  <a:pt x="0" y="76617"/>
                  <a:pt x="1427" y="79155"/>
                  <a:pt x="1745" y="82010"/>
                </a:cubicBezTo>
                <a:cubicBezTo>
                  <a:pt x="3330" y="94383"/>
                  <a:pt x="7769" y="105328"/>
                  <a:pt x="14587" y="114846"/>
                </a:cubicBezTo>
                <a:cubicBezTo>
                  <a:pt x="16172" y="117226"/>
                  <a:pt x="17440" y="119764"/>
                  <a:pt x="19343" y="121826"/>
                </a:cubicBezTo>
                <a:cubicBezTo>
                  <a:pt x="22038" y="124681"/>
                  <a:pt x="24891" y="126902"/>
                  <a:pt x="28063" y="129440"/>
                </a:cubicBezTo>
                <a:cubicBezTo>
                  <a:pt x="30282" y="131185"/>
                  <a:pt x="32660" y="132771"/>
                  <a:pt x="35038" y="134199"/>
                </a:cubicBezTo>
                <a:cubicBezTo>
                  <a:pt x="46295" y="141337"/>
                  <a:pt x="58979" y="146572"/>
                  <a:pt x="73406" y="146572"/>
                </a:cubicBezTo>
                <a:cubicBezTo>
                  <a:pt x="89101" y="146572"/>
                  <a:pt x="103053" y="140544"/>
                  <a:pt x="114944" y="132137"/>
                </a:cubicBezTo>
                <a:cubicBezTo>
                  <a:pt x="114944" y="132137"/>
                  <a:pt x="115103" y="131978"/>
                  <a:pt x="115103" y="131978"/>
                </a:cubicBezTo>
                <a:cubicBezTo>
                  <a:pt x="117640" y="130233"/>
                  <a:pt x="120176" y="128964"/>
                  <a:pt x="122237" y="127060"/>
                </a:cubicBezTo>
                <a:cubicBezTo>
                  <a:pt x="122714" y="126743"/>
                  <a:pt x="123189" y="126584"/>
                  <a:pt x="123506" y="126109"/>
                </a:cubicBezTo>
                <a:cubicBezTo>
                  <a:pt x="125091" y="124681"/>
                  <a:pt x="126201" y="123095"/>
                  <a:pt x="127470" y="121509"/>
                </a:cubicBezTo>
                <a:cubicBezTo>
                  <a:pt x="132067" y="116274"/>
                  <a:pt x="136031" y="110563"/>
                  <a:pt x="139043" y="104377"/>
                </a:cubicBezTo>
                <a:cubicBezTo>
                  <a:pt x="140470" y="101204"/>
                  <a:pt x="141104" y="98032"/>
                  <a:pt x="142214" y="94700"/>
                </a:cubicBezTo>
                <a:cubicBezTo>
                  <a:pt x="142373" y="94066"/>
                  <a:pt x="142373" y="93431"/>
                  <a:pt x="142531" y="92797"/>
                </a:cubicBezTo>
                <a:cubicBezTo>
                  <a:pt x="143483" y="89307"/>
                  <a:pt x="144275" y="85659"/>
                  <a:pt x="144750" y="82010"/>
                </a:cubicBezTo>
                <a:close/>
              </a:path>
            </a:pathLst>
          </a:custGeom>
          <a:solidFill>
            <a:srgbClr val="FF7D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48" name="Freeform 747">
            <a:extLst>
              <a:ext uri="{FF2B5EF4-FFF2-40B4-BE49-F238E27FC236}">
                <a16:creationId xmlns:a16="http://schemas.microsoft.com/office/drawing/2014/main" id="{6EE0ADA4-3239-4D12-1441-F5516BF0DB87}"/>
              </a:ext>
            </a:extLst>
          </p:cNvPr>
          <p:cNvSpPr/>
          <p:nvPr userDrawn="1"/>
        </p:nvSpPr>
        <p:spPr>
          <a:xfrm>
            <a:off x="10625986" y="2551043"/>
            <a:ext cx="141405" cy="136789"/>
          </a:xfrm>
          <a:custGeom>
            <a:avLst/>
            <a:gdLst>
              <a:gd name="connsiteX0" fmla="*/ 316 w 146811"/>
              <a:gd name="connsiteY0" fmla="*/ 73444 h 146730"/>
              <a:gd name="connsiteX1" fmla="*/ 2378 w 146811"/>
              <a:gd name="connsiteY1" fmla="*/ 83438 h 146730"/>
              <a:gd name="connsiteX2" fmla="*/ 4122 w 146811"/>
              <a:gd name="connsiteY2" fmla="*/ 91687 h 146730"/>
              <a:gd name="connsiteX3" fmla="*/ 22672 w 146811"/>
              <a:gd name="connsiteY3" fmla="*/ 125791 h 146730"/>
              <a:gd name="connsiteX4" fmla="*/ 29806 w 146811"/>
              <a:gd name="connsiteY4" fmla="*/ 130550 h 146730"/>
              <a:gd name="connsiteX5" fmla="*/ 48831 w 146811"/>
              <a:gd name="connsiteY5" fmla="*/ 141654 h 146730"/>
              <a:gd name="connsiteX6" fmla="*/ 57075 w 146811"/>
              <a:gd name="connsiteY6" fmla="*/ 143399 h 146730"/>
              <a:gd name="connsiteX7" fmla="*/ 73563 w 146811"/>
              <a:gd name="connsiteY7" fmla="*/ 146730 h 146730"/>
              <a:gd name="connsiteX8" fmla="*/ 110029 w 146811"/>
              <a:gd name="connsiteY8" fmla="*/ 135626 h 146730"/>
              <a:gd name="connsiteX9" fmla="*/ 114627 w 146811"/>
              <a:gd name="connsiteY9" fmla="*/ 132454 h 146730"/>
              <a:gd name="connsiteX10" fmla="*/ 121603 w 146811"/>
              <a:gd name="connsiteY10" fmla="*/ 127695 h 146730"/>
              <a:gd name="connsiteX11" fmla="*/ 122713 w 146811"/>
              <a:gd name="connsiteY11" fmla="*/ 126902 h 146730"/>
              <a:gd name="connsiteX12" fmla="*/ 125884 w 146811"/>
              <a:gd name="connsiteY12" fmla="*/ 124364 h 146730"/>
              <a:gd name="connsiteX13" fmla="*/ 146812 w 146811"/>
              <a:gd name="connsiteY13" fmla="*/ 73286 h 146730"/>
              <a:gd name="connsiteX14" fmla="*/ 145225 w 146811"/>
              <a:gd name="connsiteY14" fmla="*/ 65672 h 146730"/>
              <a:gd name="connsiteX15" fmla="*/ 143482 w 146811"/>
              <a:gd name="connsiteY15" fmla="*/ 57264 h 146730"/>
              <a:gd name="connsiteX16" fmla="*/ 139518 w 146811"/>
              <a:gd name="connsiteY16" fmla="*/ 42512 h 146730"/>
              <a:gd name="connsiteX17" fmla="*/ 134762 w 146811"/>
              <a:gd name="connsiteY17" fmla="*/ 35533 h 146730"/>
              <a:gd name="connsiteX18" fmla="*/ 90686 w 146811"/>
              <a:gd name="connsiteY18" fmla="*/ 3490 h 146730"/>
              <a:gd name="connsiteX19" fmla="*/ 88784 w 146811"/>
              <a:gd name="connsiteY19" fmla="*/ 3014 h 146730"/>
              <a:gd name="connsiteX20" fmla="*/ 80539 w 146811"/>
              <a:gd name="connsiteY20" fmla="*/ 1428 h 146730"/>
              <a:gd name="connsiteX21" fmla="*/ 80223 w 146811"/>
              <a:gd name="connsiteY21" fmla="*/ 1428 h 146730"/>
              <a:gd name="connsiteX22" fmla="*/ 73406 w 146811"/>
              <a:gd name="connsiteY22" fmla="*/ 0 h 146730"/>
              <a:gd name="connsiteX23" fmla="*/ 71661 w 146811"/>
              <a:gd name="connsiteY23" fmla="*/ 317 h 146730"/>
              <a:gd name="connsiteX24" fmla="*/ 67697 w 146811"/>
              <a:gd name="connsiteY24" fmla="*/ 1111 h 146730"/>
              <a:gd name="connsiteX25" fmla="*/ 59295 w 146811"/>
              <a:gd name="connsiteY25" fmla="*/ 2855 h 146730"/>
              <a:gd name="connsiteX26" fmla="*/ 0 w 146811"/>
              <a:gd name="connsiteY26" fmla="*/ 73286 h 1467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146811" h="146730">
                <a:moveTo>
                  <a:pt x="316" y="73444"/>
                </a:moveTo>
                <a:cubicBezTo>
                  <a:pt x="316" y="76934"/>
                  <a:pt x="1902" y="79948"/>
                  <a:pt x="2378" y="83438"/>
                </a:cubicBezTo>
                <a:cubicBezTo>
                  <a:pt x="2854" y="86293"/>
                  <a:pt x="3329" y="88990"/>
                  <a:pt x="4122" y="91687"/>
                </a:cubicBezTo>
                <a:cubicBezTo>
                  <a:pt x="7610" y="104694"/>
                  <a:pt x="13317" y="116750"/>
                  <a:pt x="22672" y="125791"/>
                </a:cubicBezTo>
                <a:cubicBezTo>
                  <a:pt x="24733" y="127854"/>
                  <a:pt x="27428" y="128805"/>
                  <a:pt x="29806" y="130550"/>
                </a:cubicBezTo>
                <a:cubicBezTo>
                  <a:pt x="35672" y="135150"/>
                  <a:pt x="41697" y="139116"/>
                  <a:pt x="48831" y="141654"/>
                </a:cubicBezTo>
                <a:cubicBezTo>
                  <a:pt x="51368" y="142606"/>
                  <a:pt x="54380" y="142765"/>
                  <a:pt x="57075" y="143399"/>
                </a:cubicBezTo>
                <a:cubicBezTo>
                  <a:pt x="62624" y="144668"/>
                  <a:pt x="67697" y="146730"/>
                  <a:pt x="73563" y="146730"/>
                </a:cubicBezTo>
                <a:cubicBezTo>
                  <a:pt x="87040" y="146730"/>
                  <a:pt x="99090" y="142130"/>
                  <a:pt x="110029" y="135626"/>
                </a:cubicBezTo>
                <a:cubicBezTo>
                  <a:pt x="111614" y="134675"/>
                  <a:pt x="113042" y="133564"/>
                  <a:pt x="114627" y="132454"/>
                </a:cubicBezTo>
                <a:cubicBezTo>
                  <a:pt x="117005" y="130867"/>
                  <a:pt x="119542" y="129598"/>
                  <a:pt x="121603" y="127695"/>
                </a:cubicBezTo>
                <a:cubicBezTo>
                  <a:pt x="121920" y="127378"/>
                  <a:pt x="122395" y="127219"/>
                  <a:pt x="122713" y="126902"/>
                </a:cubicBezTo>
                <a:cubicBezTo>
                  <a:pt x="123822" y="125950"/>
                  <a:pt x="124932" y="125315"/>
                  <a:pt x="125884" y="124364"/>
                </a:cubicBezTo>
                <a:cubicBezTo>
                  <a:pt x="138726" y="111198"/>
                  <a:pt x="146812" y="93273"/>
                  <a:pt x="146812" y="73286"/>
                </a:cubicBezTo>
                <a:cubicBezTo>
                  <a:pt x="146812" y="70589"/>
                  <a:pt x="145543" y="68210"/>
                  <a:pt x="145225" y="65672"/>
                </a:cubicBezTo>
                <a:cubicBezTo>
                  <a:pt x="144908" y="62816"/>
                  <a:pt x="144116" y="60120"/>
                  <a:pt x="143482" y="57264"/>
                </a:cubicBezTo>
                <a:cubicBezTo>
                  <a:pt x="142213" y="52188"/>
                  <a:pt x="141579" y="47112"/>
                  <a:pt x="139518" y="42512"/>
                </a:cubicBezTo>
                <a:cubicBezTo>
                  <a:pt x="138250" y="39974"/>
                  <a:pt x="136188" y="37912"/>
                  <a:pt x="134762" y="35533"/>
                </a:cubicBezTo>
                <a:cubicBezTo>
                  <a:pt x="124774" y="19511"/>
                  <a:pt x="109394" y="8090"/>
                  <a:pt x="90686" y="3490"/>
                </a:cubicBezTo>
                <a:cubicBezTo>
                  <a:pt x="90053" y="3331"/>
                  <a:pt x="89418" y="3172"/>
                  <a:pt x="88784" y="3014"/>
                </a:cubicBezTo>
                <a:cubicBezTo>
                  <a:pt x="86089" y="2379"/>
                  <a:pt x="83394" y="1586"/>
                  <a:pt x="80539" y="1428"/>
                </a:cubicBezTo>
                <a:lnTo>
                  <a:pt x="80223" y="1428"/>
                </a:lnTo>
                <a:cubicBezTo>
                  <a:pt x="77844" y="1111"/>
                  <a:pt x="75942" y="0"/>
                  <a:pt x="73406" y="0"/>
                </a:cubicBezTo>
                <a:cubicBezTo>
                  <a:pt x="72771" y="0"/>
                  <a:pt x="72296" y="317"/>
                  <a:pt x="71661" y="317"/>
                </a:cubicBezTo>
                <a:cubicBezTo>
                  <a:pt x="70235" y="317"/>
                  <a:pt x="69125" y="952"/>
                  <a:pt x="67697" y="1111"/>
                </a:cubicBezTo>
                <a:cubicBezTo>
                  <a:pt x="64844" y="1428"/>
                  <a:pt x="62149" y="2221"/>
                  <a:pt x="59295" y="2855"/>
                </a:cubicBezTo>
                <a:cubicBezTo>
                  <a:pt x="25843" y="9518"/>
                  <a:pt x="0" y="37753"/>
                  <a:pt x="0" y="73286"/>
                </a:cubicBezTo>
                <a:close/>
              </a:path>
            </a:pathLst>
          </a:custGeom>
          <a:solidFill>
            <a:srgbClr val="FF7D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49" name="Freeform 748">
            <a:extLst>
              <a:ext uri="{FF2B5EF4-FFF2-40B4-BE49-F238E27FC236}">
                <a16:creationId xmlns:a16="http://schemas.microsoft.com/office/drawing/2014/main" id="{A3448306-5A54-5153-770A-DFD40EB274B8}"/>
              </a:ext>
            </a:extLst>
          </p:cNvPr>
          <p:cNvSpPr/>
          <p:nvPr userDrawn="1"/>
        </p:nvSpPr>
        <p:spPr>
          <a:xfrm>
            <a:off x="11009784" y="23069"/>
            <a:ext cx="197069" cy="213511"/>
          </a:xfrm>
          <a:custGeom>
            <a:avLst/>
            <a:gdLst>
              <a:gd name="connsiteX0" fmla="*/ 36148 w 197069"/>
              <a:gd name="connsiteY0" fmla="*/ 11897 h 247934"/>
              <a:gd name="connsiteX1" fmla="*/ 29014 w 197069"/>
              <a:gd name="connsiteY1" fmla="*/ 16656 h 247934"/>
              <a:gd name="connsiteX2" fmla="*/ 26635 w 197069"/>
              <a:gd name="connsiteY2" fmla="*/ 18242 h 247934"/>
              <a:gd name="connsiteX3" fmla="*/ 25843 w 197069"/>
              <a:gd name="connsiteY3" fmla="*/ 18718 h 247934"/>
              <a:gd name="connsiteX4" fmla="*/ 19342 w 197069"/>
              <a:gd name="connsiteY4" fmla="*/ 25063 h 247934"/>
              <a:gd name="connsiteX5" fmla="*/ 16806 w 197069"/>
              <a:gd name="connsiteY5" fmla="*/ 28712 h 247934"/>
              <a:gd name="connsiteX6" fmla="*/ 317 w 197069"/>
              <a:gd name="connsiteY6" fmla="*/ 72334 h 247934"/>
              <a:gd name="connsiteX7" fmla="*/ 0 w 197069"/>
              <a:gd name="connsiteY7" fmla="*/ 73603 h 247934"/>
              <a:gd name="connsiteX8" fmla="*/ 4756 w 197069"/>
              <a:gd name="connsiteY8" fmla="*/ 97556 h 247934"/>
              <a:gd name="connsiteX9" fmla="*/ 9196 w 197069"/>
              <a:gd name="connsiteY9" fmla="*/ 105487 h 247934"/>
              <a:gd name="connsiteX10" fmla="*/ 32660 w 197069"/>
              <a:gd name="connsiteY10" fmla="*/ 130392 h 247934"/>
              <a:gd name="connsiteX11" fmla="*/ 55332 w 197069"/>
              <a:gd name="connsiteY11" fmla="*/ 140226 h 247934"/>
              <a:gd name="connsiteX12" fmla="*/ 63417 w 197069"/>
              <a:gd name="connsiteY12" fmla="*/ 142765 h 247934"/>
              <a:gd name="connsiteX13" fmla="*/ 63576 w 197069"/>
              <a:gd name="connsiteY13" fmla="*/ 142765 h 247934"/>
              <a:gd name="connsiteX14" fmla="*/ 63100 w 197069"/>
              <a:gd name="connsiteY14" fmla="*/ 143716 h 247934"/>
              <a:gd name="connsiteX15" fmla="*/ 52637 w 197069"/>
              <a:gd name="connsiteY15" fmla="*/ 166241 h 247934"/>
              <a:gd name="connsiteX16" fmla="*/ 50417 w 197069"/>
              <a:gd name="connsiteY16" fmla="*/ 174490 h 247934"/>
              <a:gd name="connsiteX17" fmla="*/ 52003 w 197069"/>
              <a:gd name="connsiteY17" fmla="*/ 182104 h 247934"/>
              <a:gd name="connsiteX18" fmla="*/ 53588 w 197069"/>
              <a:gd name="connsiteY18" fmla="*/ 189877 h 247934"/>
              <a:gd name="connsiteX19" fmla="*/ 57075 w 197069"/>
              <a:gd name="connsiteY19" fmla="*/ 204153 h 247934"/>
              <a:gd name="connsiteX20" fmla="*/ 62784 w 197069"/>
              <a:gd name="connsiteY20" fmla="*/ 212560 h 247934"/>
              <a:gd name="connsiteX21" fmla="*/ 70711 w 197069"/>
              <a:gd name="connsiteY21" fmla="*/ 224458 h 247934"/>
              <a:gd name="connsiteX22" fmla="*/ 79589 w 197069"/>
              <a:gd name="connsiteY22" fmla="*/ 231437 h 247934"/>
              <a:gd name="connsiteX23" fmla="*/ 94967 w 197069"/>
              <a:gd name="connsiteY23" fmla="*/ 241907 h 247934"/>
              <a:gd name="connsiteX24" fmla="*/ 102577 w 197069"/>
              <a:gd name="connsiteY24" fmla="*/ 243493 h 247934"/>
              <a:gd name="connsiteX25" fmla="*/ 103846 w 197069"/>
              <a:gd name="connsiteY25" fmla="*/ 243810 h 247934"/>
              <a:gd name="connsiteX26" fmla="*/ 112249 w 197069"/>
              <a:gd name="connsiteY26" fmla="*/ 245555 h 247934"/>
              <a:gd name="connsiteX27" fmla="*/ 114944 w 197069"/>
              <a:gd name="connsiteY27" fmla="*/ 246189 h 247934"/>
              <a:gd name="connsiteX28" fmla="*/ 123347 w 197069"/>
              <a:gd name="connsiteY28" fmla="*/ 247934 h 247934"/>
              <a:gd name="connsiteX29" fmla="*/ 123822 w 197069"/>
              <a:gd name="connsiteY29" fmla="*/ 247934 h 247934"/>
              <a:gd name="connsiteX30" fmla="*/ 129371 w 197069"/>
              <a:gd name="connsiteY30" fmla="*/ 246824 h 247934"/>
              <a:gd name="connsiteX31" fmla="*/ 137774 w 197069"/>
              <a:gd name="connsiteY31" fmla="*/ 245079 h 247934"/>
              <a:gd name="connsiteX32" fmla="*/ 153946 w 197069"/>
              <a:gd name="connsiteY32" fmla="*/ 240955 h 247934"/>
              <a:gd name="connsiteX33" fmla="*/ 155690 w 197069"/>
              <a:gd name="connsiteY33" fmla="*/ 239686 h 247934"/>
              <a:gd name="connsiteX34" fmla="*/ 162825 w 197069"/>
              <a:gd name="connsiteY34" fmla="*/ 234768 h 247934"/>
              <a:gd name="connsiteX35" fmla="*/ 193423 w 197069"/>
              <a:gd name="connsiteY35" fmla="*/ 192098 h 247934"/>
              <a:gd name="connsiteX36" fmla="*/ 195167 w 197069"/>
              <a:gd name="connsiteY36" fmla="*/ 183849 h 247934"/>
              <a:gd name="connsiteX37" fmla="*/ 197070 w 197069"/>
              <a:gd name="connsiteY37" fmla="*/ 174331 h 247934"/>
              <a:gd name="connsiteX38" fmla="*/ 133335 w 197069"/>
              <a:gd name="connsiteY38" fmla="*/ 105011 h 247934"/>
              <a:gd name="connsiteX39" fmla="*/ 140469 w 197069"/>
              <a:gd name="connsiteY39" fmla="*/ 92638 h 247934"/>
              <a:gd name="connsiteX40" fmla="*/ 143482 w 197069"/>
              <a:gd name="connsiteY40" fmla="*/ 84548 h 247934"/>
              <a:gd name="connsiteX41" fmla="*/ 146653 w 197069"/>
              <a:gd name="connsiteY41" fmla="*/ 73286 h 247934"/>
              <a:gd name="connsiteX42" fmla="*/ 73406 w 197069"/>
              <a:gd name="connsiteY42" fmla="*/ 0 h 247934"/>
              <a:gd name="connsiteX43" fmla="*/ 41063 w 197069"/>
              <a:gd name="connsiteY43" fmla="*/ 8407 h 247934"/>
              <a:gd name="connsiteX44" fmla="*/ 35990 w 197069"/>
              <a:gd name="connsiteY44" fmla="*/ 11897 h 247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</a:cxnLst>
            <a:rect l="l" t="t" r="r" b="b"/>
            <a:pathLst>
              <a:path w="197069" h="247934">
                <a:moveTo>
                  <a:pt x="36148" y="11897"/>
                </a:moveTo>
                <a:cubicBezTo>
                  <a:pt x="33770" y="13325"/>
                  <a:pt x="31391" y="14911"/>
                  <a:pt x="29014" y="16656"/>
                </a:cubicBezTo>
                <a:cubicBezTo>
                  <a:pt x="28221" y="17290"/>
                  <a:pt x="27428" y="17608"/>
                  <a:pt x="26635" y="18242"/>
                </a:cubicBezTo>
                <a:cubicBezTo>
                  <a:pt x="26318" y="18559"/>
                  <a:pt x="25843" y="18718"/>
                  <a:pt x="25843" y="18718"/>
                </a:cubicBezTo>
                <a:cubicBezTo>
                  <a:pt x="23305" y="20939"/>
                  <a:pt x="21245" y="23001"/>
                  <a:pt x="19342" y="25063"/>
                </a:cubicBezTo>
                <a:cubicBezTo>
                  <a:pt x="18391" y="26173"/>
                  <a:pt x="17757" y="27601"/>
                  <a:pt x="16806" y="28712"/>
                </a:cubicBezTo>
                <a:cubicBezTo>
                  <a:pt x="7135" y="40926"/>
                  <a:pt x="634" y="55520"/>
                  <a:pt x="317" y="72334"/>
                </a:cubicBezTo>
                <a:cubicBezTo>
                  <a:pt x="317" y="72334"/>
                  <a:pt x="0" y="73127"/>
                  <a:pt x="0" y="73603"/>
                </a:cubicBezTo>
                <a:cubicBezTo>
                  <a:pt x="0" y="82169"/>
                  <a:pt x="1902" y="90100"/>
                  <a:pt x="4756" y="97556"/>
                </a:cubicBezTo>
                <a:cubicBezTo>
                  <a:pt x="5866" y="100411"/>
                  <a:pt x="7768" y="102790"/>
                  <a:pt x="9196" y="105487"/>
                </a:cubicBezTo>
                <a:cubicBezTo>
                  <a:pt x="14744" y="115639"/>
                  <a:pt x="22830" y="124046"/>
                  <a:pt x="32660" y="130392"/>
                </a:cubicBezTo>
                <a:cubicBezTo>
                  <a:pt x="39477" y="134833"/>
                  <a:pt x="47087" y="138164"/>
                  <a:pt x="55332" y="140226"/>
                </a:cubicBezTo>
                <a:cubicBezTo>
                  <a:pt x="58185" y="141020"/>
                  <a:pt x="60564" y="142289"/>
                  <a:pt x="63417" y="142765"/>
                </a:cubicBezTo>
                <a:cubicBezTo>
                  <a:pt x="63417" y="142765"/>
                  <a:pt x="63576" y="142765"/>
                  <a:pt x="63576" y="142765"/>
                </a:cubicBezTo>
                <a:cubicBezTo>
                  <a:pt x="63576" y="143082"/>
                  <a:pt x="63259" y="143399"/>
                  <a:pt x="63100" y="143716"/>
                </a:cubicBezTo>
                <a:cubicBezTo>
                  <a:pt x="58978" y="151013"/>
                  <a:pt x="55014" y="158310"/>
                  <a:pt x="52637" y="166241"/>
                </a:cubicBezTo>
                <a:cubicBezTo>
                  <a:pt x="51844" y="168938"/>
                  <a:pt x="50417" y="171476"/>
                  <a:pt x="50417" y="174490"/>
                </a:cubicBezTo>
                <a:cubicBezTo>
                  <a:pt x="50417" y="177187"/>
                  <a:pt x="51685" y="179566"/>
                  <a:pt x="52003" y="182104"/>
                </a:cubicBezTo>
                <a:cubicBezTo>
                  <a:pt x="52319" y="184801"/>
                  <a:pt x="52954" y="187339"/>
                  <a:pt x="53588" y="189877"/>
                </a:cubicBezTo>
                <a:cubicBezTo>
                  <a:pt x="54698" y="194794"/>
                  <a:pt x="55014" y="199712"/>
                  <a:pt x="57075" y="204153"/>
                </a:cubicBezTo>
                <a:cubicBezTo>
                  <a:pt x="58503" y="207326"/>
                  <a:pt x="60881" y="209705"/>
                  <a:pt x="62784" y="212560"/>
                </a:cubicBezTo>
                <a:cubicBezTo>
                  <a:pt x="65320" y="216685"/>
                  <a:pt x="67540" y="220968"/>
                  <a:pt x="70711" y="224458"/>
                </a:cubicBezTo>
                <a:cubicBezTo>
                  <a:pt x="73406" y="227313"/>
                  <a:pt x="76577" y="229058"/>
                  <a:pt x="79589" y="231437"/>
                </a:cubicBezTo>
                <a:cubicBezTo>
                  <a:pt x="84504" y="235244"/>
                  <a:pt x="89260" y="239368"/>
                  <a:pt x="94967" y="241907"/>
                </a:cubicBezTo>
                <a:cubicBezTo>
                  <a:pt x="97346" y="242858"/>
                  <a:pt x="100041" y="242858"/>
                  <a:pt x="102577" y="243493"/>
                </a:cubicBezTo>
                <a:cubicBezTo>
                  <a:pt x="103053" y="243651"/>
                  <a:pt x="103529" y="243651"/>
                  <a:pt x="103846" y="243810"/>
                </a:cubicBezTo>
                <a:cubicBezTo>
                  <a:pt x="106541" y="244603"/>
                  <a:pt x="109395" y="245079"/>
                  <a:pt x="112249" y="245555"/>
                </a:cubicBezTo>
                <a:cubicBezTo>
                  <a:pt x="113200" y="245714"/>
                  <a:pt x="113993" y="246031"/>
                  <a:pt x="114944" y="246189"/>
                </a:cubicBezTo>
                <a:cubicBezTo>
                  <a:pt x="117798" y="246507"/>
                  <a:pt x="120335" y="247934"/>
                  <a:pt x="123347" y="247934"/>
                </a:cubicBezTo>
                <a:cubicBezTo>
                  <a:pt x="123347" y="247934"/>
                  <a:pt x="123664" y="247934"/>
                  <a:pt x="123822" y="247934"/>
                </a:cubicBezTo>
                <a:cubicBezTo>
                  <a:pt x="125884" y="247934"/>
                  <a:pt x="127469" y="246983"/>
                  <a:pt x="129371" y="246824"/>
                </a:cubicBezTo>
                <a:cubicBezTo>
                  <a:pt x="132383" y="246507"/>
                  <a:pt x="135079" y="245714"/>
                  <a:pt x="137774" y="245079"/>
                </a:cubicBezTo>
                <a:cubicBezTo>
                  <a:pt x="143323" y="243969"/>
                  <a:pt x="148873" y="243334"/>
                  <a:pt x="153946" y="240955"/>
                </a:cubicBezTo>
                <a:cubicBezTo>
                  <a:pt x="154580" y="240637"/>
                  <a:pt x="155056" y="240003"/>
                  <a:pt x="155690" y="239686"/>
                </a:cubicBezTo>
                <a:cubicBezTo>
                  <a:pt x="158385" y="238417"/>
                  <a:pt x="160446" y="236355"/>
                  <a:pt x="162825" y="234768"/>
                </a:cubicBezTo>
                <a:cubicBezTo>
                  <a:pt x="178044" y="224933"/>
                  <a:pt x="188825" y="210181"/>
                  <a:pt x="193423" y="192098"/>
                </a:cubicBezTo>
                <a:cubicBezTo>
                  <a:pt x="194057" y="189401"/>
                  <a:pt x="194692" y="186704"/>
                  <a:pt x="195167" y="183849"/>
                </a:cubicBezTo>
                <a:cubicBezTo>
                  <a:pt x="195643" y="180518"/>
                  <a:pt x="197070" y="177662"/>
                  <a:pt x="197070" y="174331"/>
                </a:cubicBezTo>
                <a:cubicBezTo>
                  <a:pt x="197070" y="137530"/>
                  <a:pt x="168691" y="110246"/>
                  <a:pt x="133335" y="105011"/>
                </a:cubicBezTo>
                <a:cubicBezTo>
                  <a:pt x="135555" y="100728"/>
                  <a:pt x="138092" y="96763"/>
                  <a:pt x="140469" y="92638"/>
                </a:cubicBezTo>
                <a:cubicBezTo>
                  <a:pt x="141897" y="90100"/>
                  <a:pt x="142372" y="87245"/>
                  <a:pt x="143482" y="84548"/>
                </a:cubicBezTo>
                <a:cubicBezTo>
                  <a:pt x="144909" y="80900"/>
                  <a:pt x="146653" y="77410"/>
                  <a:pt x="146653" y="73286"/>
                </a:cubicBezTo>
                <a:cubicBezTo>
                  <a:pt x="146653" y="32836"/>
                  <a:pt x="113834" y="0"/>
                  <a:pt x="73406" y="0"/>
                </a:cubicBezTo>
                <a:cubicBezTo>
                  <a:pt x="61674" y="0"/>
                  <a:pt x="50893" y="3490"/>
                  <a:pt x="41063" y="8407"/>
                </a:cubicBezTo>
                <a:cubicBezTo>
                  <a:pt x="39160" y="9359"/>
                  <a:pt x="37733" y="10787"/>
                  <a:pt x="35990" y="11897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50" name="Freeform 749">
            <a:extLst>
              <a:ext uri="{FF2B5EF4-FFF2-40B4-BE49-F238E27FC236}">
                <a16:creationId xmlns:a16="http://schemas.microsoft.com/office/drawing/2014/main" id="{583F1B18-B590-A8D4-F178-D2A0AB7075D1}"/>
              </a:ext>
            </a:extLst>
          </p:cNvPr>
          <p:cNvSpPr/>
          <p:nvPr userDrawn="1"/>
        </p:nvSpPr>
        <p:spPr>
          <a:xfrm>
            <a:off x="2799642" y="7139455"/>
            <a:ext cx="64051" cy="670585"/>
          </a:xfrm>
          <a:custGeom>
            <a:avLst/>
            <a:gdLst>
              <a:gd name="connsiteX0" fmla="*/ 0 w 64051"/>
              <a:gd name="connsiteY0" fmla="*/ 777749 h 778700"/>
              <a:gd name="connsiteX1" fmla="*/ 4281 w 64051"/>
              <a:gd name="connsiteY1" fmla="*/ 778701 h 778700"/>
              <a:gd name="connsiteX2" fmla="*/ 64051 w 64051"/>
              <a:gd name="connsiteY2" fmla="*/ 952 h 778700"/>
              <a:gd name="connsiteX3" fmla="*/ 59771 w 64051"/>
              <a:gd name="connsiteY3" fmla="*/ 0 h 778700"/>
              <a:gd name="connsiteX4" fmla="*/ 0 w 64051"/>
              <a:gd name="connsiteY4" fmla="*/ 777749 h 778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051" h="778700">
                <a:moveTo>
                  <a:pt x="0" y="777749"/>
                </a:moveTo>
                <a:cubicBezTo>
                  <a:pt x="1585" y="777749"/>
                  <a:pt x="2854" y="778384"/>
                  <a:pt x="4281" y="778701"/>
                </a:cubicBezTo>
                <a:lnTo>
                  <a:pt x="64051" y="952"/>
                </a:lnTo>
                <a:cubicBezTo>
                  <a:pt x="62466" y="952"/>
                  <a:pt x="61198" y="158"/>
                  <a:pt x="59771" y="0"/>
                </a:cubicBezTo>
                <a:lnTo>
                  <a:pt x="0" y="777749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51" name="Freeform 750">
            <a:extLst>
              <a:ext uri="{FF2B5EF4-FFF2-40B4-BE49-F238E27FC236}">
                <a16:creationId xmlns:a16="http://schemas.microsoft.com/office/drawing/2014/main" id="{CB8C5887-51A0-70D0-8ADE-BCFE300D3C58}"/>
              </a:ext>
            </a:extLst>
          </p:cNvPr>
          <p:cNvSpPr/>
          <p:nvPr userDrawn="1"/>
        </p:nvSpPr>
        <p:spPr>
          <a:xfrm>
            <a:off x="2689137" y="7509056"/>
            <a:ext cx="91162" cy="389729"/>
          </a:xfrm>
          <a:custGeom>
            <a:avLst/>
            <a:gdLst>
              <a:gd name="connsiteX0" fmla="*/ 90370 w 91162"/>
              <a:gd name="connsiteY0" fmla="*/ 0 h 452563"/>
              <a:gd name="connsiteX1" fmla="*/ 0 w 91162"/>
              <a:gd name="connsiteY1" fmla="*/ 452563 h 452563"/>
              <a:gd name="connsiteX2" fmla="*/ 4439 w 91162"/>
              <a:gd name="connsiteY2" fmla="*/ 452563 h 452563"/>
              <a:gd name="connsiteX3" fmla="*/ 91163 w 91162"/>
              <a:gd name="connsiteY3" fmla="*/ 19194 h 452563"/>
              <a:gd name="connsiteX4" fmla="*/ 90370 w 91162"/>
              <a:gd name="connsiteY4" fmla="*/ 0 h 4525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62" h="452563">
                <a:moveTo>
                  <a:pt x="90370" y="0"/>
                </a:moveTo>
                <a:lnTo>
                  <a:pt x="0" y="452563"/>
                </a:lnTo>
                <a:lnTo>
                  <a:pt x="4439" y="452563"/>
                </a:lnTo>
                <a:lnTo>
                  <a:pt x="91163" y="19194"/>
                </a:lnTo>
                <a:lnTo>
                  <a:pt x="90370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52" name="Freeform 751">
            <a:extLst>
              <a:ext uri="{FF2B5EF4-FFF2-40B4-BE49-F238E27FC236}">
                <a16:creationId xmlns:a16="http://schemas.microsoft.com/office/drawing/2014/main" id="{0B201A01-1F14-EA7C-C9E5-C0D1A7A9DEF9}"/>
              </a:ext>
            </a:extLst>
          </p:cNvPr>
          <p:cNvSpPr/>
          <p:nvPr userDrawn="1"/>
        </p:nvSpPr>
        <p:spPr>
          <a:xfrm>
            <a:off x="2580852" y="7811242"/>
            <a:ext cx="48672" cy="129499"/>
          </a:xfrm>
          <a:custGeom>
            <a:avLst/>
            <a:gdLst>
              <a:gd name="connsiteX0" fmla="*/ 48673 w 48672"/>
              <a:gd name="connsiteY0" fmla="*/ 0 h 150378"/>
              <a:gd name="connsiteX1" fmla="*/ 0 w 48672"/>
              <a:gd name="connsiteY1" fmla="*/ 150378 h 150378"/>
              <a:gd name="connsiteX2" fmla="*/ 4598 w 48672"/>
              <a:gd name="connsiteY2" fmla="*/ 150378 h 150378"/>
              <a:gd name="connsiteX3" fmla="*/ 47722 w 48672"/>
              <a:gd name="connsiteY3" fmla="*/ 17132 h 150378"/>
              <a:gd name="connsiteX4" fmla="*/ 48673 w 48672"/>
              <a:gd name="connsiteY4" fmla="*/ 0 h 1503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8672" h="150378">
                <a:moveTo>
                  <a:pt x="48673" y="0"/>
                </a:moveTo>
                <a:lnTo>
                  <a:pt x="0" y="150378"/>
                </a:lnTo>
                <a:lnTo>
                  <a:pt x="4598" y="150378"/>
                </a:lnTo>
                <a:lnTo>
                  <a:pt x="47722" y="17132"/>
                </a:lnTo>
                <a:lnTo>
                  <a:pt x="48673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53" name="Freeform 752">
            <a:extLst>
              <a:ext uri="{FF2B5EF4-FFF2-40B4-BE49-F238E27FC236}">
                <a16:creationId xmlns:a16="http://schemas.microsoft.com/office/drawing/2014/main" id="{11D23378-1DC0-3870-D1E4-840054515AC0}"/>
              </a:ext>
            </a:extLst>
          </p:cNvPr>
          <p:cNvSpPr/>
          <p:nvPr userDrawn="1"/>
        </p:nvSpPr>
        <p:spPr>
          <a:xfrm>
            <a:off x="2633963" y="7364547"/>
            <a:ext cx="140945" cy="385221"/>
          </a:xfrm>
          <a:custGeom>
            <a:avLst/>
            <a:gdLst>
              <a:gd name="connsiteX0" fmla="*/ 140470 w 140945"/>
              <a:gd name="connsiteY0" fmla="*/ 0 h 447328"/>
              <a:gd name="connsiteX1" fmla="*/ 951 w 140945"/>
              <a:gd name="connsiteY1" fmla="*/ 430197 h 447328"/>
              <a:gd name="connsiteX2" fmla="*/ 0 w 140945"/>
              <a:gd name="connsiteY2" fmla="*/ 447328 h 447328"/>
              <a:gd name="connsiteX3" fmla="*/ 140945 w 140945"/>
              <a:gd name="connsiteY3" fmla="*/ 12690 h 447328"/>
              <a:gd name="connsiteX4" fmla="*/ 140470 w 140945"/>
              <a:gd name="connsiteY4" fmla="*/ 0 h 4473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0945" h="447328">
                <a:moveTo>
                  <a:pt x="140470" y="0"/>
                </a:moveTo>
                <a:lnTo>
                  <a:pt x="951" y="430197"/>
                </a:lnTo>
                <a:lnTo>
                  <a:pt x="0" y="447328"/>
                </a:lnTo>
                <a:lnTo>
                  <a:pt x="140945" y="12690"/>
                </a:lnTo>
                <a:lnTo>
                  <a:pt x="140470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54" name="Freeform 753">
            <a:extLst>
              <a:ext uri="{FF2B5EF4-FFF2-40B4-BE49-F238E27FC236}">
                <a16:creationId xmlns:a16="http://schemas.microsoft.com/office/drawing/2014/main" id="{6CA2711C-4B18-77E7-4D4F-00FEF5081BC0}"/>
              </a:ext>
            </a:extLst>
          </p:cNvPr>
          <p:cNvSpPr/>
          <p:nvPr userDrawn="1"/>
        </p:nvSpPr>
        <p:spPr>
          <a:xfrm>
            <a:off x="2752713" y="6759385"/>
            <a:ext cx="45819" cy="997613"/>
          </a:xfrm>
          <a:custGeom>
            <a:avLst/>
            <a:gdLst>
              <a:gd name="connsiteX0" fmla="*/ 30599 w 45819"/>
              <a:gd name="connsiteY0" fmla="*/ 730954 h 1158454"/>
              <a:gd name="connsiteX1" fmla="*/ 27587 w 45819"/>
              <a:gd name="connsiteY1" fmla="*/ 648309 h 1158454"/>
              <a:gd name="connsiteX2" fmla="*/ 26952 w 45819"/>
              <a:gd name="connsiteY2" fmla="*/ 633557 h 1158454"/>
              <a:gd name="connsiteX3" fmla="*/ 26001 w 45819"/>
              <a:gd name="connsiteY3" fmla="*/ 605639 h 1158454"/>
              <a:gd name="connsiteX4" fmla="*/ 25526 w 45819"/>
              <a:gd name="connsiteY4" fmla="*/ 592948 h 1158454"/>
              <a:gd name="connsiteX5" fmla="*/ 4915 w 45819"/>
              <a:gd name="connsiteY5" fmla="*/ 14752 h 1158454"/>
              <a:gd name="connsiteX6" fmla="*/ 0 w 45819"/>
              <a:gd name="connsiteY6" fmla="*/ 0 h 1158454"/>
              <a:gd name="connsiteX7" fmla="*/ 21562 w 45819"/>
              <a:gd name="connsiteY7" fmla="*/ 605163 h 1158454"/>
              <a:gd name="connsiteX8" fmla="*/ 22038 w 45819"/>
              <a:gd name="connsiteY8" fmla="*/ 617853 h 1158454"/>
              <a:gd name="connsiteX9" fmla="*/ 23147 w 45819"/>
              <a:gd name="connsiteY9" fmla="*/ 647675 h 1158454"/>
              <a:gd name="connsiteX10" fmla="*/ 23623 w 45819"/>
              <a:gd name="connsiteY10" fmla="*/ 662427 h 1158454"/>
              <a:gd name="connsiteX11" fmla="*/ 26794 w 45819"/>
              <a:gd name="connsiteY11" fmla="*/ 749672 h 1158454"/>
              <a:gd name="connsiteX12" fmla="*/ 27587 w 45819"/>
              <a:gd name="connsiteY12" fmla="*/ 769024 h 1158454"/>
              <a:gd name="connsiteX13" fmla="*/ 41380 w 45819"/>
              <a:gd name="connsiteY13" fmla="*/ 1158455 h 1158454"/>
              <a:gd name="connsiteX14" fmla="*/ 45343 w 45819"/>
              <a:gd name="connsiteY14" fmla="*/ 1157661 h 1158454"/>
              <a:gd name="connsiteX15" fmla="*/ 45819 w 45819"/>
              <a:gd name="connsiteY15" fmla="*/ 1157661 h 1158454"/>
              <a:gd name="connsiteX16" fmla="*/ 31233 w 45819"/>
              <a:gd name="connsiteY16" fmla="*/ 750307 h 1158454"/>
              <a:gd name="connsiteX17" fmla="*/ 30599 w 45819"/>
              <a:gd name="connsiteY17" fmla="*/ 730954 h 11584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45819" h="1158454">
                <a:moveTo>
                  <a:pt x="30599" y="730954"/>
                </a:moveTo>
                <a:lnTo>
                  <a:pt x="27587" y="648309"/>
                </a:lnTo>
                <a:lnTo>
                  <a:pt x="26952" y="633557"/>
                </a:lnTo>
                <a:lnTo>
                  <a:pt x="26001" y="605639"/>
                </a:lnTo>
                <a:lnTo>
                  <a:pt x="25526" y="592948"/>
                </a:lnTo>
                <a:lnTo>
                  <a:pt x="4915" y="14752"/>
                </a:lnTo>
                <a:lnTo>
                  <a:pt x="0" y="0"/>
                </a:lnTo>
                <a:lnTo>
                  <a:pt x="21562" y="605163"/>
                </a:lnTo>
                <a:lnTo>
                  <a:pt x="22038" y="617853"/>
                </a:lnTo>
                <a:lnTo>
                  <a:pt x="23147" y="647675"/>
                </a:lnTo>
                <a:lnTo>
                  <a:pt x="23623" y="662427"/>
                </a:lnTo>
                <a:lnTo>
                  <a:pt x="26794" y="749672"/>
                </a:lnTo>
                <a:lnTo>
                  <a:pt x="27587" y="769024"/>
                </a:lnTo>
                <a:lnTo>
                  <a:pt x="41380" y="1158455"/>
                </a:lnTo>
                <a:cubicBezTo>
                  <a:pt x="42807" y="1158455"/>
                  <a:pt x="43917" y="1157661"/>
                  <a:pt x="45343" y="1157661"/>
                </a:cubicBezTo>
                <a:cubicBezTo>
                  <a:pt x="45343" y="1157661"/>
                  <a:pt x="45661" y="1157661"/>
                  <a:pt x="45819" y="1157661"/>
                </a:cubicBezTo>
                <a:lnTo>
                  <a:pt x="31233" y="750307"/>
                </a:lnTo>
                <a:lnTo>
                  <a:pt x="30599" y="730954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55" name="Freeform 754">
            <a:extLst>
              <a:ext uri="{FF2B5EF4-FFF2-40B4-BE49-F238E27FC236}">
                <a16:creationId xmlns:a16="http://schemas.microsoft.com/office/drawing/2014/main" id="{90E91CEF-2C6C-10BD-991D-03BBB3055B5E}"/>
              </a:ext>
            </a:extLst>
          </p:cNvPr>
          <p:cNvSpPr/>
          <p:nvPr userDrawn="1"/>
        </p:nvSpPr>
        <p:spPr>
          <a:xfrm>
            <a:off x="2620963" y="6597585"/>
            <a:ext cx="81649" cy="1174651"/>
          </a:xfrm>
          <a:custGeom>
            <a:avLst/>
            <a:gdLst>
              <a:gd name="connsiteX0" fmla="*/ 13000 w 81649"/>
              <a:gd name="connsiteY0" fmla="*/ 1214291 h 1364035"/>
              <a:gd name="connsiteX1" fmla="*/ 13952 w 81649"/>
              <a:gd name="connsiteY1" fmla="*/ 1197160 h 1364035"/>
              <a:gd name="connsiteX2" fmla="*/ 81650 w 81649"/>
              <a:gd name="connsiteY2" fmla="*/ 11262 h 1364035"/>
              <a:gd name="connsiteX3" fmla="*/ 78003 w 81649"/>
              <a:gd name="connsiteY3" fmla="*/ 0 h 1364035"/>
              <a:gd name="connsiteX4" fmla="*/ 8561 w 81649"/>
              <a:gd name="connsiteY4" fmla="*/ 1213657 h 1364035"/>
              <a:gd name="connsiteX5" fmla="*/ 7610 w 81649"/>
              <a:gd name="connsiteY5" fmla="*/ 1230789 h 1364035"/>
              <a:gd name="connsiteX6" fmla="*/ 0 w 81649"/>
              <a:gd name="connsiteY6" fmla="*/ 1364035 h 1364035"/>
              <a:gd name="connsiteX7" fmla="*/ 4439 w 81649"/>
              <a:gd name="connsiteY7" fmla="*/ 1364035 h 1364035"/>
              <a:gd name="connsiteX8" fmla="*/ 5073 w 81649"/>
              <a:gd name="connsiteY8" fmla="*/ 1353249 h 1364035"/>
              <a:gd name="connsiteX9" fmla="*/ 13000 w 81649"/>
              <a:gd name="connsiteY9" fmla="*/ 1214291 h 13640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1649" h="1364035">
                <a:moveTo>
                  <a:pt x="13000" y="1214291"/>
                </a:moveTo>
                <a:lnTo>
                  <a:pt x="13952" y="1197160"/>
                </a:lnTo>
                <a:lnTo>
                  <a:pt x="81650" y="11262"/>
                </a:lnTo>
                <a:lnTo>
                  <a:pt x="78003" y="0"/>
                </a:lnTo>
                <a:lnTo>
                  <a:pt x="8561" y="1213657"/>
                </a:lnTo>
                <a:lnTo>
                  <a:pt x="7610" y="1230789"/>
                </a:lnTo>
                <a:lnTo>
                  <a:pt x="0" y="1364035"/>
                </a:lnTo>
                <a:lnTo>
                  <a:pt x="4439" y="1364035"/>
                </a:lnTo>
                <a:lnTo>
                  <a:pt x="5073" y="1353249"/>
                </a:lnTo>
                <a:lnTo>
                  <a:pt x="13000" y="1214291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56" name="Freeform 755">
            <a:extLst>
              <a:ext uri="{FF2B5EF4-FFF2-40B4-BE49-F238E27FC236}">
                <a16:creationId xmlns:a16="http://schemas.microsoft.com/office/drawing/2014/main" id="{CC57C8A1-2F7F-FE8E-ACAC-722390D67F3D}"/>
              </a:ext>
            </a:extLst>
          </p:cNvPr>
          <p:cNvSpPr/>
          <p:nvPr userDrawn="1"/>
        </p:nvSpPr>
        <p:spPr>
          <a:xfrm>
            <a:off x="5868570" y="7808229"/>
            <a:ext cx="77210" cy="131958"/>
          </a:xfrm>
          <a:custGeom>
            <a:avLst/>
            <a:gdLst>
              <a:gd name="connsiteX0" fmla="*/ 73405 w 77210"/>
              <a:gd name="connsiteY0" fmla="*/ 158 h 153233"/>
              <a:gd name="connsiteX1" fmla="*/ 0 w 77210"/>
              <a:gd name="connsiteY1" fmla="*/ 153234 h 153233"/>
              <a:gd name="connsiteX2" fmla="*/ 4915 w 77210"/>
              <a:gd name="connsiteY2" fmla="*/ 153234 h 153233"/>
              <a:gd name="connsiteX3" fmla="*/ 77211 w 77210"/>
              <a:gd name="connsiteY3" fmla="*/ 2538 h 153233"/>
              <a:gd name="connsiteX4" fmla="*/ 73405 w 77210"/>
              <a:gd name="connsiteY4" fmla="*/ 0 h 1532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210" h="153233">
                <a:moveTo>
                  <a:pt x="73405" y="158"/>
                </a:moveTo>
                <a:lnTo>
                  <a:pt x="0" y="153234"/>
                </a:lnTo>
                <a:lnTo>
                  <a:pt x="4915" y="153234"/>
                </a:lnTo>
                <a:lnTo>
                  <a:pt x="77211" y="2538"/>
                </a:lnTo>
                <a:cubicBezTo>
                  <a:pt x="75784" y="1903"/>
                  <a:pt x="74833" y="793"/>
                  <a:pt x="73405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57" name="Freeform 756">
            <a:extLst>
              <a:ext uri="{FF2B5EF4-FFF2-40B4-BE49-F238E27FC236}">
                <a16:creationId xmlns:a16="http://schemas.microsoft.com/office/drawing/2014/main" id="{F6B740EC-7B35-9D76-3763-9D0ED625FE7E}"/>
              </a:ext>
            </a:extLst>
          </p:cNvPr>
          <p:cNvSpPr/>
          <p:nvPr userDrawn="1"/>
        </p:nvSpPr>
        <p:spPr>
          <a:xfrm>
            <a:off x="2749066" y="7916886"/>
            <a:ext cx="97979" cy="45719"/>
          </a:xfrm>
          <a:custGeom>
            <a:avLst/>
            <a:gdLst>
              <a:gd name="connsiteX0" fmla="*/ 55015 w 97979"/>
              <a:gd name="connsiteY0" fmla="*/ 1269 h 44574"/>
              <a:gd name="connsiteX1" fmla="*/ 50734 w 97979"/>
              <a:gd name="connsiteY1" fmla="*/ 318 h 44574"/>
              <a:gd name="connsiteX2" fmla="*/ 49466 w 97979"/>
              <a:gd name="connsiteY2" fmla="*/ 0 h 44574"/>
              <a:gd name="connsiteX3" fmla="*/ 49148 w 97979"/>
              <a:gd name="connsiteY3" fmla="*/ 0 h 44574"/>
              <a:gd name="connsiteX4" fmla="*/ 45026 w 97979"/>
              <a:gd name="connsiteY4" fmla="*/ 793 h 44574"/>
              <a:gd name="connsiteX5" fmla="*/ 0 w 97979"/>
              <a:gd name="connsiteY5" fmla="*/ 44575 h 44574"/>
              <a:gd name="connsiteX6" fmla="*/ 97980 w 97979"/>
              <a:gd name="connsiteY6" fmla="*/ 44575 h 44574"/>
              <a:gd name="connsiteX7" fmla="*/ 55015 w 97979"/>
              <a:gd name="connsiteY7" fmla="*/ 1111 h 445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7979" h="44574">
                <a:moveTo>
                  <a:pt x="55015" y="1269"/>
                </a:moveTo>
                <a:cubicBezTo>
                  <a:pt x="53588" y="1111"/>
                  <a:pt x="52161" y="476"/>
                  <a:pt x="50734" y="318"/>
                </a:cubicBezTo>
                <a:cubicBezTo>
                  <a:pt x="50258" y="318"/>
                  <a:pt x="49941" y="0"/>
                  <a:pt x="49466" y="0"/>
                </a:cubicBezTo>
                <a:cubicBezTo>
                  <a:pt x="49307" y="0"/>
                  <a:pt x="49148" y="0"/>
                  <a:pt x="49148" y="0"/>
                </a:cubicBezTo>
                <a:cubicBezTo>
                  <a:pt x="47563" y="0"/>
                  <a:pt x="46453" y="635"/>
                  <a:pt x="45026" y="793"/>
                </a:cubicBezTo>
                <a:cubicBezTo>
                  <a:pt x="21245" y="2697"/>
                  <a:pt x="2695" y="20939"/>
                  <a:pt x="0" y="44575"/>
                </a:cubicBezTo>
                <a:lnTo>
                  <a:pt x="97980" y="44575"/>
                </a:lnTo>
                <a:cubicBezTo>
                  <a:pt x="95285" y="21732"/>
                  <a:pt x="77686" y="3966"/>
                  <a:pt x="55015" y="1111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58" name="Freeform 757">
            <a:extLst>
              <a:ext uri="{FF2B5EF4-FFF2-40B4-BE49-F238E27FC236}">
                <a16:creationId xmlns:a16="http://schemas.microsoft.com/office/drawing/2014/main" id="{A4A7240F-6CFB-6FF0-1CAC-3565D35DB721}"/>
              </a:ext>
            </a:extLst>
          </p:cNvPr>
          <p:cNvSpPr/>
          <p:nvPr userDrawn="1"/>
        </p:nvSpPr>
        <p:spPr>
          <a:xfrm>
            <a:off x="5915023" y="7714796"/>
            <a:ext cx="100357" cy="86333"/>
          </a:xfrm>
          <a:custGeom>
            <a:avLst/>
            <a:gdLst>
              <a:gd name="connsiteX0" fmla="*/ 77528 w 100357"/>
              <a:gd name="connsiteY0" fmla="*/ 9042 h 100252"/>
              <a:gd name="connsiteX1" fmla="*/ 73881 w 100357"/>
              <a:gd name="connsiteY1" fmla="*/ 6504 h 100252"/>
              <a:gd name="connsiteX2" fmla="*/ 67381 w 100357"/>
              <a:gd name="connsiteY2" fmla="*/ 3331 h 100252"/>
              <a:gd name="connsiteX3" fmla="*/ 62942 w 100357"/>
              <a:gd name="connsiteY3" fmla="*/ 2379 h 100252"/>
              <a:gd name="connsiteX4" fmla="*/ 50892 w 100357"/>
              <a:gd name="connsiteY4" fmla="*/ 0 h 100252"/>
              <a:gd name="connsiteX5" fmla="*/ 50100 w 100357"/>
              <a:gd name="connsiteY5" fmla="*/ 0 h 100252"/>
              <a:gd name="connsiteX6" fmla="*/ 46453 w 100357"/>
              <a:gd name="connsiteY6" fmla="*/ 635 h 100252"/>
              <a:gd name="connsiteX7" fmla="*/ 0 w 100357"/>
              <a:gd name="connsiteY7" fmla="*/ 49967 h 100252"/>
              <a:gd name="connsiteX8" fmla="*/ 26794 w 100357"/>
              <a:gd name="connsiteY8" fmla="*/ 93590 h 100252"/>
              <a:gd name="connsiteX9" fmla="*/ 30599 w 100357"/>
              <a:gd name="connsiteY9" fmla="*/ 96128 h 100252"/>
              <a:gd name="connsiteX10" fmla="*/ 50258 w 100357"/>
              <a:gd name="connsiteY10" fmla="*/ 100253 h 100252"/>
              <a:gd name="connsiteX11" fmla="*/ 100358 w 100357"/>
              <a:gd name="connsiteY11" fmla="*/ 50126 h 100252"/>
              <a:gd name="connsiteX12" fmla="*/ 82284 w 100357"/>
              <a:gd name="connsiteY12" fmla="*/ 12373 h 100252"/>
              <a:gd name="connsiteX13" fmla="*/ 78637 w 100357"/>
              <a:gd name="connsiteY13" fmla="*/ 9835 h 100252"/>
              <a:gd name="connsiteX14" fmla="*/ 77369 w 100357"/>
              <a:gd name="connsiteY14" fmla="*/ 8883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00357" h="100252">
                <a:moveTo>
                  <a:pt x="77528" y="9042"/>
                </a:moveTo>
                <a:cubicBezTo>
                  <a:pt x="76259" y="8249"/>
                  <a:pt x="75149" y="7297"/>
                  <a:pt x="73881" y="6504"/>
                </a:cubicBezTo>
                <a:cubicBezTo>
                  <a:pt x="71662" y="5393"/>
                  <a:pt x="69759" y="4124"/>
                  <a:pt x="67381" y="3331"/>
                </a:cubicBezTo>
                <a:cubicBezTo>
                  <a:pt x="65954" y="2855"/>
                  <a:pt x="64369" y="2855"/>
                  <a:pt x="62942" y="2379"/>
                </a:cubicBezTo>
                <a:cubicBezTo>
                  <a:pt x="58978" y="1269"/>
                  <a:pt x="55173" y="0"/>
                  <a:pt x="50892" y="0"/>
                </a:cubicBezTo>
                <a:lnTo>
                  <a:pt x="50100" y="0"/>
                </a:lnTo>
                <a:cubicBezTo>
                  <a:pt x="48831" y="0"/>
                  <a:pt x="47722" y="476"/>
                  <a:pt x="46453" y="635"/>
                </a:cubicBezTo>
                <a:cubicBezTo>
                  <a:pt x="20610" y="2538"/>
                  <a:pt x="0" y="23635"/>
                  <a:pt x="0" y="49967"/>
                </a:cubicBezTo>
                <a:cubicBezTo>
                  <a:pt x="0" y="69162"/>
                  <a:pt x="11098" y="85024"/>
                  <a:pt x="26794" y="93590"/>
                </a:cubicBezTo>
                <a:cubicBezTo>
                  <a:pt x="28062" y="94383"/>
                  <a:pt x="29172" y="95494"/>
                  <a:pt x="30599" y="96128"/>
                </a:cubicBezTo>
                <a:cubicBezTo>
                  <a:pt x="36624" y="98666"/>
                  <a:pt x="43282" y="100253"/>
                  <a:pt x="50258" y="100253"/>
                </a:cubicBezTo>
                <a:cubicBezTo>
                  <a:pt x="78003" y="100253"/>
                  <a:pt x="100358" y="77727"/>
                  <a:pt x="100358" y="50126"/>
                </a:cubicBezTo>
                <a:cubicBezTo>
                  <a:pt x="100358" y="34898"/>
                  <a:pt x="93065" y="21574"/>
                  <a:pt x="82284" y="12373"/>
                </a:cubicBezTo>
                <a:cubicBezTo>
                  <a:pt x="81174" y="11421"/>
                  <a:pt x="79906" y="10787"/>
                  <a:pt x="78637" y="9835"/>
                </a:cubicBezTo>
                <a:cubicBezTo>
                  <a:pt x="78162" y="9518"/>
                  <a:pt x="77845" y="9201"/>
                  <a:pt x="77369" y="8883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59" name="Freeform 758">
            <a:extLst>
              <a:ext uri="{FF2B5EF4-FFF2-40B4-BE49-F238E27FC236}">
                <a16:creationId xmlns:a16="http://schemas.microsoft.com/office/drawing/2014/main" id="{595ED79B-D4B1-9AA0-3873-6DC46B294A4E}"/>
              </a:ext>
            </a:extLst>
          </p:cNvPr>
          <p:cNvSpPr/>
          <p:nvPr userDrawn="1"/>
        </p:nvSpPr>
        <p:spPr>
          <a:xfrm>
            <a:off x="1948977" y="5934026"/>
            <a:ext cx="2966900" cy="45719"/>
          </a:xfrm>
          <a:custGeom>
            <a:avLst/>
            <a:gdLst>
              <a:gd name="connsiteX0" fmla="*/ 2957947 w 2959532"/>
              <a:gd name="connsiteY0" fmla="*/ 0 h 266176"/>
              <a:gd name="connsiteX1" fmla="*/ 2933215 w 2959532"/>
              <a:gd name="connsiteY1" fmla="*/ 2221 h 266176"/>
              <a:gd name="connsiteX2" fmla="*/ 115103 w 2959532"/>
              <a:gd name="connsiteY2" fmla="*/ 247459 h 266176"/>
              <a:gd name="connsiteX3" fmla="*/ 106541 w 2959532"/>
              <a:gd name="connsiteY3" fmla="*/ 248252 h 266176"/>
              <a:gd name="connsiteX4" fmla="*/ 43599 w 2959532"/>
              <a:gd name="connsiteY4" fmla="*/ 253804 h 266176"/>
              <a:gd name="connsiteX5" fmla="*/ 35038 w 2959532"/>
              <a:gd name="connsiteY5" fmla="*/ 254596 h 266176"/>
              <a:gd name="connsiteX6" fmla="*/ 32343 w 2959532"/>
              <a:gd name="connsiteY6" fmla="*/ 254914 h 266176"/>
              <a:gd name="connsiteX7" fmla="*/ 23623 w 2959532"/>
              <a:gd name="connsiteY7" fmla="*/ 255707 h 266176"/>
              <a:gd name="connsiteX8" fmla="*/ 18074 w 2959532"/>
              <a:gd name="connsiteY8" fmla="*/ 256183 h 266176"/>
              <a:gd name="connsiteX9" fmla="*/ 9354 w 2959532"/>
              <a:gd name="connsiteY9" fmla="*/ 256976 h 266176"/>
              <a:gd name="connsiteX10" fmla="*/ 0 w 2959532"/>
              <a:gd name="connsiteY10" fmla="*/ 257769 h 266176"/>
              <a:gd name="connsiteX11" fmla="*/ 1744 w 2959532"/>
              <a:gd name="connsiteY11" fmla="*/ 266176 h 266176"/>
              <a:gd name="connsiteX12" fmla="*/ 7610 w 2959532"/>
              <a:gd name="connsiteY12" fmla="*/ 265701 h 266176"/>
              <a:gd name="connsiteX13" fmla="*/ 16330 w 2959532"/>
              <a:gd name="connsiteY13" fmla="*/ 264908 h 266176"/>
              <a:gd name="connsiteX14" fmla="*/ 22355 w 2959532"/>
              <a:gd name="connsiteY14" fmla="*/ 264432 h 266176"/>
              <a:gd name="connsiteX15" fmla="*/ 31075 w 2959532"/>
              <a:gd name="connsiteY15" fmla="*/ 263638 h 266176"/>
              <a:gd name="connsiteX16" fmla="*/ 34087 w 2959532"/>
              <a:gd name="connsiteY16" fmla="*/ 263321 h 266176"/>
              <a:gd name="connsiteX17" fmla="*/ 42648 w 2959532"/>
              <a:gd name="connsiteY17" fmla="*/ 262528 h 266176"/>
              <a:gd name="connsiteX18" fmla="*/ 107968 w 2959532"/>
              <a:gd name="connsiteY18" fmla="*/ 256818 h 266176"/>
              <a:gd name="connsiteX19" fmla="*/ 116529 w 2959532"/>
              <a:gd name="connsiteY19" fmla="*/ 256025 h 266176"/>
              <a:gd name="connsiteX20" fmla="*/ 2959533 w 2959532"/>
              <a:gd name="connsiteY20" fmla="*/ 8566 h 266176"/>
              <a:gd name="connsiteX21" fmla="*/ 2957789 w 2959532"/>
              <a:gd name="connsiteY21" fmla="*/ 317 h 2661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2959532" h="266176">
                <a:moveTo>
                  <a:pt x="2957947" y="0"/>
                </a:moveTo>
                <a:lnTo>
                  <a:pt x="2933215" y="2221"/>
                </a:lnTo>
                <a:lnTo>
                  <a:pt x="115103" y="247459"/>
                </a:lnTo>
                <a:lnTo>
                  <a:pt x="106541" y="248252"/>
                </a:lnTo>
                <a:lnTo>
                  <a:pt x="43599" y="253804"/>
                </a:lnTo>
                <a:lnTo>
                  <a:pt x="35038" y="254596"/>
                </a:lnTo>
                <a:lnTo>
                  <a:pt x="32343" y="254914"/>
                </a:lnTo>
                <a:lnTo>
                  <a:pt x="23623" y="255707"/>
                </a:lnTo>
                <a:lnTo>
                  <a:pt x="18074" y="256183"/>
                </a:lnTo>
                <a:lnTo>
                  <a:pt x="9354" y="256976"/>
                </a:lnTo>
                <a:lnTo>
                  <a:pt x="0" y="257769"/>
                </a:lnTo>
                <a:cubicBezTo>
                  <a:pt x="476" y="260624"/>
                  <a:pt x="1585" y="263163"/>
                  <a:pt x="1744" y="266176"/>
                </a:cubicBezTo>
                <a:lnTo>
                  <a:pt x="7610" y="265701"/>
                </a:lnTo>
                <a:lnTo>
                  <a:pt x="16330" y="264908"/>
                </a:lnTo>
                <a:lnTo>
                  <a:pt x="22355" y="264432"/>
                </a:lnTo>
                <a:lnTo>
                  <a:pt x="31075" y="263638"/>
                </a:lnTo>
                <a:lnTo>
                  <a:pt x="34087" y="263321"/>
                </a:lnTo>
                <a:lnTo>
                  <a:pt x="42648" y="262528"/>
                </a:lnTo>
                <a:lnTo>
                  <a:pt x="107968" y="256818"/>
                </a:lnTo>
                <a:lnTo>
                  <a:pt x="116529" y="256025"/>
                </a:lnTo>
                <a:lnTo>
                  <a:pt x="2959533" y="8566"/>
                </a:lnTo>
                <a:cubicBezTo>
                  <a:pt x="2959057" y="5711"/>
                  <a:pt x="2957947" y="3173"/>
                  <a:pt x="2957789" y="317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60" name="Freeform 759">
            <a:extLst>
              <a:ext uri="{FF2B5EF4-FFF2-40B4-BE49-F238E27FC236}">
                <a16:creationId xmlns:a16="http://schemas.microsoft.com/office/drawing/2014/main" id="{9897C2E6-D3D6-8CB4-D232-33B27D490934}"/>
              </a:ext>
            </a:extLst>
          </p:cNvPr>
          <p:cNvSpPr/>
          <p:nvPr userDrawn="1"/>
        </p:nvSpPr>
        <p:spPr>
          <a:xfrm>
            <a:off x="-9830" y="6262386"/>
            <a:ext cx="1836093" cy="150946"/>
          </a:xfrm>
          <a:custGeom>
            <a:avLst/>
            <a:gdLst>
              <a:gd name="connsiteX0" fmla="*/ 1021972 w 1836093"/>
              <a:gd name="connsiteY0" fmla="*/ 82486 h 175282"/>
              <a:gd name="connsiteX1" fmla="*/ 1043534 w 1836093"/>
              <a:gd name="connsiteY1" fmla="*/ 80582 h 175282"/>
              <a:gd name="connsiteX2" fmla="*/ 1068267 w 1836093"/>
              <a:gd name="connsiteY2" fmla="*/ 78362 h 175282"/>
              <a:gd name="connsiteX3" fmla="*/ 1794872 w 1836093"/>
              <a:gd name="connsiteY3" fmla="*/ 12214 h 175282"/>
              <a:gd name="connsiteX4" fmla="*/ 1803433 w 1836093"/>
              <a:gd name="connsiteY4" fmla="*/ 11421 h 175282"/>
              <a:gd name="connsiteX5" fmla="*/ 1836093 w 1836093"/>
              <a:gd name="connsiteY5" fmla="*/ 8407 h 175282"/>
              <a:gd name="connsiteX6" fmla="*/ 1834349 w 1836093"/>
              <a:gd name="connsiteY6" fmla="*/ 0 h 175282"/>
              <a:gd name="connsiteX7" fmla="*/ 1804384 w 1836093"/>
              <a:gd name="connsiteY7" fmla="*/ 2697 h 175282"/>
              <a:gd name="connsiteX8" fmla="*/ 1795823 w 1836093"/>
              <a:gd name="connsiteY8" fmla="*/ 3490 h 175282"/>
              <a:gd name="connsiteX9" fmla="*/ 1044326 w 1836093"/>
              <a:gd name="connsiteY9" fmla="*/ 71858 h 175282"/>
              <a:gd name="connsiteX10" fmla="*/ 1019752 w 1836093"/>
              <a:gd name="connsiteY10" fmla="*/ 74079 h 175282"/>
              <a:gd name="connsiteX11" fmla="*/ 996605 w 1836093"/>
              <a:gd name="connsiteY11" fmla="*/ 76141 h 175282"/>
              <a:gd name="connsiteX12" fmla="*/ 970128 w 1836093"/>
              <a:gd name="connsiteY12" fmla="*/ 78521 h 175282"/>
              <a:gd name="connsiteX13" fmla="*/ 0 w 1836093"/>
              <a:gd name="connsiteY13" fmla="*/ 166717 h 175282"/>
              <a:gd name="connsiteX14" fmla="*/ 0 w 1836093"/>
              <a:gd name="connsiteY14" fmla="*/ 175283 h 175282"/>
              <a:gd name="connsiteX15" fmla="*/ 995654 w 1836093"/>
              <a:gd name="connsiteY15" fmla="*/ 84707 h 175282"/>
              <a:gd name="connsiteX16" fmla="*/ 1022130 w 1836093"/>
              <a:gd name="connsiteY16" fmla="*/ 82328 h 1752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836093" h="175282">
                <a:moveTo>
                  <a:pt x="1021972" y="82486"/>
                </a:moveTo>
                <a:lnTo>
                  <a:pt x="1043534" y="80582"/>
                </a:lnTo>
                <a:lnTo>
                  <a:pt x="1068267" y="78362"/>
                </a:lnTo>
                <a:lnTo>
                  <a:pt x="1794872" y="12214"/>
                </a:lnTo>
                <a:lnTo>
                  <a:pt x="1803433" y="11421"/>
                </a:lnTo>
                <a:lnTo>
                  <a:pt x="1836093" y="8407"/>
                </a:lnTo>
                <a:cubicBezTo>
                  <a:pt x="1835617" y="5552"/>
                  <a:pt x="1834508" y="3014"/>
                  <a:pt x="1834349" y="0"/>
                </a:cubicBezTo>
                <a:lnTo>
                  <a:pt x="1804384" y="2697"/>
                </a:lnTo>
                <a:lnTo>
                  <a:pt x="1795823" y="3490"/>
                </a:lnTo>
                <a:lnTo>
                  <a:pt x="1044326" y="71858"/>
                </a:lnTo>
                <a:lnTo>
                  <a:pt x="1019752" y="74079"/>
                </a:lnTo>
                <a:lnTo>
                  <a:pt x="996605" y="76141"/>
                </a:lnTo>
                <a:lnTo>
                  <a:pt x="970128" y="78521"/>
                </a:lnTo>
                <a:lnTo>
                  <a:pt x="0" y="166717"/>
                </a:lnTo>
                <a:lnTo>
                  <a:pt x="0" y="175283"/>
                </a:lnTo>
                <a:lnTo>
                  <a:pt x="995654" y="84707"/>
                </a:lnTo>
                <a:lnTo>
                  <a:pt x="1022130" y="82328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cxnSp>
        <p:nvCxnSpPr>
          <p:cNvPr id="761" name="Straight Connector 760">
            <a:extLst>
              <a:ext uri="{FF2B5EF4-FFF2-40B4-BE49-F238E27FC236}">
                <a16:creationId xmlns:a16="http://schemas.microsoft.com/office/drawing/2014/main" id="{F87B2541-8FA1-872F-6D60-8549C6F6D3CF}"/>
              </a:ext>
            </a:extLst>
          </p:cNvPr>
          <p:cNvCxnSpPr>
            <a:stCxn id="189" idx="10"/>
            <a:endCxn id="748" idx="26"/>
          </p:cNvCxnSpPr>
          <p:nvPr userDrawn="1"/>
        </p:nvCxnSpPr>
        <p:spPr>
          <a:xfrm>
            <a:off x="7082221" y="314939"/>
            <a:ext cx="3543765" cy="2304425"/>
          </a:xfrm>
          <a:prstGeom prst="line">
            <a:avLst/>
          </a:prstGeom>
          <a:ln>
            <a:solidFill>
              <a:srgbClr val="B8B8B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2" name="Straight Connector 761">
            <a:extLst>
              <a:ext uri="{FF2B5EF4-FFF2-40B4-BE49-F238E27FC236}">
                <a16:creationId xmlns:a16="http://schemas.microsoft.com/office/drawing/2014/main" id="{78C74499-8E90-B352-F07A-3E938780788F}"/>
              </a:ext>
            </a:extLst>
          </p:cNvPr>
          <p:cNvCxnSpPr>
            <a:stCxn id="189" idx="11"/>
            <a:endCxn id="744" idx="15"/>
          </p:cNvCxnSpPr>
          <p:nvPr userDrawn="1"/>
        </p:nvCxnSpPr>
        <p:spPr>
          <a:xfrm>
            <a:off x="7079684" y="311798"/>
            <a:ext cx="586927" cy="2856583"/>
          </a:xfrm>
          <a:prstGeom prst="line">
            <a:avLst/>
          </a:prstGeom>
          <a:ln>
            <a:solidFill>
              <a:srgbClr val="B8B8B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3" name="Straight Connector 762">
            <a:extLst>
              <a:ext uri="{FF2B5EF4-FFF2-40B4-BE49-F238E27FC236}">
                <a16:creationId xmlns:a16="http://schemas.microsoft.com/office/drawing/2014/main" id="{09674C0A-7291-B856-C40F-A7DEF6FA88AA}"/>
              </a:ext>
            </a:extLst>
          </p:cNvPr>
          <p:cNvCxnSpPr>
            <a:stCxn id="749" idx="9"/>
            <a:endCxn id="189" idx="11"/>
          </p:cNvCxnSpPr>
          <p:nvPr userDrawn="1"/>
        </p:nvCxnSpPr>
        <p:spPr>
          <a:xfrm flipH="1">
            <a:off x="7079684" y="113910"/>
            <a:ext cx="3939296" cy="197888"/>
          </a:xfrm>
          <a:prstGeom prst="line">
            <a:avLst/>
          </a:prstGeom>
          <a:ln>
            <a:solidFill>
              <a:srgbClr val="B8B8B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4" name="Straight Connector 763">
            <a:extLst>
              <a:ext uri="{FF2B5EF4-FFF2-40B4-BE49-F238E27FC236}">
                <a16:creationId xmlns:a16="http://schemas.microsoft.com/office/drawing/2014/main" id="{90F05533-52A4-0190-CAFC-16ECB9107B94}"/>
              </a:ext>
            </a:extLst>
          </p:cNvPr>
          <p:cNvCxnSpPr>
            <a:stCxn id="585" idx="14"/>
            <a:endCxn id="748" idx="2"/>
          </p:cNvCxnSpPr>
          <p:nvPr userDrawn="1"/>
        </p:nvCxnSpPr>
        <p:spPr>
          <a:xfrm>
            <a:off x="7072073" y="982613"/>
            <a:ext cx="3557883" cy="1653905"/>
          </a:xfrm>
          <a:prstGeom prst="line">
            <a:avLst/>
          </a:prstGeom>
          <a:ln>
            <a:solidFill>
              <a:srgbClr val="B8B8B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5" name="Straight Connector 764">
            <a:extLst>
              <a:ext uri="{FF2B5EF4-FFF2-40B4-BE49-F238E27FC236}">
                <a16:creationId xmlns:a16="http://schemas.microsoft.com/office/drawing/2014/main" id="{F6EB6D9A-D1C9-085C-E399-D3BCD0FD00F4}"/>
              </a:ext>
            </a:extLst>
          </p:cNvPr>
          <p:cNvCxnSpPr>
            <a:stCxn id="749" idx="20"/>
            <a:endCxn id="748" idx="25"/>
          </p:cNvCxnSpPr>
          <p:nvPr userDrawn="1"/>
        </p:nvCxnSpPr>
        <p:spPr>
          <a:xfrm flipH="1">
            <a:off x="10683098" y="206117"/>
            <a:ext cx="389470" cy="2347588"/>
          </a:xfrm>
          <a:prstGeom prst="line">
            <a:avLst/>
          </a:prstGeom>
          <a:ln>
            <a:solidFill>
              <a:srgbClr val="B8B8B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6" name="Straight Connector 765">
            <a:extLst>
              <a:ext uri="{FF2B5EF4-FFF2-40B4-BE49-F238E27FC236}">
                <a16:creationId xmlns:a16="http://schemas.microsoft.com/office/drawing/2014/main" id="{A8B80874-02F4-E93A-E88E-6118EA5899A7}"/>
              </a:ext>
            </a:extLst>
          </p:cNvPr>
          <p:cNvCxnSpPr>
            <a:stCxn id="749" idx="8"/>
            <a:endCxn id="748" idx="24"/>
          </p:cNvCxnSpPr>
          <p:nvPr userDrawn="1"/>
        </p:nvCxnSpPr>
        <p:spPr>
          <a:xfrm flipH="1">
            <a:off x="10691190" y="107080"/>
            <a:ext cx="323350" cy="2444999"/>
          </a:xfrm>
          <a:prstGeom prst="line">
            <a:avLst/>
          </a:prstGeom>
          <a:ln>
            <a:solidFill>
              <a:srgbClr val="B8B8B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7" name="Straight Connector 766">
            <a:extLst>
              <a:ext uri="{FF2B5EF4-FFF2-40B4-BE49-F238E27FC236}">
                <a16:creationId xmlns:a16="http://schemas.microsoft.com/office/drawing/2014/main" id="{BA413257-1AEB-3A31-0778-58371E344526}"/>
              </a:ext>
            </a:extLst>
          </p:cNvPr>
          <p:cNvCxnSpPr>
            <a:stCxn id="594" idx="13"/>
            <a:endCxn id="744" idx="15"/>
          </p:cNvCxnSpPr>
          <p:nvPr userDrawn="1"/>
        </p:nvCxnSpPr>
        <p:spPr>
          <a:xfrm>
            <a:off x="7055586" y="1461109"/>
            <a:ext cx="611025" cy="1707272"/>
          </a:xfrm>
          <a:prstGeom prst="line">
            <a:avLst/>
          </a:prstGeom>
          <a:ln>
            <a:solidFill>
              <a:srgbClr val="B8B8B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CB17998D-C499-E967-15C1-FD597E5D0E1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98023" y="998"/>
            <a:ext cx="2220685" cy="559241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0954FC2F-C631-3007-FC44-27136952F23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95620" y="2250299"/>
            <a:ext cx="5587502" cy="2801185"/>
          </a:xfrm>
        </p:spPr>
        <p:txBody>
          <a:bodyPr anchor="ctr">
            <a:noAutofit/>
          </a:bodyPr>
          <a:lstStyle>
            <a:lvl1pPr algn="l">
              <a:defRPr sz="4800" b="1">
                <a:solidFill>
                  <a:srgbClr val="7030A0"/>
                </a:solidFill>
                <a:latin typeface="Century Gothic" panose="020B0502020202020204" pitchFamily="34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504538923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Section Slide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Low angle view of trees in snow&#10;&#10;Description automatically generated">
            <a:extLst>
              <a:ext uri="{FF2B5EF4-FFF2-40B4-BE49-F238E27FC236}">
                <a16:creationId xmlns:a16="http://schemas.microsoft.com/office/drawing/2014/main" id="{0D8D4CB1-2CB9-3B6B-F03C-2E78F3CC25D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73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flipH="1">
            <a:off x="1944427" y="0"/>
            <a:ext cx="10247573" cy="6831715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4065DC0C-DD12-66F9-C76D-2E889AA70E8B}"/>
              </a:ext>
            </a:extLst>
          </p:cNvPr>
          <p:cNvSpPr/>
          <p:nvPr userDrawn="1"/>
        </p:nvSpPr>
        <p:spPr>
          <a:xfrm>
            <a:off x="0" y="0"/>
            <a:ext cx="9171709" cy="6858000"/>
          </a:xfrm>
          <a:prstGeom prst="rect">
            <a:avLst/>
          </a:prstGeom>
          <a:gradFill flip="none" rotWithShape="1">
            <a:gsLst>
              <a:gs pos="25000">
                <a:schemeClr val="bg1"/>
              </a:gs>
              <a:gs pos="100000">
                <a:schemeClr val="bg1">
                  <a:shade val="100000"/>
                  <a:satMod val="115000"/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3" name="Freeform 172">
            <a:extLst>
              <a:ext uri="{FF2B5EF4-FFF2-40B4-BE49-F238E27FC236}">
                <a16:creationId xmlns:a16="http://schemas.microsoft.com/office/drawing/2014/main" id="{5078BE13-D155-D5B8-C825-8151B89E34CC}"/>
              </a:ext>
            </a:extLst>
          </p:cNvPr>
          <p:cNvSpPr/>
          <p:nvPr/>
        </p:nvSpPr>
        <p:spPr>
          <a:xfrm>
            <a:off x="6861845" y="0"/>
            <a:ext cx="168848" cy="259650"/>
          </a:xfrm>
          <a:custGeom>
            <a:avLst/>
            <a:gdLst>
              <a:gd name="connsiteX0" fmla="*/ 0 w 168848"/>
              <a:gd name="connsiteY0" fmla="*/ 159 h 524738"/>
              <a:gd name="connsiteX1" fmla="*/ 4439 w 168848"/>
              <a:gd name="connsiteY1" fmla="*/ 28553 h 524738"/>
              <a:gd name="connsiteX2" fmla="*/ 164410 w 168848"/>
              <a:gd name="connsiteY2" fmla="*/ 524739 h 524738"/>
              <a:gd name="connsiteX3" fmla="*/ 168849 w 168848"/>
              <a:gd name="connsiteY3" fmla="*/ 523787 h 524738"/>
              <a:gd name="connsiteX4" fmla="*/ 0 w 168848"/>
              <a:gd name="connsiteY4" fmla="*/ 0 h 5247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8848" h="524738">
                <a:moveTo>
                  <a:pt x="0" y="159"/>
                </a:moveTo>
                <a:lnTo>
                  <a:pt x="4439" y="28553"/>
                </a:lnTo>
                <a:lnTo>
                  <a:pt x="164410" y="524739"/>
                </a:lnTo>
                <a:cubicBezTo>
                  <a:pt x="165836" y="524263"/>
                  <a:pt x="167422" y="524263"/>
                  <a:pt x="168849" y="523787"/>
                </a:cubicBezTo>
                <a:lnTo>
                  <a:pt x="0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76" name="Freeform 175">
            <a:extLst>
              <a:ext uri="{FF2B5EF4-FFF2-40B4-BE49-F238E27FC236}">
                <a16:creationId xmlns:a16="http://schemas.microsoft.com/office/drawing/2014/main" id="{02EC2766-4331-B39F-0361-125A48D64BA0}"/>
              </a:ext>
            </a:extLst>
          </p:cNvPr>
          <p:cNvSpPr/>
          <p:nvPr/>
        </p:nvSpPr>
        <p:spPr>
          <a:xfrm>
            <a:off x="7041475" y="397798"/>
            <a:ext cx="4439" cy="436994"/>
          </a:xfrm>
          <a:custGeom>
            <a:avLst/>
            <a:gdLst>
              <a:gd name="connsiteX0" fmla="*/ 2220 w 4439"/>
              <a:gd name="connsiteY0" fmla="*/ 476 h 507448"/>
              <a:gd name="connsiteX1" fmla="*/ 2220 w 4439"/>
              <a:gd name="connsiteY1" fmla="*/ 476 h 507448"/>
              <a:gd name="connsiteX2" fmla="*/ 0 w 4439"/>
              <a:gd name="connsiteY2" fmla="*/ 0 h 507448"/>
              <a:gd name="connsiteX3" fmla="*/ 0 w 4439"/>
              <a:gd name="connsiteY3" fmla="*/ 507448 h 507448"/>
              <a:gd name="connsiteX4" fmla="*/ 2220 w 4439"/>
              <a:gd name="connsiteY4" fmla="*/ 506973 h 507448"/>
              <a:gd name="connsiteX5" fmla="*/ 4439 w 4439"/>
              <a:gd name="connsiteY5" fmla="*/ 507448 h 507448"/>
              <a:gd name="connsiteX6" fmla="*/ 4439 w 4439"/>
              <a:gd name="connsiteY6" fmla="*/ 45050 h 507448"/>
              <a:gd name="connsiteX7" fmla="*/ 2220 w 4439"/>
              <a:gd name="connsiteY7" fmla="*/ 476 h 5074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439" h="507448">
                <a:moveTo>
                  <a:pt x="2220" y="476"/>
                </a:moveTo>
                <a:lnTo>
                  <a:pt x="2220" y="476"/>
                </a:lnTo>
                <a:cubicBezTo>
                  <a:pt x="1427" y="476"/>
                  <a:pt x="793" y="159"/>
                  <a:pt x="0" y="0"/>
                </a:cubicBezTo>
                <a:lnTo>
                  <a:pt x="0" y="507448"/>
                </a:lnTo>
                <a:cubicBezTo>
                  <a:pt x="0" y="507448"/>
                  <a:pt x="1427" y="506973"/>
                  <a:pt x="2220" y="506973"/>
                </a:cubicBezTo>
                <a:cubicBezTo>
                  <a:pt x="3012" y="506973"/>
                  <a:pt x="3647" y="507448"/>
                  <a:pt x="4439" y="507448"/>
                </a:cubicBezTo>
                <a:lnTo>
                  <a:pt x="4439" y="45050"/>
                </a:lnTo>
                <a:lnTo>
                  <a:pt x="2220" y="476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77" name="Freeform 176">
            <a:extLst>
              <a:ext uri="{FF2B5EF4-FFF2-40B4-BE49-F238E27FC236}">
                <a16:creationId xmlns:a16="http://schemas.microsoft.com/office/drawing/2014/main" id="{9A79AE1A-200D-CD85-E30B-40A52AEAADC8}"/>
              </a:ext>
            </a:extLst>
          </p:cNvPr>
          <p:cNvSpPr/>
          <p:nvPr/>
        </p:nvSpPr>
        <p:spPr>
          <a:xfrm>
            <a:off x="7041158" y="1004706"/>
            <a:ext cx="4597" cy="320881"/>
          </a:xfrm>
          <a:custGeom>
            <a:avLst/>
            <a:gdLst>
              <a:gd name="connsiteX0" fmla="*/ 2378 w 4597"/>
              <a:gd name="connsiteY0" fmla="*/ 372139 h 372615"/>
              <a:gd name="connsiteX1" fmla="*/ 4598 w 4597"/>
              <a:gd name="connsiteY1" fmla="*/ 372615 h 372615"/>
              <a:gd name="connsiteX2" fmla="*/ 4598 w 4597"/>
              <a:gd name="connsiteY2" fmla="*/ 4600 h 372615"/>
              <a:gd name="connsiteX3" fmla="*/ 4122 w 4597"/>
              <a:gd name="connsiteY3" fmla="*/ 159 h 372615"/>
              <a:gd name="connsiteX4" fmla="*/ 2219 w 4597"/>
              <a:gd name="connsiteY4" fmla="*/ 476 h 372615"/>
              <a:gd name="connsiteX5" fmla="*/ 0 w 4597"/>
              <a:gd name="connsiteY5" fmla="*/ 0 h 372615"/>
              <a:gd name="connsiteX6" fmla="*/ 0 w 4597"/>
              <a:gd name="connsiteY6" fmla="*/ 372615 h 372615"/>
              <a:gd name="connsiteX7" fmla="*/ 2219 w 4597"/>
              <a:gd name="connsiteY7" fmla="*/ 372139 h 3726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597" h="372615">
                <a:moveTo>
                  <a:pt x="2378" y="372139"/>
                </a:moveTo>
                <a:cubicBezTo>
                  <a:pt x="3171" y="372139"/>
                  <a:pt x="3805" y="372615"/>
                  <a:pt x="4598" y="372615"/>
                </a:cubicBezTo>
                <a:lnTo>
                  <a:pt x="4598" y="4600"/>
                </a:lnTo>
                <a:lnTo>
                  <a:pt x="4122" y="159"/>
                </a:lnTo>
                <a:cubicBezTo>
                  <a:pt x="4122" y="159"/>
                  <a:pt x="2854" y="476"/>
                  <a:pt x="2219" y="476"/>
                </a:cubicBezTo>
                <a:cubicBezTo>
                  <a:pt x="1427" y="476"/>
                  <a:pt x="793" y="0"/>
                  <a:pt x="0" y="0"/>
                </a:cubicBezTo>
                <a:lnTo>
                  <a:pt x="0" y="372615"/>
                </a:lnTo>
                <a:cubicBezTo>
                  <a:pt x="0" y="372615"/>
                  <a:pt x="1427" y="372139"/>
                  <a:pt x="2219" y="372139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78" name="Freeform 177">
            <a:extLst>
              <a:ext uri="{FF2B5EF4-FFF2-40B4-BE49-F238E27FC236}">
                <a16:creationId xmlns:a16="http://schemas.microsoft.com/office/drawing/2014/main" id="{052FD2E3-B342-38A0-C381-0B8C3F745E63}"/>
              </a:ext>
            </a:extLst>
          </p:cNvPr>
          <p:cNvSpPr/>
          <p:nvPr/>
        </p:nvSpPr>
        <p:spPr>
          <a:xfrm>
            <a:off x="7000253" y="1094807"/>
            <a:ext cx="39318" cy="244246"/>
          </a:xfrm>
          <a:custGeom>
            <a:avLst/>
            <a:gdLst>
              <a:gd name="connsiteX0" fmla="*/ 39160 w 39318"/>
              <a:gd name="connsiteY0" fmla="*/ 282832 h 283625"/>
              <a:gd name="connsiteX1" fmla="*/ 3012 w 39318"/>
              <a:gd name="connsiteY1" fmla="*/ 0 h 283625"/>
              <a:gd name="connsiteX2" fmla="*/ 0 w 39318"/>
              <a:gd name="connsiteY2" fmla="*/ 9993 h 283625"/>
              <a:gd name="connsiteX3" fmla="*/ 35038 w 39318"/>
              <a:gd name="connsiteY3" fmla="*/ 283625 h 283625"/>
              <a:gd name="connsiteX4" fmla="*/ 39319 w 39318"/>
              <a:gd name="connsiteY4" fmla="*/ 282832 h 283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318" h="283625">
                <a:moveTo>
                  <a:pt x="39160" y="282832"/>
                </a:moveTo>
                <a:lnTo>
                  <a:pt x="3012" y="0"/>
                </a:lnTo>
                <a:lnTo>
                  <a:pt x="0" y="9993"/>
                </a:lnTo>
                <a:lnTo>
                  <a:pt x="35038" y="283625"/>
                </a:lnTo>
                <a:cubicBezTo>
                  <a:pt x="36465" y="283308"/>
                  <a:pt x="37892" y="282832"/>
                  <a:pt x="39319" y="28283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0" name="Freeform 179">
            <a:extLst>
              <a:ext uri="{FF2B5EF4-FFF2-40B4-BE49-F238E27FC236}">
                <a16:creationId xmlns:a16="http://schemas.microsoft.com/office/drawing/2014/main" id="{4FDD4BE5-870E-E4C9-A4A1-19BC062B62B4}"/>
              </a:ext>
            </a:extLst>
          </p:cNvPr>
          <p:cNvSpPr/>
          <p:nvPr/>
        </p:nvSpPr>
        <p:spPr>
          <a:xfrm>
            <a:off x="7050987" y="1474719"/>
            <a:ext cx="52477" cy="207910"/>
          </a:xfrm>
          <a:custGeom>
            <a:avLst/>
            <a:gdLst>
              <a:gd name="connsiteX0" fmla="*/ 159 w 52477"/>
              <a:gd name="connsiteY0" fmla="*/ 793 h 241430"/>
              <a:gd name="connsiteX1" fmla="*/ 48197 w 52477"/>
              <a:gd name="connsiteY1" fmla="*/ 241431 h 241430"/>
              <a:gd name="connsiteX2" fmla="*/ 52478 w 52477"/>
              <a:gd name="connsiteY2" fmla="*/ 240638 h 241430"/>
              <a:gd name="connsiteX3" fmla="*/ 4281 w 52477"/>
              <a:gd name="connsiteY3" fmla="*/ 0 h 241430"/>
              <a:gd name="connsiteX4" fmla="*/ 0 w 52477"/>
              <a:gd name="connsiteY4" fmla="*/ 793 h 2414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477" h="241430">
                <a:moveTo>
                  <a:pt x="159" y="793"/>
                </a:moveTo>
                <a:lnTo>
                  <a:pt x="48197" y="241431"/>
                </a:lnTo>
                <a:cubicBezTo>
                  <a:pt x="49624" y="241113"/>
                  <a:pt x="51051" y="240796"/>
                  <a:pt x="52478" y="240638"/>
                </a:cubicBezTo>
                <a:lnTo>
                  <a:pt x="4281" y="0"/>
                </a:lnTo>
                <a:cubicBezTo>
                  <a:pt x="2854" y="317"/>
                  <a:pt x="1427" y="635"/>
                  <a:pt x="0" y="793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1" name="Freeform 180">
            <a:extLst>
              <a:ext uri="{FF2B5EF4-FFF2-40B4-BE49-F238E27FC236}">
                <a16:creationId xmlns:a16="http://schemas.microsoft.com/office/drawing/2014/main" id="{B93A0906-C228-1A66-5516-11581ECF33B4}"/>
              </a:ext>
            </a:extLst>
          </p:cNvPr>
          <p:cNvSpPr/>
          <p:nvPr/>
        </p:nvSpPr>
        <p:spPr>
          <a:xfrm>
            <a:off x="7045597" y="1003754"/>
            <a:ext cx="37099" cy="338503"/>
          </a:xfrm>
          <a:custGeom>
            <a:avLst/>
            <a:gdLst>
              <a:gd name="connsiteX0" fmla="*/ 32026 w 37099"/>
              <a:gd name="connsiteY0" fmla="*/ 386733 h 393078"/>
              <a:gd name="connsiteX1" fmla="*/ 37099 w 37099"/>
              <a:gd name="connsiteY1" fmla="*/ 393078 h 393078"/>
              <a:gd name="connsiteX2" fmla="*/ 4439 w 37099"/>
              <a:gd name="connsiteY2" fmla="*/ 0 h 393078"/>
              <a:gd name="connsiteX3" fmla="*/ 0 w 37099"/>
              <a:gd name="connsiteY3" fmla="*/ 952 h 393078"/>
              <a:gd name="connsiteX4" fmla="*/ 476 w 37099"/>
              <a:gd name="connsiteY4" fmla="*/ 5393 h 393078"/>
              <a:gd name="connsiteX5" fmla="*/ 32184 w 37099"/>
              <a:gd name="connsiteY5" fmla="*/ 386733 h 3930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99" h="393078">
                <a:moveTo>
                  <a:pt x="32026" y="386733"/>
                </a:moveTo>
                <a:cubicBezTo>
                  <a:pt x="34087" y="388637"/>
                  <a:pt x="35514" y="391016"/>
                  <a:pt x="37099" y="393078"/>
                </a:cubicBezTo>
                <a:lnTo>
                  <a:pt x="4439" y="0"/>
                </a:lnTo>
                <a:cubicBezTo>
                  <a:pt x="2854" y="159"/>
                  <a:pt x="1586" y="793"/>
                  <a:pt x="0" y="952"/>
                </a:cubicBezTo>
                <a:lnTo>
                  <a:pt x="476" y="5393"/>
                </a:lnTo>
                <a:lnTo>
                  <a:pt x="32184" y="386733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2" name="Freeform 181">
            <a:extLst>
              <a:ext uri="{FF2B5EF4-FFF2-40B4-BE49-F238E27FC236}">
                <a16:creationId xmlns:a16="http://schemas.microsoft.com/office/drawing/2014/main" id="{D5B19E52-F51D-6259-3316-A4B22CF0D6CC}"/>
              </a:ext>
            </a:extLst>
          </p:cNvPr>
          <p:cNvSpPr/>
          <p:nvPr/>
        </p:nvSpPr>
        <p:spPr>
          <a:xfrm>
            <a:off x="7083013" y="1450449"/>
            <a:ext cx="23305" cy="227990"/>
          </a:xfrm>
          <a:custGeom>
            <a:avLst/>
            <a:gdLst>
              <a:gd name="connsiteX0" fmla="*/ 0 w 23305"/>
              <a:gd name="connsiteY0" fmla="*/ 5869 h 264748"/>
              <a:gd name="connsiteX1" fmla="*/ 21562 w 23305"/>
              <a:gd name="connsiteY1" fmla="*/ 264749 h 264748"/>
              <a:gd name="connsiteX2" fmla="*/ 23306 w 23305"/>
              <a:gd name="connsiteY2" fmla="*/ 264432 h 264748"/>
              <a:gd name="connsiteX3" fmla="*/ 19660 w 23305"/>
              <a:gd name="connsiteY3" fmla="*/ 186863 h 264748"/>
              <a:gd name="connsiteX4" fmla="*/ 4122 w 23305"/>
              <a:gd name="connsiteY4" fmla="*/ 0 h 264748"/>
              <a:gd name="connsiteX5" fmla="*/ 0 w 23305"/>
              <a:gd name="connsiteY5" fmla="*/ 6028 h 2647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05" h="264748">
                <a:moveTo>
                  <a:pt x="0" y="5869"/>
                </a:moveTo>
                <a:lnTo>
                  <a:pt x="21562" y="264749"/>
                </a:lnTo>
                <a:cubicBezTo>
                  <a:pt x="21562" y="264749"/>
                  <a:pt x="22672" y="264432"/>
                  <a:pt x="23306" y="264432"/>
                </a:cubicBezTo>
                <a:lnTo>
                  <a:pt x="19660" y="186863"/>
                </a:lnTo>
                <a:lnTo>
                  <a:pt x="4122" y="0"/>
                </a:lnTo>
                <a:cubicBezTo>
                  <a:pt x="3012" y="2221"/>
                  <a:pt x="1586" y="4124"/>
                  <a:pt x="0" y="6028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3" name="Freeform 182">
            <a:extLst>
              <a:ext uri="{FF2B5EF4-FFF2-40B4-BE49-F238E27FC236}">
                <a16:creationId xmlns:a16="http://schemas.microsoft.com/office/drawing/2014/main" id="{8FE49E91-A12C-9D10-B0DF-0119EB0D9389}"/>
              </a:ext>
            </a:extLst>
          </p:cNvPr>
          <p:cNvSpPr/>
          <p:nvPr/>
        </p:nvSpPr>
        <p:spPr>
          <a:xfrm>
            <a:off x="7071915" y="992017"/>
            <a:ext cx="38842" cy="622364"/>
          </a:xfrm>
          <a:custGeom>
            <a:avLst/>
            <a:gdLst>
              <a:gd name="connsiteX0" fmla="*/ 20452 w 38842"/>
              <a:gd name="connsiteY0" fmla="*/ 428452 h 722705"/>
              <a:gd name="connsiteX1" fmla="*/ 21720 w 38842"/>
              <a:gd name="connsiteY1" fmla="*/ 434956 h 722705"/>
              <a:gd name="connsiteX2" fmla="*/ 20928 w 38842"/>
              <a:gd name="connsiteY2" fmla="*/ 438922 h 722705"/>
              <a:gd name="connsiteX3" fmla="*/ 30757 w 38842"/>
              <a:gd name="connsiteY3" fmla="*/ 645137 h 722705"/>
              <a:gd name="connsiteX4" fmla="*/ 34404 w 38842"/>
              <a:gd name="connsiteY4" fmla="*/ 722706 h 722705"/>
              <a:gd name="connsiteX5" fmla="*/ 38843 w 38842"/>
              <a:gd name="connsiteY5" fmla="*/ 721754 h 722705"/>
              <a:gd name="connsiteX6" fmla="*/ 4439 w 38842"/>
              <a:gd name="connsiteY6" fmla="*/ 0 h 722705"/>
              <a:gd name="connsiteX7" fmla="*/ 0 w 38842"/>
              <a:gd name="connsiteY7" fmla="*/ 3014 h 722705"/>
              <a:gd name="connsiteX8" fmla="*/ 20294 w 38842"/>
              <a:gd name="connsiteY8" fmla="*/ 428452 h 7227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8842" h="722705">
                <a:moveTo>
                  <a:pt x="20452" y="428452"/>
                </a:moveTo>
                <a:cubicBezTo>
                  <a:pt x="20769" y="430673"/>
                  <a:pt x="21720" y="432735"/>
                  <a:pt x="21720" y="434956"/>
                </a:cubicBezTo>
                <a:cubicBezTo>
                  <a:pt x="21720" y="436383"/>
                  <a:pt x="21086" y="437653"/>
                  <a:pt x="20928" y="438922"/>
                </a:cubicBezTo>
                <a:lnTo>
                  <a:pt x="30757" y="645137"/>
                </a:lnTo>
                <a:lnTo>
                  <a:pt x="34404" y="722706"/>
                </a:lnTo>
                <a:cubicBezTo>
                  <a:pt x="35989" y="722547"/>
                  <a:pt x="37258" y="721754"/>
                  <a:pt x="38843" y="721754"/>
                </a:cubicBezTo>
                <a:lnTo>
                  <a:pt x="4439" y="0"/>
                </a:lnTo>
                <a:cubicBezTo>
                  <a:pt x="3171" y="1269"/>
                  <a:pt x="1586" y="1904"/>
                  <a:pt x="0" y="3014"/>
                </a:cubicBezTo>
                <a:lnTo>
                  <a:pt x="20294" y="428452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4" name="Freeform 183">
            <a:extLst>
              <a:ext uri="{FF2B5EF4-FFF2-40B4-BE49-F238E27FC236}">
                <a16:creationId xmlns:a16="http://schemas.microsoft.com/office/drawing/2014/main" id="{2CC998D2-6880-6A67-4EAD-52991647AD98}"/>
              </a:ext>
            </a:extLst>
          </p:cNvPr>
          <p:cNvSpPr/>
          <p:nvPr/>
        </p:nvSpPr>
        <p:spPr>
          <a:xfrm>
            <a:off x="7043694" y="397481"/>
            <a:ext cx="29171" cy="446009"/>
          </a:xfrm>
          <a:custGeom>
            <a:avLst/>
            <a:gdLst>
              <a:gd name="connsiteX0" fmla="*/ 0 w 29171"/>
              <a:gd name="connsiteY0" fmla="*/ 793 h 517917"/>
              <a:gd name="connsiteX1" fmla="*/ 2219 w 29171"/>
              <a:gd name="connsiteY1" fmla="*/ 45367 h 517917"/>
              <a:gd name="connsiteX2" fmla="*/ 24574 w 29171"/>
              <a:gd name="connsiteY2" fmla="*/ 514745 h 517917"/>
              <a:gd name="connsiteX3" fmla="*/ 29172 w 29171"/>
              <a:gd name="connsiteY3" fmla="*/ 517918 h 517917"/>
              <a:gd name="connsiteX4" fmla="*/ 4597 w 29171"/>
              <a:gd name="connsiteY4" fmla="*/ 0 h 517917"/>
              <a:gd name="connsiteX5" fmla="*/ 158 w 29171"/>
              <a:gd name="connsiteY5" fmla="*/ 952 h 5179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9171" h="517917">
                <a:moveTo>
                  <a:pt x="0" y="793"/>
                </a:moveTo>
                <a:lnTo>
                  <a:pt x="2219" y="45367"/>
                </a:lnTo>
                <a:lnTo>
                  <a:pt x="24574" y="514745"/>
                </a:lnTo>
                <a:cubicBezTo>
                  <a:pt x="26160" y="515697"/>
                  <a:pt x="27745" y="516807"/>
                  <a:pt x="29172" y="517918"/>
                </a:cubicBezTo>
                <a:lnTo>
                  <a:pt x="4597" y="0"/>
                </a:lnTo>
                <a:cubicBezTo>
                  <a:pt x="3012" y="0"/>
                  <a:pt x="1744" y="952"/>
                  <a:pt x="158" y="95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5" name="Freeform 184">
            <a:extLst>
              <a:ext uri="{FF2B5EF4-FFF2-40B4-BE49-F238E27FC236}">
                <a16:creationId xmlns:a16="http://schemas.microsoft.com/office/drawing/2014/main" id="{58E99C42-BE67-DB1F-9CC3-838AC4065A45}"/>
              </a:ext>
            </a:extLst>
          </p:cNvPr>
          <p:cNvSpPr/>
          <p:nvPr/>
        </p:nvSpPr>
        <p:spPr>
          <a:xfrm>
            <a:off x="7086343" y="186350"/>
            <a:ext cx="2272246" cy="644084"/>
          </a:xfrm>
          <a:custGeom>
            <a:avLst/>
            <a:gdLst>
              <a:gd name="connsiteX0" fmla="*/ 0 w 2272246"/>
              <a:gd name="connsiteY0" fmla="*/ 1167972 h 1171779"/>
              <a:gd name="connsiteX1" fmla="*/ 2537 w 2272246"/>
              <a:gd name="connsiteY1" fmla="*/ 1171779 h 1171779"/>
              <a:gd name="connsiteX2" fmla="*/ 2272247 w 2272246"/>
              <a:gd name="connsiteY2" fmla="*/ 3807 h 1171779"/>
              <a:gd name="connsiteX3" fmla="*/ 2269709 w 2272246"/>
              <a:gd name="connsiteY3" fmla="*/ 0 h 1171779"/>
              <a:gd name="connsiteX4" fmla="*/ 0 w 2272246"/>
              <a:gd name="connsiteY4" fmla="*/ 1167972 h 11717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72246" h="1171779">
                <a:moveTo>
                  <a:pt x="0" y="1167972"/>
                </a:moveTo>
                <a:cubicBezTo>
                  <a:pt x="793" y="1169400"/>
                  <a:pt x="1902" y="1170352"/>
                  <a:pt x="2537" y="1171779"/>
                </a:cubicBezTo>
                <a:lnTo>
                  <a:pt x="2272247" y="3807"/>
                </a:lnTo>
                <a:cubicBezTo>
                  <a:pt x="2271454" y="2379"/>
                  <a:pt x="2270344" y="1428"/>
                  <a:pt x="2269709" y="0"/>
                </a:cubicBezTo>
                <a:lnTo>
                  <a:pt x="0" y="1167972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6" name="Freeform 185">
            <a:extLst>
              <a:ext uri="{FF2B5EF4-FFF2-40B4-BE49-F238E27FC236}">
                <a16:creationId xmlns:a16="http://schemas.microsoft.com/office/drawing/2014/main" id="{4F919D3A-09FA-6B9E-F125-38AA3D672EC8}"/>
              </a:ext>
            </a:extLst>
          </p:cNvPr>
          <p:cNvSpPr/>
          <p:nvPr/>
        </p:nvSpPr>
        <p:spPr>
          <a:xfrm rot="819193">
            <a:off x="7100391" y="-247138"/>
            <a:ext cx="2263367" cy="505022"/>
          </a:xfrm>
          <a:custGeom>
            <a:avLst/>
            <a:gdLst>
              <a:gd name="connsiteX0" fmla="*/ 793 w 2263367"/>
              <a:gd name="connsiteY0" fmla="*/ 586445 h 586444"/>
              <a:gd name="connsiteX1" fmla="*/ 2263368 w 2263367"/>
              <a:gd name="connsiteY1" fmla="*/ 4283 h 586444"/>
              <a:gd name="connsiteX2" fmla="*/ 2262416 w 2263367"/>
              <a:gd name="connsiteY2" fmla="*/ 0 h 586444"/>
              <a:gd name="connsiteX3" fmla="*/ 0 w 2263367"/>
              <a:gd name="connsiteY3" fmla="*/ 582003 h 586444"/>
              <a:gd name="connsiteX4" fmla="*/ 951 w 2263367"/>
              <a:gd name="connsiteY4" fmla="*/ 586445 h 5864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63367" h="586444">
                <a:moveTo>
                  <a:pt x="793" y="586445"/>
                </a:moveTo>
                <a:lnTo>
                  <a:pt x="2263368" y="4283"/>
                </a:lnTo>
                <a:cubicBezTo>
                  <a:pt x="2262893" y="2855"/>
                  <a:pt x="2262734" y="1428"/>
                  <a:pt x="2262416" y="0"/>
                </a:cubicBezTo>
                <a:lnTo>
                  <a:pt x="0" y="582003"/>
                </a:lnTo>
                <a:cubicBezTo>
                  <a:pt x="476" y="583431"/>
                  <a:pt x="634" y="584859"/>
                  <a:pt x="951" y="586445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12" name="Freeform 211">
            <a:extLst>
              <a:ext uri="{FF2B5EF4-FFF2-40B4-BE49-F238E27FC236}">
                <a16:creationId xmlns:a16="http://schemas.microsoft.com/office/drawing/2014/main" id="{0868BB7F-CBC0-7280-7273-978205BBAF03}"/>
              </a:ext>
            </a:extLst>
          </p:cNvPr>
          <p:cNvSpPr/>
          <p:nvPr/>
        </p:nvSpPr>
        <p:spPr>
          <a:xfrm>
            <a:off x="1358639" y="166045"/>
            <a:ext cx="183276" cy="81142"/>
          </a:xfrm>
          <a:custGeom>
            <a:avLst/>
            <a:gdLst>
              <a:gd name="connsiteX0" fmla="*/ 0 w 183276"/>
              <a:gd name="connsiteY0" fmla="*/ 3807 h 94224"/>
              <a:gd name="connsiteX1" fmla="*/ 180740 w 183276"/>
              <a:gd name="connsiteY1" fmla="*/ 94225 h 94224"/>
              <a:gd name="connsiteX2" fmla="*/ 183276 w 183276"/>
              <a:gd name="connsiteY2" fmla="*/ 90418 h 94224"/>
              <a:gd name="connsiteX3" fmla="*/ 2537 w 183276"/>
              <a:gd name="connsiteY3" fmla="*/ 0 h 94224"/>
              <a:gd name="connsiteX4" fmla="*/ 0 w 183276"/>
              <a:gd name="connsiteY4" fmla="*/ 3807 h 942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3276" h="94224">
                <a:moveTo>
                  <a:pt x="0" y="3807"/>
                </a:moveTo>
                <a:lnTo>
                  <a:pt x="180740" y="94225"/>
                </a:lnTo>
                <a:cubicBezTo>
                  <a:pt x="181374" y="92797"/>
                  <a:pt x="182484" y="91845"/>
                  <a:pt x="183276" y="90418"/>
                </a:cubicBezTo>
                <a:lnTo>
                  <a:pt x="2537" y="0"/>
                </a:lnTo>
                <a:cubicBezTo>
                  <a:pt x="1903" y="1428"/>
                  <a:pt x="793" y="2538"/>
                  <a:pt x="0" y="3807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13" name="Freeform 212">
            <a:extLst>
              <a:ext uri="{FF2B5EF4-FFF2-40B4-BE49-F238E27FC236}">
                <a16:creationId xmlns:a16="http://schemas.microsoft.com/office/drawing/2014/main" id="{4AF67E48-E10A-9398-7E93-0C4DA3BBF181}"/>
              </a:ext>
            </a:extLst>
          </p:cNvPr>
          <p:cNvSpPr/>
          <p:nvPr/>
        </p:nvSpPr>
        <p:spPr>
          <a:xfrm>
            <a:off x="194929" y="185715"/>
            <a:ext cx="1095377" cy="1440891"/>
          </a:xfrm>
          <a:custGeom>
            <a:avLst/>
            <a:gdLst>
              <a:gd name="connsiteX0" fmla="*/ 1095378 w 1095377"/>
              <a:gd name="connsiteY0" fmla="*/ 2538 h 1673199"/>
              <a:gd name="connsiteX1" fmla="*/ 1091731 w 1095377"/>
              <a:gd name="connsiteY1" fmla="*/ 0 h 1673199"/>
              <a:gd name="connsiteX2" fmla="*/ 0 w 1095377"/>
              <a:gd name="connsiteY2" fmla="*/ 1670662 h 1673199"/>
              <a:gd name="connsiteX3" fmla="*/ 3646 w 1095377"/>
              <a:gd name="connsiteY3" fmla="*/ 1673200 h 1673199"/>
              <a:gd name="connsiteX4" fmla="*/ 1095378 w 1095377"/>
              <a:gd name="connsiteY4" fmla="*/ 2538 h 16731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95377" h="1673199">
                <a:moveTo>
                  <a:pt x="1095378" y="2538"/>
                </a:moveTo>
                <a:cubicBezTo>
                  <a:pt x="1094109" y="1745"/>
                  <a:pt x="1092841" y="952"/>
                  <a:pt x="1091731" y="0"/>
                </a:cubicBezTo>
                <a:lnTo>
                  <a:pt x="0" y="1670662"/>
                </a:lnTo>
                <a:cubicBezTo>
                  <a:pt x="1268" y="1671455"/>
                  <a:pt x="2378" y="1672248"/>
                  <a:pt x="3646" y="1673200"/>
                </a:cubicBezTo>
                <a:lnTo>
                  <a:pt x="1095378" y="2538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14" name="Freeform 213">
            <a:extLst>
              <a:ext uri="{FF2B5EF4-FFF2-40B4-BE49-F238E27FC236}">
                <a16:creationId xmlns:a16="http://schemas.microsoft.com/office/drawing/2014/main" id="{B92B8CEB-0E53-C986-03AA-B46F10C41604}"/>
              </a:ext>
            </a:extLst>
          </p:cNvPr>
          <p:cNvSpPr/>
          <p:nvPr/>
        </p:nvSpPr>
        <p:spPr>
          <a:xfrm>
            <a:off x="200637" y="316741"/>
            <a:ext cx="1353644" cy="1331472"/>
          </a:xfrm>
          <a:custGeom>
            <a:avLst/>
            <a:gdLst>
              <a:gd name="connsiteX0" fmla="*/ 0 w 1353644"/>
              <a:gd name="connsiteY0" fmla="*/ 1543602 h 1546139"/>
              <a:gd name="connsiteX1" fmla="*/ 3647 w 1353644"/>
              <a:gd name="connsiteY1" fmla="*/ 1546140 h 1546139"/>
              <a:gd name="connsiteX2" fmla="*/ 1353645 w 1353644"/>
              <a:gd name="connsiteY2" fmla="*/ 2538 h 1546139"/>
              <a:gd name="connsiteX3" fmla="*/ 1349998 w 1353644"/>
              <a:gd name="connsiteY3" fmla="*/ 0 h 1546139"/>
              <a:gd name="connsiteX4" fmla="*/ 0 w 1353644"/>
              <a:gd name="connsiteY4" fmla="*/ 1543602 h 15461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53644" h="1546139">
                <a:moveTo>
                  <a:pt x="0" y="1543602"/>
                </a:moveTo>
                <a:cubicBezTo>
                  <a:pt x="1110" y="1544553"/>
                  <a:pt x="2695" y="1545029"/>
                  <a:pt x="3647" y="1546140"/>
                </a:cubicBezTo>
                <a:lnTo>
                  <a:pt x="1353645" y="2538"/>
                </a:lnTo>
                <a:cubicBezTo>
                  <a:pt x="1352535" y="1586"/>
                  <a:pt x="1351108" y="1110"/>
                  <a:pt x="1349998" y="0"/>
                </a:cubicBezTo>
                <a:lnTo>
                  <a:pt x="0" y="1543602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15" name="Freeform 214">
            <a:extLst>
              <a:ext uri="{FF2B5EF4-FFF2-40B4-BE49-F238E27FC236}">
                <a16:creationId xmlns:a16="http://schemas.microsoft.com/office/drawing/2014/main" id="{88C86A35-24B9-84B6-5673-C1810CE363D1}"/>
              </a:ext>
            </a:extLst>
          </p:cNvPr>
          <p:cNvSpPr/>
          <p:nvPr/>
        </p:nvSpPr>
        <p:spPr>
          <a:xfrm>
            <a:off x="33056" y="1945208"/>
            <a:ext cx="122712" cy="302712"/>
          </a:xfrm>
          <a:custGeom>
            <a:avLst/>
            <a:gdLst>
              <a:gd name="connsiteX0" fmla="*/ 118274 w 122712"/>
              <a:gd name="connsiteY0" fmla="*/ 0 h 351517"/>
              <a:gd name="connsiteX1" fmla="*/ 0 w 122712"/>
              <a:gd name="connsiteY1" fmla="*/ 338193 h 351517"/>
              <a:gd name="connsiteX2" fmla="*/ 0 w 122712"/>
              <a:gd name="connsiteY2" fmla="*/ 351518 h 351517"/>
              <a:gd name="connsiteX3" fmla="*/ 122713 w 122712"/>
              <a:gd name="connsiteY3" fmla="*/ 952 h 351517"/>
              <a:gd name="connsiteX4" fmla="*/ 118274 w 122712"/>
              <a:gd name="connsiteY4" fmla="*/ 0 h 3515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712" h="351517">
                <a:moveTo>
                  <a:pt x="118274" y="0"/>
                </a:moveTo>
                <a:lnTo>
                  <a:pt x="0" y="338193"/>
                </a:lnTo>
                <a:lnTo>
                  <a:pt x="0" y="351518"/>
                </a:lnTo>
                <a:lnTo>
                  <a:pt x="122713" y="952"/>
                </a:lnTo>
                <a:cubicBezTo>
                  <a:pt x="121286" y="476"/>
                  <a:pt x="119700" y="635"/>
                  <a:pt x="118274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16" name="Freeform 215">
            <a:extLst>
              <a:ext uri="{FF2B5EF4-FFF2-40B4-BE49-F238E27FC236}">
                <a16:creationId xmlns:a16="http://schemas.microsoft.com/office/drawing/2014/main" id="{0D2DD72B-996D-4299-95BC-C3B8F78F3E23}"/>
              </a:ext>
            </a:extLst>
          </p:cNvPr>
          <p:cNvSpPr/>
          <p:nvPr/>
        </p:nvSpPr>
        <p:spPr>
          <a:xfrm>
            <a:off x="33056" y="1933787"/>
            <a:ext cx="101943" cy="83600"/>
          </a:xfrm>
          <a:custGeom>
            <a:avLst/>
            <a:gdLst>
              <a:gd name="connsiteX0" fmla="*/ 100992 w 101943"/>
              <a:gd name="connsiteY0" fmla="*/ 0 h 97079"/>
              <a:gd name="connsiteX1" fmla="*/ 21720 w 101943"/>
              <a:gd name="connsiteY1" fmla="*/ 70431 h 97079"/>
              <a:gd name="connsiteX2" fmla="*/ 0 w 101943"/>
              <a:gd name="connsiteY2" fmla="*/ 90893 h 97079"/>
              <a:gd name="connsiteX3" fmla="*/ 0 w 101943"/>
              <a:gd name="connsiteY3" fmla="*/ 97080 h 97079"/>
              <a:gd name="connsiteX4" fmla="*/ 101944 w 101943"/>
              <a:gd name="connsiteY4" fmla="*/ 952 h 97079"/>
              <a:gd name="connsiteX5" fmla="*/ 100992 w 101943"/>
              <a:gd name="connsiteY5" fmla="*/ 0 h 970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1943" h="97079">
                <a:moveTo>
                  <a:pt x="100992" y="0"/>
                </a:moveTo>
                <a:lnTo>
                  <a:pt x="21720" y="70431"/>
                </a:lnTo>
                <a:lnTo>
                  <a:pt x="0" y="90893"/>
                </a:lnTo>
                <a:lnTo>
                  <a:pt x="0" y="97080"/>
                </a:lnTo>
                <a:lnTo>
                  <a:pt x="101944" y="952"/>
                </a:lnTo>
                <a:cubicBezTo>
                  <a:pt x="101944" y="952"/>
                  <a:pt x="101309" y="317"/>
                  <a:pt x="100992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17" name="Freeform 216">
            <a:extLst>
              <a:ext uri="{FF2B5EF4-FFF2-40B4-BE49-F238E27FC236}">
                <a16:creationId xmlns:a16="http://schemas.microsoft.com/office/drawing/2014/main" id="{8FAF7C91-B4A3-75CF-92C1-660D4DC073F8}"/>
              </a:ext>
            </a:extLst>
          </p:cNvPr>
          <p:cNvSpPr/>
          <p:nvPr/>
        </p:nvSpPr>
        <p:spPr>
          <a:xfrm>
            <a:off x="33056" y="1929979"/>
            <a:ext cx="100992" cy="80595"/>
          </a:xfrm>
          <a:custGeom>
            <a:avLst/>
            <a:gdLst>
              <a:gd name="connsiteX0" fmla="*/ 100992 w 100992"/>
              <a:gd name="connsiteY0" fmla="*/ 3807 h 93589"/>
              <a:gd name="connsiteX1" fmla="*/ 98456 w 100992"/>
              <a:gd name="connsiteY1" fmla="*/ 0 h 93589"/>
              <a:gd name="connsiteX2" fmla="*/ 0 w 100992"/>
              <a:gd name="connsiteY2" fmla="*/ 87562 h 93589"/>
              <a:gd name="connsiteX3" fmla="*/ 0 w 100992"/>
              <a:gd name="connsiteY3" fmla="*/ 93590 h 93589"/>
              <a:gd name="connsiteX4" fmla="*/ 21720 w 100992"/>
              <a:gd name="connsiteY4" fmla="*/ 74238 h 93589"/>
              <a:gd name="connsiteX5" fmla="*/ 100992 w 100992"/>
              <a:gd name="connsiteY5" fmla="*/ 3807 h 935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0992" h="93589">
                <a:moveTo>
                  <a:pt x="100992" y="3807"/>
                </a:moveTo>
                <a:cubicBezTo>
                  <a:pt x="99882" y="2697"/>
                  <a:pt x="99407" y="1269"/>
                  <a:pt x="98456" y="0"/>
                </a:cubicBezTo>
                <a:lnTo>
                  <a:pt x="0" y="87562"/>
                </a:lnTo>
                <a:lnTo>
                  <a:pt x="0" y="93590"/>
                </a:lnTo>
                <a:lnTo>
                  <a:pt x="21720" y="74238"/>
                </a:lnTo>
                <a:lnTo>
                  <a:pt x="100992" y="3807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18" name="Freeform 217">
            <a:extLst>
              <a:ext uri="{FF2B5EF4-FFF2-40B4-BE49-F238E27FC236}">
                <a16:creationId xmlns:a16="http://schemas.microsoft.com/office/drawing/2014/main" id="{6ACDC3F1-F69B-1318-0D5A-E65F9511ECF1}"/>
              </a:ext>
            </a:extLst>
          </p:cNvPr>
          <p:cNvSpPr/>
          <p:nvPr/>
        </p:nvSpPr>
        <p:spPr>
          <a:xfrm>
            <a:off x="33056" y="4640125"/>
            <a:ext cx="589940" cy="1120147"/>
          </a:xfrm>
          <a:custGeom>
            <a:avLst/>
            <a:gdLst>
              <a:gd name="connsiteX0" fmla="*/ 586136 w 589940"/>
              <a:gd name="connsiteY0" fmla="*/ 0 h 1300743"/>
              <a:gd name="connsiteX1" fmla="*/ 0 w 589940"/>
              <a:gd name="connsiteY1" fmla="*/ 1290115 h 1300743"/>
              <a:gd name="connsiteX2" fmla="*/ 0 w 589940"/>
              <a:gd name="connsiteY2" fmla="*/ 1300743 h 1300743"/>
              <a:gd name="connsiteX3" fmla="*/ 589941 w 589940"/>
              <a:gd name="connsiteY3" fmla="*/ 2221 h 1300743"/>
              <a:gd name="connsiteX4" fmla="*/ 586136 w 589940"/>
              <a:gd name="connsiteY4" fmla="*/ 0 h 13007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89940" h="1300743">
                <a:moveTo>
                  <a:pt x="586136" y="0"/>
                </a:moveTo>
                <a:lnTo>
                  <a:pt x="0" y="1290115"/>
                </a:lnTo>
                <a:lnTo>
                  <a:pt x="0" y="1300743"/>
                </a:lnTo>
                <a:lnTo>
                  <a:pt x="589941" y="2221"/>
                </a:lnTo>
                <a:cubicBezTo>
                  <a:pt x="588514" y="1586"/>
                  <a:pt x="587404" y="634"/>
                  <a:pt x="586136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19" name="Freeform 218">
            <a:extLst>
              <a:ext uri="{FF2B5EF4-FFF2-40B4-BE49-F238E27FC236}">
                <a16:creationId xmlns:a16="http://schemas.microsoft.com/office/drawing/2014/main" id="{83B50EEB-C93F-89C9-E405-E3E6FCA56CC1}"/>
              </a:ext>
            </a:extLst>
          </p:cNvPr>
          <p:cNvSpPr/>
          <p:nvPr/>
        </p:nvSpPr>
        <p:spPr>
          <a:xfrm>
            <a:off x="32898" y="4306690"/>
            <a:ext cx="564890" cy="232225"/>
          </a:xfrm>
          <a:custGeom>
            <a:avLst/>
            <a:gdLst>
              <a:gd name="connsiteX0" fmla="*/ 564891 w 564890"/>
              <a:gd name="connsiteY0" fmla="*/ 266018 h 269666"/>
              <a:gd name="connsiteX1" fmla="*/ 0 w 564890"/>
              <a:gd name="connsiteY1" fmla="*/ 0 h 269666"/>
              <a:gd name="connsiteX2" fmla="*/ 0 w 564890"/>
              <a:gd name="connsiteY2" fmla="*/ 4917 h 269666"/>
              <a:gd name="connsiteX3" fmla="*/ 562354 w 564890"/>
              <a:gd name="connsiteY3" fmla="*/ 269666 h 269666"/>
              <a:gd name="connsiteX4" fmla="*/ 564891 w 564890"/>
              <a:gd name="connsiteY4" fmla="*/ 265859 h 269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64890" h="269666">
                <a:moveTo>
                  <a:pt x="564891" y="266018"/>
                </a:moveTo>
                <a:lnTo>
                  <a:pt x="0" y="0"/>
                </a:lnTo>
                <a:lnTo>
                  <a:pt x="0" y="4917"/>
                </a:lnTo>
                <a:lnTo>
                  <a:pt x="562354" y="269666"/>
                </a:lnTo>
                <a:cubicBezTo>
                  <a:pt x="562988" y="268239"/>
                  <a:pt x="564098" y="267287"/>
                  <a:pt x="564891" y="265859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0" name="Freeform 219">
            <a:extLst>
              <a:ext uri="{FF2B5EF4-FFF2-40B4-BE49-F238E27FC236}">
                <a16:creationId xmlns:a16="http://schemas.microsoft.com/office/drawing/2014/main" id="{7A9D9DAE-8B03-BA22-749F-3939668090DB}"/>
              </a:ext>
            </a:extLst>
          </p:cNvPr>
          <p:cNvSpPr/>
          <p:nvPr/>
        </p:nvSpPr>
        <p:spPr>
          <a:xfrm>
            <a:off x="33056" y="3983884"/>
            <a:ext cx="574878" cy="498055"/>
          </a:xfrm>
          <a:custGeom>
            <a:avLst/>
            <a:gdLst>
              <a:gd name="connsiteX0" fmla="*/ 574879 w 574878"/>
              <a:gd name="connsiteY0" fmla="*/ 575182 h 578354"/>
              <a:gd name="connsiteX1" fmla="*/ 0 w 574878"/>
              <a:gd name="connsiteY1" fmla="*/ 0 h 578354"/>
              <a:gd name="connsiteX2" fmla="*/ 0 w 574878"/>
              <a:gd name="connsiteY2" fmla="*/ 6186 h 578354"/>
              <a:gd name="connsiteX3" fmla="*/ 571867 w 574878"/>
              <a:gd name="connsiteY3" fmla="*/ 578355 h 578354"/>
              <a:gd name="connsiteX4" fmla="*/ 574879 w 574878"/>
              <a:gd name="connsiteY4" fmla="*/ 575182 h 5783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74878" h="578354">
                <a:moveTo>
                  <a:pt x="574879" y="575182"/>
                </a:moveTo>
                <a:lnTo>
                  <a:pt x="0" y="0"/>
                </a:lnTo>
                <a:lnTo>
                  <a:pt x="0" y="6186"/>
                </a:lnTo>
                <a:lnTo>
                  <a:pt x="571867" y="578355"/>
                </a:lnTo>
                <a:cubicBezTo>
                  <a:pt x="572818" y="577244"/>
                  <a:pt x="573928" y="576293"/>
                  <a:pt x="574879" y="57518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1" name="Freeform 220">
            <a:extLst>
              <a:ext uri="{FF2B5EF4-FFF2-40B4-BE49-F238E27FC236}">
                <a16:creationId xmlns:a16="http://schemas.microsoft.com/office/drawing/2014/main" id="{8932BCBE-0C4C-097E-0607-838B95907D39}"/>
              </a:ext>
            </a:extLst>
          </p:cNvPr>
          <p:cNvSpPr/>
          <p:nvPr/>
        </p:nvSpPr>
        <p:spPr>
          <a:xfrm>
            <a:off x="159574" y="3910598"/>
            <a:ext cx="455654" cy="556385"/>
          </a:xfrm>
          <a:custGeom>
            <a:avLst/>
            <a:gdLst>
              <a:gd name="connsiteX0" fmla="*/ 6342 w 455654"/>
              <a:gd name="connsiteY0" fmla="*/ 1428 h 646088"/>
              <a:gd name="connsiteX1" fmla="*/ 0 w 455654"/>
              <a:gd name="connsiteY1" fmla="*/ 0 h 646088"/>
              <a:gd name="connsiteX2" fmla="*/ 452008 w 455654"/>
              <a:gd name="connsiteY2" fmla="*/ 646089 h 646088"/>
              <a:gd name="connsiteX3" fmla="*/ 455654 w 455654"/>
              <a:gd name="connsiteY3" fmla="*/ 643551 h 646088"/>
              <a:gd name="connsiteX4" fmla="*/ 6342 w 455654"/>
              <a:gd name="connsiteY4" fmla="*/ 1269 h 6460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55654" h="646088">
                <a:moveTo>
                  <a:pt x="6342" y="1428"/>
                </a:moveTo>
                <a:lnTo>
                  <a:pt x="0" y="0"/>
                </a:lnTo>
                <a:lnTo>
                  <a:pt x="452008" y="646089"/>
                </a:lnTo>
                <a:cubicBezTo>
                  <a:pt x="453118" y="645137"/>
                  <a:pt x="454386" y="644344"/>
                  <a:pt x="455654" y="643551"/>
                </a:cubicBezTo>
                <a:lnTo>
                  <a:pt x="6342" y="1269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2" name="Freeform 221">
            <a:extLst>
              <a:ext uri="{FF2B5EF4-FFF2-40B4-BE49-F238E27FC236}">
                <a16:creationId xmlns:a16="http://schemas.microsoft.com/office/drawing/2014/main" id="{54FC8176-E3EC-5A5A-9F9D-8E26E542FE46}"/>
              </a:ext>
            </a:extLst>
          </p:cNvPr>
          <p:cNvSpPr/>
          <p:nvPr/>
        </p:nvSpPr>
        <p:spPr>
          <a:xfrm>
            <a:off x="33056" y="3722149"/>
            <a:ext cx="129212" cy="159006"/>
          </a:xfrm>
          <a:custGeom>
            <a:avLst/>
            <a:gdLst>
              <a:gd name="connsiteX0" fmla="*/ 129213 w 129212"/>
              <a:gd name="connsiteY0" fmla="*/ 184642 h 184642"/>
              <a:gd name="connsiteX1" fmla="*/ 0 w 129212"/>
              <a:gd name="connsiteY1" fmla="*/ 0 h 184642"/>
              <a:gd name="connsiteX2" fmla="*/ 0 w 129212"/>
              <a:gd name="connsiteY2" fmla="*/ 7614 h 184642"/>
              <a:gd name="connsiteX3" fmla="*/ 122713 w 129212"/>
              <a:gd name="connsiteY3" fmla="*/ 183214 h 184642"/>
              <a:gd name="connsiteX4" fmla="*/ 129213 w 129212"/>
              <a:gd name="connsiteY4" fmla="*/ 184642 h 184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9212" h="184642">
                <a:moveTo>
                  <a:pt x="129213" y="184642"/>
                </a:moveTo>
                <a:lnTo>
                  <a:pt x="0" y="0"/>
                </a:lnTo>
                <a:lnTo>
                  <a:pt x="0" y="7614"/>
                </a:lnTo>
                <a:lnTo>
                  <a:pt x="122713" y="183214"/>
                </a:lnTo>
                <a:lnTo>
                  <a:pt x="129213" y="184642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3" name="Freeform 222">
            <a:extLst>
              <a:ext uri="{FF2B5EF4-FFF2-40B4-BE49-F238E27FC236}">
                <a16:creationId xmlns:a16="http://schemas.microsoft.com/office/drawing/2014/main" id="{FA29AF04-548E-72B3-F0F6-1B8359F8D55D}"/>
              </a:ext>
            </a:extLst>
          </p:cNvPr>
          <p:cNvSpPr/>
          <p:nvPr/>
        </p:nvSpPr>
        <p:spPr>
          <a:xfrm>
            <a:off x="33056" y="4604910"/>
            <a:ext cx="561244" cy="117615"/>
          </a:xfrm>
          <a:custGeom>
            <a:avLst/>
            <a:gdLst>
              <a:gd name="connsiteX0" fmla="*/ 560293 w 561244"/>
              <a:gd name="connsiteY0" fmla="*/ 0 h 136577"/>
              <a:gd name="connsiteX1" fmla="*/ 0 w 561244"/>
              <a:gd name="connsiteY1" fmla="*/ 131978 h 136577"/>
              <a:gd name="connsiteX2" fmla="*/ 0 w 561244"/>
              <a:gd name="connsiteY2" fmla="*/ 136578 h 136577"/>
              <a:gd name="connsiteX3" fmla="*/ 561244 w 561244"/>
              <a:gd name="connsiteY3" fmla="*/ 4442 h 136577"/>
              <a:gd name="connsiteX4" fmla="*/ 560293 w 561244"/>
              <a:gd name="connsiteY4" fmla="*/ 158 h 136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61244" h="136577">
                <a:moveTo>
                  <a:pt x="560293" y="0"/>
                </a:moveTo>
                <a:lnTo>
                  <a:pt x="0" y="131978"/>
                </a:lnTo>
                <a:lnTo>
                  <a:pt x="0" y="136578"/>
                </a:lnTo>
                <a:lnTo>
                  <a:pt x="561244" y="4442"/>
                </a:lnTo>
                <a:cubicBezTo>
                  <a:pt x="560769" y="3014"/>
                  <a:pt x="560610" y="1586"/>
                  <a:pt x="560293" y="158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4" name="Freeform 223">
            <a:extLst>
              <a:ext uri="{FF2B5EF4-FFF2-40B4-BE49-F238E27FC236}">
                <a16:creationId xmlns:a16="http://schemas.microsoft.com/office/drawing/2014/main" id="{EE149CE7-7751-3DBA-4C26-49A1D13175C3}"/>
              </a:ext>
            </a:extLst>
          </p:cNvPr>
          <p:cNvSpPr/>
          <p:nvPr/>
        </p:nvSpPr>
        <p:spPr>
          <a:xfrm>
            <a:off x="656925" y="4102537"/>
            <a:ext cx="171702" cy="385085"/>
          </a:xfrm>
          <a:custGeom>
            <a:avLst/>
            <a:gdLst>
              <a:gd name="connsiteX0" fmla="*/ 167263 w 171702"/>
              <a:gd name="connsiteY0" fmla="*/ 0 h 447170"/>
              <a:gd name="connsiteX1" fmla="*/ 0 w 171702"/>
              <a:gd name="connsiteY1" fmla="*/ 446218 h 447170"/>
              <a:gd name="connsiteX2" fmla="*/ 4439 w 171702"/>
              <a:gd name="connsiteY2" fmla="*/ 447170 h 447170"/>
              <a:gd name="connsiteX3" fmla="*/ 171703 w 171702"/>
              <a:gd name="connsiteY3" fmla="*/ 952 h 447170"/>
              <a:gd name="connsiteX4" fmla="*/ 167263 w 171702"/>
              <a:gd name="connsiteY4" fmla="*/ 0 h 4471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1702" h="447170">
                <a:moveTo>
                  <a:pt x="167263" y="0"/>
                </a:moveTo>
                <a:lnTo>
                  <a:pt x="0" y="446218"/>
                </a:lnTo>
                <a:cubicBezTo>
                  <a:pt x="1427" y="446694"/>
                  <a:pt x="3012" y="446536"/>
                  <a:pt x="4439" y="447170"/>
                </a:cubicBezTo>
                <a:lnTo>
                  <a:pt x="171703" y="952"/>
                </a:lnTo>
                <a:cubicBezTo>
                  <a:pt x="170276" y="476"/>
                  <a:pt x="168690" y="635"/>
                  <a:pt x="167263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5" name="Freeform 224">
            <a:extLst>
              <a:ext uri="{FF2B5EF4-FFF2-40B4-BE49-F238E27FC236}">
                <a16:creationId xmlns:a16="http://schemas.microsoft.com/office/drawing/2014/main" id="{18137A0F-D5ED-36FD-BF21-DA3403EEF9D5}"/>
              </a:ext>
            </a:extLst>
          </p:cNvPr>
          <p:cNvSpPr/>
          <p:nvPr/>
        </p:nvSpPr>
        <p:spPr>
          <a:xfrm>
            <a:off x="401195" y="3958504"/>
            <a:ext cx="394931" cy="77317"/>
          </a:xfrm>
          <a:custGeom>
            <a:avLst/>
            <a:gdLst>
              <a:gd name="connsiteX0" fmla="*/ 394932 w 394931"/>
              <a:gd name="connsiteY0" fmla="*/ 85500 h 89782"/>
              <a:gd name="connsiteX1" fmla="*/ 0 w 394931"/>
              <a:gd name="connsiteY1" fmla="*/ 0 h 89782"/>
              <a:gd name="connsiteX2" fmla="*/ 1903 w 394931"/>
              <a:gd name="connsiteY2" fmla="*/ 4917 h 89782"/>
              <a:gd name="connsiteX3" fmla="*/ 394139 w 394931"/>
              <a:gd name="connsiteY3" fmla="*/ 89783 h 89782"/>
              <a:gd name="connsiteX4" fmla="*/ 394932 w 394931"/>
              <a:gd name="connsiteY4" fmla="*/ 85500 h 897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4931" h="89782">
                <a:moveTo>
                  <a:pt x="394932" y="85500"/>
                </a:moveTo>
                <a:lnTo>
                  <a:pt x="0" y="0"/>
                </a:lnTo>
                <a:lnTo>
                  <a:pt x="1903" y="4917"/>
                </a:lnTo>
                <a:lnTo>
                  <a:pt x="394139" y="89783"/>
                </a:lnTo>
                <a:cubicBezTo>
                  <a:pt x="394456" y="88355"/>
                  <a:pt x="394615" y="86928"/>
                  <a:pt x="394932" y="8550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6" name="Freeform 225">
            <a:extLst>
              <a:ext uri="{FF2B5EF4-FFF2-40B4-BE49-F238E27FC236}">
                <a16:creationId xmlns:a16="http://schemas.microsoft.com/office/drawing/2014/main" id="{CB6539C0-E3EA-F4D3-DECB-A93122E7C5F3}"/>
              </a:ext>
            </a:extLst>
          </p:cNvPr>
          <p:cNvSpPr/>
          <p:nvPr/>
        </p:nvSpPr>
        <p:spPr>
          <a:xfrm>
            <a:off x="33056" y="3878873"/>
            <a:ext cx="364967" cy="71853"/>
          </a:xfrm>
          <a:custGeom>
            <a:avLst/>
            <a:gdLst>
              <a:gd name="connsiteX0" fmla="*/ 132860 w 364967"/>
              <a:gd name="connsiteY0" fmla="*/ 33153 h 83437"/>
              <a:gd name="connsiteX1" fmla="*/ 364967 w 364967"/>
              <a:gd name="connsiteY1" fmla="*/ 83438 h 83437"/>
              <a:gd name="connsiteX2" fmla="*/ 363065 w 364967"/>
              <a:gd name="connsiteY2" fmla="*/ 78520 h 83437"/>
              <a:gd name="connsiteX3" fmla="*/ 129213 w 364967"/>
              <a:gd name="connsiteY3" fmla="*/ 27918 h 83437"/>
              <a:gd name="connsiteX4" fmla="*/ 122713 w 364967"/>
              <a:gd name="connsiteY4" fmla="*/ 26491 h 83437"/>
              <a:gd name="connsiteX5" fmla="*/ 0 w 364967"/>
              <a:gd name="connsiteY5" fmla="*/ 0 h 83437"/>
              <a:gd name="connsiteX6" fmla="*/ 0 w 364967"/>
              <a:gd name="connsiteY6" fmla="*/ 4442 h 83437"/>
              <a:gd name="connsiteX7" fmla="*/ 126518 w 364967"/>
              <a:gd name="connsiteY7" fmla="*/ 31725 h 83437"/>
              <a:gd name="connsiteX8" fmla="*/ 132860 w 364967"/>
              <a:gd name="connsiteY8" fmla="*/ 33153 h 834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64967" h="83437">
                <a:moveTo>
                  <a:pt x="132860" y="33153"/>
                </a:moveTo>
                <a:lnTo>
                  <a:pt x="364967" y="83438"/>
                </a:lnTo>
                <a:lnTo>
                  <a:pt x="363065" y="78520"/>
                </a:lnTo>
                <a:lnTo>
                  <a:pt x="129213" y="27918"/>
                </a:lnTo>
                <a:lnTo>
                  <a:pt x="122713" y="26491"/>
                </a:lnTo>
                <a:lnTo>
                  <a:pt x="0" y="0"/>
                </a:lnTo>
                <a:lnTo>
                  <a:pt x="0" y="4442"/>
                </a:lnTo>
                <a:lnTo>
                  <a:pt x="126518" y="31725"/>
                </a:lnTo>
                <a:lnTo>
                  <a:pt x="132860" y="33153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7" name="Freeform 226">
            <a:extLst>
              <a:ext uri="{FF2B5EF4-FFF2-40B4-BE49-F238E27FC236}">
                <a16:creationId xmlns:a16="http://schemas.microsoft.com/office/drawing/2014/main" id="{1FD04D93-BDFA-9626-ED7D-7439E48EEC63}"/>
              </a:ext>
            </a:extLst>
          </p:cNvPr>
          <p:cNvSpPr/>
          <p:nvPr/>
        </p:nvSpPr>
        <p:spPr>
          <a:xfrm>
            <a:off x="319228" y="3742771"/>
            <a:ext cx="483082" cy="249983"/>
          </a:xfrm>
          <a:custGeom>
            <a:avLst/>
            <a:gdLst>
              <a:gd name="connsiteX0" fmla="*/ 483082 w 483082"/>
              <a:gd name="connsiteY0" fmla="*/ 287115 h 290287"/>
              <a:gd name="connsiteX1" fmla="*/ 478484 w 483082"/>
              <a:gd name="connsiteY1" fmla="*/ 283784 h 290287"/>
              <a:gd name="connsiteX2" fmla="*/ 0 w 483082"/>
              <a:gd name="connsiteY2" fmla="*/ 0 h 290287"/>
              <a:gd name="connsiteX3" fmla="*/ 2537 w 483082"/>
              <a:gd name="connsiteY3" fmla="*/ 6662 h 290287"/>
              <a:gd name="connsiteX4" fmla="*/ 480863 w 483082"/>
              <a:gd name="connsiteY4" fmla="*/ 290288 h 290287"/>
              <a:gd name="connsiteX5" fmla="*/ 483082 w 483082"/>
              <a:gd name="connsiteY5" fmla="*/ 286957 h 2902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83082" h="290287">
                <a:moveTo>
                  <a:pt x="483082" y="287115"/>
                </a:moveTo>
                <a:lnTo>
                  <a:pt x="478484" y="283784"/>
                </a:lnTo>
                <a:lnTo>
                  <a:pt x="0" y="0"/>
                </a:lnTo>
                <a:lnTo>
                  <a:pt x="2537" y="6662"/>
                </a:lnTo>
                <a:lnTo>
                  <a:pt x="480863" y="290288"/>
                </a:lnTo>
                <a:cubicBezTo>
                  <a:pt x="481497" y="289177"/>
                  <a:pt x="482448" y="288067"/>
                  <a:pt x="483082" y="286957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8" name="Freeform 227">
            <a:extLst>
              <a:ext uri="{FF2B5EF4-FFF2-40B4-BE49-F238E27FC236}">
                <a16:creationId xmlns:a16="http://schemas.microsoft.com/office/drawing/2014/main" id="{0A3EE26D-79B1-57A9-7956-5893AF5A3F65}"/>
              </a:ext>
            </a:extLst>
          </p:cNvPr>
          <p:cNvSpPr/>
          <p:nvPr/>
        </p:nvSpPr>
        <p:spPr>
          <a:xfrm>
            <a:off x="33056" y="3573198"/>
            <a:ext cx="282524" cy="148761"/>
          </a:xfrm>
          <a:custGeom>
            <a:avLst/>
            <a:gdLst>
              <a:gd name="connsiteX0" fmla="*/ 279988 w 282524"/>
              <a:gd name="connsiteY0" fmla="*/ 166083 h 172745"/>
              <a:gd name="connsiteX1" fmla="*/ 0 w 282524"/>
              <a:gd name="connsiteY1" fmla="*/ 0 h 172745"/>
              <a:gd name="connsiteX2" fmla="*/ 0 w 282524"/>
              <a:gd name="connsiteY2" fmla="*/ 5076 h 172745"/>
              <a:gd name="connsiteX3" fmla="*/ 282525 w 282524"/>
              <a:gd name="connsiteY3" fmla="*/ 172745 h 172745"/>
              <a:gd name="connsiteX4" fmla="*/ 279988 w 282524"/>
              <a:gd name="connsiteY4" fmla="*/ 166083 h 1727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524" h="172745">
                <a:moveTo>
                  <a:pt x="279988" y="166083"/>
                </a:moveTo>
                <a:lnTo>
                  <a:pt x="0" y="0"/>
                </a:lnTo>
                <a:lnTo>
                  <a:pt x="0" y="5076"/>
                </a:lnTo>
                <a:lnTo>
                  <a:pt x="282525" y="172745"/>
                </a:lnTo>
                <a:lnTo>
                  <a:pt x="279988" y="166083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9" name="Freeform 228">
            <a:extLst>
              <a:ext uri="{FF2B5EF4-FFF2-40B4-BE49-F238E27FC236}">
                <a16:creationId xmlns:a16="http://schemas.microsoft.com/office/drawing/2014/main" id="{290F4F48-BF98-BE87-FED2-2D7753886D80}"/>
              </a:ext>
            </a:extLst>
          </p:cNvPr>
          <p:cNvSpPr/>
          <p:nvPr/>
        </p:nvSpPr>
        <p:spPr>
          <a:xfrm>
            <a:off x="182404" y="1945524"/>
            <a:ext cx="523986" cy="1432285"/>
          </a:xfrm>
          <a:custGeom>
            <a:avLst/>
            <a:gdLst>
              <a:gd name="connsiteX0" fmla="*/ 523986 w 523986"/>
              <a:gd name="connsiteY0" fmla="*/ 1663207 h 1663206"/>
              <a:gd name="connsiteX1" fmla="*/ 4439 w 523986"/>
              <a:gd name="connsiteY1" fmla="*/ 0 h 1663206"/>
              <a:gd name="connsiteX2" fmla="*/ 0 w 523986"/>
              <a:gd name="connsiteY2" fmla="*/ 952 h 1663206"/>
              <a:gd name="connsiteX3" fmla="*/ 517803 w 523986"/>
              <a:gd name="connsiteY3" fmla="*/ 1658924 h 1663206"/>
              <a:gd name="connsiteX4" fmla="*/ 523828 w 523986"/>
              <a:gd name="connsiteY4" fmla="*/ 1663207 h 16632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3986" h="1663206">
                <a:moveTo>
                  <a:pt x="523986" y="1663207"/>
                </a:moveTo>
                <a:lnTo>
                  <a:pt x="4439" y="0"/>
                </a:lnTo>
                <a:cubicBezTo>
                  <a:pt x="3012" y="476"/>
                  <a:pt x="1427" y="476"/>
                  <a:pt x="0" y="952"/>
                </a:cubicBezTo>
                <a:lnTo>
                  <a:pt x="517803" y="1658924"/>
                </a:lnTo>
                <a:lnTo>
                  <a:pt x="523828" y="1663207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30" name="Freeform 229">
            <a:extLst>
              <a:ext uri="{FF2B5EF4-FFF2-40B4-BE49-F238E27FC236}">
                <a16:creationId xmlns:a16="http://schemas.microsoft.com/office/drawing/2014/main" id="{2999A0BA-82AA-21B7-0302-3477CC86DE21}"/>
              </a:ext>
            </a:extLst>
          </p:cNvPr>
          <p:cNvSpPr/>
          <p:nvPr/>
        </p:nvSpPr>
        <p:spPr>
          <a:xfrm>
            <a:off x="702427" y="3611428"/>
            <a:ext cx="36623" cy="87972"/>
          </a:xfrm>
          <a:custGeom>
            <a:avLst/>
            <a:gdLst>
              <a:gd name="connsiteX0" fmla="*/ 36624 w 36623"/>
              <a:gd name="connsiteY0" fmla="*/ 102156 h 102155"/>
              <a:gd name="connsiteX1" fmla="*/ 6025 w 36623"/>
              <a:gd name="connsiteY1" fmla="*/ 4283 h 102155"/>
              <a:gd name="connsiteX2" fmla="*/ 0 w 36623"/>
              <a:gd name="connsiteY2" fmla="*/ 0 h 102155"/>
              <a:gd name="connsiteX3" fmla="*/ 31233 w 36623"/>
              <a:gd name="connsiteY3" fmla="*/ 99776 h 102155"/>
              <a:gd name="connsiteX4" fmla="*/ 36624 w 36623"/>
              <a:gd name="connsiteY4" fmla="*/ 102156 h 1021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623" h="102155">
                <a:moveTo>
                  <a:pt x="36624" y="102156"/>
                </a:moveTo>
                <a:lnTo>
                  <a:pt x="6025" y="4283"/>
                </a:lnTo>
                <a:lnTo>
                  <a:pt x="0" y="0"/>
                </a:lnTo>
                <a:lnTo>
                  <a:pt x="31233" y="99776"/>
                </a:lnTo>
                <a:lnTo>
                  <a:pt x="36624" y="102156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31" name="Freeform 230">
            <a:extLst>
              <a:ext uri="{FF2B5EF4-FFF2-40B4-BE49-F238E27FC236}">
                <a16:creationId xmlns:a16="http://schemas.microsoft.com/office/drawing/2014/main" id="{09D73B7B-7136-FA85-96C8-ACFA7DB1D3F0}"/>
              </a:ext>
            </a:extLst>
          </p:cNvPr>
          <p:cNvSpPr/>
          <p:nvPr/>
        </p:nvSpPr>
        <p:spPr>
          <a:xfrm>
            <a:off x="735404" y="3716756"/>
            <a:ext cx="5549" cy="45719"/>
          </a:xfrm>
          <a:custGeom>
            <a:avLst/>
            <a:gdLst>
              <a:gd name="connsiteX0" fmla="*/ 5549 w 5549"/>
              <a:gd name="connsiteY0" fmla="*/ 2855 h 2855"/>
              <a:gd name="connsiteX1" fmla="*/ 5390 w 5549"/>
              <a:gd name="connsiteY1" fmla="*/ 2538 h 2855"/>
              <a:gd name="connsiteX2" fmla="*/ 0 w 5549"/>
              <a:gd name="connsiteY2" fmla="*/ 0 h 2855"/>
              <a:gd name="connsiteX3" fmla="*/ 159 w 5549"/>
              <a:gd name="connsiteY3" fmla="*/ 476 h 2855"/>
              <a:gd name="connsiteX4" fmla="*/ 5549 w 5549"/>
              <a:gd name="connsiteY4" fmla="*/ 2855 h 28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49" h="2855">
                <a:moveTo>
                  <a:pt x="5549" y="2855"/>
                </a:moveTo>
                <a:lnTo>
                  <a:pt x="5390" y="2538"/>
                </a:lnTo>
                <a:lnTo>
                  <a:pt x="0" y="0"/>
                </a:lnTo>
                <a:lnTo>
                  <a:pt x="159" y="476"/>
                </a:lnTo>
                <a:lnTo>
                  <a:pt x="5549" y="285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32" name="Freeform 231">
            <a:extLst>
              <a:ext uri="{FF2B5EF4-FFF2-40B4-BE49-F238E27FC236}">
                <a16:creationId xmlns:a16="http://schemas.microsoft.com/office/drawing/2014/main" id="{4D13084E-242C-9CB8-FAB6-8F93A19019F0}"/>
              </a:ext>
            </a:extLst>
          </p:cNvPr>
          <p:cNvSpPr/>
          <p:nvPr/>
        </p:nvSpPr>
        <p:spPr>
          <a:xfrm>
            <a:off x="737307" y="3722625"/>
            <a:ext cx="94016" cy="247115"/>
          </a:xfrm>
          <a:custGeom>
            <a:avLst/>
            <a:gdLst>
              <a:gd name="connsiteX0" fmla="*/ 94016 w 94016"/>
              <a:gd name="connsiteY0" fmla="*/ 286164 h 286956"/>
              <a:gd name="connsiteX1" fmla="*/ 5390 w 94016"/>
              <a:gd name="connsiteY1" fmla="*/ 2380 h 286956"/>
              <a:gd name="connsiteX2" fmla="*/ 0 w 94016"/>
              <a:gd name="connsiteY2" fmla="*/ 0 h 286956"/>
              <a:gd name="connsiteX3" fmla="*/ 89577 w 94016"/>
              <a:gd name="connsiteY3" fmla="*/ 286957 h 286956"/>
              <a:gd name="connsiteX4" fmla="*/ 94016 w 94016"/>
              <a:gd name="connsiteY4" fmla="*/ 286005 h 2869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4016" h="286956">
                <a:moveTo>
                  <a:pt x="94016" y="286164"/>
                </a:moveTo>
                <a:lnTo>
                  <a:pt x="5390" y="2380"/>
                </a:lnTo>
                <a:lnTo>
                  <a:pt x="0" y="0"/>
                </a:lnTo>
                <a:lnTo>
                  <a:pt x="89577" y="286957"/>
                </a:lnTo>
                <a:cubicBezTo>
                  <a:pt x="91004" y="286481"/>
                  <a:pt x="92589" y="286481"/>
                  <a:pt x="94016" y="286005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33" name="Freeform 232">
            <a:extLst>
              <a:ext uri="{FF2B5EF4-FFF2-40B4-BE49-F238E27FC236}">
                <a16:creationId xmlns:a16="http://schemas.microsoft.com/office/drawing/2014/main" id="{7779FAF3-EB73-FA1C-5F0C-71C0CCA3D25C}"/>
              </a:ext>
            </a:extLst>
          </p:cNvPr>
          <p:cNvSpPr/>
          <p:nvPr/>
        </p:nvSpPr>
        <p:spPr>
          <a:xfrm>
            <a:off x="33056" y="3481194"/>
            <a:ext cx="251450" cy="157503"/>
          </a:xfrm>
          <a:custGeom>
            <a:avLst/>
            <a:gdLst>
              <a:gd name="connsiteX0" fmla="*/ 248596 w 251450"/>
              <a:gd name="connsiteY0" fmla="*/ 175600 h 182897"/>
              <a:gd name="connsiteX1" fmla="*/ 0 w 251450"/>
              <a:gd name="connsiteY1" fmla="*/ 0 h 182897"/>
              <a:gd name="connsiteX2" fmla="*/ 0 w 251450"/>
              <a:gd name="connsiteY2" fmla="*/ 5394 h 182897"/>
              <a:gd name="connsiteX3" fmla="*/ 251450 w 251450"/>
              <a:gd name="connsiteY3" fmla="*/ 182897 h 182897"/>
              <a:gd name="connsiteX4" fmla="*/ 248596 w 251450"/>
              <a:gd name="connsiteY4" fmla="*/ 175600 h 1828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1450" h="182897">
                <a:moveTo>
                  <a:pt x="248596" y="175600"/>
                </a:moveTo>
                <a:lnTo>
                  <a:pt x="0" y="0"/>
                </a:lnTo>
                <a:lnTo>
                  <a:pt x="0" y="5394"/>
                </a:lnTo>
                <a:lnTo>
                  <a:pt x="251450" y="182897"/>
                </a:lnTo>
                <a:lnTo>
                  <a:pt x="248596" y="17560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34" name="Freeform 233">
            <a:extLst>
              <a:ext uri="{FF2B5EF4-FFF2-40B4-BE49-F238E27FC236}">
                <a16:creationId xmlns:a16="http://schemas.microsoft.com/office/drawing/2014/main" id="{FCF4B7F0-020F-C41B-660D-20A90DBD9504}"/>
              </a:ext>
            </a:extLst>
          </p:cNvPr>
          <p:cNvSpPr/>
          <p:nvPr/>
        </p:nvSpPr>
        <p:spPr>
          <a:xfrm>
            <a:off x="288153" y="3661395"/>
            <a:ext cx="516534" cy="317329"/>
          </a:xfrm>
          <a:custGeom>
            <a:avLst/>
            <a:gdLst>
              <a:gd name="connsiteX0" fmla="*/ 514157 w 516534"/>
              <a:gd name="connsiteY0" fmla="*/ 368491 h 368491"/>
              <a:gd name="connsiteX1" fmla="*/ 516535 w 516534"/>
              <a:gd name="connsiteY1" fmla="*/ 364843 h 368491"/>
              <a:gd name="connsiteX2" fmla="*/ 0 w 516534"/>
              <a:gd name="connsiteY2" fmla="*/ 0 h 368491"/>
              <a:gd name="connsiteX3" fmla="*/ 2854 w 516534"/>
              <a:gd name="connsiteY3" fmla="*/ 7297 h 368491"/>
              <a:gd name="connsiteX4" fmla="*/ 509718 w 516534"/>
              <a:gd name="connsiteY4" fmla="*/ 365160 h 368491"/>
              <a:gd name="connsiteX5" fmla="*/ 514315 w 516534"/>
              <a:gd name="connsiteY5" fmla="*/ 368491 h 3684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16534" h="368491">
                <a:moveTo>
                  <a:pt x="514157" y="368491"/>
                </a:moveTo>
                <a:cubicBezTo>
                  <a:pt x="514950" y="367222"/>
                  <a:pt x="515742" y="365953"/>
                  <a:pt x="516535" y="364843"/>
                </a:cubicBezTo>
                <a:lnTo>
                  <a:pt x="0" y="0"/>
                </a:lnTo>
                <a:lnTo>
                  <a:pt x="2854" y="7297"/>
                </a:lnTo>
                <a:lnTo>
                  <a:pt x="509718" y="365160"/>
                </a:lnTo>
                <a:lnTo>
                  <a:pt x="514315" y="368491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36" name="Freeform 235">
            <a:extLst>
              <a:ext uri="{FF2B5EF4-FFF2-40B4-BE49-F238E27FC236}">
                <a16:creationId xmlns:a16="http://schemas.microsoft.com/office/drawing/2014/main" id="{44BAE946-4486-36FE-411B-7B9547A61A19}"/>
              </a:ext>
            </a:extLst>
          </p:cNvPr>
          <p:cNvSpPr/>
          <p:nvPr/>
        </p:nvSpPr>
        <p:spPr>
          <a:xfrm>
            <a:off x="2783312" y="7138504"/>
            <a:ext cx="74673" cy="319651"/>
          </a:xfrm>
          <a:custGeom>
            <a:avLst/>
            <a:gdLst>
              <a:gd name="connsiteX0" fmla="*/ 0 w 74673"/>
              <a:gd name="connsiteY0" fmla="*/ 351835 h 371187"/>
              <a:gd name="connsiteX1" fmla="*/ 634 w 74673"/>
              <a:gd name="connsiteY1" fmla="*/ 371188 h 371187"/>
              <a:gd name="connsiteX2" fmla="*/ 74674 w 74673"/>
              <a:gd name="connsiteY2" fmla="*/ 793 h 371187"/>
              <a:gd name="connsiteX3" fmla="*/ 71186 w 74673"/>
              <a:gd name="connsiteY3" fmla="*/ 0 h 371187"/>
              <a:gd name="connsiteX4" fmla="*/ 67857 w 74673"/>
              <a:gd name="connsiteY4" fmla="*/ 12373 h 371187"/>
              <a:gd name="connsiteX5" fmla="*/ 0 w 74673"/>
              <a:gd name="connsiteY5" fmla="*/ 351994 h 371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4673" h="371187">
                <a:moveTo>
                  <a:pt x="0" y="351835"/>
                </a:moveTo>
                <a:lnTo>
                  <a:pt x="634" y="371188"/>
                </a:lnTo>
                <a:lnTo>
                  <a:pt x="74674" y="793"/>
                </a:lnTo>
                <a:cubicBezTo>
                  <a:pt x="73406" y="634"/>
                  <a:pt x="72296" y="317"/>
                  <a:pt x="71186" y="0"/>
                </a:cubicBezTo>
                <a:lnTo>
                  <a:pt x="67857" y="12373"/>
                </a:lnTo>
                <a:lnTo>
                  <a:pt x="0" y="351994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38" name="Freeform 237">
            <a:extLst>
              <a:ext uri="{FF2B5EF4-FFF2-40B4-BE49-F238E27FC236}">
                <a16:creationId xmlns:a16="http://schemas.microsoft.com/office/drawing/2014/main" id="{C29B7A06-06CE-0A87-98EA-9281614E1980}"/>
              </a:ext>
            </a:extLst>
          </p:cNvPr>
          <p:cNvSpPr/>
          <p:nvPr/>
        </p:nvSpPr>
        <p:spPr>
          <a:xfrm>
            <a:off x="2779824" y="7138028"/>
            <a:ext cx="74832" cy="232225"/>
          </a:xfrm>
          <a:custGeom>
            <a:avLst/>
            <a:gdLst>
              <a:gd name="connsiteX0" fmla="*/ 0 w 74832"/>
              <a:gd name="connsiteY0" fmla="*/ 254914 h 269666"/>
              <a:gd name="connsiteX1" fmla="*/ 634 w 74832"/>
              <a:gd name="connsiteY1" fmla="*/ 269666 h 269666"/>
              <a:gd name="connsiteX2" fmla="*/ 71503 w 74832"/>
              <a:gd name="connsiteY2" fmla="*/ 12849 h 269666"/>
              <a:gd name="connsiteX3" fmla="*/ 74833 w 74832"/>
              <a:gd name="connsiteY3" fmla="*/ 476 h 269666"/>
              <a:gd name="connsiteX4" fmla="*/ 72613 w 74832"/>
              <a:gd name="connsiteY4" fmla="*/ 0 h 269666"/>
              <a:gd name="connsiteX5" fmla="*/ 57393 w 74832"/>
              <a:gd name="connsiteY5" fmla="*/ 47112 h 269666"/>
              <a:gd name="connsiteX6" fmla="*/ 0 w 74832"/>
              <a:gd name="connsiteY6" fmla="*/ 255072 h 269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4832" h="269666">
                <a:moveTo>
                  <a:pt x="0" y="254914"/>
                </a:moveTo>
                <a:lnTo>
                  <a:pt x="634" y="269666"/>
                </a:lnTo>
                <a:lnTo>
                  <a:pt x="71503" y="12849"/>
                </a:lnTo>
                <a:lnTo>
                  <a:pt x="74833" y="476"/>
                </a:lnTo>
                <a:cubicBezTo>
                  <a:pt x="74833" y="476"/>
                  <a:pt x="73406" y="158"/>
                  <a:pt x="72613" y="0"/>
                </a:cubicBezTo>
                <a:lnTo>
                  <a:pt x="57393" y="47112"/>
                </a:lnTo>
                <a:lnTo>
                  <a:pt x="0" y="255072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40" name="Freeform 239">
            <a:extLst>
              <a:ext uri="{FF2B5EF4-FFF2-40B4-BE49-F238E27FC236}">
                <a16:creationId xmlns:a16="http://schemas.microsoft.com/office/drawing/2014/main" id="{FF8F2C12-9E38-F156-4E40-247D9504B29F}"/>
              </a:ext>
            </a:extLst>
          </p:cNvPr>
          <p:cNvSpPr/>
          <p:nvPr/>
        </p:nvSpPr>
        <p:spPr>
          <a:xfrm>
            <a:off x="2778238" y="7137076"/>
            <a:ext cx="74039" cy="196299"/>
          </a:xfrm>
          <a:custGeom>
            <a:avLst/>
            <a:gdLst>
              <a:gd name="connsiteX0" fmla="*/ 476 w 74039"/>
              <a:gd name="connsiteY0" fmla="*/ 227947 h 227947"/>
              <a:gd name="connsiteX1" fmla="*/ 58820 w 74039"/>
              <a:gd name="connsiteY1" fmla="*/ 48064 h 227947"/>
              <a:gd name="connsiteX2" fmla="*/ 74040 w 74039"/>
              <a:gd name="connsiteY2" fmla="*/ 952 h 227947"/>
              <a:gd name="connsiteX3" fmla="*/ 69759 w 74039"/>
              <a:gd name="connsiteY3" fmla="*/ 0 h 227947"/>
              <a:gd name="connsiteX4" fmla="*/ 0 w 74039"/>
              <a:gd name="connsiteY4" fmla="*/ 215098 h 227947"/>
              <a:gd name="connsiteX5" fmla="*/ 476 w 74039"/>
              <a:gd name="connsiteY5" fmla="*/ 227788 h 2279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4039" h="227947">
                <a:moveTo>
                  <a:pt x="476" y="227947"/>
                </a:moveTo>
                <a:lnTo>
                  <a:pt x="58820" y="48064"/>
                </a:lnTo>
                <a:lnTo>
                  <a:pt x="74040" y="952"/>
                </a:lnTo>
                <a:cubicBezTo>
                  <a:pt x="72613" y="634"/>
                  <a:pt x="71027" y="634"/>
                  <a:pt x="69759" y="0"/>
                </a:cubicBezTo>
                <a:lnTo>
                  <a:pt x="0" y="215098"/>
                </a:lnTo>
                <a:lnTo>
                  <a:pt x="476" y="227788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43" name="Freeform 242">
            <a:extLst>
              <a:ext uri="{FF2B5EF4-FFF2-40B4-BE49-F238E27FC236}">
                <a16:creationId xmlns:a16="http://schemas.microsoft.com/office/drawing/2014/main" id="{5BB0CB28-B941-905F-D8C4-E8D0765CCAF8}"/>
              </a:ext>
            </a:extLst>
          </p:cNvPr>
          <p:cNvSpPr/>
          <p:nvPr/>
        </p:nvSpPr>
        <p:spPr>
          <a:xfrm>
            <a:off x="2734956" y="6127572"/>
            <a:ext cx="126042" cy="787654"/>
          </a:xfrm>
          <a:custGeom>
            <a:avLst/>
            <a:gdLst>
              <a:gd name="connsiteX0" fmla="*/ 121761 w 126042"/>
              <a:gd name="connsiteY0" fmla="*/ 914645 h 914644"/>
              <a:gd name="connsiteX1" fmla="*/ 126042 w 126042"/>
              <a:gd name="connsiteY1" fmla="*/ 913693 h 914644"/>
              <a:gd name="connsiteX2" fmla="*/ 4281 w 126042"/>
              <a:gd name="connsiteY2" fmla="*/ 0 h 914644"/>
              <a:gd name="connsiteX3" fmla="*/ 0 w 126042"/>
              <a:gd name="connsiteY3" fmla="*/ 952 h 914644"/>
              <a:gd name="connsiteX4" fmla="*/ 121761 w 126042"/>
              <a:gd name="connsiteY4" fmla="*/ 914645 h 914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6042" h="914644">
                <a:moveTo>
                  <a:pt x="121761" y="914645"/>
                </a:moveTo>
                <a:cubicBezTo>
                  <a:pt x="123188" y="914328"/>
                  <a:pt x="124615" y="913852"/>
                  <a:pt x="126042" y="913693"/>
                </a:cubicBezTo>
                <a:lnTo>
                  <a:pt x="4281" y="0"/>
                </a:lnTo>
                <a:cubicBezTo>
                  <a:pt x="2854" y="317"/>
                  <a:pt x="1427" y="793"/>
                  <a:pt x="0" y="952"/>
                </a:cubicBezTo>
                <a:lnTo>
                  <a:pt x="121761" y="91464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44" name="Freeform 243">
            <a:extLst>
              <a:ext uri="{FF2B5EF4-FFF2-40B4-BE49-F238E27FC236}">
                <a16:creationId xmlns:a16="http://schemas.microsoft.com/office/drawing/2014/main" id="{292FFA10-C25D-499D-6D72-23F7715527C0}"/>
              </a:ext>
            </a:extLst>
          </p:cNvPr>
          <p:cNvSpPr/>
          <p:nvPr/>
        </p:nvSpPr>
        <p:spPr>
          <a:xfrm>
            <a:off x="2730358" y="6128683"/>
            <a:ext cx="26793" cy="542451"/>
          </a:xfrm>
          <a:custGeom>
            <a:avLst/>
            <a:gdLst>
              <a:gd name="connsiteX0" fmla="*/ 26794 w 26793"/>
              <a:gd name="connsiteY0" fmla="*/ 629909 h 629908"/>
              <a:gd name="connsiteX1" fmla="*/ 4281 w 26793"/>
              <a:gd name="connsiteY1" fmla="*/ 0 h 629908"/>
              <a:gd name="connsiteX2" fmla="*/ 317 w 26793"/>
              <a:gd name="connsiteY2" fmla="*/ 793 h 629908"/>
              <a:gd name="connsiteX3" fmla="*/ 0 w 26793"/>
              <a:gd name="connsiteY3" fmla="*/ 793 h 629908"/>
              <a:gd name="connsiteX4" fmla="*/ 21879 w 26793"/>
              <a:gd name="connsiteY4" fmla="*/ 615156 h 629908"/>
              <a:gd name="connsiteX5" fmla="*/ 26794 w 26793"/>
              <a:gd name="connsiteY5" fmla="*/ 629909 h 6299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6793" h="629908">
                <a:moveTo>
                  <a:pt x="26794" y="629909"/>
                </a:moveTo>
                <a:lnTo>
                  <a:pt x="4281" y="0"/>
                </a:lnTo>
                <a:cubicBezTo>
                  <a:pt x="2854" y="0"/>
                  <a:pt x="1744" y="793"/>
                  <a:pt x="317" y="793"/>
                </a:cubicBezTo>
                <a:lnTo>
                  <a:pt x="0" y="793"/>
                </a:lnTo>
                <a:cubicBezTo>
                  <a:pt x="0" y="793"/>
                  <a:pt x="21879" y="615156"/>
                  <a:pt x="21879" y="615156"/>
                </a:cubicBezTo>
                <a:lnTo>
                  <a:pt x="26794" y="629909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47" name="Freeform 246">
            <a:extLst>
              <a:ext uri="{FF2B5EF4-FFF2-40B4-BE49-F238E27FC236}">
                <a16:creationId xmlns:a16="http://schemas.microsoft.com/office/drawing/2014/main" id="{9A5CBF76-CFE5-4AA2-C66D-1E9935AA93EB}"/>
              </a:ext>
            </a:extLst>
          </p:cNvPr>
          <p:cNvSpPr/>
          <p:nvPr/>
        </p:nvSpPr>
        <p:spPr>
          <a:xfrm>
            <a:off x="2699601" y="6128208"/>
            <a:ext cx="30440" cy="403662"/>
          </a:xfrm>
          <a:custGeom>
            <a:avLst/>
            <a:gdLst>
              <a:gd name="connsiteX0" fmla="*/ 3646 w 30440"/>
              <a:gd name="connsiteY0" fmla="*/ 468743 h 468743"/>
              <a:gd name="connsiteX1" fmla="*/ 30440 w 30440"/>
              <a:gd name="connsiteY1" fmla="*/ 952 h 468743"/>
              <a:gd name="connsiteX2" fmla="*/ 26160 w 30440"/>
              <a:gd name="connsiteY2" fmla="*/ 0 h 468743"/>
              <a:gd name="connsiteX3" fmla="*/ 0 w 30440"/>
              <a:gd name="connsiteY3" fmla="*/ 457322 h 468743"/>
              <a:gd name="connsiteX4" fmla="*/ 3805 w 30440"/>
              <a:gd name="connsiteY4" fmla="*/ 468585 h 4687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0440" h="468743">
                <a:moveTo>
                  <a:pt x="3646" y="468743"/>
                </a:moveTo>
                <a:lnTo>
                  <a:pt x="30440" y="952"/>
                </a:lnTo>
                <a:cubicBezTo>
                  <a:pt x="28855" y="952"/>
                  <a:pt x="27586" y="158"/>
                  <a:pt x="26160" y="0"/>
                </a:cubicBezTo>
                <a:lnTo>
                  <a:pt x="0" y="457322"/>
                </a:lnTo>
                <a:lnTo>
                  <a:pt x="3805" y="46858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48" name="Freeform 247">
            <a:extLst>
              <a:ext uri="{FF2B5EF4-FFF2-40B4-BE49-F238E27FC236}">
                <a16:creationId xmlns:a16="http://schemas.microsoft.com/office/drawing/2014/main" id="{8615B5D1-84D5-DAFB-A588-8260B06ECA90}"/>
              </a:ext>
            </a:extLst>
          </p:cNvPr>
          <p:cNvSpPr/>
          <p:nvPr/>
        </p:nvSpPr>
        <p:spPr>
          <a:xfrm>
            <a:off x="2467810" y="5889790"/>
            <a:ext cx="224022" cy="140155"/>
          </a:xfrm>
          <a:custGeom>
            <a:avLst/>
            <a:gdLst>
              <a:gd name="connsiteX0" fmla="*/ 2220 w 224022"/>
              <a:gd name="connsiteY0" fmla="*/ 7138 h 162751"/>
              <a:gd name="connsiteX1" fmla="*/ 221485 w 224022"/>
              <a:gd name="connsiteY1" fmla="*/ 162751 h 162751"/>
              <a:gd name="connsiteX2" fmla="*/ 224022 w 224022"/>
              <a:gd name="connsiteY2" fmla="*/ 159103 h 162751"/>
              <a:gd name="connsiteX3" fmla="*/ 0 w 224022"/>
              <a:gd name="connsiteY3" fmla="*/ 0 h 162751"/>
              <a:gd name="connsiteX4" fmla="*/ 2378 w 224022"/>
              <a:gd name="connsiteY4" fmla="*/ 7138 h 1627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4022" h="162751">
                <a:moveTo>
                  <a:pt x="2220" y="7138"/>
                </a:moveTo>
                <a:lnTo>
                  <a:pt x="221485" y="162751"/>
                </a:lnTo>
                <a:cubicBezTo>
                  <a:pt x="222278" y="161482"/>
                  <a:pt x="223071" y="160214"/>
                  <a:pt x="224022" y="159103"/>
                </a:cubicBezTo>
                <a:lnTo>
                  <a:pt x="0" y="0"/>
                </a:lnTo>
                <a:lnTo>
                  <a:pt x="2378" y="7138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49" name="Freeform 248">
            <a:extLst>
              <a:ext uri="{FF2B5EF4-FFF2-40B4-BE49-F238E27FC236}">
                <a16:creationId xmlns:a16="http://schemas.microsoft.com/office/drawing/2014/main" id="{25FCE1F9-8D30-699D-5570-19BC3FD2EEC1}"/>
              </a:ext>
            </a:extLst>
          </p:cNvPr>
          <p:cNvSpPr/>
          <p:nvPr/>
        </p:nvSpPr>
        <p:spPr>
          <a:xfrm>
            <a:off x="680390" y="4622360"/>
            <a:ext cx="1783456" cy="1093782"/>
          </a:xfrm>
          <a:custGeom>
            <a:avLst/>
            <a:gdLst>
              <a:gd name="connsiteX0" fmla="*/ 2537 w 1783456"/>
              <a:gd name="connsiteY0" fmla="*/ 158 h 1270127"/>
              <a:gd name="connsiteX1" fmla="*/ 0 w 1783456"/>
              <a:gd name="connsiteY1" fmla="*/ 3807 h 1270127"/>
              <a:gd name="connsiteX2" fmla="*/ 1783457 w 1783456"/>
              <a:gd name="connsiteY2" fmla="*/ 1270128 h 1270127"/>
              <a:gd name="connsiteX3" fmla="*/ 1781079 w 1783456"/>
              <a:gd name="connsiteY3" fmla="*/ 1262990 h 1270127"/>
              <a:gd name="connsiteX4" fmla="*/ 2378 w 1783456"/>
              <a:gd name="connsiteY4" fmla="*/ 0 h 12701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83456" h="1270127">
                <a:moveTo>
                  <a:pt x="2537" y="158"/>
                </a:moveTo>
                <a:cubicBezTo>
                  <a:pt x="1744" y="1428"/>
                  <a:pt x="951" y="2696"/>
                  <a:pt x="0" y="3807"/>
                </a:cubicBezTo>
                <a:lnTo>
                  <a:pt x="1783457" y="1270128"/>
                </a:lnTo>
                <a:lnTo>
                  <a:pt x="1781079" y="1262990"/>
                </a:lnTo>
                <a:lnTo>
                  <a:pt x="2378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50" name="Freeform 249">
            <a:extLst>
              <a:ext uri="{FF2B5EF4-FFF2-40B4-BE49-F238E27FC236}">
                <a16:creationId xmlns:a16="http://schemas.microsoft.com/office/drawing/2014/main" id="{6D0C17B9-716C-833F-E8CD-6DF93110B34E}"/>
              </a:ext>
            </a:extLst>
          </p:cNvPr>
          <p:cNvSpPr/>
          <p:nvPr/>
        </p:nvSpPr>
        <p:spPr>
          <a:xfrm>
            <a:off x="2212872" y="5110296"/>
            <a:ext cx="496399" cy="797899"/>
          </a:xfrm>
          <a:custGeom>
            <a:avLst/>
            <a:gdLst>
              <a:gd name="connsiteX0" fmla="*/ 492753 w 496399"/>
              <a:gd name="connsiteY0" fmla="*/ 926542 h 926541"/>
              <a:gd name="connsiteX1" fmla="*/ 496400 w 496399"/>
              <a:gd name="connsiteY1" fmla="*/ 924004 h 926541"/>
              <a:gd name="connsiteX2" fmla="*/ 3805 w 496399"/>
              <a:gd name="connsiteY2" fmla="*/ 0 h 926541"/>
              <a:gd name="connsiteX3" fmla="*/ 0 w 496399"/>
              <a:gd name="connsiteY3" fmla="*/ 2538 h 926541"/>
              <a:gd name="connsiteX4" fmla="*/ 492595 w 496399"/>
              <a:gd name="connsiteY4" fmla="*/ 926542 h 9265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6399" h="926541">
                <a:moveTo>
                  <a:pt x="492753" y="926542"/>
                </a:moveTo>
                <a:cubicBezTo>
                  <a:pt x="494022" y="925749"/>
                  <a:pt x="495132" y="924638"/>
                  <a:pt x="496400" y="924004"/>
                </a:cubicBezTo>
                <a:lnTo>
                  <a:pt x="3805" y="0"/>
                </a:lnTo>
                <a:cubicBezTo>
                  <a:pt x="2537" y="793"/>
                  <a:pt x="1427" y="1903"/>
                  <a:pt x="0" y="2538"/>
                </a:cubicBezTo>
                <a:lnTo>
                  <a:pt x="492595" y="926542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51" name="Freeform 250">
            <a:extLst>
              <a:ext uri="{FF2B5EF4-FFF2-40B4-BE49-F238E27FC236}">
                <a16:creationId xmlns:a16="http://schemas.microsoft.com/office/drawing/2014/main" id="{4A655536-BE3B-EC8D-8E1C-E094F3E769DD}"/>
              </a:ext>
            </a:extLst>
          </p:cNvPr>
          <p:cNvSpPr/>
          <p:nvPr/>
        </p:nvSpPr>
        <p:spPr>
          <a:xfrm>
            <a:off x="2204786" y="5114421"/>
            <a:ext cx="647016" cy="1661778"/>
          </a:xfrm>
          <a:custGeom>
            <a:avLst/>
            <a:gdLst>
              <a:gd name="connsiteX0" fmla="*/ 552841 w 647016"/>
              <a:gd name="connsiteY0" fmla="*/ 1659717 h 1929699"/>
              <a:gd name="connsiteX1" fmla="*/ 642736 w 647016"/>
              <a:gd name="connsiteY1" fmla="*/ 1929700 h 1929699"/>
              <a:gd name="connsiteX2" fmla="*/ 647016 w 647016"/>
              <a:gd name="connsiteY2" fmla="*/ 1928748 h 1929699"/>
              <a:gd name="connsiteX3" fmla="*/ 552207 w 647016"/>
              <a:gd name="connsiteY3" fmla="*/ 1644171 h 1929699"/>
              <a:gd name="connsiteX4" fmla="*/ 547292 w 647016"/>
              <a:gd name="connsiteY4" fmla="*/ 1629419 h 1929699"/>
              <a:gd name="connsiteX5" fmla="*/ 498302 w 647016"/>
              <a:gd name="connsiteY5" fmla="*/ 1482689 h 1929699"/>
              <a:gd name="connsiteX6" fmla="*/ 494497 w 647016"/>
              <a:gd name="connsiteY6" fmla="*/ 1471426 h 1929699"/>
              <a:gd name="connsiteX7" fmla="*/ 264926 w 647016"/>
              <a:gd name="connsiteY7" fmla="*/ 782508 h 1929699"/>
              <a:gd name="connsiteX8" fmla="*/ 262548 w 647016"/>
              <a:gd name="connsiteY8" fmla="*/ 775370 h 1929699"/>
              <a:gd name="connsiteX9" fmla="*/ 4281 w 647016"/>
              <a:gd name="connsiteY9" fmla="*/ 0 h 1929699"/>
              <a:gd name="connsiteX10" fmla="*/ 0 w 647016"/>
              <a:gd name="connsiteY10" fmla="*/ 952 h 1929699"/>
              <a:gd name="connsiteX11" fmla="*/ 256523 w 647016"/>
              <a:gd name="connsiteY11" fmla="*/ 771245 h 1929699"/>
              <a:gd name="connsiteX12" fmla="*/ 258902 w 647016"/>
              <a:gd name="connsiteY12" fmla="*/ 778384 h 1929699"/>
              <a:gd name="connsiteX13" fmla="*/ 493705 w 647016"/>
              <a:gd name="connsiteY13" fmla="*/ 1483323 h 1929699"/>
              <a:gd name="connsiteX14" fmla="*/ 497510 w 647016"/>
              <a:gd name="connsiteY14" fmla="*/ 1494586 h 1929699"/>
              <a:gd name="connsiteX15" fmla="*/ 547609 w 647016"/>
              <a:gd name="connsiteY15" fmla="*/ 1645123 h 1929699"/>
              <a:gd name="connsiteX16" fmla="*/ 552524 w 647016"/>
              <a:gd name="connsiteY16" fmla="*/ 1659875 h 19296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647016" h="1929699">
                <a:moveTo>
                  <a:pt x="552841" y="1659717"/>
                </a:moveTo>
                <a:lnTo>
                  <a:pt x="642736" y="1929700"/>
                </a:lnTo>
                <a:cubicBezTo>
                  <a:pt x="644163" y="1929224"/>
                  <a:pt x="645748" y="1929224"/>
                  <a:pt x="647016" y="1928748"/>
                </a:cubicBezTo>
                <a:lnTo>
                  <a:pt x="552207" y="1644171"/>
                </a:lnTo>
                <a:lnTo>
                  <a:pt x="547292" y="1629419"/>
                </a:lnTo>
                <a:lnTo>
                  <a:pt x="498302" y="1482689"/>
                </a:lnTo>
                <a:lnTo>
                  <a:pt x="494497" y="1471426"/>
                </a:lnTo>
                <a:lnTo>
                  <a:pt x="264926" y="782508"/>
                </a:lnTo>
                <a:lnTo>
                  <a:pt x="262548" y="775370"/>
                </a:lnTo>
                <a:lnTo>
                  <a:pt x="4281" y="0"/>
                </a:lnTo>
                <a:cubicBezTo>
                  <a:pt x="2854" y="476"/>
                  <a:pt x="1427" y="476"/>
                  <a:pt x="0" y="952"/>
                </a:cubicBezTo>
                <a:lnTo>
                  <a:pt x="256523" y="771245"/>
                </a:lnTo>
                <a:lnTo>
                  <a:pt x="258902" y="778384"/>
                </a:lnTo>
                <a:lnTo>
                  <a:pt x="493705" y="1483323"/>
                </a:lnTo>
                <a:lnTo>
                  <a:pt x="497510" y="1494586"/>
                </a:lnTo>
                <a:lnTo>
                  <a:pt x="547609" y="1645123"/>
                </a:lnTo>
                <a:lnTo>
                  <a:pt x="552524" y="165987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52" name="Freeform 251">
            <a:extLst>
              <a:ext uri="{FF2B5EF4-FFF2-40B4-BE49-F238E27FC236}">
                <a16:creationId xmlns:a16="http://schemas.microsoft.com/office/drawing/2014/main" id="{21D1A356-07ED-49BC-20B7-DF8415CFDBF9}"/>
              </a:ext>
            </a:extLst>
          </p:cNvPr>
          <p:cNvSpPr/>
          <p:nvPr/>
        </p:nvSpPr>
        <p:spPr>
          <a:xfrm>
            <a:off x="909802" y="4104917"/>
            <a:ext cx="1243774" cy="805413"/>
          </a:xfrm>
          <a:custGeom>
            <a:avLst/>
            <a:gdLst>
              <a:gd name="connsiteX0" fmla="*/ 0 w 1243774"/>
              <a:gd name="connsiteY0" fmla="*/ 3807 h 935266"/>
              <a:gd name="connsiteX1" fmla="*/ 1241238 w 1243774"/>
              <a:gd name="connsiteY1" fmla="*/ 935266 h 935266"/>
              <a:gd name="connsiteX2" fmla="*/ 1243774 w 1243774"/>
              <a:gd name="connsiteY2" fmla="*/ 931618 h 935266"/>
              <a:gd name="connsiteX3" fmla="*/ 2220 w 1243774"/>
              <a:gd name="connsiteY3" fmla="*/ 0 h 935266"/>
              <a:gd name="connsiteX4" fmla="*/ 0 w 1243774"/>
              <a:gd name="connsiteY4" fmla="*/ 3966 h 9352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3774" h="935266">
                <a:moveTo>
                  <a:pt x="0" y="3807"/>
                </a:moveTo>
                <a:lnTo>
                  <a:pt x="1241238" y="935266"/>
                </a:lnTo>
                <a:cubicBezTo>
                  <a:pt x="1242030" y="933997"/>
                  <a:pt x="1242823" y="932728"/>
                  <a:pt x="1243774" y="931618"/>
                </a:cubicBezTo>
                <a:lnTo>
                  <a:pt x="2220" y="0"/>
                </a:lnTo>
                <a:lnTo>
                  <a:pt x="0" y="3966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53" name="Freeform 252">
            <a:extLst>
              <a:ext uri="{FF2B5EF4-FFF2-40B4-BE49-F238E27FC236}">
                <a16:creationId xmlns:a16="http://schemas.microsoft.com/office/drawing/2014/main" id="{A81C4C44-ADDB-3DC9-A5FB-ECBBFA2366DA}"/>
              </a:ext>
            </a:extLst>
          </p:cNvPr>
          <p:cNvSpPr/>
          <p:nvPr/>
        </p:nvSpPr>
        <p:spPr>
          <a:xfrm>
            <a:off x="881899" y="4084135"/>
            <a:ext cx="26318" cy="45719"/>
          </a:xfrm>
          <a:custGeom>
            <a:avLst/>
            <a:gdLst>
              <a:gd name="connsiteX0" fmla="*/ 24257 w 26318"/>
              <a:gd name="connsiteY0" fmla="*/ 21890 h 21890"/>
              <a:gd name="connsiteX1" fmla="*/ 26318 w 26318"/>
              <a:gd name="connsiteY1" fmla="*/ 17925 h 21890"/>
              <a:gd name="connsiteX2" fmla="*/ 2537 w 26318"/>
              <a:gd name="connsiteY2" fmla="*/ 0 h 21890"/>
              <a:gd name="connsiteX3" fmla="*/ 0 w 26318"/>
              <a:gd name="connsiteY3" fmla="*/ 3648 h 21890"/>
              <a:gd name="connsiteX4" fmla="*/ 24257 w 26318"/>
              <a:gd name="connsiteY4" fmla="*/ 21732 h 218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6318" h="21890">
                <a:moveTo>
                  <a:pt x="24257" y="21890"/>
                </a:moveTo>
                <a:lnTo>
                  <a:pt x="26318" y="17925"/>
                </a:lnTo>
                <a:lnTo>
                  <a:pt x="2537" y="0"/>
                </a:lnTo>
                <a:cubicBezTo>
                  <a:pt x="1744" y="1269"/>
                  <a:pt x="951" y="2538"/>
                  <a:pt x="0" y="3648"/>
                </a:cubicBezTo>
                <a:lnTo>
                  <a:pt x="24257" y="21732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54" name="Freeform 253">
            <a:extLst>
              <a:ext uri="{FF2B5EF4-FFF2-40B4-BE49-F238E27FC236}">
                <a16:creationId xmlns:a16="http://schemas.microsoft.com/office/drawing/2014/main" id="{69500398-272B-6CBF-0152-C3614DCDF38F}"/>
              </a:ext>
            </a:extLst>
          </p:cNvPr>
          <p:cNvSpPr/>
          <p:nvPr/>
        </p:nvSpPr>
        <p:spPr>
          <a:xfrm>
            <a:off x="688317" y="4607924"/>
            <a:ext cx="1456539" cy="385495"/>
          </a:xfrm>
          <a:custGeom>
            <a:avLst/>
            <a:gdLst>
              <a:gd name="connsiteX0" fmla="*/ 0 w 1456539"/>
              <a:gd name="connsiteY0" fmla="*/ 4442 h 447646"/>
              <a:gd name="connsiteX1" fmla="*/ 1455589 w 1456539"/>
              <a:gd name="connsiteY1" fmla="*/ 447646 h 447646"/>
              <a:gd name="connsiteX2" fmla="*/ 1456540 w 1456539"/>
              <a:gd name="connsiteY2" fmla="*/ 443204 h 447646"/>
              <a:gd name="connsiteX3" fmla="*/ 951 w 1456539"/>
              <a:gd name="connsiteY3" fmla="*/ 0 h 447646"/>
              <a:gd name="connsiteX4" fmla="*/ 0 w 1456539"/>
              <a:gd name="connsiteY4" fmla="*/ 4442 h 4476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56539" h="447646">
                <a:moveTo>
                  <a:pt x="0" y="4442"/>
                </a:moveTo>
                <a:lnTo>
                  <a:pt x="1455589" y="447646"/>
                </a:lnTo>
                <a:cubicBezTo>
                  <a:pt x="1456064" y="446218"/>
                  <a:pt x="1456064" y="444632"/>
                  <a:pt x="1456540" y="443204"/>
                </a:cubicBezTo>
                <a:lnTo>
                  <a:pt x="951" y="0"/>
                </a:lnTo>
                <a:cubicBezTo>
                  <a:pt x="634" y="1428"/>
                  <a:pt x="476" y="3014"/>
                  <a:pt x="0" y="444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55" name="Freeform 254">
            <a:extLst>
              <a:ext uri="{FF2B5EF4-FFF2-40B4-BE49-F238E27FC236}">
                <a16:creationId xmlns:a16="http://schemas.microsoft.com/office/drawing/2014/main" id="{BD6575D8-A954-4512-D750-71E0F95376A4}"/>
              </a:ext>
            </a:extLst>
          </p:cNvPr>
          <p:cNvSpPr/>
          <p:nvPr/>
        </p:nvSpPr>
        <p:spPr>
          <a:xfrm>
            <a:off x="1078176" y="3889025"/>
            <a:ext cx="1080949" cy="985183"/>
          </a:xfrm>
          <a:custGeom>
            <a:avLst/>
            <a:gdLst>
              <a:gd name="connsiteX0" fmla="*/ 158 w 1080949"/>
              <a:gd name="connsiteY0" fmla="*/ 2697 h 1144019"/>
              <a:gd name="connsiteX1" fmla="*/ 1077462 w 1080949"/>
              <a:gd name="connsiteY1" fmla="*/ 1144019 h 1144019"/>
              <a:gd name="connsiteX2" fmla="*/ 1080950 w 1080949"/>
              <a:gd name="connsiteY2" fmla="*/ 1141323 h 1144019"/>
              <a:gd name="connsiteX3" fmla="*/ 3488 w 1080949"/>
              <a:gd name="connsiteY3" fmla="*/ 0 h 1144019"/>
              <a:gd name="connsiteX4" fmla="*/ 0 w 1080949"/>
              <a:gd name="connsiteY4" fmla="*/ 2697 h 11440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80949" h="1144019">
                <a:moveTo>
                  <a:pt x="158" y="2697"/>
                </a:moveTo>
                <a:lnTo>
                  <a:pt x="1077462" y="1144019"/>
                </a:lnTo>
                <a:cubicBezTo>
                  <a:pt x="1078572" y="1142909"/>
                  <a:pt x="1079840" y="1142275"/>
                  <a:pt x="1080950" y="1141323"/>
                </a:cubicBezTo>
                <a:lnTo>
                  <a:pt x="3488" y="0"/>
                </a:lnTo>
                <a:cubicBezTo>
                  <a:pt x="2378" y="1110"/>
                  <a:pt x="1110" y="1745"/>
                  <a:pt x="0" y="2697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56" name="Freeform 255">
            <a:extLst>
              <a:ext uri="{FF2B5EF4-FFF2-40B4-BE49-F238E27FC236}">
                <a16:creationId xmlns:a16="http://schemas.microsoft.com/office/drawing/2014/main" id="{8086614B-7F4D-61EA-25D5-43EBDA85F5B3}"/>
              </a:ext>
            </a:extLst>
          </p:cNvPr>
          <p:cNvSpPr/>
          <p:nvPr/>
        </p:nvSpPr>
        <p:spPr>
          <a:xfrm>
            <a:off x="877301" y="3887914"/>
            <a:ext cx="135079" cy="116386"/>
          </a:xfrm>
          <a:custGeom>
            <a:avLst/>
            <a:gdLst>
              <a:gd name="connsiteX0" fmla="*/ 3171 w 135079"/>
              <a:gd name="connsiteY0" fmla="*/ 134992 h 135150"/>
              <a:gd name="connsiteX1" fmla="*/ 135079 w 135079"/>
              <a:gd name="connsiteY1" fmla="*/ 3014 h 135150"/>
              <a:gd name="connsiteX2" fmla="*/ 131908 w 135079"/>
              <a:gd name="connsiteY2" fmla="*/ 0 h 135150"/>
              <a:gd name="connsiteX3" fmla="*/ 0 w 135079"/>
              <a:gd name="connsiteY3" fmla="*/ 131978 h 135150"/>
              <a:gd name="connsiteX4" fmla="*/ 3012 w 135079"/>
              <a:gd name="connsiteY4" fmla="*/ 135150 h 135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5079" h="135150">
                <a:moveTo>
                  <a:pt x="3171" y="134992"/>
                </a:moveTo>
                <a:lnTo>
                  <a:pt x="135079" y="3014"/>
                </a:lnTo>
                <a:cubicBezTo>
                  <a:pt x="133969" y="2062"/>
                  <a:pt x="133018" y="952"/>
                  <a:pt x="131908" y="0"/>
                </a:cubicBezTo>
                <a:lnTo>
                  <a:pt x="0" y="131978"/>
                </a:lnTo>
                <a:cubicBezTo>
                  <a:pt x="1110" y="132930"/>
                  <a:pt x="2061" y="134040"/>
                  <a:pt x="3012" y="13515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57" name="Freeform 256">
            <a:extLst>
              <a:ext uri="{FF2B5EF4-FFF2-40B4-BE49-F238E27FC236}">
                <a16:creationId xmlns:a16="http://schemas.microsoft.com/office/drawing/2014/main" id="{7D6E7CD7-E6F0-B9C1-394E-446689207992}"/>
              </a:ext>
            </a:extLst>
          </p:cNvPr>
          <p:cNvSpPr/>
          <p:nvPr/>
        </p:nvSpPr>
        <p:spPr>
          <a:xfrm>
            <a:off x="663426" y="3896322"/>
            <a:ext cx="360686" cy="566221"/>
          </a:xfrm>
          <a:custGeom>
            <a:avLst/>
            <a:gdLst>
              <a:gd name="connsiteX0" fmla="*/ 242730 w 360686"/>
              <a:gd name="connsiteY0" fmla="*/ 209705 h 657510"/>
              <a:gd name="connsiteX1" fmla="*/ 0 w 360686"/>
              <a:gd name="connsiteY1" fmla="*/ 654972 h 657510"/>
              <a:gd name="connsiteX2" fmla="*/ 3646 w 360686"/>
              <a:gd name="connsiteY2" fmla="*/ 657510 h 657510"/>
              <a:gd name="connsiteX3" fmla="*/ 246218 w 360686"/>
              <a:gd name="connsiteY3" fmla="*/ 212402 h 657510"/>
              <a:gd name="connsiteX4" fmla="*/ 248438 w 360686"/>
              <a:gd name="connsiteY4" fmla="*/ 208436 h 657510"/>
              <a:gd name="connsiteX5" fmla="*/ 360687 w 360686"/>
              <a:gd name="connsiteY5" fmla="*/ 2538 h 657510"/>
              <a:gd name="connsiteX6" fmla="*/ 357040 w 360686"/>
              <a:gd name="connsiteY6" fmla="*/ 0 h 657510"/>
              <a:gd name="connsiteX7" fmla="*/ 244791 w 360686"/>
              <a:gd name="connsiteY7" fmla="*/ 205740 h 657510"/>
              <a:gd name="connsiteX8" fmla="*/ 242730 w 360686"/>
              <a:gd name="connsiteY8" fmla="*/ 209705 h 6575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60686" h="657510">
                <a:moveTo>
                  <a:pt x="242730" y="209705"/>
                </a:moveTo>
                <a:lnTo>
                  <a:pt x="0" y="654972"/>
                </a:lnTo>
                <a:cubicBezTo>
                  <a:pt x="1427" y="655607"/>
                  <a:pt x="2378" y="656717"/>
                  <a:pt x="3646" y="657510"/>
                </a:cubicBezTo>
                <a:lnTo>
                  <a:pt x="246218" y="212402"/>
                </a:lnTo>
                <a:lnTo>
                  <a:pt x="248438" y="208436"/>
                </a:lnTo>
                <a:lnTo>
                  <a:pt x="360687" y="2538"/>
                </a:lnTo>
                <a:cubicBezTo>
                  <a:pt x="359260" y="1904"/>
                  <a:pt x="358308" y="793"/>
                  <a:pt x="357040" y="0"/>
                </a:cubicBezTo>
                <a:lnTo>
                  <a:pt x="244791" y="205740"/>
                </a:lnTo>
                <a:lnTo>
                  <a:pt x="242730" y="20970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58" name="Freeform 257">
            <a:extLst>
              <a:ext uri="{FF2B5EF4-FFF2-40B4-BE49-F238E27FC236}">
                <a16:creationId xmlns:a16="http://schemas.microsoft.com/office/drawing/2014/main" id="{7D13EEF2-3E92-BF24-7E37-C30242C368FD}"/>
              </a:ext>
            </a:extLst>
          </p:cNvPr>
          <p:cNvSpPr/>
          <p:nvPr/>
        </p:nvSpPr>
        <p:spPr>
          <a:xfrm>
            <a:off x="225211" y="3495947"/>
            <a:ext cx="230205" cy="90157"/>
          </a:xfrm>
          <a:custGeom>
            <a:avLst/>
            <a:gdLst>
              <a:gd name="connsiteX0" fmla="*/ 223705 w 230205"/>
              <a:gd name="connsiteY0" fmla="*/ 97080 h 104693"/>
              <a:gd name="connsiteX1" fmla="*/ 0 w 230205"/>
              <a:gd name="connsiteY1" fmla="*/ 0 h 104693"/>
              <a:gd name="connsiteX2" fmla="*/ 2220 w 230205"/>
              <a:gd name="connsiteY2" fmla="*/ 5711 h 104693"/>
              <a:gd name="connsiteX3" fmla="*/ 230205 w 230205"/>
              <a:gd name="connsiteY3" fmla="*/ 104694 h 104693"/>
              <a:gd name="connsiteX4" fmla="*/ 223705 w 230205"/>
              <a:gd name="connsiteY4" fmla="*/ 97080 h 1046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0205" h="104693">
                <a:moveTo>
                  <a:pt x="223705" y="97080"/>
                </a:moveTo>
                <a:lnTo>
                  <a:pt x="0" y="0"/>
                </a:lnTo>
                <a:lnTo>
                  <a:pt x="2220" y="5711"/>
                </a:lnTo>
                <a:lnTo>
                  <a:pt x="230205" y="104694"/>
                </a:lnTo>
                <a:lnTo>
                  <a:pt x="223705" y="9708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59" name="Freeform 258">
            <a:extLst>
              <a:ext uri="{FF2B5EF4-FFF2-40B4-BE49-F238E27FC236}">
                <a16:creationId xmlns:a16="http://schemas.microsoft.com/office/drawing/2014/main" id="{937A2629-9B4E-2B78-3919-95217449DE5F}"/>
              </a:ext>
            </a:extLst>
          </p:cNvPr>
          <p:cNvSpPr/>
          <p:nvPr/>
        </p:nvSpPr>
        <p:spPr>
          <a:xfrm>
            <a:off x="458112" y="3596992"/>
            <a:ext cx="541426" cy="206407"/>
          </a:xfrm>
          <a:custGeom>
            <a:avLst/>
            <a:gdLst>
              <a:gd name="connsiteX0" fmla="*/ 282842 w 541426"/>
              <a:gd name="connsiteY0" fmla="*/ 122619 h 239685"/>
              <a:gd name="connsiteX1" fmla="*/ 277451 w 541426"/>
              <a:gd name="connsiteY1" fmla="*/ 120239 h 239685"/>
              <a:gd name="connsiteX2" fmla="*/ 0 w 541426"/>
              <a:gd name="connsiteY2" fmla="*/ 0 h 239685"/>
              <a:gd name="connsiteX3" fmla="*/ 6342 w 541426"/>
              <a:gd name="connsiteY3" fmla="*/ 7614 h 239685"/>
              <a:gd name="connsiteX4" fmla="*/ 279195 w 541426"/>
              <a:gd name="connsiteY4" fmla="*/ 125950 h 239685"/>
              <a:gd name="connsiteX5" fmla="*/ 284586 w 541426"/>
              <a:gd name="connsiteY5" fmla="*/ 128329 h 239685"/>
              <a:gd name="connsiteX6" fmla="*/ 541268 w 541426"/>
              <a:gd name="connsiteY6" fmla="*/ 239686 h 239685"/>
              <a:gd name="connsiteX7" fmla="*/ 541426 w 541426"/>
              <a:gd name="connsiteY7" fmla="*/ 239051 h 239685"/>
              <a:gd name="connsiteX8" fmla="*/ 299330 w 541426"/>
              <a:gd name="connsiteY8" fmla="*/ 130074 h 239685"/>
              <a:gd name="connsiteX9" fmla="*/ 282842 w 541426"/>
              <a:gd name="connsiteY9" fmla="*/ 122936 h 2396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41426" h="239685">
                <a:moveTo>
                  <a:pt x="282842" y="122619"/>
                </a:moveTo>
                <a:lnTo>
                  <a:pt x="277451" y="120239"/>
                </a:lnTo>
                <a:lnTo>
                  <a:pt x="0" y="0"/>
                </a:lnTo>
                <a:lnTo>
                  <a:pt x="6342" y="7614"/>
                </a:lnTo>
                <a:lnTo>
                  <a:pt x="279195" y="125950"/>
                </a:lnTo>
                <a:lnTo>
                  <a:pt x="284586" y="128329"/>
                </a:lnTo>
                <a:lnTo>
                  <a:pt x="541268" y="239686"/>
                </a:lnTo>
                <a:cubicBezTo>
                  <a:pt x="541268" y="239686"/>
                  <a:pt x="541268" y="239210"/>
                  <a:pt x="541426" y="239051"/>
                </a:cubicBezTo>
                <a:lnTo>
                  <a:pt x="299330" y="130074"/>
                </a:lnTo>
                <a:lnTo>
                  <a:pt x="282842" y="122936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60" name="Freeform 259">
            <a:extLst>
              <a:ext uri="{FF2B5EF4-FFF2-40B4-BE49-F238E27FC236}">
                <a16:creationId xmlns:a16="http://schemas.microsoft.com/office/drawing/2014/main" id="{0BBB15DD-8F2D-EB66-184F-BED81A1EFD54}"/>
              </a:ext>
            </a:extLst>
          </p:cNvPr>
          <p:cNvSpPr/>
          <p:nvPr/>
        </p:nvSpPr>
        <p:spPr>
          <a:xfrm>
            <a:off x="33056" y="3412667"/>
            <a:ext cx="188666" cy="74585"/>
          </a:xfrm>
          <a:custGeom>
            <a:avLst/>
            <a:gdLst>
              <a:gd name="connsiteX0" fmla="*/ 186447 w 188666"/>
              <a:gd name="connsiteY0" fmla="*/ 80900 h 86610"/>
              <a:gd name="connsiteX1" fmla="*/ 0 w 188666"/>
              <a:gd name="connsiteY1" fmla="*/ 0 h 86610"/>
              <a:gd name="connsiteX2" fmla="*/ 0 w 188666"/>
              <a:gd name="connsiteY2" fmla="*/ 4759 h 86610"/>
              <a:gd name="connsiteX3" fmla="*/ 188667 w 188666"/>
              <a:gd name="connsiteY3" fmla="*/ 86610 h 86610"/>
              <a:gd name="connsiteX4" fmla="*/ 186447 w 188666"/>
              <a:gd name="connsiteY4" fmla="*/ 80900 h 86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8666" h="86610">
                <a:moveTo>
                  <a:pt x="186447" y="80900"/>
                </a:moveTo>
                <a:lnTo>
                  <a:pt x="0" y="0"/>
                </a:lnTo>
                <a:lnTo>
                  <a:pt x="0" y="4759"/>
                </a:lnTo>
                <a:lnTo>
                  <a:pt x="188667" y="86610"/>
                </a:lnTo>
                <a:lnTo>
                  <a:pt x="186447" y="8090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61" name="Freeform 260">
            <a:extLst>
              <a:ext uri="{FF2B5EF4-FFF2-40B4-BE49-F238E27FC236}">
                <a16:creationId xmlns:a16="http://schemas.microsoft.com/office/drawing/2014/main" id="{1AD7CBC8-17BE-8C76-6F0F-C5125710E4A2}"/>
              </a:ext>
            </a:extLst>
          </p:cNvPr>
          <p:cNvSpPr/>
          <p:nvPr/>
        </p:nvSpPr>
        <p:spPr>
          <a:xfrm>
            <a:off x="188271" y="1943146"/>
            <a:ext cx="839329" cy="1607548"/>
          </a:xfrm>
          <a:custGeom>
            <a:avLst/>
            <a:gdLst>
              <a:gd name="connsiteX0" fmla="*/ 835366 w 839329"/>
              <a:gd name="connsiteY0" fmla="*/ 1866725 h 1866725"/>
              <a:gd name="connsiteX1" fmla="*/ 839330 w 839329"/>
              <a:gd name="connsiteY1" fmla="*/ 1864663 h 1866725"/>
              <a:gd name="connsiteX2" fmla="*/ 3964 w 839329"/>
              <a:gd name="connsiteY2" fmla="*/ 0 h 1866725"/>
              <a:gd name="connsiteX3" fmla="*/ 0 w 839329"/>
              <a:gd name="connsiteY3" fmla="*/ 2062 h 1866725"/>
              <a:gd name="connsiteX4" fmla="*/ 835366 w 839329"/>
              <a:gd name="connsiteY4" fmla="*/ 1866567 h 1866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39329" h="1866725">
                <a:moveTo>
                  <a:pt x="835366" y="1866725"/>
                </a:moveTo>
                <a:cubicBezTo>
                  <a:pt x="836793" y="1866091"/>
                  <a:pt x="837903" y="1865139"/>
                  <a:pt x="839330" y="1864663"/>
                </a:cubicBezTo>
                <a:lnTo>
                  <a:pt x="3964" y="0"/>
                </a:lnTo>
                <a:cubicBezTo>
                  <a:pt x="2537" y="635"/>
                  <a:pt x="1427" y="1586"/>
                  <a:pt x="0" y="2062"/>
                </a:cubicBezTo>
                <a:lnTo>
                  <a:pt x="835366" y="1866567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62" name="Freeform 261">
            <a:extLst>
              <a:ext uri="{FF2B5EF4-FFF2-40B4-BE49-F238E27FC236}">
                <a16:creationId xmlns:a16="http://schemas.microsoft.com/office/drawing/2014/main" id="{59224D5B-E750-15F0-BD47-EE537CB63529}"/>
              </a:ext>
            </a:extLst>
          </p:cNvPr>
          <p:cNvSpPr/>
          <p:nvPr/>
        </p:nvSpPr>
        <p:spPr>
          <a:xfrm>
            <a:off x="218870" y="3479449"/>
            <a:ext cx="223070" cy="90567"/>
          </a:xfrm>
          <a:custGeom>
            <a:avLst/>
            <a:gdLst>
              <a:gd name="connsiteX0" fmla="*/ 216412 w 223070"/>
              <a:gd name="connsiteY0" fmla="*/ 97397 h 105169"/>
              <a:gd name="connsiteX1" fmla="*/ 0 w 223070"/>
              <a:gd name="connsiteY1" fmla="*/ 0 h 105169"/>
              <a:gd name="connsiteX2" fmla="*/ 2220 w 223070"/>
              <a:gd name="connsiteY2" fmla="*/ 5869 h 105169"/>
              <a:gd name="connsiteX3" fmla="*/ 223071 w 223070"/>
              <a:gd name="connsiteY3" fmla="*/ 105170 h 105169"/>
              <a:gd name="connsiteX4" fmla="*/ 216412 w 223070"/>
              <a:gd name="connsiteY4" fmla="*/ 97397 h 1051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3070" h="105169">
                <a:moveTo>
                  <a:pt x="216412" y="97397"/>
                </a:moveTo>
                <a:lnTo>
                  <a:pt x="0" y="0"/>
                </a:lnTo>
                <a:lnTo>
                  <a:pt x="2220" y="5869"/>
                </a:lnTo>
                <a:lnTo>
                  <a:pt x="223071" y="105170"/>
                </a:lnTo>
                <a:lnTo>
                  <a:pt x="216412" y="97397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63" name="Freeform 262">
            <a:extLst>
              <a:ext uri="{FF2B5EF4-FFF2-40B4-BE49-F238E27FC236}">
                <a16:creationId xmlns:a16="http://schemas.microsoft.com/office/drawing/2014/main" id="{B127E74D-63AF-AE9B-5439-95B0EDAE42DA}"/>
              </a:ext>
            </a:extLst>
          </p:cNvPr>
          <p:cNvSpPr/>
          <p:nvPr/>
        </p:nvSpPr>
        <p:spPr>
          <a:xfrm>
            <a:off x="33056" y="3395695"/>
            <a:ext cx="182325" cy="74858"/>
          </a:xfrm>
          <a:custGeom>
            <a:avLst/>
            <a:gdLst>
              <a:gd name="connsiteX0" fmla="*/ 180105 w 182325"/>
              <a:gd name="connsiteY0" fmla="*/ 81217 h 86927"/>
              <a:gd name="connsiteX1" fmla="*/ 0 w 182325"/>
              <a:gd name="connsiteY1" fmla="*/ 0 h 86927"/>
              <a:gd name="connsiteX2" fmla="*/ 0 w 182325"/>
              <a:gd name="connsiteY2" fmla="*/ 4917 h 86927"/>
              <a:gd name="connsiteX3" fmla="*/ 182325 w 182325"/>
              <a:gd name="connsiteY3" fmla="*/ 86928 h 86927"/>
              <a:gd name="connsiteX4" fmla="*/ 180105 w 182325"/>
              <a:gd name="connsiteY4" fmla="*/ 81217 h 869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325" h="86927">
                <a:moveTo>
                  <a:pt x="180105" y="81217"/>
                </a:moveTo>
                <a:lnTo>
                  <a:pt x="0" y="0"/>
                </a:lnTo>
                <a:lnTo>
                  <a:pt x="0" y="4917"/>
                </a:lnTo>
                <a:lnTo>
                  <a:pt x="182325" y="86928"/>
                </a:lnTo>
                <a:lnTo>
                  <a:pt x="180105" y="81217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64" name="Freeform 263">
            <a:extLst>
              <a:ext uri="{FF2B5EF4-FFF2-40B4-BE49-F238E27FC236}">
                <a16:creationId xmlns:a16="http://schemas.microsoft.com/office/drawing/2014/main" id="{755A0891-38B3-0D27-A5E8-8B8F3D70BAAE}"/>
              </a:ext>
            </a:extLst>
          </p:cNvPr>
          <p:cNvSpPr/>
          <p:nvPr/>
        </p:nvSpPr>
        <p:spPr>
          <a:xfrm>
            <a:off x="444636" y="3581129"/>
            <a:ext cx="556963" cy="219248"/>
          </a:xfrm>
          <a:custGeom>
            <a:avLst/>
            <a:gdLst>
              <a:gd name="connsiteX0" fmla="*/ 289025 w 556963"/>
              <a:gd name="connsiteY0" fmla="*/ 130074 h 254596"/>
              <a:gd name="connsiteX1" fmla="*/ 0 w 556963"/>
              <a:gd name="connsiteY1" fmla="*/ 0 h 254596"/>
              <a:gd name="connsiteX2" fmla="*/ 6659 w 556963"/>
              <a:gd name="connsiteY2" fmla="*/ 7773 h 254596"/>
              <a:gd name="connsiteX3" fmla="*/ 290927 w 556963"/>
              <a:gd name="connsiteY3" fmla="*/ 135785 h 254596"/>
              <a:gd name="connsiteX4" fmla="*/ 296318 w 556963"/>
              <a:gd name="connsiteY4" fmla="*/ 138164 h 254596"/>
              <a:gd name="connsiteX5" fmla="*/ 312806 w 556963"/>
              <a:gd name="connsiteY5" fmla="*/ 145620 h 254596"/>
              <a:gd name="connsiteX6" fmla="*/ 554903 w 556963"/>
              <a:gd name="connsiteY6" fmla="*/ 254597 h 254596"/>
              <a:gd name="connsiteX7" fmla="*/ 556964 w 556963"/>
              <a:gd name="connsiteY7" fmla="*/ 250631 h 254596"/>
              <a:gd name="connsiteX8" fmla="*/ 294415 w 556963"/>
              <a:gd name="connsiteY8" fmla="*/ 132454 h 254596"/>
              <a:gd name="connsiteX9" fmla="*/ 289025 w 556963"/>
              <a:gd name="connsiteY9" fmla="*/ 129916 h 254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56963" h="254596">
                <a:moveTo>
                  <a:pt x="289025" y="130074"/>
                </a:moveTo>
                <a:lnTo>
                  <a:pt x="0" y="0"/>
                </a:lnTo>
                <a:lnTo>
                  <a:pt x="6659" y="7773"/>
                </a:lnTo>
                <a:lnTo>
                  <a:pt x="290927" y="135785"/>
                </a:lnTo>
                <a:lnTo>
                  <a:pt x="296318" y="138164"/>
                </a:lnTo>
                <a:lnTo>
                  <a:pt x="312806" y="145620"/>
                </a:lnTo>
                <a:lnTo>
                  <a:pt x="554903" y="254597"/>
                </a:lnTo>
                <a:cubicBezTo>
                  <a:pt x="555537" y="253169"/>
                  <a:pt x="556329" y="252059"/>
                  <a:pt x="556964" y="250631"/>
                </a:cubicBezTo>
                <a:lnTo>
                  <a:pt x="294415" y="132454"/>
                </a:lnTo>
                <a:lnTo>
                  <a:pt x="289025" y="129916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65" name="Freeform 264">
            <a:extLst>
              <a:ext uri="{FF2B5EF4-FFF2-40B4-BE49-F238E27FC236}">
                <a16:creationId xmlns:a16="http://schemas.microsoft.com/office/drawing/2014/main" id="{231FB972-446B-2BA0-8C24-4B0BCEF61265}"/>
              </a:ext>
            </a:extLst>
          </p:cNvPr>
          <p:cNvSpPr/>
          <p:nvPr/>
        </p:nvSpPr>
        <p:spPr>
          <a:xfrm>
            <a:off x="141342" y="3206770"/>
            <a:ext cx="865964" cy="534392"/>
          </a:xfrm>
          <a:custGeom>
            <a:avLst/>
            <a:gdLst>
              <a:gd name="connsiteX0" fmla="*/ 559025 w 865964"/>
              <a:gd name="connsiteY0" fmla="*/ 397679 h 620549"/>
              <a:gd name="connsiteX1" fmla="*/ 2537 w 865964"/>
              <a:gd name="connsiteY1" fmla="*/ 0 h 620549"/>
              <a:gd name="connsiteX2" fmla="*/ 0 w 865964"/>
              <a:gd name="connsiteY2" fmla="*/ 3649 h 620549"/>
              <a:gd name="connsiteX3" fmla="*/ 561244 w 865964"/>
              <a:gd name="connsiteY3" fmla="*/ 404658 h 620549"/>
              <a:gd name="connsiteX4" fmla="*/ 567269 w 865964"/>
              <a:gd name="connsiteY4" fmla="*/ 408941 h 620549"/>
              <a:gd name="connsiteX5" fmla="*/ 863428 w 865964"/>
              <a:gd name="connsiteY5" fmla="*/ 620550 h 620549"/>
              <a:gd name="connsiteX6" fmla="*/ 865965 w 865964"/>
              <a:gd name="connsiteY6" fmla="*/ 616902 h 620549"/>
              <a:gd name="connsiteX7" fmla="*/ 565208 w 865964"/>
              <a:gd name="connsiteY7" fmla="*/ 401962 h 620549"/>
              <a:gd name="connsiteX8" fmla="*/ 559183 w 865964"/>
              <a:gd name="connsiteY8" fmla="*/ 397679 h 6205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865964" h="620549">
                <a:moveTo>
                  <a:pt x="559025" y="397679"/>
                </a:moveTo>
                <a:lnTo>
                  <a:pt x="2537" y="0"/>
                </a:lnTo>
                <a:cubicBezTo>
                  <a:pt x="1744" y="1269"/>
                  <a:pt x="951" y="2538"/>
                  <a:pt x="0" y="3649"/>
                </a:cubicBezTo>
                <a:lnTo>
                  <a:pt x="561244" y="404658"/>
                </a:lnTo>
                <a:lnTo>
                  <a:pt x="567269" y="408941"/>
                </a:lnTo>
                <a:lnTo>
                  <a:pt x="863428" y="620550"/>
                </a:lnTo>
                <a:cubicBezTo>
                  <a:pt x="864221" y="619281"/>
                  <a:pt x="865014" y="618012"/>
                  <a:pt x="865965" y="616902"/>
                </a:cubicBezTo>
                <a:lnTo>
                  <a:pt x="565208" y="401962"/>
                </a:lnTo>
                <a:lnTo>
                  <a:pt x="559183" y="397679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66" name="Freeform 265">
            <a:extLst>
              <a:ext uri="{FF2B5EF4-FFF2-40B4-BE49-F238E27FC236}">
                <a16:creationId xmlns:a16="http://schemas.microsoft.com/office/drawing/2014/main" id="{A8BF1AAE-B30A-1C13-8420-A2F7950C0EBE}"/>
              </a:ext>
            </a:extLst>
          </p:cNvPr>
          <p:cNvSpPr/>
          <p:nvPr/>
        </p:nvSpPr>
        <p:spPr>
          <a:xfrm>
            <a:off x="132622" y="3216287"/>
            <a:ext cx="681103" cy="691895"/>
          </a:xfrm>
          <a:custGeom>
            <a:avLst/>
            <a:gdLst>
              <a:gd name="connsiteX0" fmla="*/ 309319 w 681103"/>
              <a:gd name="connsiteY0" fmla="*/ 368332 h 803446"/>
              <a:gd name="connsiteX1" fmla="*/ 316294 w 681103"/>
              <a:gd name="connsiteY1" fmla="*/ 376581 h 803446"/>
              <a:gd name="connsiteX2" fmla="*/ 322795 w 681103"/>
              <a:gd name="connsiteY2" fmla="*/ 384195 h 803446"/>
              <a:gd name="connsiteX3" fmla="*/ 677457 w 681103"/>
              <a:gd name="connsiteY3" fmla="*/ 803447 h 803446"/>
              <a:gd name="connsiteX4" fmla="*/ 681103 w 681103"/>
              <a:gd name="connsiteY4" fmla="*/ 800909 h 803446"/>
              <a:gd name="connsiteX5" fmla="*/ 331832 w 681103"/>
              <a:gd name="connsiteY5" fmla="*/ 388002 h 803446"/>
              <a:gd name="connsiteX6" fmla="*/ 325490 w 681103"/>
              <a:gd name="connsiteY6" fmla="*/ 380388 h 803446"/>
              <a:gd name="connsiteX7" fmla="*/ 318673 w 681103"/>
              <a:gd name="connsiteY7" fmla="*/ 372298 h 803446"/>
              <a:gd name="connsiteX8" fmla="*/ 312014 w 681103"/>
              <a:gd name="connsiteY8" fmla="*/ 364525 h 803446"/>
              <a:gd name="connsiteX9" fmla="*/ 3647 w 681103"/>
              <a:gd name="connsiteY9" fmla="*/ 0 h 803446"/>
              <a:gd name="connsiteX10" fmla="*/ 0 w 681103"/>
              <a:gd name="connsiteY10" fmla="*/ 2538 h 803446"/>
              <a:gd name="connsiteX11" fmla="*/ 302660 w 681103"/>
              <a:gd name="connsiteY11" fmla="*/ 360401 h 803446"/>
              <a:gd name="connsiteX12" fmla="*/ 309319 w 681103"/>
              <a:gd name="connsiteY12" fmla="*/ 368174 h 8034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81103" h="803446">
                <a:moveTo>
                  <a:pt x="309319" y="368332"/>
                </a:moveTo>
                <a:lnTo>
                  <a:pt x="316294" y="376581"/>
                </a:lnTo>
                <a:lnTo>
                  <a:pt x="322795" y="384195"/>
                </a:lnTo>
                <a:lnTo>
                  <a:pt x="677457" y="803447"/>
                </a:lnTo>
                <a:cubicBezTo>
                  <a:pt x="678566" y="802495"/>
                  <a:pt x="679993" y="801861"/>
                  <a:pt x="681103" y="800909"/>
                </a:cubicBezTo>
                <a:lnTo>
                  <a:pt x="331832" y="388002"/>
                </a:lnTo>
                <a:lnTo>
                  <a:pt x="325490" y="380388"/>
                </a:lnTo>
                <a:lnTo>
                  <a:pt x="318673" y="372298"/>
                </a:lnTo>
                <a:lnTo>
                  <a:pt x="312014" y="364525"/>
                </a:lnTo>
                <a:lnTo>
                  <a:pt x="3647" y="0"/>
                </a:lnTo>
                <a:cubicBezTo>
                  <a:pt x="2537" y="952"/>
                  <a:pt x="1110" y="1586"/>
                  <a:pt x="0" y="2538"/>
                </a:cubicBezTo>
                <a:lnTo>
                  <a:pt x="302660" y="360401"/>
                </a:lnTo>
                <a:lnTo>
                  <a:pt x="309319" y="368174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67" name="Freeform 266">
            <a:extLst>
              <a:ext uri="{FF2B5EF4-FFF2-40B4-BE49-F238E27FC236}">
                <a16:creationId xmlns:a16="http://schemas.microsoft.com/office/drawing/2014/main" id="{63FA0600-642C-DD29-2F91-C7E003119DE7}"/>
              </a:ext>
            </a:extLst>
          </p:cNvPr>
          <p:cNvSpPr/>
          <p:nvPr/>
        </p:nvSpPr>
        <p:spPr>
          <a:xfrm>
            <a:off x="117719" y="3225805"/>
            <a:ext cx="508290" cy="1140091"/>
          </a:xfrm>
          <a:custGeom>
            <a:avLst/>
            <a:gdLst>
              <a:gd name="connsiteX0" fmla="*/ 508291 w 508290"/>
              <a:gd name="connsiteY0" fmla="*/ 1323110 h 1323902"/>
              <a:gd name="connsiteX1" fmla="*/ 285378 w 508290"/>
              <a:gd name="connsiteY1" fmla="*/ 737617 h 1323902"/>
              <a:gd name="connsiteX2" fmla="*/ 283476 w 508290"/>
              <a:gd name="connsiteY2" fmla="*/ 732699 h 1323902"/>
              <a:gd name="connsiteX3" fmla="*/ 203887 w 508290"/>
              <a:gd name="connsiteY3" fmla="*/ 523628 h 1323902"/>
              <a:gd name="connsiteX4" fmla="*/ 201350 w 508290"/>
              <a:gd name="connsiteY4" fmla="*/ 516966 h 1323902"/>
              <a:gd name="connsiteX5" fmla="*/ 173130 w 508290"/>
              <a:gd name="connsiteY5" fmla="*/ 442887 h 1323902"/>
              <a:gd name="connsiteX6" fmla="*/ 170276 w 508290"/>
              <a:gd name="connsiteY6" fmla="*/ 435590 h 1323902"/>
              <a:gd name="connsiteX7" fmla="*/ 109395 w 508290"/>
              <a:gd name="connsiteY7" fmla="*/ 275853 h 1323902"/>
              <a:gd name="connsiteX8" fmla="*/ 107175 w 508290"/>
              <a:gd name="connsiteY8" fmla="*/ 270142 h 1323902"/>
              <a:gd name="connsiteX9" fmla="*/ 103053 w 508290"/>
              <a:gd name="connsiteY9" fmla="*/ 259355 h 1323902"/>
              <a:gd name="connsiteX10" fmla="*/ 100834 w 508290"/>
              <a:gd name="connsiteY10" fmla="*/ 253486 h 1323902"/>
              <a:gd name="connsiteX11" fmla="*/ 4281 w 508290"/>
              <a:gd name="connsiteY11" fmla="*/ 0 h 1323902"/>
              <a:gd name="connsiteX12" fmla="*/ 0 w 508290"/>
              <a:gd name="connsiteY12" fmla="*/ 1110 h 1323902"/>
              <a:gd name="connsiteX13" fmla="*/ 95126 w 508290"/>
              <a:gd name="connsiteY13" fmla="*/ 250948 h 1323902"/>
              <a:gd name="connsiteX14" fmla="*/ 97346 w 508290"/>
              <a:gd name="connsiteY14" fmla="*/ 256818 h 1323902"/>
              <a:gd name="connsiteX15" fmla="*/ 101468 w 508290"/>
              <a:gd name="connsiteY15" fmla="*/ 267604 h 1323902"/>
              <a:gd name="connsiteX16" fmla="*/ 103688 w 508290"/>
              <a:gd name="connsiteY16" fmla="*/ 273315 h 1323902"/>
              <a:gd name="connsiteX17" fmla="*/ 163617 w 508290"/>
              <a:gd name="connsiteY17" fmla="*/ 430831 h 1323902"/>
              <a:gd name="connsiteX18" fmla="*/ 166471 w 508290"/>
              <a:gd name="connsiteY18" fmla="*/ 438128 h 1323902"/>
              <a:gd name="connsiteX19" fmla="*/ 195009 w 508290"/>
              <a:gd name="connsiteY19" fmla="*/ 513318 h 1323902"/>
              <a:gd name="connsiteX20" fmla="*/ 197545 w 508290"/>
              <a:gd name="connsiteY20" fmla="*/ 519980 h 1323902"/>
              <a:gd name="connsiteX21" fmla="*/ 278085 w 508290"/>
              <a:gd name="connsiteY21" fmla="*/ 731430 h 1323902"/>
              <a:gd name="connsiteX22" fmla="*/ 279988 w 508290"/>
              <a:gd name="connsiteY22" fmla="*/ 736348 h 1323902"/>
              <a:gd name="connsiteX23" fmla="*/ 503693 w 508290"/>
              <a:gd name="connsiteY23" fmla="*/ 1323903 h 1323902"/>
              <a:gd name="connsiteX24" fmla="*/ 507974 w 508290"/>
              <a:gd name="connsiteY24" fmla="*/ 1322792 h 13239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508290" h="1323902">
                <a:moveTo>
                  <a:pt x="508291" y="1323110"/>
                </a:moveTo>
                <a:lnTo>
                  <a:pt x="285378" y="737617"/>
                </a:lnTo>
                <a:lnTo>
                  <a:pt x="283476" y="732699"/>
                </a:lnTo>
                <a:lnTo>
                  <a:pt x="203887" y="523628"/>
                </a:lnTo>
                <a:lnTo>
                  <a:pt x="201350" y="516966"/>
                </a:lnTo>
                <a:lnTo>
                  <a:pt x="173130" y="442887"/>
                </a:lnTo>
                <a:lnTo>
                  <a:pt x="170276" y="435590"/>
                </a:lnTo>
                <a:lnTo>
                  <a:pt x="109395" y="275853"/>
                </a:lnTo>
                <a:lnTo>
                  <a:pt x="107175" y="270142"/>
                </a:lnTo>
                <a:lnTo>
                  <a:pt x="103053" y="259355"/>
                </a:lnTo>
                <a:lnTo>
                  <a:pt x="100834" y="253486"/>
                </a:lnTo>
                <a:lnTo>
                  <a:pt x="4281" y="0"/>
                </a:lnTo>
                <a:cubicBezTo>
                  <a:pt x="2854" y="634"/>
                  <a:pt x="1268" y="634"/>
                  <a:pt x="0" y="1110"/>
                </a:cubicBezTo>
                <a:lnTo>
                  <a:pt x="95126" y="250948"/>
                </a:lnTo>
                <a:lnTo>
                  <a:pt x="97346" y="256818"/>
                </a:lnTo>
                <a:lnTo>
                  <a:pt x="101468" y="267604"/>
                </a:lnTo>
                <a:lnTo>
                  <a:pt x="103688" y="273315"/>
                </a:lnTo>
                <a:lnTo>
                  <a:pt x="163617" y="430831"/>
                </a:lnTo>
                <a:lnTo>
                  <a:pt x="166471" y="438128"/>
                </a:lnTo>
                <a:lnTo>
                  <a:pt x="195009" y="513318"/>
                </a:lnTo>
                <a:lnTo>
                  <a:pt x="197545" y="519980"/>
                </a:lnTo>
                <a:lnTo>
                  <a:pt x="278085" y="731430"/>
                </a:lnTo>
                <a:lnTo>
                  <a:pt x="279988" y="736348"/>
                </a:lnTo>
                <a:lnTo>
                  <a:pt x="503693" y="1323903"/>
                </a:lnTo>
                <a:cubicBezTo>
                  <a:pt x="505120" y="1323268"/>
                  <a:pt x="506705" y="1323268"/>
                  <a:pt x="507974" y="132279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68" name="Freeform 267">
            <a:extLst>
              <a:ext uri="{FF2B5EF4-FFF2-40B4-BE49-F238E27FC236}">
                <a16:creationId xmlns:a16="http://schemas.microsoft.com/office/drawing/2014/main" id="{8D906082-26C7-2F02-FCCB-27B1BBFE2BAD}"/>
              </a:ext>
            </a:extLst>
          </p:cNvPr>
          <p:cNvSpPr/>
          <p:nvPr/>
        </p:nvSpPr>
        <p:spPr>
          <a:xfrm>
            <a:off x="33056" y="3190271"/>
            <a:ext cx="21720" cy="45719"/>
          </a:xfrm>
          <a:custGeom>
            <a:avLst/>
            <a:gdLst>
              <a:gd name="connsiteX0" fmla="*/ 21403 w 21720"/>
              <a:gd name="connsiteY0" fmla="*/ 0 h 5552"/>
              <a:gd name="connsiteX1" fmla="*/ 0 w 21720"/>
              <a:gd name="connsiteY1" fmla="*/ 3648 h 5552"/>
              <a:gd name="connsiteX2" fmla="*/ 0 w 21720"/>
              <a:gd name="connsiteY2" fmla="*/ 5552 h 5552"/>
              <a:gd name="connsiteX3" fmla="*/ 21720 w 21720"/>
              <a:gd name="connsiteY3" fmla="*/ 1428 h 5552"/>
              <a:gd name="connsiteX4" fmla="*/ 21403 w 21720"/>
              <a:gd name="connsiteY4" fmla="*/ 159 h 55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720" h="5552">
                <a:moveTo>
                  <a:pt x="21403" y="0"/>
                </a:moveTo>
                <a:lnTo>
                  <a:pt x="0" y="3648"/>
                </a:lnTo>
                <a:lnTo>
                  <a:pt x="0" y="5552"/>
                </a:lnTo>
                <a:lnTo>
                  <a:pt x="21720" y="1428"/>
                </a:lnTo>
                <a:cubicBezTo>
                  <a:pt x="21720" y="1428"/>
                  <a:pt x="21562" y="634"/>
                  <a:pt x="21403" y="159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69" name="Freeform 268">
            <a:extLst>
              <a:ext uri="{FF2B5EF4-FFF2-40B4-BE49-F238E27FC236}">
                <a16:creationId xmlns:a16="http://schemas.microsoft.com/office/drawing/2014/main" id="{505DED97-0342-7794-7927-6A2814C38272}"/>
              </a:ext>
            </a:extLst>
          </p:cNvPr>
          <p:cNvSpPr/>
          <p:nvPr/>
        </p:nvSpPr>
        <p:spPr>
          <a:xfrm>
            <a:off x="33056" y="3164574"/>
            <a:ext cx="21720" cy="45719"/>
          </a:xfrm>
          <a:custGeom>
            <a:avLst/>
            <a:gdLst>
              <a:gd name="connsiteX0" fmla="*/ 21562 w 21720"/>
              <a:gd name="connsiteY0" fmla="*/ 4124 h 8565"/>
              <a:gd name="connsiteX1" fmla="*/ 0 w 21720"/>
              <a:gd name="connsiteY1" fmla="*/ 0 h 8565"/>
              <a:gd name="connsiteX2" fmla="*/ 0 w 21720"/>
              <a:gd name="connsiteY2" fmla="*/ 4600 h 8565"/>
              <a:gd name="connsiteX3" fmla="*/ 20769 w 21720"/>
              <a:gd name="connsiteY3" fmla="*/ 8566 h 8565"/>
              <a:gd name="connsiteX4" fmla="*/ 21720 w 21720"/>
              <a:gd name="connsiteY4" fmla="*/ 4124 h 85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720" h="8565">
                <a:moveTo>
                  <a:pt x="21562" y="4124"/>
                </a:moveTo>
                <a:lnTo>
                  <a:pt x="0" y="0"/>
                </a:lnTo>
                <a:lnTo>
                  <a:pt x="0" y="4600"/>
                </a:lnTo>
                <a:lnTo>
                  <a:pt x="20769" y="8566"/>
                </a:lnTo>
                <a:cubicBezTo>
                  <a:pt x="20928" y="6980"/>
                  <a:pt x="21403" y="5552"/>
                  <a:pt x="21720" y="4124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70" name="Freeform 269">
            <a:extLst>
              <a:ext uri="{FF2B5EF4-FFF2-40B4-BE49-F238E27FC236}">
                <a16:creationId xmlns:a16="http://schemas.microsoft.com/office/drawing/2014/main" id="{429F870A-FEEB-5927-8EE8-EA77330D580F}"/>
              </a:ext>
            </a:extLst>
          </p:cNvPr>
          <p:cNvSpPr/>
          <p:nvPr/>
        </p:nvSpPr>
        <p:spPr>
          <a:xfrm>
            <a:off x="102816" y="1947904"/>
            <a:ext cx="66588" cy="1018514"/>
          </a:xfrm>
          <a:custGeom>
            <a:avLst/>
            <a:gdLst>
              <a:gd name="connsiteX0" fmla="*/ 66588 w 66588"/>
              <a:gd name="connsiteY0" fmla="*/ 952 h 1182724"/>
              <a:gd name="connsiteX1" fmla="*/ 62149 w 66588"/>
              <a:gd name="connsiteY1" fmla="*/ 0 h 1182724"/>
              <a:gd name="connsiteX2" fmla="*/ 0 w 66588"/>
              <a:gd name="connsiteY2" fmla="*/ 1181773 h 1182724"/>
              <a:gd name="connsiteX3" fmla="*/ 4281 w 66588"/>
              <a:gd name="connsiteY3" fmla="*/ 1182725 h 1182724"/>
              <a:gd name="connsiteX4" fmla="*/ 66430 w 66588"/>
              <a:gd name="connsiteY4" fmla="*/ 952 h 11827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6588" h="1182724">
                <a:moveTo>
                  <a:pt x="66588" y="952"/>
                </a:moveTo>
                <a:cubicBezTo>
                  <a:pt x="65003" y="952"/>
                  <a:pt x="63735" y="159"/>
                  <a:pt x="62149" y="0"/>
                </a:cubicBezTo>
                <a:lnTo>
                  <a:pt x="0" y="1181773"/>
                </a:lnTo>
                <a:cubicBezTo>
                  <a:pt x="1585" y="1181773"/>
                  <a:pt x="2854" y="1182566"/>
                  <a:pt x="4281" y="1182725"/>
                </a:cubicBezTo>
                <a:lnTo>
                  <a:pt x="66430" y="952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71" name="Freeform 270">
            <a:extLst>
              <a:ext uri="{FF2B5EF4-FFF2-40B4-BE49-F238E27FC236}">
                <a16:creationId xmlns:a16="http://schemas.microsoft.com/office/drawing/2014/main" id="{ECF9FF85-57A4-9F52-9E14-F13EC9C9D2BD}"/>
              </a:ext>
            </a:extLst>
          </p:cNvPr>
          <p:cNvSpPr/>
          <p:nvPr/>
        </p:nvSpPr>
        <p:spPr>
          <a:xfrm>
            <a:off x="32898" y="3185830"/>
            <a:ext cx="21403" cy="45719"/>
          </a:xfrm>
          <a:custGeom>
            <a:avLst/>
            <a:gdLst>
              <a:gd name="connsiteX0" fmla="*/ 20611 w 21403"/>
              <a:gd name="connsiteY0" fmla="*/ 0 h 7931"/>
              <a:gd name="connsiteX1" fmla="*/ 0 w 21403"/>
              <a:gd name="connsiteY1" fmla="*/ 3490 h 7931"/>
              <a:gd name="connsiteX2" fmla="*/ 0 w 21403"/>
              <a:gd name="connsiteY2" fmla="*/ 7931 h 7931"/>
              <a:gd name="connsiteX3" fmla="*/ 21403 w 21403"/>
              <a:gd name="connsiteY3" fmla="*/ 4283 h 7931"/>
              <a:gd name="connsiteX4" fmla="*/ 20452 w 21403"/>
              <a:gd name="connsiteY4" fmla="*/ 0 h 79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403" h="7931">
                <a:moveTo>
                  <a:pt x="20611" y="0"/>
                </a:moveTo>
                <a:lnTo>
                  <a:pt x="0" y="3490"/>
                </a:lnTo>
                <a:lnTo>
                  <a:pt x="0" y="7931"/>
                </a:lnTo>
                <a:lnTo>
                  <a:pt x="21403" y="4283"/>
                </a:lnTo>
                <a:cubicBezTo>
                  <a:pt x="21086" y="2855"/>
                  <a:pt x="20769" y="1428"/>
                  <a:pt x="20452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72" name="Freeform 271">
            <a:extLst>
              <a:ext uri="{FF2B5EF4-FFF2-40B4-BE49-F238E27FC236}">
                <a16:creationId xmlns:a16="http://schemas.microsoft.com/office/drawing/2014/main" id="{497DC83C-830F-C33F-57A0-F2E3423D0F1A}"/>
              </a:ext>
            </a:extLst>
          </p:cNvPr>
          <p:cNvSpPr/>
          <p:nvPr/>
        </p:nvSpPr>
        <p:spPr>
          <a:xfrm>
            <a:off x="33056" y="3215651"/>
            <a:ext cx="38208" cy="45719"/>
          </a:xfrm>
          <a:custGeom>
            <a:avLst/>
            <a:gdLst>
              <a:gd name="connsiteX0" fmla="*/ 34404 w 38208"/>
              <a:gd name="connsiteY0" fmla="*/ 0 h 45208"/>
              <a:gd name="connsiteX1" fmla="*/ 0 w 38208"/>
              <a:gd name="connsiteY1" fmla="*/ 38546 h 45208"/>
              <a:gd name="connsiteX2" fmla="*/ 0 w 38208"/>
              <a:gd name="connsiteY2" fmla="*/ 45209 h 45208"/>
              <a:gd name="connsiteX3" fmla="*/ 38209 w 38208"/>
              <a:gd name="connsiteY3" fmla="*/ 2538 h 45208"/>
              <a:gd name="connsiteX4" fmla="*/ 34562 w 38208"/>
              <a:gd name="connsiteY4" fmla="*/ 0 h 45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8208" h="45208">
                <a:moveTo>
                  <a:pt x="34404" y="0"/>
                </a:moveTo>
                <a:lnTo>
                  <a:pt x="0" y="38546"/>
                </a:lnTo>
                <a:lnTo>
                  <a:pt x="0" y="45209"/>
                </a:lnTo>
                <a:lnTo>
                  <a:pt x="38209" y="2538"/>
                </a:lnTo>
                <a:cubicBezTo>
                  <a:pt x="37099" y="1586"/>
                  <a:pt x="35514" y="1110"/>
                  <a:pt x="34562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73" name="Freeform 272">
            <a:extLst>
              <a:ext uri="{FF2B5EF4-FFF2-40B4-BE49-F238E27FC236}">
                <a16:creationId xmlns:a16="http://schemas.microsoft.com/office/drawing/2014/main" id="{C37F81AF-E040-78D3-A447-CCDA5510B6DB}"/>
              </a:ext>
            </a:extLst>
          </p:cNvPr>
          <p:cNvSpPr/>
          <p:nvPr/>
        </p:nvSpPr>
        <p:spPr>
          <a:xfrm>
            <a:off x="33056" y="3117937"/>
            <a:ext cx="32977" cy="45719"/>
          </a:xfrm>
          <a:custGeom>
            <a:avLst/>
            <a:gdLst>
              <a:gd name="connsiteX0" fmla="*/ 32977 w 32977"/>
              <a:gd name="connsiteY0" fmla="*/ 28077 h 28394"/>
              <a:gd name="connsiteX1" fmla="*/ 0 w 32977"/>
              <a:gd name="connsiteY1" fmla="*/ 0 h 28394"/>
              <a:gd name="connsiteX2" fmla="*/ 0 w 32977"/>
              <a:gd name="connsiteY2" fmla="*/ 1110 h 28394"/>
              <a:gd name="connsiteX3" fmla="*/ 32660 w 32977"/>
              <a:gd name="connsiteY3" fmla="*/ 28394 h 28394"/>
              <a:gd name="connsiteX4" fmla="*/ 32977 w 32977"/>
              <a:gd name="connsiteY4" fmla="*/ 27918 h 283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2977" h="28394">
                <a:moveTo>
                  <a:pt x="32977" y="28077"/>
                </a:moveTo>
                <a:lnTo>
                  <a:pt x="0" y="0"/>
                </a:lnTo>
                <a:lnTo>
                  <a:pt x="0" y="1110"/>
                </a:lnTo>
                <a:lnTo>
                  <a:pt x="32660" y="28394"/>
                </a:lnTo>
                <a:cubicBezTo>
                  <a:pt x="32660" y="28394"/>
                  <a:pt x="32819" y="28077"/>
                  <a:pt x="32977" y="27918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74" name="Freeform 273">
            <a:extLst>
              <a:ext uri="{FF2B5EF4-FFF2-40B4-BE49-F238E27FC236}">
                <a16:creationId xmlns:a16="http://schemas.microsoft.com/office/drawing/2014/main" id="{EF571F66-B1C4-820B-F63A-55126873A78E}"/>
              </a:ext>
            </a:extLst>
          </p:cNvPr>
          <p:cNvSpPr/>
          <p:nvPr/>
        </p:nvSpPr>
        <p:spPr>
          <a:xfrm>
            <a:off x="33056" y="1901425"/>
            <a:ext cx="88150" cy="45719"/>
          </a:xfrm>
          <a:custGeom>
            <a:avLst/>
            <a:gdLst>
              <a:gd name="connsiteX0" fmla="*/ 87199 w 88150"/>
              <a:gd name="connsiteY0" fmla="*/ 0 h 12690"/>
              <a:gd name="connsiteX1" fmla="*/ 0 w 88150"/>
              <a:gd name="connsiteY1" fmla="*/ 8249 h 12690"/>
              <a:gd name="connsiteX2" fmla="*/ 0 w 88150"/>
              <a:gd name="connsiteY2" fmla="*/ 12690 h 12690"/>
              <a:gd name="connsiteX3" fmla="*/ 88150 w 88150"/>
              <a:gd name="connsiteY3" fmla="*/ 4283 h 12690"/>
              <a:gd name="connsiteX4" fmla="*/ 87199 w 88150"/>
              <a:gd name="connsiteY4" fmla="*/ 0 h 126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8150" h="12690">
                <a:moveTo>
                  <a:pt x="87199" y="0"/>
                </a:moveTo>
                <a:lnTo>
                  <a:pt x="0" y="8249"/>
                </a:lnTo>
                <a:lnTo>
                  <a:pt x="0" y="12690"/>
                </a:lnTo>
                <a:lnTo>
                  <a:pt x="88150" y="4283"/>
                </a:lnTo>
                <a:cubicBezTo>
                  <a:pt x="87833" y="2855"/>
                  <a:pt x="87358" y="1428"/>
                  <a:pt x="87199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75" name="Freeform 274">
            <a:extLst>
              <a:ext uri="{FF2B5EF4-FFF2-40B4-BE49-F238E27FC236}">
                <a16:creationId xmlns:a16="http://schemas.microsoft.com/office/drawing/2014/main" id="{929B3F32-5EE2-2E45-1730-A1A965E09E92}"/>
              </a:ext>
            </a:extLst>
          </p:cNvPr>
          <p:cNvSpPr/>
          <p:nvPr/>
        </p:nvSpPr>
        <p:spPr>
          <a:xfrm>
            <a:off x="33056" y="3119206"/>
            <a:ext cx="32818" cy="45719"/>
          </a:xfrm>
          <a:custGeom>
            <a:avLst/>
            <a:gdLst>
              <a:gd name="connsiteX0" fmla="*/ 32660 w 32818"/>
              <a:gd name="connsiteY0" fmla="*/ 27284 h 31090"/>
              <a:gd name="connsiteX1" fmla="*/ 0 w 32818"/>
              <a:gd name="connsiteY1" fmla="*/ 0 h 31090"/>
              <a:gd name="connsiteX2" fmla="*/ 0 w 32818"/>
              <a:gd name="connsiteY2" fmla="*/ 5869 h 31090"/>
              <a:gd name="connsiteX3" fmla="*/ 30282 w 32818"/>
              <a:gd name="connsiteY3" fmla="*/ 31091 h 31090"/>
              <a:gd name="connsiteX4" fmla="*/ 32819 w 32818"/>
              <a:gd name="connsiteY4" fmla="*/ 27442 h 310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2818" h="31090">
                <a:moveTo>
                  <a:pt x="32660" y="27284"/>
                </a:moveTo>
                <a:lnTo>
                  <a:pt x="0" y="0"/>
                </a:lnTo>
                <a:lnTo>
                  <a:pt x="0" y="5869"/>
                </a:lnTo>
                <a:lnTo>
                  <a:pt x="30282" y="31091"/>
                </a:lnTo>
                <a:cubicBezTo>
                  <a:pt x="31233" y="29822"/>
                  <a:pt x="31867" y="28553"/>
                  <a:pt x="32819" y="2744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76" name="Freeform 275">
            <a:extLst>
              <a:ext uri="{FF2B5EF4-FFF2-40B4-BE49-F238E27FC236}">
                <a16:creationId xmlns:a16="http://schemas.microsoft.com/office/drawing/2014/main" id="{B41C068F-2459-F5C8-531E-D55A30B38F13}"/>
              </a:ext>
            </a:extLst>
          </p:cNvPr>
          <p:cNvSpPr/>
          <p:nvPr/>
        </p:nvSpPr>
        <p:spPr>
          <a:xfrm>
            <a:off x="33056" y="1870018"/>
            <a:ext cx="88625" cy="45719"/>
          </a:xfrm>
          <a:custGeom>
            <a:avLst/>
            <a:gdLst>
              <a:gd name="connsiteX0" fmla="*/ 88626 w 88625"/>
              <a:gd name="connsiteY0" fmla="*/ 19352 h 21573"/>
              <a:gd name="connsiteX1" fmla="*/ 44234 w 88625"/>
              <a:gd name="connsiteY1" fmla="*/ 8566 h 21573"/>
              <a:gd name="connsiteX2" fmla="*/ 0 w 88625"/>
              <a:gd name="connsiteY2" fmla="*/ 0 h 21573"/>
              <a:gd name="connsiteX3" fmla="*/ 0 w 88625"/>
              <a:gd name="connsiteY3" fmla="*/ 4600 h 21573"/>
              <a:gd name="connsiteX4" fmla="*/ 88150 w 88625"/>
              <a:gd name="connsiteY4" fmla="*/ 21573 h 21573"/>
              <a:gd name="connsiteX5" fmla="*/ 88626 w 88625"/>
              <a:gd name="connsiteY5" fmla="*/ 19352 h 215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8625" h="21573">
                <a:moveTo>
                  <a:pt x="88626" y="19352"/>
                </a:moveTo>
                <a:lnTo>
                  <a:pt x="44234" y="8566"/>
                </a:lnTo>
                <a:lnTo>
                  <a:pt x="0" y="0"/>
                </a:lnTo>
                <a:lnTo>
                  <a:pt x="0" y="4600"/>
                </a:lnTo>
                <a:lnTo>
                  <a:pt x="88150" y="21573"/>
                </a:lnTo>
                <a:cubicBezTo>
                  <a:pt x="88150" y="21573"/>
                  <a:pt x="88467" y="19987"/>
                  <a:pt x="88626" y="1935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77" name="Freeform 276">
            <a:extLst>
              <a:ext uri="{FF2B5EF4-FFF2-40B4-BE49-F238E27FC236}">
                <a16:creationId xmlns:a16="http://schemas.microsoft.com/office/drawing/2014/main" id="{BC561FB2-0C9F-C924-AAA2-C52762C33AE1}"/>
              </a:ext>
            </a:extLst>
          </p:cNvPr>
          <p:cNvSpPr/>
          <p:nvPr/>
        </p:nvSpPr>
        <p:spPr>
          <a:xfrm>
            <a:off x="33056" y="1863355"/>
            <a:ext cx="89577" cy="45719"/>
          </a:xfrm>
          <a:custGeom>
            <a:avLst/>
            <a:gdLst>
              <a:gd name="connsiteX0" fmla="*/ 88626 w 89577"/>
              <a:gd name="connsiteY0" fmla="*/ 26015 h 26173"/>
              <a:gd name="connsiteX1" fmla="*/ 89577 w 89577"/>
              <a:gd name="connsiteY1" fmla="*/ 21732 h 26173"/>
              <a:gd name="connsiteX2" fmla="*/ 0 w 89577"/>
              <a:gd name="connsiteY2" fmla="*/ 0 h 26173"/>
              <a:gd name="connsiteX3" fmla="*/ 0 w 89577"/>
              <a:gd name="connsiteY3" fmla="*/ 4600 h 26173"/>
              <a:gd name="connsiteX4" fmla="*/ 44234 w 89577"/>
              <a:gd name="connsiteY4" fmla="*/ 15387 h 26173"/>
              <a:gd name="connsiteX5" fmla="*/ 88626 w 89577"/>
              <a:gd name="connsiteY5" fmla="*/ 26174 h 261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9577" h="26173">
                <a:moveTo>
                  <a:pt x="88626" y="26015"/>
                </a:moveTo>
                <a:cubicBezTo>
                  <a:pt x="88943" y="24587"/>
                  <a:pt x="89101" y="23160"/>
                  <a:pt x="89577" y="21732"/>
                </a:cubicBezTo>
                <a:lnTo>
                  <a:pt x="0" y="0"/>
                </a:lnTo>
                <a:lnTo>
                  <a:pt x="0" y="4600"/>
                </a:lnTo>
                <a:lnTo>
                  <a:pt x="44234" y="15387"/>
                </a:lnTo>
                <a:lnTo>
                  <a:pt x="88626" y="26174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79" name="Freeform 278">
            <a:extLst>
              <a:ext uri="{FF2B5EF4-FFF2-40B4-BE49-F238E27FC236}">
                <a16:creationId xmlns:a16="http://schemas.microsoft.com/office/drawing/2014/main" id="{68BD9743-08D7-0128-FB4F-C055E05DE556}"/>
              </a:ext>
            </a:extLst>
          </p:cNvPr>
          <p:cNvSpPr/>
          <p:nvPr/>
        </p:nvSpPr>
        <p:spPr>
          <a:xfrm>
            <a:off x="5977965" y="6530327"/>
            <a:ext cx="379077" cy="1022885"/>
          </a:xfrm>
          <a:custGeom>
            <a:avLst/>
            <a:gdLst>
              <a:gd name="connsiteX0" fmla="*/ 374639 w 379077"/>
              <a:gd name="connsiteY0" fmla="*/ 158 h 1187800"/>
              <a:gd name="connsiteX1" fmla="*/ 0 w 379077"/>
              <a:gd name="connsiteY1" fmla="*/ 1186849 h 1187800"/>
              <a:gd name="connsiteX2" fmla="*/ 4439 w 379077"/>
              <a:gd name="connsiteY2" fmla="*/ 1187800 h 1187800"/>
              <a:gd name="connsiteX3" fmla="*/ 379078 w 379077"/>
              <a:gd name="connsiteY3" fmla="*/ 952 h 1187800"/>
              <a:gd name="connsiteX4" fmla="*/ 374639 w 379077"/>
              <a:gd name="connsiteY4" fmla="*/ 0 h 1187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9077" h="1187800">
                <a:moveTo>
                  <a:pt x="374639" y="158"/>
                </a:moveTo>
                <a:lnTo>
                  <a:pt x="0" y="1186849"/>
                </a:lnTo>
                <a:cubicBezTo>
                  <a:pt x="1427" y="1187324"/>
                  <a:pt x="3012" y="1187324"/>
                  <a:pt x="4439" y="1187800"/>
                </a:cubicBezTo>
                <a:lnTo>
                  <a:pt x="379078" y="952"/>
                </a:lnTo>
                <a:cubicBezTo>
                  <a:pt x="377651" y="476"/>
                  <a:pt x="376065" y="476"/>
                  <a:pt x="374639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80" name="Freeform 279">
            <a:extLst>
              <a:ext uri="{FF2B5EF4-FFF2-40B4-BE49-F238E27FC236}">
                <a16:creationId xmlns:a16="http://schemas.microsoft.com/office/drawing/2014/main" id="{DBBAE6D7-FC41-B255-A6C6-916A25499F75}"/>
              </a:ext>
            </a:extLst>
          </p:cNvPr>
          <p:cNvSpPr/>
          <p:nvPr/>
        </p:nvSpPr>
        <p:spPr>
          <a:xfrm>
            <a:off x="6322638" y="1807202"/>
            <a:ext cx="768143" cy="1319178"/>
          </a:xfrm>
          <a:custGeom>
            <a:avLst/>
            <a:gdLst>
              <a:gd name="connsiteX0" fmla="*/ 0 w 768143"/>
              <a:gd name="connsiteY0" fmla="*/ 1529325 h 1531863"/>
              <a:gd name="connsiteX1" fmla="*/ 3805 w 768143"/>
              <a:gd name="connsiteY1" fmla="*/ 1531863 h 1531863"/>
              <a:gd name="connsiteX2" fmla="*/ 768144 w 768143"/>
              <a:gd name="connsiteY2" fmla="*/ 2538 h 1531863"/>
              <a:gd name="connsiteX3" fmla="*/ 764338 w 768143"/>
              <a:gd name="connsiteY3" fmla="*/ 0 h 1531863"/>
              <a:gd name="connsiteX4" fmla="*/ 0 w 768143"/>
              <a:gd name="connsiteY4" fmla="*/ 1529325 h 15318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68143" h="1531863">
                <a:moveTo>
                  <a:pt x="0" y="1529325"/>
                </a:moveTo>
                <a:cubicBezTo>
                  <a:pt x="1427" y="1529960"/>
                  <a:pt x="2378" y="1531070"/>
                  <a:pt x="3805" y="1531863"/>
                </a:cubicBezTo>
                <a:lnTo>
                  <a:pt x="768144" y="2538"/>
                </a:lnTo>
                <a:cubicBezTo>
                  <a:pt x="766717" y="1904"/>
                  <a:pt x="765766" y="793"/>
                  <a:pt x="764338" y="0"/>
                </a:cubicBezTo>
                <a:lnTo>
                  <a:pt x="0" y="152932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81" name="Freeform 280">
            <a:extLst>
              <a:ext uri="{FF2B5EF4-FFF2-40B4-BE49-F238E27FC236}">
                <a16:creationId xmlns:a16="http://schemas.microsoft.com/office/drawing/2014/main" id="{ED23CC5C-9D5B-A510-600B-4690B6A0A05E}"/>
              </a:ext>
            </a:extLst>
          </p:cNvPr>
          <p:cNvSpPr/>
          <p:nvPr/>
        </p:nvSpPr>
        <p:spPr>
          <a:xfrm>
            <a:off x="6873577" y="1472974"/>
            <a:ext cx="154579" cy="341508"/>
          </a:xfrm>
          <a:custGeom>
            <a:avLst/>
            <a:gdLst>
              <a:gd name="connsiteX0" fmla="*/ 5549 w 154579"/>
              <a:gd name="connsiteY0" fmla="*/ 394030 h 396568"/>
              <a:gd name="connsiteX1" fmla="*/ 154580 w 154579"/>
              <a:gd name="connsiteY1" fmla="*/ 952 h 396568"/>
              <a:gd name="connsiteX2" fmla="*/ 150299 w 154579"/>
              <a:gd name="connsiteY2" fmla="*/ 0 h 396568"/>
              <a:gd name="connsiteX3" fmla="*/ 0 w 154579"/>
              <a:gd name="connsiteY3" fmla="*/ 396568 h 396568"/>
              <a:gd name="connsiteX4" fmla="*/ 5549 w 154579"/>
              <a:gd name="connsiteY4" fmla="*/ 394030 h 3965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4579" h="396568">
                <a:moveTo>
                  <a:pt x="5549" y="394030"/>
                </a:moveTo>
                <a:lnTo>
                  <a:pt x="154580" y="952"/>
                </a:lnTo>
                <a:cubicBezTo>
                  <a:pt x="153153" y="476"/>
                  <a:pt x="151568" y="476"/>
                  <a:pt x="150299" y="0"/>
                </a:cubicBezTo>
                <a:lnTo>
                  <a:pt x="0" y="396568"/>
                </a:lnTo>
                <a:lnTo>
                  <a:pt x="5549" y="39403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82" name="Freeform 281">
            <a:extLst>
              <a:ext uri="{FF2B5EF4-FFF2-40B4-BE49-F238E27FC236}">
                <a16:creationId xmlns:a16="http://schemas.microsoft.com/office/drawing/2014/main" id="{4C7D8128-897F-02E7-D679-064021ED6BD3}"/>
              </a:ext>
            </a:extLst>
          </p:cNvPr>
          <p:cNvSpPr/>
          <p:nvPr/>
        </p:nvSpPr>
        <p:spPr>
          <a:xfrm>
            <a:off x="6318833" y="1872873"/>
            <a:ext cx="557914" cy="1260029"/>
          </a:xfrm>
          <a:custGeom>
            <a:avLst/>
            <a:gdLst>
              <a:gd name="connsiteX0" fmla="*/ 552366 w 557914"/>
              <a:gd name="connsiteY0" fmla="*/ 2538 h 1463177"/>
              <a:gd name="connsiteX1" fmla="*/ 4915 w 557914"/>
              <a:gd name="connsiteY1" fmla="*/ 1446363 h 1463177"/>
              <a:gd name="connsiteX2" fmla="*/ 0 w 557914"/>
              <a:gd name="connsiteY2" fmla="*/ 1462384 h 1463177"/>
              <a:gd name="connsiteX3" fmla="*/ 3171 w 557914"/>
              <a:gd name="connsiteY3" fmla="*/ 1463178 h 1463177"/>
              <a:gd name="connsiteX4" fmla="*/ 557915 w 557914"/>
              <a:gd name="connsiteY4" fmla="*/ 0 h 1463177"/>
              <a:gd name="connsiteX5" fmla="*/ 552207 w 557914"/>
              <a:gd name="connsiteY5" fmla="*/ 2538 h 14631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57914" h="1463177">
                <a:moveTo>
                  <a:pt x="552366" y="2538"/>
                </a:moveTo>
                <a:lnTo>
                  <a:pt x="4915" y="1446363"/>
                </a:lnTo>
                <a:lnTo>
                  <a:pt x="0" y="1462384"/>
                </a:lnTo>
                <a:cubicBezTo>
                  <a:pt x="951" y="1462702"/>
                  <a:pt x="2219" y="1462702"/>
                  <a:pt x="3171" y="1463178"/>
                </a:cubicBezTo>
                <a:lnTo>
                  <a:pt x="557915" y="0"/>
                </a:lnTo>
                <a:lnTo>
                  <a:pt x="552207" y="2538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83" name="Freeform 282">
            <a:extLst>
              <a:ext uri="{FF2B5EF4-FFF2-40B4-BE49-F238E27FC236}">
                <a16:creationId xmlns:a16="http://schemas.microsoft.com/office/drawing/2014/main" id="{00B2930D-0E43-CD60-5806-60BC9A45282E}"/>
              </a:ext>
            </a:extLst>
          </p:cNvPr>
          <p:cNvSpPr/>
          <p:nvPr/>
        </p:nvSpPr>
        <p:spPr>
          <a:xfrm>
            <a:off x="6863430" y="1001692"/>
            <a:ext cx="167897" cy="460899"/>
          </a:xfrm>
          <a:custGeom>
            <a:avLst/>
            <a:gdLst>
              <a:gd name="connsiteX0" fmla="*/ 136664 w 167897"/>
              <a:gd name="connsiteY0" fmla="*/ 103108 h 535208"/>
              <a:gd name="connsiteX1" fmla="*/ 139677 w 167897"/>
              <a:gd name="connsiteY1" fmla="*/ 93114 h 535208"/>
              <a:gd name="connsiteX2" fmla="*/ 167898 w 167897"/>
              <a:gd name="connsiteY2" fmla="*/ 952 h 535208"/>
              <a:gd name="connsiteX3" fmla="*/ 163458 w 167897"/>
              <a:gd name="connsiteY3" fmla="*/ 0 h 535208"/>
              <a:gd name="connsiteX4" fmla="*/ 138250 w 167897"/>
              <a:gd name="connsiteY4" fmla="*/ 82486 h 535208"/>
              <a:gd name="connsiteX5" fmla="*/ 135238 w 167897"/>
              <a:gd name="connsiteY5" fmla="*/ 92480 h 535208"/>
              <a:gd name="connsiteX6" fmla="*/ 0 w 167897"/>
              <a:gd name="connsiteY6" fmla="*/ 535208 h 535208"/>
              <a:gd name="connsiteX7" fmla="*/ 5707 w 167897"/>
              <a:gd name="connsiteY7" fmla="*/ 531560 h 535208"/>
              <a:gd name="connsiteX8" fmla="*/ 136664 w 167897"/>
              <a:gd name="connsiteY8" fmla="*/ 103108 h 535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67897" h="535208">
                <a:moveTo>
                  <a:pt x="136664" y="103108"/>
                </a:moveTo>
                <a:lnTo>
                  <a:pt x="139677" y="93114"/>
                </a:lnTo>
                <a:lnTo>
                  <a:pt x="167898" y="952"/>
                </a:lnTo>
                <a:cubicBezTo>
                  <a:pt x="166471" y="635"/>
                  <a:pt x="164885" y="476"/>
                  <a:pt x="163458" y="0"/>
                </a:cubicBezTo>
                <a:lnTo>
                  <a:pt x="138250" y="82486"/>
                </a:lnTo>
                <a:lnTo>
                  <a:pt x="135238" y="92480"/>
                </a:lnTo>
                <a:lnTo>
                  <a:pt x="0" y="535208"/>
                </a:lnTo>
                <a:lnTo>
                  <a:pt x="5707" y="531560"/>
                </a:lnTo>
                <a:lnTo>
                  <a:pt x="136664" y="103108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84" name="Freeform 283">
            <a:extLst>
              <a:ext uri="{FF2B5EF4-FFF2-40B4-BE49-F238E27FC236}">
                <a16:creationId xmlns:a16="http://schemas.microsoft.com/office/drawing/2014/main" id="{2DD44E1A-6725-F993-326C-9E3A565F9611}"/>
              </a:ext>
            </a:extLst>
          </p:cNvPr>
          <p:cNvSpPr/>
          <p:nvPr/>
        </p:nvSpPr>
        <p:spPr>
          <a:xfrm>
            <a:off x="6314394" y="1931724"/>
            <a:ext cx="433141" cy="1208939"/>
          </a:xfrm>
          <a:custGeom>
            <a:avLst/>
            <a:gdLst>
              <a:gd name="connsiteX0" fmla="*/ 433141 w 433141"/>
              <a:gd name="connsiteY0" fmla="*/ 0 h 1403850"/>
              <a:gd name="connsiteX1" fmla="*/ 427750 w 433141"/>
              <a:gd name="connsiteY1" fmla="*/ 2538 h 1403850"/>
              <a:gd name="connsiteX2" fmla="*/ 0 w 433141"/>
              <a:gd name="connsiteY2" fmla="*/ 1402899 h 1403850"/>
              <a:gd name="connsiteX3" fmla="*/ 4439 w 433141"/>
              <a:gd name="connsiteY3" fmla="*/ 1403851 h 1403850"/>
              <a:gd name="connsiteX4" fmla="*/ 9354 w 433141"/>
              <a:gd name="connsiteY4" fmla="*/ 1387829 h 1403850"/>
              <a:gd name="connsiteX5" fmla="*/ 433141 w 433141"/>
              <a:gd name="connsiteY5" fmla="*/ 159 h 14038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33141" h="1403850">
                <a:moveTo>
                  <a:pt x="433141" y="0"/>
                </a:moveTo>
                <a:lnTo>
                  <a:pt x="427750" y="2538"/>
                </a:lnTo>
                <a:lnTo>
                  <a:pt x="0" y="1402899"/>
                </a:lnTo>
                <a:cubicBezTo>
                  <a:pt x="1427" y="1403216"/>
                  <a:pt x="3012" y="1403216"/>
                  <a:pt x="4439" y="1403851"/>
                </a:cubicBezTo>
                <a:lnTo>
                  <a:pt x="9354" y="1387829"/>
                </a:lnTo>
                <a:lnTo>
                  <a:pt x="433141" y="159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85" name="Freeform 284">
            <a:extLst>
              <a:ext uri="{FF2B5EF4-FFF2-40B4-BE49-F238E27FC236}">
                <a16:creationId xmlns:a16="http://schemas.microsoft.com/office/drawing/2014/main" id="{C72A3623-1A58-F13A-0FC7-7D6258B1F60E}"/>
              </a:ext>
            </a:extLst>
          </p:cNvPr>
          <p:cNvSpPr/>
          <p:nvPr/>
        </p:nvSpPr>
        <p:spPr>
          <a:xfrm>
            <a:off x="6743888" y="1539757"/>
            <a:ext cx="123346" cy="334814"/>
          </a:xfrm>
          <a:custGeom>
            <a:avLst/>
            <a:gdLst>
              <a:gd name="connsiteX0" fmla="*/ 5390 w 123346"/>
              <a:gd name="connsiteY0" fmla="*/ 386257 h 388795"/>
              <a:gd name="connsiteX1" fmla="*/ 123347 w 123346"/>
              <a:gd name="connsiteY1" fmla="*/ 0 h 388795"/>
              <a:gd name="connsiteX2" fmla="*/ 117639 w 123346"/>
              <a:gd name="connsiteY2" fmla="*/ 3648 h 388795"/>
              <a:gd name="connsiteX3" fmla="*/ 0 w 123346"/>
              <a:gd name="connsiteY3" fmla="*/ 388795 h 388795"/>
              <a:gd name="connsiteX4" fmla="*/ 5390 w 123346"/>
              <a:gd name="connsiteY4" fmla="*/ 386257 h 3887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346" h="388795">
                <a:moveTo>
                  <a:pt x="5390" y="386257"/>
                </a:moveTo>
                <a:lnTo>
                  <a:pt x="123347" y="0"/>
                </a:lnTo>
                <a:lnTo>
                  <a:pt x="117639" y="3648"/>
                </a:lnTo>
                <a:lnTo>
                  <a:pt x="0" y="388795"/>
                </a:lnTo>
                <a:lnTo>
                  <a:pt x="5390" y="386257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86" name="Freeform 285">
            <a:extLst>
              <a:ext uri="{FF2B5EF4-FFF2-40B4-BE49-F238E27FC236}">
                <a16:creationId xmlns:a16="http://schemas.microsoft.com/office/drawing/2014/main" id="{5DBC1CB7-9CCB-09FE-8F83-30918958196D}"/>
              </a:ext>
            </a:extLst>
          </p:cNvPr>
          <p:cNvSpPr/>
          <p:nvPr/>
        </p:nvSpPr>
        <p:spPr>
          <a:xfrm>
            <a:off x="6709326" y="6524456"/>
            <a:ext cx="151091" cy="45719"/>
          </a:xfrm>
          <a:custGeom>
            <a:avLst/>
            <a:gdLst>
              <a:gd name="connsiteX0" fmla="*/ 0 w 151091"/>
              <a:gd name="connsiteY0" fmla="*/ 3966 h 22842"/>
              <a:gd name="connsiteX1" fmla="*/ 150141 w 151091"/>
              <a:gd name="connsiteY1" fmla="*/ 22842 h 22842"/>
              <a:gd name="connsiteX2" fmla="*/ 151092 w 151091"/>
              <a:gd name="connsiteY2" fmla="*/ 18560 h 22842"/>
              <a:gd name="connsiteX3" fmla="*/ 2537 w 151091"/>
              <a:gd name="connsiteY3" fmla="*/ 0 h 22842"/>
              <a:gd name="connsiteX4" fmla="*/ 0 w 151091"/>
              <a:gd name="connsiteY4" fmla="*/ 4124 h 228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1091" h="22842">
                <a:moveTo>
                  <a:pt x="0" y="3966"/>
                </a:moveTo>
                <a:lnTo>
                  <a:pt x="150141" y="22842"/>
                </a:lnTo>
                <a:cubicBezTo>
                  <a:pt x="150299" y="21256"/>
                  <a:pt x="150775" y="19987"/>
                  <a:pt x="151092" y="18560"/>
                </a:cubicBezTo>
                <a:lnTo>
                  <a:pt x="2537" y="0"/>
                </a:lnTo>
                <a:lnTo>
                  <a:pt x="0" y="4124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87" name="Freeform 286">
            <a:extLst>
              <a:ext uri="{FF2B5EF4-FFF2-40B4-BE49-F238E27FC236}">
                <a16:creationId xmlns:a16="http://schemas.microsoft.com/office/drawing/2014/main" id="{1D3AB15D-7F97-1F40-C29A-A59EB1180059}"/>
              </a:ext>
            </a:extLst>
          </p:cNvPr>
          <p:cNvSpPr/>
          <p:nvPr/>
        </p:nvSpPr>
        <p:spPr>
          <a:xfrm>
            <a:off x="6418081" y="6487655"/>
            <a:ext cx="289025" cy="45719"/>
          </a:xfrm>
          <a:custGeom>
            <a:avLst/>
            <a:gdLst>
              <a:gd name="connsiteX0" fmla="*/ 286488 w 289025"/>
              <a:gd name="connsiteY0" fmla="*/ 40133 h 40132"/>
              <a:gd name="connsiteX1" fmla="*/ 289025 w 289025"/>
              <a:gd name="connsiteY1" fmla="*/ 36008 h 40132"/>
              <a:gd name="connsiteX2" fmla="*/ 952 w 289025"/>
              <a:gd name="connsiteY2" fmla="*/ 0 h 40132"/>
              <a:gd name="connsiteX3" fmla="*/ 0 w 289025"/>
              <a:gd name="connsiteY3" fmla="*/ 4283 h 40132"/>
              <a:gd name="connsiteX4" fmla="*/ 286488 w 289025"/>
              <a:gd name="connsiteY4" fmla="*/ 40133 h 40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9025" h="40132">
                <a:moveTo>
                  <a:pt x="286488" y="40133"/>
                </a:moveTo>
                <a:lnTo>
                  <a:pt x="289025" y="36008"/>
                </a:lnTo>
                <a:lnTo>
                  <a:pt x="952" y="0"/>
                </a:lnTo>
                <a:cubicBezTo>
                  <a:pt x="952" y="1586"/>
                  <a:pt x="317" y="2855"/>
                  <a:pt x="0" y="4283"/>
                </a:cubicBezTo>
                <a:lnTo>
                  <a:pt x="286488" y="40133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88" name="Freeform 287">
            <a:extLst>
              <a:ext uri="{FF2B5EF4-FFF2-40B4-BE49-F238E27FC236}">
                <a16:creationId xmlns:a16="http://schemas.microsoft.com/office/drawing/2014/main" id="{CDC8AC85-70B8-DDAB-D8E0-07CFC390E8F9}"/>
              </a:ext>
            </a:extLst>
          </p:cNvPr>
          <p:cNvSpPr/>
          <p:nvPr/>
        </p:nvSpPr>
        <p:spPr>
          <a:xfrm>
            <a:off x="5993819" y="6589019"/>
            <a:ext cx="886575" cy="980129"/>
          </a:xfrm>
          <a:custGeom>
            <a:avLst/>
            <a:gdLst>
              <a:gd name="connsiteX0" fmla="*/ 0 w 886575"/>
              <a:gd name="connsiteY0" fmla="*/ 1135612 h 1138150"/>
              <a:gd name="connsiteX1" fmla="*/ 3646 w 886575"/>
              <a:gd name="connsiteY1" fmla="*/ 1138150 h 1138150"/>
              <a:gd name="connsiteX2" fmla="*/ 886575 w 886575"/>
              <a:gd name="connsiteY2" fmla="*/ 2538 h 1138150"/>
              <a:gd name="connsiteX3" fmla="*/ 882929 w 886575"/>
              <a:gd name="connsiteY3" fmla="*/ 0 h 1138150"/>
              <a:gd name="connsiteX4" fmla="*/ 0 w 886575"/>
              <a:gd name="connsiteY4" fmla="*/ 1135771 h 1138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86575" h="1138150">
                <a:moveTo>
                  <a:pt x="0" y="1135612"/>
                </a:moveTo>
                <a:cubicBezTo>
                  <a:pt x="1268" y="1136564"/>
                  <a:pt x="2537" y="1137199"/>
                  <a:pt x="3646" y="1138150"/>
                </a:cubicBezTo>
                <a:lnTo>
                  <a:pt x="886575" y="2538"/>
                </a:lnTo>
                <a:cubicBezTo>
                  <a:pt x="885307" y="1586"/>
                  <a:pt x="884039" y="952"/>
                  <a:pt x="882929" y="0"/>
                </a:cubicBezTo>
                <a:lnTo>
                  <a:pt x="0" y="1135771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89" name="Freeform 288">
            <a:extLst>
              <a:ext uri="{FF2B5EF4-FFF2-40B4-BE49-F238E27FC236}">
                <a16:creationId xmlns:a16="http://schemas.microsoft.com/office/drawing/2014/main" id="{EF47DD51-5293-D7BB-2C35-5CB0F323F109}"/>
              </a:ext>
            </a:extLst>
          </p:cNvPr>
          <p:cNvSpPr/>
          <p:nvPr/>
        </p:nvSpPr>
        <p:spPr>
          <a:xfrm>
            <a:off x="6417606" y="6422302"/>
            <a:ext cx="308367" cy="47947"/>
          </a:xfrm>
          <a:custGeom>
            <a:avLst/>
            <a:gdLst>
              <a:gd name="connsiteX0" fmla="*/ 952 w 308367"/>
              <a:gd name="connsiteY0" fmla="*/ 55520 h 55677"/>
              <a:gd name="connsiteX1" fmla="*/ 308367 w 308367"/>
              <a:gd name="connsiteY1" fmla="*/ 4283 h 55677"/>
              <a:gd name="connsiteX2" fmla="*/ 307416 w 308367"/>
              <a:gd name="connsiteY2" fmla="*/ 0 h 55677"/>
              <a:gd name="connsiteX3" fmla="*/ 0 w 308367"/>
              <a:gd name="connsiteY3" fmla="*/ 51236 h 55677"/>
              <a:gd name="connsiteX4" fmla="*/ 952 w 308367"/>
              <a:gd name="connsiteY4" fmla="*/ 55678 h 55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08367" h="55677">
                <a:moveTo>
                  <a:pt x="952" y="55520"/>
                </a:moveTo>
                <a:lnTo>
                  <a:pt x="308367" y="4283"/>
                </a:lnTo>
                <a:cubicBezTo>
                  <a:pt x="308051" y="2855"/>
                  <a:pt x="307733" y="1428"/>
                  <a:pt x="307416" y="0"/>
                </a:cubicBezTo>
                <a:lnTo>
                  <a:pt x="0" y="51236"/>
                </a:lnTo>
                <a:cubicBezTo>
                  <a:pt x="317" y="52664"/>
                  <a:pt x="634" y="54091"/>
                  <a:pt x="952" y="55678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90" name="Freeform 289">
            <a:extLst>
              <a:ext uri="{FF2B5EF4-FFF2-40B4-BE49-F238E27FC236}">
                <a16:creationId xmlns:a16="http://schemas.microsoft.com/office/drawing/2014/main" id="{F702FE43-C670-1E0A-09B1-952B594380C6}"/>
              </a:ext>
            </a:extLst>
          </p:cNvPr>
          <p:cNvSpPr/>
          <p:nvPr/>
        </p:nvSpPr>
        <p:spPr>
          <a:xfrm>
            <a:off x="5988904" y="6457199"/>
            <a:ext cx="761642" cy="1090777"/>
          </a:xfrm>
          <a:custGeom>
            <a:avLst/>
            <a:gdLst>
              <a:gd name="connsiteX0" fmla="*/ 715665 w 761642"/>
              <a:gd name="connsiteY0" fmla="*/ 70589 h 1266638"/>
              <a:gd name="connsiteX1" fmla="*/ 0 w 761642"/>
              <a:gd name="connsiteY1" fmla="*/ 1264100 h 1266638"/>
              <a:gd name="connsiteX2" fmla="*/ 3646 w 761642"/>
              <a:gd name="connsiteY2" fmla="*/ 1266638 h 1266638"/>
              <a:gd name="connsiteX3" fmla="*/ 720422 w 761642"/>
              <a:gd name="connsiteY3" fmla="*/ 71223 h 1266638"/>
              <a:gd name="connsiteX4" fmla="*/ 722959 w 761642"/>
              <a:gd name="connsiteY4" fmla="*/ 67099 h 1266638"/>
              <a:gd name="connsiteX5" fmla="*/ 761643 w 761642"/>
              <a:gd name="connsiteY5" fmla="*/ 2538 h 1266638"/>
              <a:gd name="connsiteX6" fmla="*/ 757997 w 761642"/>
              <a:gd name="connsiteY6" fmla="*/ 0 h 1266638"/>
              <a:gd name="connsiteX7" fmla="*/ 718202 w 761642"/>
              <a:gd name="connsiteY7" fmla="*/ 66306 h 1266638"/>
              <a:gd name="connsiteX8" fmla="*/ 715665 w 761642"/>
              <a:gd name="connsiteY8" fmla="*/ 70431 h 1266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61642" h="1266638">
                <a:moveTo>
                  <a:pt x="715665" y="70589"/>
                </a:moveTo>
                <a:lnTo>
                  <a:pt x="0" y="1264100"/>
                </a:lnTo>
                <a:cubicBezTo>
                  <a:pt x="1268" y="1264893"/>
                  <a:pt x="2378" y="1265846"/>
                  <a:pt x="3646" y="1266638"/>
                </a:cubicBezTo>
                <a:lnTo>
                  <a:pt x="720422" y="71223"/>
                </a:lnTo>
                <a:lnTo>
                  <a:pt x="722959" y="67099"/>
                </a:lnTo>
                <a:lnTo>
                  <a:pt x="761643" y="2538"/>
                </a:lnTo>
                <a:cubicBezTo>
                  <a:pt x="760375" y="1745"/>
                  <a:pt x="759265" y="952"/>
                  <a:pt x="757997" y="0"/>
                </a:cubicBezTo>
                <a:lnTo>
                  <a:pt x="718202" y="66306"/>
                </a:lnTo>
                <a:lnTo>
                  <a:pt x="715665" y="70431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91" name="Freeform 290">
            <a:extLst>
              <a:ext uri="{FF2B5EF4-FFF2-40B4-BE49-F238E27FC236}">
                <a16:creationId xmlns:a16="http://schemas.microsoft.com/office/drawing/2014/main" id="{D681BA8A-255A-C79A-952D-AF9C3453520E}"/>
              </a:ext>
            </a:extLst>
          </p:cNvPr>
          <p:cNvSpPr/>
          <p:nvPr/>
        </p:nvSpPr>
        <p:spPr>
          <a:xfrm>
            <a:off x="5931353" y="5573487"/>
            <a:ext cx="808413" cy="696813"/>
          </a:xfrm>
          <a:custGeom>
            <a:avLst/>
            <a:gdLst>
              <a:gd name="connsiteX0" fmla="*/ 803657 w 808413"/>
              <a:gd name="connsiteY0" fmla="*/ 800750 h 809157"/>
              <a:gd name="connsiteX1" fmla="*/ 3171 w 808413"/>
              <a:gd name="connsiteY1" fmla="*/ 0 h 809157"/>
              <a:gd name="connsiteX2" fmla="*/ 0 w 808413"/>
              <a:gd name="connsiteY2" fmla="*/ 3014 h 809157"/>
              <a:gd name="connsiteX3" fmla="*/ 805877 w 808413"/>
              <a:gd name="connsiteY3" fmla="*/ 809158 h 809157"/>
              <a:gd name="connsiteX4" fmla="*/ 808414 w 808413"/>
              <a:gd name="connsiteY4" fmla="*/ 806461 h 809157"/>
              <a:gd name="connsiteX5" fmla="*/ 803499 w 808413"/>
              <a:gd name="connsiteY5" fmla="*/ 800750 h 8091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08413" h="809157">
                <a:moveTo>
                  <a:pt x="803657" y="800750"/>
                </a:moveTo>
                <a:lnTo>
                  <a:pt x="3171" y="0"/>
                </a:lnTo>
                <a:cubicBezTo>
                  <a:pt x="2061" y="1111"/>
                  <a:pt x="1110" y="2062"/>
                  <a:pt x="0" y="3014"/>
                </a:cubicBezTo>
                <a:lnTo>
                  <a:pt x="805877" y="809158"/>
                </a:lnTo>
                <a:cubicBezTo>
                  <a:pt x="806828" y="808205"/>
                  <a:pt x="807621" y="807254"/>
                  <a:pt x="808414" y="806461"/>
                </a:cubicBezTo>
                <a:lnTo>
                  <a:pt x="803499" y="80075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92" name="Freeform 291">
            <a:extLst>
              <a:ext uri="{FF2B5EF4-FFF2-40B4-BE49-F238E27FC236}">
                <a16:creationId xmlns:a16="http://schemas.microsoft.com/office/drawing/2014/main" id="{8DFA25B6-2058-B760-30F0-C06575244396}"/>
              </a:ext>
            </a:extLst>
          </p:cNvPr>
          <p:cNvSpPr/>
          <p:nvPr/>
        </p:nvSpPr>
        <p:spPr>
          <a:xfrm>
            <a:off x="6807623" y="6450061"/>
            <a:ext cx="66905" cy="58192"/>
          </a:xfrm>
          <a:custGeom>
            <a:avLst/>
            <a:gdLst>
              <a:gd name="connsiteX0" fmla="*/ 66747 w 66905"/>
              <a:gd name="connsiteY0" fmla="*/ 64878 h 67574"/>
              <a:gd name="connsiteX1" fmla="*/ 58503 w 66905"/>
              <a:gd name="connsiteY1" fmla="*/ 55361 h 67574"/>
              <a:gd name="connsiteX2" fmla="*/ 3012 w 66905"/>
              <a:gd name="connsiteY2" fmla="*/ 0 h 67574"/>
              <a:gd name="connsiteX3" fmla="*/ 0 w 66905"/>
              <a:gd name="connsiteY3" fmla="*/ 3013 h 67574"/>
              <a:gd name="connsiteX4" fmla="*/ 64527 w 66905"/>
              <a:gd name="connsiteY4" fmla="*/ 67575 h 67574"/>
              <a:gd name="connsiteX5" fmla="*/ 66905 w 66905"/>
              <a:gd name="connsiteY5" fmla="*/ 65037 h 675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6905" h="67574">
                <a:moveTo>
                  <a:pt x="66747" y="64878"/>
                </a:moveTo>
                <a:lnTo>
                  <a:pt x="58503" y="55361"/>
                </a:lnTo>
                <a:lnTo>
                  <a:pt x="3012" y="0"/>
                </a:lnTo>
                <a:cubicBezTo>
                  <a:pt x="2061" y="1110"/>
                  <a:pt x="951" y="2062"/>
                  <a:pt x="0" y="3013"/>
                </a:cubicBezTo>
                <a:lnTo>
                  <a:pt x="64527" y="67575"/>
                </a:lnTo>
                <a:cubicBezTo>
                  <a:pt x="65320" y="66623"/>
                  <a:pt x="65954" y="65830"/>
                  <a:pt x="66905" y="65037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93" name="Freeform 292">
            <a:extLst>
              <a:ext uri="{FF2B5EF4-FFF2-40B4-BE49-F238E27FC236}">
                <a16:creationId xmlns:a16="http://schemas.microsoft.com/office/drawing/2014/main" id="{4EDF9E92-449A-34BC-E33E-321AD7CA9DCF}"/>
              </a:ext>
            </a:extLst>
          </p:cNvPr>
          <p:cNvSpPr/>
          <p:nvPr/>
        </p:nvSpPr>
        <p:spPr>
          <a:xfrm>
            <a:off x="5919938" y="3429958"/>
            <a:ext cx="375431" cy="1708907"/>
          </a:xfrm>
          <a:custGeom>
            <a:avLst/>
            <a:gdLst>
              <a:gd name="connsiteX0" fmla="*/ 0 w 375431"/>
              <a:gd name="connsiteY0" fmla="*/ 1980143 h 1984426"/>
              <a:gd name="connsiteX1" fmla="*/ 3805 w 375431"/>
              <a:gd name="connsiteY1" fmla="*/ 1984427 h 1984426"/>
              <a:gd name="connsiteX2" fmla="*/ 375431 w 375431"/>
              <a:gd name="connsiteY2" fmla="*/ 952 h 1984426"/>
              <a:gd name="connsiteX3" fmla="*/ 371151 w 375431"/>
              <a:gd name="connsiteY3" fmla="*/ 0 h 1984426"/>
              <a:gd name="connsiteX4" fmla="*/ 159 w 375431"/>
              <a:gd name="connsiteY4" fmla="*/ 1979985 h 1984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5431" h="1984426">
                <a:moveTo>
                  <a:pt x="0" y="1980143"/>
                </a:moveTo>
                <a:lnTo>
                  <a:pt x="3805" y="1984427"/>
                </a:lnTo>
                <a:lnTo>
                  <a:pt x="375431" y="952"/>
                </a:lnTo>
                <a:cubicBezTo>
                  <a:pt x="374004" y="793"/>
                  <a:pt x="372577" y="476"/>
                  <a:pt x="371151" y="0"/>
                </a:cubicBezTo>
                <a:lnTo>
                  <a:pt x="159" y="197998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94" name="Freeform 293">
            <a:extLst>
              <a:ext uri="{FF2B5EF4-FFF2-40B4-BE49-F238E27FC236}">
                <a16:creationId xmlns:a16="http://schemas.microsoft.com/office/drawing/2014/main" id="{150DFBB0-6BD7-DC89-EF8F-5EC834CFACAB}"/>
              </a:ext>
            </a:extLst>
          </p:cNvPr>
          <p:cNvSpPr/>
          <p:nvPr/>
        </p:nvSpPr>
        <p:spPr>
          <a:xfrm>
            <a:off x="5904876" y="5420570"/>
            <a:ext cx="16964" cy="61471"/>
          </a:xfrm>
          <a:custGeom>
            <a:avLst/>
            <a:gdLst>
              <a:gd name="connsiteX0" fmla="*/ 13159 w 16964"/>
              <a:gd name="connsiteY0" fmla="*/ 0 h 71382"/>
              <a:gd name="connsiteX1" fmla="*/ 0 w 16964"/>
              <a:gd name="connsiteY1" fmla="*/ 70431 h 71382"/>
              <a:gd name="connsiteX2" fmla="*/ 4439 w 16964"/>
              <a:gd name="connsiteY2" fmla="*/ 71382 h 71382"/>
              <a:gd name="connsiteX3" fmla="*/ 16964 w 16964"/>
              <a:gd name="connsiteY3" fmla="*/ 4283 h 71382"/>
              <a:gd name="connsiteX4" fmla="*/ 13318 w 16964"/>
              <a:gd name="connsiteY4" fmla="*/ 0 h 713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964" h="71382">
                <a:moveTo>
                  <a:pt x="13159" y="0"/>
                </a:moveTo>
                <a:lnTo>
                  <a:pt x="0" y="70431"/>
                </a:lnTo>
                <a:cubicBezTo>
                  <a:pt x="1586" y="70748"/>
                  <a:pt x="3012" y="71065"/>
                  <a:pt x="4439" y="71382"/>
                </a:cubicBezTo>
                <a:lnTo>
                  <a:pt x="16964" y="4283"/>
                </a:lnTo>
                <a:lnTo>
                  <a:pt x="13318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95" name="Freeform 294">
            <a:extLst>
              <a:ext uri="{FF2B5EF4-FFF2-40B4-BE49-F238E27FC236}">
                <a16:creationId xmlns:a16="http://schemas.microsoft.com/office/drawing/2014/main" id="{4901E38C-9B9F-FCC7-F8C9-ABE7BA63ED39}"/>
              </a:ext>
            </a:extLst>
          </p:cNvPr>
          <p:cNvSpPr/>
          <p:nvPr/>
        </p:nvSpPr>
        <p:spPr>
          <a:xfrm>
            <a:off x="5918352" y="5583006"/>
            <a:ext cx="431238" cy="737384"/>
          </a:xfrm>
          <a:custGeom>
            <a:avLst/>
            <a:gdLst>
              <a:gd name="connsiteX0" fmla="*/ 3647 w 431238"/>
              <a:gd name="connsiteY0" fmla="*/ 0 h 856269"/>
              <a:gd name="connsiteX1" fmla="*/ 0 w 431238"/>
              <a:gd name="connsiteY1" fmla="*/ 2538 h 856269"/>
              <a:gd name="connsiteX2" fmla="*/ 393981 w 431238"/>
              <a:gd name="connsiteY2" fmla="*/ 790915 h 856269"/>
              <a:gd name="connsiteX3" fmla="*/ 429653 w 431238"/>
              <a:gd name="connsiteY3" fmla="*/ 856269 h 856269"/>
              <a:gd name="connsiteX4" fmla="*/ 431239 w 431238"/>
              <a:gd name="connsiteY4" fmla="*/ 855159 h 856269"/>
              <a:gd name="connsiteX5" fmla="*/ 3805 w 431238"/>
              <a:gd name="connsiteY5" fmla="*/ 158 h 8562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31238" h="856269">
                <a:moveTo>
                  <a:pt x="3647" y="0"/>
                </a:moveTo>
                <a:cubicBezTo>
                  <a:pt x="2378" y="793"/>
                  <a:pt x="1269" y="1903"/>
                  <a:pt x="0" y="2538"/>
                </a:cubicBezTo>
                <a:lnTo>
                  <a:pt x="393981" y="790915"/>
                </a:lnTo>
                <a:lnTo>
                  <a:pt x="429653" y="856269"/>
                </a:lnTo>
                <a:cubicBezTo>
                  <a:pt x="429653" y="856269"/>
                  <a:pt x="430604" y="855476"/>
                  <a:pt x="431239" y="855159"/>
                </a:cubicBezTo>
                <a:lnTo>
                  <a:pt x="3805" y="158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96" name="Freeform 295">
            <a:extLst>
              <a:ext uri="{FF2B5EF4-FFF2-40B4-BE49-F238E27FC236}">
                <a16:creationId xmlns:a16="http://schemas.microsoft.com/office/drawing/2014/main" id="{F27002C0-6A34-1072-F7E2-693AD1F0747D}"/>
              </a:ext>
            </a:extLst>
          </p:cNvPr>
          <p:cNvSpPr/>
          <p:nvPr/>
        </p:nvSpPr>
        <p:spPr>
          <a:xfrm>
            <a:off x="5897107" y="5589509"/>
            <a:ext cx="5390" cy="45719"/>
          </a:xfrm>
          <a:custGeom>
            <a:avLst/>
            <a:gdLst>
              <a:gd name="connsiteX0" fmla="*/ 793 w 5390"/>
              <a:gd name="connsiteY0" fmla="*/ 476 h 33153"/>
              <a:gd name="connsiteX1" fmla="*/ 0 w 5390"/>
              <a:gd name="connsiteY1" fmla="*/ 476 h 33153"/>
              <a:gd name="connsiteX2" fmla="*/ 793 w 5390"/>
              <a:gd name="connsiteY2" fmla="*/ 24587 h 33153"/>
              <a:gd name="connsiteX3" fmla="*/ 5390 w 5390"/>
              <a:gd name="connsiteY3" fmla="*/ 33153 h 33153"/>
              <a:gd name="connsiteX4" fmla="*/ 4439 w 5390"/>
              <a:gd name="connsiteY4" fmla="*/ 0 h 33153"/>
              <a:gd name="connsiteX5" fmla="*/ 793 w 5390"/>
              <a:gd name="connsiteY5" fmla="*/ 793 h 331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390" h="33153">
                <a:moveTo>
                  <a:pt x="793" y="476"/>
                </a:moveTo>
                <a:cubicBezTo>
                  <a:pt x="793" y="476"/>
                  <a:pt x="317" y="476"/>
                  <a:pt x="0" y="476"/>
                </a:cubicBezTo>
                <a:lnTo>
                  <a:pt x="793" y="24587"/>
                </a:lnTo>
                <a:lnTo>
                  <a:pt x="5390" y="33153"/>
                </a:lnTo>
                <a:lnTo>
                  <a:pt x="4439" y="0"/>
                </a:lnTo>
                <a:cubicBezTo>
                  <a:pt x="3171" y="0"/>
                  <a:pt x="2061" y="793"/>
                  <a:pt x="793" y="793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97" name="Freeform 296">
            <a:extLst>
              <a:ext uri="{FF2B5EF4-FFF2-40B4-BE49-F238E27FC236}">
                <a16:creationId xmlns:a16="http://schemas.microsoft.com/office/drawing/2014/main" id="{D2ABCCF6-9D4C-0974-DBA1-639C5EC76A0C}"/>
              </a:ext>
            </a:extLst>
          </p:cNvPr>
          <p:cNvSpPr/>
          <p:nvPr/>
        </p:nvSpPr>
        <p:spPr>
          <a:xfrm>
            <a:off x="5898375" y="5623615"/>
            <a:ext cx="67856" cy="1801388"/>
          </a:xfrm>
          <a:custGeom>
            <a:avLst/>
            <a:gdLst>
              <a:gd name="connsiteX0" fmla="*/ 67698 w 67856"/>
              <a:gd name="connsiteY0" fmla="*/ 2091182 h 2091817"/>
              <a:gd name="connsiteX1" fmla="*/ 4598 w 67856"/>
              <a:gd name="connsiteY1" fmla="*/ 8566 h 2091817"/>
              <a:gd name="connsiteX2" fmla="*/ 0 w 67856"/>
              <a:gd name="connsiteY2" fmla="*/ 0 h 2091817"/>
              <a:gd name="connsiteX3" fmla="*/ 63417 w 67856"/>
              <a:gd name="connsiteY3" fmla="*/ 2091817 h 2091817"/>
              <a:gd name="connsiteX4" fmla="*/ 67064 w 67856"/>
              <a:gd name="connsiteY4" fmla="*/ 2091024 h 2091817"/>
              <a:gd name="connsiteX5" fmla="*/ 67857 w 67856"/>
              <a:gd name="connsiteY5" fmla="*/ 2091024 h 2091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7856" h="2091817">
                <a:moveTo>
                  <a:pt x="67698" y="2091182"/>
                </a:moveTo>
                <a:lnTo>
                  <a:pt x="4598" y="8566"/>
                </a:lnTo>
                <a:lnTo>
                  <a:pt x="0" y="0"/>
                </a:lnTo>
                <a:lnTo>
                  <a:pt x="63417" y="2091817"/>
                </a:lnTo>
                <a:cubicBezTo>
                  <a:pt x="64686" y="2091817"/>
                  <a:pt x="65796" y="2091024"/>
                  <a:pt x="67064" y="2091024"/>
                </a:cubicBezTo>
                <a:lnTo>
                  <a:pt x="67857" y="2091024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98" name="Freeform 297">
            <a:extLst>
              <a:ext uri="{FF2B5EF4-FFF2-40B4-BE49-F238E27FC236}">
                <a16:creationId xmlns:a16="http://schemas.microsoft.com/office/drawing/2014/main" id="{B08EADBC-2879-D5E4-F633-3D4940A8E1FB}"/>
              </a:ext>
            </a:extLst>
          </p:cNvPr>
          <p:cNvSpPr/>
          <p:nvPr/>
        </p:nvSpPr>
        <p:spPr>
          <a:xfrm>
            <a:off x="5586520" y="5040818"/>
            <a:ext cx="287280" cy="394784"/>
          </a:xfrm>
          <a:custGeom>
            <a:avLst/>
            <a:gdLst>
              <a:gd name="connsiteX0" fmla="*/ 0 w 287280"/>
              <a:gd name="connsiteY0" fmla="*/ 1745 h 458433"/>
              <a:gd name="connsiteX1" fmla="*/ 12525 w 287280"/>
              <a:gd name="connsiteY1" fmla="*/ 24588 h 458433"/>
              <a:gd name="connsiteX2" fmla="*/ 283476 w 287280"/>
              <a:gd name="connsiteY2" fmla="*/ 458433 h 458433"/>
              <a:gd name="connsiteX3" fmla="*/ 287281 w 287280"/>
              <a:gd name="connsiteY3" fmla="*/ 455895 h 458433"/>
              <a:gd name="connsiteX4" fmla="*/ 2537 w 287280"/>
              <a:gd name="connsiteY4" fmla="*/ 0 h 458433"/>
              <a:gd name="connsiteX5" fmla="*/ 159 w 287280"/>
              <a:gd name="connsiteY5" fmla="*/ 1745 h 458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87280" h="458433">
                <a:moveTo>
                  <a:pt x="0" y="1745"/>
                </a:moveTo>
                <a:lnTo>
                  <a:pt x="12525" y="24588"/>
                </a:lnTo>
                <a:lnTo>
                  <a:pt x="283476" y="458433"/>
                </a:lnTo>
                <a:cubicBezTo>
                  <a:pt x="284744" y="457640"/>
                  <a:pt x="285854" y="456688"/>
                  <a:pt x="287281" y="455895"/>
                </a:cubicBezTo>
                <a:lnTo>
                  <a:pt x="2537" y="0"/>
                </a:lnTo>
                <a:cubicBezTo>
                  <a:pt x="1744" y="635"/>
                  <a:pt x="951" y="1111"/>
                  <a:pt x="159" y="1745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99" name="Freeform 298">
            <a:extLst>
              <a:ext uri="{FF2B5EF4-FFF2-40B4-BE49-F238E27FC236}">
                <a16:creationId xmlns:a16="http://schemas.microsoft.com/office/drawing/2014/main" id="{51E3C464-7E2F-C53D-8231-B207C2C92DA0}"/>
              </a:ext>
            </a:extLst>
          </p:cNvPr>
          <p:cNvSpPr/>
          <p:nvPr/>
        </p:nvSpPr>
        <p:spPr>
          <a:xfrm>
            <a:off x="5591435" y="5039073"/>
            <a:ext cx="156641" cy="157640"/>
          </a:xfrm>
          <a:custGeom>
            <a:avLst/>
            <a:gdLst>
              <a:gd name="connsiteX0" fmla="*/ 153470 w 156641"/>
              <a:gd name="connsiteY0" fmla="*/ 176235 h 183055"/>
              <a:gd name="connsiteX1" fmla="*/ 317 w 156641"/>
              <a:gd name="connsiteY1" fmla="*/ 0 h 183055"/>
              <a:gd name="connsiteX2" fmla="*/ 0 w 156641"/>
              <a:gd name="connsiteY2" fmla="*/ 159 h 183055"/>
              <a:gd name="connsiteX3" fmla="*/ 156641 w 156641"/>
              <a:gd name="connsiteY3" fmla="*/ 183056 h 183055"/>
              <a:gd name="connsiteX4" fmla="*/ 153470 w 156641"/>
              <a:gd name="connsiteY4" fmla="*/ 176235 h 1830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6641" h="183055">
                <a:moveTo>
                  <a:pt x="153470" y="176235"/>
                </a:moveTo>
                <a:lnTo>
                  <a:pt x="317" y="0"/>
                </a:lnTo>
                <a:lnTo>
                  <a:pt x="0" y="159"/>
                </a:lnTo>
                <a:lnTo>
                  <a:pt x="156641" y="183056"/>
                </a:lnTo>
                <a:lnTo>
                  <a:pt x="153470" y="17623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00" name="Freeform 299">
            <a:extLst>
              <a:ext uri="{FF2B5EF4-FFF2-40B4-BE49-F238E27FC236}">
                <a16:creationId xmlns:a16="http://schemas.microsoft.com/office/drawing/2014/main" id="{4967A1BE-CFCB-1827-AACE-9BB4DAB5200B}"/>
              </a:ext>
            </a:extLst>
          </p:cNvPr>
          <p:cNvSpPr/>
          <p:nvPr/>
        </p:nvSpPr>
        <p:spPr>
          <a:xfrm>
            <a:off x="5755528" y="5227363"/>
            <a:ext cx="988043" cy="992559"/>
          </a:xfrm>
          <a:custGeom>
            <a:avLst/>
            <a:gdLst>
              <a:gd name="connsiteX0" fmla="*/ 162507 w 988043"/>
              <a:gd name="connsiteY0" fmla="*/ 193208 h 1152585"/>
              <a:gd name="connsiteX1" fmla="*/ 166153 w 988043"/>
              <a:gd name="connsiteY1" fmla="*/ 197491 h 1152585"/>
              <a:gd name="connsiteX2" fmla="*/ 979482 w 988043"/>
              <a:gd name="connsiteY2" fmla="*/ 1146875 h 1152585"/>
              <a:gd name="connsiteX3" fmla="*/ 984397 w 988043"/>
              <a:gd name="connsiteY3" fmla="*/ 1152585 h 1152585"/>
              <a:gd name="connsiteX4" fmla="*/ 988044 w 988043"/>
              <a:gd name="connsiteY4" fmla="*/ 1150047 h 1152585"/>
              <a:gd name="connsiteX5" fmla="*/ 205155 w 988043"/>
              <a:gd name="connsiteY5" fmla="*/ 236037 h 1152585"/>
              <a:gd name="connsiteX6" fmla="*/ 0 w 988043"/>
              <a:gd name="connsiteY6" fmla="*/ 0 h 1152585"/>
              <a:gd name="connsiteX7" fmla="*/ 3329 w 988043"/>
              <a:gd name="connsiteY7" fmla="*/ 7138 h 1152585"/>
              <a:gd name="connsiteX8" fmla="*/ 162665 w 988043"/>
              <a:gd name="connsiteY8" fmla="*/ 193050 h 11525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88043" h="1152585">
                <a:moveTo>
                  <a:pt x="162507" y="193208"/>
                </a:moveTo>
                <a:lnTo>
                  <a:pt x="166153" y="197491"/>
                </a:lnTo>
                <a:lnTo>
                  <a:pt x="979482" y="1146875"/>
                </a:lnTo>
                <a:lnTo>
                  <a:pt x="984397" y="1152585"/>
                </a:lnTo>
                <a:cubicBezTo>
                  <a:pt x="985507" y="1151475"/>
                  <a:pt x="986934" y="1150999"/>
                  <a:pt x="988044" y="1150047"/>
                </a:cubicBezTo>
                <a:lnTo>
                  <a:pt x="205155" y="236037"/>
                </a:lnTo>
                <a:lnTo>
                  <a:pt x="0" y="0"/>
                </a:lnTo>
                <a:lnTo>
                  <a:pt x="3329" y="7138"/>
                </a:lnTo>
                <a:lnTo>
                  <a:pt x="162665" y="19305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01" name="Freeform 300">
            <a:extLst>
              <a:ext uri="{FF2B5EF4-FFF2-40B4-BE49-F238E27FC236}">
                <a16:creationId xmlns:a16="http://schemas.microsoft.com/office/drawing/2014/main" id="{BDBC7E15-E3B8-4A83-7031-806644B10287}"/>
              </a:ext>
            </a:extLst>
          </p:cNvPr>
          <p:cNvSpPr/>
          <p:nvPr/>
        </p:nvSpPr>
        <p:spPr>
          <a:xfrm>
            <a:off x="5748711" y="5213245"/>
            <a:ext cx="1005799" cy="998433"/>
          </a:xfrm>
          <a:custGeom>
            <a:avLst/>
            <a:gdLst>
              <a:gd name="connsiteX0" fmla="*/ 158 w 1005799"/>
              <a:gd name="connsiteY0" fmla="*/ 0 h 1159406"/>
              <a:gd name="connsiteX1" fmla="*/ 6817 w 1005799"/>
              <a:gd name="connsiteY1" fmla="*/ 14276 h 1159406"/>
              <a:gd name="connsiteX2" fmla="*/ 211973 w 1005799"/>
              <a:gd name="connsiteY2" fmla="*/ 250314 h 1159406"/>
              <a:gd name="connsiteX3" fmla="*/ 1002154 w 1005799"/>
              <a:gd name="connsiteY3" fmla="*/ 1159406 h 1159406"/>
              <a:gd name="connsiteX4" fmla="*/ 1005800 w 1005799"/>
              <a:gd name="connsiteY4" fmla="*/ 1156868 h 1159406"/>
              <a:gd name="connsiteX5" fmla="*/ 175032 w 1005799"/>
              <a:gd name="connsiteY5" fmla="*/ 201139 h 1159406"/>
              <a:gd name="connsiteX6" fmla="*/ 171227 w 1005799"/>
              <a:gd name="connsiteY6" fmla="*/ 196856 h 1159406"/>
              <a:gd name="connsiteX7" fmla="*/ 0 w 1005799"/>
              <a:gd name="connsiteY7" fmla="*/ 0 h 11594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05799" h="1159406">
                <a:moveTo>
                  <a:pt x="158" y="0"/>
                </a:moveTo>
                <a:lnTo>
                  <a:pt x="6817" y="14276"/>
                </a:lnTo>
                <a:lnTo>
                  <a:pt x="211973" y="250314"/>
                </a:lnTo>
                <a:lnTo>
                  <a:pt x="1002154" y="1159406"/>
                </a:lnTo>
                <a:cubicBezTo>
                  <a:pt x="1003422" y="1158613"/>
                  <a:pt x="1004373" y="1157503"/>
                  <a:pt x="1005800" y="1156868"/>
                </a:cubicBezTo>
                <a:lnTo>
                  <a:pt x="175032" y="201139"/>
                </a:lnTo>
                <a:lnTo>
                  <a:pt x="171227" y="196856"/>
                </a:lnTo>
                <a:lnTo>
                  <a:pt x="0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02" name="Freeform 301">
            <a:extLst>
              <a:ext uri="{FF2B5EF4-FFF2-40B4-BE49-F238E27FC236}">
                <a16:creationId xmlns:a16="http://schemas.microsoft.com/office/drawing/2014/main" id="{B946BB98-B3DE-CD83-7AF5-FE36280F61A5}"/>
              </a:ext>
            </a:extLst>
          </p:cNvPr>
          <p:cNvSpPr/>
          <p:nvPr/>
        </p:nvSpPr>
        <p:spPr>
          <a:xfrm>
            <a:off x="6813806" y="6441338"/>
            <a:ext cx="64209" cy="63384"/>
          </a:xfrm>
          <a:custGeom>
            <a:avLst/>
            <a:gdLst>
              <a:gd name="connsiteX0" fmla="*/ 52319 w 64209"/>
              <a:gd name="connsiteY0" fmla="*/ 64086 h 73603"/>
              <a:gd name="connsiteX1" fmla="*/ 60564 w 64209"/>
              <a:gd name="connsiteY1" fmla="*/ 73603 h 73603"/>
              <a:gd name="connsiteX2" fmla="*/ 64210 w 64209"/>
              <a:gd name="connsiteY2" fmla="*/ 71065 h 73603"/>
              <a:gd name="connsiteX3" fmla="*/ 2537 w 64209"/>
              <a:gd name="connsiteY3" fmla="*/ 0 h 73603"/>
              <a:gd name="connsiteX4" fmla="*/ 0 w 64209"/>
              <a:gd name="connsiteY4" fmla="*/ 3807 h 73603"/>
              <a:gd name="connsiteX5" fmla="*/ 52319 w 64209"/>
              <a:gd name="connsiteY5" fmla="*/ 63927 h 736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4209" h="73603">
                <a:moveTo>
                  <a:pt x="52319" y="64086"/>
                </a:moveTo>
                <a:lnTo>
                  <a:pt x="60564" y="73603"/>
                </a:lnTo>
                <a:cubicBezTo>
                  <a:pt x="61673" y="72652"/>
                  <a:pt x="63100" y="72017"/>
                  <a:pt x="64210" y="71065"/>
                </a:cubicBezTo>
                <a:lnTo>
                  <a:pt x="2537" y="0"/>
                </a:lnTo>
                <a:cubicBezTo>
                  <a:pt x="1744" y="1269"/>
                  <a:pt x="951" y="2538"/>
                  <a:pt x="0" y="3807"/>
                </a:cubicBezTo>
                <a:lnTo>
                  <a:pt x="52319" y="63927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03" name="Freeform 302">
            <a:extLst>
              <a:ext uri="{FF2B5EF4-FFF2-40B4-BE49-F238E27FC236}">
                <a16:creationId xmlns:a16="http://schemas.microsoft.com/office/drawing/2014/main" id="{C7775281-39DE-CCA3-214E-194916117130}"/>
              </a:ext>
            </a:extLst>
          </p:cNvPr>
          <p:cNvSpPr/>
          <p:nvPr/>
        </p:nvSpPr>
        <p:spPr>
          <a:xfrm>
            <a:off x="5591594" y="5036534"/>
            <a:ext cx="153311" cy="153951"/>
          </a:xfrm>
          <a:custGeom>
            <a:avLst/>
            <a:gdLst>
              <a:gd name="connsiteX0" fmla="*/ 146653 w 153311"/>
              <a:gd name="connsiteY0" fmla="*/ 164496 h 178772"/>
              <a:gd name="connsiteX1" fmla="*/ 3646 w 153311"/>
              <a:gd name="connsiteY1" fmla="*/ 0 h 178772"/>
              <a:gd name="connsiteX2" fmla="*/ 0 w 153311"/>
              <a:gd name="connsiteY2" fmla="*/ 2379 h 178772"/>
              <a:gd name="connsiteX3" fmla="*/ 153311 w 153311"/>
              <a:gd name="connsiteY3" fmla="*/ 178773 h 178772"/>
              <a:gd name="connsiteX4" fmla="*/ 146653 w 153311"/>
              <a:gd name="connsiteY4" fmla="*/ 164496 h 1787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3311" h="178772">
                <a:moveTo>
                  <a:pt x="146653" y="164496"/>
                </a:moveTo>
                <a:lnTo>
                  <a:pt x="3646" y="0"/>
                </a:lnTo>
                <a:cubicBezTo>
                  <a:pt x="2537" y="952"/>
                  <a:pt x="1109" y="1586"/>
                  <a:pt x="0" y="2379"/>
                </a:cubicBezTo>
                <a:lnTo>
                  <a:pt x="153311" y="178773"/>
                </a:lnTo>
                <a:lnTo>
                  <a:pt x="146653" y="164496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04" name="Freeform 303">
            <a:extLst>
              <a:ext uri="{FF2B5EF4-FFF2-40B4-BE49-F238E27FC236}">
                <a16:creationId xmlns:a16="http://schemas.microsoft.com/office/drawing/2014/main" id="{9CB031FB-6989-6A71-BA2E-0AB4D694494E}"/>
              </a:ext>
            </a:extLst>
          </p:cNvPr>
          <p:cNvSpPr/>
          <p:nvPr/>
        </p:nvSpPr>
        <p:spPr>
          <a:xfrm>
            <a:off x="5579861" y="4906301"/>
            <a:ext cx="24257" cy="45719"/>
          </a:xfrm>
          <a:custGeom>
            <a:avLst/>
            <a:gdLst>
              <a:gd name="connsiteX0" fmla="*/ 21720 w 24257"/>
              <a:gd name="connsiteY0" fmla="*/ 158 h 49967"/>
              <a:gd name="connsiteX1" fmla="*/ 0 w 24257"/>
              <a:gd name="connsiteY1" fmla="*/ 47746 h 49967"/>
              <a:gd name="connsiteX2" fmla="*/ 3805 w 24257"/>
              <a:gd name="connsiteY2" fmla="*/ 49967 h 49967"/>
              <a:gd name="connsiteX3" fmla="*/ 24257 w 24257"/>
              <a:gd name="connsiteY3" fmla="*/ 5393 h 49967"/>
              <a:gd name="connsiteX4" fmla="*/ 21720 w 24257"/>
              <a:gd name="connsiteY4" fmla="*/ 0 h 49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257" h="49967">
                <a:moveTo>
                  <a:pt x="21720" y="158"/>
                </a:moveTo>
                <a:lnTo>
                  <a:pt x="0" y="47746"/>
                </a:lnTo>
                <a:cubicBezTo>
                  <a:pt x="1427" y="48381"/>
                  <a:pt x="2537" y="49333"/>
                  <a:pt x="3805" y="49967"/>
                </a:cubicBezTo>
                <a:lnTo>
                  <a:pt x="24257" y="5393"/>
                </a:lnTo>
                <a:lnTo>
                  <a:pt x="21720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05" name="Freeform 304">
            <a:extLst>
              <a:ext uri="{FF2B5EF4-FFF2-40B4-BE49-F238E27FC236}">
                <a16:creationId xmlns:a16="http://schemas.microsoft.com/office/drawing/2014/main" id="{E037A907-CBB8-CF0B-15D5-0F268E23D832}"/>
              </a:ext>
            </a:extLst>
          </p:cNvPr>
          <p:cNvSpPr/>
          <p:nvPr/>
        </p:nvSpPr>
        <p:spPr>
          <a:xfrm>
            <a:off x="5604119" y="3426152"/>
            <a:ext cx="679359" cy="1274782"/>
          </a:xfrm>
          <a:custGeom>
            <a:avLst/>
            <a:gdLst>
              <a:gd name="connsiteX0" fmla="*/ 2379 w 679359"/>
              <a:gd name="connsiteY0" fmla="*/ 1480309 h 1480309"/>
              <a:gd name="connsiteX1" fmla="*/ 679359 w 679359"/>
              <a:gd name="connsiteY1" fmla="*/ 2380 h 1480309"/>
              <a:gd name="connsiteX2" fmla="*/ 675554 w 679359"/>
              <a:gd name="connsiteY2" fmla="*/ 0 h 1480309"/>
              <a:gd name="connsiteX3" fmla="*/ 0 w 679359"/>
              <a:gd name="connsiteY3" fmla="*/ 1474916 h 1480309"/>
              <a:gd name="connsiteX4" fmla="*/ 2537 w 679359"/>
              <a:gd name="connsiteY4" fmla="*/ 1480309 h 14803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9359" h="1480309">
                <a:moveTo>
                  <a:pt x="2379" y="1480309"/>
                </a:moveTo>
                <a:lnTo>
                  <a:pt x="679359" y="2380"/>
                </a:lnTo>
                <a:cubicBezTo>
                  <a:pt x="677932" y="1745"/>
                  <a:pt x="676823" y="793"/>
                  <a:pt x="675554" y="0"/>
                </a:cubicBezTo>
                <a:lnTo>
                  <a:pt x="0" y="1474916"/>
                </a:lnTo>
                <a:lnTo>
                  <a:pt x="2537" y="1480309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06" name="Freeform 305">
            <a:extLst>
              <a:ext uri="{FF2B5EF4-FFF2-40B4-BE49-F238E27FC236}">
                <a16:creationId xmlns:a16="http://schemas.microsoft.com/office/drawing/2014/main" id="{C7FA3EA1-EED5-295E-3A86-6F0A3C41ABC8}"/>
              </a:ext>
            </a:extLst>
          </p:cNvPr>
          <p:cNvSpPr/>
          <p:nvPr/>
        </p:nvSpPr>
        <p:spPr>
          <a:xfrm>
            <a:off x="5877289" y="5585067"/>
            <a:ext cx="470557" cy="737521"/>
          </a:xfrm>
          <a:custGeom>
            <a:avLst/>
            <a:gdLst>
              <a:gd name="connsiteX0" fmla="*/ 466911 w 470557"/>
              <a:gd name="connsiteY0" fmla="*/ 856429 h 856428"/>
              <a:gd name="connsiteX1" fmla="*/ 470557 w 470557"/>
              <a:gd name="connsiteY1" fmla="*/ 853891 h 856428"/>
              <a:gd name="connsiteX2" fmla="*/ 434885 w 470557"/>
              <a:gd name="connsiteY2" fmla="*/ 788536 h 856428"/>
              <a:gd name="connsiteX3" fmla="*/ 25208 w 470557"/>
              <a:gd name="connsiteY3" fmla="*/ 37119 h 856428"/>
              <a:gd name="connsiteX4" fmla="*/ 20610 w 470557"/>
              <a:gd name="connsiteY4" fmla="*/ 28553 h 856428"/>
              <a:gd name="connsiteX5" fmla="*/ 6025 w 470557"/>
              <a:gd name="connsiteY5" fmla="*/ 1745 h 856428"/>
              <a:gd name="connsiteX6" fmla="*/ 0 w 470557"/>
              <a:gd name="connsiteY6" fmla="*/ 0 h 856428"/>
              <a:gd name="connsiteX7" fmla="*/ 20928 w 470557"/>
              <a:gd name="connsiteY7" fmla="*/ 38388 h 856428"/>
              <a:gd name="connsiteX8" fmla="*/ 25525 w 470557"/>
              <a:gd name="connsiteY8" fmla="*/ 46954 h 856428"/>
              <a:gd name="connsiteX9" fmla="*/ 466911 w 470557"/>
              <a:gd name="connsiteY9" fmla="*/ 856429 h 856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70557" h="856428">
                <a:moveTo>
                  <a:pt x="466911" y="856429"/>
                </a:moveTo>
                <a:cubicBezTo>
                  <a:pt x="468179" y="855635"/>
                  <a:pt x="469289" y="854525"/>
                  <a:pt x="470557" y="853891"/>
                </a:cubicBezTo>
                <a:lnTo>
                  <a:pt x="434885" y="788536"/>
                </a:lnTo>
                <a:lnTo>
                  <a:pt x="25208" y="37119"/>
                </a:lnTo>
                <a:lnTo>
                  <a:pt x="20610" y="28553"/>
                </a:lnTo>
                <a:lnTo>
                  <a:pt x="6025" y="1745"/>
                </a:lnTo>
                <a:cubicBezTo>
                  <a:pt x="3964" y="1111"/>
                  <a:pt x="1902" y="793"/>
                  <a:pt x="0" y="0"/>
                </a:cubicBezTo>
                <a:lnTo>
                  <a:pt x="20928" y="38388"/>
                </a:lnTo>
                <a:lnTo>
                  <a:pt x="25525" y="46954"/>
                </a:lnTo>
                <a:lnTo>
                  <a:pt x="466911" y="856429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07" name="Freeform 306">
            <a:extLst>
              <a:ext uri="{FF2B5EF4-FFF2-40B4-BE49-F238E27FC236}">
                <a16:creationId xmlns:a16="http://schemas.microsoft.com/office/drawing/2014/main" id="{95F78890-D731-5B99-B9AB-048E2A8A779D}"/>
              </a:ext>
            </a:extLst>
          </p:cNvPr>
          <p:cNvSpPr/>
          <p:nvPr/>
        </p:nvSpPr>
        <p:spPr>
          <a:xfrm>
            <a:off x="5582874" y="5042562"/>
            <a:ext cx="267780" cy="422786"/>
          </a:xfrm>
          <a:custGeom>
            <a:avLst/>
            <a:gdLst>
              <a:gd name="connsiteX0" fmla="*/ 16172 w 267780"/>
              <a:gd name="connsiteY0" fmla="*/ 22842 h 490950"/>
              <a:gd name="connsiteX1" fmla="*/ 3647 w 267780"/>
              <a:gd name="connsiteY1" fmla="*/ 0 h 490950"/>
              <a:gd name="connsiteX2" fmla="*/ 0 w 267780"/>
              <a:gd name="connsiteY2" fmla="*/ 2538 h 490950"/>
              <a:gd name="connsiteX3" fmla="*/ 266353 w 267780"/>
              <a:gd name="connsiteY3" fmla="*/ 490951 h 490950"/>
              <a:gd name="connsiteX4" fmla="*/ 267780 w 267780"/>
              <a:gd name="connsiteY4" fmla="*/ 484289 h 490950"/>
              <a:gd name="connsiteX5" fmla="*/ 16330 w 267780"/>
              <a:gd name="connsiteY5" fmla="*/ 23001 h 490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67780" h="490950">
                <a:moveTo>
                  <a:pt x="16172" y="22842"/>
                </a:moveTo>
                <a:lnTo>
                  <a:pt x="3647" y="0"/>
                </a:lnTo>
                <a:cubicBezTo>
                  <a:pt x="2378" y="793"/>
                  <a:pt x="1269" y="1903"/>
                  <a:pt x="0" y="2538"/>
                </a:cubicBezTo>
                <a:lnTo>
                  <a:pt x="266353" y="490951"/>
                </a:lnTo>
                <a:cubicBezTo>
                  <a:pt x="266670" y="488572"/>
                  <a:pt x="267146" y="486351"/>
                  <a:pt x="267780" y="484289"/>
                </a:cubicBezTo>
                <a:lnTo>
                  <a:pt x="16330" y="23001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08" name="Freeform 307">
            <a:extLst>
              <a:ext uri="{FF2B5EF4-FFF2-40B4-BE49-F238E27FC236}">
                <a16:creationId xmlns:a16="http://schemas.microsoft.com/office/drawing/2014/main" id="{E3CD4B66-8DA6-CBF6-B042-969F097354B9}"/>
              </a:ext>
            </a:extLst>
          </p:cNvPr>
          <p:cNvSpPr/>
          <p:nvPr/>
        </p:nvSpPr>
        <p:spPr>
          <a:xfrm>
            <a:off x="5038118" y="3698039"/>
            <a:ext cx="506229" cy="1082308"/>
          </a:xfrm>
          <a:custGeom>
            <a:avLst/>
            <a:gdLst>
              <a:gd name="connsiteX0" fmla="*/ 505754 w 506229"/>
              <a:gd name="connsiteY0" fmla="*/ 1253473 h 1256803"/>
              <a:gd name="connsiteX1" fmla="*/ 16330 w 506229"/>
              <a:gd name="connsiteY1" fmla="*/ 29346 h 1256803"/>
              <a:gd name="connsiteX2" fmla="*/ 2695 w 506229"/>
              <a:gd name="connsiteY2" fmla="*/ 0 h 1256803"/>
              <a:gd name="connsiteX3" fmla="*/ 0 w 506229"/>
              <a:gd name="connsiteY3" fmla="*/ 635 h 1256803"/>
              <a:gd name="connsiteX4" fmla="*/ 502107 w 506229"/>
              <a:gd name="connsiteY4" fmla="*/ 1256804 h 1256803"/>
              <a:gd name="connsiteX5" fmla="*/ 506229 w 506229"/>
              <a:gd name="connsiteY5" fmla="*/ 1255534 h 1256803"/>
              <a:gd name="connsiteX6" fmla="*/ 505595 w 506229"/>
              <a:gd name="connsiteY6" fmla="*/ 1253473 h 12568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06229" h="1256803">
                <a:moveTo>
                  <a:pt x="505754" y="1253473"/>
                </a:moveTo>
                <a:lnTo>
                  <a:pt x="16330" y="29346"/>
                </a:lnTo>
                <a:lnTo>
                  <a:pt x="2695" y="0"/>
                </a:lnTo>
                <a:cubicBezTo>
                  <a:pt x="1902" y="317"/>
                  <a:pt x="793" y="317"/>
                  <a:pt x="0" y="635"/>
                </a:cubicBezTo>
                <a:lnTo>
                  <a:pt x="502107" y="1256804"/>
                </a:lnTo>
                <a:cubicBezTo>
                  <a:pt x="503376" y="1256169"/>
                  <a:pt x="504803" y="1256010"/>
                  <a:pt x="506229" y="1255534"/>
                </a:cubicBezTo>
                <a:lnTo>
                  <a:pt x="505595" y="1253473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09" name="Freeform 308">
            <a:extLst>
              <a:ext uri="{FF2B5EF4-FFF2-40B4-BE49-F238E27FC236}">
                <a16:creationId xmlns:a16="http://schemas.microsoft.com/office/drawing/2014/main" id="{4DE922B1-25EB-C482-BB61-67C3C80D2A0C}"/>
              </a:ext>
            </a:extLst>
          </p:cNvPr>
          <p:cNvSpPr/>
          <p:nvPr/>
        </p:nvSpPr>
        <p:spPr>
          <a:xfrm>
            <a:off x="5040972" y="3695976"/>
            <a:ext cx="355296" cy="661296"/>
          </a:xfrm>
          <a:custGeom>
            <a:avLst/>
            <a:gdLst>
              <a:gd name="connsiteX0" fmla="*/ 345942 w 355296"/>
              <a:gd name="connsiteY0" fmla="*/ 737299 h 767914"/>
              <a:gd name="connsiteX1" fmla="*/ 3805 w 355296"/>
              <a:gd name="connsiteY1" fmla="*/ 0 h 767914"/>
              <a:gd name="connsiteX2" fmla="*/ 0 w 355296"/>
              <a:gd name="connsiteY2" fmla="*/ 2379 h 767914"/>
              <a:gd name="connsiteX3" fmla="*/ 13635 w 355296"/>
              <a:gd name="connsiteY3" fmla="*/ 31725 h 767914"/>
              <a:gd name="connsiteX4" fmla="*/ 355296 w 355296"/>
              <a:gd name="connsiteY4" fmla="*/ 767914 h 767914"/>
              <a:gd name="connsiteX5" fmla="*/ 346100 w 355296"/>
              <a:gd name="connsiteY5" fmla="*/ 737458 h 7679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55296" h="767914">
                <a:moveTo>
                  <a:pt x="345942" y="737299"/>
                </a:moveTo>
                <a:lnTo>
                  <a:pt x="3805" y="0"/>
                </a:lnTo>
                <a:cubicBezTo>
                  <a:pt x="2378" y="793"/>
                  <a:pt x="1427" y="1745"/>
                  <a:pt x="0" y="2379"/>
                </a:cubicBezTo>
                <a:lnTo>
                  <a:pt x="13635" y="31725"/>
                </a:lnTo>
                <a:lnTo>
                  <a:pt x="355296" y="767914"/>
                </a:lnTo>
                <a:lnTo>
                  <a:pt x="346100" y="737458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10" name="Freeform 309">
            <a:extLst>
              <a:ext uri="{FF2B5EF4-FFF2-40B4-BE49-F238E27FC236}">
                <a16:creationId xmlns:a16="http://schemas.microsoft.com/office/drawing/2014/main" id="{5C51815E-8140-DA19-584F-9231D27BD37C}"/>
              </a:ext>
            </a:extLst>
          </p:cNvPr>
          <p:cNvSpPr/>
          <p:nvPr/>
        </p:nvSpPr>
        <p:spPr>
          <a:xfrm>
            <a:off x="5400232" y="4462303"/>
            <a:ext cx="478643" cy="890380"/>
          </a:xfrm>
          <a:custGeom>
            <a:avLst/>
            <a:gdLst>
              <a:gd name="connsiteX0" fmla="*/ 203729 w 478643"/>
              <a:gd name="connsiteY0" fmla="*/ 438922 h 1033932"/>
              <a:gd name="connsiteX1" fmla="*/ 0 w 478643"/>
              <a:gd name="connsiteY1" fmla="*/ 0 h 1033932"/>
              <a:gd name="connsiteX2" fmla="*/ 9195 w 478643"/>
              <a:gd name="connsiteY2" fmla="*/ 30457 h 1033932"/>
              <a:gd name="connsiteX3" fmla="*/ 201192 w 478643"/>
              <a:gd name="connsiteY3" fmla="*/ 444315 h 1033932"/>
              <a:gd name="connsiteX4" fmla="*/ 203729 w 478643"/>
              <a:gd name="connsiteY4" fmla="*/ 449708 h 1033932"/>
              <a:gd name="connsiteX5" fmla="*/ 338015 w 478643"/>
              <a:gd name="connsiteY5" fmla="*/ 739045 h 1033932"/>
              <a:gd name="connsiteX6" fmla="*/ 344674 w 478643"/>
              <a:gd name="connsiteY6" fmla="*/ 753321 h 1033932"/>
              <a:gd name="connsiteX7" fmla="*/ 347845 w 478643"/>
              <a:gd name="connsiteY7" fmla="*/ 760142 h 1033932"/>
              <a:gd name="connsiteX8" fmla="*/ 474838 w 478643"/>
              <a:gd name="connsiteY8" fmla="*/ 1033933 h 1033932"/>
              <a:gd name="connsiteX9" fmla="*/ 478643 w 478643"/>
              <a:gd name="connsiteY9" fmla="*/ 1031553 h 1033932"/>
              <a:gd name="connsiteX10" fmla="*/ 358467 w 478643"/>
              <a:gd name="connsiteY10" fmla="*/ 772674 h 1033932"/>
              <a:gd name="connsiteX11" fmla="*/ 355138 w 478643"/>
              <a:gd name="connsiteY11" fmla="*/ 765535 h 1033932"/>
              <a:gd name="connsiteX12" fmla="*/ 348479 w 478643"/>
              <a:gd name="connsiteY12" fmla="*/ 751259 h 1033932"/>
              <a:gd name="connsiteX13" fmla="*/ 206107 w 478643"/>
              <a:gd name="connsiteY13" fmla="*/ 444474 h 1033932"/>
              <a:gd name="connsiteX14" fmla="*/ 203570 w 478643"/>
              <a:gd name="connsiteY14" fmla="*/ 439081 h 1033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478643" h="1033932">
                <a:moveTo>
                  <a:pt x="203729" y="438922"/>
                </a:moveTo>
                <a:lnTo>
                  <a:pt x="0" y="0"/>
                </a:lnTo>
                <a:lnTo>
                  <a:pt x="9195" y="30457"/>
                </a:lnTo>
                <a:lnTo>
                  <a:pt x="201192" y="444315"/>
                </a:lnTo>
                <a:lnTo>
                  <a:pt x="203729" y="449708"/>
                </a:lnTo>
                <a:lnTo>
                  <a:pt x="338015" y="739045"/>
                </a:lnTo>
                <a:lnTo>
                  <a:pt x="344674" y="753321"/>
                </a:lnTo>
                <a:lnTo>
                  <a:pt x="347845" y="760142"/>
                </a:lnTo>
                <a:lnTo>
                  <a:pt x="474838" y="1033933"/>
                </a:lnTo>
                <a:cubicBezTo>
                  <a:pt x="476265" y="1033139"/>
                  <a:pt x="477216" y="1032187"/>
                  <a:pt x="478643" y="1031553"/>
                </a:cubicBezTo>
                <a:lnTo>
                  <a:pt x="358467" y="772674"/>
                </a:lnTo>
                <a:lnTo>
                  <a:pt x="355138" y="765535"/>
                </a:lnTo>
                <a:lnTo>
                  <a:pt x="348479" y="751259"/>
                </a:lnTo>
                <a:lnTo>
                  <a:pt x="206107" y="444474"/>
                </a:lnTo>
                <a:lnTo>
                  <a:pt x="203570" y="439081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11" name="Freeform 310">
            <a:extLst>
              <a:ext uri="{FF2B5EF4-FFF2-40B4-BE49-F238E27FC236}">
                <a16:creationId xmlns:a16="http://schemas.microsoft.com/office/drawing/2014/main" id="{F07D94EA-9344-73F2-2F73-B501D2BD5CB9}"/>
              </a:ext>
            </a:extLst>
          </p:cNvPr>
          <p:cNvSpPr/>
          <p:nvPr/>
        </p:nvSpPr>
        <p:spPr>
          <a:xfrm>
            <a:off x="5146245" y="3390142"/>
            <a:ext cx="1108377" cy="204494"/>
          </a:xfrm>
          <a:custGeom>
            <a:avLst/>
            <a:gdLst>
              <a:gd name="connsiteX0" fmla="*/ 1268 w 1108377"/>
              <a:gd name="connsiteY0" fmla="*/ 237465 h 237464"/>
              <a:gd name="connsiteX1" fmla="*/ 1108378 w 1108377"/>
              <a:gd name="connsiteY1" fmla="*/ 4283 h 237464"/>
              <a:gd name="connsiteX2" fmla="*/ 1107426 w 1108377"/>
              <a:gd name="connsiteY2" fmla="*/ 0 h 237464"/>
              <a:gd name="connsiteX3" fmla="*/ 0 w 1108377"/>
              <a:gd name="connsiteY3" fmla="*/ 233341 h 237464"/>
              <a:gd name="connsiteX4" fmla="*/ 1268 w 1108377"/>
              <a:gd name="connsiteY4" fmla="*/ 237465 h 2374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08377" h="237464">
                <a:moveTo>
                  <a:pt x="1268" y="237465"/>
                </a:moveTo>
                <a:lnTo>
                  <a:pt x="1108378" y="4283"/>
                </a:lnTo>
                <a:cubicBezTo>
                  <a:pt x="1107902" y="2855"/>
                  <a:pt x="1107744" y="1428"/>
                  <a:pt x="1107426" y="0"/>
                </a:cubicBezTo>
                <a:lnTo>
                  <a:pt x="0" y="233341"/>
                </a:lnTo>
                <a:lnTo>
                  <a:pt x="1268" y="23746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12" name="Freeform 311">
            <a:extLst>
              <a:ext uri="{FF2B5EF4-FFF2-40B4-BE49-F238E27FC236}">
                <a16:creationId xmlns:a16="http://schemas.microsoft.com/office/drawing/2014/main" id="{A559FDA8-B44A-69CF-582A-3DB52CFF0545}"/>
              </a:ext>
            </a:extLst>
          </p:cNvPr>
          <p:cNvSpPr/>
          <p:nvPr/>
        </p:nvSpPr>
        <p:spPr>
          <a:xfrm>
            <a:off x="5069510" y="3624435"/>
            <a:ext cx="73723" cy="45719"/>
          </a:xfrm>
          <a:custGeom>
            <a:avLst/>
            <a:gdLst>
              <a:gd name="connsiteX0" fmla="*/ 72455 w 73723"/>
              <a:gd name="connsiteY0" fmla="*/ 0 h 19511"/>
              <a:gd name="connsiteX1" fmla="*/ 0 w 73723"/>
              <a:gd name="connsiteY1" fmla="*/ 15228 h 19511"/>
              <a:gd name="connsiteX2" fmla="*/ 951 w 73723"/>
              <a:gd name="connsiteY2" fmla="*/ 19511 h 19511"/>
              <a:gd name="connsiteX3" fmla="*/ 73723 w 73723"/>
              <a:gd name="connsiteY3" fmla="*/ 4124 h 19511"/>
              <a:gd name="connsiteX4" fmla="*/ 72455 w 73723"/>
              <a:gd name="connsiteY4" fmla="*/ 0 h 195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3723" h="19511">
                <a:moveTo>
                  <a:pt x="72455" y="0"/>
                </a:moveTo>
                <a:lnTo>
                  <a:pt x="0" y="15228"/>
                </a:lnTo>
                <a:cubicBezTo>
                  <a:pt x="317" y="16656"/>
                  <a:pt x="634" y="18083"/>
                  <a:pt x="951" y="19511"/>
                </a:cubicBezTo>
                <a:lnTo>
                  <a:pt x="73723" y="4124"/>
                </a:lnTo>
                <a:lnTo>
                  <a:pt x="72455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13" name="Freeform 312">
            <a:extLst>
              <a:ext uri="{FF2B5EF4-FFF2-40B4-BE49-F238E27FC236}">
                <a16:creationId xmlns:a16="http://schemas.microsoft.com/office/drawing/2014/main" id="{4238D15E-D84E-A1F6-500A-FD774708692B}"/>
              </a:ext>
            </a:extLst>
          </p:cNvPr>
          <p:cNvSpPr/>
          <p:nvPr/>
        </p:nvSpPr>
        <p:spPr>
          <a:xfrm>
            <a:off x="4892417" y="2823526"/>
            <a:ext cx="124139" cy="671815"/>
          </a:xfrm>
          <a:custGeom>
            <a:avLst/>
            <a:gdLst>
              <a:gd name="connsiteX0" fmla="*/ 4281 w 124139"/>
              <a:gd name="connsiteY0" fmla="*/ 0 h 780128"/>
              <a:gd name="connsiteX1" fmla="*/ 0 w 124139"/>
              <a:gd name="connsiteY1" fmla="*/ 952 h 780128"/>
              <a:gd name="connsiteX2" fmla="*/ 119859 w 124139"/>
              <a:gd name="connsiteY2" fmla="*/ 780129 h 780128"/>
              <a:gd name="connsiteX3" fmla="*/ 124139 w 124139"/>
              <a:gd name="connsiteY3" fmla="*/ 779177 h 780128"/>
              <a:gd name="connsiteX4" fmla="*/ 4281 w 124139"/>
              <a:gd name="connsiteY4" fmla="*/ 0 h 7801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139" h="780128">
                <a:moveTo>
                  <a:pt x="4281" y="0"/>
                </a:moveTo>
                <a:cubicBezTo>
                  <a:pt x="2854" y="317"/>
                  <a:pt x="1427" y="793"/>
                  <a:pt x="0" y="952"/>
                </a:cubicBezTo>
                <a:lnTo>
                  <a:pt x="119859" y="780129"/>
                </a:lnTo>
                <a:cubicBezTo>
                  <a:pt x="121286" y="779811"/>
                  <a:pt x="122713" y="779335"/>
                  <a:pt x="124139" y="779177"/>
                </a:cubicBezTo>
                <a:lnTo>
                  <a:pt x="4281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14" name="Freeform 313">
            <a:extLst>
              <a:ext uri="{FF2B5EF4-FFF2-40B4-BE49-F238E27FC236}">
                <a16:creationId xmlns:a16="http://schemas.microsoft.com/office/drawing/2014/main" id="{577DD486-C010-7094-3C07-5DA275A3D83C}"/>
              </a:ext>
            </a:extLst>
          </p:cNvPr>
          <p:cNvSpPr/>
          <p:nvPr/>
        </p:nvSpPr>
        <p:spPr>
          <a:xfrm>
            <a:off x="4899075" y="2822257"/>
            <a:ext cx="649711" cy="1835675"/>
          </a:xfrm>
          <a:custGeom>
            <a:avLst/>
            <a:gdLst>
              <a:gd name="connsiteX0" fmla="*/ 501156 w 649711"/>
              <a:gd name="connsiteY0" fmla="*/ 1639888 h 2131632"/>
              <a:gd name="connsiteX1" fmla="*/ 248438 w 649711"/>
              <a:gd name="connsiteY1" fmla="*/ 805350 h 2131632"/>
              <a:gd name="connsiteX2" fmla="*/ 247170 w 649711"/>
              <a:gd name="connsiteY2" fmla="*/ 801226 h 2131632"/>
              <a:gd name="connsiteX3" fmla="*/ 4439 w 649711"/>
              <a:gd name="connsiteY3" fmla="*/ 0 h 2131632"/>
              <a:gd name="connsiteX4" fmla="*/ 0 w 649711"/>
              <a:gd name="connsiteY4" fmla="*/ 952 h 2131632"/>
              <a:gd name="connsiteX5" fmla="*/ 242730 w 649711"/>
              <a:gd name="connsiteY5" fmla="*/ 802337 h 2131632"/>
              <a:gd name="connsiteX6" fmla="*/ 243999 w 649711"/>
              <a:gd name="connsiteY6" fmla="*/ 806461 h 2131632"/>
              <a:gd name="connsiteX7" fmla="*/ 487680 w 649711"/>
              <a:gd name="connsiteY7" fmla="*/ 1611177 h 2131632"/>
              <a:gd name="connsiteX8" fmla="*/ 496876 w 649711"/>
              <a:gd name="connsiteY8" fmla="*/ 1641633 h 2131632"/>
              <a:gd name="connsiteX9" fmla="*/ 644638 w 649711"/>
              <a:gd name="connsiteY9" fmla="*/ 2129570 h 2131632"/>
              <a:gd name="connsiteX10" fmla="*/ 645273 w 649711"/>
              <a:gd name="connsiteY10" fmla="*/ 2131633 h 2131632"/>
              <a:gd name="connsiteX11" fmla="*/ 649712 w 649711"/>
              <a:gd name="connsiteY11" fmla="*/ 2130681 h 2131632"/>
              <a:gd name="connsiteX12" fmla="*/ 510352 w 649711"/>
              <a:gd name="connsiteY12" fmla="*/ 1670503 h 2131632"/>
              <a:gd name="connsiteX13" fmla="*/ 501156 w 649711"/>
              <a:gd name="connsiteY13" fmla="*/ 1640047 h 21316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649711" h="2131632">
                <a:moveTo>
                  <a:pt x="501156" y="1639888"/>
                </a:moveTo>
                <a:lnTo>
                  <a:pt x="248438" y="805350"/>
                </a:lnTo>
                <a:lnTo>
                  <a:pt x="247170" y="801226"/>
                </a:lnTo>
                <a:lnTo>
                  <a:pt x="4439" y="0"/>
                </a:lnTo>
                <a:cubicBezTo>
                  <a:pt x="3012" y="476"/>
                  <a:pt x="1427" y="476"/>
                  <a:pt x="0" y="952"/>
                </a:cubicBezTo>
                <a:lnTo>
                  <a:pt x="242730" y="802337"/>
                </a:lnTo>
                <a:lnTo>
                  <a:pt x="243999" y="806461"/>
                </a:lnTo>
                <a:lnTo>
                  <a:pt x="487680" y="1611177"/>
                </a:lnTo>
                <a:lnTo>
                  <a:pt x="496876" y="1641633"/>
                </a:lnTo>
                <a:lnTo>
                  <a:pt x="644638" y="2129570"/>
                </a:lnTo>
                <a:lnTo>
                  <a:pt x="645273" y="2131633"/>
                </a:lnTo>
                <a:cubicBezTo>
                  <a:pt x="646699" y="2131157"/>
                  <a:pt x="648285" y="2131157"/>
                  <a:pt x="649712" y="2130681"/>
                </a:cubicBezTo>
                <a:lnTo>
                  <a:pt x="510352" y="1670503"/>
                </a:lnTo>
                <a:lnTo>
                  <a:pt x="501156" y="1640047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15" name="Freeform 314">
            <a:extLst>
              <a:ext uri="{FF2B5EF4-FFF2-40B4-BE49-F238E27FC236}">
                <a16:creationId xmlns:a16="http://schemas.microsoft.com/office/drawing/2014/main" id="{3BD2D007-9679-4BA7-85EB-F1A114DE8FAE}"/>
              </a:ext>
            </a:extLst>
          </p:cNvPr>
          <p:cNvSpPr/>
          <p:nvPr/>
        </p:nvSpPr>
        <p:spPr>
          <a:xfrm>
            <a:off x="4931894" y="2793070"/>
            <a:ext cx="1325582" cy="492318"/>
          </a:xfrm>
          <a:custGeom>
            <a:avLst/>
            <a:gdLst>
              <a:gd name="connsiteX0" fmla="*/ 0 w 1325582"/>
              <a:gd name="connsiteY0" fmla="*/ 3966 h 571692"/>
              <a:gd name="connsiteX1" fmla="*/ 1323839 w 1325582"/>
              <a:gd name="connsiteY1" fmla="*/ 571692 h 571692"/>
              <a:gd name="connsiteX2" fmla="*/ 1325583 w 1325582"/>
              <a:gd name="connsiteY2" fmla="*/ 567727 h 571692"/>
              <a:gd name="connsiteX3" fmla="*/ 1744 w 1325582"/>
              <a:gd name="connsiteY3" fmla="*/ 0 h 571692"/>
              <a:gd name="connsiteX4" fmla="*/ 0 w 1325582"/>
              <a:gd name="connsiteY4" fmla="*/ 3966 h 5716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25582" h="571692">
                <a:moveTo>
                  <a:pt x="0" y="3966"/>
                </a:moveTo>
                <a:lnTo>
                  <a:pt x="1323839" y="571692"/>
                </a:lnTo>
                <a:cubicBezTo>
                  <a:pt x="1324314" y="570265"/>
                  <a:pt x="1324949" y="568996"/>
                  <a:pt x="1325583" y="567727"/>
                </a:cubicBezTo>
                <a:lnTo>
                  <a:pt x="1744" y="0"/>
                </a:lnTo>
                <a:cubicBezTo>
                  <a:pt x="1269" y="1428"/>
                  <a:pt x="634" y="2697"/>
                  <a:pt x="0" y="3966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16" name="Freeform 315">
            <a:extLst>
              <a:ext uri="{FF2B5EF4-FFF2-40B4-BE49-F238E27FC236}">
                <a16:creationId xmlns:a16="http://schemas.microsoft.com/office/drawing/2014/main" id="{F26FCAEF-DB95-2A08-945B-6050489B9EBB}"/>
              </a:ext>
            </a:extLst>
          </p:cNvPr>
          <p:cNvSpPr/>
          <p:nvPr/>
        </p:nvSpPr>
        <p:spPr>
          <a:xfrm>
            <a:off x="4931260" y="1782455"/>
            <a:ext cx="2135581" cy="839017"/>
          </a:xfrm>
          <a:custGeom>
            <a:avLst/>
            <a:gdLst>
              <a:gd name="connsiteX0" fmla="*/ 1942159 w 2135581"/>
              <a:gd name="connsiteY0" fmla="*/ 87086 h 974288"/>
              <a:gd name="connsiteX1" fmla="*/ 1818019 w 2135581"/>
              <a:gd name="connsiteY1" fmla="*/ 143558 h 974288"/>
              <a:gd name="connsiteX2" fmla="*/ 1812629 w 2135581"/>
              <a:gd name="connsiteY2" fmla="*/ 146096 h 974288"/>
              <a:gd name="connsiteX3" fmla="*/ 0 w 2135581"/>
              <a:gd name="connsiteY3" fmla="*/ 970481 h 974288"/>
              <a:gd name="connsiteX4" fmla="*/ 2220 w 2135581"/>
              <a:gd name="connsiteY4" fmla="*/ 974288 h 974288"/>
              <a:gd name="connsiteX5" fmla="*/ 1810885 w 2135581"/>
              <a:gd name="connsiteY5" fmla="*/ 151648 h 974288"/>
              <a:gd name="connsiteX6" fmla="*/ 1816276 w 2135581"/>
              <a:gd name="connsiteY6" fmla="*/ 149110 h 974288"/>
              <a:gd name="connsiteX7" fmla="*/ 1939939 w 2135581"/>
              <a:gd name="connsiteY7" fmla="*/ 92956 h 974288"/>
              <a:gd name="connsiteX8" fmla="*/ 1945647 w 2135581"/>
              <a:gd name="connsiteY8" fmla="*/ 90417 h 974288"/>
              <a:gd name="connsiteX9" fmla="*/ 2135582 w 2135581"/>
              <a:gd name="connsiteY9" fmla="*/ 3966 h 974288"/>
              <a:gd name="connsiteX10" fmla="*/ 2133363 w 2135581"/>
              <a:gd name="connsiteY10" fmla="*/ 0 h 974288"/>
              <a:gd name="connsiteX11" fmla="*/ 1947867 w 2135581"/>
              <a:gd name="connsiteY11" fmla="*/ 84390 h 974288"/>
              <a:gd name="connsiteX12" fmla="*/ 1942317 w 2135581"/>
              <a:gd name="connsiteY12" fmla="*/ 86928 h 974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2135581" h="974288">
                <a:moveTo>
                  <a:pt x="1942159" y="87086"/>
                </a:moveTo>
                <a:lnTo>
                  <a:pt x="1818019" y="143558"/>
                </a:lnTo>
                <a:lnTo>
                  <a:pt x="1812629" y="146096"/>
                </a:lnTo>
                <a:lnTo>
                  <a:pt x="0" y="970481"/>
                </a:lnTo>
                <a:cubicBezTo>
                  <a:pt x="634" y="971909"/>
                  <a:pt x="1586" y="973019"/>
                  <a:pt x="2220" y="974288"/>
                </a:cubicBezTo>
                <a:lnTo>
                  <a:pt x="1810885" y="151648"/>
                </a:lnTo>
                <a:lnTo>
                  <a:pt x="1816276" y="149110"/>
                </a:lnTo>
                <a:lnTo>
                  <a:pt x="1939939" y="92956"/>
                </a:lnTo>
                <a:lnTo>
                  <a:pt x="1945647" y="90417"/>
                </a:lnTo>
                <a:lnTo>
                  <a:pt x="2135582" y="3966"/>
                </a:lnTo>
                <a:cubicBezTo>
                  <a:pt x="2134948" y="2538"/>
                  <a:pt x="2133997" y="1428"/>
                  <a:pt x="2133363" y="0"/>
                </a:cubicBezTo>
                <a:lnTo>
                  <a:pt x="1947867" y="84390"/>
                </a:lnTo>
                <a:lnTo>
                  <a:pt x="1942317" y="86928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17" name="Freeform 316">
            <a:extLst>
              <a:ext uri="{FF2B5EF4-FFF2-40B4-BE49-F238E27FC236}">
                <a16:creationId xmlns:a16="http://schemas.microsoft.com/office/drawing/2014/main" id="{EF7C9064-7A40-A79E-6649-D95FD82D7FC1}"/>
              </a:ext>
            </a:extLst>
          </p:cNvPr>
          <p:cNvSpPr/>
          <p:nvPr/>
        </p:nvSpPr>
        <p:spPr>
          <a:xfrm>
            <a:off x="4927613" y="1451242"/>
            <a:ext cx="2075493" cy="1119600"/>
          </a:xfrm>
          <a:custGeom>
            <a:avLst/>
            <a:gdLst>
              <a:gd name="connsiteX0" fmla="*/ 1933914 w 2075493"/>
              <a:gd name="connsiteY0" fmla="*/ 92162 h 1300108"/>
              <a:gd name="connsiteX1" fmla="*/ 1939622 w 2075493"/>
              <a:gd name="connsiteY1" fmla="*/ 88514 h 1300108"/>
              <a:gd name="connsiteX2" fmla="*/ 2075494 w 2075493"/>
              <a:gd name="connsiteY2" fmla="*/ 3648 h 1300108"/>
              <a:gd name="connsiteX3" fmla="*/ 2072957 w 2075493"/>
              <a:gd name="connsiteY3" fmla="*/ 0 h 1300108"/>
              <a:gd name="connsiteX4" fmla="*/ 1941524 w 2075493"/>
              <a:gd name="connsiteY4" fmla="*/ 82169 h 1300108"/>
              <a:gd name="connsiteX5" fmla="*/ 1935817 w 2075493"/>
              <a:gd name="connsiteY5" fmla="*/ 85817 h 1300108"/>
              <a:gd name="connsiteX6" fmla="*/ 0 w 2075493"/>
              <a:gd name="connsiteY6" fmla="*/ 1296460 h 1300108"/>
              <a:gd name="connsiteX7" fmla="*/ 2537 w 2075493"/>
              <a:gd name="connsiteY7" fmla="*/ 1300109 h 1300108"/>
              <a:gd name="connsiteX8" fmla="*/ 1933914 w 2075493"/>
              <a:gd name="connsiteY8" fmla="*/ 92321 h 13001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075493" h="1300108">
                <a:moveTo>
                  <a:pt x="1933914" y="92162"/>
                </a:moveTo>
                <a:lnTo>
                  <a:pt x="1939622" y="88514"/>
                </a:lnTo>
                <a:lnTo>
                  <a:pt x="2075494" y="3648"/>
                </a:lnTo>
                <a:cubicBezTo>
                  <a:pt x="2074543" y="2379"/>
                  <a:pt x="2073750" y="1269"/>
                  <a:pt x="2072957" y="0"/>
                </a:cubicBezTo>
                <a:lnTo>
                  <a:pt x="1941524" y="82169"/>
                </a:lnTo>
                <a:lnTo>
                  <a:pt x="1935817" y="85817"/>
                </a:lnTo>
                <a:lnTo>
                  <a:pt x="0" y="1296460"/>
                </a:lnTo>
                <a:cubicBezTo>
                  <a:pt x="793" y="1297729"/>
                  <a:pt x="1744" y="1298840"/>
                  <a:pt x="2537" y="1300109"/>
                </a:cubicBezTo>
                <a:lnTo>
                  <a:pt x="1933914" y="92321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19" name="Freeform 318">
            <a:extLst>
              <a:ext uri="{FF2B5EF4-FFF2-40B4-BE49-F238E27FC236}">
                <a16:creationId xmlns:a16="http://schemas.microsoft.com/office/drawing/2014/main" id="{E5A64F77-4762-1D4D-D6AF-8F840F7162E6}"/>
              </a:ext>
            </a:extLst>
          </p:cNvPr>
          <p:cNvSpPr/>
          <p:nvPr/>
        </p:nvSpPr>
        <p:spPr>
          <a:xfrm>
            <a:off x="6993595" y="297864"/>
            <a:ext cx="100040" cy="86470"/>
          </a:xfrm>
          <a:custGeom>
            <a:avLst/>
            <a:gdLst>
              <a:gd name="connsiteX0" fmla="*/ 37099 w 100040"/>
              <a:gd name="connsiteY0" fmla="*/ 2697 h 100411"/>
              <a:gd name="connsiteX1" fmla="*/ 32660 w 100040"/>
              <a:gd name="connsiteY1" fmla="*/ 3648 h 100411"/>
              <a:gd name="connsiteX2" fmla="*/ 0 w 100040"/>
              <a:gd name="connsiteY2" fmla="*/ 50285 h 100411"/>
              <a:gd name="connsiteX3" fmla="*/ 47880 w 100040"/>
              <a:gd name="connsiteY3" fmla="*/ 99935 h 100411"/>
              <a:gd name="connsiteX4" fmla="*/ 50100 w 100040"/>
              <a:gd name="connsiteY4" fmla="*/ 100411 h 100411"/>
              <a:gd name="connsiteX5" fmla="*/ 50100 w 100040"/>
              <a:gd name="connsiteY5" fmla="*/ 100411 h 100411"/>
              <a:gd name="connsiteX6" fmla="*/ 54539 w 100040"/>
              <a:gd name="connsiteY6" fmla="*/ 99459 h 100411"/>
              <a:gd name="connsiteX7" fmla="*/ 100041 w 100040"/>
              <a:gd name="connsiteY7" fmla="*/ 50285 h 100411"/>
              <a:gd name="connsiteX8" fmla="*/ 97980 w 100040"/>
              <a:gd name="connsiteY8" fmla="*/ 40291 h 100411"/>
              <a:gd name="connsiteX9" fmla="*/ 97029 w 100040"/>
              <a:gd name="connsiteY9" fmla="*/ 35850 h 100411"/>
              <a:gd name="connsiteX10" fmla="*/ 88626 w 100040"/>
              <a:gd name="connsiteY10" fmla="*/ 19828 h 100411"/>
              <a:gd name="connsiteX11" fmla="*/ 86089 w 100040"/>
              <a:gd name="connsiteY11" fmla="*/ 16180 h 100411"/>
              <a:gd name="connsiteX12" fmla="*/ 49782 w 100040"/>
              <a:gd name="connsiteY12" fmla="*/ 0 h 100411"/>
              <a:gd name="connsiteX13" fmla="*/ 41538 w 100040"/>
              <a:gd name="connsiteY13" fmla="*/ 1745 h 100411"/>
              <a:gd name="connsiteX14" fmla="*/ 37258 w 100040"/>
              <a:gd name="connsiteY14" fmla="*/ 2697 h 100411"/>
              <a:gd name="connsiteX15" fmla="*/ 36940 w 100040"/>
              <a:gd name="connsiteY15" fmla="*/ 2697 h 1004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00040" h="100411">
                <a:moveTo>
                  <a:pt x="37099" y="2697"/>
                </a:moveTo>
                <a:cubicBezTo>
                  <a:pt x="35672" y="3173"/>
                  <a:pt x="34087" y="3173"/>
                  <a:pt x="32660" y="3648"/>
                </a:cubicBezTo>
                <a:cubicBezTo>
                  <a:pt x="13635" y="10787"/>
                  <a:pt x="0" y="28712"/>
                  <a:pt x="0" y="50285"/>
                </a:cubicBezTo>
                <a:cubicBezTo>
                  <a:pt x="0" y="77251"/>
                  <a:pt x="21245" y="98666"/>
                  <a:pt x="47880" y="99935"/>
                </a:cubicBezTo>
                <a:cubicBezTo>
                  <a:pt x="48673" y="99935"/>
                  <a:pt x="49307" y="100411"/>
                  <a:pt x="50100" y="100411"/>
                </a:cubicBezTo>
                <a:lnTo>
                  <a:pt x="50100" y="100411"/>
                </a:lnTo>
                <a:cubicBezTo>
                  <a:pt x="51685" y="100411"/>
                  <a:pt x="53112" y="99618"/>
                  <a:pt x="54539" y="99459"/>
                </a:cubicBezTo>
                <a:cubicBezTo>
                  <a:pt x="79906" y="96921"/>
                  <a:pt x="100041" y="76300"/>
                  <a:pt x="100041" y="50285"/>
                </a:cubicBezTo>
                <a:cubicBezTo>
                  <a:pt x="100041" y="46636"/>
                  <a:pt x="98773" y="43622"/>
                  <a:pt x="97980" y="40291"/>
                </a:cubicBezTo>
                <a:cubicBezTo>
                  <a:pt x="97663" y="38864"/>
                  <a:pt x="97504" y="37277"/>
                  <a:pt x="97029" y="35850"/>
                </a:cubicBezTo>
                <a:cubicBezTo>
                  <a:pt x="95126" y="29981"/>
                  <a:pt x="92431" y="24587"/>
                  <a:pt x="88626" y="19828"/>
                </a:cubicBezTo>
                <a:cubicBezTo>
                  <a:pt x="87675" y="18718"/>
                  <a:pt x="87199" y="17290"/>
                  <a:pt x="86089" y="16180"/>
                </a:cubicBezTo>
                <a:cubicBezTo>
                  <a:pt x="76894" y="6345"/>
                  <a:pt x="64210" y="0"/>
                  <a:pt x="49782" y="0"/>
                </a:cubicBezTo>
                <a:cubicBezTo>
                  <a:pt x="46770" y="0"/>
                  <a:pt x="44234" y="1269"/>
                  <a:pt x="41538" y="1745"/>
                </a:cubicBezTo>
                <a:cubicBezTo>
                  <a:pt x="40112" y="2062"/>
                  <a:pt x="38685" y="2221"/>
                  <a:pt x="37258" y="2697"/>
                </a:cubicBezTo>
                <a:cubicBezTo>
                  <a:pt x="37258" y="2697"/>
                  <a:pt x="36940" y="2697"/>
                  <a:pt x="36940" y="2697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33" name="Freeform 332">
            <a:extLst>
              <a:ext uri="{FF2B5EF4-FFF2-40B4-BE49-F238E27FC236}">
                <a16:creationId xmlns:a16="http://schemas.microsoft.com/office/drawing/2014/main" id="{0EA82FDA-77A5-C798-81A6-E855508D7B84}"/>
              </a:ext>
            </a:extLst>
          </p:cNvPr>
          <p:cNvSpPr/>
          <p:nvPr/>
        </p:nvSpPr>
        <p:spPr>
          <a:xfrm>
            <a:off x="1265416" y="95616"/>
            <a:ext cx="100199" cy="86470"/>
          </a:xfrm>
          <a:custGeom>
            <a:avLst/>
            <a:gdLst>
              <a:gd name="connsiteX0" fmla="*/ 50100 w 100199"/>
              <a:gd name="connsiteY0" fmla="*/ 100411 h 100411"/>
              <a:gd name="connsiteX1" fmla="*/ 93224 w 100199"/>
              <a:gd name="connsiteY1" fmla="*/ 74396 h 100411"/>
              <a:gd name="connsiteX2" fmla="*/ 95760 w 100199"/>
              <a:gd name="connsiteY2" fmla="*/ 70589 h 100411"/>
              <a:gd name="connsiteX3" fmla="*/ 100200 w 100199"/>
              <a:gd name="connsiteY3" fmla="*/ 50285 h 100411"/>
              <a:gd name="connsiteX4" fmla="*/ 80540 w 100199"/>
              <a:gd name="connsiteY4" fmla="*/ 11421 h 100411"/>
              <a:gd name="connsiteX5" fmla="*/ 76894 w 100199"/>
              <a:gd name="connsiteY5" fmla="*/ 8883 h 100411"/>
              <a:gd name="connsiteX6" fmla="*/ 50100 w 100199"/>
              <a:gd name="connsiteY6" fmla="*/ 0 h 100411"/>
              <a:gd name="connsiteX7" fmla="*/ 0 w 100199"/>
              <a:gd name="connsiteY7" fmla="*/ 50126 h 100411"/>
              <a:gd name="connsiteX8" fmla="*/ 21403 w 100199"/>
              <a:gd name="connsiteY8" fmla="*/ 90100 h 100411"/>
              <a:gd name="connsiteX9" fmla="*/ 25050 w 100199"/>
              <a:gd name="connsiteY9" fmla="*/ 92638 h 100411"/>
              <a:gd name="connsiteX10" fmla="*/ 50258 w 100199"/>
              <a:gd name="connsiteY10" fmla="*/ 100411 h 1004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00199" h="100411">
                <a:moveTo>
                  <a:pt x="50100" y="100411"/>
                </a:moveTo>
                <a:cubicBezTo>
                  <a:pt x="68966" y="100411"/>
                  <a:pt x="84662" y="89624"/>
                  <a:pt x="93224" y="74396"/>
                </a:cubicBezTo>
                <a:cubicBezTo>
                  <a:pt x="94016" y="73127"/>
                  <a:pt x="95126" y="72017"/>
                  <a:pt x="95760" y="70589"/>
                </a:cubicBezTo>
                <a:cubicBezTo>
                  <a:pt x="98614" y="64403"/>
                  <a:pt x="100200" y="57582"/>
                  <a:pt x="100200" y="50285"/>
                </a:cubicBezTo>
                <a:cubicBezTo>
                  <a:pt x="100200" y="34263"/>
                  <a:pt x="92272" y="20622"/>
                  <a:pt x="80540" y="11421"/>
                </a:cubicBezTo>
                <a:cubicBezTo>
                  <a:pt x="79430" y="10469"/>
                  <a:pt x="78162" y="9676"/>
                  <a:pt x="76894" y="8883"/>
                </a:cubicBezTo>
                <a:cubicBezTo>
                  <a:pt x="69125" y="3807"/>
                  <a:pt x="60247" y="0"/>
                  <a:pt x="50100" y="0"/>
                </a:cubicBezTo>
                <a:cubicBezTo>
                  <a:pt x="22355" y="0"/>
                  <a:pt x="0" y="22525"/>
                  <a:pt x="0" y="50126"/>
                </a:cubicBezTo>
                <a:cubicBezTo>
                  <a:pt x="0" y="66782"/>
                  <a:pt x="8720" y="80900"/>
                  <a:pt x="21403" y="90100"/>
                </a:cubicBezTo>
                <a:cubicBezTo>
                  <a:pt x="22513" y="91052"/>
                  <a:pt x="23782" y="91845"/>
                  <a:pt x="25050" y="92638"/>
                </a:cubicBezTo>
                <a:cubicBezTo>
                  <a:pt x="32501" y="97080"/>
                  <a:pt x="40746" y="100411"/>
                  <a:pt x="50258" y="100411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34" name="Freeform 333">
            <a:extLst>
              <a:ext uri="{FF2B5EF4-FFF2-40B4-BE49-F238E27FC236}">
                <a16:creationId xmlns:a16="http://schemas.microsoft.com/office/drawing/2014/main" id="{0553AF0E-CB67-F3AE-41F5-400B3E119DD1}"/>
              </a:ext>
            </a:extLst>
          </p:cNvPr>
          <p:cNvSpPr/>
          <p:nvPr/>
        </p:nvSpPr>
        <p:spPr>
          <a:xfrm>
            <a:off x="1534940" y="230606"/>
            <a:ext cx="100199" cy="86470"/>
          </a:xfrm>
          <a:custGeom>
            <a:avLst/>
            <a:gdLst>
              <a:gd name="connsiteX0" fmla="*/ 50100 w 100199"/>
              <a:gd name="connsiteY0" fmla="*/ 0 h 100411"/>
              <a:gd name="connsiteX1" fmla="*/ 6976 w 100199"/>
              <a:gd name="connsiteY1" fmla="*/ 26015 h 100411"/>
              <a:gd name="connsiteX2" fmla="*/ 4439 w 100199"/>
              <a:gd name="connsiteY2" fmla="*/ 29822 h 100411"/>
              <a:gd name="connsiteX3" fmla="*/ 0 w 100199"/>
              <a:gd name="connsiteY3" fmla="*/ 50126 h 100411"/>
              <a:gd name="connsiteX4" fmla="*/ 15696 w 100199"/>
              <a:gd name="connsiteY4" fmla="*/ 86293 h 100411"/>
              <a:gd name="connsiteX5" fmla="*/ 19342 w 100199"/>
              <a:gd name="connsiteY5" fmla="*/ 88831 h 100411"/>
              <a:gd name="connsiteX6" fmla="*/ 50100 w 100199"/>
              <a:gd name="connsiteY6" fmla="*/ 100411 h 100411"/>
              <a:gd name="connsiteX7" fmla="*/ 100200 w 100199"/>
              <a:gd name="connsiteY7" fmla="*/ 50285 h 100411"/>
              <a:gd name="connsiteX8" fmla="*/ 69759 w 100199"/>
              <a:gd name="connsiteY8" fmla="*/ 4124 h 100411"/>
              <a:gd name="connsiteX9" fmla="*/ 65320 w 100199"/>
              <a:gd name="connsiteY9" fmla="*/ 3173 h 100411"/>
              <a:gd name="connsiteX10" fmla="*/ 50100 w 100199"/>
              <a:gd name="connsiteY10" fmla="*/ 159 h 1004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00199" h="100411">
                <a:moveTo>
                  <a:pt x="50100" y="0"/>
                </a:moveTo>
                <a:cubicBezTo>
                  <a:pt x="31233" y="0"/>
                  <a:pt x="15537" y="10787"/>
                  <a:pt x="6976" y="26015"/>
                </a:cubicBezTo>
                <a:cubicBezTo>
                  <a:pt x="6183" y="27443"/>
                  <a:pt x="5073" y="28394"/>
                  <a:pt x="4439" y="29822"/>
                </a:cubicBezTo>
                <a:cubicBezTo>
                  <a:pt x="1585" y="36008"/>
                  <a:pt x="0" y="42829"/>
                  <a:pt x="0" y="50126"/>
                </a:cubicBezTo>
                <a:cubicBezTo>
                  <a:pt x="0" y="64403"/>
                  <a:pt x="6025" y="77093"/>
                  <a:pt x="15696" y="86293"/>
                </a:cubicBezTo>
                <a:cubicBezTo>
                  <a:pt x="16806" y="87245"/>
                  <a:pt x="18233" y="87879"/>
                  <a:pt x="19342" y="88831"/>
                </a:cubicBezTo>
                <a:cubicBezTo>
                  <a:pt x="27904" y="95652"/>
                  <a:pt x="38368" y="100411"/>
                  <a:pt x="50100" y="100411"/>
                </a:cubicBezTo>
                <a:cubicBezTo>
                  <a:pt x="77845" y="100411"/>
                  <a:pt x="100200" y="78045"/>
                  <a:pt x="100200" y="50285"/>
                </a:cubicBezTo>
                <a:cubicBezTo>
                  <a:pt x="100200" y="29505"/>
                  <a:pt x="87675" y="11897"/>
                  <a:pt x="69759" y="4124"/>
                </a:cubicBezTo>
                <a:cubicBezTo>
                  <a:pt x="68332" y="3490"/>
                  <a:pt x="66747" y="3648"/>
                  <a:pt x="65320" y="3173"/>
                </a:cubicBezTo>
                <a:cubicBezTo>
                  <a:pt x="60405" y="1586"/>
                  <a:pt x="55490" y="159"/>
                  <a:pt x="50100" y="159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36" name="Freeform 335">
            <a:extLst>
              <a:ext uri="{FF2B5EF4-FFF2-40B4-BE49-F238E27FC236}">
                <a16:creationId xmlns:a16="http://schemas.microsoft.com/office/drawing/2014/main" id="{090B7A77-980C-4D24-063B-B0C5AB059233}"/>
              </a:ext>
            </a:extLst>
          </p:cNvPr>
          <p:cNvSpPr/>
          <p:nvPr/>
        </p:nvSpPr>
        <p:spPr>
          <a:xfrm>
            <a:off x="2680575" y="6029065"/>
            <a:ext cx="100199" cy="86333"/>
          </a:xfrm>
          <a:custGeom>
            <a:avLst/>
            <a:gdLst>
              <a:gd name="connsiteX0" fmla="*/ 11257 w 100199"/>
              <a:gd name="connsiteY0" fmla="*/ 19828 h 100252"/>
              <a:gd name="connsiteX1" fmla="*/ 8720 w 100199"/>
              <a:gd name="connsiteY1" fmla="*/ 23477 h 100252"/>
              <a:gd name="connsiteX2" fmla="*/ 0 w 100199"/>
              <a:gd name="connsiteY2" fmla="*/ 50126 h 100252"/>
              <a:gd name="connsiteX3" fmla="*/ 45185 w 100199"/>
              <a:gd name="connsiteY3" fmla="*/ 99300 h 100252"/>
              <a:gd name="connsiteX4" fmla="*/ 49466 w 100199"/>
              <a:gd name="connsiteY4" fmla="*/ 100253 h 100252"/>
              <a:gd name="connsiteX5" fmla="*/ 49624 w 100199"/>
              <a:gd name="connsiteY5" fmla="*/ 100253 h 100252"/>
              <a:gd name="connsiteX6" fmla="*/ 50100 w 100199"/>
              <a:gd name="connsiteY6" fmla="*/ 100253 h 100252"/>
              <a:gd name="connsiteX7" fmla="*/ 54063 w 100199"/>
              <a:gd name="connsiteY7" fmla="*/ 99459 h 100252"/>
              <a:gd name="connsiteX8" fmla="*/ 54539 w 100199"/>
              <a:gd name="connsiteY8" fmla="*/ 99459 h 100252"/>
              <a:gd name="connsiteX9" fmla="*/ 58820 w 100199"/>
              <a:gd name="connsiteY9" fmla="*/ 98507 h 100252"/>
              <a:gd name="connsiteX10" fmla="*/ 100200 w 100199"/>
              <a:gd name="connsiteY10" fmla="*/ 50126 h 100252"/>
              <a:gd name="connsiteX11" fmla="*/ 50100 w 100199"/>
              <a:gd name="connsiteY11" fmla="*/ 0 h 100252"/>
              <a:gd name="connsiteX12" fmla="*/ 28696 w 100199"/>
              <a:gd name="connsiteY12" fmla="*/ 5234 h 100252"/>
              <a:gd name="connsiteX13" fmla="*/ 25050 w 100199"/>
              <a:gd name="connsiteY13" fmla="*/ 7773 h 100252"/>
              <a:gd name="connsiteX14" fmla="*/ 11257 w 100199"/>
              <a:gd name="connsiteY14" fmla="*/ 19828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00199" h="100252">
                <a:moveTo>
                  <a:pt x="11257" y="19828"/>
                </a:moveTo>
                <a:cubicBezTo>
                  <a:pt x="10305" y="20939"/>
                  <a:pt x="9513" y="22208"/>
                  <a:pt x="8720" y="23477"/>
                </a:cubicBezTo>
                <a:cubicBezTo>
                  <a:pt x="3647" y="31250"/>
                  <a:pt x="0" y="40133"/>
                  <a:pt x="0" y="50126"/>
                </a:cubicBezTo>
                <a:cubicBezTo>
                  <a:pt x="0" y="76141"/>
                  <a:pt x="19977" y="96604"/>
                  <a:pt x="45185" y="99300"/>
                </a:cubicBezTo>
                <a:cubicBezTo>
                  <a:pt x="46612" y="99300"/>
                  <a:pt x="48039" y="100094"/>
                  <a:pt x="49466" y="100253"/>
                </a:cubicBezTo>
                <a:lnTo>
                  <a:pt x="49624" y="100253"/>
                </a:lnTo>
                <a:cubicBezTo>
                  <a:pt x="49624" y="100253"/>
                  <a:pt x="50100" y="100253"/>
                  <a:pt x="50100" y="100253"/>
                </a:cubicBezTo>
                <a:cubicBezTo>
                  <a:pt x="51527" y="100253"/>
                  <a:pt x="52637" y="99618"/>
                  <a:pt x="54063" y="99459"/>
                </a:cubicBezTo>
                <a:lnTo>
                  <a:pt x="54539" y="99459"/>
                </a:lnTo>
                <a:cubicBezTo>
                  <a:pt x="56125" y="99142"/>
                  <a:pt x="57393" y="98666"/>
                  <a:pt x="58820" y="98507"/>
                </a:cubicBezTo>
                <a:cubicBezTo>
                  <a:pt x="82126" y="94225"/>
                  <a:pt x="100200" y="74713"/>
                  <a:pt x="100200" y="50126"/>
                </a:cubicBezTo>
                <a:cubicBezTo>
                  <a:pt x="100200" y="22525"/>
                  <a:pt x="77845" y="0"/>
                  <a:pt x="50100" y="0"/>
                </a:cubicBezTo>
                <a:cubicBezTo>
                  <a:pt x="42331" y="0"/>
                  <a:pt x="35197" y="2062"/>
                  <a:pt x="28696" y="5234"/>
                </a:cubicBezTo>
                <a:cubicBezTo>
                  <a:pt x="27270" y="5869"/>
                  <a:pt x="26318" y="6980"/>
                  <a:pt x="25050" y="7773"/>
                </a:cubicBezTo>
                <a:cubicBezTo>
                  <a:pt x="19659" y="10945"/>
                  <a:pt x="15062" y="14911"/>
                  <a:pt x="11257" y="19828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37" name="Freeform 336">
            <a:extLst>
              <a:ext uri="{FF2B5EF4-FFF2-40B4-BE49-F238E27FC236}">
                <a16:creationId xmlns:a16="http://schemas.microsoft.com/office/drawing/2014/main" id="{8592BFEE-67FD-C6EC-7CFF-9DF4AEB548E6}"/>
              </a:ext>
            </a:extLst>
          </p:cNvPr>
          <p:cNvSpPr/>
          <p:nvPr/>
        </p:nvSpPr>
        <p:spPr>
          <a:xfrm>
            <a:off x="2815337" y="7040789"/>
            <a:ext cx="100040" cy="86333"/>
          </a:xfrm>
          <a:custGeom>
            <a:avLst/>
            <a:gdLst>
              <a:gd name="connsiteX0" fmla="*/ 36624 w 100040"/>
              <a:gd name="connsiteY0" fmla="*/ 2379 h 100252"/>
              <a:gd name="connsiteX1" fmla="*/ 32343 w 100040"/>
              <a:gd name="connsiteY1" fmla="*/ 3331 h 100252"/>
              <a:gd name="connsiteX2" fmla="*/ 0 w 100040"/>
              <a:gd name="connsiteY2" fmla="*/ 49809 h 100252"/>
              <a:gd name="connsiteX3" fmla="*/ 32660 w 100040"/>
              <a:gd name="connsiteY3" fmla="*/ 96445 h 100252"/>
              <a:gd name="connsiteX4" fmla="*/ 36941 w 100040"/>
              <a:gd name="connsiteY4" fmla="*/ 97397 h 100252"/>
              <a:gd name="connsiteX5" fmla="*/ 39160 w 100040"/>
              <a:gd name="connsiteY5" fmla="*/ 97873 h 100252"/>
              <a:gd name="connsiteX6" fmla="*/ 42648 w 100040"/>
              <a:gd name="connsiteY6" fmla="*/ 98666 h 100252"/>
              <a:gd name="connsiteX7" fmla="*/ 44075 w 100040"/>
              <a:gd name="connsiteY7" fmla="*/ 98983 h 100252"/>
              <a:gd name="connsiteX8" fmla="*/ 48356 w 100040"/>
              <a:gd name="connsiteY8" fmla="*/ 99935 h 100252"/>
              <a:gd name="connsiteX9" fmla="*/ 49941 w 100040"/>
              <a:gd name="connsiteY9" fmla="*/ 100253 h 100252"/>
              <a:gd name="connsiteX10" fmla="*/ 100041 w 100040"/>
              <a:gd name="connsiteY10" fmla="*/ 50126 h 100252"/>
              <a:gd name="connsiteX11" fmla="*/ 49941 w 100040"/>
              <a:gd name="connsiteY11" fmla="*/ 0 h 100252"/>
              <a:gd name="connsiteX12" fmla="*/ 45661 w 100040"/>
              <a:gd name="connsiteY12" fmla="*/ 952 h 100252"/>
              <a:gd name="connsiteX13" fmla="*/ 41380 w 100040"/>
              <a:gd name="connsiteY13" fmla="*/ 1903 h 100252"/>
              <a:gd name="connsiteX14" fmla="*/ 36465 w 100040"/>
              <a:gd name="connsiteY14" fmla="*/ 2855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00040" h="100252">
                <a:moveTo>
                  <a:pt x="36624" y="2379"/>
                </a:moveTo>
                <a:cubicBezTo>
                  <a:pt x="35197" y="2855"/>
                  <a:pt x="33611" y="2696"/>
                  <a:pt x="32343" y="3331"/>
                </a:cubicBezTo>
                <a:cubicBezTo>
                  <a:pt x="13476" y="10469"/>
                  <a:pt x="0" y="28553"/>
                  <a:pt x="0" y="49809"/>
                </a:cubicBezTo>
                <a:cubicBezTo>
                  <a:pt x="0" y="71065"/>
                  <a:pt x="13635" y="89307"/>
                  <a:pt x="32660" y="96445"/>
                </a:cubicBezTo>
                <a:cubicBezTo>
                  <a:pt x="34087" y="96921"/>
                  <a:pt x="35514" y="96921"/>
                  <a:pt x="36941" y="97397"/>
                </a:cubicBezTo>
                <a:cubicBezTo>
                  <a:pt x="37733" y="97556"/>
                  <a:pt x="38368" y="97714"/>
                  <a:pt x="39160" y="97873"/>
                </a:cubicBezTo>
                <a:cubicBezTo>
                  <a:pt x="40270" y="98190"/>
                  <a:pt x="41539" y="98349"/>
                  <a:pt x="42648" y="98666"/>
                </a:cubicBezTo>
                <a:cubicBezTo>
                  <a:pt x="43124" y="98666"/>
                  <a:pt x="43599" y="98983"/>
                  <a:pt x="44075" y="98983"/>
                </a:cubicBezTo>
                <a:cubicBezTo>
                  <a:pt x="45502" y="99142"/>
                  <a:pt x="46929" y="99777"/>
                  <a:pt x="48356" y="99935"/>
                </a:cubicBezTo>
                <a:cubicBezTo>
                  <a:pt x="48990" y="99935"/>
                  <a:pt x="49466" y="100253"/>
                  <a:pt x="49941" y="100253"/>
                </a:cubicBezTo>
                <a:cubicBezTo>
                  <a:pt x="77686" y="100253"/>
                  <a:pt x="100041" y="77727"/>
                  <a:pt x="100041" y="50126"/>
                </a:cubicBezTo>
                <a:cubicBezTo>
                  <a:pt x="100041" y="22525"/>
                  <a:pt x="77686" y="0"/>
                  <a:pt x="49941" y="0"/>
                </a:cubicBezTo>
                <a:cubicBezTo>
                  <a:pt x="48356" y="0"/>
                  <a:pt x="47087" y="793"/>
                  <a:pt x="45661" y="952"/>
                </a:cubicBezTo>
                <a:cubicBezTo>
                  <a:pt x="44075" y="1111"/>
                  <a:pt x="42807" y="1586"/>
                  <a:pt x="41380" y="1903"/>
                </a:cubicBezTo>
                <a:cubicBezTo>
                  <a:pt x="39795" y="2221"/>
                  <a:pt x="38051" y="2379"/>
                  <a:pt x="36465" y="2855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38" name="Freeform 337">
            <a:extLst>
              <a:ext uri="{FF2B5EF4-FFF2-40B4-BE49-F238E27FC236}">
                <a16:creationId xmlns:a16="http://schemas.microsoft.com/office/drawing/2014/main" id="{3198F166-F4AA-A68D-EBAE-1BC5039FE243}"/>
              </a:ext>
            </a:extLst>
          </p:cNvPr>
          <p:cNvSpPr/>
          <p:nvPr/>
        </p:nvSpPr>
        <p:spPr>
          <a:xfrm>
            <a:off x="2141052" y="5017816"/>
            <a:ext cx="100199" cy="86333"/>
          </a:xfrm>
          <a:custGeom>
            <a:avLst/>
            <a:gdLst>
              <a:gd name="connsiteX0" fmla="*/ 14586 w 100199"/>
              <a:gd name="connsiteY0" fmla="*/ 15228 h 100252"/>
              <a:gd name="connsiteX1" fmla="*/ 12208 w 100199"/>
              <a:gd name="connsiteY1" fmla="*/ 18718 h 100252"/>
              <a:gd name="connsiteX2" fmla="*/ 9671 w 100199"/>
              <a:gd name="connsiteY2" fmla="*/ 22366 h 100252"/>
              <a:gd name="connsiteX3" fmla="*/ 3488 w 100199"/>
              <a:gd name="connsiteY3" fmla="*/ 33470 h 100252"/>
              <a:gd name="connsiteX4" fmla="*/ 2537 w 100199"/>
              <a:gd name="connsiteY4" fmla="*/ 37912 h 100252"/>
              <a:gd name="connsiteX5" fmla="*/ 0 w 100199"/>
              <a:gd name="connsiteY5" fmla="*/ 50126 h 100252"/>
              <a:gd name="connsiteX6" fmla="*/ 50100 w 100199"/>
              <a:gd name="connsiteY6" fmla="*/ 100253 h 100252"/>
              <a:gd name="connsiteX7" fmla="*/ 63576 w 100199"/>
              <a:gd name="connsiteY7" fmla="*/ 97556 h 100252"/>
              <a:gd name="connsiteX8" fmla="*/ 67857 w 100199"/>
              <a:gd name="connsiteY8" fmla="*/ 96604 h 100252"/>
              <a:gd name="connsiteX9" fmla="*/ 71503 w 100199"/>
              <a:gd name="connsiteY9" fmla="*/ 95018 h 100252"/>
              <a:gd name="connsiteX10" fmla="*/ 75308 w 100199"/>
              <a:gd name="connsiteY10" fmla="*/ 92479 h 100252"/>
              <a:gd name="connsiteX11" fmla="*/ 100200 w 100199"/>
              <a:gd name="connsiteY11" fmla="*/ 50126 h 100252"/>
              <a:gd name="connsiteX12" fmla="*/ 50100 w 100199"/>
              <a:gd name="connsiteY12" fmla="*/ 0 h 100252"/>
              <a:gd name="connsiteX13" fmla="*/ 17757 w 100199"/>
              <a:gd name="connsiteY13" fmla="*/ 12690 h 100252"/>
              <a:gd name="connsiteX14" fmla="*/ 14269 w 100199"/>
              <a:gd name="connsiteY14" fmla="*/ 15387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00199" h="100252">
                <a:moveTo>
                  <a:pt x="14586" y="15228"/>
                </a:moveTo>
                <a:cubicBezTo>
                  <a:pt x="13635" y="16180"/>
                  <a:pt x="13159" y="17607"/>
                  <a:pt x="12208" y="18718"/>
                </a:cubicBezTo>
                <a:cubicBezTo>
                  <a:pt x="11257" y="19828"/>
                  <a:pt x="10622" y="21097"/>
                  <a:pt x="9671" y="22366"/>
                </a:cubicBezTo>
                <a:cubicBezTo>
                  <a:pt x="7293" y="25856"/>
                  <a:pt x="4915" y="29346"/>
                  <a:pt x="3488" y="33470"/>
                </a:cubicBezTo>
                <a:cubicBezTo>
                  <a:pt x="3012" y="34898"/>
                  <a:pt x="3012" y="36484"/>
                  <a:pt x="2537" y="37912"/>
                </a:cubicBezTo>
                <a:cubicBezTo>
                  <a:pt x="1427" y="41877"/>
                  <a:pt x="0" y="45843"/>
                  <a:pt x="0" y="50126"/>
                </a:cubicBezTo>
                <a:cubicBezTo>
                  <a:pt x="0" y="77886"/>
                  <a:pt x="22513" y="100253"/>
                  <a:pt x="50100" y="100253"/>
                </a:cubicBezTo>
                <a:cubicBezTo>
                  <a:pt x="54856" y="100253"/>
                  <a:pt x="59295" y="98824"/>
                  <a:pt x="63576" y="97556"/>
                </a:cubicBezTo>
                <a:cubicBezTo>
                  <a:pt x="65003" y="97080"/>
                  <a:pt x="66588" y="97239"/>
                  <a:pt x="67857" y="96604"/>
                </a:cubicBezTo>
                <a:cubicBezTo>
                  <a:pt x="69125" y="96128"/>
                  <a:pt x="70235" y="95493"/>
                  <a:pt x="71503" y="95018"/>
                </a:cubicBezTo>
                <a:cubicBezTo>
                  <a:pt x="72930" y="94383"/>
                  <a:pt x="73881" y="93273"/>
                  <a:pt x="75308" y="92479"/>
                </a:cubicBezTo>
                <a:cubicBezTo>
                  <a:pt x="89894" y="83755"/>
                  <a:pt x="100200" y="68368"/>
                  <a:pt x="100200" y="50126"/>
                </a:cubicBezTo>
                <a:cubicBezTo>
                  <a:pt x="100200" y="22525"/>
                  <a:pt x="77686" y="0"/>
                  <a:pt x="50100" y="0"/>
                </a:cubicBezTo>
                <a:cubicBezTo>
                  <a:pt x="37575" y="0"/>
                  <a:pt x="26477" y="5076"/>
                  <a:pt x="17757" y="12690"/>
                </a:cubicBezTo>
                <a:cubicBezTo>
                  <a:pt x="16647" y="13642"/>
                  <a:pt x="15220" y="14276"/>
                  <a:pt x="14269" y="15387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39" name="Freeform 338">
            <a:extLst>
              <a:ext uri="{FF2B5EF4-FFF2-40B4-BE49-F238E27FC236}">
                <a16:creationId xmlns:a16="http://schemas.microsoft.com/office/drawing/2014/main" id="{0837A50D-F0A6-8F58-301C-3273E412EDDC}"/>
              </a:ext>
            </a:extLst>
          </p:cNvPr>
          <p:cNvSpPr/>
          <p:nvPr/>
        </p:nvSpPr>
        <p:spPr>
          <a:xfrm>
            <a:off x="995892" y="3804478"/>
            <a:ext cx="100358" cy="86196"/>
          </a:xfrm>
          <a:custGeom>
            <a:avLst/>
            <a:gdLst>
              <a:gd name="connsiteX0" fmla="*/ 11257 w 100358"/>
              <a:gd name="connsiteY0" fmla="*/ 19353 h 100093"/>
              <a:gd name="connsiteX1" fmla="*/ 8720 w 100358"/>
              <a:gd name="connsiteY1" fmla="*/ 23001 h 100093"/>
              <a:gd name="connsiteX2" fmla="*/ 5708 w 100358"/>
              <a:gd name="connsiteY2" fmla="*/ 27442 h 100093"/>
              <a:gd name="connsiteX3" fmla="*/ 3646 w 100358"/>
              <a:gd name="connsiteY3" fmla="*/ 31408 h 100093"/>
              <a:gd name="connsiteX4" fmla="*/ 3646 w 100358"/>
              <a:gd name="connsiteY4" fmla="*/ 31884 h 100093"/>
              <a:gd name="connsiteX5" fmla="*/ 0 w 100358"/>
              <a:gd name="connsiteY5" fmla="*/ 49809 h 100093"/>
              <a:gd name="connsiteX6" fmla="*/ 13476 w 100358"/>
              <a:gd name="connsiteY6" fmla="*/ 83438 h 100093"/>
              <a:gd name="connsiteX7" fmla="*/ 16647 w 100358"/>
              <a:gd name="connsiteY7" fmla="*/ 86452 h 100093"/>
              <a:gd name="connsiteX8" fmla="*/ 24733 w 100358"/>
              <a:gd name="connsiteY8" fmla="*/ 92004 h 100093"/>
              <a:gd name="connsiteX9" fmla="*/ 28379 w 100358"/>
              <a:gd name="connsiteY9" fmla="*/ 94542 h 100093"/>
              <a:gd name="connsiteX10" fmla="*/ 50258 w 100358"/>
              <a:gd name="connsiteY10" fmla="*/ 100094 h 100093"/>
              <a:gd name="connsiteX11" fmla="*/ 82601 w 100358"/>
              <a:gd name="connsiteY11" fmla="*/ 87562 h 100093"/>
              <a:gd name="connsiteX12" fmla="*/ 86089 w 100358"/>
              <a:gd name="connsiteY12" fmla="*/ 84866 h 100093"/>
              <a:gd name="connsiteX13" fmla="*/ 100358 w 100358"/>
              <a:gd name="connsiteY13" fmla="*/ 50126 h 100093"/>
              <a:gd name="connsiteX14" fmla="*/ 50258 w 100358"/>
              <a:gd name="connsiteY14" fmla="*/ 0 h 100093"/>
              <a:gd name="connsiteX15" fmla="*/ 31867 w 100358"/>
              <a:gd name="connsiteY15" fmla="*/ 3648 h 100093"/>
              <a:gd name="connsiteX16" fmla="*/ 27904 w 100358"/>
              <a:gd name="connsiteY16" fmla="*/ 5711 h 100093"/>
              <a:gd name="connsiteX17" fmla="*/ 11415 w 100358"/>
              <a:gd name="connsiteY17" fmla="*/ 19670 h 1000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00358" h="100093">
                <a:moveTo>
                  <a:pt x="11257" y="19353"/>
                </a:moveTo>
                <a:cubicBezTo>
                  <a:pt x="10305" y="20463"/>
                  <a:pt x="9513" y="21732"/>
                  <a:pt x="8720" y="23001"/>
                </a:cubicBezTo>
                <a:cubicBezTo>
                  <a:pt x="7769" y="24587"/>
                  <a:pt x="6500" y="25856"/>
                  <a:pt x="5708" y="27442"/>
                </a:cubicBezTo>
                <a:cubicBezTo>
                  <a:pt x="5073" y="28870"/>
                  <a:pt x="4122" y="29981"/>
                  <a:pt x="3646" y="31408"/>
                </a:cubicBezTo>
                <a:cubicBezTo>
                  <a:pt x="3646" y="31567"/>
                  <a:pt x="3646" y="31884"/>
                  <a:pt x="3646" y="31884"/>
                </a:cubicBezTo>
                <a:cubicBezTo>
                  <a:pt x="1427" y="37595"/>
                  <a:pt x="0" y="43464"/>
                  <a:pt x="0" y="49809"/>
                </a:cubicBezTo>
                <a:cubicBezTo>
                  <a:pt x="0" y="62816"/>
                  <a:pt x="5232" y="74555"/>
                  <a:pt x="13476" y="83438"/>
                </a:cubicBezTo>
                <a:cubicBezTo>
                  <a:pt x="14427" y="84548"/>
                  <a:pt x="15537" y="85500"/>
                  <a:pt x="16647" y="86452"/>
                </a:cubicBezTo>
                <a:cubicBezTo>
                  <a:pt x="19025" y="88673"/>
                  <a:pt x="21879" y="90259"/>
                  <a:pt x="24733" y="92004"/>
                </a:cubicBezTo>
                <a:cubicBezTo>
                  <a:pt x="26001" y="92797"/>
                  <a:pt x="27111" y="93907"/>
                  <a:pt x="28379" y="94542"/>
                </a:cubicBezTo>
                <a:cubicBezTo>
                  <a:pt x="35038" y="97873"/>
                  <a:pt x="42331" y="100094"/>
                  <a:pt x="50258" y="100094"/>
                </a:cubicBezTo>
                <a:cubicBezTo>
                  <a:pt x="62783" y="100094"/>
                  <a:pt x="73881" y="95018"/>
                  <a:pt x="82601" y="87562"/>
                </a:cubicBezTo>
                <a:cubicBezTo>
                  <a:pt x="83711" y="86611"/>
                  <a:pt x="85138" y="85976"/>
                  <a:pt x="86089" y="84866"/>
                </a:cubicBezTo>
                <a:cubicBezTo>
                  <a:pt x="94809" y="75824"/>
                  <a:pt x="100358" y="63609"/>
                  <a:pt x="100358" y="50126"/>
                </a:cubicBezTo>
                <a:cubicBezTo>
                  <a:pt x="100358" y="22366"/>
                  <a:pt x="77845" y="0"/>
                  <a:pt x="50258" y="0"/>
                </a:cubicBezTo>
                <a:cubicBezTo>
                  <a:pt x="43758" y="0"/>
                  <a:pt x="37575" y="1428"/>
                  <a:pt x="31867" y="3648"/>
                </a:cubicBezTo>
                <a:cubicBezTo>
                  <a:pt x="30440" y="4283"/>
                  <a:pt x="29331" y="5076"/>
                  <a:pt x="27904" y="5711"/>
                </a:cubicBezTo>
                <a:cubicBezTo>
                  <a:pt x="21245" y="9042"/>
                  <a:pt x="15854" y="13800"/>
                  <a:pt x="11415" y="1967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40" name="Freeform 339">
            <a:extLst>
              <a:ext uri="{FF2B5EF4-FFF2-40B4-BE49-F238E27FC236}">
                <a16:creationId xmlns:a16="http://schemas.microsoft.com/office/drawing/2014/main" id="{2BBE1F71-99B8-A7EC-5133-8E92C9C71C36}"/>
              </a:ext>
            </a:extLst>
          </p:cNvPr>
          <p:cNvSpPr/>
          <p:nvPr/>
        </p:nvSpPr>
        <p:spPr>
          <a:xfrm>
            <a:off x="793590" y="4006251"/>
            <a:ext cx="100358" cy="86470"/>
          </a:xfrm>
          <a:custGeom>
            <a:avLst/>
            <a:gdLst>
              <a:gd name="connsiteX0" fmla="*/ 19977 w 100358"/>
              <a:gd name="connsiteY0" fmla="*/ 11104 h 100411"/>
              <a:gd name="connsiteX1" fmla="*/ 16330 w 100358"/>
              <a:gd name="connsiteY1" fmla="*/ 13642 h 100411"/>
              <a:gd name="connsiteX2" fmla="*/ 11098 w 100358"/>
              <a:gd name="connsiteY2" fmla="*/ 19987 h 100411"/>
              <a:gd name="connsiteX3" fmla="*/ 8720 w 100358"/>
              <a:gd name="connsiteY3" fmla="*/ 23636 h 100411"/>
              <a:gd name="connsiteX4" fmla="*/ 6500 w 100358"/>
              <a:gd name="connsiteY4" fmla="*/ 26967 h 100411"/>
              <a:gd name="connsiteX5" fmla="*/ 2537 w 100358"/>
              <a:gd name="connsiteY5" fmla="*/ 37753 h 100411"/>
              <a:gd name="connsiteX6" fmla="*/ 1744 w 100358"/>
              <a:gd name="connsiteY6" fmla="*/ 42036 h 100411"/>
              <a:gd name="connsiteX7" fmla="*/ 0 w 100358"/>
              <a:gd name="connsiteY7" fmla="*/ 50285 h 100411"/>
              <a:gd name="connsiteX8" fmla="*/ 30440 w 100358"/>
              <a:gd name="connsiteY8" fmla="*/ 96445 h 100411"/>
              <a:gd name="connsiteX9" fmla="*/ 34880 w 100358"/>
              <a:gd name="connsiteY9" fmla="*/ 97397 h 100411"/>
              <a:gd name="connsiteX10" fmla="*/ 50100 w 100358"/>
              <a:gd name="connsiteY10" fmla="*/ 100411 h 100411"/>
              <a:gd name="connsiteX11" fmla="*/ 88309 w 100358"/>
              <a:gd name="connsiteY11" fmla="*/ 81693 h 100411"/>
              <a:gd name="connsiteX12" fmla="*/ 90846 w 100358"/>
              <a:gd name="connsiteY12" fmla="*/ 78045 h 100411"/>
              <a:gd name="connsiteX13" fmla="*/ 100358 w 100358"/>
              <a:gd name="connsiteY13" fmla="*/ 50285 h 100411"/>
              <a:gd name="connsiteX14" fmla="*/ 86882 w 100358"/>
              <a:gd name="connsiteY14" fmla="*/ 16656 h 100411"/>
              <a:gd name="connsiteX15" fmla="*/ 83870 w 100358"/>
              <a:gd name="connsiteY15" fmla="*/ 13483 h 100411"/>
              <a:gd name="connsiteX16" fmla="*/ 50258 w 100358"/>
              <a:gd name="connsiteY16" fmla="*/ 0 h 100411"/>
              <a:gd name="connsiteX17" fmla="*/ 37733 w 100358"/>
              <a:gd name="connsiteY17" fmla="*/ 2538 h 100411"/>
              <a:gd name="connsiteX18" fmla="*/ 33294 w 100358"/>
              <a:gd name="connsiteY18" fmla="*/ 3490 h 100411"/>
              <a:gd name="connsiteX19" fmla="*/ 20135 w 100358"/>
              <a:gd name="connsiteY19" fmla="*/ 11262 h 1004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00358" h="100411">
                <a:moveTo>
                  <a:pt x="19977" y="11104"/>
                </a:moveTo>
                <a:cubicBezTo>
                  <a:pt x="18867" y="12056"/>
                  <a:pt x="17440" y="12531"/>
                  <a:pt x="16330" y="13642"/>
                </a:cubicBezTo>
                <a:cubicBezTo>
                  <a:pt x="14269" y="15545"/>
                  <a:pt x="12842" y="17766"/>
                  <a:pt x="11098" y="19987"/>
                </a:cubicBezTo>
                <a:cubicBezTo>
                  <a:pt x="10147" y="21097"/>
                  <a:pt x="9513" y="22366"/>
                  <a:pt x="8720" y="23636"/>
                </a:cubicBezTo>
                <a:cubicBezTo>
                  <a:pt x="7927" y="24746"/>
                  <a:pt x="7134" y="25698"/>
                  <a:pt x="6500" y="26967"/>
                </a:cubicBezTo>
                <a:cubicBezTo>
                  <a:pt x="4598" y="30456"/>
                  <a:pt x="3488" y="33946"/>
                  <a:pt x="2537" y="37753"/>
                </a:cubicBezTo>
                <a:cubicBezTo>
                  <a:pt x="2220" y="39181"/>
                  <a:pt x="1903" y="40609"/>
                  <a:pt x="1744" y="42036"/>
                </a:cubicBezTo>
                <a:cubicBezTo>
                  <a:pt x="1268" y="44892"/>
                  <a:pt x="0" y="47430"/>
                  <a:pt x="0" y="50285"/>
                </a:cubicBezTo>
                <a:cubicBezTo>
                  <a:pt x="0" y="71065"/>
                  <a:pt x="12525" y="88831"/>
                  <a:pt x="30440" y="96445"/>
                </a:cubicBezTo>
                <a:cubicBezTo>
                  <a:pt x="31709" y="97080"/>
                  <a:pt x="33453" y="96921"/>
                  <a:pt x="34880" y="97397"/>
                </a:cubicBezTo>
                <a:cubicBezTo>
                  <a:pt x="39794" y="98983"/>
                  <a:pt x="44709" y="100411"/>
                  <a:pt x="50100" y="100411"/>
                </a:cubicBezTo>
                <a:cubicBezTo>
                  <a:pt x="65637" y="100411"/>
                  <a:pt x="79113" y="92797"/>
                  <a:pt x="88309" y="81693"/>
                </a:cubicBezTo>
                <a:cubicBezTo>
                  <a:pt x="89260" y="80583"/>
                  <a:pt x="89894" y="79314"/>
                  <a:pt x="90846" y="78045"/>
                </a:cubicBezTo>
                <a:cubicBezTo>
                  <a:pt x="96395" y="69955"/>
                  <a:pt x="100358" y="60913"/>
                  <a:pt x="100358" y="50285"/>
                </a:cubicBezTo>
                <a:cubicBezTo>
                  <a:pt x="100358" y="37277"/>
                  <a:pt x="95126" y="25539"/>
                  <a:pt x="86882" y="16656"/>
                </a:cubicBezTo>
                <a:cubicBezTo>
                  <a:pt x="85931" y="15545"/>
                  <a:pt x="84821" y="14594"/>
                  <a:pt x="83870" y="13483"/>
                </a:cubicBezTo>
                <a:cubicBezTo>
                  <a:pt x="74991" y="5235"/>
                  <a:pt x="63259" y="0"/>
                  <a:pt x="50258" y="0"/>
                </a:cubicBezTo>
                <a:cubicBezTo>
                  <a:pt x="45819" y="0"/>
                  <a:pt x="41856" y="1428"/>
                  <a:pt x="37733" y="2538"/>
                </a:cubicBezTo>
                <a:cubicBezTo>
                  <a:pt x="36306" y="3014"/>
                  <a:pt x="34721" y="3014"/>
                  <a:pt x="33294" y="3490"/>
                </a:cubicBezTo>
                <a:cubicBezTo>
                  <a:pt x="28379" y="5235"/>
                  <a:pt x="24099" y="8090"/>
                  <a:pt x="20135" y="1126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41" name="Freeform 340">
            <a:extLst>
              <a:ext uri="{FF2B5EF4-FFF2-40B4-BE49-F238E27FC236}">
                <a16:creationId xmlns:a16="http://schemas.microsoft.com/office/drawing/2014/main" id="{439139B8-F9FF-D645-3A4C-D65B1C472F44}"/>
              </a:ext>
            </a:extLst>
          </p:cNvPr>
          <p:cNvSpPr/>
          <p:nvPr/>
        </p:nvSpPr>
        <p:spPr>
          <a:xfrm>
            <a:off x="591447" y="4545425"/>
            <a:ext cx="100358" cy="86606"/>
          </a:xfrm>
          <a:custGeom>
            <a:avLst/>
            <a:gdLst>
              <a:gd name="connsiteX0" fmla="*/ 96870 w 100358"/>
              <a:gd name="connsiteY0" fmla="*/ 66941 h 100569"/>
              <a:gd name="connsiteX1" fmla="*/ 97821 w 100358"/>
              <a:gd name="connsiteY1" fmla="*/ 62499 h 100569"/>
              <a:gd name="connsiteX2" fmla="*/ 100358 w 100358"/>
              <a:gd name="connsiteY2" fmla="*/ 50285 h 100569"/>
              <a:gd name="connsiteX3" fmla="*/ 75784 w 100358"/>
              <a:gd name="connsiteY3" fmla="*/ 8090 h 100569"/>
              <a:gd name="connsiteX4" fmla="*/ 72137 w 100358"/>
              <a:gd name="connsiteY4" fmla="*/ 5552 h 100569"/>
              <a:gd name="connsiteX5" fmla="*/ 69918 w 100358"/>
              <a:gd name="connsiteY5" fmla="*/ 4124 h 100569"/>
              <a:gd name="connsiteX6" fmla="*/ 65479 w 100358"/>
              <a:gd name="connsiteY6" fmla="*/ 3172 h 100569"/>
              <a:gd name="connsiteX7" fmla="*/ 50258 w 100358"/>
              <a:gd name="connsiteY7" fmla="*/ 0 h 100569"/>
              <a:gd name="connsiteX8" fmla="*/ 34721 w 100358"/>
              <a:gd name="connsiteY8" fmla="*/ 3172 h 100569"/>
              <a:gd name="connsiteX9" fmla="*/ 30440 w 100358"/>
              <a:gd name="connsiteY9" fmla="*/ 4283 h 100569"/>
              <a:gd name="connsiteX10" fmla="*/ 23940 w 100358"/>
              <a:gd name="connsiteY10" fmla="*/ 8724 h 100569"/>
              <a:gd name="connsiteX11" fmla="*/ 20294 w 100358"/>
              <a:gd name="connsiteY11" fmla="*/ 11262 h 100569"/>
              <a:gd name="connsiteX12" fmla="*/ 16647 w 100358"/>
              <a:gd name="connsiteY12" fmla="*/ 13642 h 100569"/>
              <a:gd name="connsiteX13" fmla="*/ 13635 w 100358"/>
              <a:gd name="connsiteY13" fmla="*/ 16814 h 100569"/>
              <a:gd name="connsiteX14" fmla="*/ 6500 w 100358"/>
              <a:gd name="connsiteY14" fmla="*/ 27284 h 100569"/>
              <a:gd name="connsiteX15" fmla="*/ 3964 w 100358"/>
              <a:gd name="connsiteY15" fmla="*/ 31091 h 100569"/>
              <a:gd name="connsiteX16" fmla="*/ 0 w 100358"/>
              <a:gd name="connsiteY16" fmla="*/ 50443 h 100569"/>
              <a:gd name="connsiteX17" fmla="*/ 1903 w 100358"/>
              <a:gd name="connsiteY17" fmla="*/ 59485 h 100569"/>
              <a:gd name="connsiteX18" fmla="*/ 2854 w 100358"/>
              <a:gd name="connsiteY18" fmla="*/ 63768 h 100569"/>
              <a:gd name="connsiteX19" fmla="*/ 27745 w 100358"/>
              <a:gd name="connsiteY19" fmla="*/ 94542 h 100569"/>
              <a:gd name="connsiteX20" fmla="*/ 31550 w 100358"/>
              <a:gd name="connsiteY20" fmla="*/ 96763 h 100569"/>
              <a:gd name="connsiteX21" fmla="*/ 50100 w 100358"/>
              <a:gd name="connsiteY21" fmla="*/ 100570 h 100569"/>
              <a:gd name="connsiteX22" fmla="*/ 88943 w 100358"/>
              <a:gd name="connsiteY22" fmla="*/ 80741 h 100569"/>
              <a:gd name="connsiteX23" fmla="*/ 91480 w 100358"/>
              <a:gd name="connsiteY23" fmla="*/ 77093 h 100569"/>
              <a:gd name="connsiteX24" fmla="*/ 96870 w 100358"/>
              <a:gd name="connsiteY24" fmla="*/ 66941 h 1005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100358" h="100569">
                <a:moveTo>
                  <a:pt x="96870" y="66941"/>
                </a:moveTo>
                <a:cubicBezTo>
                  <a:pt x="97346" y="65513"/>
                  <a:pt x="97346" y="63927"/>
                  <a:pt x="97821" y="62499"/>
                </a:cubicBezTo>
                <a:cubicBezTo>
                  <a:pt x="98931" y="58533"/>
                  <a:pt x="100358" y="54726"/>
                  <a:pt x="100358" y="50285"/>
                </a:cubicBezTo>
                <a:cubicBezTo>
                  <a:pt x="100358" y="32201"/>
                  <a:pt x="90211" y="16973"/>
                  <a:pt x="75784" y="8090"/>
                </a:cubicBezTo>
                <a:cubicBezTo>
                  <a:pt x="74515" y="7297"/>
                  <a:pt x="73406" y="6186"/>
                  <a:pt x="72137" y="5552"/>
                </a:cubicBezTo>
                <a:cubicBezTo>
                  <a:pt x="71345" y="5076"/>
                  <a:pt x="70710" y="4442"/>
                  <a:pt x="69918" y="4124"/>
                </a:cubicBezTo>
                <a:cubicBezTo>
                  <a:pt x="68491" y="3490"/>
                  <a:pt x="66905" y="3648"/>
                  <a:pt x="65479" y="3172"/>
                </a:cubicBezTo>
                <a:cubicBezTo>
                  <a:pt x="60564" y="1586"/>
                  <a:pt x="55649" y="0"/>
                  <a:pt x="50258" y="0"/>
                </a:cubicBezTo>
                <a:cubicBezTo>
                  <a:pt x="44868" y="0"/>
                  <a:pt x="39636" y="1586"/>
                  <a:pt x="34721" y="3172"/>
                </a:cubicBezTo>
                <a:cubicBezTo>
                  <a:pt x="33294" y="3648"/>
                  <a:pt x="31709" y="3648"/>
                  <a:pt x="30440" y="4283"/>
                </a:cubicBezTo>
                <a:cubicBezTo>
                  <a:pt x="27904" y="5393"/>
                  <a:pt x="26160" y="7297"/>
                  <a:pt x="23940" y="8724"/>
                </a:cubicBezTo>
                <a:cubicBezTo>
                  <a:pt x="22672" y="9518"/>
                  <a:pt x="21403" y="10311"/>
                  <a:pt x="20294" y="11262"/>
                </a:cubicBezTo>
                <a:cubicBezTo>
                  <a:pt x="19184" y="12214"/>
                  <a:pt x="17757" y="12690"/>
                  <a:pt x="16647" y="13642"/>
                </a:cubicBezTo>
                <a:cubicBezTo>
                  <a:pt x="15537" y="14593"/>
                  <a:pt x="14586" y="15704"/>
                  <a:pt x="13635" y="16814"/>
                </a:cubicBezTo>
                <a:cubicBezTo>
                  <a:pt x="10781" y="19987"/>
                  <a:pt x="8561" y="23635"/>
                  <a:pt x="6500" y="27284"/>
                </a:cubicBezTo>
                <a:cubicBezTo>
                  <a:pt x="5708" y="28711"/>
                  <a:pt x="4598" y="29663"/>
                  <a:pt x="3964" y="31091"/>
                </a:cubicBezTo>
                <a:cubicBezTo>
                  <a:pt x="1427" y="37119"/>
                  <a:pt x="0" y="43622"/>
                  <a:pt x="0" y="50443"/>
                </a:cubicBezTo>
                <a:cubicBezTo>
                  <a:pt x="0" y="53774"/>
                  <a:pt x="1268" y="56471"/>
                  <a:pt x="1903" y="59485"/>
                </a:cubicBezTo>
                <a:cubicBezTo>
                  <a:pt x="2220" y="60913"/>
                  <a:pt x="2378" y="62340"/>
                  <a:pt x="2854" y="63768"/>
                </a:cubicBezTo>
                <a:cubicBezTo>
                  <a:pt x="6659" y="77251"/>
                  <a:pt x="15537" y="88355"/>
                  <a:pt x="27745" y="94542"/>
                </a:cubicBezTo>
                <a:cubicBezTo>
                  <a:pt x="29014" y="95176"/>
                  <a:pt x="30123" y="96128"/>
                  <a:pt x="31550" y="96763"/>
                </a:cubicBezTo>
                <a:cubicBezTo>
                  <a:pt x="37258" y="99142"/>
                  <a:pt x="43599" y="100570"/>
                  <a:pt x="50100" y="100570"/>
                </a:cubicBezTo>
                <a:cubicBezTo>
                  <a:pt x="66113" y="100570"/>
                  <a:pt x="79747" y="92479"/>
                  <a:pt x="88943" y="80741"/>
                </a:cubicBezTo>
                <a:cubicBezTo>
                  <a:pt x="89894" y="79472"/>
                  <a:pt x="90687" y="78362"/>
                  <a:pt x="91480" y="77093"/>
                </a:cubicBezTo>
                <a:cubicBezTo>
                  <a:pt x="93541" y="73762"/>
                  <a:pt x="95602" y="70589"/>
                  <a:pt x="96870" y="66941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42" name="Freeform 341">
            <a:extLst>
              <a:ext uri="{FF2B5EF4-FFF2-40B4-BE49-F238E27FC236}">
                <a16:creationId xmlns:a16="http://schemas.microsoft.com/office/drawing/2014/main" id="{48EEBAF3-EE29-6F2C-343D-300383825173}"/>
              </a:ext>
            </a:extLst>
          </p:cNvPr>
          <p:cNvSpPr/>
          <p:nvPr/>
        </p:nvSpPr>
        <p:spPr>
          <a:xfrm>
            <a:off x="52399" y="3129676"/>
            <a:ext cx="100358" cy="86333"/>
          </a:xfrm>
          <a:custGeom>
            <a:avLst/>
            <a:gdLst>
              <a:gd name="connsiteX0" fmla="*/ 80223 w 100358"/>
              <a:gd name="connsiteY0" fmla="*/ 89307 h 100252"/>
              <a:gd name="connsiteX1" fmla="*/ 83870 w 100358"/>
              <a:gd name="connsiteY1" fmla="*/ 86769 h 100252"/>
              <a:gd name="connsiteX2" fmla="*/ 88943 w 100358"/>
              <a:gd name="connsiteY2" fmla="*/ 80582 h 100252"/>
              <a:gd name="connsiteX3" fmla="*/ 91480 w 100358"/>
              <a:gd name="connsiteY3" fmla="*/ 76934 h 100252"/>
              <a:gd name="connsiteX4" fmla="*/ 100358 w 100358"/>
              <a:gd name="connsiteY4" fmla="*/ 50126 h 100252"/>
              <a:gd name="connsiteX5" fmla="*/ 55015 w 100358"/>
              <a:gd name="connsiteY5" fmla="*/ 952 h 100252"/>
              <a:gd name="connsiteX6" fmla="*/ 50734 w 100358"/>
              <a:gd name="connsiteY6" fmla="*/ 0 h 100252"/>
              <a:gd name="connsiteX7" fmla="*/ 50258 w 100358"/>
              <a:gd name="connsiteY7" fmla="*/ 0 h 100252"/>
              <a:gd name="connsiteX8" fmla="*/ 13793 w 100358"/>
              <a:gd name="connsiteY8" fmla="*/ 16180 h 100252"/>
              <a:gd name="connsiteX9" fmla="*/ 13476 w 100358"/>
              <a:gd name="connsiteY9" fmla="*/ 16656 h 100252"/>
              <a:gd name="connsiteX10" fmla="*/ 10940 w 100358"/>
              <a:gd name="connsiteY10" fmla="*/ 20304 h 100252"/>
              <a:gd name="connsiteX11" fmla="*/ 2378 w 100358"/>
              <a:gd name="connsiteY11" fmla="*/ 38864 h 100252"/>
              <a:gd name="connsiteX12" fmla="*/ 1427 w 100358"/>
              <a:gd name="connsiteY12" fmla="*/ 43305 h 100252"/>
              <a:gd name="connsiteX13" fmla="*/ 0 w 100358"/>
              <a:gd name="connsiteY13" fmla="*/ 50126 h 100252"/>
              <a:gd name="connsiteX14" fmla="*/ 1268 w 100358"/>
              <a:gd name="connsiteY14" fmla="*/ 55995 h 100252"/>
              <a:gd name="connsiteX15" fmla="*/ 2220 w 100358"/>
              <a:gd name="connsiteY15" fmla="*/ 60278 h 100252"/>
              <a:gd name="connsiteX16" fmla="*/ 2537 w 100358"/>
              <a:gd name="connsiteY16" fmla="*/ 61547 h 100252"/>
              <a:gd name="connsiteX17" fmla="*/ 15379 w 100358"/>
              <a:gd name="connsiteY17" fmla="*/ 85817 h 100252"/>
              <a:gd name="connsiteX18" fmla="*/ 19025 w 100358"/>
              <a:gd name="connsiteY18" fmla="*/ 88355 h 100252"/>
              <a:gd name="connsiteX19" fmla="*/ 50258 w 100358"/>
              <a:gd name="connsiteY19" fmla="*/ 100252 h 100252"/>
              <a:gd name="connsiteX20" fmla="*/ 65796 w 100358"/>
              <a:gd name="connsiteY20" fmla="*/ 97080 h 100252"/>
              <a:gd name="connsiteX21" fmla="*/ 70076 w 100358"/>
              <a:gd name="connsiteY21" fmla="*/ 95969 h 100252"/>
              <a:gd name="connsiteX22" fmla="*/ 80382 w 100358"/>
              <a:gd name="connsiteY22" fmla="*/ 88990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100358" h="100252">
                <a:moveTo>
                  <a:pt x="80223" y="89307"/>
                </a:moveTo>
                <a:cubicBezTo>
                  <a:pt x="81333" y="88355"/>
                  <a:pt x="82760" y="87879"/>
                  <a:pt x="83870" y="86769"/>
                </a:cubicBezTo>
                <a:cubicBezTo>
                  <a:pt x="85931" y="84865"/>
                  <a:pt x="87199" y="82803"/>
                  <a:pt x="88943" y="80582"/>
                </a:cubicBezTo>
                <a:cubicBezTo>
                  <a:pt x="89894" y="79472"/>
                  <a:pt x="90687" y="78203"/>
                  <a:pt x="91480" y="76934"/>
                </a:cubicBezTo>
                <a:cubicBezTo>
                  <a:pt x="96553" y="69003"/>
                  <a:pt x="100358" y="60278"/>
                  <a:pt x="100358" y="50126"/>
                </a:cubicBezTo>
                <a:cubicBezTo>
                  <a:pt x="100358" y="24111"/>
                  <a:pt x="80382" y="3490"/>
                  <a:pt x="55015" y="952"/>
                </a:cubicBezTo>
                <a:cubicBezTo>
                  <a:pt x="53429" y="793"/>
                  <a:pt x="52161" y="0"/>
                  <a:pt x="50734" y="0"/>
                </a:cubicBezTo>
                <a:cubicBezTo>
                  <a:pt x="50734" y="0"/>
                  <a:pt x="50417" y="0"/>
                  <a:pt x="50258" y="0"/>
                </a:cubicBezTo>
                <a:cubicBezTo>
                  <a:pt x="35831" y="0"/>
                  <a:pt x="22989" y="6345"/>
                  <a:pt x="13793" y="16180"/>
                </a:cubicBezTo>
                <a:cubicBezTo>
                  <a:pt x="13793" y="16180"/>
                  <a:pt x="13793" y="16497"/>
                  <a:pt x="13476" y="16656"/>
                </a:cubicBezTo>
                <a:cubicBezTo>
                  <a:pt x="12525" y="17766"/>
                  <a:pt x="11891" y="19194"/>
                  <a:pt x="10940" y="20304"/>
                </a:cubicBezTo>
                <a:cubicBezTo>
                  <a:pt x="6817" y="25856"/>
                  <a:pt x="3964" y="32043"/>
                  <a:pt x="2378" y="38864"/>
                </a:cubicBezTo>
                <a:cubicBezTo>
                  <a:pt x="2061" y="40291"/>
                  <a:pt x="1744" y="41719"/>
                  <a:pt x="1427" y="43305"/>
                </a:cubicBezTo>
                <a:cubicBezTo>
                  <a:pt x="1110" y="45684"/>
                  <a:pt x="0" y="47747"/>
                  <a:pt x="0" y="50126"/>
                </a:cubicBezTo>
                <a:cubicBezTo>
                  <a:pt x="0" y="52188"/>
                  <a:pt x="951" y="54092"/>
                  <a:pt x="1268" y="55995"/>
                </a:cubicBezTo>
                <a:cubicBezTo>
                  <a:pt x="1427" y="57423"/>
                  <a:pt x="1903" y="58851"/>
                  <a:pt x="2220" y="60278"/>
                </a:cubicBezTo>
                <a:cubicBezTo>
                  <a:pt x="2220" y="60754"/>
                  <a:pt x="2378" y="61071"/>
                  <a:pt x="2537" y="61547"/>
                </a:cubicBezTo>
                <a:cubicBezTo>
                  <a:pt x="4756" y="70748"/>
                  <a:pt x="8720" y="79314"/>
                  <a:pt x="15379" y="85817"/>
                </a:cubicBezTo>
                <a:cubicBezTo>
                  <a:pt x="16489" y="86928"/>
                  <a:pt x="17915" y="87404"/>
                  <a:pt x="19025" y="88355"/>
                </a:cubicBezTo>
                <a:cubicBezTo>
                  <a:pt x="27745" y="95493"/>
                  <a:pt x="38368" y="100252"/>
                  <a:pt x="50258" y="100252"/>
                </a:cubicBezTo>
                <a:cubicBezTo>
                  <a:pt x="55807" y="100252"/>
                  <a:pt x="60881" y="98666"/>
                  <a:pt x="65796" y="97080"/>
                </a:cubicBezTo>
                <a:cubicBezTo>
                  <a:pt x="67222" y="96604"/>
                  <a:pt x="68808" y="96604"/>
                  <a:pt x="70076" y="95969"/>
                </a:cubicBezTo>
                <a:cubicBezTo>
                  <a:pt x="73881" y="94224"/>
                  <a:pt x="77052" y="91528"/>
                  <a:pt x="80382" y="8899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43" name="Freeform 342">
            <a:extLst>
              <a:ext uri="{FF2B5EF4-FFF2-40B4-BE49-F238E27FC236}">
                <a16:creationId xmlns:a16="http://schemas.microsoft.com/office/drawing/2014/main" id="{2F1C2313-C481-1385-937B-AFD482106E30}"/>
              </a:ext>
            </a:extLst>
          </p:cNvPr>
          <p:cNvSpPr/>
          <p:nvPr/>
        </p:nvSpPr>
        <p:spPr>
          <a:xfrm>
            <a:off x="119621" y="1848604"/>
            <a:ext cx="100358" cy="86196"/>
          </a:xfrm>
          <a:custGeom>
            <a:avLst/>
            <a:gdLst>
              <a:gd name="connsiteX0" fmla="*/ 78955 w 100358"/>
              <a:gd name="connsiteY0" fmla="*/ 10311 h 100093"/>
              <a:gd name="connsiteX1" fmla="*/ 75308 w 100358"/>
              <a:gd name="connsiteY1" fmla="*/ 7773 h 100093"/>
              <a:gd name="connsiteX2" fmla="*/ 50258 w 100358"/>
              <a:gd name="connsiteY2" fmla="*/ 0 h 100093"/>
              <a:gd name="connsiteX3" fmla="*/ 2854 w 100358"/>
              <a:gd name="connsiteY3" fmla="*/ 36326 h 100093"/>
              <a:gd name="connsiteX4" fmla="*/ 1903 w 100358"/>
              <a:gd name="connsiteY4" fmla="*/ 40609 h 100093"/>
              <a:gd name="connsiteX5" fmla="*/ 1427 w 100358"/>
              <a:gd name="connsiteY5" fmla="*/ 42829 h 100093"/>
              <a:gd name="connsiteX6" fmla="*/ 0 w 100358"/>
              <a:gd name="connsiteY6" fmla="*/ 49968 h 100093"/>
              <a:gd name="connsiteX7" fmla="*/ 476 w 100358"/>
              <a:gd name="connsiteY7" fmla="*/ 52506 h 100093"/>
              <a:gd name="connsiteX8" fmla="*/ 1427 w 100358"/>
              <a:gd name="connsiteY8" fmla="*/ 56789 h 100093"/>
              <a:gd name="connsiteX9" fmla="*/ 11732 w 100358"/>
              <a:gd name="connsiteY9" fmla="*/ 81059 h 100093"/>
              <a:gd name="connsiteX10" fmla="*/ 14269 w 100358"/>
              <a:gd name="connsiteY10" fmla="*/ 84866 h 100093"/>
              <a:gd name="connsiteX11" fmla="*/ 15220 w 100358"/>
              <a:gd name="connsiteY11" fmla="*/ 85817 h 100093"/>
              <a:gd name="connsiteX12" fmla="*/ 31550 w 100358"/>
              <a:gd name="connsiteY12" fmla="*/ 96287 h 100093"/>
              <a:gd name="connsiteX13" fmla="*/ 35989 w 100358"/>
              <a:gd name="connsiteY13" fmla="*/ 97239 h 100093"/>
              <a:gd name="connsiteX14" fmla="*/ 45343 w 100358"/>
              <a:gd name="connsiteY14" fmla="*/ 99142 h 100093"/>
              <a:gd name="connsiteX15" fmla="*/ 49783 w 100358"/>
              <a:gd name="connsiteY15" fmla="*/ 100094 h 100093"/>
              <a:gd name="connsiteX16" fmla="*/ 50258 w 100358"/>
              <a:gd name="connsiteY16" fmla="*/ 100094 h 100093"/>
              <a:gd name="connsiteX17" fmla="*/ 62783 w 100358"/>
              <a:gd name="connsiteY17" fmla="*/ 97556 h 100093"/>
              <a:gd name="connsiteX18" fmla="*/ 67222 w 100358"/>
              <a:gd name="connsiteY18" fmla="*/ 96604 h 100093"/>
              <a:gd name="connsiteX19" fmla="*/ 68649 w 100358"/>
              <a:gd name="connsiteY19" fmla="*/ 96287 h 100093"/>
              <a:gd name="connsiteX20" fmla="*/ 72613 w 100358"/>
              <a:gd name="connsiteY20" fmla="*/ 94225 h 100093"/>
              <a:gd name="connsiteX21" fmla="*/ 100358 w 100358"/>
              <a:gd name="connsiteY21" fmla="*/ 49968 h 100093"/>
              <a:gd name="connsiteX22" fmla="*/ 84821 w 100358"/>
              <a:gd name="connsiteY22" fmla="*/ 13959 h 100093"/>
              <a:gd name="connsiteX23" fmla="*/ 81174 w 100358"/>
              <a:gd name="connsiteY23" fmla="*/ 11421 h 100093"/>
              <a:gd name="connsiteX24" fmla="*/ 79113 w 100358"/>
              <a:gd name="connsiteY24" fmla="*/ 9994 h 1000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100358" h="100093">
                <a:moveTo>
                  <a:pt x="78955" y="10311"/>
                </a:moveTo>
                <a:cubicBezTo>
                  <a:pt x="77686" y="9359"/>
                  <a:pt x="76577" y="8566"/>
                  <a:pt x="75308" y="7773"/>
                </a:cubicBezTo>
                <a:cubicBezTo>
                  <a:pt x="67857" y="3331"/>
                  <a:pt x="59612" y="0"/>
                  <a:pt x="50258" y="0"/>
                </a:cubicBezTo>
                <a:cubicBezTo>
                  <a:pt x="27428" y="0"/>
                  <a:pt x="8878" y="15546"/>
                  <a:pt x="2854" y="36326"/>
                </a:cubicBezTo>
                <a:cubicBezTo>
                  <a:pt x="2378" y="37753"/>
                  <a:pt x="2220" y="39181"/>
                  <a:pt x="1903" y="40609"/>
                </a:cubicBezTo>
                <a:cubicBezTo>
                  <a:pt x="1744" y="41402"/>
                  <a:pt x="1585" y="42195"/>
                  <a:pt x="1427" y="42829"/>
                </a:cubicBezTo>
                <a:cubicBezTo>
                  <a:pt x="1110" y="45367"/>
                  <a:pt x="0" y="47430"/>
                  <a:pt x="0" y="49968"/>
                </a:cubicBezTo>
                <a:cubicBezTo>
                  <a:pt x="0" y="50919"/>
                  <a:pt x="476" y="51554"/>
                  <a:pt x="476" y="52506"/>
                </a:cubicBezTo>
                <a:cubicBezTo>
                  <a:pt x="476" y="54092"/>
                  <a:pt x="1110" y="55361"/>
                  <a:pt x="1427" y="56789"/>
                </a:cubicBezTo>
                <a:cubicBezTo>
                  <a:pt x="2695" y="65989"/>
                  <a:pt x="6183" y="74238"/>
                  <a:pt x="11732" y="81059"/>
                </a:cubicBezTo>
                <a:cubicBezTo>
                  <a:pt x="12683" y="82169"/>
                  <a:pt x="13159" y="83755"/>
                  <a:pt x="14269" y="84866"/>
                </a:cubicBezTo>
                <a:cubicBezTo>
                  <a:pt x="14586" y="85183"/>
                  <a:pt x="14903" y="85500"/>
                  <a:pt x="15220" y="85817"/>
                </a:cubicBezTo>
                <a:cubicBezTo>
                  <a:pt x="19818" y="90418"/>
                  <a:pt x="25367" y="93907"/>
                  <a:pt x="31550" y="96287"/>
                </a:cubicBezTo>
                <a:cubicBezTo>
                  <a:pt x="32977" y="96921"/>
                  <a:pt x="34563" y="96763"/>
                  <a:pt x="35989" y="97239"/>
                </a:cubicBezTo>
                <a:cubicBezTo>
                  <a:pt x="39002" y="98190"/>
                  <a:pt x="42173" y="98825"/>
                  <a:pt x="45343" y="99142"/>
                </a:cubicBezTo>
                <a:cubicBezTo>
                  <a:pt x="46929" y="99301"/>
                  <a:pt x="48197" y="100094"/>
                  <a:pt x="49783" y="100094"/>
                </a:cubicBezTo>
                <a:cubicBezTo>
                  <a:pt x="49783" y="100094"/>
                  <a:pt x="50100" y="100094"/>
                  <a:pt x="50258" y="100094"/>
                </a:cubicBezTo>
                <a:cubicBezTo>
                  <a:pt x="54698" y="100094"/>
                  <a:pt x="58661" y="98666"/>
                  <a:pt x="62783" y="97556"/>
                </a:cubicBezTo>
                <a:cubicBezTo>
                  <a:pt x="64210" y="97080"/>
                  <a:pt x="65796" y="97080"/>
                  <a:pt x="67222" y="96604"/>
                </a:cubicBezTo>
                <a:cubicBezTo>
                  <a:pt x="67698" y="96445"/>
                  <a:pt x="68174" y="96604"/>
                  <a:pt x="68649" y="96287"/>
                </a:cubicBezTo>
                <a:cubicBezTo>
                  <a:pt x="70076" y="95652"/>
                  <a:pt x="71186" y="94859"/>
                  <a:pt x="72613" y="94225"/>
                </a:cubicBezTo>
                <a:cubicBezTo>
                  <a:pt x="88943" y="85976"/>
                  <a:pt x="100358" y="69479"/>
                  <a:pt x="100358" y="49968"/>
                </a:cubicBezTo>
                <a:cubicBezTo>
                  <a:pt x="100358" y="35691"/>
                  <a:pt x="94333" y="23001"/>
                  <a:pt x="84821" y="13959"/>
                </a:cubicBezTo>
                <a:cubicBezTo>
                  <a:pt x="83711" y="12849"/>
                  <a:pt x="82284" y="12373"/>
                  <a:pt x="81174" y="11421"/>
                </a:cubicBezTo>
                <a:cubicBezTo>
                  <a:pt x="80540" y="10945"/>
                  <a:pt x="79747" y="10469"/>
                  <a:pt x="79113" y="9994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44" name="Freeform 343">
            <a:extLst>
              <a:ext uri="{FF2B5EF4-FFF2-40B4-BE49-F238E27FC236}">
                <a16:creationId xmlns:a16="http://schemas.microsoft.com/office/drawing/2014/main" id="{64A52B2D-53A1-4405-028D-8DEEA13A8205}"/>
              </a:ext>
            </a:extLst>
          </p:cNvPr>
          <p:cNvSpPr/>
          <p:nvPr/>
        </p:nvSpPr>
        <p:spPr>
          <a:xfrm>
            <a:off x="6993436" y="904613"/>
            <a:ext cx="100199" cy="86606"/>
          </a:xfrm>
          <a:custGeom>
            <a:avLst/>
            <a:gdLst>
              <a:gd name="connsiteX0" fmla="*/ 79430 w 100199"/>
              <a:gd name="connsiteY0" fmla="*/ 10628 h 100569"/>
              <a:gd name="connsiteX1" fmla="*/ 74833 w 100199"/>
              <a:gd name="connsiteY1" fmla="*/ 7455 h 100569"/>
              <a:gd name="connsiteX2" fmla="*/ 52478 w 100199"/>
              <a:gd name="connsiteY2" fmla="*/ 476 h 100569"/>
              <a:gd name="connsiteX3" fmla="*/ 50259 w 100199"/>
              <a:gd name="connsiteY3" fmla="*/ 0 h 100569"/>
              <a:gd name="connsiteX4" fmla="*/ 48039 w 100199"/>
              <a:gd name="connsiteY4" fmla="*/ 476 h 100569"/>
              <a:gd name="connsiteX5" fmla="*/ 44709 w 100199"/>
              <a:gd name="connsiteY5" fmla="*/ 1110 h 100569"/>
              <a:gd name="connsiteX6" fmla="*/ 40429 w 100199"/>
              <a:gd name="connsiteY6" fmla="*/ 2062 h 100569"/>
              <a:gd name="connsiteX7" fmla="*/ 0 w 100199"/>
              <a:gd name="connsiteY7" fmla="*/ 50285 h 100569"/>
              <a:gd name="connsiteX8" fmla="*/ 33453 w 100199"/>
              <a:gd name="connsiteY8" fmla="*/ 97080 h 100569"/>
              <a:gd name="connsiteX9" fmla="*/ 37892 w 100199"/>
              <a:gd name="connsiteY9" fmla="*/ 98032 h 100569"/>
              <a:gd name="connsiteX10" fmla="*/ 47880 w 100199"/>
              <a:gd name="connsiteY10" fmla="*/ 100094 h 100569"/>
              <a:gd name="connsiteX11" fmla="*/ 50100 w 100199"/>
              <a:gd name="connsiteY11" fmla="*/ 100570 h 100569"/>
              <a:gd name="connsiteX12" fmla="*/ 52002 w 100199"/>
              <a:gd name="connsiteY12" fmla="*/ 100252 h 100569"/>
              <a:gd name="connsiteX13" fmla="*/ 56441 w 100199"/>
              <a:gd name="connsiteY13" fmla="*/ 99301 h 100569"/>
              <a:gd name="connsiteX14" fmla="*/ 78637 w 100199"/>
              <a:gd name="connsiteY14" fmla="*/ 90576 h 100569"/>
              <a:gd name="connsiteX15" fmla="*/ 83077 w 100199"/>
              <a:gd name="connsiteY15" fmla="*/ 87562 h 100569"/>
              <a:gd name="connsiteX16" fmla="*/ 100200 w 100199"/>
              <a:gd name="connsiteY16" fmla="*/ 50443 h 100569"/>
              <a:gd name="connsiteX17" fmla="*/ 95444 w 100199"/>
              <a:gd name="connsiteY17" fmla="*/ 29663 h 100569"/>
              <a:gd name="connsiteX18" fmla="*/ 92907 w 100199"/>
              <a:gd name="connsiteY18" fmla="*/ 25856 h 100569"/>
              <a:gd name="connsiteX19" fmla="*/ 79430 w 100199"/>
              <a:gd name="connsiteY19" fmla="*/ 10787 h 1005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00199" h="100569">
                <a:moveTo>
                  <a:pt x="79430" y="10628"/>
                </a:moveTo>
                <a:cubicBezTo>
                  <a:pt x="77845" y="9518"/>
                  <a:pt x="76418" y="8407"/>
                  <a:pt x="74833" y="7455"/>
                </a:cubicBezTo>
                <a:cubicBezTo>
                  <a:pt x="68174" y="3490"/>
                  <a:pt x="60722" y="952"/>
                  <a:pt x="52478" y="476"/>
                </a:cubicBezTo>
                <a:cubicBezTo>
                  <a:pt x="51685" y="476"/>
                  <a:pt x="51051" y="0"/>
                  <a:pt x="50259" y="0"/>
                </a:cubicBezTo>
                <a:cubicBezTo>
                  <a:pt x="49466" y="0"/>
                  <a:pt x="48832" y="476"/>
                  <a:pt x="48039" y="476"/>
                </a:cubicBezTo>
                <a:cubicBezTo>
                  <a:pt x="46929" y="476"/>
                  <a:pt x="45819" y="952"/>
                  <a:pt x="44709" y="1110"/>
                </a:cubicBezTo>
                <a:cubicBezTo>
                  <a:pt x="43283" y="1269"/>
                  <a:pt x="41856" y="1745"/>
                  <a:pt x="40429" y="2062"/>
                </a:cubicBezTo>
                <a:cubicBezTo>
                  <a:pt x="17599" y="6662"/>
                  <a:pt x="0" y="26015"/>
                  <a:pt x="0" y="50285"/>
                </a:cubicBezTo>
                <a:cubicBezTo>
                  <a:pt x="0" y="72017"/>
                  <a:pt x="14111" y="90100"/>
                  <a:pt x="33453" y="97080"/>
                </a:cubicBezTo>
                <a:cubicBezTo>
                  <a:pt x="34880" y="97556"/>
                  <a:pt x="36465" y="97556"/>
                  <a:pt x="37892" y="98032"/>
                </a:cubicBezTo>
                <a:cubicBezTo>
                  <a:pt x="41221" y="98825"/>
                  <a:pt x="44392" y="99935"/>
                  <a:pt x="47880" y="100094"/>
                </a:cubicBezTo>
                <a:cubicBezTo>
                  <a:pt x="48673" y="100094"/>
                  <a:pt x="49307" y="100570"/>
                  <a:pt x="50100" y="100570"/>
                </a:cubicBezTo>
                <a:cubicBezTo>
                  <a:pt x="50734" y="100570"/>
                  <a:pt x="51368" y="100252"/>
                  <a:pt x="52002" y="100252"/>
                </a:cubicBezTo>
                <a:cubicBezTo>
                  <a:pt x="53588" y="100252"/>
                  <a:pt x="55015" y="99459"/>
                  <a:pt x="56441" y="99301"/>
                </a:cubicBezTo>
                <a:cubicBezTo>
                  <a:pt x="64686" y="98190"/>
                  <a:pt x="72138" y="95176"/>
                  <a:pt x="78637" y="90576"/>
                </a:cubicBezTo>
                <a:cubicBezTo>
                  <a:pt x="80065" y="89624"/>
                  <a:pt x="81650" y="88831"/>
                  <a:pt x="83077" y="87562"/>
                </a:cubicBezTo>
                <a:cubicBezTo>
                  <a:pt x="93382" y="78362"/>
                  <a:pt x="100200" y="65354"/>
                  <a:pt x="100200" y="50443"/>
                </a:cubicBezTo>
                <a:cubicBezTo>
                  <a:pt x="100200" y="42988"/>
                  <a:pt x="98297" y="36008"/>
                  <a:pt x="95444" y="29663"/>
                </a:cubicBezTo>
                <a:cubicBezTo>
                  <a:pt x="94809" y="28236"/>
                  <a:pt x="93699" y="27125"/>
                  <a:pt x="92907" y="25856"/>
                </a:cubicBezTo>
                <a:cubicBezTo>
                  <a:pt x="89419" y="19828"/>
                  <a:pt x="84980" y="14911"/>
                  <a:pt x="79430" y="10787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46" name="Freeform 345">
            <a:extLst>
              <a:ext uri="{FF2B5EF4-FFF2-40B4-BE49-F238E27FC236}">
                <a16:creationId xmlns:a16="http://schemas.microsoft.com/office/drawing/2014/main" id="{13BAC8BC-EFC6-2CA8-3CD2-765E064880DA}"/>
              </a:ext>
            </a:extLst>
          </p:cNvPr>
          <p:cNvSpPr/>
          <p:nvPr/>
        </p:nvSpPr>
        <p:spPr>
          <a:xfrm>
            <a:off x="6723912" y="6365990"/>
            <a:ext cx="100516" cy="86606"/>
          </a:xfrm>
          <a:custGeom>
            <a:avLst/>
            <a:gdLst>
              <a:gd name="connsiteX0" fmla="*/ 19660 w 100516"/>
              <a:gd name="connsiteY0" fmla="*/ 11580 h 100569"/>
              <a:gd name="connsiteX1" fmla="*/ 16013 w 100516"/>
              <a:gd name="connsiteY1" fmla="*/ 14118 h 100569"/>
              <a:gd name="connsiteX2" fmla="*/ 13476 w 100516"/>
              <a:gd name="connsiteY2" fmla="*/ 16814 h 100569"/>
              <a:gd name="connsiteX3" fmla="*/ 13476 w 100516"/>
              <a:gd name="connsiteY3" fmla="*/ 16814 h 100569"/>
              <a:gd name="connsiteX4" fmla="*/ 0 w 100516"/>
              <a:gd name="connsiteY4" fmla="*/ 50443 h 100569"/>
              <a:gd name="connsiteX5" fmla="*/ 1269 w 100516"/>
              <a:gd name="connsiteY5" fmla="*/ 56313 h 100569"/>
              <a:gd name="connsiteX6" fmla="*/ 2220 w 100516"/>
              <a:gd name="connsiteY6" fmla="*/ 60596 h 100569"/>
              <a:gd name="connsiteX7" fmla="*/ 23147 w 100516"/>
              <a:gd name="connsiteY7" fmla="*/ 91369 h 100569"/>
              <a:gd name="connsiteX8" fmla="*/ 26794 w 100516"/>
              <a:gd name="connsiteY8" fmla="*/ 93908 h 100569"/>
              <a:gd name="connsiteX9" fmla="*/ 50417 w 100516"/>
              <a:gd name="connsiteY9" fmla="*/ 100570 h 100569"/>
              <a:gd name="connsiteX10" fmla="*/ 84028 w 100516"/>
              <a:gd name="connsiteY10" fmla="*/ 87086 h 100569"/>
              <a:gd name="connsiteX11" fmla="*/ 84028 w 100516"/>
              <a:gd name="connsiteY11" fmla="*/ 87086 h 100569"/>
              <a:gd name="connsiteX12" fmla="*/ 87041 w 100516"/>
              <a:gd name="connsiteY12" fmla="*/ 83914 h 100569"/>
              <a:gd name="connsiteX13" fmla="*/ 90211 w 100516"/>
              <a:gd name="connsiteY13" fmla="*/ 79155 h 100569"/>
              <a:gd name="connsiteX14" fmla="*/ 92748 w 100516"/>
              <a:gd name="connsiteY14" fmla="*/ 75348 h 100569"/>
              <a:gd name="connsiteX15" fmla="*/ 100517 w 100516"/>
              <a:gd name="connsiteY15" fmla="*/ 50126 h 100569"/>
              <a:gd name="connsiteX16" fmla="*/ 50417 w 100516"/>
              <a:gd name="connsiteY16" fmla="*/ 0 h 100569"/>
              <a:gd name="connsiteX17" fmla="*/ 30757 w 100516"/>
              <a:gd name="connsiteY17" fmla="*/ 3966 h 100569"/>
              <a:gd name="connsiteX18" fmla="*/ 27111 w 100516"/>
              <a:gd name="connsiteY18" fmla="*/ 6504 h 100569"/>
              <a:gd name="connsiteX19" fmla="*/ 19977 w 100516"/>
              <a:gd name="connsiteY19" fmla="*/ 11421 h 1005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00516" h="100569">
                <a:moveTo>
                  <a:pt x="19660" y="11580"/>
                </a:moveTo>
                <a:cubicBezTo>
                  <a:pt x="18550" y="12532"/>
                  <a:pt x="17123" y="13008"/>
                  <a:pt x="16013" y="14118"/>
                </a:cubicBezTo>
                <a:cubicBezTo>
                  <a:pt x="15062" y="15070"/>
                  <a:pt x="14269" y="15863"/>
                  <a:pt x="13476" y="16814"/>
                </a:cubicBezTo>
                <a:lnTo>
                  <a:pt x="13476" y="16814"/>
                </a:lnTo>
                <a:cubicBezTo>
                  <a:pt x="5232" y="25698"/>
                  <a:pt x="0" y="37436"/>
                  <a:pt x="0" y="50443"/>
                </a:cubicBezTo>
                <a:cubicBezTo>
                  <a:pt x="0" y="52506"/>
                  <a:pt x="951" y="54409"/>
                  <a:pt x="1269" y="56313"/>
                </a:cubicBezTo>
                <a:cubicBezTo>
                  <a:pt x="1427" y="57741"/>
                  <a:pt x="1902" y="59168"/>
                  <a:pt x="2220" y="60596"/>
                </a:cubicBezTo>
                <a:cubicBezTo>
                  <a:pt x="5074" y="73603"/>
                  <a:pt x="12366" y="84231"/>
                  <a:pt x="23147" y="91369"/>
                </a:cubicBezTo>
                <a:cubicBezTo>
                  <a:pt x="24416" y="92162"/>
                  <a:pt x="25526" y="93114"/>
                  <a:pt x="26794" y="93908"/>
                </a:cubicBezTo>
                <a:cubicBezTo>
                  <a:pt x="33929" y="97873"/>
                  <a:pt x="41697" y="100570"/>
                  <a:pt x="50417" y="100570"/>
                </a:cubicBezTo>
                <a:cubicBezTo>
                  <a:pt x="63417" y="100570"/>
                  <a:pt x="75150" y="95335"/>
                  <a:pt x="84028" y="87086"/>
                </a:cubicBezTo>
                <a:lnTo>
                  <a:pt x="84028" y="87086"/>
                </a:lnTo>
                <a:cubicBezTo>
                  <a:pt x="85138" y="85976"/>
                  <a:pt x="86089" y="85024"/>
                  <a:pt x="87041" y="83914"/>
                </a:cubicBezTo>
                <a:cubicBezTo>
                  <a:pt x="88309" y="82486"/>
                  <a:pt x="89101" y="80741"/>
                  <a:pt x="90211" y="79155"/>
                </a:cubicBezTo>
                <a:cubicBezTo>
                  <a:pt x="91163" y="77886"/>
                  <a:pt x="91956" y="76617"/>
                  <a:pt x="92748" y="75348"/>
                </a:cubicBezTo>
                <a:cubicBezTo>
                  <a:pt x="97187" y="67892"/>
                  <a:pt x="100517" y="59644"/>
                  <a:pt x="100517" y="50126"/>
                </a:cubicBezTo>
                <a:cubicBezTo>
                  <a:pt x="100517" y="22525"/>
                  <a:pt x="78004" y="0"/>
                  <a:pt x="50417" y="0"/>
                </a:cubicBezTo>
                <a:cubicBezTo>
                  <a:pt x="43441" y="0"/>
                  <a:pt x="36941" y="1428"/>
                  <a:pt x="30757" y="3966"/>
                </a:cubicBezTo>
                <a:cubicBezTo>
                  <a:pt x="29331" y="4600"/>
                  <a:pt x="28379" y="5711"/>
                  <a:pt x="27111" y="6504"/>
                </a:cubicBezTo>
                <a:cubicBezTo>
                  <a:pt x="24575" y="7931"/>
                  <a:pt x="22196" y="9518"/>
                  <a:pt x="19977" y="11421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47" name="Freeform 346">
            <a:extLst>
              <a:ext uri="{FF2B5EF4-FFF2-40B4-BE49-F238E27FC236}">
                <a16:creationId xmlns:a16="http://schemas.microsoft.com/office/drawing/2014/main" id="{92762185-B50B-7731-5164-CD9000A730EF}"/>
              </a:ext>
            </a:extLst>
          </p:cNvPr>
          <p:cNvSpPr/>
          <p:nvPr/>
        </p:nvSpPr>
        <p:spPr>
          <a:xfrm>
            <a:off x="6858516" y="6500981"/>
            <a:ext cx="100199" cy="86333"/>
          </a:xfrm>
          <a:custGeom>
            <a:avLst/>
            <a:gdLst>
              <a:gd name="connsiteX0" fmla="*/ 15854 w 100199"/>
              <a:gd name="connsiteY0" fmla="*/ 13959 h 100252"/>
              <a:gd name="connsiteX1" fmla="*/ 13476 w 100199"/>
              <a:gd name="connsiteY1" fmla="*/ 16497 h 100252"/>
              <a:gd name="connsiteX2" fmla="*/ 13476 w 100199"/>
              <a:gd name="connsiteY2" fmla="*/ 16497 h 100252"/>
              <a:gd name="connsiteX3" fmla="*/ 1744 w 100199"/>
              <a:gd name="connsiteY3" fmla="*/ 41877 h 100252"/>
              <a:gd name="connsiteX4" fmla="*/ 793 w 100199"/>
              <a:gd name="connsiteY4" fmla="*/ 46161 h 100252"/>
              <a:gd name="connsiteX5" fmla="*/ 0 w 100199"/>
              <a:gd name="connsiteY5" fmla="*/ 50126 h 100252"/>
              <a:gd name="connsiteX6" fmla="*/ 18074 w 100199"/>
              <a:gd name="connsiteY6" fmla="*/ 87880 h 100252"/>
              <a:gd name="connsiteX7" fmla="*/ 21720 w 100199"/>
              <a:gd name="connsiteY7" fmla="*/ 90417 h 100252"/>
              <a:gd name="connsiteX8" fmla="*/ 50099 w 100199"/>
              <a:gd name="connsiteY8" fmla="*/ 100253 h 100252"/>
              <a:gd name="connsiteX9" fmla="*/ 100199 w 100199"/>
              <a:gd name="connsiteY9" fmla="*/ 50126 h 100252"/>
              <a:gd name="connsiteX10" fmla="*/ 50099 w 100199"/>
              <a:gd name="connsiteY10" fmla="*/ 0 h 100252"/>
              <a:gd name="connsiteX11" fmla="*/ 19342 w 100199"/>
              <a:gd name="connsiteY11" fmla="*/ 11421 h 100252"/>
              <a:gd name="connsiteX12" fmla="*/ 15696 w 100199"/>
              <a:gd name="connsiteY12" fmla="*/ 13959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00199" h="100252">
                <a:moveTo>
                  <a:pt x="15854" y="13959"/>
                </a:moveTo>
                <a:cubicBezTo>
                  <a:pt x="14903" y="14752"/>
                  <a:pt x="14269" y="15704"/>
                  <a:pt x="13476" y="16497"/>
                </a:cubicBezTo>
                <a:lnTo>
                  <a:pt x="13476" y="16497"/>
                </a:lnTo>
                <a:cubicBezTo>
                  <a:pt x="7134" y="23477"/>
                  <a:pt x="3329" y="32201"/>
                  <a:pt x="1744" y="41877"/>
                </a:cubicBezTo>
                <a:cubicBezTo>
                  <a:pt x="1427" y="43305"/>
                  <a:pt x="951" y="44733"/>
                  <a:pt x="793" y="46161"/>
                </a:cubicBezTo>
                <a:cubicBezTo>
                  <a:pt x="793" y="47588"/>
                  <a:pt x="0" y="48699"/>
                  <a:pt x="0" y="50126"/>
                </a:cubicBezTo>
                <a:cubicBezTo>
                  <a:pt x="0" y="65513"/>
                  <a:pt x="7293" y="78679"/>
                  <a:pt x="18074" y="87880"/>
                </a:cubicBezTo>
                <a:cubicBezTo>
                  <a:pt x="19184" y="88831"/>
                  <a:pt x="20610" y="89624"/>
                  <a:pt x="21720" y="90417"/>
                </a:cubicBezTo>
                <a:cubicBezTo>
                  <a:pt x="29964" y="96128"/>
                  <a:pt x="39318" y="100253"/>
                  <a:pt x="50099" y="100253"/>
                </a:cubicBezTo>
                <a:cubicBezTo>
                  <a:pt x="77686" y="100253"/>
                  <a:pt x="100199" y="77727"/>
                  <a:pt x="100199" y="50126"/>
                </a:cubicBezTo>
                <a:cubicBezTo>
                  <a:pt x="100199" y="22525"/>
                  <a:pt x="77686" y="0"/>
                  <a:pt x="50099" y="0"/>
                </a:cubicBezTo>
                <a:cubicBezTo>
                  <a:pt x="38367" y="0"/>
                  <a:pt x="27903" y="4759"/>
                  <a:pt x="19342" y="11421"/>
                </a:cubicBezTo>
                <a:cubicBezTo>
                  <a:pt x="18232" y="12373"/>
                  <a:pt x="16806" y="12849"/>
                  <a:pt x="15696" y="13959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48" name="Freeform 347">
            <a:extLst>
              <a:ext uri="{FF2B5EF4-FFF2-40B4-BE49-F238E27FC236}">
                <a16:creationId xmlns:a16="http://schemas.microsoft.com/office/drawing/2014/main" id="{47FDD0A5-B158-7E69-A5FB-D108538E9946}"/>
              </a:ext>
            </a:extLst>
          </p:cNvPr>
          <p:cNvSpPr/>
          <p:nvPr/>
        </p:nvSpPr>
        <p:spPr>
          <a:xfrm>
            <a:off x="6319468" y="6433564"/>
            <a:ext cx="100516" cy="86333"/>
          </a:xfrm>
          <a:custGeom>
            <a:avLst/>
            <a:gdLst>
              <a:gd name="connsiteX0" fmla="*/ 158 w 100516"/>
              <a:gd name="connsiteY0" fmla="*/ 50126 h 100252"/>
              <a:gd name="connsiteX1" fmla="*/ 33294 w 100516"/>
              <a:gd name="connsiteY1" fmla="*/ 96763 h 100252"/>
              <a:gd name="connsiteX2" fmla="*/ 37733 w 100516"/>
              <a:gd name="connsiteY2" fmla="*/ 97714 h 100252"/>
              <a:gd name="connsiteX3" fmla="*/ 50417 w 100516"/>
              <a:gd name="connsiteY3" fmla="*/ 100253 h 100252"/>
              <a:gd name="connsiteX4" fmla="*/ 98772 w 100516"/>
              <a:gd name="connsiteY4" fmla="*/ 58375 h 100252"/>
              <a:gd name="connsiteX5" fmla="*/ 99724 w 100516"/>
              <a:gd name="connsiteY5" fmla="*/ 54092 h 100252"/>
              <a:gd name="connsiteX6" fmla="*/ 100517 w 100516"/>
              <a:gd name="connsiteY6" fmla="*/ 50126 h 100252"/>
              <a:gd name="connsiteX7" fmla="*/ 99248 w 100516"/>
              <a:gd name="connsiteY7" fmla="*/ 44257 h 100252"/>
              <a:gd name="connsiteX8" fmla="*/ 98297 w 100516"/>
              <a:gd name="connsiteY8" fmla="*/ 39815 h 100252"/>
              <a:gd name="connsiteX9" fmla="*/ 50258 w 100516"/>
              <a:gd name="connsiteY9" fmla="*/ 0 h 100252"/>
              <a:gd name="connsiteX10" fmla="*/ 29964 w 100516"/>
              <a:gd name="connsiteY10" fmla="*/ 4442 h 100252"/>
              <a:gd name="connsiteX11" fmla="*/ 28379 w 100516"/>
              <a:gd name="connsiteY11" fmla="*/ 5552 h 100252"/>
              <a:gd name="connsiteX12" fmla="*/ 24733 w 100516"/>
              <a:gd name="connsiteY12" fmla="*/ 8090 h 100252"/>
              <a:gd name="connsiteX13" fmla="*/ 0 w 100516"/>
              <a:gd name="connsiteY13" fmla="*/ 50285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00516" h="100252">
                <a:moveTo>
                  <a:pt x="158" y="50126"/>
                </a:moveTo>
                <a:cubicBezTo>
                  <a:pt x="158" y="71858"/>
                  <a:pt x="13951" y="89783"/>
                  <a:pt x="33294" y="96763"/>
                </a:cubicBezTo>
                <a:cubicBezTo>
                  <a:pt x="34721" y="97239"/>
                  <a:pt x="36306" y="97239"/>
                  <a:pt x="37733" y="97714"/>
                </a:cubicBezTo>
                <a:cubicBezTo>
                  <a:pt x="41855" y="98824"/>
                  <a:pt x="45978" y="100253"/>
                  <a:pt x="50417" y="100253"/>
                </a:cubicBezTo>
                <a:cubicBezTo>
                  <a:pt x="75149" y="100253"/>
                  <a:pt x="94809" y="82010"/>
                  <a:pt x="98772" y="58375"/>
                </a:cubicBezTo>
                <a:cubicBezTo>
                  <a:pt x="99090" y="56947"/>
                  <a:pt x="99565" y="55520"/>
                  <a:pt x="99724" y="54092"/>
                </a:cubicBezTo>
                <a:cubicBezTo>
                  <a:pt x="99724" y="52664"/>
                  <a:pt x="100517" y="51554"/>
                  <a:pt x="100517" y="50126"/>
                </a:cubicBezTo>
                <a:cubicBezTo>
                  <a:pt x="100517" y="48064"/>
                  <a:pt x="99565" y="46161"/>
                  <a:pt x="99248" y="44257"/>
                </a:cubicBezTo>
                <a:cubicBezTo>
                  <a:pt x="99090" y="42671"/>
                  <a:pt x="98614" y="41401"/>
                  <a:pt x="98297" y="39815"/>
                </a:cubicBezTo>
                <a:cubicBezTo>
                  <a:pt x="93382" y="17290"/>
                  <a:pt x="74356" y="0"/>
                  <a:pt x="50258" y="0"/>
                </a:cubicBezTo>
                <a:cubicBezTo>
                  <a:pt x="42965" y="0"/>
                  <a:pt x="36148" y="1745"/>
                  <a:pt x="29964" y="4442"/>
                </a:cubicBezTo>
                <a:cubicBezTo>
                  <a:pt x="29330" y="4759"/>
                  <a:pt x="29013" y="5234"/>
                  <a:pt x="28379" y="5552"/>
                </a:cubicBezTo>
                <a:cubicBezTo>
                  <a:pt x="27111" y="6186"/>
                  <a:pt x="26001" y="7297"/>
                  <a:pt x="24733" y="8090"/>
                </a:cubicBezTo>
                <a:cubicBezTo>
                  <a:pt x="10305" y="16814"/>
                  <a:pt x="0" y="32043"/>
                  <a:pt x="0" y="50285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49" name="Freeform 348">
            <a:extLst>
              <a:ext uri="{FF2B5EF4-FFF2-40B4-BE49-F238E27FC236}">
                <a16:creationId xmlns:a16="http://schemas.microsoft.com/office/drawing/2014/main" id="{FB098153-FD67-C4F5-4F21-CF83F9AB8244}"/>
              </a:ext>
            </a:extLst>
          </p:cNvPr>
          <p:cNvSpPr/>
          <p:nvPr/>
        </p:nvSpPr>
        <p:spPr>
          <a:xfrm>
            <a:off x="5847800" y="5489257"/>
            <a:ext cx="100357" cy="86606"/>
          </a:xfrm>
          <a:custGeom>
            <a:avLst/>
            <a:gdLst>
              <a:gd name="connsiteX0" fmla="*/ 49466 w 100357"/>
              <a:gd name="connsiteY0" fmla="*/ 100570 h 100569"/>
              <a:gd name="connsiteX1" fmla="*/ 50258 w 100357"/>
              <a:gd name="connsiteY1" fmla="*/ 100570 h 100569"/>
              <a:gd name="connsiteX2" fmla="*/ 53905 w 100357"/>
              <a:gd name="connsiteY2" fmla="*/ 99776 h 100569"/>
              <a:gd name="connsiteX3" fmla="*/ 70552 w 100357"/>
              <a:gd name="connsiteY3" fmla="*/ 95969 h 100569"/>
              <a:gd name="connsiteX4" fmla="*/ 74198 w 100357"/>
              <a:gd name="connsiteY4" fmla="*/ 93431 h 100569"/>
              <a:gd name="connsiteX5" fmla="*/ 83711 w 100357"/>
              <a:gd name="connsiteY5" fmla="*/ 86927 h 100569"/>
              <a:gd name="connsiteX6" fmla="*/ 83711 w 100357"/>
              <a:gd name="connsiteY6" fmla="*/ 86927 h 100569"/>
              <a:gd name="connsiteX7" fmla="*/ 86882 w 100357"/>
              <a:gd name="connsiteY7" fmla="*/ 83913 h 100569"/>
              <a:gd name="connsiteX8" fmla="*/ 100358 w 100357"/>
              <a:gd name="connsiteY8" fmla="*/ 50285 h 100569"/>
              <a:gd name="connsiteX9" fmla="*/ 61514 w 100357"/>
              <a:gd name="connsiteY9" fmla="*/ 2379 h 100569"/>
              <a:gd name="connsiteX10" fmla="*/ 57075 w 100357"/>
              <a:gd name="connsiteY10" fmla="*/ 1428 h 100569"/>
              <a:gd name="connsiteX11" fmla="*/ 50258 w 100357"/>
              <a:gd name="connsiteY11" fmla="*/ 0 h 100569"/>
              <a:gd name="connsiteX12" fmla="*/ 31233 w 100357"/>
              <a:gd name="connsiteY12" fmla="*/ 3807 h 100569"/>
              <a:gd name="connsiteX13" fmla="*/ 27428 w 100357"/>
              <a:gd name="connsiteY13" fmla="*/ 6186 h 100569"/>
              <a:gd name="connsiteX14" fmla="*/ 26001 w 100357"/>
              <a:gd name="connsiteY14" fmla="*/ 7138 h 100569"/>
              <a:gd name="connsiteX15" fmla="*/ 22196 w 100357"/>
              <a:gd name="connsiteY15" fmla="*/ 9676 h 100569"/>
              <a:gd name="connsiteX16" fmla="*/ 2695 w 100357"/>
              <a:gd name="connsiteY16" fmla="*/ 37119 h 100569"/>
              <a:gd name="connsiteX17" fmla="*/ 1268 w 100357"/>
              <a:gd name="connsiteY17" fmla="*/ 43781 h 100569"/>
              <a:gd name="connsiteX18" fmla="*/ 0 w 100357"/>
              <a:gd name="connsiteY18" fmla="*/ 50126 h 100569"/>
              <a:gd name="connsiteX19" fmla="*/ 29489 w 100357"/>
              <a:gd name="connsiteY19" fmla="*/ 95652 h 100569"/>
              <a:gd name="connsiteX20" fmla="*/ 35514 w 100357"/>
              <a:gd name="connsiteY20" fmla="*/ 97397 h 100569"/>
              <a:gd name="connsiteX21" fmla="*/ 49466 w 100357"/>
              <a:gd name="connsiteY21" fmla="*/ 100253 h 1005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100357" h="100569">
                <a:moveTo>
                  <a:pt x="49466" y="100570"/>
                </a:moveTo>
                <a:cubicBezTo>
                  <a:pt x="49466" y="100570"/>
                  <a:pt x="49941" y="100570"/>
                  <a:pt x="50258" y="100570"/>
                </a:cubicBezTo>
                <a:cubicBezTo>
                  <a:pt x="51527" y="100570"/>
                  <a:pt x="52636" y="99935"/>
                  <a:pt x="53905" y="99776"/>
                </a:cubicBezTo>
                <a:cubicBezTo>
                  <a:pt x="59771" y="99300"/>
                  <a:pt x="65478" y="98349"/>
                  <a:pt x="70552" y="95969"/>
                </a:cubicBezTo>
                <a:cubicBezTo>
                  <a:pt x="71978" y="95335"/>
                  <a:pt x="72930" y="94225"/>
                  <a:pt x="74198" y="93431"/>
                </a:cubicBezTo>
                <a:cubicBezTo>
                  <a:pt x="77528" y="91528"/>
                  <a:pt x="80857" y="89624"/>
                  <a:pt x="83711" y="86927"/>
                </a:cubicBezTo>
                <a:lnTo>
                  <a:pt x="83711" y="86927"/>
                </a:lnTo>
                <a:cubicBezTo>
                  <a:pt x="84820" y="85976"/>
                  <a:pt x="85772" y="84866"/>
                  <a:pt x="86882" y="83913"/>
                </a:cubicBezTo>
                <a:cubicBezTo>
                  <a:pt x="94967" y="75030"/>
                  <a:pt x="100358" y="63292"/>
                  <a:pt x="100358" y="50285"/>
                </a:cubicBezTo>
                <a:cubicBezTo>
                  <a:pt x="100358" y="26649"/>
                  <a:pt x="83552" y="7614"/>
                  <a:pt x="61514" y="2379"/>
                </a:cubicBezTo>
                <a:cubicBezTo>
                  <a:pt x="60088" y="2062"/>
                  <a:pt x="58661" y="1745"/>
                  <a:pt x="57075" y="1428"/>
                </a:cubicBezTo>
                <a:cubicBezTo>
                  <a:pt x="54697" y="1111"/>
                  <a:pt x="52636" y="0"/>
                  <a:pt x="50258" y="0"/>
                </a:cubicBezTo>
                <a:cubicBezTo>
                  <a:pt x="43441" y="0"/>
                  <a:pt x="37099" y="1428"/>
                  <a:pt x="31233" y="3807"/>
                </a:cubicBezTo>
                <a:cubicBezTo>
                  <a:pt x="29806" y="4442"/>
                  <a:pt x="28696" y="5552"/>
                  <a:pt x="27428" y="6186"/>
                </a:cubicBezTo>
                <a:cubicBezTo>
                  <a:pt x="26952" y="6504"/>
                  <a:pt x="26477" y="6821"/>
                  <a:pt x="26001" y="7138"/>
                </a:cubicBezTo>
                <a:cubicBezTo>
                  <a:pt x="24733" y="7931"/>
                  <a:pt x="23464" y="8883"/>
                  <a:pt x="22196" y="9676"/>
                </a:cubicBezTo>
                <a:cubicBezTo>
                  <a:pt x="12683" y="16339"/>
                  <a:pt x="5866" y="25698"/>
                  <a:pt x="2695" y="37119"/>
                </a:cubicBezTo>
                <a:cubicBezTo>
                  <a:pt x="2061" y="39339"/>
                  <a:pt x="1585" y="41560"/>
                  <a:pt x="1268" y="43781"/>
                </a:cubicBezTo>
                <a:cubicBezTo>
                  <a:pt x="951" y="46002"/>
                  <a:pt x="0" y="47905"/>
                  <a:pt x="0" y="50126"/>
                </a:cubicBezTo>
                <a:cubicBezTo>
                  <a:pt x="0" y="70431"/>
                  <a:pt x="12208" y="87721"/>
                  <a:pt x="29489" y="95652"/>
                </a:cubicBezTo>
                <a:cubicBezTo>
                  <a:pt x="31391" y="96445"/>
                  <a:pt x="33452" y="96763"/>
                  <a:pt x="35514" y="97397"/>
                </a:cubicBezTo>
                <a:cubicBezTo>
                  <a:pt x="39953" y="98824"/>
                  <a:pt x="44551" y="100094"/>
                  <a:pt x="49466" y="100253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0" name="Freeform 349">
            <a:extLst>
              <a:ext uri="{FF2B5EF4-FFF2-40B4-BE49-F238E27FC236}">
                <a16:creationId xmlns:a16="http://schemas.microsoft.com/office/drawing/2014/main" id="{8331A531-CE32-6B8E-44CF-773B539D9B88}"/>
              </a:ext>
            </a:extLst>
          </p:cNvPr>
          <p:cNvSpPr/>
          <p:nvPr/>
        </p:nvSpPr>
        <p:spPr>
          <a:xfrm>
            <a:off x="4971847" y="3601752"/>
            <a:ext cx="100199" cy="86470"/>
          </a:xfrm>
          <a:custGeom>
            <a:avLst/>
            <a:gdLst>
              <a:gd name="connsiteX0" fmla="*/ 72930 w 100199"/>
              <a:gd name="connsiteY0" fmla="*/ 94066 h 100411"/>
              <a:gd name="connsiteX1" fmla="*/ 100199 w 100199"/>
              <a:gd name="connsiteY1" fmla="*/ 50126 h 100411"/>
              <a:gd name="connsiteX2" fmla="*/ 98614 w 100199"/>
              <a:gd name="connsiteY2" fmla="*/ 42195 h 100411"/>
              <a:gd name="connsiteX3" fmla="*/ 97662 w 100199"/>
              <a:gd name="connsiteY3" fmla="*/ 37912 h 100411"/>
              <a:gd name="connsiteX4" fmla="*/ 50099 w 100199"/>
              <a:gd name="connsiteY4" fmla="*/ 0 h 100411"/>
              <a:gd name="connsiteX5" fmla="*/ 44709 w 100199"/>
              <a:gd name="connsiteY5" fmla="*/ 1110 h 100411"/>
              <a:gd name="connsiteX6" fmla="*/ 40428 w 100199"/>
              <a:gd name="connsiteY6" fmla="*/ 2062 h 100411"/>
              <a:gd name="connsiteX7" fmla="*/ 0 w 100199"/>
              <a:gd name="connsiteY7" fmla="*/ 50285 h 100411"/>
              <a:gd name="connsiteX8" fmla="*/ 50099 w 100199"/>
              <a:gd name="connsiteY8" fmla="*/ 100411 h 100411"/>
              <a:gd name="connsiteX9" fmla="*/ 66429 w 100199"/>
              <a:gd name="connsiteY9" fmla="*/ 97080 h 100411"/>
              <a:gd name="connsiteX10" fmla="*/ 69125 w 100199"/>
              <a:gd name="connsiteY10" fmla="*/ 96445 h 100411"/>
              <a:gd name="connsiteX11" fmla="*/ 72930 w 100199"/>
              <a:gd name="connsiteY11" fmla="*/ 94066 h 1004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00199" h="100411">
                <a:moveTo>
                  <a:pt x="72930" y="94066"/>
                </a:moveTo>
                <a:cubicBezTo>
                  <a:pt x="88943" y="85659"/>
                  <a:pt x="100199" y="69479"/>
                  <a:pt x="100199" y="50126"/>
                </a:cubicBezTo>
                <a:cubicBezTo>
                  <a:pt x="100199" y="47271"/>
                  <a:pt x="99090" y="44892"/>
                  <a:pt x="98614" y="42195"/>
                </a:cubicBezTo>
                <a:cubicBezTo>
                  <a:pt x="98297" y="40767"/>
                  <a:pt x="98138" y="39339"/>
                  <a:pt x="97662" y="37912"/>
                </a:cubicBezTo>
                <a:cubicBezTo>
                  <a:pt x="92114" y="16339"/>
                  <a:pt x="73405" y="0"/>
                  <a:pt x="50099" y="0"/>
                </a:cubicBezTo>
                <a:cubicBezTo>
                  <a:pt x="48197" y="0"/>
                  <a:pt x="46611" y="952"/>
                  <a:pt x="44709" y="1110"/>
                </a:cubicBezTo>
                <a:cubicBezTo>
                  <a:pt x="43123" y="1269"/>
                  <a:pt x="41855" y="1745"/>
                  <a:pt x="40428" y="2062"/>
                </a:cubicBezTo>
                <a:cubicBezTo>
                  <a:pt x="17439" y="6662"/>
                  <a:pt x="0" y="26015"/>
                  <a:pt x="0" y="50285"/>
                </a:cubicBezTo>
                <a:cubicBezTo>
                  <a:pt x="0" y="78045"/>
                  <a:pt x="22513" y="100411"/>
                  <a:pt x="50099" y="100411"/>
                </a:cubicBezTo>
                <a:cubicBezTo>
                  <a:pt x="55966" y="100411"/>
                  <a:pt x="61198" y="98825"/>
                  <a:pt x="66429" y="97080"/>
                </a:cubicBezTo>
                <a:cubicBezTo>
                  <a:pt x="67222" y="96762"/>
                  <a:pt x="68332" y="96921"/>
                  <a:pt x="69125" y="96445"/>
                </a:cubicBezTo>
                <a:cubicBezTo>
                  <a:pt x="70552" y="95811"/>
                  <a:pt x="71662" y="94859"/>
                  <a:pt x="72930" y="94066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1" name="Freeform 350">
            <a:extLst>
              <a:ext uri="{FF2B5EF4-FFF2-40B4-BE49-F238E27FC236}">
                <a16:creationId xmlns:a16="http://schemas.microsoft.com/office/drawing/2014/main" id="{784873CC-C31C-BF10-FC71-69497DFE866F}"/>
              </a:ext>
            </a:extLst>
          </p:cNvPr>
          <p:cNvSpPr/>
          <p:nvPr/>
        </p:nvSpPr>
        <p:spPr>
          <a:xfrm>
            <a:off x="5510737" y="4950082"/>
            <a:ext cx="100357" cy="86333"/>
          </a:xfrm>
          <a:custGeom>
            <a:avLst/>
            <a:gdLst>
              <a:gd name="connsiteX0" fmla="*/ 75784 w 100357"/>
              <a:gd name="connsiteY0" fmla="*/ 92480 h 100252"/>
              <a:gd name="connsiteX1" fmla="*/ 78162 w 100357"/>
              <a:gd name="connsiteY1" fmla="*/ 90735 h 100252"/>
              <a:gd name="connsiteX2" fmla="*/ 80699 w 100357"/>
              <a:gd name="connsiteY2" fmla="*/ 88990 h 100252"/>
              <a:gd name="connsiteX3" fmla="*/ 80857 w 100357"/>
              <a:gd name="connsiteY3" fmla="*/ 88990 h 100252"/>
              <a:gd name="connsiteX4" fmla="*/ 84662 w 100357"/>
              <a:gd name="connsiteY4" fmla="*/ 86293 h 100252"/>
              <a:gd name="connsiteX5" fmla="*/ 100358 w 100357"/>
              <a:gd name="connsiteY5" fmla="*/ 50126 h 100252"/>
              <a:gd name="connsiteX6" fmla="*/ 72930 w 100357"/>
              <a:gd name="connsiteY6" fmla="*/ 6028 h 100252"/>
              <a:gd name="connsiteX7" fmla="*/ 69125 w 100357"/>
              <a:gd name="connsiteY7" fmla="*/ 3807 h 100252"/>
              <a:gd name="connsiteX8" fmla="*/ 50258 w 100357"/>
              <a:gd name="connsiteY8" fmla="*/ 0 h 100252"/>
              <a:gd name="connsiteX9" fmla="*/ 38050 w 100357"/>
              <a:gd name="connsiteY9" fmla="*/ 2380 h 100252"/>
              <a:gd name="connsiteX10" fmla="*/ 33611 w 100357"/>
              <a:gd name="connsiteY10" fmla="*/ 3332 h 100252"/>
              <a:gd name="connsiteX11" fmla="*/ 29489 w 100357"/>
              <a:gd name="connsiteY11" fmla="*/ 4600 h 100252"/>
              <a:gd name="connsiteX12" fmla="*/ 0 w 100357"/>
              <a:gd name="connsiteY12" fmla="*/ 50126 h 100252"/>
              <a:gd name="connsiteX13" fmla="*/ 50100 w 100357"/>
              <a:gd name="connsiteY13" fmla="*/ 100253 h 100252"/>
              <a:gd name="connsiteX14" fmla="*/ 71979 w 100357"/>
              <a:gd name="connsiteY14" fmla="*/ 94700 h 100252"/>
              <a:gd name="connsiteX15" fmla="*/ 75625 w 100357"/>
              <a:gd name="connsiteY15" fmla="*/ 92163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00357" h="100252">
                <a:moveTo>
                  <a:pt x="75784" y="92480"/>
                </a:moveTo>
                <a:cubicBezTo>
                  <a:pt x="76576" y="92004"/>
                  <a:pt x="77369" y="91369"/>
                  <a:pt x="78162" y="90735"/>
                </a:cubicBezTo>
                <a:cubicBezTo>
                  <a:pt x="78954" y="90101"/>
                  <a:pt x="79906" y="89625"/>
                  <a:pt x="80699" y="88990"/>
                </a:cubicBezTo>
                <a:lnTo>
                  <a:pt x="80857" y="88990"/>
                </a:lnTo>
                <a:cubicBezTo>
                  <a:pt x="82125" y="87880"/>
                  <a:pt x="83552" y="87404"/>
                  <a:pt x="84662" y="86293"/>
                </a:cubicBezTo>
                <a:cubicBezTo>
                  <a:pt x="94333" y="77093"/>
                  <a:pt x="100358" y="64403"/>
                  <a:pt x="100358" y="50126"/>
                </a:cubicBezTo>
                <a:cubicBezTo>
                  <a:pt x="100358" y="30774"/>
                  <a:pt x="88943" y="14435"/>
                  <a:pt x="72930" y="6028"/>
                </a:cubicBezTo>
                <a:cubicBezTo>
                  <a:pt x="71503" y="5394"/>
                  <a:pt x="70393" y="4283"/>
                  <a:pt x="69125" y="3807"/>
                </a:cubicBezTo>
                <a:cubicBezTo>
                  <a:pt x="63259" y="1428"/>
                  <a:pt x="56917" y="0"/>
                  <a:pt x="50258" y="0"/>
                </a:cubicBezTo>
                <a:cubicBezTo>
                  <a:pt x="45978" y="0"/>
                  <a:pt x="42173" y="1428"/>
                  <a:pt x="38050" y="2380"/>
                </a:cubicBezTo>
                <a:cubicBezTo>
                  <a:pt x="36624" y="2856"/>
                  <a:pt x="35038" y="2856"/>
                  <a:pt x="33611" y="3332"/>
                </a:cubicBezTo>
                <a:cubicBezTo>
                  <a:pt x="32184" y="3807"/>
                  <a:pt x="30757" y="4124"/>
                  <a:pt x="29489" y="4600"/>
                </a:cubicBezTo>
                <a:cubicBezTo>
                  <a:pt x="12208" y="12532"/>
                  <a:pt x="0" y="29822"/>
                  <a:pt x="0" y="50126"/>
                </a:cubicBezTo>
                <a:cubicBezTo>
                  <a:pt x="0" y="77886"/>
                  <a:pt x="22513" y="100253"/>
                  <a:pt x="50100" y="100253"/>
                </a:cubicBezTo>
                <a:cubicBezTo>
                  <a:pt x="58027" y="100253"/>
                  <a:pt x="65161" y="98032"/>
                  <a:pt x="71979" y="94700"/>
                </a:cubicBezTo>
                <a:cubicBezTo>
                  <a:pt x="73406" y="94066"/>
                  <a:pt x="74357" y="92956"/>
                  <a:pt x="75625" y="92163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2" name="Freeform 351">
            <a:extLst>
              <a:ext uri="{FF2B5EF4-FFF2-40B4-BE49-F238E27FC236}">
                <a16:creationId xmlns:a16="http://schemas.microsoft.com/office/drawing/2014/main" id="{17AD6EC5-E731-C094-C8A3-034AED27E29B}"/>
              </a:ext>
            </a:extLst>
          </p:cNvPr>
          <p:cNvSpPr/>
          <p:nvPr/>
        </p:nvSpPr>
        <p:spPr>
          <a:xfrm>
            <a:off x="6251928" y="3331926"/>
            <a:ext cx="100199" cy="86469"/>
          </a:xfrm>
          <a:custGeom>
            <a:avLst/>
            <a:gdLst>
              <a:gd name="connsiteX0" fmla="*/ 70076 w 100199"/>
              <a:gd name="connsiteY0" fmla="*/ 4283 h 100410"/>
              <a:gd name="connsiteX1" fmla="*/ 66905 w 100199"/>
              <a:gd name="connsiteY1" fmla="*/ 3490 h 100410"/>
              <a:gd name="connsiteX2" fmla="*/ 62466 w 100199"/>
              <a:gd name="connsiteY2" fmla="*/ 2538 h 100410"/>
              <a:gd name="connsiteX3" fmla="*/ 50258 w 100199"/>
              <a:gd name="connsiteY3" fmla="*/ 0 h 100410"/>
              <a:gd name="connsiteX4" fmla="*/ 5390 w 100199"/>
              <a:gd name="connsiteY4" fmla="*/ 28553 h 100410"/>
              <a:gd name="connsiteX5" fmla="*/ 3646 w 100199"/>
              <a:gd name="connsiteY5" fmla="*/ 32518 h 100410"/>
              <a:gd name="connsiteX6" fmla="*/ 0 w 100199"/>
              <a:gd name="connsiteY6" fmla="*/ 50126 h 100410"/>
              <a:gd name="connsiteX7" fmla="*/ 1586 w 100199"/>
              <a:gd name="connsiteY7" fmla="*/ 58057 h 100410"/>
              <a:gd name="connsiteX8" fmla="*/ 2537 w 100199"/>
              <a:gd name="connsiteY8" fmla="*/ 62340 h 100410"/>
              <a:gd name="connsiteX9" fmla="*/ 27428 w 100199"/>
              <a:gd name="connsiteY9" fmla="*/ 94066 h 100410"/>
              <a:gd name="connsiteX10" fmla="*/ 31233 w 100199"/>
              <a:gd name="connsiteY10" fmla="*/ 96445 h 100410"/>
              <a:gd name="connsiteX11" fmla="*/ 38843 w 100199"/>
              <a:gd name="connsiteY11" fmla="*/ 98032 h 100410"/>
              <a:gd name="connsiteX12" fmla="*/ 43124 w 100199"/>
              <a:gd name="connsiteY12" fmla="*/ 98983 h 100410"/>
              <a:gd name="connsiteX13" fmla="*/ 50100 w 100199"/>
              <a:gd name="connsiteY13" fmla="*/ 100411 h 100410"/>
              <a:gd name="connsiteX14" fmla="*/ 100200 w 100199"/>
              <a:gd name="connsiteY14" fmla="*/ 50285 h 100410"/>
              <a:gd name="connsiteX15" fmla="*/ 74040 w 100199"/>
              <a:gd name="connsiteY15" fmla="*/ 7138 h 100410"/>
              <a:gd name="connsiteX16" fmla="*/ 70235 w 100199"/>
              <a:gd name="connsiteY16" fmla="*/ 4600 h 100410"/>
              <a:gd name="connsiteX17" fmla="*/ 69600 w 100199"/>
              <a:gd name="connsiteY17" fmla="*/ 4283 h 1004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00199" h="100410">
                <a:moveTo>
                  <a:pt x="70076" y="4283"/>
                </a:moveTo>
                <a:cubicBezTo>
                  <a:pt x="69125" y="3807"/>
                  <a:pt x="67857" y="3807"/>
                  <a:pt x="66905" y="3490"/>
                </a:cubicBezTo>
                <a:cubicBezTo>
                  <a:pt x="65479" y="3014"/>
                  <a:pt x="63893" y="3014"/>
                  <a:pt x="62466" y="2538"/>
                </a:cubicBezTo>
                <a:cubicBezTo>
                  <a:pt x="58503" y="1428"/>
                  <a:pt x="54539" y="0"/>
                  <a:pt x="50258" y="0"/>
                </a:cubicBezTo>
                <a:cubicBezTo>
                  <a:pt x="30440" y="0"/>
                  <a:pt x="13635" y="11738"/>
                  <a:pt x="5390" y="28553"/>
                </a:cubicBezTo>
                <a:cubicBezTo>
                  <a:pt x="4756" y="29981"/>
                  <a:pt x="4122" y="31249"/>
                  <a:pt x="3646" y="32518"/>
                </a:cubicBezTo>
                <a:cubicBezTo>
                  <a:pt x="1586" y="38070"/>
                  <a:pt x="0" y="43781"/>
                  <a:pt x="0" y="50126"/>
                </a:cubicBezTo>
                <a:cubicBezTo>
                  <a:pt x="0" y="52981"/>
                  <a:pt x="1110" y="55361"/>
                  <a:pt x="1586" y="58057"/>
                </a:cubicBezTo>
                <a:cubicBezTo>
                  <a:pt x="1902" y="59485"/>
                  <a:pt x="2061" y="60913"/>
                  <a:pt x="2537" y="62340"/>
                </a:cubicBezTo>
                <a:cubicBezTo>
                  <a:pt x="6183" y="76300"/>
                  <a:pt x="15061" y="87721"/>
                  <a:pt x="27428" y="94066"/>
                </a:cubicBezTo>
                <a:cubicBezTo>
                  <a:pt x="28855" y="94859"/>
                  <a:pt x="29964" y="95811"/>
                  <a:pt x="31233" y="96445"/>
                </a:cubicBezTo>
                <a:cubicBezTo>
                  <a:pt x="33611" y="97397"/>
                  <a:pt x="36307" y="97397"/>
                  <a:pt x="38843" y="98032"/>
                </a:cubicBezTo>
                <a:cubicBezTo>
                  <a:pt x="40270" y="98349"/>
                  <a:pt x="41697" y="98666"/>
                  <a:pt x="43124" y="98983"/>
                </a:cubicBezTo>
                <a:cubicBezTo>
                  <a:pt x="45502" y="99301"/>
                  <a:pt x="47563" y="100411"/>
                  <a:pt x="50100" y="100411"/>
                </a:cubicBezTo>
                <a:cubicBezTo>
                  <a:pt x="77845" y="100411"/>
                  <a:pt x="100200" y="78045"/>
                  <a:pt x="100200" y="50285"/>
                </a:cubicBezTo>
                <a:cubicBezTo>
                  <a:pt x="100200" y="31408"/>
                  <a:pt x="89418" y="15704"/>
                  <a:pt x="74040" y="7138"/>
                </a:cubicBezTo>
                <a:cubicBezTo>
                  <a:pt x="72771" y="6345"/>
                  <a:pt x="71662" y="5234"/>
                  <a:pt x="70235" y="4600"/>
                </a:cubicBezTo>
                <a:cubicBezTo>
                  <a:pt x="69918" y="4600"/>
                  <a:pt x="69918" y="4283"/>
                  <a:pt x="69600" y="4283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3" name="Freeform 352">
            <a:extLst>
              <a:ext uri="{FF2B5EF4-FFF2-40B4-BE49-F238E27FC236}">
                <a16:creationId xmlns:a16="http://schemas.microsoft.com/office/drawing/2014/main" id="{C3A71938-8074-0129-9087-B7924E116356}"/>
              </a:ext>
            </a:extLst>
          </p:cNvPr>
          <p:cNvSpPr/>
          <p:nvPr/>
        </p:nvSpPr>
        <p:spPr>
          <a:xfrm>
            <a:off x="7060817" y="1713928"/>
            <a:ext cx="100358" cy="86333"/>
          </a:xfrm>
          <a:custGeom>
            <a:avLst/>
            <a:gdLst>
              <a:gd name="connsiteX0" fmla="*/ 45502 w 100358"/>
              <a:gd name="connsiteY0" fmla="*/ 952 h 100252"/>
              <a:gd name="connsiteX1" fmla="*/ 43758 w 100358"/>
              <a:gd name="connsiteY1" fmla="*/ 1269 h 100252"/>
              <a:gd name="connsiteX2" fmla="*/ 42648 w 100358"/>
              <a:gd name="connsiteY2" fmla="*/ 1586 h 100252"/>
              <a:gd name="connsiteX3" fmla="*/ 38368 w 100358"/>
              <a:gd name="connsiteY3" fmla="*/ 2379 h 100252"/>
              <a:gd name="connsiteX4" fmla="*/ 0 w 100358"/>
              <a:gd name="connsiteY4" fmla="*/ 50126 h 100252"/>
              <a:gd name="connsiteX5" fmla="*/ 3805 w 100358"/>
              <a:gd name="connsiteY5" fmla="*/ 68686 h 100252"/>
              <a:gd name="connsiteX6" fmla="*/ 6025 w 100358"/>
              <a:gd name="connsiteY6" fmla="*/ 72651 h 100252"/>
              <a:gd name="connsiteX7" fmla="*/ 26160 w 100358"/>
              <a:gd name="connsiteY7" fmla="*/ 93273 h 100252"/>
              <a:gd name="connsiteX8" fmla="*/ 29965 w 100358"/>
              <a:gd name="connsiteY8" fmla="*/ 95811 h 100252"/>
              <a:gd name="connsiteX9" fmla="*/ 50259 w 100358"/>
              <a:gd name="connsiteY9" fmla="*/ 100252 h 100252"/>
              <a:gd name="connsiteX10" fmla="*/ 100358 w 100358"/>
              <a:gd name="connsiteY10" fmla="*/ 50126 h 100252"/>
              <a:gd name="connsiteX11" fmla="*/ 50259 w 100358"/>
              <a:gd name="connsiteY11" fmla="*/ 0 h 100252"/>
              <a:gd name="connsiteX12" fmla="*/ 50259 w 100358"/>
              <a:gd name="connsiteY12" fmla="*/ 0 h 100252"/>
              <a:gd name="connsiteX13" fmla="*/ 45819 w 100358"/>
              <a:gd name="connsiteY13" fmla="*/ 952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00358" h="100252">
                <a:moveTo>
                  <a:pt x="45502" y="952"/>
                </a:moveTo>
                <a:cubicBezTo>
                  <a:pt x="45502" y="952"/>
                  <a:pt x="44392" y="1269"/>
                  <a:pt x="43758" y="1269"/>
                </a:cubicBezTo>
                <a:cubicBezTo>
                  <a:pt x="43283" y="1269"/>
                  <a:pt x="42965" y="1428"/>
                  <a:pt x="42648" y="1586"/>
                </a:cubicBezTo>
                <a:cubicBezTo>
                  <a:pt x="41221" y="1745"/>
                  <a:pt x="39795" y="2062"/>
                  <a:pt x="38368" y="2379"/>
                </a:cubicBezTo>
                <a:cubicBezTo>
                  <a:pt x="16489" y="7773"/>
                  <a:pt x="0" y="26649"/>
                  <a:pt x="0" y="50126"/>
                </a:cubicBezTo>
                <a:cubicBezTo>
                  <a:pt x="0" y="56789"/>
                  <a:pt x="1427" y="62975"/>
                  <a:pt x="3805" y="68686"/>
                </a:cubicBezTo>
                <a:cubicBezTo>
                  <a:pt x="4439" y="70113"/>
                  <a:pt x="5390" y="71224"/>
                  <a:pt x="6025" y="72651"/>
                </a:cubicBezTo>
                <a:cubicBezTo>
                  <a:pt x="10464" y="81376"/>
                  <a:pt x="17599" y="88514"/>
                  <a:pt x="26160" y="93273"/>
                </a:cubicBezTo>
                <a:cubicBezTo>
                  <a:pt x="27587" y="94066"/>
                  <a:pt x="28538" y="95176"/>
                  <a:pt x="29965" y="95811"/>
                </a:cubicBezTo>
                <a:cubicBezTo>
                  <a:pt x="36148" y="98666"/>
                  <a:pt x="42965" y="100252"/>
                  <a:pt x="50259" y="100252"/>
                </a:cubicBezTo>
                <a:cubicBezTo>
                  <a:pt x="78004" y="100252"/>
                  <a:pt x="100358" y="77886"/>
                  <a:pt x="100358" y="50126"/>
                </a:cubicBezTo>
                <a:cubicBezTo>
                  <a:pt x="100358" y="22366"/>
                  <a:pt x="77845" y="0"/>
                  <a:pt x="50259" y="0"/>
                </a:cubicBezTo>
                <a:lnTo>
                  <a:pt x="50259" y="0"/>
                </a:lnTo>
                <a:cubicBezTo>
                  <a:pt x="48673" y="0"/>
                  <a:pt x="47405" y="793"/>
                  <a:pt x="45819" y="95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4" name="Freeform 353">
            <a:extLst>
              <a:ext uri="{FF2B5EF4-FFF2-40B4-BE49-F238E27FC236}">
                <a16:creationId xmlns:a16="http://schemas.microsoft.com/office/drawing/2014/main" id="{4F540F0A-E94D-C018-C078-8DA0D7E8A256}"/>
              </a:ext>
            </a:extLst>
          </p:cNvPr>
          <p:cNvSpPr/>
          <p:nvPr/>
        </p:nvSpPr>
        <p:spPr>
          <a:xfrm>
            <a:off x="6993595" y="1376688"/>
            <a:ext cx="100357" cy="86470"/>
          </a:xfrm>
          <a:custGeom>
            <a:avLst/>
            <a:gdLst>
              <a:gd name="connsiteX0" fmla="*/ 84028 w 100357"/>
              <a:gd name="connsiteY0" fmla="*/ 13801 h 100411"/>
              <a:gd name="connsiteX1" fmla="*/ 52319 w 100357"/>
              <a:gd name="connsiteY1" fmla="*/ 476 h 100411"/>
              <a:gd name="connsiteX2" fmla="*/ 50100 w 100357"/>
              <a:gd name="connsiteY2" fmla="*/ 0 h 100411"/>
              <a:gd name="connsiteX3" fmla="*/ 47880 w 100357"/>
              <a:gd name="connsiteY3" fmla="*/ 476 h 100411"/>
              <a:gd name="connsiteX4" fmla="*/ 45978 w 100357"/>
              <a:gd name="connsiteY4" fmla="*/ 952 h 100411"/>
              <a:gd name="connsiteX5" fmla="*/ 41697 w 100357"/>
              <a:gd name="connsiteY5" fmla="*/ 1745 h 100411"/>
              <a:gd name="connsiteX6" fmla="*/ 0 w 100357"/>
              <a:gd name="connsiteY6" fmla="*/ 50285 h 100411"/>
              <a:gd name="connsiteX7" fmla="*/ 7134 w 100357"/>
              <a:gd name="connsiteY7" fmla="*/ 74555 h 100411"/>
              <a:gd name="connsiteX8" fmla="*/ 9671 w 100357"/>
              <a:gd name="connsiteY8" fmla="*/ 78203 h 100411"/>
              <a:gd name="connsiteX9" fmla="*/ 30440 w 100357"/>
              <a:gd name="connsiteY9" fmla="*/ 96287 h 100411"/>
              <a:gd name="connsiteX10" fmla="*/ 34721 w 100357"/>
              <a:gd name="connsiteY10" fmla="*/ 97239 h 100411"/>
              <a:gd name="connsiteX11" fmla="*/ 50258 w 100357"/>
              <a:gd name="connsiteY11" fmla="*/ 100411 h 100411"/>
              <a:gd name="connsiteX12" fmla="*/ 57710 w 100357"/>
              <a:gd name="connsiteY12" fmla="*/ 98825 h 100411"/>
              <a:gd name="connsiteX13" fmla="*/ 61991 w 100357"/>
              <a:gd name="connsiteY13" fmla="*/ 98032 h 100411"/>
              <a:gd name="connsiteX14" fmla="*/ 89736 w 100357"/>
              <a:gd name="connsiteY14" fmla="*/ 79631 h 100411"/>
              <a:gd name="connsiteX15" fmla="*/ 93858 w 100357"/>
              <a:gd name="connsiteY15" fmla="*/ 73603 h 100411"/>
              <a:gd name="connsiteX16" fmla="*/ 99565 w 100357"/>
              <a:gd name="connsiteY16" fmla="*/ 54251 h 100411"/>
              <a:gd name="connsiteX17" fmla="*/ 100358 w 100357"/>
              <a:gd name="connsiteY17" fmla="*/ 50285 h 100411"/>
              <a:gd name="connsiteX18" fmla="*/ 99090 w 100357"/>
              <a:gd name="connsiteY18" fmla="*/ 43781 h 100411"/>
              <a:gd name="connsiteX19" fmla="*/ 89418 w 100357"/>
              <a:gd name="connsiteY19" fmla="*/ 20304 h 100411"/>
              <a:gd name="connsiteX20" fmla="*/ 84345 w 100357"/>
              <a:gd name="connsiteY20" fmla="*/ 13959 h 1004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00357" h="100411">
                <a:moveTo>
                  <a:pt x="84028" y="13801"/>
                </a:moveTo>
                <a:cubicBezTo>
                  <a:pt x="75625" y="5869"/>
                  <a:pt x="64527" y="1110"/>
                  <a:pt x="52319" y="476"/>
                </a:cubicBezTo>
                <a:cubicBezTo>
                  <a:pt x="51527" y="476"/>
                  <a:pt x="50892" y="0"/>
                  <a:pt x="50100" y="0"/>
                </a:cubicBezTo>
                <a:cubicBezTo>
                  <a:pt x="49307" y="0"/>
                  <a:pt x="48673" y="476"/>
                  <a:pt x="47880" y="476"/>
                </a:cubicBezTo>
                <a:cubicBezTo>
                  <a:pt x="47246" y="476"/>
                  <a:pt x="46612" y="793"/>
                  <a:pt x="45978" y="952"/>
                </a:cubicBezTo>
                <a:cubicBezTo>
                  <a:pt x="44551" y="952"/>
                  <a:pt x="43124" y="1586"/>
                  <a:pt x="41697" y="1745"/>
                </a:cubicBezTo>
                <a:cubicBezTo>
                  <a:pt x="18232" y="5869"/>
                  <a:pt x="0" y="25539"/>
                  <a:pt x="0" y="50285"/>
                </a:cubicBezTo>
                <a:cubicBezTo>
                  <a:pt x="0" y="59327"/>
                  <a:pt x="3012" y="67258"/>
                  <a:pt x="7134" y="74555"/>
                </a:cubicBezTo>
                <a:cubicBezTo>
                  <a:pt x="7927" y="75824"/>
                  <a:pt x="8720" y="77093"/>
                  <a:pt x="9671" y="78203"/>
                </a:cubicBezTo>
                <a:cubicBezTo>
                  <a:pt x="15061" y="85817"/>
                  <a:pt x="21720" y="92480"/>
                  <a:pt x="30440" y="96287"/>
                </a:cubicBezTo>
                <a:cubicBezTo>
                  <a:pt x="31867" y="96921"/>
                  <a:pt x="33294" y="96763"/>
                  <a:pt x="34721" y="97239"/>
                </a:cubicBezTo>
                <a:cubicBezTo>
                  <a:pt x="39636" y="98825"/>
                  <a:pt x="44709" y="100411"/>
                  <a:pt x="50258" y="100411"/>
                </a:cubicBezTo>
                <a:cubicBezTo>
                  <a:pt x="52953" y="100411"/>
                  <a:pt x="55173" y="99301"/>
                  <a:pt x="57710" y="98825"/>
                </a:cubicBezTo>
                <a:cubicBezTo>
                  <a:pt x="59137" y="98507"/>
                  <a:pt x="60564" y="98349"/>
                  <a:pt x="61991" y="98032"/>
                </a:cubicBezTo>
                <a:cubicBezTo>
                  <a:pt x="73406" y="95176"/>
                  <a:pt x="82918" y="88831"/>
                  <a:pt x="89736" y="79631"/>
                </a:cubicBezTo>
                <a:cubicBezTo>
                  <a:pt x="91163" y="77727"/>
                  <a:pt x="92589" y="75824"/>
                  <a:pt x="93858" y="73603"/>
                </a:cubicBezTo>
                <a:cubicBezTo>
                  <a:pt x="97029" y="67734"/>
                  <a:pt x="99090" y="61230"/>
                  <a:pt x="99565" y="54251"/>
                </a:cubicBezTo>
                <a:cubicBezTo>
                  <a:pt x="99565" y="52823"/>
                  <a:pt x="100358" y="51554"/>
                  <a:pt x="100358" y="50285"/>
                </a:cubicBezTo>
                <a:cubicBezTo>
                  <a:pt x="100358" y="47905"/>
                  <a:pt x="99407" y="46002"/>
                  <a:pt x="99090" y="43781"/>
                </a:cubicBezTo>
                <a:cubicBezTo>
                  <a:pt x="97821" y="34898"/>
                  <a:pt x="94651" y="26967"/>
                  <a:pt x="89418" y="20304"/>
                </a:cubicBezTo>
                <a:cubicBezTo>
                  <a:pt x="87675" y="18083"/>
                  <a:pt x="86406" y="15863"/>
                  <a:pt x="84345" y="13959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5" name="Freeform 354">
            <a:extLst>
              <a:ext uri="{FF2B5EF4-FFF2-40B4-BE49-F238E27FC236}">
                <a16:creationId xmlns:a16="http://schemas.microsoft.com/office/drawing/2014/main" id="{E5767FFB-B196-143A-D4FA-7B3BC68AF651}"/>
              </a:ext>
            </a:extLst>
          </p:cNvPr>
          <p:cNvSpPr/>
          <p:nvPr/>
        </p:nvSpPr>
        <p:spPr>
          <a:xfrm>
            <a:off x="4836768" y="2725336"/>
            <a:ext cx="100358" cy="86333"/>
          </a:xfrm>
          <a:custGeom>
            <a:avLst/>
            <a:gdLst>
              <a:gd name="connsiteX0" fmla="*/ 62466 w 100358"/>
              <a:gd name="connsiteY0" fmla="*/ 97714 h 100252"/>
              <a:gd name="connsiteX1" fmla="*/ 66905 w 100358"/>
              <a:gd name="connsiteY1" fmla="*/ 96762 h 100252"/>
              <a:gd name="connsiteX2" fmla="*/ 95126 w 100358"/>
              <a:gd name="connsiteY2" fmla="*/ 71541 h 100252"/>
              <a:gd name="connsiteX3" fmla="*/ 96870 w 100358"/>
              <a:gd name="connsiteY3" fmla="*/ 67575 h 100252"/>
              <a:gd name="connsiteX4" fmla="*/ 100358 w 100358"/>
              <a:gd name="connsiteY4" fmla="*/ 49967 h 100252"/>
              <a:gd name="connsiteX5" fmla="*/ 96553 w 100358"/>
              <a:gd name="connsiteY5" fmla="*/ 31408 h 100252"/>
              <a:gd name="connsiteX6" fmla="*/ 94334 w 100358"/>
              <a:gd name="connsiteY6" fmla="*/ 27601 h 100252"/>
              <a:gd name="connsiteX7" fmla="*/ 93224 w 100358"/>
              <a:gd name="connsiteY7" fmla="*/ 25856 h 100252"/>
              <a:gd name="connsiteX8" fmla="*/ 90687 w 100358"/>
              <a:gd name="connsiteY8" fmla="*/ 22208 h 100252"/>
              <a:gd name="connsiteX9" fmla="*/ 50100 w 100358"/>
              <a:gd name="connsiteY9" fmla="*/ 0 h 100252"/>
              <a:gd name="connsiteX10" fmla="*/ 0 w 100358"/>
              <a:gd name="connsiteY10" fmla="*/ 50126 h 100252"/>
              <a:gd name="connsiteX11" fmla="*/ 50100 w 100358"/>
              <a:gd name="connsiteY11" fmla="*/ 100252 h 100252"/>
              <a:gd name="connsiteX12" fmla="*/ 55490 w 100358"/>
              <a:gd name="connsiteY12" fmla="*/ 99142 h 100252"/>
              <a:gd name="connsiteX13" fmla="*/ 59771 w 100358"/>
              <a:gd name="connsiteY13" fmla="*/ 98190 h 100252"/>
              <a:gd name="connsiteX14" fmla="*/ 62308 w 100358"/>
              <a:gd name="connsiteY14" fmla="*/ 97714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00358" h="100252">
                <a:moveTo>
                  <a:pt x="62466" y="97714"/>
                </a:moveTo>
                <a:cubicBezTo>
                  <a:pt x="63893" y="97397"/>
                  <a:pt x="65479" y="97239"/>
                  <a:pt x="66905" y="96762"/>
                </a:cubicBezTo>
                <a:cubicBezTo>
                  <a:pt x="79430" y="92321"/>
                  <a:pt x="89419" y="83438"/>
                  <a:pt x="95126" y="71541"/>
                </a:cubicBezTo>
                <a:cubicBezTo>
                  <a:pt x="95760" y="70113"/>
                  <a:pt x="96395" y="69003"/>
                  <a:pt x="96870" y="67575"/>
                </a:cubicBezTo>
                <a:cubicBezTo>
                  <a:pt x="98931" y="62023"/>
                  <a:pt x="100358" y="56154"/>
                  <a:pt x="100358" y="49967"/>
                </a:cubicBezTo>
                <a:cubicBezTo>
                  <a:pt x="100358" y="43305"/>
                  <a:pt x="98931" y="37119"/>
                  <a:pt x="96553" y="31408"/>
                </a:cubicBezTo>
                <a:cubicBezTo>
                  <a:pt x="95919" y="29981"/>
                  <a:pt x="94967" y="28870"/>
                  <a:pt x="94334" y="27601"/>
                </a:cubicBezTo>
                <a:cubicBezTo>
                  <a:pt x="94016" y="26967"/>
                  <a:pt x="93541" y="26491"/>
                  <a:pt x="93224" y="25856"/>
                </a:cubicBezTo>
                <a:cubicBezTo>
                  <a:pt x="92431" y="24587"/>
                  <a:pt x="91480" y="23318"/>
                  <a:pt x="90687" y="22208"/>
                </a:cubicBezTo>
                <a:cubicBezTo>
                  <a:pt x="81650" y="9042"/>
                  <a:pt x="67222" y="0"/>
                  <a:pt x="50100" y="0"/>
                </a:cubicBezTo>
                <a:cubicBezTo>
                  <a:pt x="22355" y="0"/>
                  <a:pt x="0" y="22525"/>
                  <a:pt x="0" y="50126"/>
                </a:cubicBezTo>
                <a:cubicBezTo>
                  <a:pt x="0" y="77727"/>
                  <a:pt x="22513" y="100252"/>
                  <a:pt x="50100" y="100252"/>
                </a:cubicBezTo>
                <a:cubicBezTo>
                  <a:pt x="52002" y="100252"/>
                  <a:pt x="53588" y="99301"/>
                  <a:pt x="55490" y="99142"/>
                </a:cubicBezTo>
                <a:cubicBezTo>
                  <a:pt x="56917" y="98983"/>
                  <a:pt x="58344" y="98507"/>
                  <a:pt x="59771" y="98190"/>
                </a:cubicBezTo>
                <a:cubicBezTo>
                  <a:pt x="60564" y="98032"/>
                  <a:pt x="61515" y="97873"/>
                  <a:pt x="62308" y="97714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6" name="Freeform 355">
            <a:extLst>
              <a:ext uri="{FF2B5EF4-FFF2-40B4-BE49-F238E27FC236}">
                <a16:creationId xmlns:a16="http://schemas.microsoft.com/office/drawing/2014/main" id="{E5200BE9-E2DD-5E16-C064-FE7ED0A7AB03}"/>
              </a:ext>
            </a:extLst>
          </p:cNvPr>
          <p:cNvSpPr/>
          <p:nvPr/>
        </p:nvSpPr>
        <p:spPr>
          <a:xfrm>
            <a:off x="6273807" y="0"/>
            <a:ext cx="1370767" cy="3163656"/>
          </a:xfrm>
          <a:custGeom>
            <a:avLst/>
            <a:gdLst>
              <a:gd name="connsiteX0" fmla="*/ 8085 w 1370767"/>
              <a:gd name="connsiteY0" fmla="*/ 0 h 3508199"/>
              <a:gd name="connsiteX1" fmla="*/ 0 w 1370767"/>
              <a:gd name="connsiteY1" fmla="*/ 2538 h 3508199"/>
              <a:gd name="connsiteX2" fmla="*/ 1362682 w 1370767"/>
              <a:gd name="connsiteY2" fmla="*/ 3508200 h 3508199"/>
              <a:gd name="connsiteX3" fmla="*/ 1370768 w 1370767"/>
              <a:gd name="connsiteY3" fmla="*/ 3505820 h 3508199"/>
              <a:gd name="connsiteX4" fmla="*/ 8085 w 1370767"/>
              <a:gd name="connsiteY4" fmla="*/ 159 h 35081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0767" h="3508199">
                <a:moveTo>
                  <a:pt x="8085" y="0"/>
                </a:moveTo>
                <a:cubicBezTo>
                  <a:pt x="5549" y="1269"/>
                  <a:pt x="2695" y="1586"/>
                  <a:pt x="0" y="2538"/>
                </a:cubicBezTo>
                <a:lnTo>
                  <a:pt x="1362682" y="3508200"/>
                </a:lnTo>
                <a:cubicBezTo>
                  <a:pt x="1365218" y="3507089"/>
                  <a:pt x="1368072" y="3506613"/>
                  <a:pt x="1370768" y="3505820"/>
                </a:cubicBezTo>
                <a:lnTo>
                  <a:pt x="8085" y="159"/>
                </a:lnTo>
                <a:close/>
              </a:path>
            </a:pathLst>
          </a:custGeom>
          <a:solidFill>
            <a:srgbClr val="FF7D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9" name="Freeform 358">
            <a:extLst>
              <a:ext uri="{FF2B5EF4-FFF2-40B4-BE49-F238E27FC236}">
                <a16:creationId xmlns:a16="http://schemas.microsoft.com/office/drawing/2014/main" id="{005A392D-4836-808D-4752-A137136D9C07}"/>
              </a:ext>
            </a:extLst>
          </p:cNvPr>
          <p:cNvSpPr/>
          <p:nvPr/>
        </p:nvSpPr>
        <p:spPr>
          <a:xfrm>
            <a:off x="1863759" y="6526519"/>
            <a:ext cx="13159" cy="58056"/>
          </a:xfrm>
          <a:custGeom>
            <a:avLst/>
            <a:gdLst>
              <a:gd name="connsiteX0" fmla="*/ 0 w 13159"/>
              <a:gd name="connsiteY0" fmla="*/ 22842 h 67416"/>
              <a:gd name="connsiteX1" fmla="*/ 10464 w 13159"/>
              <a:gd name="connsiteY1" fmla="*/ 67417 h 67416"/>
              <a:gd name="connsiteX2" fmla="*/ 13159 w 13159"/>
              <a:gd name="connsiteY2" fmla="*/ 41560 h 67416"/>
              <a:gd name="connsiteX3" fmla="*/ 3329 w 13159"/>
              <a:gd name="connsiteY3" fmla="*/ 0 h 67416"/>
              <a:gd name="connsiteX4" fmla="*/ 0 w 13159"/>
              <a:gd name="connsiteY4" fmla="*/ 22842 h 674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159" h="67416">
                <a:moveTo>
                  <a:pt x="0" y="22842"/>
                </a:moveTo>
                <a:lnTo>
                  <a:pt x="10464" y="67417"/>
                </a:lnTo>
                <a:lnTo>
                  <a:pt x="13159" y="41560"/>
                </a:lnTo>
                <a:lnTo>
                  <a:pt x="3329" y="0"/>
                </a:lnTo>
                <a:lnTo>
                  <a:pt x="0" y="2284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60" name="Freeform 359">
            <a:extLst>
              <a:ext uri="{FF2B5EF4-FFF2-40B4-BE49-F238E27FC236}">
                <a16:creationId xmlns:a16="http://schemas.microsoft.com/office/drawing/2014/main" id="{95612E3F-8E9E-80AD-8CB9-1C3C2CA01EB2}"/>
              </a:ext>
            </a:extLst>
          </p:cNvPr>
          <p:cNvSpPr/>
          <p:nvPr/>
        </p:nvSpPr>
        <p:spPr>
          <a:xfrm>
            <a:off x="1815562" y="6343146"/>
            <a:ext cx="31550" cy="102042"/>
          </a:xfrm>
          <a:custGeom>
            <a:avLst/>
            <a:gdLst>
              <a:gd name="connsiteX0" fmla="*/ 159 w 31550"/>
              <a:gd name="connsiteY0" fmla="*/ 1745 h 118494"/>
              <a:gd name="connsiteX1" fmla="*/ 27587 w 31550"/>
              <a:gd name="connsiteY1" fmla="*/ 118495 h 118494"/>
              <a:gd name="connsiteX2" fmla="*/ 31550 w 31550"/>
              <a:gd name="connsiteY2" fmla="*/ 98349 h 118494"/>
              <a:gd name="connsiteX3" fmla="*/ 8403 w 31550"/>
              <a:gd name="connsiteY3" fmla="*/ 0 h 118494"/>
              <a:gd name="connsiteX4" fmla="*/ 0 w 31550"/>
              <a:gd name="connsiteY4" fmla="*/ 1745 h 1184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550" h="118494">
                <a:moveTo>
                  <a:pt x="159" y="1745"/>
                </a:moveTo>
                <a:lnTo>
                  <a:pt x="27587" y="118495"/>
                </a:lnTo>
                <a:lnTo>
                  <a:pt x="31550" y="98349"/>
                </a:lnTo>
                <a:lnTo>
                  <a:pt x="8403" y="0"/>
                </a:lnTo>
                <a:cubicBezTo>
                  <a:pt x="5708" y="793"/>
                  <a:pt x="2854" y="1269"/>
                  <a:pt x="0" y="1745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62" name="Freeform 361">
            <a:extLst>
              <a:ext uri="{FF2B5EF4-FFF2-40B4-BE49-F238E27FC236}">
                <a16:creationId xmlns:a16="http://schemas.microsoft.com/office/drawing/2014/main" id="{73B38D18-77E7-97B0-26A7-5E8BD8EAB725}"/>
              </a:ext>
            </a:extLst>
          </p:cNvPr>
          <p:cNvSpPr/>
          <p:nvPr/>
        </p:nvSpPr>
        <p:spPr>
          <a:xfrm>
            <a:off x="1847746" y="6461324"/>
            <a:ext cx="14110" cy="56417"/>
          </a:xfrm>
          <a:custGeom>
            <a:avLst/>
            <a:gdLst>
              <a:gd name="connsiteX0" fmla="*/ 0 w 14110"/>
              <a:gd name="connsiteY0" fmla="*/ 19987 h 65513"/>
              <a:gd name="connsiteX1" fmla="*/ 10781 w 14110"/>
              <a:gd name="connsiteY1" fmla="*/ 65513 h 65513"/>
              <a:gd name="connsiteX2" fmla="*/ 14110 w 14110"/>
              <a:gd name="connsiteY2" fmla="*/ 42512 h 65513"/>
              <a:gd name="connsiteX3" fmla="*/ 4122 w 14110"/>
              <a:gd name="connsiteY3" fmla="*/ 0 h 65513"/>
              <a:gd name="connsiteX4" fmla="*/ 0 w 14110"/>
              <a:gd name="connsiteY4" fmla="*/ 19987 h 655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110" h="65513">
                <a:moveTo>
                  <a:pt x="0" y="19987"/>
                </a:moveTo>
                <a:lnTo>
                  <a:pt x="10781" y="65513"/>
                </a:lnTo>
                <a:lnTo>
                  <a:pt x="14110" y="42512"/>
                </a:lnTo>
                <a:lnTo>
                  <a:pt x="4122" y="0"/>
                </a:lnTo>
                <a:lnTo>
                  <a:pt x="0" y="19987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64" name="Freeform 363">
            <a:extLst>
              <a:ext uri="{FF2B5EF4-FFF2-40B4-BE49-F238E27FC236}">
                <a16:creationId xmlns:a16="http://schemas.microsoft.com/office/drawing/2014/main" id="{386D9351-2937-B1C9-6673-A52A4AFE2D40}"/>
              </a:ext>
            </a:extLst>
          </p:cNvPr>
          <p:cNvSpPr/>
          <p:nvPr/>
        </p:nvSpPr>
        <p:spPr>
          <a:xfrm>
            <a:off x="1759279" y="6346477"/>
            <a:ext cx="44233" cy="460899"/>
          </a:xfrm>
          <a:custGeom>
            <a:avLst/>
            <a:gdLst>
              <a:gd name="connsiteX0" fmla="*/ 40587 w 44233"/>
              <a:gd name="connsiteY0" fmla="*/ 0 h 535208"/>
              <a:gd name="connsiteX1" fmla="*/ 29172 w 44233"/>
              <a:gd name="connsiteY1" fmla="*/ 97080 h 535208"/>
              <a:gd name="connsiteX2" fmla="*/ 0 w 44233"/>
              <a:gd name="connsiteY2" fmla="*/ 535209 h 535208"/>
              <a:gd name="connsiteX3" fmla="*/ 12842 w 44233"/>
              <a:gd name="connsiteY3" fmla="*/ 470964 h 535208"/>
              <a:gd name="connsiteX4" fmla="*/ 44234 w 44233"/>
              <a:gd name="connsiteY4" fmla="*/ 793 h 535208"/>
              <a:gd name="connsiteX5" fmla="*/ 40587 w 44233"/>
              <a:gd name="connsiteY5" fmla="*/ 0 h 535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4233" h="535208">
                <a:moveTo>
                  <a:pt x="40587" y="0"/>
                </a:moveTo>
                <a:lnTo>
                  <a:pt x="29172" y="97080"/>
                </a:lnTo>
                <a:lnTo>
                  <a:pt x="0" y="535209"/>
                </a:lnTo>
                <a:lnTo>
                  <a:pt x="12842" y="470964"/>
                </a:lnTo>
                <a:lnTo>
                  <a:pt x="44234" y="793"/>
                </a:lnTo>
                <a:cubicBezTo>
                  <a:pt x="42965" y="793"/>
                  <a:pt x="41855" y="159"/>
                  <a:pt x="40587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67" name="Freeform 366">
            <a:extLst>
              <a:ext uri="{FF2B5EF4-FFF2-40B4-BE49-F238E27FC236}">
                <a16:creationId xmlns:a16="http://schemas.microsoft.com/office/drawing/2014/main" id="{A26D7671-7E32-E1D7-4B2D-7A7E250D1DD3}"/>
              </a:ext>
            </a:extLst>
          </p:cNvPr>
          <p:cNvSpPr/>
          <p:nvPr/>
        </p:nvSpPr>
        <p:spPr>
          <a:xfrm>
            <a:off x="1684288" y="6345844"/>
            <a:ext cx="81649" cy="569382"/>
          </a:xfrm>
          <a:custGeom>
            <a:avLst/>
            <a:gdLst>
              <a:gd name="connsiteX0" fmla="*/ 115578 w 115578"/>
              <a:gd name="connsiteY0" fmla="*/ 634 h 910837"/>
              <a:gd name="connsiteX1" fmla="*/ 112249 w 115578"/>
              <a:gd name="connsiteY1" fmla="*/ 0 h 910837"/>
              <a:gd name="connsiteX2" fmla="*/ 94809 w 115578"/>
              <a:gd name="connsiteY2" fmla="*/ 105170 h 910837"/>
              <a:gd name="connsiteX3" fmla="*/ 0 w 115578"/>
              <a:gd name="connsiteY3" fmla="*/ 910837 h 910837"/>
              <a:gd name="connsiteX4" fmla="*/ 20769 w 115578"/>
              <a:gd name="connsiteY4" fmla="*/ 807254 h 910837"/>
              <a:gd name="connsiteX5" fmla="*/ 104163 w 115578"/>
              <a:gd name="connsiteY5" fmla="*/ 97714 h 910837"/>
              <a:gd name="connsiteX6" fmla="*/ 115578 w 115578"/>
              <a:gd name="connsiteY6" fmla="*/ 634 h 91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5578" h="910837">
                <a:moveTo>
                  <a:pt x="115578" y="634"/>
                </a:moveTo>
                <a:cubicBezTo>
                  <a:pt x="114468" y="634"/>
                  <a:pt x="113359" y="0"/>
                  <a:pt x="112249" y="0"/>
                </a:cubicBezTo>
                <a:lnTo>
                  <a:pt x="94809" y="105170"/>
                </a:lnTo>
                <a:lnTo>
                  <a:pt x="0" y="910837"/>
                </a:lnTo>
                <a:lnTo>
                  <a:pt x="20769" y="807254"/>
                </a:lnTo>
                <a:lnTo>
                  <a:pt x="104163" y="97714"/>
                </a:lnTo>
                <a:lnTo>
                  <a:pt x="115578" y="634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70" name="Freeform 369">
            <a:extLst>
              <a:ext uri="{FF2B5EF4-FFF2-40B4-BE49-F238E27FC236}">
                <a16:creationId xmlns:a16="http://schemas.microsoft.com/office/drawing/2014/main" id="{7F6765FE-B8A6-F7C1-D637-C7D831C33FD2}"/>
              </a:ext>
            </a:extLst>
          </p:cNvPr>
          <p:cNvSpPr/>
          <p:nvPr/>
        </p:nvSpPr>
        <p:spPr>
          <a:xfrm>
            <a:off x="1807317" y="6019547"/>
            <a:ext cx="29171" cy="161328"/>
          </a:xfrm>
          <a:custGeom>
            <a:avLst/>
            <a:gdLst>
              <a:gd name="connsiteX0" fmla="*/ 8403 w 29171"/>
              <a:gd name="connsiteY0" fmla="*/ 187339 h 187338"/>
              <a:gd name="connsiteX1" fmla="*/ 29172 w 29171"/>
              <a:gd name="connsiteY1" fmla="*/ 0 h 187338"/>
              <a:gd name="connsiteX2" fmla="*/ 20611 w 29171"/>
              <a:gd name="connsiteY2" fmla="*/ 793 h 187338"/>
              <a:gd name="connsiteX3" fmla="*/ 0 w 29171"/>
              <a:gd name="connsiteY3" fmla="*/ 185594 h 187338"/>
              <a:gd name="connsiteX4" fmla="*/ 8403 w 29171"/>
              <a:gd name="connsiteY4" fmla="*/ 187339 h 1873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9171" h="187338">
                <a:moveTo>
                  <a:pt x="8403" y="187339"/>
                </a:moveTo>
                <a:lnTo>
                  <a:pt x="29172" y="0"/>
                </a:lnTo>
                <a:lnTo>
                  <a:pt x="20611" y="793"/>
                </a:lnTo>
                <a:lnTo>
                  <a:pt x="0" y="185594"/>
                </a:lnTo>
                <a:cubicBezTo>
                  <a:pt x="3012" y="185752"/>
                  <a:pt x="5549" y="186863"/>
                  <a:pt x="8403" y="187339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71" name="Freeform 370">
            <a:extLst>
              <a:ext uri="{FF2B5EF4-FFF2-40B4-BE49-F238E27FC236}">
                <a16:creationId xmlns:a16="http://schemas.microsoft.com/office/drawing/2014/main" id="{0157AA20-3CD6-D1DF-9FA0-7A86D624AC90}"/>
              </a:ext>
            </a:extLst>
          </p:cNvPr>
          <p:cNvSpPr/>
          <p:nvPr/>
        </p:nvSpPr>
        <p:spPr>
          <a:xfrm>
            <a:off x="1831733" y="2715184"/>
            <a:ext cx="365759" cy="3516745"/>
          </a:xfrm>
          <a:custGeom>
            <a:avLst/>
            <a:gdLst>
              <a:gd name="connsiteX0" fmla="*/ 365760 w 365759"/>
              <a:gd name="connsiteY0" fmla="*/ 476 h 3271845"/>
              <a:gd name="connsiteX1" fmla="*/ 363223 w 365759"/>
              <a:gd name="connsiteY1" fmla="*/ 0 h 3271845"/>
              <a:gd name="connsiteX2" fmla="*/ 0 w 365759"/>
              <a:gd name="connsiteY2" fmla="*/ 3270576 h 3271845"/>
              <a:gd name="connsiteX3" fmla="*/ 8403 w 365759"/>
              <a:gd name="connsiteY3" fmla="*/ 3271845 h 3271845"/>
              <a:gd name="connsiteX4" fmla="*/ 350381 w 365759"/>
              <a:gd name="connsiteY4" fmla="*/ 193208 h 3271845"/>
              <a:gd name="connsiteX5" fmla="*/ 365760 w 365759"/>
              <a:gd name="connsiteY5" fmla="*/ 476 h 32718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65759" h="3271845">
                <a:moveTo>
                  <a:pt x="365760" y="476"/>
                </a:moveTo>
                <a:cubicBezTo>
                  <a:pt x="364809" y="476"/>
                  <a:pt x="364016" y="159"/>
                  <a:pt x="363223" y="0"/>
                </a:cubicBezTo>
                <a:lnTo>
                  <a:pt x="0" y="3270576"/>
                </a:lnTo>
                <a:lnTo>
                  <a:pt x="8403" y="3271845"/>
                </a:lnTo>
                <a:lnTo>
                  <a:pt x="350381" y="193208"/>
                </a:lnTo>
                <a:lnTo>
                  <a:pt x="365760" y="476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72" name="Freeform 371">
            <a:extLst>
              <a:ext uri="{FF2B5EF4-FFF2-40B4-BE49-F238E27FC236}">
                <a16:creationId xmlns:a16="http://schemas.microsoft.com/office/drawing/2014/main" id="{C146DC0E-3CDB-145E-D7E4-F43FD2891FEA}"/>
              </a:ext>
            </a:extLst>
          </p:cNvPr>
          <p:cNvSpPr/>
          <p:nvPr/>
        </p:nvSpPr>
        <p:spPr>
          <a:xfrm>
            <a:off x="1828879" y="5994167"/>
            <a:ext cx="10305" cy="45719"/>
          </a:xfrm>
          <a:custGeom>
            <a:avLst/>
            <a:gdLst>
              <a:gd name="connsiteX0" fmla="*/ 2061 w 10305"/>
              <a:gd name="connsiteY0" fmla="*/ 0 h 17607"/>
              <a:gd name="connsiteX1" fmla="*/ 0 w 10305"/>
              <a:gd name="connsiteY1" fmla="*/ 17608 h 17607"/>
              <a:gd name="connsiteX2" fmla="*/ 8561 w 10305"/>
              <a:gd name="connsiteY2" fmla="*/ 16814 h 17607"/>
              <a:gd name="connsiteX3" fmla="*/ 10305 w 10305"/>
              <a:gd name="connsiteY3" fmla="*/ 1269 h 17607"/>
              <a:gd name="connsiteX4" fmla="*/ 2061 w 10305"/>
              <a:gd name="connsiteY4" fmla="*/ 0 h 176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305" h="17607">
                <a:moveTo>
                  <a:pt x="2061" y="0"/>
                </a:moveTo>
                <a:lnTo>
                  <a:pt x="0" y="17608"/>
                </a:lnTo>
                <a:lnTo>
                  <a:pt x="8561" y="16814"/>
                </a:lnTo>
                <a:lnTo>
                  <a:pt x="10305" y="1269"/>
                </a:lnTo>
                <a:lnTo>
                  <a:pt x="2061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76" name="Freeform 375">
            <a:extLst>
              <a:ext uri="{FF2B5EF4-FFF2-40B4-BE49-F238E27FC236}">
                <a16:creationId xmlns:a16="http://schemas.microsoft.com/office/drawing/2014/main" id="{CFD64F39-8CA5-C09D-6E33-8329F19EA33D}"/>
              </a:ext>
            </a:extLst>
          </p:cNvPr>
          <p:cNvSpPr/>
          <p:nvPr/>
        </p:nvSpPr>
        <p:spPr>
          <a:xfrm>
            <a:off x="33056" y="5843948"/>
            <a:ext cx="996604" cy="209276"/>
          </a:xfrm>
          <a:custGeom>
            <a:avLst/>
            <a:gdLst>
              <a:gd name="connsiteX0" fmla="*/ 996605 w 996604"/>
              <a:gd name="connsiteY0" fmla="*/ 240638 h 243017"/>
              <a:gd name="connsiteX1" fmla="*/ 0 w 996604"/>
              <a:gd name="connsiteY1" fmla="*/ 0 h 243017"/>
              <a:gd name="connsiteX2" fmla="*/ 0 w 996604"/>
              <a:gd name="connsiteY2" fmla="*/ 8725 h 243017"/>
              <a:gd name="connsiteX3" fmla="*/ 970128 w 996604"/>
              <a:gd name="connsiteY3" fmla="*/ 243017 h 243017"/>
              <a:gd name="connsiteX4" fmla="*/ 996605 w 996604"/>
              <a:gd name="connsiteY4" fmla="*/ 240638 h 2430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96604" h="243017">
                <a:moveTo>
                  <a:pt x="996605" y="240638"/>
                </a:moveTo>
                <a:lnTo>
                  <a:pt x="0" y="0"/>
                </a:lnTo>
                <a:lnTo>
                  <a:pt x="0" y="8725"/>
                </a:lnTo>
                <a:lnTo>
                  <a:pt x="970128" y="243017"/>
                </a:lnTo>
                <a:lnTo>
                  <a:pt x="996605" y="240638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77" name="Freeform 376">
            <a:extLst>
              <a:ext uri="{FF2B5EF4-FFF2-40B4-BE49-F238E27FC236}">
                <a16:creationId xmlns:a16="http://schemas.microsoft.com/office/drawing/2014/main" id="{CC16F9D5-22C2-880F-4C33-BA2DEF9394B1}"/>
              </a:ext>
            </a:extLst>
          </p:cNvPr>
          <p:cNvSpPr/>
          <p:nvPr/>
        </p:nvSpPr>
        <p:spPr>
          <a:xfrm>
            <a:off x="1028551" y="6090770"/>
            <a:ext cx="706470" cy="148898"/>
          </a:xfrm>
          <a:custGeom>
            <a:avLst/>
            <a:gdLst>
              <a:gd name="connsiteX0" fmla="*/ 375590 w 706470"/>
              <a:gd name="connsiteY0" fmla="*/ 84231 h 172904"/>
              <a:gd name="connsiteX1" fmla="*/ 26477 w 706470"/>
              <a:gd name="connsiteY1" fmla="*/ 0 h 172904"/>
              <a:gd name="connsiteX2" fmla="*/ 0 w 706470"/>
              <a:gd name="connsiteY2" fmla="*/ 2380 h 172904"/>
              <a:gd name="connsiteX3" fmla="*/ 706153 w 706470"/>
              <a:gd name="connsiteY3" fmla="*/ 172904 h 172904"/>
              <a:gd name="connsiteX4" fmla="*/ 706470 w 706470"/>
              <a:gd name="connsiteY4" fmla="*/ 171476 h 172904"/>
              <a:gd name="connsiteX5" fmla="*/ 375431 w 706470"/>
              <a:gd name="connsiteY5" fmla="*/ 84231 h 1729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06470" h="172904">
                <a:moveTo>
                  <a:pt x="375590" y="84231"/>
                </a:moveTo>
                <a:lnTo>
                  <a:pt x="26477" y="0"/>
                </a:lnTo>
                <a:lnTo>
                  <a:pt x="0" y="2380"/>
                </a:lnTo>
                <a:lnTo>
                  <a:pt x="706153" y="172904"/>
                </a:lnTo>
                <a:cubicBezTo>
                  <a:pt x="706153" y="172904"/>
                  <a:pt x="706312" y="171952"/>
                  <a:pt x="706470" y="171476"/>
                </a:cubicBezTo>
                <a:lnTo>
                  <a:pt x="375431" y="84231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78" name="Freeform 377">
            <a:extLst>
              <a:ext uri="{FF2B5EF4-FFF2-40B4-BE49-F238E27FC236}">
                <a16:creationId xmlns:a16="http://schemas.microsoft.com/office/drawing/2014/main" id="{B79EB455-43A1-79F6-0C09-70D3B762F9DF}"/>
              </a:ext>
            </a:extLst>
          </p:cNvPr>
          <p:cNvSpPr/>
          <p:nvPr/>
        </p:nvSpPr>
        <p:spPr>
          <a:xfrm>
            <a:off x="33056" y="5805083"/>
            <a:ext cx="1044326" cy="238782"/>
          </a:xfrm>
          <a:custGeom>
            <a:avLst/>
            <a:gdLst>
              <a:gd name="connsiteX0" fmla="*/ 1044326 w 1044326"/>
              <a:gd name="connsiteY0" fmla="*/ 275060 h 277280"/>
              <a:gd name="connsiteX1" fmla="*/ 0 w 1044326"/>
              <a:gd name="connsiteY1" fmla="*/ 0 h 277280"/>
              <a:gd name="connsiteX2" fmla="*/ 0 w 1044326"/>
              <a:gd name="connsiteY2" fmla="*/ 8724 h 277280"/>
              <a:gd name="connsiteX3" fmla="*/ 1019752 w 1044326"/>
              <a:gd name="connsiteY3" fmla="*/ 277280 h 277280"/>
              <a:gd name="connsiteX4" fmla="*/ 1044326 w 1044326"/>
              <a:gd name="connsiteY4" fmla="*/ 275060 h 2772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44326" h="277280">
                <a:moveTo>
                  <a:pt x="1044326" y="275060"/>
                </a:moveTo>
                <a:lnTo>
                  <a:pt x="0" y="0"/>
                </a:lnTo>
                <a:lnTo>
                  <a:pt x="0" y="8724"/>
                </a:lnTo>
                <a:lnTo>
                  <a:pt x="1019752" y="277280"/>
                </a:lnTo>
                <a:lnTo>
                  <a:pt x="1044326" y="27506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79" name="Freeform 378">
            <a:extLst>
              <a:ext uri="{FF2B5EF4-FFF2-40B4-BE49-F238E27FC236}">
                <a16:creationId xmlns:a16="http://schemas.microsoft.com/office/drawing/2014/main" id="{F7009F54-6D59-790E-57D2-8DDFC5299A05}"/>
              </a:ext>
            </a:extLst>
          </p:cNvPr>
          <p:cNvSpPr/>
          <p:nvPr/>
        </p:nvSpPr>
        <p:spPr>
          <a:xfrm>
            <a:off x="1076590" y="6086488"/>
            <a:ext cx="660333" cy="151356"/>
          </a:xfrm>
          <a:custGeom>
            <a:avLst/>
            <a:gdLst>
              <a:gd name="connsiteX0" fmla="*/ 658590 w 660333"/>
              <a:gd name="connsiteY0" fmla="*/ 175600 h 175758"/>
              <a:gd name="connsiteX1" fmla="*/ 660334 w 660333"/>
              <a:gd name="connsiteY1" fmla="*/ 167352 h 175758"/>
              <a:gd name="connsiteX2" fmla="*/ 24733 w 660333"/>
              <a:gd name="connsiteY2" fmla="*/ 0 h 175758"/>
              <a:gd name="connsiteX3" fmla="*/ 0 w 660333"/>
              <a:gd name="connsiteY3" fmla="*/ 2221 h 175758"/>
              <a:gd name="connsiteX4" fmla="*/ 327551 w 660333"/>
              <a:gd name="connsiteY4" fmla="*/ 88514 h 175758"/>
              <a:gd name="connsiteX5" fmla="*/ 658590 w 660333"/>
              <a:gd name="connsiteY5" fmla="*/ 175759 h 1757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60333" h="175758">
                <a:moveTo>
                  <a:pt x="658590" y="175600"/>
                </a:moveTo>
                <a:cubicBezTo>
                  <a:pt x="659224" y="172745"/>
                  <a:pt x="659383" y="169890"/>
                  <a:pt x="660334" y="167352"/>
                </a:cubicBezTo>
                <a:lnTo>
                  <a:pt x="24733" y="0"/>
                </a:lnTo>
                <a:lnTo>
                  <a:pt x="0" y="2221"/>
                </a:lnTo>
                <a:lnTo>
                  <a:pt x="327551" y="88514"/>
                </a:lnTo>
                <a:lnTo>
                  <a:pt x="658590" y="17575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81" name="Freeform 380">
            <a:extLst>
              <a:ext uri="{FF2B5EF4-FFF2-40B4-BE49-F238E27FC236}">
                <a16:creationId xmlns:a16="http://schemas.microsoft.com/office/drawing/2014/main" id="{F1F10D45-6512-E5E1-CC4F-EC5A0D292ABA}"/>
              </a:ext>
            </a:extLst>
          </p:cNvPr>
          <p:cNvSpPr/>
          <p:nvPr/>
        </p:nvSpPr>
        <p:spPr>
          <a:xfrm>
            <a:off x="-4780" y="5715777"/>
            <a:ext cx="1874721" cy="244656"/>
          </a:xfrm>
          <a:custGeom>
            <a:avLst/>
            <a:gdLst>
              <a:gd name="connsiteX0" fmla="*/ 1806128 w 1836885"/>
              <a:gd name="connsiteY0" fmla="*/ 279660 h 284101"/>
              <a:gd name="connsiteX1" fmla="*/ 1835142 w 1836885"/>
              <a:gd name="connsiteY1" fmla="*/ 284101 h 284101"/>
              <a:gd name="connsiteX2" fmla="*/ 1836886 w 1836885"/>
              <a:gd name="connsiteY2" fmla="*/ 275694 h 284101"/>
              <a:gd name="connsiteX3" fmla="*/ 1807080 w 1836885"/>
              <a:gd name="connsiteY3" fmla="*/ 271253 h 284101"/>
              <a:gd name="connsiteX4" fmla="*/ 1798677 w 1836885"/>
              <a:gd name="connsiteY4" fmla="*/ 269983 h 284101"/>
              <a:gd name="connsiteX5" fmla="*/ 0 w 1836885"/>
              <a:gd name="connsiteY5" fmla="*/ 0 h 284101"/>
              <a:gd name="connsiteX6" fmla="*/ 0 w 1836885"/>
              <a:gd name="connsiteY6" fmla="*/ 8566 h 284101"/>
              <a:gd name="connsiteX7" fmla="*/ 1797884 w 1836885"/>
              <a:gd name="connsiteY7" fmla="*/ 278391 h 284101"/>
              <a:gd name="connsiteX8" fmla="*/ 1806287 w 1836885"/>
              <a:gd name="connsiteY8" fmla="*/ 279660 h 284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836885" h="284101">
                <a:moveTo>
                  <a:pt x="1806128" y="279660"/>
                </a:moveTo>
                <a:lnTo>
                  <a:pt x="1835142" y="284101"/>
                </a:lnTo>
                <a:cubicBezTo>
                  <a:pt x="1835459" y="281246"/>
                  <a:pt x="1836252" y="278549"/>
                  <a:pt x="1836886" y="275694"/>
                </a:cubicBezTo>
                <a:lnTo>
                  <a:pt x="1807080" y="271253"/>
                </a:lnTo>
                <a:lnTo>
                  <a:pt x="1798677" y="269983"/>
                </a:lnTo>
                <a:lnTo>
                  <a:pt x="0" y="0"/>
                </a:lnTo>
                <a:lnTo>
                  <a:pt x="0" y="8566"/>
                </a:lnTo>
                <a:lnTo>
                  <a:pt x="1797884" y="278391"/>
                </a:lnTo>
                <a:lnTo>
                  <a:pt x="1806287" y="27966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82" name="Freeform 381">
            <a:extLst>
              <a:ext uri="{FF2B5EF4-FFF2-40B4-BE49-F238E27FC236}">
                <a16:creationId xmlns:a16="http://schemas.microsoft.com/office/drawing/2014/main" id="{F8C85A2E-6A6B-DD52-3222-5BE1319678E7}"/>
              </a:ext>
            </a:extLst>
          </p:cNvPr>
          <p:cNvSpPr/>
          <p:nvPr/>
        </p:nvSpPr>
        <p:spPr>
          <a:xfrm>
            <a:off x="1940018" y="2715659"/>
            <a:ext cx="265877" cy="3314286"/>
          </a:xfrm>
          <a:custGeom>
            <a:avLst/>
            <a:gdLst>
              <a:gd name="connsiteX0" fmla="*/ 257475 w 265877"/>
              <a:gd name="connsiteY0" fmla="*/ 0 h 3221084"/>
              <a:gd name="connsiteX1" fmla="*/ 242096 w 265877"/>
              <a:gd name="connsiteY1" fmla="*/ 192732 h 3221084"/>
              <a:gd name="connsiteX2" fmla="*/ 0 w 265877"/>
              <a:gd name="connsiteY2" fmla="*/ 3219340 h 3221084"/>
              <a:gd name="connsiteX3" fmla="*/ 8403 w 265877"/>
              <a:gd name="connsiteY3" fmla="*/ 3221084 h 3221084"/>
              <a:gd name="connsiteX4" fmla="*/ 265877 w 265877"/>
              <a:gd name="connsiteY4" fmla="*/ 1903 h 3221084"/>
              <a:gd name="connsiteX5" fmla="*/ 257633 w 265877"/>
              <a:gd name="connsiteY5" fmla="*/ 159 h 32210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65877" h="3221084">
                <a:moveTo>
                  <a:pt x="257475" y="0"/>
                </a:moveTo>
                <a:lnTo>
                  <a:pt x="242096" y="192732"/>
                </a:lnTo>
                <a:lnTo>
                  <a:pt x="0" y="3219340"/>
                </a:lnTo>
                <a:cubicBezTo>
                  <a:pt x="3012" y="3219340"/>
                  <a:pt x="5549" y="3220608"/>
                  <a:pt x="8403" y="3221084"/>
                </a:cubicBezTo>
                <a:lnTo>
                  <a:pt x="265877" y="1903"/>
                </a:lnTo>
                <a:cubicBezTo>
                  <a:pt x="262865" y="1903"/>
                  <a:pt x="260487" y="634"/>
                  <a:pt x="257633" y="159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83" name="Freeform 382">
            <a:extLst>
              <a:ext uri="{FF2B5EF4-FFF2-40B4-BE49-F238E27FC236}">
                <a16:creationId xmlns:a16="http://schemas.microsoft.com/office/drawing/2014/main" id="{302D912E-0F4B-6A8F-D196-C02C2C8D79F4}"/>
              </a:ext>
            </a:extLst>
          </p:cNvPr>
          <p:cNvSpPr/>
          <p:nvPr/>
        </p:nvSpPr>
        <p:spPr>
          <a:xfrm>
            <a:off x="1831892" y="6066976"/>
            <a:ext cx="78637" cy="127451"/>
          </a:xfrm>
          <a:custGeom>
            <a:avLst/>
            <a:gdLst>
              <a:gd name="connsiteX0" fmla="*/ 71503 w 78637"/>
              <a:gd name="connsiteY0" fmla="*/ 0 h 147999"/>
              <a:gd name="connsiteX1" fmla="*/ 0 w 78637"/>
              <a:gd name="connsiteY1" fmla="*/ 143240 h 147999"/>
              <a:gd name="connsiteX2" fmla="*/ 7135 w 78637"/>
              <a:gd name="connsiteY2" fmla="*/ 147999 h 147999"/>
              <a:gd name="connsiteX3" fmla="*/ 78638 w 78637"/>
              <a:gd name="connsiteY3" fmla="*/ 4759 h 147999"/>
              <a:gd name="connsiteX4" fmla="*/ 71503 w 78637"/>
              <a:gd name="connsiteY4" fmla="*/ 0 h 14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8637" h="147999">
                <a:moveTo>
                  <a:pt x="71503" y="0"/>
                </a:moveTo>
                <a:lnTo>
                  <a:pt x="0" y="143240"/>
                </a:lnTo>
                <a:cubicBezTo>
                  <a:pt x="2695" y="144351"/>
                  <a:pt x="4598" y="146572"/>
                  <a:pt x="7135" y="147999"/>
                </a:cubicBezTo>
                <a:lnTo>
                  <a:pt x="78638" y="4759"/>
                </a:lnTo>
                <a:cubicBezTo>
                  <a:pt x="75942" y="3649"/>
                  <a:pt x="74040" y="1428"/>
                  <a:pt x="71503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84" name="Freeform 383">
            <a:extLst>
              <a:ext uri="{FF2B5EF4-FFF2-40B4-BE49-F238E27FC236}">
                <a16:creationId xmlns:a16="http://schemas.microsoft.com/office/drawing/2014/main" id="{2934B602-1CB6-9345-4548-68B41875D738}"/>
              </a:ext>
            </a:extLst>
          </p:cNvPr>
          <p:cNvSpPr/>
          <p:nvPr/>
        </p:nvSpPr>
        <p:spPr>
          <a:xfrm>
            <a:off x="1946836" y="6074115"/>
            <a:ext cx="41379" cy="156957"/>
          </a:xfrm>
          <a:custGeom>
            <a:avLst/>
            <a:gdLst>
              <a:gd name="connsiteX0" fmla="*/ 0 w 41379"/>
              <a:gd name="connsiteY0" fmla="*/ 1745 h 182262"/>
              <a:gd name="connsiteX1" fmla="*/ 32819 w 41379"/>
              <a:gd name="connsiteY1" fmla="*/ 182263 h 182262"/>
              <a:gd name="connsiteX2" fmla="*/ 41380 w 41379"/>
              <a:gd name="connsiteY2" fmla="*/ 181470 h 182262"/>
              <a:gd name="connsiteX3" fmla="*/ 8403 w 41379"/>
              <a:gd name="connsiteY3" fmla="*/ 0 h 182262"/>
              <a:gd name="connsiteX4" fmla="*/ 0 w 41379"/>
              <a:gd name="connsiteY4" fmla="*/ 1745 h 1822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1379" h="182262">
                <a:moveTo>
                  <a:pt x="0" y="1745"/>
                </a:moveTo>
                <a:lnTo>
                  <a:pt x="32819" y="182263"/>
                </a:lnTo>
                <a:lnTo>
                  <a:pt x="41380" y="181470"/>
                </a:lnTo>
                <a:lnTo>
                  <a:pt x="8403" y="0"/>
                </a:lnTo>
                <a:cubicBezTo>
                  <a:pt x="5549" y="635"/>
                  <a:pt x="2854" y="1428"/>
                  <a:pt x="0" y="1745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85" name="Freeform 384">
            <a:extLst>
              <a:ext uri="{FF2B5EF4-FFF2-40B4-BE49-F238E27FC236}">
                <a16:creationId xmlns:a16="http://schemas.microsoft.com/office/drawing/2014/main" id="{9F047E1E-4FDC-64FE-3BC2-A463FDDE4107}"/>
              </a:ext>
            </a:extLst>
          </p:cNvPr>
          <p:cNvSpPr/>
          <p:nvPr/>
        </p:nvSpPr>
        <p:spPr>
          <a:xfrm>
            <a:off x="1981081" y="6263992"/>
            <a:ext cx="317087" cy="594008"/>
          </a:xfrm>
          <a:custGeom>
            <a:avLst/>
            <a:gdLst>
              <a:gd name="connsiteX0" fmla="*/ 0 w 317087"/>
              <a:gd name="connsiteY0" fmla="*/ 635 h 1697628"/>
              <a:gd name="connsiteX1" fmla="*/ 308526 w 317087"/>
              <a:gd name="connsiteY1" fmla="*/ 1697628 h 1697628"/>
              <a:gd name="connsiteX2" fmla="*/ 317087 w 317087"/>
              <a:gd name="connsiteY2" fmla="*/ 1697628 h 1697628"/>
              <a:gd name="connsiteX3" fmla="*/ 8561 w 317087"/>
              <a:gd name="connsiteY3" fmla="*/ 0 h 1697628"/>
              <a:gd name="connsiteX4" fmla="*/ 0 w 317087"/>
              <a:gd name="connsiteY4" fmla="*/ 635 h 16976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7087" h="1697628">
                <a:moveTo>
                  <a:pt x="0" y="635"/>
                </a:moveTo>
                <a:lnTo>
                  <a:pt x="308526" y="1697628"/>
                </a:lnTo>
                <a:lnTo>
                  <a:pt x="317087" y="1697628"/>
                </a:lnTo>
                <a:lnTo>
                  <a:pt x="8561" y="0"/>
                </a:lnTo>
                <a:lnTo>
                  <a:pt x="0" y="635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86" name="Freeform 385">
            <a:extLst>
              <a:ext uri="{FF2B5EF4-FFF2-40B4-BE49-F238E27FC236}">
                <a16:creationId xmlns:a16="http://schemas.microsoft.com/office/drawing/2014/main" id="{F8368F9F-34BE-7812-06E9-E8D1F8B57747}"/>
              </a:ext>
            </a:extLst>
          </p:cNvPr>
          <p:cNvSpPr/>
          <p:nvPr/>
        </p:nvSpPr>
        <p:spPr>
          <a:xfrm>
            <a:off x="1908151" y="6076335"/>
            <a:ext cx="27427" cy="160508"/>
          </a:xfrm>
          <a:custGeom>
            <a:avLst/>
            <a:gdLst>
              <a:gd name="connsiteX0" fmla="*/ 24416 w 27427"/>
              <a:gd name="connsiteY0" fmla="*/ 0 h 186386"/>
              <a:gd name="connsiteX1" fmla="*/ 6025 w 27427"/>
              <a:gd name="connsiteY1" fmla="*/ 126585 h 186386"/>
              <a:gd name="connsiteX2" fmla="*/ 0 w 27427"/>
              <a:gd name="connsiteY2" fmla="*/ 186387 h 186386"/>
              <a:gd name="connsiteX3" fmla="*/ 8561 w 27427"/>
              <a:gd name="connsiteY3" fmla="*/ 185594 h 186386"/>
              <a:gd name="connsiteX4" fmla="*/ 27428 w 27427"/>
              <a:gd name="connsiteY4" fmla="*/ 635 h 186386"/>
              <a:gd name="connsiteX5" fmla="*/ 24416 w 27427"/>
              <a:gd name="connsiteY5" fmla="*/ 0 h 1863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7427" h="186386">
                <a:moveTo>
                  <a:pt x="24416" y="0"/>
                </a:moveTo>
                <a:lnTo>
                  <a:pt x="6025" y="126585"/>
                </a:lnTo>
                <a:lnTo>
                  <a:pt x="0" y="186387"/>
                </a:lnTo>
                <a:lnTo>
                  <a:pt x="8561" y="185594"/>
                </a:lnTo>
                <a:lnTo>
                  <a:pt x="27428" y="635"/>
                </a:lnTo>
                <a:cubicBezTo>
                  <a:pt x="26318" y="635"/>
                  <a:pt x="25526" y="159"/>
                  <a:pt x="24416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89" name="Freeform 388">
            <a:extLst>
              <a:ext uri="{FF2B5EF4-FFF2-40B4-BE49-F238E27FC236}">
                <a16:creationId xmlns:a16="http://schemas.microsoft.com/office/drawing/2014/main" id="{8168EB4A-0036-31E0-38A0-560B8B083DE5}"/>
              </a:ext>
            </a:extLst>
          </p:cNvPr>
          <p:cNvSpPr/>
          <p:nvPr/>
        </p:nvSpPr>
        <p:spPr>
          <a:xfrm>
            <a:off x="1896895" y="6075542"/>
            <a:ext cx="35830" cy="162012"/>
          </a:xfrm>
          <a:custGeom>
            <a:avLst/>
            <a:gdLst>
              <a:gd name="connsiteX0" fmla="*/ 35672 w 35830"/>
              <a:gd name="connsiteY0" fmla="*/ 793 h 188132"/>
              <a:gd name="connsiteX1" fmla="*/ 32026 w 35830"/>
              <a:gd name="connsiteY1" fmla="*/ 0 h 188132"/>
              <a:gd name="connsiteX2" fmla="*/ 14427 w 35830"/>
              <a:gd name="connsiteY2" fmla="*/ 88355 h 188132"/>
              <a:gd name="connsiteX3" fmla="*/ 0 w 35830"/>
              <a:gd name="connsiteY3" fmla="*/ 188132 h 188132"/>
              <a:gd name="connsiteX4" fmla="*/ 8720 w 35830"/>
              <a:gd name="connsiteY4" fmla="*/ 187339 h 188132"/>
              <a:gd name="connsiteX5" fmla="*/ 17440 w 35830"/>
              <a:gd name="connsiteY5" fmla="*/ 127378 h 188132"/>
              <a:gd name="connsiteX6" fmla="*/ 35831 w 35830"/>
              <a:gd name="connsiteY6" fmla="*/ 793 h 188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5830" h="188132">
                <a:moveTo>
                  <a:pt x="35672" y="793"/>
                </a:moveTo>
                <a:cubicBezTo>
                  <a:pt x="34404" y="793"/>
                  <a:pt x="33294" y="159"/>
                  <a:pt x="32026" y="0"/>
                </a:cubicBezTo>
                <a:lnTo>
                  <a:pt x="14427" y="88355"/>
                </a:lnTo>
                <a:lnTo>
                  <a:pt x="0" y="188132"/>
                </a:lnTo>
                <a:lnTo>
                  <a:pt x="8720" y="187339"/>
                </a:lnTo>
                <a:lnTo>
                  <a:pt x="17440" y="127378"/>
                </a:lnTo>
                <a:lnTo>
                  <a:pt x="35831" y="793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91" name="Freeform 390">
            <a:extLst>
              <a:ext uri="{FF2B5EF4-FFF2-40B4-BE49-F238E27FC236}">
                <a16:creationId xmlns:a16="http://schemas.microsoft.com/office/drawing/2014/main" id="{834FAA99-D9AE-66C8-9B78-916A2FB772ED}"/>
              </a:ext>
            </a:extLst>
          </p:cNvPr>
          <p:cNvSpPr/>
          <p:nvPr/>
        </p:nvSpPr>
        <p:spPr>
          <a:xfrm>
            <a:off x="1882467" y="6073798"/>
            <a:ext cx="46453" cy="164469"/>
          </a:xfrm>
          <a:custGeom>
            <a:avLst/>
            <a:gdLst>
              <a:gd name="connsiteX0" fmla="*/ 46453 w 46453"/>
              <a:gd name="connsiteY0" fmla="*/ 1745 h 190986"/>
              <a:gd name="connsiteX1" fmla="*/ 38209 w 46453"/>
              <a:gd name="connsiteY1" fmla="*/ 0 h 190986"/>
              <a:gd name="connsiteX2" fmla="*/ 0 w 46453"/>
              <a:gd name="connsiteY2" fmla="*/ 190987 h 190986"/>
              <a:gd name="connsiteX3" fmla="*/ 8720 w 46453"/>
              <a:gd name="connsiteY3" fmla="*/ 190194 h 190986"/>
              <a:gd name="connsiteX4" fmla="*/ 28696 w 46453"/>
              <a:gd name="connsiteY4" fmla="*/ 89941 h 190986"/>
              <a:gd name="connsiteX5" fmla="*/ 46295 w 46453"/>
              <a:gd name="connsiteY5" fmla="*/ 1586 h 1909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6453" h="190986">
                <a:moveTo>
                  <a:pt x="46453" y="1745"/>
                </a:moveTo>
                <a:cubicBezTo>
                  <a:pt x="43599" y="1269"/>
                  <a:pt x="40904" y="793"/>
                  <a:pt x="38209" y="0"/>
                </a:cubicBezTo>
                <a:lnTo>
                  <a:pt x="0" y="190987"/>
                </a:lnTo>
                <a:lnTo>
                  <a:pt x="8720" y="190194"/>
                </a:lnTo>
                <a:lnTo>
                  <a:pt x="28696" y="89941"/>
                </a:lnTo>
                <a:lnTo>
                  <a:pt x="46295" y="1586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92" name="Freeform 391">
            <a:extLst>
              <a:ext uri="{FF2B5EF4-FFF2-40B4-BE49-F238E27FC236}">
                <a16:creationId xmlns:a16="http://schemas.microsoft.com/office/drawing/2014/main" id="{0BFFE404-8CE2-932D-B68A-FE428D0BCF2F}"/>
              </a:ext>
            </a:extLst>
          </p:cNvPr>
          <p:cNvSpPr/>
          <p:nvPr/>
        </p:nvSpPr>
        <p:spPr>
          <a:xfrm>
            <a:off x="-4780" y="6008126"/>
            <a:ext cx="1873929" cy="140868"/>
          </a:xfrm>
          <a:custGeom>
            <a:avLst/>
            <a:gdLst>
              <a:gd name="connsiteX0" fmla="*/ 1021972 w 1836093"/>
              <a:gd name="connsiteY0" fmla="*/ 82486 h 175282"/>
              <a:gd name="connsiteX1" fmla="*/ 1043534 w 1836093"/>
              <a:gd name="connsiteY1" fmla="*/ 80582 h 175282"/>
              <a:gd name="connsiteX2" fmla="*/ 1068267 w 1836093"/>
              <a:gd name="connsiteY2" fmla="*/ 78362 h 175282"/>
              <a:gd name="connsiteX3" fmla="*/ 1794872 w 1836093"/>
              <a:gd name="connsiteY3" fmla="*/ 12214 h 175282"/>
              <a:gd name="connsiteX4" fmla="*/ 1803433 w 1836093"/>
              <a:gd name="connsiteY4" fmla="*/ 11421 h 175282"/>
              <a:gd name="connsiteX5" fmla="*/ 1836093 w 1836093"/>
              <a:gd name="connsiteY5" fmla="*/ 8407 h 175282"/>
              <a:gd name="connsiteX6" fmla="*/ 1834349 w 1836093"/>
              <a:gd name="connsiteY6" fmla="*/ 0 h 175282"/>
              <a:gd name="connsiteX7" fmla="*/ 1804384 w 1836093"/>
              <a:gd name="connsiteY7" fmla="*/ 2697 h 175282"/>
              <a:gd name="connsiteX8" fmla="*/ 1795823 w 1836093"/>
              <a:gd name="connsiteY8" fmla="*/ 3490 h 175282"/>
              <a:gd name="connsiteX9" fmla="*/ 1044326 w 1836093"/>
              <a:gd name="connsiteY9" fmla="*/ 71858 h 175282"/>
              <a:gd name="connsiteX10" fmla="*/ 1019752 w 1836093"/>
              <a:gd name="connsiteY10" fmla="*/ 74079 h 175282"/>
              <a:gd name="connsiteX11" fmla="*/ 996605 w 1836093"/>
              <a:gd name="connsiteY11" fmla="*/ 76141 h 175282"/>
              <a:gd name="connsiteX12" fmla="*/ 970128 w 1836093"/>
              <a:gd name="connsiteY12" fmla="*/ 78521 h 175282"/>
              <a:gd name="connsiteX13" fmla="*/ 0 w 1836093"/>
              <a:gd name="connsiteY13" fmla="*/ 166717 h 175282"/>
              <a:gd name="connsiteX14" fmla="*/ 0 w 1836093"/>
              <a:gd name="connsiteY14" fmla="*/ 175283 h 175282"/>
              <a:gd name="connsiteX15" fmla="*/ 995654 w 1836093"/>
              <a:gd name="connsiteY15" fmla="*/ 84707 h 175282"/>
              <a:gd name="connsiteX16" fmla="*/ 1022130 w 1836093"/>
              <a:gd name="connsiteY16" fmla="*/ 82328 h 1752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836093" h="175282">
                <a:moveTo>
                  <a:pt x="1021972" y="82486"/>
                </a:moveTo>
                <a:lnTo>
                  <a:pt x="1043534" y="80582"/>
                </a:lnTo>
                <a:lnTo>
                  <a:pt x="1068267" y="78362"/>
                </a:lnTo>
                <a:lnTo>
                  <a:pt x="1794872" y="12214"/>
                </a:lnTo>
                <a:lnTo>
                  <a:pt x="1803433" y="11421"/>
                </a:lnTo>
                <a:lnTo>
                  <a:pt x="1836093" y="8407"/>
                </a:lnTo>
                <a:cubicBezTo>
                  <a:pt x="1835617" y="5552"/>
                  <a:pt x="1834508" y="3014"/>
                  <a:pt x="1834349" y="0"/>
                </a:cubicBezTo>
                <a:lnTo>
                  <a:pt x="1804384" y="2697"/>
                </a:lnTo>
                <a:lnTo>
                  <a:pt x="1795823" y="3490"/>
                </a:lnTo>
                <a:lnTo>
                  <a:pt x="1044326" y="71858"/>
                </a:lnTo>
                <a:lnTo>
                  <a:pt x="1019752" y="74079"/>
                </a:lnTo>
                <a:lnTo>
                  <a:pt x="996605" y="76141"/>
                </a:lnTo>
                <a:lnTo>
                  <a:pt x="970128" y="78521"/>
                </a:lnTo>
                <a:lnTo>
                  <a:pt x="0" y="166717"/>
                </a:lnTo>
                <a:lnTo>
                  <a:pt x="0" y="175283"/>
                </a:lnTo>
                <a:lnTo>
                  <a:pt x="995654" y="84707"/>
                </a:lnTo>
                <a:lnTo>
                  <a:pt x="1022130" y="82328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94" name="Freeform 393">
            <a:extLst>
              <a:ext uri="{FF2B5EF4-FFF2-40B4-BE49-F238E27FC236}">
                <a16:creationId xmlns:a16="http://schemas.microsoft.com/office/drawing/2014/main" id="{2ABCAB08-F308-C9B2-4C5E-DFDB532C3D31}"/>
              </a:ext>
            </a:extLst>
          </p:cNvPr>
          <p:cNvSpPr/>
          <p:nvPr/>
        </p:nvSpPr>
        <p:spPr>
          <a:xfrm>
            <a:off x="1873113" y="6008126"/>
            <a:ext cx="2959532" cy="229220"/>
          </a:xfrm>
          <a:custGeom>
            <a:avLst/>
            <a:gdLst>
              <a:gd name="connsiteX0" fmla="*/ 2957947 w 2959532"/>
              <a:gd name="connsiteY0" fmla="*/ 0 h 266176"/>
              <a:gd name="connsiteX1" fmla="*/ 2933215 w 2959532"/>
              <a:gd name="connsiteY1" fmla="*/ 2221 h 266176"/>
              <a:gd name="connsiteX2" fmla="*/ 115103 w 2959532"/>
              <a:gd name="connsiteY2" fmla="*/ 247459 h 266176"/>
              <a:gd name="connsiteX3" fmla="*/ 106541 w 2959532"/>
              <a:gd name="connsiteY3" fmla="*/ 248252 h 266176"/>
              <a:gd name="connsiteX4" fmla="*/ 43599 w 2959532"/>
              <a:gd name="connsiteY4" fmla="*/ 253804 h 266176"/>
              <a:gd name="connsiteX5" fmla="*/ 35038 w 2959532"/>
              <a:gd name="connsiteY5" fmla="*/ 254596 h 266176"/>
              <a:gd name="connsiteX6" fmla="*/ 32343 w 2959532"/>
              <a:gd name="connsiteY6" fmla="*/ 254914 h 266176"/>
              <a:gd name="connsiteX7" fmla="*/ 23623 w 2959532"/>
              <a:gd name="connsiteY7" fmla="*/ 255707 h 266176"/>
              <a:gd name="connsiteX8" fmla="*/ 18074 w 2959532"/>
              <a:gd name="connsiteY8" fmla="*/ 256183 h 266176"/>
              <a:gd name="connsiteX9" fmla="*/ 9354 w 2959532"/>
              <a:gd name="connsiteY9" fmla="*/ 256976 h 266176"/>
              <a:gd name="connsiteX10" fmla="*/ 0 w 2959532"/>
              <a:gd name="connsiteY10" fmla="*/ 257769 h 266176"/>
              <a:gd name="connsiteX11" fmla="*/ 1744 w 2959532"/>
              <a:gd name="connsiteY11" fmla="*/ 266176 h 266176"/>
              <a:gd name="connsiteX12" fmla="*/ 7610 w 2959532"/>
              <a:gd name="connsiteY12" fmla="*/ 265701 h 266176"/>
              <a:gd name="connsiteX13" fmla="*/ 16330 w 2959532"/>
              <a:gd name="connsiteY13" fmla="*/ 264908 h 266176"/>
              <a:gd name="connsiteX14" fmla="*/ 22355 w 2959532"/>
              <a:gd name="connsiteY14" fmla="*/ 264432 h 266176"/>
              <a:gd name="connsiteX15" fmla="*/ 31075 w 2959532"/>
              <a:gd name="connsiteY15" fmla="*/ 263638 h 266176"/>
              <a:gd name="connsiteX16" fmla="*/ 34087 w 2959532"/>
              <a:gd name="connsiteY16" fmla="*/ 263321 h 266176"/>
              <a:gd name="connsiteX17" fmla="*/ 42648 w 2959532"/>
              <a:gd name="connsiteY17" fmla="*/ 262528 h 266176"/>
              <a:gd name="connsiteX18" fmla="*/ 107968 w 2959532"/>
              <a:gd name="connsiteY18" fmla="*/ 256818 h 266176"/>
              <a:gd name="connsiteX19" fmla="*/ 116529 w 2959532"/>
              <a:gd name="connsiteY19" fmla="*/ 256025 h 266176"/>
              <a:gd name="connsiteX20" fmla="*/ 2959533 w 2959532"/>
              <a:gd name="connsiteY20" fmla="*/ 8566 h 266176"/>
              <a:gd name="connsiteX21" fmla="*/ 2957789 w 2959532"/>
              <a:gd name="connsiteY21" fmla="*/ 317 h 2661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2959532" h="266176">
                <a:moveTo>
                  <a:pt x="2957947" y="0"/>
                </a:moveTo>
                <a:lnTo>
                  <a:pt x="2933215" y="2221"/>
                </a:lnTo>
                <a:lnTo>
                  <a:pt x="115103" y="247459"/>
                </a:lnTo>
                <a:lnTo>
                  <a:pt x="106541" y="248252"/>
                </a:lnTo>
                <a:lnTo>
                  <a:pt x="43599" y="253804"/>
                </a:lnTo>
                <a:lnTo>
                  <a:pt x="35038" y="254596"/>
                </a:lnTo>
                <a:lnTo>
                  <a:pt x="32343" y="254914"/>
                </a:lnTo>
                <a:lnTo>
                  <a:pt x="23623" y="255707"/>
                </a:lnTo>
                <a:lnTo>
                  <a:pt x="18074" y="256183"/>
                </a:lnTo>
                <a:lnTo>
                  <a:pt x="9354" y="256976"/>
                </a:lnTo>
                <a:lnTo>
                  <a:pt x="0" y="257769"/>
                </a:lnTo>
                <a:cubicBezTo>
                  <a:pt x="476" y="260624"/>
                  <a:pt x="1585" y="263163"/>
                  <a:pt x="1744" y="266176"/>
                </a:cubicBezTo>
                <a:lnTo>
                  <a:pt x="7610" y="265701"/>
                </a:lnTo>
                <a:lnTo>
                  <a:pt x="16330" y="264908"/>
                </a:lnTo>
                <a:lnTo>
                  <a:pt x="22355" y="264432"/>
                </a:lnTo>
                <a:lnTo>
                  <a:pt x="31075" y="263638"/>
                </a:lnTo>
                <a:lnTo>
                  <a:pt x="34087" y="263321"/>
                </a:lnTo>
                <a:lnTo>
                  <a:pt x="42648" y="262528"/>
                </a:lnTo>
                <a:lnTo>
                  <a:pt x="107968" y="256818"/>
                </a:lnTo>
                <a:lnTo>
                  <a:pt x="116529" y="256025"/>
                </a:lnTo>
                <a:lnTo>
                  <a:pt x="2959533" y="8566"/>
                </a:lnTo>
                <a:cubicBezTo>
                  <a:pt x="2959057" y="5711"/>
                  <a:pt x="2957947" y="3173"/>
                  <a:pt x="2957789" y="317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95" name="Freeform 394">
            <a:extLst>
              <a:ext uri="{FF2B5EF4-FFF2-40B4-BE49-F238E27FC236}">
                <a16:creationId xmlns:a16="http://schemas.microsoft.com/office/drawing/2014/main" id="{17A44ECA-848C-3557-3BD1-CBE7162A1894}"/>
              </a:ext>
            </a:extLst>
          </p:cNvPr>
          <p:cNvSpPr/>
          <p:nvPr/>
        </p:nvSpPr>
        <p:spPr>
          <a:xfrm>
            <a:off x="4892431" y="3290047"/>
            <a:ext cx="2726141" cy="2739897"/>
          </a:xfrm>
          <a:custGeom>
            <a:avLst/>
            <a:gdLst>
              <a:gd name="connsiteX0" fmla="*/ 6025 w 2666385"/>
              <a:gd name="connsiteY0" fmla="*/ 2667793 h 2667792"/>
              <a:gd name="connsiteX1" fmla="*/ 2666386 w 2666385"/>
              <a:gd name="connsiteY1" fmla="*/ 6028 h 2667792"/>
              <a:gd name="connsiteX2" fmla="*/ 2660361 w 2666385"/>
              <a:gd name="connsiteY2" fmla="*/ 0 h 2667792"/>
              <a:gd name="connsiteX3" fmla="*/ 0 w 2666385"/>
              <a:gd name="connsiteY3" fmla="*/ 2661765 h 2667792"/>
              <a:gd name="connsiteX4" fmla="*/ 6025 w 2666385"/>
              <a:gd name="connsiteY4" fmla="*/ 2667793 h 26677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666385" h="2667792">
                <a:moveTo>
                  <a:pt x="6025" y="2667793"/>
                </a:moveTo>
                <a:lnTo>
                  <a:pt x="2666386" y="6028"/>
                </a:lnTo>
                <a:cubicBezTo>
                  <a:pt x="2664166" y="4124"/>
                  <a:pt x="2662264" y="2221"/>
                  <a:pt x="2660361" y="0"/>
                </a:cubicBezTo>
                <a:lnTo>
                  <a:pt x="0" y="2661765"/>
                </a:lnTo>
                <a:cubicBezTo>
                  <a:pt x="2220" y="2663669"/>
                  <a:pt x="4122" y="2665572"/>
                  <a:pt x="6025" y="2667793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96" name="Freeform 395">
            <a:extLst>
              <a:ext uri="{FF2B5EF4-FFF2-40B4-BE49-F238E27FC236}">
                <a16:creationId xmlns:a16="http://schemas.microsoft.com/office/drawing/2014/main" id="{CB3AD0DB-F3DE-659A-C891-90CDB54C7D5B}"/>
              </a:ext>
            </a:extLst>
          </p:cNvPr>
          <p:cNvSpPr/>
          <p:nvPr/>
        </p:nvSpPr>
        <p:spPr>
          <a:xfrm>
            <a:off x="4973432" y="5746550"/>
            <a:ext cx="1208419" cy="214876"/>
          </a:xfrm>
          <a:custGeom>
            <a:avLst/>
            <a:gdLst>
              <a:gd name="connsiteX0" fmla="*/ 0 w 1208419"/>
              <a:gd name="connsiteY0" fmla="*/ 241272 h 249520"/>
              <a:gd name="connsiteX1" fmla="*/ 1744 w 1208419"/>
              <a:gd name="connsiteY1" fmla="*/ 249520 h 249520"/>
              <a:gd name="connsiteX2" fmla="*/ 1208419 w 1208419"/>
              <a:gd name="connsiteY2" fmla="*/ 8248 h 249520"/>
              <a:gd name="connsiteX3" fmla="*/ 1206675 w 1208419"/>
              <a:gd name="connsiteY3" fmla="*/ 0 h 249520"/>
              <a:gd name="connsiteX4" fmla="*/ 0 w 1208419"/>
              <a:gd name="connsiteY4" fmla="*/ 241272 h 249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08419" h="249520">
                <a:moveTo>
                  <a:pt x="0" y="241272"/>
                </a:moveTo>
                <a:cubicBezTo>
                  <a:pt x="793" y="243969"/>
                  <a:pt x="1269" y="246665"/>
                  <a:pt x="1744" y="249520"/>
                </a:cubicBezTo>
                <a:lnTo>
                  <a:pt x="1208419" y="8248"/>
                </a:lnTo>
                <a:cubicBezTo>
                  <a:pt x="1207627" y="5552"/>
                  <a:pt x="1207151" y="2855"/>
                  <a:pt x="1206675" y="0"/>
                </a:cubicBezTo>
                <a:lnTo>
                  <a:pt x="0" y="24127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97" name="Freeform 396">
            <a:extLst>
              <a:ext uri="{FF2B5EF4-FFF2-40B4-BE49-F238E27FC236}">
                <a16:creationId xmlns:a16="http://schemas.microsoft.com/office/drawing/2014/main" id="{BCDC4DED-A2A0-3BAD-8269-3AB9796FDEDF}"/>
              </a:ext>
            </a:extLst>
          </p:cNvPr>
          <p:cNvSpPr/>
          <p:nvPr/>
        </p:nvSpPr>
        <p:spPr>
          <a:xfrm>
            <a:off x="6254307" y="3302262"/>
            <a:ext cx="1380280" cy="2413879"/>
          </a:xfrm>
          <a:custGeom>
            <a:avLst/>
            <a:gdLst>
              <a:gd name="connsiteX0" fmla="*/ 1343974 w 1350949"/>
              <a:gd name="connsiteY0" fmla="*/ 0 h 2374014"/>
              <a:gd name="connsiteX1" fmla="*/ 0 w 1350949"/>
              <a:gd name="connsiteY1" fmla="*/ 2369256 h 2374014"/>
              <a:gd name="connsiteX2" fmla="*/ 6976 w 1350949"/>
              <a:gd name="connsiteY2" fmla="*/ 2374015 h 2374014"/>
              <a:gd name="connsiteX3" fmla="*/ 1350950 w 1350949"/>
              <a:gd name="connsiteY3" fmla="*/ 4759 h 2374014"/>
              <a:gd name="connsiteX4" fmla="*/ 1343974 w 1350949"/>
              <a:gd name="connsiteY4" fmla="*/ 0 h 2374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50949" h="2374014">
                <a:moveTo>
                  <a:pt x="1343974" y="0"/>
                </a:moveTo>
                <a:lnTo>
                  <a:pt x="0" y="2369256"/>
                </a:lnTo>
                <a:cubicBezTo>
                  <a:pt x="2537" y="2370526"/>
                  <a:pt x="4598" y="2372429"/>
                  <a:pt x="6976" y="2374015"/>
                </a:cubicBezTo>
                <a:lnTo>
                  <a:pt x="1350950" y="4759"/>
                </a:lnTo>
                <a:cubicBezTo>
                  <a:pt x="1348413" y="3490"/>
                  <a:pt x="1346352" y="1586"/>
                  <a:pt x="1343974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98" name="Freeform 397">
            <a:extLst>
              <a:ext uri="{FF2B5EF4-FFF2-40B4-BE49-F238E27FC236}">
                <a16:creationId xmlns:a16="http://schemas.microsoft.com/office/drawing/2014/main" id="{8D6D4E48-D226-D395-C2DF-BEFADCCB56BB}"/>
              </a:ext>
            </a:extLst>
          </p:cNvPr>
          <p:cNvSpPr/>
          <p:nvPr/>
        </p:nvSpPr>
        <p:spPr>
          <a:xfrm rot="20930958">
            <a:off x="6334893" y="5498432"/>
            <a:ext cx="2193069" cy="1512849"/>
          </a:xfrm>
          <a:custGeom>
            <a:avLst/>
            <a:gdLst>
              <a:gd name="connsiteX0" fmla="*/ 4756 w 2318223"/>
              <a:gd name="connsiteY0" fmla="*/ 0 h 1871484"/>
              <a:gd name="connsiteX1" fmla="*/ 0 w 2318223"/>
              <a:gd name="connsiteY1" fmla="*/ 6980 h 1871484"/>
              <a:gd name="connsiteX2" fmla="*/ 2313468 w 2318223"/>
              <a:gd name="connsiteY2" fmla="*/ 1871484 h 1871484"/>
              <a:gd name="connsiteX3" fmla="*/ 2318224 w 2318223"/>
              <a:gd name="connsiteY3" fmla="*/ 1864504 h 1871484"/>
              <a:gd name="connsiteX4" fmla="*/ 4756 w 2318223"/>
              <a:gd name="connsiteY4" fmla="*/ 0 h 18714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18223" h="1871484">
                <a:moveTo>
                  <a:pt x="4756" y="0"/>
                </a:moveTo>
                <a:cubicBezTo>
                  <a:pt x="3012" y="2380"/>
                  <a:pt x="1902" y="4917"/>
                  <a:pt x="0" y="6980"/>
                </a:cubicBezTo>
                <a:lnTo>
                  <a:pt x="2313468" y="1871484"/>
                </a:lnTo>
                <a:cubicBezTo>
                  <a:pt x="2315054" y="1869105"/>
                  <a:pt x="2316321" y="1866567"/>
                  <a:pt x="2318224" y="1864504"/>
                </a:cubicBezTo>
                <a:lnTo>
                  <a:pt x="4756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99" name="Freeform 398">
            <a:extLst>
              <a:ext uri="{FF2B5EF4-FFF2-40B4-BE49-F238E27FC236}">
                <a16:creationId xmlns:a16="http://schemas.microsoft.com/office/drawing/2014/main" id="{C99BD9EA-6C0E-D1F3-EEA4-DB9E1C1C2315}"/>
              </a:ext>
            </a:extLst>
          </p:cNvPr>
          <p:cNvSpPr/>
          <p:nvPr/>
        </p:nvSpPr>
        <p:spPr>
          <a:xfrm>
            <a:off x="6318832" y="4680575"/>
            <a:ext cx="2562539" cy="1035567"/>
          </a:xfrm>
          <a:custGeom>
            <a:avLst/>
            <a:gdLst>
              <a:gd name="connsiteX0" fmla="*/ 2854 w 2563966"/>
              <a:gd name="connsiteY0" fmla="*/ 1033139 h 1033139"/>
              <a:gd name="connsiteX1" fmla="*/ 2563966 w 2563966"/>
              <a:gd name="connsiteY1" fmla="*/ 8090 h 1033139"/>
              <a:gd name="connsiteX2" fmla="*/ 2561112 w 2563966"/>
              <a:gd name="connsiteY2" fmla="*/ 0 h 1033139"/>
              <a:gd name="connsiteX3" fmla="*/ 0 w 2563966"/>
              <a:gd name="connsiteY3" fmla="*/ 1025049 h 1033139"/>
              <a:gd name="connsiteX4" fmla="*/ 2695 w 2563966"/>
              <a:gd name="connsiteY4" fmla="*/ 1033139 h 10331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63966" h="1033139">
                <a:moveTo>
                  <a:pt x="2854" y="1033139"/>
                </a:moveTo>
                <a:lnTo>
                  <a:pt x="2563966" y="8090"/>
                </a:lnTo>
                <a:cubicBezTo>
                  <a:pt x="2562699" y="5552"/>
                  <a:pt x="2562064" y="2697"/>
                  <a:pt x="2561112" y="0"/>
                </a:cubicBezTo>
                <a:lnTo>
                  <a:pt x="0" y="1025049"/>
                </a:lnTo>
                <a:cubicBezTo>
                  <a:pt x="1268" y="1027746"/>
                  <a:pt x="1902" y="1030442"/>
                  <a:pt x="2695" y="1033139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00" name="Freeform 399">
            <a:extLst>
              <a:ext uri="{FF2B5EF4-FFF2-40B4-BE49-F238E27FC236}">
                <a16:creationId xmlns:a16="http://schemas.microsoft.com/office/drawing/2014/main" id="{C4B232F9-04B2-F699-87E8-62879B7DB382}"/>
              </a:ext>
            </a:extLst>
          </p:cNvPr>
          <p:cNvSpPr/>
          <p:nvPr/>
        </p:nvSpPr>
        <p:spPr>
          <a:xfrm>
            <a:off x="7711798" y="3293062"/>
            <a:ext cx="1150234" cy="1311848"/>
          </a:xfrm>
          <a:custGeom>
            <a:avLst/>
            <a:gdLst>
              <a:gd name="connsiteX0" fmla="*/ 159 w 1190187"/>
              <a:gd name="connsiteY0" fmla="*/ 5076 h 1313433"/>
              <a:gd name="connsiteX1" fmla="*/ 1183211 w 1190187"/>
              <a:gd name="connsiteY1" fmla="*/ 1313434 h 1313433"/>
              <a:gd name="connsiteX2" fmla="*/ 1190187 w 1190187"/>
              <a:gd name="connsiteY2" fmla="*/ 1308358 h 1313433"/>
              <a:gd name="connsiteX3" fmla="*/ 6976 w 1190187"/>
              <a:gd name="connsiteY3" fmla="*/ 0 h 1313433"/>
              <a:gd name="connsiteX4" fmla="*/ 0 w 1190187"/>
              <a:gd name="connsiteY4" fmla="*/ 5076 h 1313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90187" h="1313433">
                <a:moveTo>
                  <a:pt x="159" y="5076"/>
                </a:moveTo>
                <a:lnTo>
                  <a:pt x="1183211" y="1313434"/>
                </a:lnTo>
                <a:cubicBezTo>
                  <a:pt x="1185271" y="1311371"/>
                  <a:pt x="1187967" y="1310261"/>
                  <a:pt x="1190187" y="1308358"/>
                </a:cubicBezTo>
                <a:lnTo>
                  <a:pt x="6976" y="0"/>
                </a:lnTo>
                <a:cubicBezTo>
                  <a:pt x="4915" y="2062"/>
                  <a:pt x="2220" y="3173"/>
                  <a:pt x="0" y="5076"/>
                </a:cubicBezTo>
                <a:close/>
              </a:path>
            </a:pathLst>
          </a:custGeom>
          <a:solidFill>
            <a:srgbClr val="7030A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01" name="Freeform 400">
            <a:extLst>
              <a:ext uri="{FF2B5EF4-FFF2-40B4-BE49-F238E27FC236}">
                <a16:creationId xmlns:a16="http://schemas.microsoft.com/office/drawing/2014/main" id="{4DCC23F8-1D2B-FBAC-B453-93A996CDF966}"/>
              </a:ext>
            </a:extLst>
          </p:cNvPr>
          <p:cNvSpPr/>
          <p:nvPr/>
        </p:nvSpPr>
        <p:spPr>
          <a:xfrm>
            <a:off x="8679547" y="4728798"/>
            <a:ext cx="265401" cy="2129202"/>
          </a:xfrm>
          <a:custGeom>
            <a:avLst/>
            <a:gdLst>
              <a:gd name="connsiteX0" fmla="*/ 159 w 265401"/>
              <a:gd name="connsiteY0" fmla="*/ 2890029 h 2891773"/>
              <a:gd name="connsiteX1" fmla="*/ 8561 w 265401"/>
              <a:gd name="connsiteY1" fmla="*/ 2891774 h 2891773"/>
              <a:gd name="connsiteX2" fmla="*/ 265402 w 265401"/>
              <a:gd name="connsiteY2" fmla="*/ 1745 h 2891773"/>
              <a:gd name="connsiteX3" fmla="*/ 256999 w 265401"/>
              <a:gd name="connsiteY3" fmla="*/ 0 h 2891773"/>
              <a:gd name="connsiteX4" fmla="*/ 0 w 265401"/>
              <a:gd name="connsiteY4" fmla="*/ 2890029 h 28917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65401" h="2891773">
                <a:moveTo>
                  <a:pt x="159" y="2890029"/>
                </a:moveTo>
                <a:cubicBezTo>
                  <a:pt x="3171" y="2890029"/>
                  <a:pt x="5707" y="2891298"/>
                  <a:pt x="8561" y="2891774"/>
                </a:cubicBezTo>
                <a:lnTo>
                  <a:pt x="265402" y="1745"/>
                </a:lnTo>
                <a:cubicBezTo>
                  <a:pt x="262389" y="1745"/>
                  <a:pt x="259853" y="476"/>
                  <a:pt x="256999" y="0"/>
                </a:cubicBezTo>
                <a:lnTo>
                  <a:pt x="0" y="289002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03" name="Freeform 402">
            <a:extLst>
              <a:ext uri="{FF2B5EF4-FFF2-40B4-BE49-F238E27FC236}">
                <a16:creationId xmlns:a16="http://schemas.microsoft.com/office/drawing/2014/main" id="{0098BF06-C67D-22BF-C0DF-3113537C4D60}"/>
              </a:ext>
            </a:extLst>
          </p:cNvPr>
          <p:cNvSpPr/>
          <p:nvPr/>
        </p:nvSpPr>
        <p:spPr>
          <a:xfrm>
            <a:off x="7735103" y="3257054"/>
            <a:ext cx="2551897" cy="712686"/>
          </a:xfrm>
          <a:custGeom>
            <a:avLst/>
            <a:gdLst>
              <a:gd name="connsiteX0" fmla="*/ 1944854 w 1944853"/>
              <a:gd name="connsiteY0" fmla="*/ 548374 h 555512"/>
              <a:gd name="connsiteX1" fmla="*/ 1744 w 1944853"/>
              <a:gd name="connsiteY1" fmla="*/ 0 h 555512"/>
              <a:gd name="connsiteX2" fmla="*/ 0 w 1944853"/>
              <a:gd name="connsiteY2" fmla="*/ 8407 h 555512"/>
              <a:gd name="connsiteX3" fmla="*/ 1938671 w 1944853"/>
              <a:gd name="connsiteY3" fmla="*/ 555512 h 555512"/>
              <a:gd name="connsiteX4" fmla="*/ 1944854 w 1944853"/>
              <a:gd name="connsiteY4" fmla="*/ 548374 h 5555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44853" h="555512">
                <a:moveTo>
                  <a:pt x="1944854" y="548374"/>
                </a:moveTo>
                <a:lnTo>
                  <a:pt x="1744" y="0"/>
                </a:lnTo>
                <a:cubicBezTo>
                  <a:pt x="1110" y="2855"/>
                  <a:pt x="951" y="5711"/>
                  <a:pt x="0" y="8407"/>
                </a:cubicBezTo>
                <a:lnTo>
                  <a:pt x="1938671" y="555512"/>
                </a:lnTo>
                <a:lnTo>
                  <a:pt x="1944854" y="548374"/>
                </a:lnTo>
                <a:close/>
              </a:path>
            </a:pathLst>
          </a:custGeom>
          <a:solidFill>
            <a:srgbClr val="FF7D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14" name="Freeform 413">
            <a:extLst>
              <a:ext uri="{FF2B5EF4-FFF2-40B4-BE49-F238E27FC236}">
                <a16:creationId xmlns:a16="http://schemas.microsoft.com/office/drawing/2014/main" id="{1C65A792-19BD-7665-F8D2-7A5F0158ED1E}"/>
              </a:ext>
            </a:extLst>
          </p:cNvPr>
          <p:cNvSpPr/>
          <p:nvPr/>
        </p:nvSpPr>
        <p:spPr>
          <a:xfrm>
            <a:off x="32898" y="1758660"/>
            <a:ext cx="8878" cy="45719"/>
          </a:xfrm>
          <a:custGeom>
            <a:avLst/>
            <a:gdLst>
              <a:gd name="connsiteX0" fmla="*/ 634 w 8878"/>
              <a:gd name="connsiteY0" fmla="*/ 159 h 44574"/>
              <a:gd name="connsiteX1" fmla="*/ 0 w 8878"/>
              <a:gd name="connsiteY1" fmla="*/ 2855 h 44574"/>
              <a:gd name="connsiteX2" fmla="*/ 0 w 8878"/>
              <a:gd name="connsiteY2" fmla="*/ 44574 h 44574"/>
              <a:gd name="connsiteX3" fmla="*/ 8878 w 8878"/>
              <a:gd name="connsiteY3" fmla="*/ 1745 h 44574"/>
              <a:gd name="connsiteX4" fmla="*/ 634 w 8878"/>
              <a:gd name="connsiteY4" fmla="*/ 0 h 445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878" h="44574">
                <a:moveTo>
                  <a:pt x="634" y="159"/>
                </a:moveTo>
                <a:lnTo>
                  <a:pt x="0" y="2855"/>
                </a:lnTo>
                <a:lnTo>
                  <a:pt x="0" y="44574"/>
                </a:lnTo>
                <a:lnTo>
                  <a:pt x="8878" y="1745"/>
                </a:lnTo>
                <a:cubicBezTo>
                  <a:pt x="6025" y="1269"/>
                  <a:pt x="3329" y="793"/>
                  <a:pt x="634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15" name="Freeform 414">
            <a:extLst>
              <a:ext uri="{FF2B5EF4-FFF2-40B4-BE49-F238E27FC236}">
                <a16:creationId xmlns:a16="http://schemas.microsoft.com/office/drawing/2014/main" id="{DB778E4D-C6BE-A68D-11D9-AE8D8708DF8D}"/>
              </a:ext>
            </a:extLst>
          </p:cNvPr>
          <p:cNvSpPr/>
          <p:nvPr/>
        </p:nvSpPr>
        <p:spPr>
          <a:xfrm>
            <a:off x="54776" y="1715514"/>
            <a:ext cx="2098800" cy="894505"/>
          </a:xfrm>
          <a:custGeom>
            <a:avLst/>
            <a:gdLst>
              <a:gd name="connsiteX0" fmla="*/ 3647 w 2020162"/>
              <a:gd name="connsiteY0" fmla="*/ 0 h 890374"/>
              <a:gd name="connsiteX1" fmla="*/ 0 w 2020162"/>
              <a:gd name="connsiteY1" fmla="*/ 7773 h 890374"/>
              <a:gd name="connsiteX2" fmla="*/ 2016516 w 2020162"/>
              <a:gd name="connsiteY2" fmla="*/ 890375 h 890374"/>
              <a:gd name="connsiteX3" fmla="*/ 2020162 w 2020162"/>
              <a:gd name="connsiteY3" fmla="*/ 882602 h 890374"/>
              <a:gd name="connsiteX4" fmla="*/ 3647 w 2020162"/>
              <a:gd name="connsiteY4" fmla="*/ 0 h 8903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20162" h="890374">
                <a:moveTo>
                  <a:pt x="3647" y="0"/>
                </a:moveTo>
                <a:cubicBezTo>
                  <a:pt x="2537" y="2697"/>
                  <a:pt x="1268" y="5076"/>
                  <a:pt x="0" y="7773"/>
                </a:cubicBezTo>
                <a:lnTo>
                  <a:pt x="2016516" y="890375"/>
                </a:lnTo>
                <a:cubicBezTo>
                  <a:pt x="2017625" y="887678"/>
                  <a:pt x="2018894" y="885298"/>
                  <a:pt x="2020162" y="882602"/>
                </a:cubicBezTo>
                <a:lnTo>
                  <a:pt x="3647" y="0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65" name="Freeform 464">
            <a:extLst>
              <a:ext uri="{FF2B5EF4-FFF2-40B4-BE49-F238E27FC236}">
                <a16:creationId xmlns:a16="http://schemas.microsoft.com/office/drawing/2014/main" id="{5D8D9EAD-6092-33D5-8B86-0474DE2BF3F0}"/>
              </a:ext>
            </a:extLst>
          </p:cNvPr>
          <p:cNvSpPr/>
          <p:nvPr/>
        </p:nvSpPr>
        <p:spPr>
          <a:xfrm>
            <a:off x="7737481" y="3246109"/>
            <a:ext cx="2201060" cy="231406"/>
          </a:xfrm>
          <a:custGeom>
            <a:avLst/>
            <a:gdLst>
              <a:gd name="connsiteX0" fmla="*/ 2201060 w 2201060"/>
              <a:gd name="connsiteY0" fmla="*/ 260942 h 268714"/>
              <a:gd name="connsiteX1" fmla="*/ 1744 w 2201060"/>
              <a:gd name="connsiteY1" fmla="*/ 0 h 268714"/>
              <a:gd name="connsiteX2" fmla="*/ 0 w 2201060"/>
              <a:gd name="connsiteY2" fmla="*/ 8407 h 268714"/>
              <a:gd name="connsiteX3" fmla="*/ 2194402 w 2201060"/>
              <a:gd name="connsiteY3" fmla="*/ 268715 h 268714"/>
              <a:gd name="connsiteX4" fmla="*/ 2201060 w 2201060"/>
              <a:gd name="connsiteY4" fmla="*/ 260942 h 268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01060" h="268714">
                <a:moveTo>
                  <a:pt x="2201060" y="260942"/>
                </a:moveTo>
                <a:lnTo>
                  <a:pt x="1744" y="0"/>
                </a:lnTo>
                <a:cubicBezTo>
                  <a:pt x="1586" y="3014"/>
                  <a:pt x="476" y="5552"/>
                  <a:pt x="0" y="8407"/>
                </a:cubicBezTo>
                <a:lnTo>
                  <a:pt x="2194402" y="268715"/>
                </a:lnTo>
                <a:lnTo>
                  <a:pt x="2201060" y="26094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94" name="Freeform 493">
            <a:extLst>
              <a:ext uri="{FF2B5EF4-FFF2-40B4-BE49-F238E27FC236}">
                <a16:creationId xmlns:a16="http://schemas.microsoft.com/office/drawing/2014/main" id="{A977E89D-4792-CA78-BF97-E03C10CA0681}"/>
              </a:ext>
            </a:extLst>
          </p:cNvPr>
          <p:cNvSpPr/>
          <p:nvPr/>
        </p:nvSpPr>
        <p:spPr>
          <a:xfrm>
            <a:off x="7738115" y="3075426"/>
            <a:ext cx="2574271" cy="143023"/>
          </a:xfrm>
          <a:custGeom>
            <a:avLst/>
            <a:gdLst>
              <a:gd name="connsiteX0" fmla="*/ 2574272 w 2574271"/>
              <a:gd name="connsiteY0" fmla="*/ 0 h 166082"/>
              <a:gd name="connsiteX1" fmla="*/ 0 w 2574271"/>
              <a:gd name="connsiteY1" fmla="*/ 157675 h 166082"/>
              <a:gd name="connsiteX2" fmla="*/ 1744 w 2574271"/>
              <a:gd name="connsiteY2" fmla="*/ 166083 h 166082"/>
              <a:gd name="connsiteX3" fmla="*/ 2566345 w 2574271"/>
              <a:gd name="connsiteY3" fmla="*/ 9042 h 166082"/>
              <a:gd name="connsiteX4" fmla="*/ 2574113 w 2574271"/>
              <a:gd name="connsiteY4" fmla="*/ 0 h 1660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74271" h="166082">
                <a:moveTo>
                  <a:pt x="2574272" y="0"/>
                </a:moveTo>
                <a:lnTo>
                  <a:pt x="0" y="157675"/>
                </a:lnTo>
                <a:cubicBezTo>
                  <a:pt x="476" y="160531"/>
                  <a:pt x="1744" y="163069"/>
                  <a:pt x="1744" y="166083"/>
                </a:cubicBezTo>
                <a:lnTo>
                  <a:pt x="2566345" y="9042"/>
                </a:lnTo>
                <a:lnTo>
                  <a:pt x="2574113" y="0"/>
                </a:lnTo>
                <a:close/>
              </a:path>
            </a:pathLst>
          </a:custGeom>
          <a:solidFill>
            <a:srgbClr val="FF7D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31" name="Freeform 530">
            <a:extLst>
              <a:ext uri="{FF2B5EF4-FFF2-40B4-BE49-F238E27FC236}">
                <a16:creationId xmlns:a16="http://schemas.microsoft.com/office/drawing/2014/main" id="{C8560DC9-CECA-34CB-FA1F-2FA42B6E54D1}"/>
              </a:ext>
            </a:extLst>
          </p:cNvPr>
          <p:cNvSpPr/>
          <p:nvPr/>
        </p:nvSpPr>
        <p:spPr>
          <a:xfrm>
            <a:off x="7736055" y="2657919"/>
            <a:ext cx="2827465" cy="527911"/>
          </a:xfrm>
          <a:custGeom>
            <a:avLst/>
            <a:gdLst>
              <a:gd name="connsiteX0" fmla="*/ 2827149 w 2827307"/>
              <a:gd name="connsiteY0" fmla="*/ 0 h 573913"/>
              <a:gd name="connsiteX1" fmla="*/ 0 w 2827307"/>
              <a:gd name="connsiteY1" fmla="*/ 565665 h 573913"/>
              <a:gd name="connsiteX2" fmla="*/ 1744 w 2827307"/>
              <a:gd name="connsiteY2" fmla="*/ 573913 h 573913"/>
              <a:gd name="connsiteX3" fmla="*/ 2825405 w 2827307"/>
              <a:gd name="connsiteY3" fmla="*/ 9042 h 573913"/>
              <a:gd name="connsiteX4" fmla="*/ 2827308 w 2827307"/>
              <a:gd name="connsiteY4" fmla="*/ 0 h 5739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7307" h="573913">
                <a:moveTo>
                  <a:pt x="2827149" y="0"/>
                </a:moveTo>
                <a:lnTo>
                  <a:pt x="0" y="565665"/>
                </a:lnTo>
                <a:cubicBezTo>
                  <a:pt x="793" y="568361"/>
                  <a:pt x="1268" y="571058"/>
                  <a:pt x="1744" y="573913"/>
                </a:cubicBezTo>
                <a:lnTo>
                  <a:pt x="2825405" y="9042"/>
                </a:lnTo>
                <a:lnTo>
                  <a:pt x="2827308" y="0"/>
                </a:lnTo>
                <a:close/>
              </a:path>
            </a:pathLst>
          </a:custGeom>
          <a:solidFill>
            <a:srgbClr val="7030A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96" name="Freeform 595">
            <a:extLst>
              <a:ext uri="{FF2B5EF4-FFF2-40B4-BE49-F238E27FC236}">
                <a16:creationId xmlns:a16="http://schemas.microsoft.com/office/drawing/2014/main" id="{D67E72FF-4C58-8E57-7AF5-9CBD01E4CFF8}"/>
              </a:ext>
            </a:extLst>
          </p:cNvPr>
          <p:cNvSpPr/>
          <p:nvPr/>
        </p:nvSpPr>
        <p:spPr>
          <a:xfrm>
            <a:off x="1866930" y="5934681"/>
            <a:ext cx="142847" cy="123216"/>
          </a:xfrm>
          <a:custGeom>
            <a:avLst/>
            <a:gdLst>
              <a:gd name="connsiteX0" fmla="*/ 36465 w 142847"/>
              <a:gd name="connsiteY0" fmla="*/ 132295 h 143082"/>
              <a:gd name="connsiteX1" fmla="*/ 43599 w 142847"/>
              <a:gd name="connsiteY1" fmla="*/ 137054 h 143082"/>
              <a:gd name="connsiteX2" fmla="*/ 53746 w 142847"/>
              <a:gd name="connsiteY2" fmla="*/ 139275 h 143082"/>
              <a:gd name="connsiteX3" fmla="*/ 61990 w 142847"/>
              <a:gd name="connsiteY3" fmla="*/ 141020 h 143082"/>
              <a:gd name="connsiteX4" fmla="*/ 65637 w 142847"/>
              <a:gd name="connsiteY4" fmla="*/ 141813 h 143082"/>
              <a:gd name="connsiteX5" fmla="*/ 68649 w 142847"/>
              <a:gd name="connsiteY5" fmla="*/ 142447 h 143082"/>
              <a:gd name="connsiteX6" fmla="*/ 71662 w 142847"/>
              <a:gd name="connsiteY6" fmla="*/ 143082 h 143082"/>
              <a:gd name="connsiteX7" fmla="*/ 79906 w 142847"/>
              <a:gd name="connsiteY7" fmla="*/ 141337 h 143082"/>
              <a:gd name="connsiteX8" fmla="*/ 88309 w 142847"/>
              <a:gd name="connsiteY8" fmla="*/ 139592 h 143082"/>
              <a:gd name="connsiteX9" fmla="*/ 142055 w 142847"/>
              <a:gd name="connsiteY9" fmla="*/ 75824 h 143082"/>
              <a:gd name="connsiteX10" fmla="*/ 142848 w 142847"/>
              <a:gd name="connsiteY10" fmla="*/ 71541 h 143082"/>
              <a:gd name="connsiteX11" fmla="*/ 142055 w 142847"/>
              <a:gd name="connsiteY11" fmla="*/ 67258 h 143082"/>
              <a:gd name="connsiteX12" fmla="*/ 81333 w 142847"/>
              <a:gd name="connsiteY12" fmla="*/ 2062 h 143082"/>
              <a:gd name="connsiteX13" fmla="*/ 72930 w 142847"/>
              <a:gd name="connsiteY13" fmla="*/ 318 h 143082"/>
              <a:gd name="connsiteX14" fmla="*/ 71503 w 142847"/>
              <a:gd name="connsiteY14" fmla="*/ 0 h 143082"/>
              <a:gd name="connsiteX15" fmla="*/ 3012 w 142847"/>
              <a:gd name="connsiteY15" fmla="*/ 56947 h 143082"/>
              <a:gd name="connsiteX16" fmla="*/ 1268 w 142847"/>
              <a:gd name="connsiteY16" fmla="*/ 65354 h 143082"/>
              <a:gd name="connsiteX17" fmla="*/ 0 w 142847"/>
              <a:gd name="connsiteY17" fmla="*/ 71541 h 143082"/>
              <a:gd name="connsiteX18" fmla="*/ 476 w 142847"/>
              <a:gd name="connsiteY18" fmla="*/ 73762 h 143082"/>
              <a:gd name="connsiteX19" fmla="*/ 2220 w 142847"/>
              <a:gd name="connsiteY19" fmla="*/ 82169 h 143082"/>
              <a:gd name="connsiteX20" fmla="*/ 36465 w 142847"/>
              <a:gd name="connsiteY20" fmla="*/ 132454 h 1430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42847" h="143082">
                <a:moveTo>
                  <a:pt x="36465" y="132295"/>
                </a:moveTo>
                <a:cubicBezTo>
                  <a:pt x="39002" y="133723"/>
                  <a:pt x="40904" y="135944"/>
                  <a:pt x="43599" y="137054"/>
                </a:cubicBezTo>
                <a:cubicBezTo>
                  <a:pt x="46770" y="138482"/>
                  <a:pt x="50417" y="138323"/>
                  <a:pt x="53746" y="139275"/>
                </a:cubicBezTo>
                <a:cubicBezTo>
                  <a:pt x="56441" y="140068"/>
                  <a:pt x="59295" y="140544"/>
                  <a:pt x="61990" y="141020"/>
                </a:cubicBezTo>
                <a:cubicBezTo>
                  <a:pt x="63259" y="141178"/>
                  <a:pt x="64369" y="141654"/>
                  <a:pt x="65637" y="141813"/>
                </a:cubicBezTo>
                <a:cubicBezTo>
                  <a:pt x="66747" y="141813"/>
                  <a:pt x="67539" y="142447"/>
                  <a:pt x="68649" y="142447"/>
                </a:cubicBezTo>
                <a:cubicBezTo>
                  <a:pt x="69759" y="142447"/>
                  <a:pt x="70552" y="143082"/>
                  <a:pt x="71662" y="143082"/>
                </a:cubicBezTo>
                <a:cubicBezTo>
                  <a:pt x="74674" y="143082"/>
                  <a:pt x="77052" y="141654"/>
                  <a:pt x="79906" y="141337"/>
                </a:cubicBezTo>
                <a:cubicBezTo>
                  <a:pt x="82760" y="141020"/>
                  <a:pt x="85455" y="140226"/>
                  <a:pt x="88309" y="139592"/>
                </a:cubicBezTo>
                <a:cubicBezTo>
                  <a:pt x="117956" y="132295"/>
                  <a:pt x="140152" y="107391"/>
                  <a:pt x="142055" y="75824"/>
                </a:cubicBezTo>
                <a:cubicBezTo>
                  <a:pt x="142055" y="74237"/>
                  <a:pt x="142848" y="72969"/>
                  <a:pt x="142848" y="71541"/>
                </a:cubicBezTo>
                <a:cubicBezTo>
                  <a:pt x="142848" y="70113"/>
                  <a:pt x="142055" y="68844"/>
                  <a:pt x="142055" y="67258"/>
                </a:cubicBezTo>
                <a:cubicBezTo>
                  <a:pt x="139994" y="33312"/>
                  <a:pt x="114468" y="6821"/>
                  <a:pt x="81333" y="2062"/>
                </a:cubicBezTo>
                <a:cubicBezTo>
                  <a:pt x="78479" y="1586"/>
                  <a:pt x="75942" y="476"/>
                  <a:pt x="72930" y="318"/>
                </a:cubicBezTo>
                <a:cubicBezTo>
                  <a:pt x="72454" y="318"/>
                  <a:pt x="71979" y="0"/>
                  <a:pt x="71503" y="0"/>
                </a:cubicBezTo>
                <a:cubicBezTo>
                  <a:pt x="37258" y="0"/>
                  <a:pt x="9988" y="24588"/>
                  <a:pt x="3012" y="56947"/>
                </a:cubicBezTo>
                <a:cubicBezTo>
                  <a:pt x="2378" y="59803"/>
                  <a:pt x="1585" y="62340"/>
                  <a:pt x="1268" y="65354"/>
                </a:cubicBezTo>
                <a:cubicBezTo>
                  <a:pt x="1110" y="67575"/>
                  <a:pt x="0" y="69320"/>
                  <a:pt x="0" y="71541"/>
                </a:cubicBezTo>
                <a:cubicBezTo>
                  <a:pt x="0" y="72334"/>
                  <a:pt x="476" y="72969"/>
                  <a:pt x="476" y="73762"/>
                </a:cubicBezTo>
                <a:cubicBezTo>
                  <a:pt x="476" y="76776"/>
                  <a:pt x="1744" y="79314"/>
                  <a:pt x="2220" y="82169"/>
                </a:cubicBezTo>
                <a:cubicBezTo>
                  <a:pt x="5549" y="103901"/>
                  <a:pt x="18074" y="121826"/>
                  <a:pt x="36465" y="132454"/>
                </a:cubicBezTo>
                <a:close/>
              </a:path>
            </a:pathLst>
          </a:custGeom>
          <a:solidFill>
            <a:srgbClr val="FF7D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97" name="Freeform 596">
            <a:extLst>
              <a:ext uri="{FF2B5EF4-FFF2-40B4-BE49-F238E27FC236}">
                <a16:creationId xmlns:a16="http://schemas.microsoft.com/office/drawing/2014/main" id="{28F7C6CF-4902-46A9-0579-C9B64B15DA14}"/>
              </a:ext>
            </a:extLst>
          </p:cNvPr>
          <p:cNvSpPr/>
          <p:nvPr/>
        </p:nvSpPr>
        <p:spPr>
          <a:xfrm>
            <a:off x="1732485" y="6204189"/>
            <a:ext cx="142847" cy="123079"/>
          </a:xfrm>
          <a:custGeom>
            <a:avLst/>
            <a:gdLst>
              <a:gd name="connsiteX0" fmla="*/ 70869 w 142847"/>
              <a:gd name="connsiteY0" fmla="*/ 142923 h 142922"/>
              <a:gd name="connsiteX1" fmla="*/ 71345 w 142847"/>
              <a:gd name="connsiteY1" fmla="*/ 142923 h 142922"/>
              <a:gd name="connsiteX2" fmla="*/ 83235 w 142847"/>
              <a:gd name="connsiteY2" fmla="*/ 140543 h 142922"/>
              <a:gd name="connsiteX3" fmla="*/ 91638 w 142847"/>
              <a:gd name="connsiteY3" fmla="*/ 138799 h 142922"/>
              <a:gd name="connsiteX4" fmla="*/ 142848 w 142847"/>
              <a:gd name="connsiteY4" fmla="*/ 71541 h 142922"/>
              <a:gd name="connsiteX5" fmla="*/ 142372 w 142847"/>
              <a:gd name="connsiteY5" fmla="*/ 69637 h 142922"/>
              <a:gd name="connsiteX6" fmla="*/ 140628 w 142847"/>
              <a:gd name="connsiteY6" fmla="*/ 61230 h 142922"/>
              <a:gd name="connsiteX7" fmla="*/ 106541 w 142847"/>
              <a:gd name="connsiteY7" fmla="*/ 10628 h 142922"/>
              <a:gd name="connsiteX8" fmla="*/ 99407 w 142847"/>
              <a:gd name="connsiteY8" fmla="*/ 5869 h 142922"/>
              <a:gd name="connsiteX9" fmla="*/ 83394 w 142847"/>
              <a:gd name="connsiteY9" fmla="*/ 2538 h 142922"/>
              <a:gd name="connsiteX10" fmla="*/ 74991 w 142847"/>
              <a:gd name="connsiteY10" fmla="*/ 793 h 142922"/>
              <a:gd name="connsiteX11" fmla="*/ 71345 w 142847"/>
              <a:gd name="connsiteY11" fmla="*/ 0 h 142922"/>
              <a:gd name="connsiteX12" fmla="*/ 4439 w 142847"/>
              <a:gd name="connsiteY12" fmla="*/ 49492 h 142922"/>
              <a:gd name="connsiteX13" fmla="*/ 2695 w 142847"/>
              <a:gd name="connsiteY13" fmla="*/ 57740 h 142922"/>
              <a:gd name="connsiteX14" fmla="*/ 2378 w 142847"/>
              <a:gd name="connsiteY14" fmla="*/ 59168 h 142922"/>
              <a:gd name="connsiteX15" fmla="*/ 793 w 142847"/>
              <a:gd name="connsiteY15" fmla="*/ 67099 h 142922"/>
              <a:gd name="connsiteX16" fmla="*/ 0 w 142847"/>
              <a:gd name="connsiteY16" fmla="*/ 71382 h 142922"/>
              <a:gd name="connsiteX17" fmla="*/ 793 w 142847"/>
              <a:gd name="connsiteY17" fmla="*/ 75665 h 142922"/>
              <a:gd name="connsiteX18" fmla="*/ 55649 w 142847"/>
              <a:gd name="connsiteY18" fmla="*/ 139592 h 142922"/>
              <a:gd name="connsiteX19" fmla="*/ 64052 w 142847"/>
              <a:gd name="connsiteY19" fmla="*/ 141336 h 142922"/>
              <a:gd name="connsiteX20" fmla="*/ 67381 w 142847"/>
              <a:gd name="connsiteY20" fmla="*/ 141971 h 142922"/>
              <a:gd name="connsiteX21" fmla="*/ 71028 w 142847"/>
              <a:gd name="connsiteY21" fmla="*/ 142765 h 1429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142847" h="142922">
                <a:moveTo>
                  <a:pt x="70869" y="142923"/>
                </a:moveTo>
                <a:cubicBezTo>
                  <a:pt x="70869" y="142923"/>
                  <a:pt x="71186" y="142923"/>
                  <a:pt x="71345" y="142923"/>
                </a:cubicBezTo>
                <a:cubicBezTo>
                  <a:pt x="75625" y="142923"/>
                  <a:pt x="79113" y="141178"/>
                  <a:pt x="83235" y="140543"/>
                </a:cubicBezTo>
                <a:cubicBezTo>
                  <a:pt x="86089" y="140068"/>
                  <a:pt x="88943" y="139592"/>
                  <a:pt x="91638" y="138799"/>
                </a:cubicBezTo>
                <a:cubicBezTo>
                  <a:pt x="120969" y="129915"/>
                  <a:pt x="142848" y="103742"/>
                  <a:pt x="142848" y="71541"/>
                </a:cubicBezTo>
                <a:cubicBezTo>
                  <a:pt x="142848" y="70748"/>
                  <a:pt x="142372" y="70272"/>
                  <a:pt x="142372" y="69637"/>
                </a:cubicBezTo>
                <a:cubicBezTo>
                  <a:pt x="142372" y="66623"/>
                  <a:pt x="141104" y="64085"/>
                  <a:pt x="140628" y="61230"/>
                </a:cubicBezTo>
                <a:cubicBezTo>
                  <a:pt x="137299" y="39339"/>
                  <a:pt x="124774" y="21256"/>
                  <a:pt x="106541" y="10628"/>
                </a:cubicBezTo>
                <a:cubicBezTo>
                  <a:pt x="104005" y="9200"/>
                  <a:pt x="102102" y="6979"/>
                  <a:pt x="99407" y="5869"/>
                </a:cubicBezTo>
                <a:cubicBezTo>
                  <a:pt x="94492" y="3807"/>
                  <a:pt x="88784" y="3489"/>
                  <a:pt x="83394" y="2538"/>
                </a:cubicBezTo>
                <a:cubicBezTo>
                  <a:pt x="80540" y="2062"/>
                  <a:pt x="78003" y="952"/>
                  <a:pt x="74991" y="793"/>
                </a:cubicBezTo>
                <a:cubicBezTo>
                  <a:pt x="73723" y="793"/>
                  <a:pt x="72613" y="0"/>
                  <a:pt x="71345" y="0"/>
                </a:cubicBezTo>
                <a:cubicBezTo>
                  <a:pt x="39636" y="0"/>
                  <a:pt x="13793" y="20938"/>
                  <a:pt x="4439" y="49492"/>
                </a:cubicBezTo>
                <a:cubicBezTo>
                  <a:pt x="3488" y="52188"/>
                  <a:pt x="3329" y="55043"/>
                  <a:pt x="2695" y="57740"/>
                </a:cubicBezTo>
                <a:cubicBezTo>
                  <a:pt x="2695" y="58216"/>
                  <a:pt x="2537" y="58692"/>
                  <a:pt x="2378" y="59168"/>
                </a:cubicBezTo>
                <a:cubicBezTo>
                  <a:pt x="1903" y="61865"/>
                  <a:pt x="951" y="64403"/>
                  <a:pt x="793" y="67099"/>
                </a:cubicBezTo>
                <a:cubicBezTo>
                  <a:pt x="793" y="68527"/>
                  <a:pt x="0" y="69796"/>
                  <a:pt x="0" y="71382"/>
                </a:cubicBezTo>
                <a:cubicBezTo>
                  <a:pt x="0" y="72968"/>
                  <a:pt x="793" y="74237"/>
                  <a:pt x="793" y="75665"/>
                </a:cubicBezTo>
                <a:cubicBezTo>
                  <a:pt x="2854" y="107549"/>
                  <a:pt x="25367" y="132612"/>
                  <a:pt x="55649" y="139592"/>
                </a:cubicBezTo>
                <a:cubicBezTo>
                  <a:pt x="58503" y="140226"/>
                  <a:pt x="61198" y="141019"/>
                  <a:pt x="64052" y="141336"/>
                </a:cubicBezTo>
                <a:cubicBezTo>
                  <a:pt x="65161" y="141336"/>
                  <a:pt x="66271" y="141971"/>
                  <a:pt x="67381" y="141971"/>
                </a:cubicBezTo>
                <a:cubicBezTo>
                  <a:pt x="68649" y="141971"/>
                  <a:pt x="69759" y="142765"/>
                  <a:pt x="71028" y="142765"/>
                </a:cubicBezTo>
                <a:close/>
              </a:path>
            </a:pathLst>
          </a:custGeom>
          <a:solidFill>
            <a:srgbClr val="7030A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98" name="Freeform 597">
            <a:extLst>
              <a:ext uri="{FF2B5EF4-FFF2-40B4-BE49-F238E27FC236}">
                <a16:creationId xmlns:a16="http://schemas.microsoft.com/office/drawing/2014/main" id="{11FC2459-6FFF-1207-DB5F-82BABBBD74F4}"/>
              </a:ext>
            </a:extLst>
          </p:cNvPr>
          <p:cNvSpPr/>
          <p:nvPr/>
        </p:nvSpPr>
        <p:spPr>
          <a:xfrm>
            <a:off x="4830585" y="5932778"/>
            <a:ext cx="146652" cy="126221"/>
          </a:xfrm>
          <a:custGeom>
            <a:avLst/>
            <a:gdLst>
              <a:gd name="connsiteX0" fmla="*/ 127627 w 146652"/>
              <a:gd name="connsiteY0" fmla="*/ 25063 h 146571"/>
              <a:gd name="connsiteX1" fmla="*/ 121603 w 146652"/>
              <a:gd name="connsiteY1" fmla="*/ 19035 h 146571"/>
              <a:gd name="connsiteX2" fmla="*/ 73405 w 146652"/>
              <a:gd name="connsiteY2" fmla="*/ 0 h 146571"/>
              <a:gd name="connsiteX3" fmla="*/ 951 w 146652"/>
              <a:gd name="connsiteY3" fmla="*/ 69003 h 146571"/>
              <a:gd name="connsiteX4" fmla="*/ 0 w 146652"/>
              <a:gd name="connsiteY4" fmla="*/ 73286 h 146571"/>
              <a:gd name="connsiteX5" fmla="*/ 476 w 146652"/>
              <a:gd name="connsiteY5" fmla="*/ 75507 h 146571"/>
              <a:gd name="connsiteX6" fmla="*/ 2219 w 146652"/>
              <a:gd name="connsiteY6" fmla="*/ 83755 h 146571"/>
              <a:gd name="connsiteX7" fmla="*/ 73405 w 146652"/>
              <a:gd name="connsiteY7" fmla="*/ 146571 h 146571"/>
              <a:gd name="connsiteX8" fmla="*/ 146653 w 146652"/>
              <a:gd name="connsiteY8" fmla="*/ 73286 h 146571"/>
              <a:gd name="connsiteX9" fmla="*/ 144592 w 146652"/>
              <a:gd name="connsiteY9" fmla="*/ 63451 h 146571"/>
              <a:gd name="connsiteX10" fmla="*/ 142847 w 146652"/>
              <a:gd name="connsiteY10" fmla="*/ 55202 h 146571"/>
              <a:gd name="connsiteX11" fmla="*/ 127469 w 146652"/>
              <a:gd name="connsiteY11" fmla="*/ 25222 h 146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46652" h="146571">
                <a:moveTo>
                  <a:pt x="127627" y="25063"/>
                </a:moveTo>
                <a:cubicBezTo>
                  <a:pt x="125725" y="22842"/>
                  <a:pt x="123822" y="20939"/>
                  <a:pt x="121603" y="19035"/>
                </a:cubicBezTo>
                <a:cubicBezTo>
                  <a:pt x="108761" y="7455"/>
                  <a:pt x="92114" y="0"/>
                  <a:pt x="73405" y="0"/>
                </a:cubicBezTo>
                <a:cubicBezTo>
                  <a:pt x="34404" y="0"/>
                  <a:pt x="3329" y="30615"/>
                  <a:pt x="951" y="69003"/>
                </a:cubicBezTo>
                <a:cubicBezTo>
                  <a:pt x="951" y="70589"/>
                  <a:pt x="0" y="71699"/>
                  <a:pt x="0" y="73286"/>
                </a:cubicBezTo>
                <a:cubicBezTo>
                  <a:pt x="0" y="74079"/>
                  <a:pt x="476" y="74713"/>
                  <a:pt x="476" y="75507"/>
                </a:cubicBezTo>
                <a:cubicBezTo>
                  <a:pt x="476" y="78521"/>
                  <a:pt x="1744" y="81059"/>
                  <a:pt x="2219" y="83755"/>
                </a:cubicBezTo>
                <a:cubicBezTo>
                  <a:pt x="7452" y="119129"/>
                  <a:pt x="36624" y="146571"/>
                  <a:pt x="73405" y="146571"/>
                </a:cubicBezTo>
                <a:cubicBezTo>
                  <a:pt x="113834" y="146571"/>
                  <a:pt x="146653" y="113736"/>
                  <a:pt x="146653" y="73286"/>
                </a:cubicBezTo>
                <a:cubicBezTo>
                  <a:pt x="146653" y="69796"/>
                  <a:pt x="145067" y="66782"/>
                  <a:pt x="144592" y="63451"/>
                </a:cubicBezTo>
                <a:cubicBezTo>
                  <a:pt x="144116" y="60596"/>
                  <a:pt x="143640" y="57899"/>
                  <a:pt x="142847" y="55202"/>
                </a:cubicBezTo>
                <a:cubicBezTo>
                  <a:pt x="139835" y="43940"/>
                  <a:pt x="135079" y="33629"/>
                  <a:pt x="127469" y="25222"/>
                </a:cubicBezTo>
                <a:close/>
              </a:path>
            </a:pathLst>
          </a:custGeom>
          <a:solidFill>
            <a:srgbClr val="7030A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99" name="Freeform 598">
            <a:extLst>
              <a:ext uri="{FF2B5EF4-FFF2-40B4-BE49-F238E27FC236}">
                <a16:creationId xmlns:a16="http://schemas.microsoft.com/office/drawing/2014/main" id="{B548B6CE-CC02-AE97-E649-5EE686F99AAF}"/>
              </a:ext>
            </a:extLst>
          </p:cNvPr>
          <p:cNvSpPr/>
          <p:nvPr/>
        </p:nvSpPr>
        <p:spPr>
          <a:xfrm>
            <a:off x="6178522" y="5663112"/>
            <a:ext cx="146652" cy="126221"/>
          </a:xfrm>
          <a:custGeom>
            <a:avLst/>
            <a:gdLst>
              <a:gd name="connsiteX0" fmla="*/ 146336 w 146652"/>
              <a:gd name="connsiteY0" fmla="*/ 73444 h 146571"/>
              <a:gd name="connsiteX1" fmla="*/ 141738 w 146652"/>
              <a:gd name="connsiteY1" fmla="*/ 50602 h 146571"/>
              <a:gd name="connsiteX2" fmla="*/ 139043 w 146652"/>
              <a:gd name="connsiteY2" fmla="*/ 42512 h 146571"/>
              <a:gd name="connsiteX3" fmla="*/ 112249 w 146652"/>
              <a:gd name="connsiteY3" fmla="*/ 13008 h 146571"/>
              <a:gd name="connsiteX4" fmla="*/ 105273 w 146652"/>
              <a:gd name="connsiteY4" fmla="*/ 8248 h 146571"/>
              <a:gd name="connsiteX5" fmla="*/ 73247 w 146652"/>
              <a:gd name="connsiteY5" fmla="*/ 0 h 146571"/>
              <a:gd name="connsiteX6" fmla="*/ 0 w 146652"/>
              <a:gd name="connsiteY6" fmla="*/ 73286 h 146571"/>
              <a:gd name="connsiteX7" fmla="*/ 2061 w 146652"/>
              <a:gd name="connsiteY7" fmla="*/ 83279 h 146571"/>
              <a:gd name="connsiteX8" fmla="*/ 3805 w 146652"/>
              <a:gd name="connsiteY8" fmla="*/ 91528 h 146571"/>
              <a:gd name="connsiteX9" fmla="*/ 73406 w 146652"/>
              <a:gd name="connsiteY9" fmla="*/ 146571 h 146571"/>
              <a:gd name="connsiteX10" fmla="*/ 127310 w 146652"/>
              <a:gd name="connsiteY10" fmla="*/ 121984 h 146571"/>
              <a:gd name="connsiteX11" fmla="*/ 132067 w 146652"/>
              <a:gd name="connsiteY11" fmla="*/ 115005 h 146571"/>
              <a:gd name="connsiteX12" fmla="*/ 146653 w 146652"/>
              <a:gd name="connsiteY12" fmla="*/ 73127 h 146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46652" h="146571">
                <a:moveTo>
                  <a:pt x="146336" y="73444"/>
                </a:moveTo>
                <a:cubicBezTo>
                  <a:pt x="146336" y="65354"/>
                  <a:pt x="144116" y="57899"/>
                  <a:pt x="141738" y="50602"/>
                </a:cubicBezTo>
                <a:cubicBezTo>
                  <a:pt x="140787" y="47905"/>
                  <a:pt x="140152" y="45209"/>
                  <a:pt x="139043" y="42512"/>
                </a:cubicBezTo>
                <a:cubicBezTo>
                  <a:pt x="133177" y="30139"/>
                  <a:pt x="123664" y="20463"/>
                  <a:pt x="112249" y="13008"/>
                </a:cubicBezTo>
                <a:cubicBezTo>
                  <a:pt x="109871" y="11421"/>
                  <a:pt x="107809" y="9518"/>
                  <a:pt x="105273" y="8248"/>
                </a:cubicBezTo>
                <a:cubicBezTo>
                  <a:pt x="95443" y="3331"/>
                  <a:pt x="84821" y="0"/>
                  <a:pt x="73247" y="0"/>
                </a:cubicBezTo>
                <a:cubicBezTo>
                  <a:pt x="32819" y="0"/>
                  <a:pt x="0" y="32836"/>
                  <a:pt x="0" y="73286"/>
                </a:cubicBezTo>
                <a:cubicBezTo>
                  <a:pt x="0" y="76776"/>
                  <a:pt x="1586" y="79789"/>
                  <a:pt x="2061" y="83279"/>
                </a:cubicBezTo>
                <a:cubicBezTo>
                  <a:pt x="2537" y="86134"/>
                  <a:pt x="3012" y="88831"/>
                  <a:pt x="3805" y="91528"/>
                </a:cubicBezTo>
                <a:cubicBezTo>
                  <a:pt x="12049" y="122936"/>
                  <a:pt x="39477" y="146571"/>
                  <a:pt x="73406" y="146571"/>
                </a:cubicBezTo>
                <a:cubicBezTo>
                  <a:pt x="94967" y="146571"/>
                  <a:pt x="113834" y="136895"/>
                  <a:pt x="127310" y="121984"/>
                </a:cubicBezTo>
                <a:cubicBezTo>
                  <a:pt x="129213" y="119922"/>
                  <a:pt x="130323" y="117226"/>
                  <a:pt x="132067" y="115005"/>
                </a:cubicBezTo>
                <a:cubicBezTo>
                  <a:pt x="140628" y="102949"/>
                  <a:pt x="146653" y="89148"/>
                  <a:pt x="146653" y="73127"/>
                </a:cubicBezTo>
                <a:close/>
              </a:path>
            </a:pathLst>
          </a:custGeom>
          <a:solidFill>
            <a:srgbClr val="FF7D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00" name="Freeform 599">
            <a:extLst>
              <a:ext uri="{FF2B5EF4-FFF2-40B4-BE49-F238E27FC236}">
                <a16:creationId xmlns:a16="http://schemas.microsoft.com/office/drawing/2014/main" id="{E22DB8BA-E31F-4A7A-49D9-E89DA6843FBB}"/>
              </a:ext>
            </a:extLst>
          </p:cNvPr>
          <p:cNvSpPr/>
          <p:nvPr/>
        </p:nvSpPr>
        <p:spPr>
          <a:xfrm>
            <a:off x="8597422" y="6758134"/>
            <a:ext cx="126042" cy="129133"/>
          </a:xfrm>
          <a:custGeom>
            <a:avLst/>
            <a:gdLst>
              <a:gd name="connsiteX0" fmla="*/ 73406 w 146494"/>
              <a:gd name="connsiteY0" fmla="*/ 0 h 146730"/>
              <a:gd name="connsiteX1" fmla="*/ 19501 w 146494"/>
              <a:gd name="connsiteY1" fmla="*/ 24588 h 146730"/>
              <a:gd name="connsiteX2" fmla="*/ 14744 w 146494"/>
              <a:gd name="connsiteY2" fmla="*/ 31567 h 146730"/>
              <a:gd name="connsiteX3" fmla="*/ 0 w 146494"/>
              <a:gd name="connsiteY3" fmla="*/ 73444 h 146730"/>
              <a:gd name="connsiteX4" fmla="*/ 73247 w 146494"/>
              <a:gd name="connsiteY4" fmla="*/ 146730 h 146730"/>
              <a:gd name="connsiteX5" fmla="*/ 146494 w 146494"/>
              <a:gd name="connsiteY5" fmla="*/ 73444 h 146730"/>
              <a:gd name="connsiteX6" fmla="*/ 83870 w 146494"/>
              <a:gd name="connsiteY6" fmla="*/ 2221 h 146730"/>
              <a:gd name="connsiteX7" fmla="*/ 75467 w 146494"/>
              <a:gd name="connsiteY7" fmla="*/ 476 h 146730"/>
              <a:gd name="connsiteX8" fmla="*/ 73406 w 146494"/>
              <a:gd name="connsiteY8" fmla="*/ 0 h 1467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6494" h="146730">
                <a:moveTo>
                  <a:pt x="73406" y="0"/>
                </a:moveTo>
                <a:cubicBezTo>
                  <a:pt x="51844" y="0"/>
                  <a:pt x="32977" y="9677"/>
                  <a:pt x="19501" y="24588"/>
                </a:cubicBezTo>
                <a:cubicBezTo>
                  <a:pt x="17598" y="26650"/>
                  <a:pt x="16330" y="29346"/>
                  <a:pt x="14744" y="31567"/>
                </a:cubicBezTo>
                <a:cubicBezTo>
                  <a:pt x="6183" y="43622"/>
                  <a:pt x="0" y="57423"/>
                  <a:pt x="0" y="73444"/>
                </a:cubicBezTo>
                <a:cubicBezTo>
                  <a:pt x="0" y="113895"/>
                  <a:pt x="32819" y="146730"/>
                  <a:pt x="73247" y="146730"/>
                </a:cubicBezTo>
                <a:cubicBezTo>
                  <a:pt x="113675" y="146730"/>
                  <a:pt x="146494" y="113895"/>
                  <a:pt x="146494" y="73444"/>
                </a:cubicBezTo>
                <a:cubicBezTo>
                  <a:pt x="146494" y="36643"/>
                  <a:pt x="119066" y="7614"/>
                  <a:pt x="83870" y="2221"/>
                </a:cubicBezTo>
                <a:cubicBezTo>
                  <a:pt x="81016" y="1745"/>
                  <a:pt x="78321" y="635"/>
                  <a:pt x="75467" y="476"/>
                </a:cubicBezTo>
                <a:cubicBezTo>
                  <a:pt x="74674" y="476"/>
                  <a:pt x="74040" y="0"/>
                  <a:pt x="73406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01" name="Freeform 600">
            <a:extLst>
              <a:ext uri="{FF2B5EF4-FFF2-40B4-BE49-F238E27FC236}">
                <a16:creationId xmlns:a16="http://schemas.microsoft.com/office/drawing/2014/main" id="{6F39727B-C48F-ED1E-3A5D-9F3A6682913C}"/>
              </a:ext>
            </a:extLst>
          </p:cNvPr>
          <p:cNvSpPr/>
          <p:nvPr/>
        </p:nvSpPr>
        <p:spPr>
          <a:xfrm>
            <a:off x="2125514" y="2552273"/>
            <a:ext cx="165519" cy="168625"/>
          </a:xfrm>
          <a:custGeom>
            <a:avLst/>
            <a:gdLst>
              <a:gd name="connsiteX0" fmla="*/ 80381 w 165519"/>
              <a:gd name="connsiteY0" fmla="*/ 165131 h 165606"/>
              <a:gd name="connsiteX1" fmla="*/ 82760 w 165519"/>
              <a:gd name="connsiteY1" fmla="*/ 165607 h 165606"/>
              <a:gd name="connsiteX2" fmla="*/ 165520 w 165519"/>
              <a:gd name="connsiteY2" fmla="*/ 82803 h 165606"/>
              <a:gd name="connsiteX3" fmla="*/ 82760 w 165519"/>
              <a:gd name="connsiteY3" fmla="*/ 0 h 165606"/>
              <a:gd name="connsiteX4" fmla="*/ 9513 w 165519"/>
              <a:gd name="connsiteY4" fmla="*/ 46161 h 165606"/>
              <a:gd name="connsiteX5" fmla="*/ 5866 w 165519"/>
              <a:gd name="connsiteY5" fmla="*/ 53933 h 165606"/>
              <a:gd name="connsiteX6" fmla="*/ 0 w 165519"/>
              <a:gd name="connsiteY6" fmla="*/ 82962 h 165606"/>
              <a:gd name="connsiteX7" fmla="*/ 69601 w 165519"/>
              <a:gd name="connsiteY7" fmla="*/ 163228 h 165606"/>
              <a:gd name="connsiteX8" fmla="*/ 72137 w 165519"/>
              <a:gd name="connsiteY8" fmla="*/ 163703 h 165606"/>
              <a:gd name="connsiteX9" fmla="*/ 80381 w 165519"/>
              <a:gd name="connsiteY9" fmla="*/ 165448 h 1656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65519" h="165606">
                <a:moveTo>
                  <a:pt x="80381" y="165131"/>
                </a:moveTo>
                <a:cubicBezTo>
                  <a:pt x="81174" y="165131"/>
                  <a:pt x="81967" y="165607"/>
                  <a:pt x="82760" y="165607"/>
                </a:cubicBezTo>
                <a:cubicBezTo>
                  <a:pt x="128579" y="165607"/>
                  <a:pt x="165520" y="128488"/>
                  <a:pt x="165520" y="82803"/>
                </a:cubicBezTo>
                <a:cubicBezTo>
                  <a:pt x="165520" y="37119"/>
                  <a:pt x="128420" y="0"/>
                  <a:pt x="82760" y="0"/>
                </a:cubicBezTo>
                <a:cubicBezTo>
                  <a:pt x="50417" y="0"/>
                  <a:pt x="23147" y="19035"/>
                  <a:pt x="9513" y="46161"/>
                </a:cubicBezTo>
                <a:cubicBezTo>
                  <a:pt x="8244" y="48699"/>
                  <a:pt x="6817" y="51078"/>
                  <a:pt x="5866" y="53933"/>
                </a:cubicBezTo>
                <a:cubicBezTo>
                  <a:pt x="2378" y="62975"/>
                  <a:pt x="0" y="72651"/>
                  <a:pt x="0" y="82962"/>
                </a:cubicBezTo>
                <a:cubicBezTo>
                  <a:pt x="0" y="124047"/>
                  <a:pt x="30440" y="156565"/>
                  <a:pt x="69601" y="163228"/>
                </a:cubicBezTo>
                <a:cubicBezTo>
                  <a:pt x="70393" y="163228"/>
                  <a:pt x="71186" y="163545"/>
                  <a:pt x="72137" y="163703"/>
                </a:cubicBezTo>
                <a:cubicBezTo>
                  <a:pt x="74991" y="164179"/>
                  <a:pt x="77528" y="165290"/>
                  <a:pt x="80381" y="165448"/>
                </a:cubicBezTo>
                <a:close/>
              </a:path>
            </a:pathLst>
          </a:custGeom>
          <a:solidFill>
            <a:srgbClr val="FF7D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02" name="Freeform 601">
            <a:extLst>
              <a:ext uri="{FF2B5EF4-FFF2-40B4-BE49-F238E27FC236}">
                <a16:creationId xmlns:a16="http://schemas.microsoft.com/office/drawing/2014/main" id="{6239FF89-E9DF-3426-F761-2A34ACB090E6}"/>
              </a:ext>
            </a:extLst>
          </p:cNvPr>
          <p:cNvSpPr/>
          <p:nvPr/>
        </p:nvSpPr>
        <p:spPr>
          <a:xfrm>
            <a:off x="2776" y="1631816"/>
            <a:ext cx="90211" cy="123079"/>
          </a:xfrm>
          <a:custGeom>
            <a:avLst/>
            <a:gdLst>
              <a:gd name="connsiteX0" fmla="*/ 8878 w 90211"/>
              <a:gd name="connsiteY0" fmla="*/ 140861 h 142923"/>
              <a:gd name="connsiteX1" fmla="*/ 18867 w 90211"/>
              <a:gd name="connsiteY1" fmla="*/ 142923 h 142923"/>
              <a:gd name="connsiteX2" fmla="*/ 81650 w 90211"/>
              <a:gd name="connsiteY2" fmla="*/ 103584 h 142923"/>
              <a:gd name="connsiteX3" fmla="*/ 85296 w 90211"/>
              <a:gd name="connsiteY3" fmla="*/ 95811 h 142923"/>
              <a:gd name="connsiteX4" fmla="*/ 90211 w 90211"/>
              <a:gd name="connsiteY4" fmla="*/ 71382 h 142923"/>
              <a:gd name="connsiteX5" fmla="*/ 18867 w 90211"/>
              <a:gd name="connsiteY5" fmla="*/ 0 h 142923"/>
              <a:gd name="connsiteX6" fmla="*/ 0 w 90211"/>
              <a:gd name="connsiteY6" fmla="*/ 3807 h 142923"/>
              <a:gd name="connsiteX7" fmla="*/ 0 w 90211"/>
              <a:gd name="connsiteY7" fmla="*/ 138957 h 142923"/>
              <a:gd name="connsiteX8" fmla="*/ 634 w 90211"/>
              <a:gd name="connsiteY8" fmla="*/ 138957 h 142923"/>
              <a:gd name="connsiteX9" fmla="*/ 8878 w 90211"/>
              <a:gd name="connsiteY9" fmla="*/ 140702 h 1429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211" h="142923">
                <a:moveTo>
                  <a:pt x="8878" y="140861"/>
                </a:moveTo>
                <a:cubicBezTo>
                  <a:pt x="12208" y="141337"/>
                  <a:pt x="15379" y="142923"/>
                  <a:pt x="18867" y="142923"/>
                </a:cubicBezTo>
                <a:cubicBezTo>
                  <a:pt x="46612" y="142923"/>
                  <a:pt x="69759" y="126743"/>
                  <a:pt x="81650" y="103584"/>
                </a:cubicBezTo>
                <a:cubicBezTo>
                  <a:pt x="82918" y="101046"/>
                  <a:pt x="84187" y="98666"/>
                  <a:pt x="85296" y="95811"/>
                </a:cubicBezTo>
                <a:cubicBezTo>
                  <a:pt x="88150" y="88038"/>
                  <a:pt x="90211" y="80107"/>
                  <a:pt x="90211" y="71382"/>
                </a:cubicBezTo>
                <a:cubicBezTo>
                  <a:pt x="90211" y="31884"/>
                  <a:pt x="58344" y="0"/>
                  <a:pt x="18867" y="0"/>
                </a:cubicBezTo>
                <a:cubicBezTo>
                  <a:pt x="12208" y="0"/>
                  <a:pt x="6183" y="2062"/>
                  <a:pt x="0" y="3807"/>
                </a:cubicBezTo>
                <a:lnTo>
                  <a:pt x="0" y="138957"/>
                </a:lnTo>
                <a:cubicBezTo>
                  <a:pt x="0" y="138957"/>
                  <a:pt x="317" y="138957"/>
                  <a:pt x="634" y="138957"/>
                </a:cubicBezTo>
                <a:cubicBezTo>
                  <a:pt x="3329" y="139751"/>
                  <a:pt x="6025" y="140227"/>
                  <a:pt x="8878" y="140702"/>
                </a:cubicBezTo>
                <a:close/>
              </a:path>
            </a:pathLst>
          </a:custGeom>
          <a:solidFill>
            <a:srgbClr val="7030A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05" name="Freeform 604">
            <a:extLst>
              <a:ext uri="{FF2B5EF4-FFF2-40B4-BE49-F238E27FC236}">
                <a16:creationId xmlns:a16="http://schemas.microsoft.com/office/drawing/2014/main" id="{40B3F50E-02E6-6E8C-EF47-C8E03B89CC86}"/>
              </a:ext>
            </a:extLst>
          </p:cNvPr>
          <p:cNvSpPr/>
          <p:nvPr/>
        </p:nvSpPr>
        <p:spPr>
          <a:xfrm>
            <a:off x="7593206" y="3168381"/>
            <a:ext cx="146811" cy="126358"/>
          </a:xfrm>
          <a:custGeom>
            <a:avLst/>
            <a:gdLst>
              <a:gd name="connsiteX0" fmla="*/ 25208 w 146811"/>
              <a:gd name="connsiteY0" fmla="*/ 127695 h 146730"/>
              <a:gd name="connsiteX1" fmla="*/ 34404 w 146811"/>
              <a:gd name="connsiteY1" fmla="*/ 133881 h 146730"/>
              <a:gd name="connsiteX2" fmla="*/ 41380 w 146811"/>
              <a:gd name="connsiteY2" fmla="*/ 138640 h 146730"/>
              <a:gd name="connsiteX3" fmla="*/ 73405 w 146811"/>
              <a:gd name="connsiteY3" fmla="*/ 146730 h 146730"/>
              <a:gd name="connsiteX4" fmla="*/ 118590 w 146811"/>
              <a:gd name="connsiteY4" fmla="*/ 129757 h 146730"/>
              <a:gd name="connsiteX5" fmla="*/ 125566 w 146811"/>
              <a:gd name="connsiteY5" fmla="*/ 124681 h 146730"/>
              <a:gd name="connsiteX6" fmla="*/ 141896 w 146811"/>
              <a:gd name="connsiteY6" fmla="*/ 97080 h 146730"/>
              <a:gd name="connsiteX7" fmla="*/ 143640 w 146811"/>
              <a:gd name="connsiteY7" fmla="*/ 88673 h 146730"/>
              <a:gd name="connsiteX8" fmla="*/ 144116 w 146811"/>
              <a:gd name="connsiteY8" fmla="*/ 85976 h 146730"/>
              <a:gd name="connsiteX9" fmla="*/ 145860 w 146811"/>
              <a:gd name="connsiteY9" fmla="*/ 77569 h 146730"/>
              <a:gd name="connsiteX10" fmla="*/ 146811 w 146811"/>
              <a:gd name="connsiteY10" fmla="*/ 73286 h 146730"/>
              <a:gd name="connsiteX11" fmla="*/ 146811 w 146811"/>
              <a:gd name="connsiteY11" fmla="*/ 72969 h 146730"/>
              <a:gd name="connsiteX12" fmla="*/ 145067 w 146811"/>
              <a:gd name="connsiteY12" fmla="*/ 64561 h 146730"/>
              <a:gd name="connsiteX13" fmla="*/ 144750 w 146811"/>
              <a:gd name="connsiteY13" fmla="*/ 63292 h 146730"/>
              <a:gd name="connsiteX14" fmla="*/ 143006 w 146811"/>
              <a:gd name="connsiteY14" fmla="*/ 55044 h 146730"/>
              <a:gd name="connsiteX15" fmla="*/ 73405 w 146811"/>
              <a:gd name="connsiteY15" fmla="*/ 0 h 146730"/>
              <a:gd name="connsiteX16" fmla="*/ 51209 w 146811"/>
              <a:gd name="connsiteY16" fmla="*/ 4442 h 146730"/>
              <a:gd name="connsiteX17" fmla="*/ 43124 w 146811"/>
              <a:gd name="connsiteY17" fmla="*/ 6821 h 146730"/>
              <a:gd name="connsiteX18" fmla="*/ 0 w 146811"/>
              <a:gd name="connsiteY18" fmla="*/ 73286 h 146730"/>
              <a:gd name="connsiteX19" fmla="*/ 19184 w 146811"/>
              <a:gd name="connsiteY19" fmla="*/ 121667 h 146730"/>
              <a:gd name="connsiteX20" fmla="*/ 25208 w 146811"/>
              <a:gd name="connsiteY20" fmla="*/ 127695 h 1467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46811" h="146730">
                <a:moveTo>
                  <a:pt x="25208" y="127695"/>
                </a:moveTo>
                <a:cubicBezTo>
                  <a:pt x="28062" y="130075"/>
                  <a:pt x="31233" y="131819"/>
                  <a:pt x="34404" y="133881"/>
                </a:cubicBezTo>
                <a:cubicBezTo>
                  <a:pt x="36782" y="135468"/>
                  <a:pt x="38843" y="137371"/>
                  <a:pt x="41380" y="138640"/>
                </a:cubicBezTo>
                <a:cubicBezTo>
                  <a:pt x="51209" y="143558"/>
                  <a:pt x="61832" y="146730"/>
                  <a:pt x="73405" y="146730"/>
                </a:cubicBezTo>
                <a:cubicBezTo>
                  <a:pt x="90687" y="146730"/>
                  <a:pt x="106066" y="139751"/>
                  <a:pt x="118590" y="129757"/>
                </a:cubicBezTo>
                <a:cubicBezTo>
                  <a:pt x="120810" y="127854"/>
                  <a:pt x="123505" y="126743"/>
                  <a:pt x="125566" y="124681"/>
                </a:cubicBezTo>
                <a:cubicBezTo>
                  <a:pt x="133018" y="117067"/>
                  <a:pt x="138250" y="107549"/>
                  <a:pt x="141896" y="97080"/>
                </a:cubicBezTo>
                <a:cubicBezTo>
                  <a:pt x="142847" y="94383"/>
                  <a:pt x="143006" y="91528"/>
                  <a:pt x="143640" y="88673"/>
                </a:cubicBezTo>
                <a:cubicBezTo>
                  <a:pt x="143799" y="87721"/>
                  <a:pt x="143957" y="86928"/>
                  <a:pt x="144116" y="85976"/>
                </a:cubicBezTo>
                <a:cubicBezTo>
                  <a:pt x="144592" y="83121"/>
                  <a:pt x="145702" y="80583"/>
                  <a:pt x="145860" y="77569"/>
                </a:cubicBezTo>
                <a:cubicBezTo>
                  <a:pt x="145860" y="76141"/>
                  <a:pt x="146811" y="74872"/>
                  <a:pt x="146811" y="73286"/>
                </a:cubicBezTo>
                <a:lnTo>
                  <a:pt x="146811" y="72969"/>
                </a:lnTo>
                <a:cubicBezTo>
                  <a:pt x="146811" y="69955"/>
                  <a:pt x="145384" y="67417"/>
                  <a:pt x="145067" y="64561"/>
                </a:cubicBezTo>
                <a:cubicBezTo>
                  <a:pt x="145067" y="64086"/>
                  <a:pt x="144909" y="63610"/>
                  <a:pt x="144750" y="63292"/>
                </a:cubicBezTo>
                <a:cubicBezTo>
                  <a:pt x="144274" y="60437"/>
                  <a:pt x="143799" y="57740"/>
                  <a:pt x="143006" y="55044"/>
                </a:cubicBezTo>
                <a:cubicBezTo>
                  <a:pt x="134762" y="23636"/>
                  <a:pt x="107493" y="0"/>
                  <a:pt x="73405" y="0"/>
                </a:cubicBezTo>
                <a:cubicBezTo>
                  <a:pt x="65478" y="0"/>
                  <a:pt x="58344" y="2221"/>
                  <a:pt x="51209" y="4442"/>
                </a:cubicBezTo>
                <a:cubicBezTo>
                  <a:pt x="48514" y="5394"/>
                  <a:pt x="45660" y="5711"/>
                  <a:pt x="43124" y="6821"/>
                </a:cubicBezTo>
                <a:cubicBezTo>
                  <a:pt x="17915" y="18401"/>
                  <a:pt x="0" y="43622"/>
                  <a:pt x="0" y="73286"/>
                </a:cubicBezTo>
                <a:cubicBezTo>
                  <a:pt x="0" y="92004"/>
                  <a:pt x="7610" y="108660"/>
                  <a:pt x="19184" y="121667"/>
                </a:cubicBezTo>
                <a:cubicBezTo>
                  <a:pt x="21086" y="123888"/>
                  <a:pt x="22989" y="125792"/>
                  <a:pt x="25208" y="127695"/>
                </a:cubicBezTo>
                <a:close/>
              </a:path>
            </a:pathLst>
          </a:custGeom>
          <a:solidFill>
            <a:srgbClr val="7030A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35" name="Freeform 234">
            <a:extLst>
              <a:ext uri="{FF2B5EF4-FFF2-40B4-BE49-F238E27FC236}">
                <a16:creationId xmlns:a16="http://schemas.microsoft.com/office/drawing/2014/main" id="{9BD325C0-B297-D838-D385-F011342797ED}"/>
              </a:ext>
            </a:extLst>
          </p:cNvPr>
          <p:cNvSpPr/>
          <p:nvPr/>
        </p:nvSpPr>
        <p:spPr>
          <a:xfrm>
            <a:off x="2799642" y="7139455"/>
            <a:ext cx="64051" cy="670585"/>
          </a:xfrm>
          <a:custGeom>
            <a:avLst/>
            <a:gdLst>
              <a:gd name="connsiteX0" fmla="*/ 0 w 64051"/>
              <a:gd name="connsiteY0" fmla="*/ 777749 h 778700"/>
              <a:gd name="connsiteX1" fmla="*/ 4281 w 64051"/>
              <a:gd name="connsiteY1" fmla="*/ 778701 h 778700"/>
              <a:gd name="connsiteX2" fmla="*/ 64051 w 64051"/>
              <a:gd name="connsiteY2" fmla="*/ 952 h 778700"/>
              <a:gd name="connsiteX3" fmla="*/ 59771 w 64051"/>
              <a:gd name="connsiteY3" fmla="*/ 0 h 778700"/>
              <a:gd name="connsiteX4" fmla="*/ 0 w 64051"/>
              <a:gd name="connsiteY4" fmla="*/ 777749 h 778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051" h="778700">
                <a:moveTo>
                  <a:pt x="0" y="777749"/>
                </a:moveTo>
                <a:cubicBezTo>
                  <a:pt x="1585" y="777749"/>
                  <a:pt x="2854" y="778384"/>
                  <a:pt x="4281" y="778701"/>
                </a:cubicBezTo>
                <a:lnTo>
                  <a:pt x="64051" y="952"/>
                </a:lnTo>
                <a:cubicBezTo>
                  <a:pt x="62466" y="952"/>
                  <a:pt x="61198" y="158"/>
                  <a:pt x="59771" y="0"/>
                </a:cubicBezTo>
                <a:lnTo>
                  <a:pt x="0" y="777749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37" name="Freeform 236">
            <a:extLst>
              <a:ext uri="{FF2B5EF4-FFF2-40B4-BE49-F238E27FC236}">
                <a16:creationId xmlns:a16="http://schemas.microsoft.com/office/drawing/2014/main" id="{691258FD-3BF5-AAC3-E639-AB1317BD959A}"/>
              </a:ext>
            </a:extLst>
          </p:cNvPr>
          <p:cNvSpPr/>
          <p:nvPr/>
        </p:nvSpPr>
        <p:spPr>
          <a:xfrm>
            <a:off x="2689137" y="7509056"/>
            <a:ext cx="91162" cy="389729"/>
          </a:xfrm>
          <a:custGeom>
            <a:avLst/>
            <a:gdLst>
              <a:gd name="connsiteX0" fmla="*/ 90370 w 91162"/>
              <a:gd name="connsiteY0" fmla="*/ 0 h 452563"/>
              <a:gd name="connsiteX1" fmla="*/ 0 w 91162"/>
              <a:gd name="connsiteY1" fmla="*/ 452563 h 452563"/>
              <a:gd name="connsiteX2" fmla="*/ 4439 w 91162"/>
              <a:gd name="connsiteY2" fmla="*/ 452563 h 452563"/>
              <a:gd name="connsiteX3" fmla="*/ 91163 w 91162"/>
              <a:gd name="connsiteY3" fmla="*/ 19194 h 452563"/>
              <a:gd name="connsiteX4" fmla="*/ 90370 w 91162"/>
              <a:gd name="connsiteY4" fmla="*/ 0 h 4525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62" h="452563">
                <a:moveTo>
                  <a:pt x="90370" y="0"/>
                </a:moveTo>
                <a:lnTo>
                  <a:pt x="0" y="452563"/>
                </a:lnTo>
                <a:lnTo>
                  <a:pt x="4439" y="452563"/>
                </a:lnTo>
                <a:lnTo>
                  <a:pt x="91163" y="19194"/>
                </a:lnTo>
                <a:lnTo>
                  <a:pt x="90370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41" name="Freeform 240">
            <a:extLst>
              <a:ext uri="{FF2B5EF4-FFF2-40B4-BE49-F238E27FC236}">
                <a16:creationId xmlns:a16="http://schemas.microsoft.com/office/drawing/2014/main" id="{49171A30-5408-C557-1374-4EF0FCBCA40D}"/>
              </a:ext>
            </a:extLst>
          </p:cNvPr>
          <p:cNvSpPr/>
          <p:nvPr/>
        </p:nvSpPr>
        <p:spPr>
          <a:xfrm>
            <a:off x="2580852" y="7811242"/>
            <a:ext cx="48672" cy="129499"/>
          </a:xfrm>
          <a:custGeom>
            <a:avLst/>
            <a:gdLst>
              <a:gd name="connsiteX0" fmla="*/ 48673 w 48672"/>
              <a:gd name="connsiteY0" fmla="*/ 0 h 150378"/>
              <a:gd name="connsiteX1" fmla="*/ 0 w 48672"/>
              <a:gd name="connsiteY1" fmla="*/ 150378 h 150378"/>
              <a:gd name="connsiteX2" fmla="*/ 4598 w 48672"/>
              <a:gd name="connsiteY2" fmla="*/ 150378 h 150378"/>
              <a:gd name="connsiteX3" fmla="*/ 47722 w 48672"/>
              <a:gd name="connsiteY3" fmla="*/ 17132 h 150378"/>
              <a:gd name="connsiteX4" fmla="*/ 48673 w 48672"/>
              <a:gd name="connsiteY4" fmla="*/ 0 h 1503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8672" h="150378">
                <a:moveTo>
                  <a:pt x="48673" y="0"/>
                </a:moveTo>
                <a:lnTo>
                  <a:pt x="0" y="150378"/>
                </a:lnTo>
                <a:lnTo>
                  <a:pt x="4598" y="150378"/>
                </a:lnTo>
                <a:lnTo>
                  <a:pt x="47722" y="17132"/>
                </a:lnTo>
                <a:lnTo>
                  <a:pt x="48673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42" name="Freeform 241">
            <a:extLst>
              <a:ext uri="{FF2B5EF4-FFF2-40B4-BE49-F238E27FC236}">
                <a16:creationId xmlns:a16="http://schemas.microsoft.com/office/drawing/2014/main" id="{1836D3B9-17AD-F222-8584-20E1FFDD1B73}"/>
              </a:ext>
            </a:extLst>
          </p:cNvPr>
          <p:cNvSpPr/>
          <p:nvPr/>
        </p:nvSpPr>
        <p:spPr>
          <a:xfrm>
            <a:off x="2633963" y="7364547"/>
            <a:ext cx="140945" cy="385221"/>
          </a:xfrm>
          <a:custGeom>
            <a:avLst/>
            <a:gdLst>
              <a:gd name="connsiteX0" fmla="*/ 140470 w 140945"/>
              <a:gd name="connsiteY0" fmla="*/ 0 h 447328"/>
              <a:gd name="connsiteX1" fmla="*/ 951 w 140945"/>
              <a:gd name="connsiteY1" fmla="*/ 430197 h 447328"/>
              <a:gd name="connsiteX2" fmla="*/ 0 w 140945"/>
              <a:gd name="connsiteY2" fmla="*/ 447328 h 447328"/>
              <a:gd name="connsiteX3" fmla="*/ 140945 w 140945"/>
              <a:gd name="connsiteY3" fmla="*/ 12690 h 447328"/>
              <a:gd name="connsiteX4" fmla="*/ 140470 w 140945"/>
              <a:gd name="connsiteY4" fmla="*/ 0 h 4473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0945" h="447328">
                <a:moveTo>
                  <a:pt x="140470" y="0"/>
                </a:moveTo>
                <a:lnTo>
                  <a:pt x="951" y="430197"/>
                </a:lnTo>
                <a:lnTo>
                  <a:pt x="0" y="447328"/>
                </a:lnTo>
                <a:lnTo>
                  <a:pt x="140945" y="12690"/>
                </a:lnTo>
                <a:lnTo>
                  <a:pt x="140470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45" name="Freeform 244">
            <a:extLst>
              <a:ext uri="{FF2B5EF4-FFF2-40B4-BE49-F238E27FC236}">
                <a16:creationId xmlns:a16="http://schemas.microsoft.com/office/drawing/2014/main" id="{337C1525-72A2-0D63-AA3F-EAE6AF1FADF2}"/>
              </a:ext>
            </a:extLst>
          </p:cNvPr>
          <p:cNvSpPr/>
          <p:nvPr/>
        </p:nvSpPr>
        <p:spPr>
          <a:xfrm>
            <a:off x="2752713" y="6759385"/>
            <a:ext cx="45819" cy="997613"/>
          </a:xfrm>
          <a:custGeom>
            <a:avLst/>
            <a:gdLst>
              <a:gd name="connsiteX0" fmla="*/ 30599 w 45819"/>
              <a:gd name="connsiteY0" fmla="*/ 730954 h 1158454"/>
              <a:gd name="connsiteX1" fmla="*/ 27587 w 45819"/>
              <a:gd name="connsiteY1" fmla="*/ 648309 h 1158454"/>
              <a:gd name="connsiteX2" fmla="*/ 26952 w 45819"/>
              <a:gd name="connsiteY2" fmla="*/ 633557 h 1158454"/>
              <a:gd name="connsiteX3" fmla="*/ 26001 w 45819"/>
              <a:gd name="connsiteY3" fmla="*/ 605639 h 1158454"/>
              <a:gd name="connsiteX4" fmla="*/ 25526 w 45819"/>
              <a:gd name="connsiteY4" fmla="*/ 592948 h 1158454"/>
              <a:gd name="connsiteX5" fmla="*/ 4915 w 45819"/>
              <a:gd name="connsiteY5" fmla="*/ 14752 h 1158454"/>
              <a:gd name="connsiteX6" fmla="*/ 0 w 45819"/>
              <a:gd name="connsiteY6" fmla="*/ 0 h 1158454"/>
              <a:gd name="connsiteX7" fmla="*/ 21562 w 45819"/>
              <a:gd name="connsiteY7" fmla="*/ 605163 h 1158454"/>
              <a:gd name="connsiteX8" fmla="*/ 22038 w 45819"/>
              <a:gd name="connsiteY8" fmla="*/ 617853 h 1158454"/>
              <a:gd name="connsiteX9" fmla="*/ 23147 w 45819"/>
              <a:gd name="connsiteY9" fmla="*/ 647675 h 1158454"/>
              <a:gd name="connsiteX10" fmla="*/ 23623 w 45819"/>
              <a:gd name="connsiteY10" fmla="*/ 662427 h 1158454"/>
              <a:gd name="connsiteX11" fmla="*/ 26794 w 45819"/>
              <a:gd name="connsiteY11" fmla="*/ 749672 h 1158454"/>
              <a:gd name="connsiteX12" fmla="*/ 27587 w 45819"/>
              <a:gd name="connsiteY12" fmla="*/ 769024 h 1158454"/>
              <a:gd name="connsiteX13" fmla="*/ 41380 w 45819"/>
              <a:gd name="connsiteY13" fmla="*/ 1158455 h 1158454"/>
              <a:gd name="connsiteX14" fmla="*/ 45343 w 45819"/>
              <a:gd name="connsiteY14" fmla="*/ 1157661 h 1158454"/>
              <a:gd name="connsiteX15" fmla="*/ 45819 w 45819"/>
              <a:gd name="connsiteY15" fmla="*/ 1157661 h 1158454"/>
              <a:gd name="connsiteX16" fmla="*/ 31233 w 45819"/>
              <a:gd name="connsiteY16" fmla="*/ 750307 h 1158454"/>
              <a:gd name="connsiteX17" fmla="*/ 30599 w 45819"/>
              <a:gd name="connsiteY17" fmla="*/ 730954 h 11584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45819" h="1158454">
                <a:moveTo>
                  <a:pt x="30599" y="730954"/>
                </a:moveTo>
                <a:lnTo>
                  <a:pt x="27587" y="648309"/>
                </a:lnTo>
                <a:lnTo>
                  <a:pt x="26952" y="633557"/>
                </a:lnTo>
                <a:lnTo>
                  <a:pt x="26001" y="605639"/>
                </a:lnTo>
                <a:lnTo>
                  <a:pt x="25526" y="592948"/>
                </a:lnTo>
                <a:lnTo>
                  <a:pt x="4915" y="14752"/>
                </a:lnTo>
                <a:lnTo>
                  <a:pt x="0" y="0"/>
                </a:lnTo>
                <a:lnTo>
                  <a:pt x="21562" y="605163"/>
                </a:lnTo>
                <a:lnTo>
                  <a:pt x="22038" y="617853"/>
                </a:lnTo>
                <a:lnTo>
                  <a:pt x="23147" y="647675"/>
                </a:lnTo>
                <a:lnTo>
                  <a:pt x="23623" y="662427"/>
                </a:lnTo>
                <a:lnTo>
                  <a:pt x="26794" y="749672"/>
                </a:lnTo>
                <a:lnTo>
                  <a:pt x="27587" y="769024"/>
                </a:lnTo>
                <a:lnTo>
                  <a:pt x="41380" y="1158455"/>
                </a:lnTo>
                <a:cubicBezTo>
                  <a:pt x="42807" y="1158455"/>
                  <a:pt x="43917" y="1157661"/>
                  <a:pt x="45343" y="1157661"/>
                </a:cubicBezTo>
                <a:cubicBezTo>
                  <a:pt x="45343" y="1157661"/>
                  <a:pt x="45661" y="1157661"/>
                  <a:pt x="45819" y="1157661"/>
                </a:cubicBezTo>
                <a:lnTo>
                  <a:pt x="31233" y="750307"/>
                </a:lnTo>
                <a:lnTo>
                  <a:pt x="30599" y="730954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46" name="Freeform 245">
            <a:extLst>
              <a:ext uri="{FF2B5EF4-FFF2-40B4-BE49-F238E27FC236}">
                <a16:creationId xmlns:a16="http://schemas.microsoft.com/office/drawing/2014/main" id="{2D901325-38E2-C095-A4DB-E2D45BEF1DCF}"/>
              </a:ext>
            </a:extLst>
          </p:cNvPr>
          <p:cNvSpPr/>
          <p:nvPr/>
        </p:nvSpPr>
        <p:spPr>
          <a:xfrm>
            <a:off x="2620963" y="6597585"/>
            <a:ext cx="81649" cy="1174651"/>
          </a:xfrm>
          <a:custGeom>
            <a:avLst/>
            <a:gdLst>
              <a:gd name="connsiteX0" fmla="*/ 13000 w 81649"/>
              <a:gd name="connsiteY0" fmla="*/ 1214291 h 1364035"/>
              <a:gd name="connsiteX1" fmla="*/ 13952 w 81649"/>
              <a:gd name="connsiteY1" fmla="*/ 1197160 h 1364035"/>
              <a:gd name="connsiteX2" fmla="*/ 81650 w 81649"/>
              <a:gd name="connsiteY2" fmla="*/ 11262 h 1364035"/>
              <a:gd name="connsiteX3" fmla="*/ 78003 w 81649"/>
              <a:gd name="connsiteY3" fmla="*/ 0 h 1364035"/>
              <a:gd name="connsiteX4" fmla="*/ 8561 w 81649"/>
              <a:gd name="connsiteY4" fmla="*/ 1213657 h 1364035"/>
              <a:gd name="connsiteX5" fmla="*/ 7610 w 81649"/>
              <a:gd name="connsiteY5" fmla="*/ 1230789 h 1364035"/>
              <a:gd name="connsiteX6" fmla="*/ 0 w 81649"/>
              <a:gd name="connsiteY6" fmla="*/ 1364035 h 1364035"/>
              <a:gd name="connsiteX7" fmla="*/ 4439 w 81649"/>
              <a:gd name="connsiteY7" fmla="*/ 1364035 h 1364035"/>
              <a:gd name="connsiteX8" fmla="*/ 5073 w 81649"/>
              <a:gd name="connsiteY8" fmla="*/ 1353249 h 1364035"/>
              <a:gd name="connsiteX9" fmla="*/ 13000 w 81649"/>
              <a:gd name="connsiteY9" fmla="*/ 1214291 h 13640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1649" h="1364035">
                <a:moveTo>
                  <a:pt x="13000" y="1214291"/>
                </a:moveTo>
                <a:lnTo>
                  <a:pt x="13952" y="1197160"/>
                </a:lnTo>
                <a:lnTo>
                  <a:pt x="81650" y="11262"/>
                </a:lnTo>
                <a:lnTo>
                  <a:pt x="78003" y="0"/>
                </a:lnTo>
                <a:lnTo>
                  <a:pt x="8561" y="1213657"/>
                </a:lnTo>
                <a:lnTo>
                  <a:pt x="7610" y="1230789"/>
                </a:lnTo>
                <a:lnTo>
                  <a:pt x="0" y="1364035"/>
                </a:lnTo>
                <a:lnTo>
                  <a:pt x="4439" y="1364035"/>
                </a:lnTo>
                <a:lnTo>
                  <a:pt x="5073" y="1353249"/>
                </a:lnTo>
                <a:lnTo>
                  <a:pt x="13000" y="1214291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78" name="Freeform 277">
            <a:extLst>
              <a:ext uri="{FF2B5EF4-FFF2-40B4-BE49-F238E27FC236}">
                <a16:creationId xmlns:a16="http://schemas.microsoft.com/office/drawing/2014/main" id="{345C8EA2-A735-0B9D-6A64-1959906F3482}"/>
              </a:ext>
            </a:extLst>
          </p:cNvPr>
          <p:cNvSpPr/>
          <p:nvPr/>
        </p:nvSpPr>
        <p:spPr>
          <a:xfrm>
            <a:off x="5868570" y="7808229"/>
            <a:ext cx="77210" cy="131958"/>
          </a:xfrm>
          <a:custGeom>
            <a:avLst/>
            <a:gdLst>
              <a:gd name="connsiteX0" fmla="*/ 73405 w 77210"/>
              <a:gd name="connsiteY0" fmla="*/ 158 h 153233"/>
              <a:gd name="connsiteX1" fmla="*/ 0 w 77210"/>
              <a:gd name="connsiteY1" fmla="*/ 153234 h 153233"/>
              <a:gd name="connsiteX2" fmla="*/ 4915 w 77210"/>
              <a:gd name="connsiteY2" fmla="*/ 153234 h 153233"/>
              <a:gd name="connsiteX3" fmla="*/ 77211 w 77210"/>
              <a:gd name="connsiteY3" fmla="*/ 2538 h 153233"/>
              <a:gd name="connsiteX4" fmla="*/ 73405 w 77210"/>
              <a:gd name="connsiteY4" fmla="*/ 0 h 1532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210" h="153233">
                <a:moveTo>
                  <a:pt x="73405" y="158"/>
                </a:moveTo>
                <a:lnTo>
                  <a:pt x="0" y="153234"/>
                </a:lnTo>
                <a:lnTo>
                  <a:pt x="4915" y="153234"/>
                </a:lnTo>
                <a:lnTo>
                  <a:pt x="77211" y="2538"/>
                </a:lnTo>
                <a:cubicBezTo>
                  <a:pt x="75784" y="1903"/>
                  <a:pt x="74833" y="793"/>
                  <a:pt x="73405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35" name="Freeform 334">
            <a:extLst>
              <a:ext uri="{FF2B5EF4-FFF2-40B4-BE49-F238E27FC236}">
                <a16:creationId xmlns:a16="http://schemas.microsoft.com/office/drawing/2014/main" id="{268E43D5-BE54-6CFC-CDCA-D18B5999D5BE}"/>
              </a:ext>
            </a:extLst>
          </p:cNvPr>
          <p:cNvSpPr/>
          <p:nvPr/>
        </p:nvSpPr>
        <p:spPr>
          <a:xfrm>
            <a:off x="2749066" y="7916886"/>
            <a:ext cx="97979" cy="45719"/>
          </a:xfrm>
          <a:custGeom>
            <a:avLst/>
            <a:gdLst>
              <a:gd name="connsiteX0" fmla="*/ 55015 w 97979"/>
              <a:gd name="connsiteY0" fmla="*/ 1269 h 44574"/>
              <a:gd name="connsiteX1" fmla="*/ 50734 w 97979"/>
              <a:gd name="connsiteY1" fmla="*/ 318 h 44574"/>
              <a:gd name="connsiteX2" fmla="*/ 49466 w 97979"/>
              <a:gd name="connsiteY2" fmla="*/ 0 h 44574"/>
              <a:gd name="connsiteX3" fmla="*/ 49148 w 97979"/>
              <a:gd name="connsiteY3" fmla="*/ 0 h 44574"/>
              <a:gd name="connsiteX4" fmla="*/ 45026 w 97979"/>
              <a:gd name="connsiteY4" fmla="*/ 793 h 44574"/>
              <a:gd name="connsiteX5" fmla="*/ 0 w 97979"/>
              <a:gd name="connsiteY5" fmla="*/ 44575 h 44574"/>
              <a:gd name="connsiteX6" fmla="*/ 97980 w 97979"/>
              <a:gd name="connsiteY6" fmla="*/ 44575 h 44574"/>
              <a:gd name="connsiteX7" fmla="*/ 55015 w 97979"/>
              <a:gd name="connsiteY7" fmla="*/ 1111 h 445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7979" h="44574">
                <a:moveTo>
                  <a:pt x="55015" y="1269"/>
                </a:moveTo>
                <a:cubicBezTo>
                  <a:pt x="53588" y="1111"/>
                  <a:pt x="52161" y="476"/>
                  <a:pt x="50734" y="318"/>
                </a:cubicBezTo>
                <a:cubicBezTo>
                  <a:pt x="50258" y="318"/>
                  <a:pt x="49941" y="0"/>
                  <a:pt x="49466" y="0"/>
                </a:cubicBezTo>
                <a:cubicBezTo>
                  <a:pt x="49307" y="0"/>
                  <a:pt x="49148" y="0"/>
                  <a:pt x="49148" y="0"/>
                </a:cubicBezTo>
                <a:cubicBezTo>
                  <a:pt x="47563" y="0"/>
                  <a:pt x="46453" y="635"/>
                  <a:pt x="45026" y="793"/>
                </a:cubicBezTo>
                <a:cubicBezTo>
                  <a:pt x="21245" y="2697"/>
                  <a:pt x="2695" y="20939"/>
                  <a:pt x="0" y="44575"/>
                </a:cubicBezTo>
                <a:lnTo>
                  <a:pt x="97980" y="44575"/>
                </a:lnTo>
                <a:cubicBezTo>
                  <a:pt x="95285" y="21732"/>
                  <a:pt x="77686" y="3966"/>
                  <a:pt x="55015" y="1111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45" name="Freeform 344">
            <a:extLst>
              <a:ext uri="{FF2B5EF4-FFF2-40B4-BE49-F238E27FC236}">
                <a16:creationId xmlns:a16="http://schemas.microsoft.com/office/drawing/2014/main" id="{383D8BDF-1040-9CD5-270B-59132C29DBE1}"/>
              </a:ext>
            </a:extLst>
          </p:cNvPr>
          <p:cNvSpPr/>
          <p:nvPr/>
        </p:nvSpPr>
        <p:spPr>
          <a:xfrm>
            <a:off x="5915023" y="7714796"/>
            <a:ext cx="100357" cy="86333"/>
          </a:xfrm>
          <a:custGeom>
            <a:avLst/>
            <a:gdLst>
              <a:gd name="connsiteX0" fmla="*/ 77528 w 100357"/>
              <a:gd name="connsiteY0" fmla="*/ 9042 h 100252"/>
              <a:gd name="connsiteX1" fmla="*/ 73881 w 100357"/>
              <a:gd name="connsiteY1" fmla="*/ 6504 h 100252"/>
              <a:gd name="connsiteX2" fmla="*/ 67381 w 100357"/>
              <a:gd name="connsiteY2" fmla="*/ 3331 h 100252"/>
              <a:gd name="connsiteX3" fmla="*/ 62942 w 100357"/>
              <a:gd name="connsiteY3" fmla="*/ 2379 h 100252"/>
              <a:gd name="connsiteX4" fmla="*/ 50892 w 100357"/>
              <a:gd name="connsiteY4" fmla="*/ 0 h 100252"/>
              <a:gd name="connsiteX5" fmla="*/ 50100 w 100357"/>
              <a:gd name="connsiteY5" fmla="*/ 0 h 100252"/>
              <a:gd name="connsiteX6" fmla="*/ 46453 w 100357"/>
              <a:gd name="connsiteY6" fmla="*/ 635 h 100252"/>
              <a:gd name="connsiteX7" fmla="*/ 0 w 100357"/>
              <a:gd name="connsiteY7" fmla="*/ 49967 h 100252"/>
              <a:gd name="connsiteX8" fmla="*/ 26794 w 100357"/>
              <a:gd name="connsiteY8" fmla="*/ 93590 h 100252"/>
              <a:gd name="connsiteX9" fmla="*/ 30599 w 100357"/>
              <a:gd name="connsiteY9" fmla="*/ 96128 h 100252"/>
              <a:gd name="connsiteX10" fmla="*/ 50258 w 100357"/>
              <a:gd name="connsiteY10" fmla="*/ 100253 h 100252"/>
              <a:gd name="connsiteX11" fmla="*/ 100358 w 100357"/>
              <a:gd name="connsiteY11" fmla="*/ 50126 h 100252"/>
              <a:gd name="connsiteX12" fmla="*/ 82284 w 100357"/>
              <a:gd name="connsiteY12" fmla="*/ 12373 h 100252"/>
              <a:gd name="connsiteX13" fmla="*/ 78637 w 100357"/>
              <a:gd name="connsiteY13" fmla="*/ 9835 h 100252"/>
              <a:gd name="connsiteX14" fmla="*/ 77369 w 100357"/>
              <a:gd name="connsiteY14" fmla="*/ 8883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00357" h="100252">
                <a:moveTo>
                  <a:pt x="77528" y="9042"/>
                </a:moveTo>
                <a:cubicBezTo>
                  <a:pt x="76259" y="8249"/>
                  <a:pt x="75149" y="7297"/>
                  <a:pt x="73881" y="6504"/>
                </a:cubicBezTo>
                <a:cubicBezTo>
                  <a:pt x="71662" y="5393"/>
                  <a:pt x="69759" y="4124"/>
                  <a:pt x="67381" y="3331"/>
                </a:cubicBezTo>
                <a:cubicBezTo>
                  <a:pt x="65954" y="2855"/>
                  <a:pt x="64369" y="2855"/>
                  <a:pt x="62942" y="2379"/>
                </a:cubicBezTo>
                <a:cubicBezTo>
                  <a:pt x="58978" y="1269"/>
                  <a:pt x="55173" y="0"/>
                  <a:pt x="50892" y="0"/>
                </a:cubicBezTo>
                <a:lnTo>
                  <a:pt x="50100" y="0"/>
                </a:lnTo>
                <a:cubicBezTo>
                  <a:pt x="48831" y="0"/>
                  <a:pt x="47722" y="476"/>
                  <a:pt x="46453" y="635"/>
                </a:cubicBezTo>
                <a:cubicBezTo>
                  <a:pt x="20610" y="2538"/>
                  <a:pt x="0" y="23635"/>
                  <a:pt x="0" y="49967"/>
                </a:cubicBezTo>
                <a:cubicBezTo>
                  <a:pt x="0" y="69162"/>
                  <a:pt x="11098" y="85024"/>
                  <a:pt x="26794" y="93590"/>
                </a:cubicBezTo>
                <a:cubicBezTo>
                  <a:pt x="28062" y="94383"/>
                  <a:pt x="29172" y="95494"/>
                  <a:pt x="30599" y="96128"/>
                </a:cubicBezTo>
                <a:cubicBezTo>
                  <a:pt x="36624" y="98666"/>
                  <a:pt x="43282" y="100253"/>
                  <a:pt x="50258" y="100253"/>
                </a:cubicBezTo>
                <a:cubicBezTo>
                  <a:pt x="78003" y="100253"/>
                  <a:pt x="100358" y="77727"/>
                  <a:pt x="100358" y="50126"/>
                </a:cubicBezTo>
                <a:cubicBezTo>
                  <a:pt x="100358" y="34898"/>
                  <a:pt x="93065" y="21574"/>
                  <a:pt x="82284" y="12373"/>
                </a:cubicBezTo>
                <a:cubicBezTo>
                  <a:pt x="81174" y="11421"/>
                  <a:pt x="79906" y="10787"/>
                  <a:pt x="78637" y="9835"/>
                </a:cubicBezTo>
                <a:cubicBezTo>
                  <a:pt x="78162" y="9518"/>
                  <a:pt x="77845" y="9201"/>
                  <a:pt x="77369" y="8883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18" name="Freeform 617">
            <a:extLst>
              <a:ext uri="{FF2B5EF4-FFF2-40B4-BE49-F238E27FC236}">
                <a16:creationId xmlns:a16="http://schemas.microsoft.com/office/drawing/2014/main" id="{A23F62F6-C856-8B48-5FFC-F44C0F570D22}"/>
              </a:ext>
            </a:extLst>
          </p:cNvPr>
          <p:cNvSpPr/>
          <p:nvPr userDrawn="1"/>
        </p:nvSpPr>
        <p:spPr>
          <a:xfrm>
            <a:off x="1948977" y="5934026"/>
            <a:ext cx="2966900" cy="45719"/>
          </a:xfrm>
          <a:custGeom>
            <a:avLst/>
            <a:gdLst>
              <a:gd name="connsiteX0" fmla="*/ 2957947 w 2959532"/>
              <a:gd name="connsiteY0" fmla="*/ 0 h 266176"/>
              <a:gd name="connsiteX1" fmla="*/ 2933215 w 2959532"/>
              <a:gd name="connsiteY1" fmla="*/ 2221 h 266176"/>
              <a:gd name="connsiteX2" fmla="*/ 115103 w 2959532"/>
              <a:gd name="connsiteY2" fmla="*/ 247459 h 266176"/>
              <a:gd name="connsiteX3" fmla="*/ 106541 w 2959532"/>
              <a:gd name="connsiteY3" fmla="*/ 248252 h 266176"/>
              <a:gd name="connsiteX4" fmla="*/ 43599 w 2959532"/>
              <a:gd name="connsiteY4" fmla="*/ 253804 h 266176"/>
              <a:gd name="connsiteX5" fmla="*/ 35038 w 2959532"/>
              <a:gd name="connsiteY5" fmla="*/ 254596 h 266176"/>
              <a:gd name="connsiteX6" fmla="*/ 32343 w 2959532"/>
              <a:gd name="connsiteY6" fmla="*/ 254914 h 266176"/>
              <a:gd name="connsiteX7" fmla="*/ 23623 w 2959532"/>
              <a:gd name="connsiteY7" fmla="*/ 255707 h 266176"/>
              <a:gd name="connsiteX8" fmla="*/ 18074 w 2959532"/>
              <a:gd name="connsiteY8" fmla="*/ 256183 h 266176"/>
              <a:gd name="connsiteX9" fmla="*/ 9354 w 2959532"/>
              <a:gd name="connsiteY9" fmla="*/ 256976 h 266176"/>
              <a:gd name="connsiteX10" fmla="*/ 0 w 2959532"/>
              <a:gd name="connsiteY10" fmla="*/ 257769 h 266176"/>
              <a:gd name="connsiteX11" fmla="*/ 1744 w 2959532"/>
              <a:gd name="connsiteY11" fmla="*/ 266176 h 266176"/>
              <a:gd name="connsiteX12" fmla="*/ 7610 w 2959532"/>
              <a:gd name="connsiteY12" fmla="*/ 265701 h 266176"/>
              <a:gd name="connsiteX13" fmla="*/ 16330 w 2959532"/>
              <a:gd name="connsiteY13" fmla="*/ 264908 h 266176"/>
              <a:gd name="connsiteX14" fmla="*/ 22355 w 2959532"/>
              <a:gd name="connsiteY14" fmla="*/ 264432 h 266176"/>
              <a:gd name="connsiteX15" fmla="*/ 31075 w 2959532"/>
              <a:gd name="connsiteY15" fmla="*/ 263638 h 266176"/>
              <a:gd name="connsiteX16" fmla="*/ 34087 w 2959532"/>
              <a:gd name="connsiteY16" fmla="*/ 263321 h 266176"/>
              <a:gd name="connsiteX17" fmla="*/ 42648 w 2959532"/>
              <a:gd name="connsiteY17" fmla="*/ 262528 h 266176"/>
              <a:gd name="connsiteX18" fmla="*/ 107968 w 2959532"/>
              <a:gd name="connsiteY18" fmla="*/ 256818 h 266176"/>
              <a:gd name="connsiteX19" fmla="*/ 116529 w 2959532"/>
              <a:gd name="connsiteY19" fmla="*/ 256025 h 266176"/>
              <a:gd name="connsiteX20" fmla="*/ 2959533 w 2959532"/>
              <a:gd name="connsiteY20" fmla="*/ 8566 h 266176"/>
              <a:gd name="connsiteX21" fmla="*/ 2957789 w 2959532"/>
              <a:gd name="connsiteY21" fmla="*/ 317 h 2661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2959532" h="266176">
                <a:moveTo>
                  <a:pt x="2957947" y="0"/>
                </a:moveTo>
                <a:lnTo>
                  <a:pt x="2933215" y="2221"/>
                </a:lnTo>
                <a:lnTo>
                  <a:pt x="115103" y="247459"/>
                </a:lnTo>
                <a:lnTo>
                  <a:pt x="106541" y="248252"/>
                </a:lnTo>
                <a:lnTo>
                  <a:pt x="43599" y="253804"/>
                </a:lnTo>
                <a:lnTo>
                  <a:pt x="35038" y="254596"/>
                </a:lnTo>
                <a:lnTo>
                  <a:pt x="32343" y="254914"/>
                </a:lnTo>
                <a:lnTo>
                  <a:pt x="23623" y="255707"/>
                </a:lnTo>
                <a:lnTo>
                  <a:pt x="18074" y="256183"/>
                </a:lnTo>
                <a:lnTo>
                  <a:pt x="9354" y="256976"/>
                </a:lnTo>
                <a:lnTo>
                  <a:pt x="0" y="257769"/>
                </a:lnTo>
                <a:cubicBezTo>
                  <a:pt x="476" y="260624"/>
                  <a:pt x="1585" y="263163"/>
                  <a:pt x="1744" y="266176"/>
                </a:cubicBezTo>
                <a:lnTo>
                  <a:pt x="7610" y="265701"/>
                </a:lnTo>
                <a:lnTo>
                  <a:pt x="16330" y="264908"/>
                </a:lnTo>
                <a:lnTo>
                  <a:pt x="22355" y="264432"/>
                </a:lnTo>
                <a:lnTo>
                  <a:pt x="31075" y="263638"/>
                </a:lnTo>
                <a:lnTo>
                  <a:pt x="34087" y="263321"/>
                </a:lnTo>
                <a:lnTo>
                  <a:pt x="42648" y="262528"/>
                </a:lnTo>
                <a:lnTo>
                  <a:pt x="107968" y="256818"/>
                </a:lnTo>
                <a:lnTo>
                  <a:pt x="116529" y="256025"/>
                </a:lnTo>
                <a:lnTo>
                  <a:pt x="2959533" y="8566"/>
                </a:lnTo>
                <a:cubicBezTo>
                  <a:pt x="2959057" y="5711"/>
                  <a:pt x="2957947" y="3173"/>
                  <a:pt x="2957789" y="317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19" name="Freeform 618">
            <a:extLst>
              <a:ext uri="{FF2B5EF4-FFF2-40B4-BE49-F238E27FC236}">
                <a16:creationId xmlns:a16="http://schemas.microsoft.com/office/drawing/2014/main" id="{B414F2D3-A17D-1CD8-9AE2-4638402E42D4}"/>
              </a:ext>
            </a:extLst>
          </p:cNvPr>
          <p:cNvSpPr/>
          <p:nvPr userDrawn="1"/>
        </p:nvSpPr>
        <p:spPr>
          <a:xfrm>
            <a:off x="-9830" y="6262386"/>
            <a:ext cx="1836093" cy="150946"/>
          </a:xfrm>
          <a:custGeom>
            <a:avLst/>
            <a:gdLst>
              <a:gd name="connsiteX0" fmla="*/ 1021972 w 1836093"/>
              <a:gd name="connsiteY0" fmla="*/ 82486 h 175282"/>
              <a:gd name="connsiteX1" fmla="*/ 1043534 w 1836093"/>
              <a:gd name="connsiteY1" fmla="*/ 80582 h 175282"/>
              <a:gd name="connsiteX2" fmla="*/ 1068267 w 1836093"/>
              <a:gd name="connsiteY2" fmla="*/ 78362 h 175282"/>
              <a:gd name="connsiteX3" fmla="*/ 1794872 w 1836093"/>
              <a:gd name="connsiteY3" fmla="*/ 12214 h 175282"/>
              <a:gd name="connsiteX4" fmla="*/ 1803433 w 1836093"/>
              <a:gd name="connsiteY4" fmla="*/ 11421 h 175282"/>
              <a:gd name="connsiteX5" fmla="*/ 1836093 w 1836093"/>
              <a:gd name="connsiteY5" fmla="*/ 8407 h 175282"/>
              <a:gd name="connsiteX6" fmla="*/ 1834349 w 1836093"/>
              <a:gd name="connsiteY6" fmla="*/ 0 h 175282"/>
              <a:gd name="connsiteX7" fmla="*/ 1804384 w 1836093"/>
              <a:gd name="connsiteY7" fmla="*/ 2697 h 175282"/>
              <a:gd name="connsiteX8" fmla="*/ 1795823 w 1836093"/>
              <a:gd name="connsiteY8" fmla="*/ 3490 h 175282"/>
              <a:gd name="connsiteX9" fmla="*/ 1044326 w 1836093"/>
              <a:gd name="connsiteY9" fmla="*/ 71858 h 175282"/>
              <a:gd name="connsiteX10" fmla="*/ 1019752 w 1836093"/>
              <a:gd name="connsiteY10" fmla="*/ 74079 h 175282"/>
              <a:gd name="connsiteX11" fmla="*/ 996605 w 1836093"/>
              <a:gd name="connsiteY11" fmla="*/ 76141 h 175282"/>
              <a:gd name="connsiteX12" fmla="*/ 970128 w 1836093"/>
              <a:gd name="connsiteY12" fmla="*/ 78521 h 175282"/>
              <a:gd name="connsiteX13" fmla="*/ 0 w 1836093"/>
              <a:gd name="connsiteY13" fmla="*/ 166717 h 175282"/>
              <a:gd name="connsiteX14" fmla="*/ 0 w 1836093"/>
              <a:gd name="connsiteY14" fmla="*/ 175283 h 175282"/>
              <a:gd name="connsiteX15" fmla="*/ 995654 w 1836093"/>
              <a:gd name="connsiteY15" fmla="*/ 84707 h 175282"/>
              <a:gd name="connsiteX16" fmla="*/ 1022130 w 1836093"/>
              <a:gd name="connsiteY16" fmla="*/ 82328 h 1752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836093" h="175282">
                <a:moveTo>
                  <a:pt x="1021972" y="82486"/>
                </a:moveTo>
                <a:lnTo>
                  <a:pt x="1043534" y="80582"/>
                </a:lnTo>
                <a:lnTo>
                  <a:pt x="1068267" y="78362"/>
                </a:lnTo>
                <a:lnTo>
                  <a:pt x="1794872" y="12214"/>
                </a:lnTo>
                <a:lnTo>
                  <a:pt x="1803433" y="11421"/>
                </a:lnTo>
                <a:lnTo>
                  <a:pt x="1836093" y="8407"/>
                </a:lnTo>
                <a:cubicBezTo>
                  <a:pt x="1835617" y="5552"/>
                  <a:pt x="1834508" y="3014"/>
                  <a:pt x="1834349" y="0"/>
                </a:cubicBezTo>
                <a:lnTo>
                  <a:pt x="1804384" y="2697"/>
                </a:lnTo>
                <a:lnTo>
                  <a:pt x="1795823" y="3490"/>
                </a:lnTo>
                <a:lnTo>
                  <a:pt x="1044326" y="71858"/>
                </a:lnTo>
                <a:lnTo>
                  <a:pt x="1019752" y="74079"/>
                </a:lnTo>
                <a:lnTo>
                  <a:pt x="996605" y="76141"/>
                </a:lnTo>
                <a:lnTo>
                  <a:pt x="970128" y="78521"/>
                </a:lnTo>
                <a:lnTo>
                  <a:pt x="0" y="166717"/>
                </a:lnTo>
                <a:lnTo>
                  <a:pt x="0" y="175283"/>
                </a:lnTo>
                <a:lnTo>
                  <a:pt x="995654" y="84707"/>
                </a:lnTo>
                <a:lnTo>
                  <a:pt x="1022130" y="82328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Triangle 11">
            <a:extLst>
              <a:ext uri="{FF2B5EF4-FFF2-40B4-BE49-F238E27FC236}">
                <a16:creationId xmlns:a16="http://schemas.microsoft.com/office/drawing/2014/main" id="{270D036B-9819-10B8-FB03-98A67E276F20}"/>
              </a:ext>
            </a:extLst>
          </p:cNvPr>
          <p:cNvSpPr/>
          <p:nvPr userDrawn="1"/>
        </p:nvSpPr>
        <p:spPr>
          <a:xfrm>
            <a:off x="7071753" y="1462591"/>
            <a:ext cx="887784" cy="285527"/>
          </a:xfrm>
          <a:custGeom>
            <a:avLst/>
            <a:gdLst>
              <a:gd name="connsiteX0" fmla="*/ 0 w 867335"/>
              <a:gd name="connsiteY0" fmla="*/ 463685 h 463685"/>
              <a:gd name="connsiteX1" fmla="*/ 433668 w 867335"/>
              <a:gd name="connsiteY1" fmla="*/ 0 h 463685"/>
              <a:gd name="connsiteX2" fmla="*/ 867335 w 867335"/>
              <a:gd name="connsiteY2" fmla="*/ 463685 h 463685"/>
              <a:gd name="connsiteX3" fmla="*/ 0 w 867335"/>
              <a:gd name="connsiteY3" fmla="*/ 463685 h 463685"/>
              <a:gd name="connsiteX0" fmla="*/ 655544 w 1522879"/>
              <a:gd name="connsiteY0" fmla="*/ 1015015 h 1015015"/>
              <a:gd name="connsiteX1" fmla="*/ 0 w 1522879"/>
              <a:gd name="connsiteY1" fmla="*/ 0 h 1015015"/>
              <a:gd name="connsiteX2" fmla="*/ 1522879 w 1522879"/>
              <a:gd name="connsiteY2" fmla="*/ 1015015 h 1015015"/>
              <a:gd name="connsiteX3" fmla="*/ 655544 w 1522879"/>
              <a:gd name="connsiteY3" fmla="*/ 1015015 h 1015015"/>
              <a:gd name="connsiteX0" fmla="*/ 655544 w 843802"/>
              <a:gd name="connsiteY0" fmla="*/ 1015015 h 1015015"/>
              <a:gd name="connsiteX1" fmla="*/ 0 w 843802"/>
              <a:gd name="connsiteY1" fmla="*/ 0 h 1015015"/>
              <a:gd name="connsiteX2" fmla="*/ 843802 w 843802"/>
              <a:gd name="connsiteY2" fmla="*/ 228362 h 1015015"/>
              <a:gd name="connsiteX3" fmla="*/ 655544 w 843802"/>
              <a:gd name="connsiteY3" fmla="*/ 1015015 h 1015015"/>
              <a:gd name="connsiteX0" fmla="*/ 90768 w 843802"/>
              <a:gd name="connsiteY0" fmla="*/ 483856 h 483856"/>
              <a:gd name="connsiteX1" fmla="*/ 0 w 843802"/>
              <a:gd name="connsiteY1" fmla="*/ 0 h 483856"/>
              <a:gd name="connsiteX2" fmla="*/ 843802 w 843802"/>
              <a:gd name="connsiteY2" fmla="*/ 228362 h 483856"/>
              <a:gd name="connsiteX3" fmla="*/ 90768 w 843802"/>
              <a:gd name="connsiteY3" fmla="*/ 483856 h 483856"/>
              <a:gd name="connsiteX0" fmla="*/ 231962 w 843802"/>
              <a:gd name="connsiteY0" fmla="*/ 174574 h 228362"/>
              <a:gd name="connsiteX1" fmla="*/ 0 w 843802"/>
              <a:gd name="connsiteY1" fmla="*/ 0 h 228362"/>
              <a:gd name="connsiteX2" fmla="*/ 843802 w 843802"/>
              <a:gd name="connsiteY2" fmla="*/ 228362 h 228362"/>
              <a:gd name="connsiteX3" fmla="*/ 231962 w 843802"/>
              <a:gd name="connsiteY3" fmla="*/ 174574 h 228362"/>
              <a:gd name="connsiteX0" fmla="*/ 400051 w 843802"/>
              <a:gd name="connsiteY0" fmla="*/ 288874 h 288874"/>
              <a:gd name="connsiteX1" fmla="*/ 0 w 843802"/>
              <a:gd name="connsiteY1" fmla="*/ 0 h 288874"/>
              <a:gd name="connsiteX2" fmla="*/ 843802 w 843802"/>
              <a:gd name="connsiteY2" fmla="*/ 228362 h 288874"/>
              <a:gd name="connsiteX3" fmla="*/ 400051 w 843802"/>
              <a:gd name="connsiteY3" fmla="*/ 288874 h 288874"/>
              <a:gd name="connsiteX0" fmla="*/ 400051 w 863972"/>
              <a:gd name="connsiteY0" fmla="*/ 288874 h 288874"/>
              <a:gd name="connsiteX1" fmla="*/ 0 w 863972"/>
              <a:gd name="connsiteY1" fmla="*/ 0 h 288874"/>
              <a:gd name="connsiteX2" fmla="*/ 863972 w 863972"/>
              <a:gd name="connsiteY2" fmla="*/ 248532 h 288874"/>
              <a:gd name="connsiteX3" fmla="*/ 400051 w 863972"/>
              <a:gd name="connsiteY3" fmla="*/ 288874 h 288874"/>
              <a:gd name="connsiteX0" fmla="*/ 404813 w 868734"/>
              <a:gd name="connsiteY0" fmla="*/ 269824 h 269824"/>
              <a:gd name="connsiteX1" fmla="*/ 0 w 868734"/>
              <a:gd name="connsiteY1" fmla="*/ 0 h 269824"/>
              <a:gd name="connsiteX2" fmla="*/ 868734 w 868734"/>
              <a:gd name="connsiteY2" fmla="*/ 229482 h 269824"/>
              <a:gd name="connsiteX3" fmla="*/ 404813 w 868734"/>
              <a:gd name="connsiteY3" fmla="*/ 269824 h 269824"/>
              <a:gd name="connsiteX0" fmla="*/ 404813 w 887784"/>
              <a:gd name="connsiteY0" fmla="*/ 269824 h 269824"/>
              <a:gd name="connsiteX1" fmla="*/ 0 w 887784"/>
              <a:gd name="connsiteY1" fmla="*/ 0 h 269824"/>
              <a:gd name="connsiteX2" fmla="*/ 887784 w 887784"/>
              <a:gd name="connsiteY2" fmla="*/ 219957 h 269824"/>
              <a:gd name="connsiteX3" fmla="*/ 404813 w 887784"/>
              <a:gd name="connsiteY3" fmla="*/ 269824 h 269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87784" h="269824">
                <a:moveTo>
                  <a:pt x="404813" y="269824"/>
                </a:moveTo>
                <a:lnTo>
                  <a:pt x="0" y="0"/>
                </a:lnTo>
                <a:lnTo>
                  <a:pt x="887784" y="219957"/>
                </a:lnTo>
                <a:lnTo>
                  <a:pt x="404813" y="269824"/>
                </a:lnTo>
                <a:close/>
              </a:path>
            </a:pathLst>
          </a:custGeom>
          <a:solidFill>
            <a:srgbClr val="FF7D00">
              <a:alpha val="56023"/>
            </a:srgb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riangle 11">
            <a:extLst>
              <a:ext uri="{FF2B5EF4-FFF2-40B4-BE49-F238E27FC236}">
                <a16:creationId xmlns:a16="http://schemas.microsoft.com/office/drawing/2014/main" id="{AE8B1871-874B-9CF7-A404-6B2B485F12F7}"/>
              </a:ext>
            </a:extLst>
          </p:cNvPr>
          <p:cNvSpPr/>
          <p:nvPr userDrawn="1"/>
        </p:nvSpPr>
        <p:spPr>
          <a:xfrm>
            <a:off x="8213570" y="3506556"/>
            <a:ext cx="307604" cy="481894"/>
          </a:xfrm>
          <a:custGeom>
            <a:avLst/>
            <a:gdLst>
              <a:gd name="connsiteX0" fmla="*/ 0 w 867335"/>
              <a:gd name="connsiteY0" fmla="*/ 463685 h 463685"/>
              <a:gd name="connsiteX1" fmla="*/ 433668 w 867335"/>
              <a:gd name="connsiteY1" fmla="*/ 0 h 463685"/>
              <a:gd name="connsiteX2" fmla="*/ 867335 w 867335"/>
              <a:gd name="connsiteY2" fmla="*/ 463685 h 463685"/>
              <a:gd name="connsiteX3" fmla="*/ 0 w 867335"/>
              <a:gd name="connsiteY3" fmla="*/ 463685 h 463685"/>
              <a:gd name="connsiteX0" fmla="*/ 655544 w 1522879"/>
              <a:gd name="connsiteY0" fmla="*/ 1015015 h 1015015"/>
              <a:gd name="connsiteX1" fmla="*/ 0 w 1522879"/>
              <a:gd name="connsiteY1" fmla="*/ 0 h 1015015"/>
              <a:gd name="connsiteX2" fmla="*/ 1522879 w 1522879"/>
              <a:gd name="connsiteY2" fmla="*/ 1015015 h 1015015"/>
              <a:gd name="connsiteX3" fmla="*/ 655544 w 1522879"/>
              <a:gd name="connsiteY3" fmla="*/ 1015015 h 1015015"/>
              <a:gd name="connsiteX0" fmla="*/ 655544 w 843802"/>
              <a:gd name="connsiteY0" fmla="*/ 1015015 h 1015015"/>
              <a:gd name="connsiteX1" fmla="*/ 0 w 843802"/>
              <a:gd name="connsiteY1" fmla="*/ 0 h 1015015"/>
              <a:gd name="connsiteX2" fmla="*/ 843802 w 843802"/>
              <a:gd name="connsiteY2" fmla="*/ 228362 h 1015015"/>
              <a:gd name="connsiteX3" fmla="*/ 655544 w 843802"/>
              <a:gd name="connsiteY3" fmla="*/ 1015015 h 1015015"/>
              <a:gd name="connsiteX0" fmla="*/ 90768 w 843802"/>
              <a:gd name="connsiteY0" fmla="*/ 483856 h 483856"/>
              <a:gd name="connsiteX1" fmla="*/ 0 w 843802"/>
              <a:gd name="connsiteY1" fmla="*/ 0 h 483856"/>
              <a:gd name="connsiteX2" fmla="*/ 843802 w 843802"/>
              <a:gd name="connsiteY2" fmla="*/ 228362 h 483856"/>
              <a:gd name="connsiteX3" fmla="*/ 90768 w 843802"/>
              <a:gd name="connsiteY3" fmla="*/ 483856 h 483856"/>
              <a:gd name="connsiteX0" fmla="*/ 231962 w 843802"/>
              <a:gd name="connsiteY0" fmla="*/ 174574 h 228362"/>
              <a:gd name="connsiteX1" fmla="*/ 0 w 843802"/>
              <a:gd name="connsiteY1" fmla="*/ 0 h 228362"/>
              <a:gd name="connsiteX2" fmla="*/ 843802 w 843802"/>
              <a:gd name="connsiteY2" fmla="*/ 228362 h 228362"/>
              <a:gd name="connsiteX3" fmla="*/ 231962 w 843802"/>
              <a:gd name="connsiteY3" fmla="*/ 174574 h 228362"/>
              <a:gd name="connsiteX0" fmla="*/ 400051 w 843802"/>
              <a:gd name="connsiteY0" fmla="*/ 288874 h 288874"/>
              <a:gd name="connsiteX1" fmla="*/ 0 w 843802"/>
              <a:gd name="connsiteY1" fmla="*/ 0 h 288874"/>
              <a:gd name="connsiteX2" fmla="*/ 843802 w 843802"/>
              <a:gd name="connsiteY2" fmla="*/ 228362 h 288874"/>
              <a:gd name="connsiteX3" fmla="*/ 400051 w 843802"/>
              <a:gd name="connsiteY3" fmla="*/ 288874 h 288874"/>
              <a:gd name="connsiteX0" fmla="*/ 400051 w 863972"/>
              <a:gd name="connsiteY0" fmla="*/ 288874 h 288874"/>
              <a:gd name="connsiteX1" fmla="*/ 0 w 863972"/>
              <a:gd name="connsiteY1" fmla="*/ 0 h 288874"/>
              <a:gd name="connsiteX2" fmla="*/ 863972 w 863972"/>
              <a:gd name="connsiteY2" fmla="*/ 248532 h 288874"/>
              <a:gd name="connsiteX3" fmla="*/ 400051 w 863972"/>
              <a:gd name="connsiteY3" fmla="*/ 288874 h 288874"/>
              <a:gd name="connsiteX0" fmla="*/ 404813 w 868734"/>
              <a:gd name="connsiteY0" fmla="*/ 269824 h 269824"/>
              <a:gd name="connsiteX1" fmla="*/ 0 w 868734"/>
              <a:gd name="connsiteY1" fmla="*/ 0 h 269824"/>
              <a:gd name="connsiteX2" fmla="*/ 868734 w 868734"/>
              <a:gd name="connsiteY2" fmla="*/ 229482 h 269824"/>
              <a:gd name="connsiteX3" fmla="*/ 404813 w 868734"/>
              <a:gd name="connsiteY3" fmla="*/ 269824 h 269824"/>
              <a:gd name="connsiteX0" fmla="*/ 404813 w 887784"/>
              <a:gd name="connsiteY0" fmla="*/ 269824 h 269824"/>
              <a:gd name="connsiteX1" fmla="*/ 0 w 887784"/>
              <a:gd name="connsiteY1" fmla="*/ 0 h 269824"/>
              <a:gd name="connsiteX2" fmla="*/ 887784 w 887784"/>
              <a:gd name="connsiteY2" fmla="*/ 219957 h 269824"/>
              <a:gd name="connsiteX3" fmla="*/ 404813 w 887784"/>
              <a:gd name="connsiteY3" fmla="*/ 269824 h 269824"/>
              <a:gd name="connsiteX0" fmla="*/ 817192 w 817192"/>
              <a:gd name="connsiteY0" fmla="*/ 269824 h 824794"/>
              <a:gd name="connsiteX1" fmla="*/ 412379 w 817192"/>
              <a:gd name="connsiteY1" fmla="*/ 0 h 824794"/>
              <a:gd name="connsiteX2" fmla="*/ 0 w 817192"/>
              <a:gd name="connsiteY2" fmla="*/ 824794 h 824794"/>
              <a:gd name="connsiteX3" fmla="*/ 817192 w 817192"/>
              <a:gd name="connsiteY3" fmla="*/ 269824 h 824794"/>
              <a:gd name="connsiteX0" fmla="*/ 817192 w 817192"/>
              <a:gd name="connsiteY0" fmla="*/ 0 h 554970"/>
              <a:gd name="connsiteX1" fmla="*/ 121867 w 817192"/>
              <a:gd name="connsiteY1" fmla="*/ 73076 h 554970"/>
              <a:gd name="connsiteX2" fmla="*/ 0 w 817192"/>
              <a:gd name="connsiteY2" fmla="*/ 554970 h 554970"/>
              <a:gd name="connsiteX3" fmla="*/ 817192 w 817192"/>
              <a:gd name="connsiteY3" fmla="*/ 0 h 554970"/>
              <a:gd name="connsiteX0" fmla="*/ 298079 w 298079"/>
              <a:gd name="connsiteY0" fmla="*/ 641299 h 641299"/>
              <a:gd name="connsiteX1" fmla="*/ 121867 w 298079"/>
              <a:gd name="connsiteY1" fmla="*/ 0 h 641299"/>
              <a:gd name="connsiteX2" fmla="*/ 0 w 298079"/>
              <a:gd name="connsiteY2" fmla="*/ 481894 h 641299"/>
              <a:gd name="connsiteX3" fmla="*/ 298079 w 298079"/>
              <a:gd name="connsiteY3" fmla="*/ 641299 h 641299"/>
              <a:gd name="connsiteX0" fmla="*/ 307604 w 307604"/>
              <a:gd name="connsiteY0" fmla="*/ 160287 h 481894"/>
              <a:gd name="connsiteX1" fmla="*/ 121867 w 307604"/>
              <a:gd name="connsiteY1" fmla="*/ 0 h 481894"/>
              <a:gd name="connsiteX2" fmla="*/ 0 w 307604"/>
              <a:gd name="connsiteY2" fmla="*/ 481894 h 481894"/>
              <a:gd name="connsiteX3" fmla="*/ 307604 w 307604"/>
              <a:gd name="connsiteY3" fmla="*/ 160287 h 4818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7604" h="481894">
                <a:moveTo>
                  <a:pt x="307604" y="160287"/>
                </a:moveTo>
                <a:lnTo>
                  <a:pt x="121867" y="0"/>
                </a:lnTo>
                <a:lnTo>
                  <a:pt x="0" y="481894"/>
                </a:lnTo>
                <a:lnTo>
                  <a:pt x="307604" y="160287"/>
                </a:lnTo>
                <a:close/>
              </a:path>
            </a:pathLst>
          </a:custGeom>
          <a:solidFill>
            <a:srgbClr val="FF7D00">
              <a:alpha val="56023"/>
            </a:srgbClr>
          </a:solidFill>
          <a:ln w="6350"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riangle 11">
            <a:extLst>
              <a:ext uri="{FF2B5EF4-FFF2-40B4-BE49-F238E27FC236}">
                <a16:creationId xmlns:a16="http://schemas.microsoft.com/office/drawing/2014/main" id="{A3D349A7-62F9-CBC9-5DA0-4D7645DCF356}"/>
              </a:ext>
            </a:extLst>
          </p:cNvPr>
          <p:cNvSpPr/>
          <p:nvPr userDrawn="1"/>
        </p:nvSpPr>
        <p:spPr>
          <a:xfrm>
            <a:off x="7718606" y="4365895"/>
            <a:ext cx="216257" cy="131619"/>
          </a:xfrm>
          <a:custGeom>
            <a:avLst/>
            <a:gdLst>
              <a:gd name="connsiteX0" fmla="*/ 0 w 867335"/>
              <a:gd name="connsiteY0" fmla="*/ 463685 h 463685"/>
              <a:gd name="connsiteX1" fmla="*/ 433668 w 867335"/>
              <a:gd name="connsiteY1" fmla="*/ 0 h 463685"/>
              <a:gd name="connsiteX2" fmla="*/ 867335 w 867335"/>
              <a:gd name="connsiteY2" fmla="*/ 463685 h 463685"/>
              <a:gd name="connsiteX3" fmla="*/ 0 w 867335"/>
              <a:gd name="connsiteY3" fmla="*/ 463685 h 463685"/>
              <a:gd name="connsiteX0" fmla="*/ 655544 w 1522879"/>
              <a:gd name="connsiteY0" fmla="*/ 1015015 h 1015015"/>
              <a:gd name="connsiteX1" fmla="*/ 0 w 1522879"/>
              <a:gd name="connsiteY1" fmla="*/ 0 h 1015015"/>
              <a:gd name="connsiteX2" fmla="*/ 1522879 w 1522879"/>
              <a:gd name="connsiteY2" fmla="*/ 1015015 h 1015015"/>
              <a:gd name="connsiteX3" fmla="*/ 655544 w 1522879"/>
              <a:gd name="connsiteY3" fmla="*/ 1015015 h 1015015"/>
              <a:gd name="connsiteX0" fmla="*/ 655544 w 843802"/>
              <a:gd name="connsiteY0" fmla="*/ 1015015 h 1015015"/>
              <a:gd name="connsiteX1" fmla="*/ 0 w 843802"/>
              <a:gd name="connsiteY1" fmla="*/ 0 h 1015015"/>
              <a:gd name="connsiteX2" fmla="*/ 843802 w 843802"/>
              <a:gd name="connsiteY2" fmla="*/ 228362 h 1015015"/>
              <a:gd name="connsiteX3" fmla="*/ 655544 w 843802"/>
              <a:gd name="connsiteY3" fmla="*/ 1015015 h 1015015"/>
              <a:gd name="connsiteX0" fmla="*/ 90768 w 843802"/>
              <a:gd name="connsiteY0" fmla="*/ 483856 h 483856"/>
              <a:gd name="connsiteX1" fmla="*/ 0 w 843802"/>
              <a:gd name="connsiteY1" fmla="*/ 0 h 483856"/>
              <a:gd name="connsiteX2" fmla="*/ 843802 w 843802"/>
              <a:gd name="connsiteY2" fmla="*/ 228362 h 483856"/>
              <a:gd name="connsiteX3" fmla="*/ 90768 w 843802"/>
              <a:gd name="connsiteY3" fmla="*/ 483856 h 483856"/>
              <a:gd name="connsiteX0" fmla="*/ 231962 w 843802"/>
              <a:gd name="connsiteY0" fmla="*/ 174574 h 228362"/>
              <a:gd name="connsiteX1" fmla="*/ 0 w 843802"/>
              <a:gd name="connsiteY1" fmla="*/ 0 h 228362"/>
              <a:gd name="connsiteX2" fmla="*/ 843802 w 843802"/>
              <a:gd name="connsiteY2" fmla="*/ 228362 h 228362"/>
              <a:gd name="connsiteX3" fmla="*/ 231962 w 843802"/>
              <a:gd name="connsiteY3" fmla="*/ 174574 h 228362"/>
              <a:gd name="connsiteX0" fmla="*/ 400051 w 843802"/>
              <a:gd name="connsiteY0" fmla="*/ 288874 h 288874"/>
              <a:gd name="connsiteX1" fmla="*/ 0 w 843802"/>
              <a:gd name="connsiteY1" fmla="*/ 0 h 288874"/>
              <a:gd name="connsiteX2" fmla="*/ 843802 w 843802"/>
              <a:gd name="connsiteY2" fmla="*/ 228362 h 288874"/>
              <a:gd name="connsiteX3" fmla="*/ 400051 w 843802"/>
              <a:gd name="connsiteY3" fmla="*/ 288874 h 288874"/>
              <a:gd name="connsiteX0" fmla="*/ 400051 w 863972"/>
              <a:gd name="connsiteY0" fmla="*/ 288874 h 288874"/>
              <a:gd name="connsiteX1" fmla="*/ 0 w 863972"/>
              <a:gd name="connsiteY1" fmla="*/ 0 h 288874"/>
              <a:gd name="connsiteX2" fmla="*/ 863972 w 863972"/>
              <a:gd name="connsiteY2" fmla="*/ 248532 h 288874"/>
              <a:gd name="connsiteX3" fmla="*/ 400051 w 863972"/>
              <a:gd name="connsiteY3" fmla="*/ 288874 h 288874"/>
              <a:gd name="connsiteX0" fmla="*/ 404813 w 868734"/>
              <a:gd name="connsiteY0" fmla="*/ 269824 h 269824"/>
              <a:gd name="connsiteX1" fmla="*/ 0 w 868734"/>
              <a:gd name="connsiteY1" fmla="*/ 0 h 269824"/>
              <a:gd name="connsiteX2" fmla="*/ 868734 w 868734"/>
              <a:gd name="connsiteY2" fmla="*/ 229482 h 269824"/>
              <a:gd name="connsiteX3" fmla="*/ 404813 w 868734"/>
              <a:gd name="connsiteY3" fmla="*/ 269824 h 269824"/>
              <a:gd name="connsiteX0" fmla="*/ 404813 w 887784"/>
              <a:gd name="connsiteY0" fmla="*/ 269824 h 269824"/>
              <a:gd name="connsiteX1" fmla="*/ 0 w 887784"/>
              <a:gd name="connsiteY1" fmla="*/ 0 h 269824"/>
              <a:gd name="connsiteX2" fmla="*/ 887784 w 887784"/>
              <a:gd name="connsiteY2" fmla="*/ 219957 h 269824"/>
              <a:gd name="connsiteX3" fmla="*/ 404813 w 887784"/>
              <a:gd name="connsiteY3" fmla="*/ 269824 h 269824"/>
              <a:gd name="connsiteX0" fmla="*/ 817192 w 817192"/>
              <a:gd name="connsiteY0" fmla="*/ 269824 h 824794"/>
              <a:gd name="connsiteX1" fmla="*/ 412379 w 817192"/>
              <a:gd name="connsiteY1" fmla="*/ 0 h 824794"/>
              <a:gd name="connsiteX2" fmla="*/ 0 w 817192"/>
              <a:gd name="connsiteY2" fmla="*/ 824794 h 824794"/>
              <a:gd name="connsiteX3" fmla="*/ 817192 w 817192"/>
              <a:gd name="connsiteY3" fmla="*/ 269824 h 824794"/>
              <a:gd name="connsiteX0" fmla="*/ 817192 w 817192"/>
              <a:gd name="connsiteY0" fmla="*/ 0 h 554970"/>
              <a:gd name="connsiteX1" fmla="*/ 121867 w 817192"/>
              <a:gd name="connsiteY1" fmla="*/ 73076 h 554970"/>
              <a:gd name="connsiteX2" fmla="*/ 0 w 817192"/>
              <a:gd name="connsiteY2" fmla="*/ 554970 h 554970"/>
              <a:gd name="connsiteX3" fmla="*/ 817192 w 817192"/>
              <a:gd name="connsiteY3" fmla="*/ 0 h 554970"/>
              <a:gd name="connsiteX0" fmla="*/ 298079 w 298079"/>
              <a:gd name="connsiteY0" fmla="*/ 641299 h 641299"/>
              <a:gd name="connsiteX1" fmla="*/ 121867 w 298079"/>
              <a:gd name="connsiteY1" fmla="*/ 0 h 641299"/>
              <a:gd name="connsiteX2" fmla="*/ 0 w 298079"/>
              <a:gd name="connsiteY2" fmla="*/ 481894 h 641299"/>
              <a:gd name="connsiteX3" fmla="*/ 298079 w 298079"/>
              <a:gd name="connsiteY3" fmla="*/ 641299 h 641299"/>
              <a:gd name="connsiteX0" fmla="*/ 307604 w 307604"/>
              <a:gd name="connsiteY0" fmla="*/ 160287 h 481894"/>
              <a:gd name="connsiteX1" fmla="*/ 121867 w 307604"/>
              <a:gd name="connsiteY1" fmla="*/ 0 h 481894"/>
              <a:gd name="connsiteX2" fmla="*/ 0 w 307604"/>
              <a:gd name="connsiteY2" fmla="*/ 481894 h 481894"/>
              <a:gd name="connsiteX3" fmla="*/ 307604 w 307604"/>
              <a:gd name="connsiteY3" fmla="*/ 160287 h 481894"/>
              <a:gd name="connsiteX0" fmla="*/ 419099 w 419099"/>
              <a:gd name="connsiteY0" fmla="*/ 150762 h 472369"/>
              <a:gd name="connsiteX1" fmla="*/ 0 w 419099"/>
              <a:gd name="connsiteY1" fmla="*/ 0 h 472369"/>
              <a:gd name="connsiteX2" fmla="*/ 111495 w 419099"/>
              <a:gd name="connsiteY2" fmla="*/ 472369 h 472369"/>
              <a:gd name="connsiteX3" fmla="*/ 419099 w 419099"/>
              <a:gd name="connsiteY3" fmla="*/ 150762 h 472369"/>
              <a:gd name="connsiteX0" fmla="*/ 731466 w 731466"/>
              <a:gd name="connsiteY0" fmla="*/ 150762 h 196144"/>
              <a:gd name="connsiteX1" fmla="*/ 312367 w 731466"/>
              <a:gd name="connsiteY1" fmla="*/ 0 h 196144"/>
              <a:gd name="connsiteX2" fmla="*/ 0 w 731466"/>
              <a:gd name="connsiteY2" fmla="*/ 196144 h 196144"/>
              <a:gd name="connsiteX3" fmla="*/ 731466 w 731466"/>
              <a:gd name="connsiteY3" fmla="*/ 150762 h 196144"/>
              <a:gd name="connsiteX0" fmla="*/ 555254 w 555254"/>
              <a:gd name="connsiteY0" fmla="*/ 341262 h 341262"/>
              <a:gd name="connsiteX1" fmla="*/ 312367 w 555254"/>
              <a:gd name="connsiteY1" fmla="*/ 0 h 341262"/>
              <a:gd name="connsiteX2" fmla="*/ 0 w 555254"/>
              <a:gd name="connsiteY2" fmla="*/ 196144 h 341262"/>
              <a:gd name="connsiteX3" fmla="*/ 555254 w 555254"/>
              <a:gd name="connsiteY3" fmla="*/ 341262 h 341262"/>
              <a:gd name="connsiteX0" fmla="*/ 390216 w 390216"/>
              <a:gd name="connsiteY0" fmla="*/ 149461 h 196144"/>
              <a:gd name="connsiteX1" fmla="*/ 312367 w 390216"/>
              <a:gd name="connsiteY1" fmla="*/ 0 h 196144"/>
              <a:gd name="connsiteX2" fmla="*/ 0 w 390216"/>
              <a:gd name="connsiteY2" fmla="*/ 196144 h 196144"/>
              <a:gd name="connsiteX3" fmla="*/ 390216 w 390216"/>
              <a:gd name="connsiteY3" fmla="*/ 149461 h 196144"/>
              <a:gd name="connsiteX0" fmla="*/ 363453 w 363453"/>
              <a:gd name="connsiteY0" fmla="*/ 131619 h 196144"/>
              <a:gd name="connsiteX1" fmla="*/ 312367 w 363453"/>
              <a:gd name="connsiteY1" fmla="*/ 0 h 196144"/>
              <a:gd name="connsiteX2" fmla="*/ 0 w 363453"/>
              <a:gd name="connsiteY2" fmla="*/ 196144 h 196144"/>
              <a:gd name="connsiteX3" fmla="*/ 363453 w 363453"/>
              <a:gd name="connsiteY3" fmla="*/ 131619 h 196144"/>
              <a:gd name="connsiteX0" fmla="*/ 216257 w 216257"/>
              <a:gd name="connsiteY0" fmla="*/ 131619 h 131619"/>
              <a:gd name="connsiteX1" fmla="*/ 165171 w 216257"/>
              <a:gd name="connsiteY1" fmla="*/ 0 h 131619"/>
              <a:gd name="connsiteX2" fmla="*/ 0 w 216257"/>
              <a:gd name="connsiteY2" fmla="*/ 102474 h 131619"/>
              <a:gd name="connsiteX3" fmla="*/ 216257 w 216257"/>
              <a:gd name="connsiteY3" fmla="*/ 131619 h 1316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6257" h="131619">
                <a:moveTo>
                  <a:pt x="216257" y="131619"/>
                </a:moveTo>
                <a:lnTo>
                  <a:pt x="165171" y="0"/>
                </a:lnTo>
                <a:lnTo>
                  <a:pt x="0" y="102474"/>
                </a:lnTo>
                <a:lnTo>
                  <a:pt x="216257" y="131619"/>
                </a:lnTo>
                <a:close/>
              </a:path>
            </a:pathLst>
          </a:custGeom>
          <a:solidFill>
            <a:srgbClr val="FF7D00">
              <a:alpha val="44000"/>
            </a:srgbClr>
          </a:solidFill>
          <a:ln w="3175">
            <a:solidFill>
              <a:schemeClr val="tx1">
                <a:lumMod val="75000"/>
                <a:lumOff val="25000"/>
                <a:alpha val="65107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riangle 11">
            <a:extLst>
              <a:ext uri="{FF2B5EF4-FFF2-40B4-BE49-F238E27FC236}">
                <a16:creationId xmlns:a16="http://schemas.microsoft.com/office/drawing/2014/main" id="{DAB89E27-FBC2-E750-BEB8-0656C928E861}"/>
              </a:ext>
            </a:extLst>
          </p:cNvPr>
          <p:cNvSpPr/>
          <p:nvPr userDrawn="1"/>
        </p:nvSpPr>
        <p:spPr>
          <a:xfrm>
            <a:off x="5503704" y="1948683"/>
            <a:ext cx="720515" cy="961199"/>
          </a:xfrm>
          <a:custGeom>
            <a:avLst/>
            <a:gdLst>
              <a:gd name="connsiteX0" fmla="*/ 0 w 867335"/>
              <a:gd name="connsiteY0" fmla="*/ 463685 h 463685"/>
              <a:gd name="connsiteX1" fmla="*/ 433668 w 867335"/>
              <a:gd name="connsiteY1" fmla="*/ 0 h 463685"/>
              <a:gd name="connsiteX2" fmla="*/ 867335 w 867335"/>
              <a:gd name="connsiteY2" fmla="*/ 463685 h 463685"/>
              <a:gd name="connsiteX3" fmla="*/ 0 w 867335"/>
              <a:gd name="connsiteY3" fmla="*/ 463685 h 463685"/>
              <a:gd name="connsiteX0" fmla="*/ 655544 w 1522879"/>
              <a:gd name="connsiteY0" fmla="*/ 1015015 h 1015015"/>
              <a:gd name="connsiteX1" fmla="*/ 0 w 1522879"/>
              <a:gd name="connsiteY1" fmla="*/ 0 h 1015015"/>
              <a:gd name="connsiteX2" fmla="*/ 1522879 w 1522879"/>
              <a:gd name="connsiteY2" fmla="*/ 1015015 h 1015015"/>
              <a:gd name="connsiteX3" fmla="*/ 655544 w 1522879"/>
              <a:gd name="connsiteY3" fmla="*/ 1015015 h 1015015"/>
              <a:gd name="connsiteX0" fmla="*/ 655544 w 843802"/>
              <a:gd name="connsiteY0" fmla="*/ 1015015 h 1015015"/>
              <a:gd name="connsiteX1" fmla="*/ 0 w 843802"/>
              <a:gd name="connsiteY1" fmla="*/ 0 h 1015015"/>
              <a:gd name="connsiteX2" fmla="*/ 843802 w 843802"/>
              <a:gd name="connsiteY2" fmla="*/ 228362 h 1015015"/>
              <a:gd name="connsiteX3" fmla="*/ 655544 w 843802"/>
              <a:gd name="connsiteY3" fmla="*/ 1015015 h 1015015"/>
              <a:gd name="connsiteX0" fmla="*/ 90768 w 843802"/>
              <a:gd name="connsiteY0" fmla="*/ 483856 h 483856"/>
              <a:gd name="connsiteX1" fmla="*/ 0 w 843802"/>
              <a:gd name="connsiteY1" fmla="*/ 0 h 483856"/>
              <a:gd name="connsiteX2" fmla="*/ 843802 w 843802"/>
              <a:gd name="connsiteY2" fmla="*/ 228362 h 483856"/>
              <a:gd name="connsiteX3" fmla="*/ 90768 w 843802"/>
              <a:gd name="connsiteY3" fmla="*/ 483856 h 483856"/>
              <a:gd name="connsiteX0" fmla="*/ 231962 w 843802"/>
              <a:gd name="connsiteY0" fmla="*/ 174574 h 228362"/>
              <a:gd name="connsiteX1" fmla="*/ 0 w 843802"/>
              <a:gd name="connsiteY1" fmla="*/ 0 h 228362"/>
              <a:gd name="connsiteX2" fmla="*/ 843802 w 843802"/>
              <a:gd name="connsiteY2" fmla="*/ 228362 h 228362"/>
              <a:gd name="connsiteX3" fmla="*/ 231962 w 843802"/>
              <a:gd name="connsiteY3" fmla="*/ 174574 h 228362"/>
              <a:gd name="connsiteX0" fmla="*/ 400051 w 843802"/>
              <a:gd name="connsiteY0" fmla="*/ 288874 h 288874"/>
              <a:gd name="connsiteX1" fmla="*/ 0 w 843802"/>
              <a:gd name="connsiteY1" fmla="*/ 0 h 288874"/>
              <a:gd name="connsiteX2" fmla="*/ 843802 w 843802"/>
              <a:gd name="connsiteY2" fmla="*/ 228362 h 288874"/>
              <a:gd name="connsiteX3" fmla="*/ 400051 w 843802"/>
              <a:gd name="connsiteY3" fmla="*/ 288874 h 288874"/>
              <a:gd name="connsiteX0" fmla="*/ 400051 w 863972"/>
              <a:gd name="connsiteY0" fmla="*/ 288874 h 288874"/>
              <a:gd name="connsiteX1" fmla="*/ 0 w 863972"/>
              <a:gd name="connsiteY1" fmla="*/ 0 h 288874"/>
              <a:gd name="connsiteX2" fmla="*/ 863972 w 863972"/>
              <a:gd name="connsiteY2" fmla="*/ 248532 h 288874"/>
              <a:gd name="connsiteX3" fmla="*/ 400051 w 863972"/>
              <a:gd name="connsiteY3" fmla="*/ 288874 h 288874"/>
              <a:gd name="connsiteX0" fmla="*/ 404813 w 868734"/>
              <a:gd name="connsiteY0" fmla="*/ 269824 h 269824"/>
              <a:gd name="connsiteX1" fmla="*/ 0 w 868734"/>
              <a:gd name="connsiteY1" fmla="*/ 0 h 269824"/>
              <a:gd name="connsiteX2" fmla="*/ 868734 w 868734"/>
              <a:gd name="connsiteY2" fmla="*/ 229482 h 269824"/>
              <a:gd name="connsiteX3" fmla="*/ 404813 w 868734"/>
              <a:gd name="connsiteY3" fmla="*/ 269824 h 269824"/>
              <a:gd name="connsiteX0" fmla="*/ 404813 w 887784"/>
              <a:gd name="connsiteY0" fmla="*/ 269824 h 269824"/>
              <a:gd name="connsiteX1" fmla="*/ 0 w 887784"/>
              <a:gd name="connsiteY1" fmla="*/ 0 h 269824"/>
              <a:gd name="connsiteX2" fmla="*/ 887784 w 887784"/>
              <a:gd name="connsiteY2" fmla="*/ 219957 h 269824"/>
              <a:gd name="connsiteX3" fmla="*/ 404813 w 887784"/>
              <a:gd name="connsiteY3" fmla="*/ 269824 h 269824"/>
              <a:gd name="connsiteX0" fmla="*/ 310027 w 792998"/>
              <a:gd name="connsiteY0" fmla="*/ 643390 h 643390"/>
              <a:gd name="connsiteX1" fmla="*/ 0 w 792998"/>
              <a:gd name="connsiteY1" fmla="*/ 0 h 643390"/>
              <a:gd name="connsiteX2" fmla="*/ 792998 w 792998"/>
              <a:gd name="connsiteY2" fmla="*/ 593523 h 643390"/>
              <a:gd name="connsiteX3" fmla="*/ 310027 w 792998"/>
              <a:gd name="connsiteY3" fmla="*/ 643390 h 643390"/>
              <a:gd name="connsiteX0" fmla="*/ 310027 w 703788"/>
              <a:gd name="connsiteY0" fmla="*/ 643390 h 643390"/>
              <a:gd name="connsiteX1" fmla="*/ 0 w 703788"/>
              <a:gd name="connsiteY1" fmla="*/ 0 h 643390"/>
              <a:gd name="connsiteX2" fmla="*/ 703788 w 703788"/>
              <a:gd name="connsiteY2" fmla="*/ 626977 h 643390"/>
              <a:gd name="connsiteX3" fmla="*/ 310027 w 703788"/>
              <a:gd name="connsiteY3" fmla="*/ 643390 h 643390"/>
              <a:gd name="connsiteX0" fmla="*/ 310027 w 720515"/>
              <a:gd name="connsiteY0" fmla="*/ 643390 h 643390"/>
              <a:gd name="connsiteX1" fmla="*/ 0 w 720515"/>
              <a:gd name="connsiteY1" fmla="*/ 0 h 643390"/>
              <a:gd name="connsiteX2" fmla="*/ 720515 w 720515"/>
              <a:gd name="connsiteY2" fmla="*/ 610250 h 643390"/>
              <a:gd name="connsiteX3" fmla="*/ 310027 w 720515"/>
              <a:gd name="connsiteY3" fmla="*/ 643390 h 643390"/>
              <a:gd name="connsiteX0" fmla="*/ 237544 w 720515"/>
              <a:gd name="connsiteY0" fmla="*/ 961199 h 961199"/>
              <a:gd name="connsiteX1" fmla="*/ 0 w 720515"/>
              <a:gd name="connsiteY1" fmla="*/ 0 h 961199"/>
              <a:gd name="connsiteX2" fmla="*/ 720515 w 720515"/>
              <a:gd name="connsiteY2" fmla="*/ 610250 h 961199"/>
              <a:gd name="connsiteX3" fmla="*/ 237544 w 720515"/>
              <a:gd name="connsiteY3" fmla="*/ 961199 h 9611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20515" h="961199">
                <a:moveTo>
                  <a:pt x="237544" y="961199"/>
                </a:moveTo>
                <a:lnTo>
                  <a:pt x="0" y="0"/>
                </a:lnTo>
                <a:lnTo>
                  <a:pt x="720515" y="610250"/>
                </a:lnTo>
                <a:lnTo>
                  <a:pt x="237544" y="961199"/>
                </a:lnTo>
                <a:close/>
              </a:path>
            </a:pathLst>
          </a:custGeom>
          <a:solidFill>
            <a:srgbClr val="FF7D00">
              <a:alpha val="56023"/>
            </a:srgbClr>
          </a:solidFill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riangle 11">
            <a:extLst>
              <a:ext uri="{FF2B5EF4-FFF2-40B4-BE49-F238E27FC236}">
                <a16:creationId xmlns:a16="http://schemas.microsoft.com/office/drawing/2014/main" id="{D7093259-9FD9-F43B-573E-95ECE75E203C}"/>
              </a:ext>
            </a:extLst>
          </p:cNvPr>
          <p:cNvSpPr/>
          <p:nvPr userDrawn="1"/>
        </p:nvSpPr>
        <p:spPr>
          <a:xfrm>
            <a:off x="5696919" y="3806592"/>
            <a:ext cx="395106" cy="171261"/>
          </a:xfrm>
          <a:custGeom>
            <a:avLst/>
            <a:gdLst>
              <a:gd name="connsiteX0" fmla="*/ 0 w 867335"/>
              <a:gd name="connsiteY0" fmla="*/ 463685 h 463685"/>
              <a:gd name="connsiteX1" fmla="*/ 433668 w 867335"/>
              <a:gd name="connsiteY1" fmla="*/ 0 h 463685"/>
              <a:gd name="connsiteX2" fmla="*/ 867335 w 867335"/>
              <a:gd name="connsiteY2" fmla="*/ 463685 h 463685"/>
              <a:gd name="connsiteX3" fmla="*/ 0 w 867335"/>
              <a:gd name="connsiteY3" fmla="*/ 463685 h 463685"/>
              <a:gd name="connsiteX0" fmla="*/ 655544 w 1522879"/>
              <a:gd name="connsiteY0" fmla="*/ 1015015 h 1015015"/>
              <a:gd name="connsiteX1" fmla="*/ 0 w 1522879"/>
              <a:gd name="connsiteY1" fmla="*/ 0 h 1015015"/>
              <a:gd name="connsiteX2" fmla="*/ 1522879 w 1522879"/>
              <a:gd name="connsiteY2" fmla="*/ 1015015 h 1015015"/>
              <a:gd name="connsiteX3" fmla="*/ 655544 w 1522879"/>
              <a:gd name="connsiteY3" fmla="*/ 1015015 h 1015015"/>
              <a:gd name="connsiteX0" fmla="*/ 655544 w 843802"/>
              <a:gd name="connsiteY0" fmla="*/ 1015015 h 1015015"/>
              <a:gd name="connsiteX1" fmla="*/ 0 w 843802"/>
              <a:gd name="connsiteY1" fmla="*/ 0 h 1015015"/>
              <a:gd name="connsiteX2" fmla="*/ 843802 w 843802"/>
              <a:gd name="connsiteY2" fmla="*/ 228362 h 1015015"/>
              <a:gd name="connsiteX3" fmla="*/ 655544 w 843802"/>
              <a:gd name="connsiteY3" fmla="*/ 1015015 h 1015015"/>
              <a:gd name="connsiteX0" fmla="*/ 90768 w 843802"/>
              <a:gd name="connsiteY0" fmla="*/ 483856 h 483856"/>
              <a:gd name="connsiteX1" fmla="*/ 0 w 843802"/>
              <a:gd name="connsiteY1" fmla="*/ 0 h 483856"/>
              <a:gd name="connsiteX2" fmla="*/ 843802 w 843802"/>
              <a:gd name="connsiteY2" fmla="*/ 228362 h 483856"/>
              <a:gd name="connsiteX3" fmla="*/ 90768 w 843802"/>
              <a:gd name="connsiteY3" fmla="*/ 483856 h 483856"/>
              <a:gd name="connsiteX0" fmla="*/ 231962 w 843802"/>
              <a:gd name="connsiteY0" fmla="*/ 174574 h 228362"/>
              <a:gd name="connsiteX1" fmla="*/ 0 w 843802"/>
              <a:gd name="connsiteY1" fmla="*/ 0 h 228362"/>
              <a:gd name="connsiteX2" fmla="*/ 843802 w 843802"/>
              <a:gd name="connsiteY2" fmla="*/ 228362 h 228362"/>
              <a:gd name="connsiteX3" fmla="*/ 231962 w 843802"/>
              <a:gd name="connsiteY3" fmla="*/ 174574 h 228362"/>
              <a:gd name="connsiteX0" fmla="*/ 400051 w 843802"/>
              <a:gd name="connsiteY0" fmla="*/ 288874 h 288874"/>
              <a:gd name="connsiteX1" fmla="*/ 0 w 843802"/>
              <a:gd name="connsiteY1" fmla="*/ 0 h 288874"/>
              <a:gd name="connsiteX2" fmla="*/ 843802 w 843802"/>
              <a:gd name="connsiteY2" fmla="*/ 228362 h 288874"/>
              <a:gd name="connsiteX3" fmla="*/ 400051 w 843802"/>
              <a:gd name="connsiteY3" fmla="*/ 288874 h 288874"/>
              <a:gd name="connsiteX0" fmla="*/ 400051 w 863972"/>
              <a:gd name="connsiteY0" fmla="*/ 288874 h 288874"/>
              <a:gd name="connsiteX1" fmla="*/ 0 w 863972"/>
              <a:gd name="connsiteY1" fmla="*/ 0 h 288874"/>
              <a:gd name="connsiteX2" fmla="*/ 863972 w 863972"/>
              <a:gd name="connsiteY2" fmla="*/ 248532 h 288874"/>
              <a:gd name="connsiteX3" fmla="*/ 400051 w 863972"/>
              <a:gd name="connsiteY3" fmla="*/ 288874 h 288874"/>
              <a:gd name="connsiteX0" fmla="*/ 404813 w 868734"/>
              <a:gd name="connsiteY0" fmla="*/ 269824 h 269824"/>
              <a:gd name="connsiteX1" fmla="*/ 0 w 868734"/>
              <a:gd name="connsiteY1" fmla="*/ 0 h 269824"/>
              <a:gd name="connsiteX2" fmla="*/ 868734 w 868734"/>
              <a:gd name="connsiteY2" fmla="*/ 229482 h 269824"/>
              <a:gd name="connsiteX3" fmla="*/ 404813 w 868734"/>
              <a:gd name="connsiteY3" fmla="*/ 269824 h 269824"/>
              <a:gd name="connsiteX0" fmla="*/ 404813 w 887784"/>
              <a:gd name="connsiteY0" fmla="*/ 269824 h 269824"/>
              <a:gd name="connsiteX1" fmla="*/ 0 w 887784"/>
              <a:gd name="connsiteY1" fmla="*/ 0 h 269824"/>
              <a:gd name="connsiteX2" fmla="*/ 887784 w 887784"/>
              <a:gd name="connsiteY2" fmla="*/ 219957 h 269824"/>
              <a:gd name="connsiteX3" fmla="*/ 404813 w 887784"/>
              <a:gd name="connsiteY3" fmla="*/ 269824 h 269824"/>
              <a:gd name="connsiteX0" fmla="*/ 817192 w 817192"/>
              <a:gd name="connsiteY0" fmla="*/ 269824 h 824794"/>
              <a:gd name="connsiteX1" fmla="*/ 412379 w 817192"/>
              <a:gd name="connsiteY1" fmla="*/ 0 h 824794"/>
              <a:gd name="connsiteX2" fmla="*/ 0 w 817192"/>
              <a:gd name="connsiteY2" fmla="*/ 824794 h 824794"/>
              <a:gd name="connsiteX3" fmla="*/ 817192 w 817192"/>
              <a:gd name="connsiteY3" fmla="*/ 269824 h 824794"/>
              <a:gd name="connsiteX0" fmla="*/ 817192 w 817192"/>
              <a:gd name="connsiteY0" fmla="*/ 0 h 554970"/>
              <a:gd name="connsiteX1" fmla="*/ 121867 w 817192"/>
              <a:gd name="connsiteY1" fmla="*/ 73076 h 554970"/>
              <a:gd name="connsiteX2" fmla="*/ 0 w 817192"/>
              <a:gd name="connsiteY2" fmla="*/ 554970 h 554970"/>
              <a:gd name="connsiteX3" fmla="*/ 817192 w 817192"/>
              <a:gd name="connsiteY3" fmla="*/ 0 h 554970"/>
              <a:gd name="connsiteX0" fmla="*/ 298079 w 298079"/>
              <a:gd name="connsiteY0" fmla="*/ 641299 h 641299"/>
              <a:gd name="connsiteX1" fmla="*/ 121867 w 298079"/>
              <a:gd name="connsiteY1" fmla="*/ 0 h 641299"/>
              <a:gd name="connsiteX2" fmla="*/ 0 w 298079"/>
              <a:gd name="connsiteY2" fmla="*/ 481894 h 641299"/>
              <a:gd name="connsiteX3" fmla="*/ 298079 w 298079"/>
              <a:gd name="connsiteY3" fmla="*/ 641299 h 641299"/>
              <a:gd name="connsiteX0" fmla="*/ 307604 w 307604"/>
              <a:gd name="connsiteY0" fmla="*/ 160287 h 481894"/>
              <a:gd name="connsiteX1" fmla="*/ 121867 w 307604"/>
              <a:gd name="connsiteY1" fmla="*/ 0 h 481894"/>
              <a:gd name="connsiteX2" fmla="*/ 0 w 307604"/>
              <a:gd name="connsiteY2" fmla="*/ 481894 h 481894"/>
              <a:gd name="connsiteX3" fmla="*/ 307604 w 307604"/>
              <a:gd name="connsiteY3" fmla="*/ 160287 h 481894"/>
              <a:gd name="connsiteX0" fmla="*/ 338230 w 338230"/>
              <a:gd name="connsiteY0" fmla="*/ 160287 h 171261"/>
              <a:gd name="connsiteX1" fmla="*/ 152493 w 338230"/>
              <a:gd name="connsiteY1" fmla="*/ 0 h 171261"/>
              <a:gd name="connsiteX2" fmla="*/ 0 w 338230"/>
              <a:gd name="connsiteY2" fmla="*/ 171261 h 171261"/>
              <a:gd name="connsiteX3" fmla="*/ 338230 w 338230"/>
              <a:gd name="connsiteY3" fmla="*/ 160287 h 171261"/>
              <a:gd name="connsiteX0" fmla="*/ 395106 w 395106"/>
              <a:gd name="connsiteY0" fmla="*/ 99036 h 171261"/>
              <a:gd name="connsiteX1" fmla="*/ 152493 w 395106"/>
              <a:gd name="connsiteY1" fmla="*/ 0 h 171261"/>
              <a:gd name="connsiteX2" fmla="*/ 0 w 395106"/>
              <a:gd name="connsiteY2" fmla="*/ 171261 h 171261"/>
              <a:gd name="connsiteX3" fmla="*/ 395106 w 395106"/>
              <a:gd name="connsiteY3" fmla="*/ 99036 h 1712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95106" h="171261">
                <a:moveTo>
                  <a:pt x="395106" y="99036"/>
                </a:moveTo>
                <a:lnTo>
                  <a:pt x="152493" y="0"/>
                </a:lnTo>
                <a:lnTo>
                  <a:pt x="0" y="171261"/>
                </a:lnTo>
                <a:lnTo>
                  <a:pt x="395106" y="99036"/>
                </a:lnTo>
                <a:close/>
              </a:path>
            </a:pathLst>
          </a:custGeom>
          <a:solidFill>
            <a:srgbClr val="FF7D00">
              <a:alpha val="56023"/>
            </a:srgbClr>
          </a:solidFill>
          <a:ln w="6350"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riangle 11">
            <a:extLst>
              <a:ext uri="{FF2B5EF4-FFF2-40B4-BE49-F238E27FC236}">
                <a16:creationId xmlns:a16="http://schemas.microsoft.com/office/drawing/2014/main" id="{4194C4F9-C801-3B2A-C180-C4B97FBA91AA}"/>
              </a:ext>
            </a:extLst>
          </p:cNvPr>
          <p:cNvSpPr/>
          <p:nvPr userDrawn="1"/>
        </p:nvSpPr>
        <p:spPr>
          <a:xfrm>
            <a:off x="5787287" y="4379733"/>
            <a:ext cx="351005" cy="215011"/>
          </a:xfrm>
          <a:custGeom>
            <a:avLst/>
            <a:gdLst>
              <a:gd name="connsiteX0" fmla="*/ 0 w 867335"/>
              <a:gd name="connsiteY0" fmla="*/ 463685 h 463685"/>
              <a:gd name="connsiteX1" fmla="*/ 433668 w 867335"/>
              <a:gd name="connsiteY1" fmla="*/ 0 h 463685"/>
              <a:gd name="connsiteX2" fmla="*/ 867335 w 867335"/>
              <a:gd name="connsiteY2" fmla="*/ 463685 h 463685"/>
              <a:gd name="connsiteX3" fmla="*/ 0 w 867335"/>
              <a:gd name="connsiteY3" fmla="*/ 463685 h 463685"/>
              <a:gd name="connsiteX0" fmla="*/ 655544 w 1522879"/>
              <a:gd name="connsiteY0" fmla="*/ 1015015 h 1015015"/>
              <a:gd name="connsiteX1" fmla="*/ 0 w 1522879"/>
              <a:gd name="connsiteY1" fmla="*/ 0 h 1015015"/>
              <a:gd name="connsiteX2" fmla="*/ 1522879 w 1522879"/>
              <a:gd name="connsiteY2" fmla="*/ 1015015 h 1015015"/>
              <a:gd name="connsiteX3" fmla="*/ 655544 w 1522879"/>
              <a:gd name="connsiteY3" fmla="*/ 1015015 h 1015015"/>
              <a:gd name="connsiteX0" fmla="*/ 655544 w 843802"/>
              <a:gd name="connsiteY0" fmla="*/ 1015015 h 1015015"/>
              <a:gd name="connsiteX1" fmla="*/ 0 w 843802"/>
              <a:gd name="connsiteY1" fmla="*/ 0 h 1015015"/>
              <a:gd name="connsiteX2" fmla="*/ 843802 w 843802"/>
              <a:gd name="connsiteY2" fmla="*/ 228362 h 1015015"/>
              <a:gd name="connsiteX3" fmla="*/ 655544 w 843802"/>
              <a:gd name="connsiteY3" fmla="*/ 1015015 h 1015015"/>
              <a:gd name="connsiteX0" fmla="*/ 90768 w 843802"/>
              <a:gd name="connsiteY0" fmla="*/ 483856 h 483856"/>
              <a:gd name="connsiteX1" fmla="*/ 0 w 843802"/>
              <a:gd name="connsiteY1" fmla="*/ 0 h 483856"/>
              <a:gd name="connsiteX2" fmla="*/ 843802 w 843802"/>
              <a:gd name="connsiteY2" fmla="*/ 228362 h 483856"/>
              <a:gd name="connsiteX3" fmla="*/ 90768 w 843802"/>
              <a:gd name="connsiteY3" fmla="*/ 483856 h 483856"/>
              <a:gd name="connsiteX0" fmla="*/ 231962 w 843802"/>
              <a:gd name="connsiteY0" fmla="*/ 174574 h 228362"/>
              <a:gd name="connsiteX1" fmla="*/ 0 w 843802"/>
              <a:gd name="connsiteY1" fmla="*/ 0 h 228362"/>
              <a:gd name="connsiteX2" fmla="*/ 843802 w 843802"/>
              <a:gd name="connsiteY2" fmla="*/ 228362 h 228362"/>
              <a:gd name="connsiteX3" fmla="*/ 231962 w 843802"/>
              <a:gd name="connsiteY3" fmla="*/ 174574 h 228362"/>
              <a:gd name="connsiteX0" fmla="*/ 400051 w 843802"/>
              <a:gd name="connsiteY0" fmla="*/ 288874 h 288874"/>
              <a:gd name="connsiteX1" fmla="*/ 0 w 843802"/>
              <a:gd name="connsiteY1" fmla="*/ 0 h 288874"/>
              <a:gd name="connsiteX2" fmla="*/ 843802 w 843802"/>
              <a:gd name="connsiteY2" fmla="*/ 228362 h 288874"/>
              <a:gd name="connsiteX3" fmla="*/ 400051 w 843802"/>
              <a:gd name="connsiteY3" fmla="*/ 288874 h 288874"/>
              <a:gd name="connsiteX0" fmla="*/ 400051 w 863972"/>
              <a:gd name="connsiteY0" fmla="*/ 288874 h 288874"/>
              <a:gd name="connsiteX1" fmla="*/ 0 w 863972"/>
              <a:gd name="connsiteY1" fmla="*/ 0 h 288874"/>
              <a:gd name="connsiteX2" fmla="*/ 863972 w 863972"/>
              <a:gd name="connsiteY2" fmla="*/ 248532 h 288874"/>
              <a:gd name="connsiteX3" fmla="*/ 400051 w 863972"/>
              <a:gd name="connsiteY3" fmla="*/ 288874 h 288874"/>
              <a:gd name="connsiteX0" fmla="*/ 404813 w 868734"/>
              <a:gd name="connsiteY0" fmla="*/ 269824 h 269824"/>
              <a:gd name="connsiteX1" fmla="*/ 0 w 868734"/>
              <a:gd name="connsiteY1" fmla="*/ 0 h 269824"/>
              <a:gd name="connsiteX2" fmla="*/ 868734 w 868734"/>
              <a:gd name="connsiteY2" fmla="*/ 229482 h 269824"/>
              <a:gd name="connsiteX3" fmla="*/ 404813 w 868734"/>
              <a:gd name="connsiteY3" fmla="*/ 269824 h 269824"/>
              <a:gd name="connsiteX0" fmla="*/ 404813 w 887784"/>
              <a:gd name="connsiteY0" fmla="*/ 269824 h 269824"/>
              <a:gd name="connsiteX1" fmla="*/ 0 w 887784"/>
              <a:gd name="connsiteY1" fmla="*/ 0 h 269824"/>
              <a:gd name="connsiteX2" fmla="*/ 887784 w 887784"/>
              <a:gd name="connsiteY2" fmla="*/ 219957 h 269824"/>
              <a:gd name="connsiteX3" fmla="*/ 404813 w 887784"/>
              <a:gd name="connsiteY3" fmla="*/ 269824 h 269824"/>
              <a:gd name="connsiteX0" fmla="*/ 817192 w 817192"/>
              <a:gd name="connsiteY0" fmla="*/ 269824 h 824794"/>
              <a:gd name="connsiteX1" fmla="*/ 412379 w 817192"/>
              <a:gd name="connsiteY1" fmla="*/ 0 h 824794"/>
              <a:gd name="connsiteX2" fmla="*/ 0 w 817192"/>
              <a:gd name="connsiteY2" fmla="*/ 824794 h 824794"/>
              <a:gd name="connsiteX3" fmla="*/ 817192 w 817192"/>
              <a:gd name="connsiteY3" fmla="*/ 269824 h 824794"/>
              <a:gd name="connsiteX0" fmla="*/ 817192 w 817192"/>
              <a:gd name="connsiteY0" fmla="*/ 0 h 554970"/>
              <a:gd name="connsiteX1" fmla="*/ 121867 w 817192"/>
              <a:gd name="connsiteY1" fmla="*/ 73076 h 554970"/>
              <a:gd name="connsiteX2" fmla="*/ 0 w 817192"/>
              <a:gd name="connsiteY2" fmla="*/ 554970 h 554970"/>
              <a:gd name="connsiteX3" fmla="*/ 817192 w 817192"/>
              <a:gd name="connsiteY3" fmla="*/ 0 h 554970"/>
              <a:gd name="connsiteX0" fmla="*/ 298079 w 298079"/>
              <a:gd name="connsiteY0" fmla="*/ 641299 h 641299"/>
              <a:gd name="connsiteX1" fmla="*/ 121867 w 298079"/>
              <a:gd name="connsiteY1" fmla="*/ 0 h 641299"/>
              <a:gd name="connsiteX2" fmla="*/ 0 w 298079"/>
              <a:gd name="connsiteY2" fmla="*/ 481894 h 641299"/>
              <a:gd name="connsiteX3" fmla="*/ 298079 w 298079"/>
              <a:gd name="connsiteY3" fmla="*/ 641299 h 641299"/>
              <a:gd name="connsiteX0" fmla="*/ 307604 w 307604"/>
              <a:gd name="connsiteY0" fmla="*/ 160287 h 481894"/>
              <a:gd name="connsiteX1" fmla="*/ 121867 w 307604"/>
              <a:gd name="connsiteY1" fmla="*/ 0 h 481894"/>
              <a:gd name="connsiteX2" fmla="*/ 0 w 307604"/>
              <a:gd name="connsiteY2" fmla="*/ 481894 h 481894"/>
              <a:gd name="connsiteX3" fmla="*/ 307604 w 307604"/>
              <a:gd name="connsiteY3" fmla="*/ 160287 h 481894"/>
              <a:gd name="connsiteX0" fmla="*/ 338230 w 338230"/>
              <a:gd name="connsiteY0" fmla="*/ 160287 h 171261"/>
              <a:gd name="connsiteX1" fmla="*/ 152493 w 338230"/>
              <a:gd name="connsiteY1" fmla="*/ 0 h 171261"/>
              <a:gd name="connsiteX2" fmla="*/ 0 w 338230"/>
              <a:gd name="connsiteY2" fmla="*/ 171261 h 171261"/>
              <a:gd name="connsiteX3" fmla="*/ 338230 w 338230"/>
              <a:gd name="connsiteY3" fmla="*/ 160287 h 171261"/>
              <a:gd name="connsiteX0" fmla="*/ 395106 w 395106"/>
              <a:gd name="connsiteY0" fmla="*/ 99036 h 171261"/>
              <a:gd name="connsiteX1" fmla="*/ 152493 w 395106"/>
              <a:gd name="connsiteY1" fmla="*/ 0 h 171261"/>
              <a:gd name="connsiteX2" fmla="*/ 0 w 395106"/>
              <a:gd name="connsiteY2" fmla="*/ 171261 h 171261"/>
              <a:gd name="connsiteX3" fmla="*/ 395106 w 395106"/>
              <a:gd name="connsiteY3" fmla="*/ 99036 h 171261"/>
              <a:gd name="connsiteX0" fmla="*/ 388569 w 388569"/>
              <a:gd name="connsiteY0" fmla="*/ 7158 h 171261"/>
              <a:gd name="connsiteX1" fmla="*/ 152493 w 388569"/>
              <a:gd name="connsiteY1" fmla="*/ 0 h 171261"/>
              <a:gd name="connsiteX2" fmla="*/ 0 w 388569"/>
              <a:gd name="connsiteY2" fmla="*/ 171261 h 171261"/>
              <a:gd name="connsiteX3" fmla="*/ 388569 w 388569"/>
              <a:gd name="connsiteY3" fmla="*/ 7158 h 171261"/>
              <a:gd name="connsiteX0" fmla="*/ 236076 w 236076"/>
              <a:gd name="connsiteY0" fmla="*/ 7158 h 219387"/>
              <a:gd name="connsiteX1" fmla="*/ 0 w 236076"/>
              <a:gd name="connsiteY1" fmla="*/ 0 h 219387"/>
              <a:gd name="connsiteX2" fmla="*/ 43617 w 236076"/>
              <a:gd name="connsiteY2" fmla="*/ 219387 h 219387"/>
              <a:gd name="connsiteX3" fmla="*/ 236076 w 236076"/>
              <a:gd name="connsiteY3" fmla="*/ 7158 h 219387"/>
              <a:gd name="connsiteX0" fmla="*/ 262224 w 262224"/>
              <a:gd name="connsiteY0" fmla="*/ 2782 h 215011"/>
              <a:gd name="connsiteX1" fmla="*/ 0 w 262224"/>
              <a:gd name="connsiteY1" fmla="*/ 0 h 215011"/>
              <a:gd name="connsiteX2" fmla="*/ 69765 w 262224"/>
              <a:gd name="connsiteY2" fmla="*/ 215011 h 215011"/>
              <a:gd name="connsiteX3" fmla="*/ 262224 w 262224"/>
              <a:gd name="connsiteY3" fmla="*/ 2782 h 2150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62224" h="215011">
                <a:moveTo>
                  <a:pt x="262224" y="2782"/>
                </a:moveTo>
                <a:lnTo>
                  <a:pt x="0" y="0"/>
                </a:lnTo>
                <a:lnTo>
                  <a:pt x="69765" y="215011"/>
                </a:lnTo>
                <a:lnTo>
                  <a:pt x="262224" y="2782"/>
                </a:lnTo>
                <a:close/>
              </a:path>
            </a:pathLst>
          </a:custGeom>
          <a:solidFill>
            <a:srgbClr val="FF7D00">
              <a:alpha val="56023"/>
            </a:srgbClr>
          </a:solidFill>
          <a:ln w="6350"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riangle 11">
            <a:extLst>
              <a:ext uri="{FF2B5EF4-FFF2-40B4-BE49-F238E27FC236}">
                <a16:creationId xmlns:a16="http://schemas.microsoft.com/office/drawing/2014/main" id="{A22F36C2-3C8B-89FA-3B75-18E3D5FCEBAC}"/>
              </a:ext>
            </a:extLst>
          </p:cNvPr>
          <p:cNvSpPr/>
          <p:nvPr userDrawn="1"/>
        </p:nvSpPr>
        <p:spPr>
          <a:xfrm>
            <a:off x="7533636" y="2397136"/>
            <a:ext cx="689172" cy="316835"/>
          </a:xfrm>
          <a:custGeom>
            <a:avLst/>
            <a:gdLst>
              <a:gd name="connsiteX0" fmla="*/ 0 w 867335"/>
              <a:gd name="connsiteY0" fmla="*/ 463685 h 463685"/>
              <a:gd name="connsiteX1" fmla="*/ 433668 w 867335"/>
              <a:gd name="connsiteY1" fmla="*/ 0 h 463685"/>
              <a:gd name="connsiteX2" fmla="*/ 867335 w 867335"/>
              <a:gd name="connsiteY2" fmla="*/ 463685 h 463685"/>
              <a:gd name="connsiteX3" fmla="*/ 0 w 867335"/>
              <a:gd name="connsiteY3" fmla="*/ 463685 h 463685"/>
              <a:gd name="connsiteX0" fmla="*/ 655544 w 1522879"/>
              <a:gd name="connsiteY0" fmla="*/ 1015015 h 1015015"/>
              <a:gd name="connsiteX1" fmla="*/ 0 w 1522879"/>
              <a:gd name="connsiteY1" fmla="*/ 0 h 1015015"/>
              <a:gd name="connsiteX2" fmla="*/ 1522879 w 1522879"/>
              <a:gd name="connsiteY2" fmla="*/ 1015015 h 1015015"/>
              <a:gd name="connsiteX3" fmla="*/ 655544 w 1522879"/>
              <a:gd name="connsiteY3" fmla="*/ 1015015 h 1015015"/>
              <a:gd name="connsiteX0" fmla="*/ 655544 w 843802"/>
              <a:gd name="connsiteY0" fmla="*/ 1015015 h 1015015"/>
              <a:gd name="connsiteX1" fmla="*/ 0 w 843802"/>
              <a:gd name="connsiteY1" fmla="*/ 0 h 1015015"/>
              <a:gd name="connsiteX2" fmla="*/ 843802 w 843802"/>
              <a:gd name="connsiteY2" fmla="*/ 228362 h 1015015"/>
              <a:gd name="connsiteX3" fmla="*/ 655544 w 843802"/>
              <a:gd name="connsiteY3" fmla="*/ 1015015 h 1015015"/>
              <a:gd name="connsiteX0" fmla="*/ 90768 w 843802"/>
              <a:gd name="connsiteY0" fmla="*/ 483856 h 483856"/>
              <a:gd name="connsiteX1" fmla="*/ 0 w 843802"/>
              <a:gd name="connsiteY1" fmla="*/ 0 h 483856"/>
              <a:gd name="connsiteX2" fmla="*/ 843802 w 843802"/>
              <a:gd name="connsiteY2" fmla="*/ 228362 h 483856"/>
              <a:gd name="connsiteX3" fmla="*/ 90768 w 843802"/>
              <a:gd name="connsiteY3" fmla="*/ 483856 h 483856"/>
              <a:gd name="connsiteX0" fmla="*/ 231962 w 843802"/>
              <a:gd name="connsiteY0" fmla="*/ 174574 h 228362"/>
              <a:gd name="connsiteX1" fmla="*/ 0 w 843802"/>
              <a:gd name="connsiteY1" fmla="*/ 0 h 228362"/>
              <a:gd name="connsiteX2" fmla="*/ 843802 w 843802"/>
              <a:gd name="connsiteY2" fmla="*/ 228362 h 228362"/>
              <a:gd name="connsiteX3" fmla="*/ 231962 w 843802"/>
              <a:gd name="connsiteY3" fmla="*/ 174574 h 228362"/>
              <a:gd name="connsiteX0" fmla="*/ 400051 w 843802"/>
              <a:gd name="connsiteY0" fmla="*/ 288874 h 288874"/>
              <a:gd name="connsiteX1" fmla="*/ 0 w 843802"/>
              <a:gd name="connsiteY1" fmla="*/ 0 h 288874"/>
              <a:gd name="connsiteX2" fmla="*/ 843802 w 843802"/>
              <a:gd name="connsiteY2" fmla="*/ 228362 h 288874"/>
              <a:gd name="connsiteX3" fmla="*/ 400051 w 843802"/>
              <a:gd name="connsiteY3" fmla="*/ 288874 h 288874"/>
              <a:gd name="connsiteX0" fmla="*/ 400051 w 863972"/>
              <a:gd name="connsiteY0" fmla="*/ 288874 h 288874"/>
              <a:gd name="connsiteX1" fmla="*/ 0 w 863972"/>
              <a:gd name="connsiteY1" fmla="*/ 0 h 288874"/>
              <a:gd name="connsiteX2" fmla="*/ 863972 w 863972"/>
              <a:gd name="connsiteY2" fmla="*/ 248532 h 288874"/>
              <a:gd name="connsiteX3" fmla="*/ 400051 w 863972"/>
              <a:gd name="connsiteY3" fmla="*/ 288874 h 288874"/>
              <a:gd name="connsiteX0" fmla="*/ 404813 w 868734"/>
              <a:gd name="connsiteY0" fmla="*/ 269824 h 269824"/>
              <a:gd name="connsiteX1" fmla="*/ 0 w 868734"/>
              <a:gd name="connsiteY1" fmla="*/ 0 h 269824"/>
              <a:gd name="connsiteX2" fmla="*/ 868734 w 868734"/>
              <a:gd name="connsiteY2" fmla="*/ 229482 h 269824"/>
              <a:gd name="connsiteX3" fmla="*/ 404813 w 868734"/>
              <a:gd name="connsiteY3" fmla="*/ 269824 h 269824"/>
              <a:gd name="connsiteX0" fmla="*/ 404813 w 887784"/>
              <a:gd name="connsiteY0" fmla="*/ 269824 h 269824"/>
              <a:gd name="connsiteX1" fmla="*/ 0 w 887784"/>
              <a:gd name="connsiteY1" fmla="*/ 0 h 269824"/>
              <a:gd name="connsiteX2" fmla="*/ 887784 w 887784"/>
              <a:gd name="connsiteY2" fmla="*/ 219957 h 269824"/>
              <a:gd name="connsiteX3" fmla="*/ 404813 w 887784"/>
              <a:gd name="connsiteY3" fmla="*/ 269824 h 269824"/>
              <a:gd name="connsiteX0" fmla="*/ 817192 w 817192"/>
              <a:gd name="connsiteY0" fmla="*/ 269824 h 824794"/>
              <a:gd name="connsiteX1" fmla="*/ 412379 w 817192"/>
              <a:gd name="connsiteY1" fmla="*/ 0 h 824794"/>
              <a:gd name="connsiteX2" fmla="*/ 0 w 817192"/>
              <a:gd name="connsiteY2" fmla="*/ 824794 h 824794"/>
              <a:gd name="connsiteX3" fmla="*/ 817192 w 817192"/>
              <a:gd name="connsiteY3" fmla="*/ 269824 h 824794"/>
              <a:gd name="connsiteX0" fmla="*/ 817192 w 817192"/>
              <a:gd name="connsiteY0" fmla="*/ 0 h 554970"/>
              <a:gd name="connsiteX1" fmla="*/ 121867 w 817192"/>
              <a:gd name="connsiteY1" fmla="*/ 73076 h 554970"/>
              <a:gd name="connsiteX2" fmla="*/ 0 w 817192"/>
              <a:gd name="connsiteY2" fmla="*/ 554970 h 554970"/>
              <a:gd name="connsiteX3" fmla="*/ 817192 w 817192"/>
              <a:gd name="connsiteY3" fmla="*/ 0 h 554970"/>
              <a:gd name="connsiteX0" fmla="*/ 298079 w 298079"/>
              <a:gd name="connsiteY0" fmla="*/ 641299 h 641299"/>
              <a:gd name="connsiteX1" fmla="*/ 121867 w 298079"/>
              <a:gd name="connsiteY1" fmla="*/ 0 h 641299"/>
              <a:gd name="connsiteX2" fmla="*/ 0 w 298079"/>
              <a:gd name="connsiteY2" fmla="*/ 481894 h 641299"/>
              <a:gd name="connsiteX3" fmla="*/ 298079 w 298079"/>
              <a:gd name="connsiteY3" fmla="*/ 641299 h 641299"/>
              <a:gd name="connsiteX0" fmla="*/ 307604 w 307604"/>
              <a:gd name="connsiteY0" fmla="*/ 160287 h 481894"/>
              <a:gd name="connsiteX1" fmla="*/ 121867 w 307604"/>
              <a:gd name="connsiteY1" fmla="*/ 0 h 481894"/>
              <a:gd name="connsiteX2" fmla="*/ 0 w 307604"/>
              <a:gd name="connsiteY2" fmla="*/ 481894 h 481894"/>
              <a:gd name="connsiteX3" fmla="*/ 307604 w 307604"/>
              <a:gd name="connsiteY3" fmla="*/ 160287 h 481894"/>
              <a:gd name="connsiteX0" fmla="*/ 338230 w 338230"/>
              <a:gd name="connsiteY0" fmla="*/ 160287 h 171261"/>
              <a:gd name="connsiteX1" fmla="*/ 152493 w 338230"/>
              <a:gd name="connsiteY1" fmla="*/ 0 h 171261"/>
              <a:gd name="connsiteX2" fmla="*/ 0 w 338230"/>
              <a:gd name="connsiteY2" fmla="*/ 171261 h 171261"/>
              <a:gd name="connsiteX3" fmla="*/ 338230 w 338230"/>
              <a:gd name="connsiteY3" fmla="*/ 160287 h 171261"/>
              <a:gd name="connsiteX0" fmla="*/ 395106 w 395106"/>
              <a:gd name="connsiteY0" fmla="*/ 99036 h 171261"/>
              <a:gd name="connsiteX1" fmla="*/ 152493 w 395106"/>
              <a:gd name="connsiteY1" fmla="*/ 0 h 171261"/>
              <a:gd name="connsiteX2" fmla="*/ 0 w 395106"/>
              <a:gd name="connsiteY2" fmla="*/ 171261 h 171261"/>
              <a:gd name="connsiteX3" fmla="*/ 395106 w 395106"/>
              <a:gd name="connsiteY3" fmla="*/ 99036 h 171261"/>
              <a:gd name="connsiteX0" fmla="*/ 388569 w 388569"/>
              <a:gd name="connsiteY0" fmla="*/ 7158 h 171261"/>
              <a:gd name="connsiteX1" fmla="*/ 152493 w 388569"/>
              <a:gd name="connsiteY1" fmla="*/ 0 h 171261"/>
              <a:gd name="connsiteX2" fmla="*/ 0 w 388569"/>
              <a:gd name="connsiteY2" fmla="*/ 171261 h 171261"/>
              <a:gd name="connsiteX3" fmla="*/ 388569 w 388569"/>
              <a:gd name="connsiteY3" fmla="*/ 7158 h 171261"/>
              <a:gd name="connsiteX0" fmla="*/ 236076 w 236076"/>
              <a:gd name="connsiteY0" fmla="*/ 7158 h 219387"/>
              <a:gd name="connsiteX1" fmla="*/ 0 w 236076"/>
              <a:gd name="connsiteY1" fmla="*/ 0 h 219387"/>
              <a:gd name="connsiteX2" fmla="*/ 43617 w 236076"/>
              <a:gd name="connsiteY2" fmla="*/ 219387 h 219387"/>
              <a:gd name="connsiteX3" fmla="*/ 236076 w 236076"/>
              <a:gd name="connsiteY3" fmla="*/ 7158 h 219387"/>
              <a:gd name="connsiteX0" fmla="*/ 262224 w 262224"/>
              <a:gd name="connsiteY0" fmla="*/ 2782 h 215011"/>
              <a:gd name="connsiteX1" fmla="*/ 0 w 262224"/>
              <a:gd name="connsiteY1" fmla="*/ 0 h 215011"/>
              <a:gd name="connsiteX2" fmla="*/ 69765 w 262224"/>
              <a:gd name="connsiteY2" fmla="*/ 215011 h 215011"/>
              <a:gd name="connsiteX3" fmla="*/ 262224 w 262224"/>
              <a:gd name="connsiteY3" fmla="*/ 2782 h 215011"/>
              <a:gd name="connsiteX0" fmla="*/ 240329 w 240329"/>
              <a:gd name="connsiteY0" fmla="*/ 0 h 212229"/>
              <a:gd name="connsiteX1" fmla="*/ 0 w 240329"/>
              <a:gd name="connsiteY1" fmla="*/ 14803 h 212229"/>
              <a:gd name="connsiteX2" fmla="*/ 47870 w 240329"/>
              <a:gd name="connsiteY2" fmla="*/ 212229 h 212229"/>
              <a:gd name="connsiteX3" fmla="*/ 240329 w 240329"/>
              <a:gd name="connsiteY3" fmla="*/ 0 h 212229"/>
              <a:gd name="connsiteX0" fmla="*/ 551236 w 551236"/>
              <a:gd name="connsiteY0" fmla="*/ 0 h 276706"/>
              <a:gd name="connsiteX1" fmla="*/ 0 w 551236"/>
              <a:gd name="connsiteY1" fmla="*/ 79280 h 276706"/>
              <a:gd name="connsiteX2" fmla="*/ 47870 w 551236"/>
              <a:gd name="connsiteY2" fmla="*/ 276706 h 276706"/>
              <a:gd name="connsiteX3" fmla="*/ 551236 w 551236"/>
              <a:gd name="connsiteY3" fmla="*/ 0 h 276706"/>
              <a:gd name="connsiteX0" fmla="*/ 551236 w 551236"/>
              <a:gd name="connsiteY0" fmla="*/ 0 h 306013"/>
              <a:gd name="connsiteX1" fmla="*/ 0 w 551236"/>
              <a:gd name="connsiteY1" fmla="*/ 79280 h 306013"/>
              <a:gd name="connsiteX2" fmla="*/ 266818 w 551236"/>
              <a:gd name="connsiteY2" fmla="*/ 306013 h 306013"/>
              <a:gd name="connsiteX3" fmla="*/ 551236 w 551236"/>
              <a:gd name="connsiteY3" fmla="*/ 0 h 306013"/>
              <a:gd name="connsiteX0" fmla="*/ 514857 w 514857"/>
              <a:gd name="connsiteY0" fmla="*/ 0 h 316835"/>
              <a:gd name="connsiteX1" fmla="*/ 0 w 514857"/>
              <a:gd name="connsiteY1" fmla="*/ 90102 h 316835"/>
              <a:gd name="connsiteX2" fmla="*/ 266818 w 514857"/>
              <a:gd name="connsiteY2" fmla="*/ 316835 h 316835"/>
              <a:gd name="connsiteX3" fmla="*/ 514857 w 514857"/>
              <a:gd name="connsiteY3" fmla="*/ 0 h 3168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14857" h="316835">
                <a:moveTo>
                  <a:pt x="514857" y="0"/>
                </a:moveTo>
                <a:lnTo>
                  <a:pt x="0" y="90102"/>
                </a:lnTo>
                <a:lnTo>
                  <a:pt x="266818" y="316835"/>
                </a:lnTo>
                <a:lnTo>
                  <a:pt x="514857" y="0"/>
                </a:lnTo>
                <a:close/>
              </a:path>
            </a:pathLst>
          </a:custGeom>
          <a:solidFill>
            <a:srgbClr val="7030A0">
              <a:alpha val="49969"/>
            </a:srgbClr>
          </a:solidFill>
          <a:ln w="6350"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riangle 11">
            <a:extLst>
              <a:ext uri="{FF2B5EF4-FFF2-40B4-BE49-F238E27FC236}">
                <a16:creationId xmlns:a16="http://schemas.microsoft.com/office/drawing/2014/main" id="{AEA3766D-6015-0836-695B-6C9BDFD50699}"/>
              </a:ext>
            </a:extLst>
          </p:cNvPr>
          <p:cNvSpPr/>
          <p:nvPr userDrawn="1"/>
        </p:nvSpPr>
        <p:spPr>
          <a:xfrm>
            <a:off x="8529246" y="3396228"/>
            <a:ext cx="732405" cy="270018"/>
          </a:xfrm>
          <a:custGeom>
            <a:avLst/>
            <a:gdLst>
              <a:gd name="connsiteX0" fmla="*/ 0 w 867335"/>
              <a:gd name="connsiteY0" fmla="*/ 463685 h 463685"/>
              <a:gd name="connsiteX1" fmla="*/ 433668 w 867335"/>
              <a:gd name="connsiteY1" fmla="*/ 0 h 463685"/>
              <a:gd name="connsiteX2" fmla="*/ 867335 w 867335"/>
              <a:gd name="connsiteY2" fmla="*/ 463685 h 463685"/>
              <a:gd name="connsiteX3" fmla="*/ 0 w 867335"/>
              <a:gd name="connsiteY3" fmla="*/ 463685 h 463685"/>
              <a:gd name="connsiteX0" fmla="*/ 655544 w 1522879"/>
              <a:gd name="connsiteY0" fmla="*/ 1015015 h 1015015"/>
              <a:gd name="connsiteX1" fmla="*/ 0 w 1522879"/>
              <a:gd name="connsiteY1" fmla="*/ 0 h 1015015"/>
              <a:gd name="connsiteX2" fmla="*/ 1522879 w 1522879"/>
              <a:gd name="connsiteY2" fmla="*/ 1015015 h 1015015"/>
              <a:gd name="connsiteX3" fmla="*/ 655544 w 1522879"/>
              <a:gd name="connsiteY3" fmla="*/ 1015015 h 1015015"/>
              <a:gd name="connsiteX0" fmla="*/ 655544 w 843802"/>
              <a:gd name="connsiteY0" fmla="*/ 1015015 h 1015015"/>
              <a:gd name="connsiteX1" fmla="*/ 0 w 843802"/>
              <a:gd name="connsiteY1" fmla="*/ 0 h 1015015"/>
              <a:gd name="connsiteX2" fmla="*/ 843802 w 843802"/>
              <a:gd name="connsiteY2" fmla="*/ 228362 h 1015015"/>
              <a:gd name="connsiteX3" fmla="*/ 655544 w 843802"/>
              <a:gd name="connsiteY3" fmla="*/ 1015015 h 1015015"/>
              <a:gd name="connsiteX0" fmla="*/ 90768 w 843802"/>
              <a:gd name="connsiteY0" fmla="*/ 483856 h 483856"/>
              <a:gd name="connsiteX1" fmla="*/ 0 w 843802"/>
              <a:gd name="connsiteY1" fmla="*/ 0 h 483856"/>
              <a:gd name="connsiteX2" fmla="*/ 843802 w 843802"/>
              <a:gd name="connsiteY2" fmla="*/ 228362 h 483856"/>
              <a:gd name="connsiteX3" fmla="*/ 90768 w 843802"/>
              <a:gd name="connsiteY3" fmla="*/ 483856 h 483856"/>
              <a:gd name="connsiteX0" fmla="*/ 231962 w 843802"/>
              <a:gd name="connsiteY0" fmla="*/ 174574 h 228362"/>
              <a:gd name="connsiteX1" fmla="*/ 0 w 843802"/>
              <a:gd name="connsiteY1" fmla="*/ 0 h 228362"/>
              <a:gd name="connsiteX2" fmla="*/ 843802 w 843802"/>
              <a:gd name="connsiteY2" fmla="*/ 228362 h 228362"/>
              <a:gd name="connsiteX3" fmla="*/ 231962 w 843802"/>
              <a:gd name="connsiteY3" fmla="*/ 174574 h 228362"/>
              <a:gd name="connsiteX0" fmla="*/ 400051 w 843802"/>
              <a:gd name="connsiteY0" fmla="*/ 288874 h 288874"/>
              <a:gd name="connsiteX1" fmla="*/ 0 w 843802"/>
              <a:gd name="connsiteY1" fmla="*/ 0 h 288874"/>
              <a:gd name="connsiteX2" fmla="*/ 843802 w 843802"/>
              <a:gd name="connsiteY2" fmla="*/ 228362 h 288874"/>
              <a:gd name="connsiteX3" fmla="*/ 400051 w 843802"/>
              <a:gd name="connsiteY3" fmla="*/ 288874 h 288874"/>
              <a:gd name="connsiteX0" fmla="*/ 400051 w 863972"/>
              <a:gd name="connsiteY0" fmla="*/ 288874 h 288874"/>
              <a:gd name="connsiteX1" fmla="*/ 0 w 863972"/>
              <a:gd name="connsiteY1" fmla="*/ 0 h 288874"/>
              <a:gd name="connsiteX2" fmla="*/ 863972 w 863972"/>
              <a:gd name="connsiteY2" fmla="*/ 248532 h 288874"/>
              <a:gd name="connsiteX3" fmla="*/ 400051 w 863972"/>
              <a:gd name="connsiteY3" fmla="*/ 288874 h 288874"/>
              <a:gd name="connsiteX0" fmla="*/ 404813 w 868734"/>
              <a:gd name="connsiteY0" fmla="*/ 269824 h 269824"/>
              <a:gd name="connsiteX1" fmla="*/ 0 w 868734"/>
              <a:gd name="connsiteY1" fmla="*/ 0 h 269824"/>
              <a:gd name="connsiteX2" fmla="*/ 868734 w 868734"/>
              <a:gd name="connsiteY2" fmla="*/ 229482 h 269824"/>
              <a:gd name="connsiteX3" fmla="*/ 404813 w 868734"/>
              <a:gd name="connsiteY3" fmla="*/ 269824 h 269824"/>
              <a:gd name="connsiteX0" fmla="*/ 404813 w 887784"/>
              <a:gd name="connsiteY0" fmla="*/ 269824 h 269824"/>
              <a:gd name="connsiteX1" fmla="*/ 0 w 887784"/>
              <a:gd name="connsiteY1" fmla="*/ 0 h 269824"/>
              <a:gd name="connsiteX2" fmla="*/ 887784 w 887784"/>
              <a:gd name="connsiteY2" fmla="*/ 219957 h 269824"/>
              <a:gd name="connsiteX3" fmla="*/ 404813 w 887784"/>
              <a:gd name="connsiteY3" fmla="*/ 269824 h 269824"/>
              <a:gd name="connsiteX0" fmla="*/ 817192 w 817192"/>
              <a:gd name="connsiteY0" fmla="*/ 269824 h 824794"/>
              <a:gd name="connsiteX1" fmla="*/ 412379 w 817192"/>
              <a:gd name="connsiteY1" fmla="*/ 0 h 824794"/>
              <a:gd name="connsiteX2" fmla="*/ 0 w 817192"/>
              <a:gd name="connsiteY2" fmla="*/ 824794 h 824794"/>
              <a:gd name="connsiteX3" fmla="*/ 817192 w 817192"/>
              <a:gd name="connsiteY3" fmla="*/ 269824 h 824794"/>
              <a:gd name="connsiteX0" fmla="*/ 817192 w 817192"/>
              <a:gd name="connsiteY0" fmla="*/ 0 h 554970"/>
              <a:gd name="connsiteX1" fmla="*/ 121867 w 817192"/>
              <a:gd name="connsiteY1" fmla="*/ 73076 h 554970"/>
              <a:gd name="connsiteX2" fmla="*/ 0 w 817192"/>
              <a:gd name="connsiteY2" fmla="*/ 554970 h 554970"/>
              <a:gd name="connsiteX3" fmla="*/ 817192 w 817192"/>
              <a:gd name="connsiteY3" fmla="*/ 0 h 554970"/>
              <a:gd name="connsiteX0" fmla="*/ 298079 w 298079"/>
              <a:gd name="connsiteY0" fmla="*/ 641299 h 641299"/>
              <a:gd name="connsiteX1" fmla="*/ 121867 w 298079"/>
              <a:gd name="connsiteY1" fmla="*/ 0 h 641299"/>
              <a:gd name="connsiteX2" fmla="*/ 0 w 298079"/>
              <a:gd name="connsiteY2" fmla="*/ 481894 h 641299"/>
              <a:gd name="connsiteX3" fmla="*/ 298079 w 298079"/>
              <a:gd name="connsiteY3" fmla="*/ 641299 h 641299"/>
              <a:gd name="connsiteX0" fmla="*/ 307604 w 307604"/>
              <a:gd name="connsiteY0" fmla="*/ 160287 h 481894"/>
              <a:gd name="connsiteX1" fmla="*/ 121867 w 307604"/>
              <a:gd name="connsiteY1" fmla="*/ 0 h 481894"/>
              <a:gd name="connsiteX2" fmla="*/ 0 w 307604"/>
              <a:gd name="connsiteY2" fmla="*/ 481894 h 481894"/>
              <a:gd name="connsiteX3" fmla="*/ 307604 w 307604"/>
              <a:gd name="connsiteY3" fmla="*/ 160287 h 481894"/>
              <a:gd name="connsiteX0" fmla="*/ 338230 w 338230"/>
              <a:gd name="connsiteY0" fmla="*/ 160287 h 171261"/>
              <a:gd name="connsiteX1" fmla="*/ 152493 w 338230"/>
              <a:gd name="connsiteY1" fmla="*/ 0 h 171261"/>
              <a:gd name="connsiteX2" fmla="*/ 0 w 338230"/>
              <a:gd name="connsiteY2" fmla="*/ 171261 h 171261"/>
              <a:gd name="connsiteX3" fmla="*/ 338230 w 338230"/>
              <a:gd name="connsiteY3" fmla="*/ 160287 h 171261"/>
              <a:gd name="connsiteX0" fmla="*/ 395106 w 395106"/>
              <a:gd name="connsiteY0" fmla="*/ 99036 h 171261"/>
              <a:gd name="connsiteX1" fmla="*/ 152493 w 395106"/>
              <a:gd name="connsiteY1" fmla="*/ 0 h 171261"/>
              <a:gd name="connsiteX2" fmla="*/ 0 w 395106"/>
              <a:gd name="connsiteY2" fmla="*/ 171261 h 171261"/>
              <a:gd name="connsiteX3" fmla="*/ 395106 w 395106"/>
              <a:gd name="connsiteY3" fmla="*/ 99036 h 171261"/>
              <a:gd name="connsiteX0" fmla="*/ 388569 w 388569"/>
              <a:gd name="connsiteY0" fmla="*/ 7158 h 171261"/>
              <a:gd name="connsiteX1" fmla="*/ 152493 w 388569"/>
              <a:gd name="connsiteY1" fmla="*/ 0 h 171261"/>
              <a:gd name="connsiteX2" fmla="*/ 0 w 388569"/>
              <a:gd name="connsiteY2" fmla="*/ 171261 h 171261"/>
              <a:gd name="connsiteX3" fmla="*/ 388569 w 388569"/>
              <a:gd name="connsiteY3" fmla="*/ 7158 h 171261"/>
              <a:gd name="connsiteX0" fmla="*/ 236076 w 236076"/>
              <a:gd name="connsiteY0" fmla="*/ 7158 h 219387"/>
              <a:gd name="connsiteX1" fmla="*/ 0 w 236076"/>
              <a:gd name="connsiteY1" fmla="*/ 0 h 219387"/>
              <a:gd name="connsiteX2" fmla="*/ 43617 w 236076"/>
              <a:gd name="connsiteY2" fmla="*/ 219387 h 219387"/>
              <a:gd name="connsiteX3" fmla="*/ 236076 w 236076"/>
              <a:gd name="connsiteY3" fmla="*/ 7158 h 219387"/>
              <a:gd name="connsiteX0" fmla="*/ 262224 w 262224"/>
              <a:gd name="connsiteY0" fmla="*/ 2782 h 215011"/>
              <a:gd name="connsiteX1" fmla="*/ 0 w 262224"/>
              <a:gd name="connsiteY1" fmla="*/ 0 h 215011"/>
              <a:gd name="connsiteX2" fmla="*/ 69765 w 262224"/>
              <a:gd name="connsiteY2" fmla="*/ 215011 h 215011"/>
              <a:gd name="connsiteX3" fmla="*/ 262224 w 262224"/>
              <a:gd name="connsiteY3" fmla="*/ 2782 h 215011"/>
              <a:gd name="connsiteX0" fmla="*/ 240329 w 240329"/>
              <a:gd name="connsiteY0" fmla="*/ 0 h 212229"/>
              <a:gd name="connsiteX1" fmla="*/ 0 w 240329"/>
              <a:gd name="connsiteY1" fmla="*/ 14803 h 212229"/>
              <a:gd name="connsiteX2" fmla="*/ 47870 w 240329"/>
              <a:gd name="connsiteY2" fmla="*/ 212229 h 212229"/>
              <a:gd name="connsiteX3" fmla="*/ 240329 w 240329"/>
              <a:gd name="connsiteY3" fmla="*/ 0 h 212229"/>
              <a:gd name="connsiteX0" fmla="*/ 551236 w 551236"/>
              <a:gd name="connsiteY0" fmla="*/ 0 h 276706"/>
              <a:gd name="connsiteX1" fmla="*/ 0 w 551236"/>
              <a:gd name="connsiteY1" fmla="*/ 79280 h 276706"/>
              <a:gd name="connsiteX2" fmla="*/ 47870 w 551236"/>
              <a:gd name="connsiteY2" fmla="*/ 276706 h 276706"/>
              <a:gd name="connsiteX3" fmla="*/ 551236 w 551236"/>
              <a:gd name="connsiteY3" fmla="*/ 0 h 276706"/>
              <a:gd name="connsiteX0" fmla="*/ 551236 w 551236"/>
              <a:gd name="connsiteY0" fmla="*/ 0 h 306013"/>
              <a:gd name="connsiteX1" fmla="*/ 0 w 551236"/>
              <a:gd name="connsiteY1" fmla="*/ 79280 h 306013"/>
              <a:gd name="connsiteX2" fmla="*/ 266818 w 551236"/>
              <a:gd name="connsiteY2" fmla="*/ 306013 h 306013"/>
              <a:gd name="connsiteX3" fmla="*/ 551236 w 551236"/>
              <a:gd name="connsiteY3" fmla="*/ 0 h 306013"/>
              <a:gd name="connsiteX0" fmla="*/ 514857 w 514857"/>
              <a:gd name="connsiteY0" fmla="*/ 0 h 316835"/>
              <a:gd name="connsiteX1" fmla="*/ 0 w 514857"/>
              <a:gd name="connsiteY1" fmla="*/ 90102 h 316835"/>
              <a:gd name="connsiteX2" fmla="*/ 266818 w 514857"/>
              <a:gd name="connsiteY2" fmla="*/ 316835 h 316835"/>
              <a:gd name="connsiteX3" fmla="*/ 514857 w 514857"/>
              <a:gd name="connsiteY3" fmla="*/ 0 h 316835"/>
              <a:gd name="connsiteX0" fmla="*/ 648246 w 648246"/>
              <a:gd name="connsiteY0" fmla="*/ 175020 h 226733"/>
              <a:gd name="connsiteX1" fmla="*/ 0 w 648246"/>
              <a:gd name="connsiteY1" fmla="*/ 0 h 226733"/>
              <a:gd name="connsiteX2" fmla="*/ 266818 w 648246"/>
              <a:gd name="connsiteY2" fmla="*/ 226733 h 226733"/>
              <a:gd name="connsiteX3" fmla="*/ 648246 w 648246"/>
              <a:gd name="connsiteY3" fmla="*/ 175020 h 226733"/>
              <a:gd name="connsiteX0" fmla="*/ 381428 w 381428"/>
              <a:gd name="connsiteY0" fmla="*/ 137145 h 188858"/>
              <a:gd name="connsiteX1" fmla="*/ 177814 w 381428"/>
              <a:gd name="connsiteY1" fmla="*/ 0 h 188858"/>
              <a:gd name="connsiteX2" fmla="*/ 0 w 381428"/>
              <a:gd name="connsiteY2" fmla="*/ 188858 h 188858"/>
              <a:gd name="connsiteX3" fmla="*/ 381428 w 381428"/>
              <a:gd name="connsiteY3" fmla="*/ 137145 h 188858"/>
              <a:gd name="connsiteX0" fmla="*/ 547155 w 547155"/>
              <a:gd name="connsiteY0" fmla="*/ 137145 h 270018"/>
              <a:gd name="connsiteX1" fmla="*/ 343541 w 547155"/>
              <a:gd name="connsiteY1" fmla="*/ 0 h 270018"/>
              <a:gd name="connsiteX2" fmla="*/ 0 w 547155"/>
              <a:gd name="connsiteY2" fmla="*/ 270018 h 270018"/>
              <a:gd name="connsiteX3" fmla="*/ 547155 w 547155"/>
              <a:gd name="connsiteY3" fmla="*/ 137145 h 2700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7155" h="270018">
                <a:moveTo>
                  <a:pt x="547155" y="137145"/>
                </a:moveTo>
                <a:lnTo>
                  <a:pt x="343541" y="0"/>
                </a:lnTo>
                <a:lnTo>
                  <a:pt x="0" y="270018"/>
                </a:lnTo>
                <a:lnTo>
                  <a:pt x="547155" y="137145"/>
                </a:lnTo>
                <a:close/>
              </a:path>
            </a:pathLst>
          </a:custGeom>
          <a:solidFill>
            <a:srgbClr val="7030A0">
              <a:alpha val="49969"/>
            </a:srgbClr>
          </a:solidFill>
          <a:ln w="6350"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riangle 11">
            <a:extLst>
              <a:ext uri="{FF2B5EF4-FFF2-40B4-BE49-F238E27FC236}">
                <a16:creationId xmlns:a16="http://schemas.microsoft.com/office/drawing/2014/main" id="{553B79FA-7B64-0EF8-51CF-79C6F216C143}"/>
              </a:ext>
            </a:extLst>
          </p:cNvPr>
          <p:cNvSpPr/>
          <p:nvPr userDrawn="1"/>
        </p:nvSpPr>
        <p:spPr>
          <a:xfrm>
            <a:off x="6673394" y="1875834"/>
            <a:ext cx="526800" cy="275429"/>
          </a:xfrm>
          <a:custGeom>
            <a:avLst/>
            <a:gdLst>
              <a:gd name="connsiteX0" fmla="*/ 0 w 867335"/>
              <a:gd name="connsiteY0" fmla="*/ 463685 h 463685"/>
              <a:gd name="connsiteX1" fmla="*/ 433668 w 867335"/>
              <a:gd name="connsiteY1" fmla="*/ 0 h 463685"/>
              <a:gd name="connsiteX2" fmla="*/ 867335 w 867335"/>
              <a:gd name="connsiteY2" fmla="*/ 463685 h 463685"/>
              <a:gd name="connsiteX3" fmla="*/ 0 w 867335"/>
              <a:gd name="connsiteY3" fmla="*/ 463685 h 463685"/>
              <a:gd name="connsiteX0" fmla="*/ 655544 w 1522879"/>
              <a:gd name="connsiteY0" fmla="*/ 1015015 h 1015015"/>
              <a:gd name="connsiteX1" fmla="*/ 0 w 1522879"/>
              <a:gd name="connsiteY1" fmla="*/ 0 h 1015015"/>
              <a:gd name="connsiteX2" fmla="*/ 1522879 w 1522879"/>
              <a:gd name="connsiteY2" fmla="*/ 1015015 h 1015015"/>
              <a:gd name="connsiteX3" fmla="*/ 655544 w 1522879"/>
              <a:gd name="connsiteY3" fmla="*/ 1015015 h 1015015"/>
              <a:gd name="connsiteX0" fmla="*/ 655544 w 843802"/>
              <a:gd name="connsiteY0" fmla="*/ 1015015 h 1015015"/>
              <a:gd name="connsiteX1" fmla="*/ 0 w 843802"/>
              <a:gd name="connsiteY1" fmla="*/ 0 h 1015015"/>
              <a:gd name="connsiteX2" fmla="*/ 843802 w 843802"/>
              <a:gd name="connsiteY2" fmla="*/ 228362 h 1015015"/>
              <a:gd name="connsiteX3" fmla="*/ 655544 w 843802"/>
              <a:gd name="connsiteY3" fmla="*/ 1015015 h 1015015"/>
              <a:gd name="connsiteX0" fmla="*/ 90768 w 843802"/>
              <a:gd name="connsiteY0" fmla="*/ 483856 h 483856"/>
              <a:gd name="connsiteX1" fmla="*/ 0 w 843802"/>
              <a:gd name="connsiteY1" fmla="*/ 0 h 483856"/>
              <a:gd name="connsiteX2" fmla="*/ 843802 w 843802"/>
              <a:gd name="connsiteY2" fmla="*/ 228362 h 483856"/>
              <a:gd name="connsiteX3" fmla="*/ 90768 w 843802"/>
              <a:gd name="connsiteY3" fmla="*/ 483856 h 483856"/>
              <a:gd name="connsiteX0" fmla="*/ 231962 w 843802"/>
              <a:gd name="connsiteY0" fmla="*/ 174574 h 228362"/>
              <a:gd name="connsiteX1" fmla="*/ 0 w 843802"/>
              <a:gd name="connsiteY1" fmla="*/ 0 h 228362"/>
              <a:gd name="connsiteX2" fmla="*/ 843802 w 843802"/>
              <a:gd name="connsiteY2" fmla="*/ 228362 h 228362"/>
              <a:gd name="connsiteX3" fmla="*/ 231962 w 843802"/>
              <a:gd name="connsiteY3" fmla="*/ 174574 h 228362"/>
              <a:gd name="connsiteX0" fmla="*/ 400051 w 843802"/>
              <a:gd name="connsiteY0" fmla="*/ 288874 h 288874"/>
              <a:gd name="connsiteX1" fmla="*/ 0 w 843802"/>
              <a:gd name="connsiteY1" fmla="*/ 0 h 288874"/>
              <a:gd name="connsiteX2" fmla="*/ 843802 w 843802"/>
              <a:gd name="connsiteY2" fmla="*/ 228362 h 288874"/>
              <a:gd name="connsiteX3" fmla="*/ 400051 w 843802"/>
              <a:gd name="connsiteY3" fmla="*/ 288874 h 288874"/>
              <a:gd name="connsiteX0" fmla="*/ 400051 w 863972"/>
              <a:gd name="connsiteY0" fmla="*/ 288874 h 288874"/>
              <a:gd name="connsiteX1" fmla="*/ 0 w 863972"/>
              <a:gd name="connsiteY1" fmla="*/ 0 h 288874"/>
              <a:gd name="connsiteX2" fmla="*/ 863972 w 863972"/>
              <a:gd name="connsiteY2" fmla="*/ 248532 h 288874"/>
              <a:gd name="connsiteX3" fmla="*/ 400051 w 863972"/>
              <a:gd name="connsiteY3" fmla="*/ 288874 h 288874"/>
              <a:gd name="connsiteX0" fmla="*/ 404813 w 868734"/>
              <a:gd name="connsiteY0" fmla="*/ 269824 h 269824"/>
              <a:gd name="connsiteX1" fmla="*/ 0 w 868734"/>
              <a:gd name="connsiteY1" fmla="*/ 0 h 269824"/>
              <a:gd name="connsiteX2" fmla="*/ 868734 w 868734"/>
              <a:gd name="connsiteY2" fmla="*/ 229482 h 269824"/>
              <a:gd name="connsiteX3" fmla="*/ 404813 w 868734"/>
              <a:gd name="connsiteY3" fmla="*/ 269824 h 269824"/>
              <a:gd name="connsiteX0" fmla="*/ 404813 w 887784"/>
              <a:gd name="connsiteY0" fmla="*/ 269824 h 269824"/>
              <a:gd name="connsiteX1" fmla="*/ 0 w 887784"/>
              <a:gd name="connsiteY1" fmla="*/ 0 h 269824"/>
              <a:gd name="connsiteX2" fmla="*/ 887784 w 887784"/>
              <a:gd name="connsiteY2" fmla="*/ 219957 h 269824"/>
              <a:gd name="connsiteX3" fmla="*/ 404813 w 887784"/>
              <a:gd name="connsiteY3" fmla="*/ 269824 h 269824"/>
              <a:gd name="connsiteX0" fmla="*/ 817192 w 817192"/>
              <a:gd name="connsiteY0" fmla="*/ 269824 h 824794"/>
              <a:gd name="connsiteX1" fmla="*/ 412379 w 817192"/>
              <a:gd name="connsiteY1" fmla="*/ 0 h 824794"/>
              <a:gd name="connsiteX2" fmla="*/ 0 w 817192"/>
              <a:gd name="connsiteY2" fmla="*/ 824794 h 824794"/>
              <a:gd name="connsiteX3" fmla="*/ 817192 w 817192"/>
              <a:gd name="connsiteY3" fmla="*/ 269824 h 824794"/>
              <a:gd name="connsiteX0" fmla="*/ 817192 w 817192"/>
              <a:gd name="connsiteY0" fmla="*/ 0 h 554970"/>
              <a:gd name="connsiteX1" fmla="*/ 121867 w 817192"/>
              <a:gd name="connsiteY1" fmla="*/ 73076 h 554970"/>
              <a:gd name="connsiteX2" fmla="*/ 0 w 817192"/>
              <a:gd name="connsiteY2" fmla="*/ 554970 h 554970"/>
              <a:gd name="connsiteX3" fmla="*/ 817192 w 817192"/>
              <a:gd name="connsiteY3" fmla="*/ 0 h 554970"/>
              <a:gd name="connsiteX0" fmla="*/ 298079 w 298079"/>
              <a:gd name="connsiteY0" fmla="*/ 641299 h 641299"/>
              <a:gd name="connsiteX1" fmla="*/ 121867 w 298079"/>
              <a:gd name="connsiteY1" fmla="*/ 0 h 641299"/>
              <a:gd name="connsiteX2" fmla="*/ 0 w 298079"/>
              <a:gd name="connsiteY2" fmla="*/ 481894 h 641299"/>
              <a:gd name="connsiteX3" fmla="*/ 298079 w 298079"/>
              <a:gd name="connsiteY3" fmla="*/ 641299 h 641299"/>
              <a:gd name="connsiteX0" fmla="*/ 307604 w 307604"/>
              <a:gd name="connsiteY0" fmla="*/ 160287 h 481894"/>
              <a:gd name="connsiteX1" fmla="*/ 121867 w 307604"/>
              <a:gd name="connsiteY1" fmla="*/ 0 h 481894"/>
              <a:gd name="connsiteX2" fmla="*/ 0 w 307604"/>
              <a:gd name="connsiteY2" fmla="*/ 481894 h 481894"/>
              <a:gd name="connsiteX3" fmla="*/ 307604 w 307604"/>
              <a:gd name="connsiteY3" fmla="*/ 160287 h 481894"/>
              <a:gd name="connsiteX0" fmla="*/ 338230 w 338230"/>
              <a:gd name="connsiteY0" fmla="*/ 160287 h 171261"/>
              <a:gd name="connsiteX1" fmla="*/ 152493 w 338230"/>
              <a:gd name="connsiteY1" fmla="*/ 0 h 171261"/>
              <a:gd name="connsiteX2" fmla="*/ 0 w 338230"/>
              <a:gd name="connsiteY2" fmla="*/ 171261 h 171261"/>
              <a:gd name="connsiteX3" fmla="*/ 338230 w 338230"/>
              <a:gd name="connsiteY3" fmla="*/ 160287 h 171261"/>
              <a:gd name="connsiteX0" fmla="*/ 395106 w 395106"/>
              <a:gd name="connsiteY0" fmla="*/ 99036 h 171261"/>
              <a:gd name="connsiteX1" fmla="*/ 152493 w 395106"/>
              <a:gd name="connsiteY1" fmla="*/ 0 h 171261"/>
              <a:gd name="connsiteX2" fmla="*/ 0 w 395106"/>
              <a:gd name="connsiteY2" fmla="*/ 171261 h 171261"/>
              <a:gd name="connsiteX3" fmla="*/ 395106 w 395106"/>
              <a:gd name="connsiteY3" fmla="*/ 99036 h 171261"/>
              <a:gd name="connsiteX0" fmla="*/ 388569 w 388569"/>
              <a:gd name="connsiteY0" fmla="*/ 7158 h 171261"/>
              <a:gd name="connsiteX1" fmla="*/ 152493 w 388569"/>
              <a:gd name="connsiteY1" fmla="*/ 0 h 171261"/>
              <a:gd name="connsiteX2" fmla="*/ 0 w 388569"/>
              <a:gd name="connsiteY2" fmla="*/ 171261 h 171261"/>
              <a:gd name="connsiteX3" fmla="*/ 388569 w 388569"/>
              <a:gd name="connsiteY3" fmla="*/ 7158 h 171261"/>
              <a:gd name="connsiteX0" fmla="*/ 236076 w 236076"/>
              <a:gd name="connsiteY0" fmla="*/ 7158 h 219387"/>
              <a:gd name="connsiteX1" fmla="*/ 0 w 236076"/>
              <a:gd name="connsiteY1" fmla="*/ 0 h 219387"/>
              <a:gd name="connsiteX2" fmla="*/ 43617 w 236076"/>
              <a:gd name="connsiteY2" fmla="*/ 219387 h 219387"/>
              <a:gd name="connsiteX3" fmla="*/ 236076 w 236076"/>
              <a:gd name="connsiteY3" fmla="*/ 7158 h 219387"/>
              <a:gd name="connsiteX0" fmla="*/ 262224 w 262224"/>
              <a:gd name="connsiteY0" fmla="*/ 2782 h 215011"/>
              <a:gd name="connsiteX1" fmla="*/ 0 w 262224"/>
              <a:gd name="connsiteY1" fmla="*/ 0 h 215011"/>
              <a:gd name="connsiteX2" fmla="*/ 69765 w 262224"/>
              <a:gd name="connsiteY2" fmla="*/ 215011 h 215011"/>
              <a:gd name="connsiteX3" fmla="*/ 262224 w 262224"/>
              <a:gd name="connsiteY3" fmla="*/ 2782 h 215011"/>
              <a:gd name="connsiteX0" fmla="*/ 240329 w 240329"/>
              <a:gd name="connsiteY0" fmla="*/ 0 h 212229"/>
              <a:gd name="connsiteX1" fmla="*/ 0 w 240329"/>
              <a:gd name="connsiteY1" fmla="*/ 14803 h 212229"/>
              <a:gd name="connsiteX2" fmla="*/ 47870 w 240329"/>
              <a:gd name="connsiteY2" fmla="*/ 212229 h 212229"/>
              <a:gd name="connsiteX3" fmla="*/ 240329 w 240329"/>
              <a:gd name="connsiteY3" fmla="*/ 0 h 212229"/>
              <a:gd name="connsiteX0" fmla="*/ 551236 w 551236"/>
              <a:gd name="connsiteY0" fmla="*/ 0 h 276706"/>
              <a:gd name="connsiteX1" fmla="*/ 0 w 551236"/>
              <a:gd name="connsiteY1" fmla="*/ 79280 h 276706"/>
              <a:gd name="connsiteX2" fmla="*/ 47870 w 551236"/>
              <a:gd name="connsiteY2" fmla="*/ 276706 h 276706"/>
              <a:gd name="connsiteX3" fmla="*/ 551236 w 551236"/>
              <a:gd name="connsiteY3" fmla="*/ 0 h 276706"/>
              <a:gd name="connsiteX0" fmla="*/ 551236 w 551236"/>
              <a:gd name="connsiteY0" fmla="*/ 0 h 306013"/>
              <a:gd name="connsiteX1" fmla="*/ 0 w 551236"/>
              <a:gd name="connsiteY1" fmla="*/ 79280 h 306013"/>
              <a:gd name="connsiteX2" fmla="*/ 266818 w 551236"/>
              <a:gd name="connsiteY2" fmla="*/ 306013 h 306013"/>
              <a:gd name="connsiteX3" fmla="*/ 551236 w 551236"/>
              <a:gd name="connsiteY3" fmla="*/ 0 h 306013"/>
              <a:gd name="connsiteX0" fmla="*/ 514857 w 514857"/>
              <a:gd name="connsiteY0" fmla="*/ 0 h 316835"/>
              <a:gd name="connsiteX1" fmla="*/ 0 w 514857"/>
              <a:gd name="connsiteY1" fmla="*/ 90102 h 316835"/>
              <a:gd name="connsiteX2" fmla="*/ 266818 w 514857"/>
              <a:gd name="connsiteY2" fmla="*/ 316835 h 316835"/>
              <a:gd name="connsiteX3" fmla="*/ 514857 w 514857"/>
              <a:gd name="connsiteY3" fmla="*/ 0 h 316835"/>
              <a:gd name="connsiteX0" fmla="*/ 648246 w 648246"/>
              <a:gd name="connsiteY0" fmla="*/ 175020 h 226733"/>
              <a:gd name="connsiteX1" fmla="*/ 0 w 648246"/>
              <a:gd name="connsiteY1" fmla="*/ 0 h 226733"/>
              <a:gd name="connsiteX2" fmla="*/ 266818 w 648246"/>
              <a:gd name="connsiteY2" fmla="*/ 226733 h 226733"/>
              <a:gd name="connsiteX3" fmla="*/ 648246 w 648246"/>
              <a:gd name="connsiteY3" fmla="*/ 175020 h 226733"/>
              <a:gd name="connsiteX0" fmla="*/ 381428 w 381428"/>
              <a:gd name="connsiteY0" fmla="*/ 137145 h 188858"/>
              <a:gd name="connsiteX1" fmla="*/ 177814 w 381428"/>
              <a:gd name="connsiteY1" fmla="*/ 0 h 188858"/>
              <a:gd name="connsiteX2" fmla="*/ 0 w 381428"/>
              <a:gd name="connsiteY2" fmla="*/ 188858 h 188858"/>
              <a:gd name="connsiteX3" fmla="*/ 381428 w 381428"/>
              <a:gd name="connsiteY3" fmla="*/ 137145 h 188858"/>
              <a:gd name="connsiteX0" fmla="*/ 547155 w 547155"/>
              <a:gd name="connsiteY0" fmla="*/ 137145 h 270018"/>
              <a:gd name="connsiteX1" fmla="*/ 343541 w 547155"/>
              <a:gd name="connsiteY1" fmla="*/ 0 h 270018"/>
              <a:gd name="connsiteX2" fmla="*/ 0 w 547155"/>
              <a:gd name="connsiteY2" fmla="*/ 270018 h 270018"/>
              <a:gd name="connsiteX3" fmla="*/ 547155 w 547155"/>
              <a:gd name="connsiteY3" fmla="*/ 137145 h 270018"/>
              <a:gd name="connsiteX0" fmla="*/ 696713 w 696713"/>
              <a:gd name="connsiteY0" fmla="*/ 158787 h 270018"/>
              <a:gd name="connsiteX1" fmla="*/ 343541 w 696713"/>
              <a:gd name="connsiteY1" fmla="*/ 0 h 270018"/>
              <a:gd name="connsiteX2" fmla="*/ 0 w 696713"/>
              <a:gd name="connsiteY2" fmla="*/ 270018 h 270018"/>
              <a:gd name="connsiteX3" fmla="*/ 696713 w 696713"/>
              <a:gd name="connsiteY3" fmla="*/ 158787 h 270018"/>
              <a:gd name="connsiteX0" fmla="*/ 696713 w 696713"/>
              <a:gd name="connsiteY0" fmla="*/ 239947 h 351178"/>
              <a:gd name="connsiteX1" fmla="*/ 529479 w 696713"/>
              <a:gd name="connsiteY1" fmla="*/ 0 h 351178"/>
              <a:gd name="connsiteX2" fmla="*/ 0 w 696713"/>
              <a:gd name="connsiteY2" fmla="*/ 351178 h 351178"/>
              <a:gd name="connsiteX3" fmla="*/ 696713 w 696713"/>
              <a:gd name="connsiteY3" fmla="*/ 239947 h 351178"/>
              <a:gd name="connsiteX0" fmla="*/ 393554 w 393554"/>
              <a:gd name="connsiteY0" fmla="*/ 239947 h 275429"/>
              <a:gd name="connsiteX1" fmla="*/ 226320 w 393554"/>
              <a:gd name="connsiteY1" fmla="*/ 0 h 275429"/>
              <a:gd name="connsiteX2" fmla="*/ 0 w 393554"/>
              <a:gd name="connsiteY2" fmla="*/ 275429 h 275429"/>
              <a:gd name="connsiteX3" fmla="*/ 393554 w 393554"/>
              <a:gd name="connsiteY3" fmla="*/ 239947 h 2754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93554" h="275429">
                <a:moveTo>
                  <a:pt x="393554" y="239947"/>
                </a:moveTo>
                <a:lnTo>
                  <a:pt x="226320" y="0"/>
                </a:lnTo>
                <a:lnTo>
                  <a:pt x="0" y="275429"/>
                </a:lnTo>
                <a:lnTo>
                  <a:pt x="393554" y="239947"/>
                </a:lnTo>
                <a:close/>
              </a:path>
            </a:pathLst>
          </a:custGeom>
          <a:solidFill>
            <a:srgbClr val="7030A0">
              <a:alpha val="49969"/>
            </a:srgbClr>
          </a:solidFill>
          <a:ln w="6350"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riangle 11">
            <a:extLst>
              <a:ext uri="{FF2B5EF4-FFF2-40B4-BE49-F238E27FC236}">
                <a16:creationId xmlns:a16="http://schemas.microsoft.com/office/drawing/2014/main" id="{A5E4E3E7-D89C-B66F-7CCA-46135BD754FA}"/>
              </a:ext>
            </a:extLst>
          </p:cNvPr>
          <p:cNvSpPr/>
          <p:nvPr userDrawn="1"/>
        </p:nvSpPr>
        <p:spPr>
          <a:xfrm>
            <a:off x="8036184" y="4260403"/>
            <a:ext cx="265055" cy="163292"/>
          </a:xfrm>
          <a:custGeom>
            <a:avLst/>
            <a:gdLst>
              <a:gd name="connsiteX0" fmla="*/ 0 w 867335"/>
              <a:gd name="connsiteY0" fmla="*/ 463685 h 463685"/>
              <a:gd name="connsiteX1" fmla="*/ 433668 w 867335"/>
              <a:gd name="connsiteY1" fmla="*/ 0 h 463685"/>
              <a:gd name="connsiteX2" fmla="*/ 867335 w 867335"/>
              <a:gd name="connsiteY2" fmla="*/ 463685 h 463685"/>
              <a:gd name="connsiteX3" fmla="*/ 0 w 867335"/>
              <a:gd name="connsiteY3" fmla="*/ 463685 h 463685"/>
              <a:gd name="connsiteX0" fmla="*/ 655544 w 1522879"/>
              <a:gd name="connsiteY0" fmla="*/ 1015015 h 1015015"/>
              <a:gd name="connsiteX1" fmla="*/ 0 w 1522879"/>
              <a:gd name="connsiteY1" fmla="*/ 0 h 1015015"/>
              <a:gd name="connsiteX2" fmla="*/ 1522879 w 1522879"/>
              <a:gd name="connsiteY2" fmla="*/ 1015015 h 1015015"/>
              <a:gd name="connsiteX3" fmla="*/ 655544 w 1522879"/>
              <a:gd name="connsiteY3" fmla="*/ 1015015 h 1015015"/>
              <a:gd name="connsiteX0" fmla="*/ 655544 w 843802"/>
              <a:gd name="connsiteY0" fmla="*/ 1015015 h 1015015"/>
              <a:gd name="connsiteX1" fmla="*/ 0 w 843802"/>
              <a:gd name="connsiteY1" fmla="*/ 0 h 1015015"/>
              <a:gd name="connsiteX2" fmla="*/ 843802 w 843802"/>
              <a:gd name="connsiteY2" fmla="*/ 228362 h 1015015"/>
              <a:gd name="connsiteX3" fmla="*/ 655544 w 843802"/>
              <a:gd name="connsiteY3" fmla="*/ 1015015 h 1015015"/>
              <a:gd name="connsiteX0" fmla="*/ 90768 w 843802"/>
              <a:gd name="connsiteY0" fmla="*/ 483856 h 483856"/>
              <a:gd name="connsiteX1" fmla="*/ 0 w 843802"/>
              <a:gd name="connsiteY1" fmla="*/ 0 h 483856"/>
              <a:gd name="connsiteX2" fmla="*/ 843802 w 843802"/>
              <a:gd name="connsiteY2" fmla="*/ 228362 h 483856"/>
              <a:gd name="connsiteX3" fmla="*/ 90768 w 843802"/>
              <a:gd name="connsiteY3" fmla="*/ 483856 h 483856"/>
              <a:gd name="connsiteX0" fmla="*/ 231962 w 843802"/>
              <a:gd name="connsiteY0" fmla="*/ 174574 h 228362"/>
              <a:gd name="connsiteX1" fmla="*/ 0 w 843802"/>
              <a:gd name="connsiteY1" fmla="*/ 0 h 228362"/>
              <a:gd name="connsiteX2" fmla="*/ 843802 w 843802"/>
              <a:gd name="connsiteY2" fmla="*/ 228362 h 228362"/>
              <a:gd name="connsiteX3" fmla="*/ 231962 w 843802"/>
              <a:gd name="connsiteY3" fmla="*/ 174574 h 228362"/>
              <a:gd name="connsiteX0" fmla="*/ 400051 w 843802"/>
              <a:gd name="connsiteY0" fmla="*/ 288874 h 288874"/>
              <a:gd name="connsiteX1" fmla="*/ 0 w 843802"/>
              <a:gd name="connsiteY1" fmla="*/ 0 h 288874"/>
              <a:gd name="connsiteX2" fmla="*/ 843802 w 843802"/>
              <a:gd name="connsiteY2" fmla="*/ 228362 h 288874"/>
              <a:gd name="connsiteX3" fmla="*/ 400051 w 843802"/>
              <a:gd name="connsiteY3" fmla="*/ 288874 h 288874"/>
              <a:gd name="connsiteX0" fmla="*/ 400051 w 863972"/>
              <a:gd name="connsiteY0" fmla="*/ 288874 h 288874"/>
              <a:gd name="connsiteX1" fmla="*/ 0 w 863972"/>
              <a:gd name="connsiteY1" fmla="*/ 0 h 288874"/>
              <a:gd name="connsiteX2" fmla="*/ 863972 w 863972"/>
              <a:gd name="connsiteY2" fmla="*/ 248532 h 288874"/>
              <a:gd name="connsiteX3" fmla="*/ 400051 w 863972"/>
              <a:gd name="connsiteY3" fmla="*/ 288874 h 288874"/>
              <a:gd name="connsiteX0" fmla="*/ 404813 w 868734"/>
              <a:gd name="connsiteY0" fmla="*/ 269824 h 269824"/>
              <a:gd name="connsiteX1" fmla="*/ 0 w 868734"/>
              <a:gd name="connsiteY1" fmla="*/ 0 h 269824"/>
              <a:gd name="connsiteX2" fmla="*/ 868734 w 868734"/>
              <a:gd name="connsiteY2" fmla="*/ 229482 h 269824"/>
              <a:gd name="connsiteX3" fmla="*/ 404813 w 868734"/>
              <a:gd name="connsiteY3" fmla="*/ 269824 h 269824"/>
              <a:gd name="connsiteX0" fmla="*/ 404813 w 887784"/>
              <a:gd name="connsiteY0" fmla="*/ 269824 h 269824"/>
              <a:gd name="connsiteX1" fmla="*/ 0 w 887784"/>
              <a:gd name="connsiteY1" fmla="*/ 0 h 269824"/>
              <a:gd name="connsiteX2" fmla="*/ 887784 w 887784"/>
              <a:gd name="connsiteY2" fmla="*/ 219957 h 269824"/>
              <a:gd name="connsiteX3" fmla="*/ 404813 w 887784"/>
              <a:gd name="connsiteY3" fmla="*/ 269824 h 269824"/>
              <a:gd name="connsiteX0" fmla="*/ 817192 w 817192"/>
              <a:gd name="connsiteY0" fmla="*/ 269824 h 824794"/>
              <a:gd name="connsiteX1" fmla="*/ 412379 w 817192"/>
              <a:gd name="connsiteY1" fmla="*/ 0 h 824794"/>
              <a:gd name="connsiteX2" fmla="*/ 0 w 817192"/>
              <a:gd name="connsiteY2" fmla="*/ 824794 h 824794"/>
              <a:gd name="connsiteX3" fmla="*/ 817192 w 817192"/>
              <a:gd name="connsiteY3" fmla="*/ 269824 h 824794"/>
              <a:gd name="connsiteX0" fmla="*/ 817192 w 817192"/>
              <a:gd name="connsiteY0" fmla="*/ 0 h 554970"/>
              <a:gd name="connsiteX1" fmla="*/ 121867 w 817192"/>
              <a:gd name="connsiteY1" fmla="*/ 73076 h 554970"/>
              <a:gd name="connsiteX2" fmla="*/ 0 w 817192"/>
              <a:gd name="connsiteY2" fmla="*/ 554970 h 554970"/>
              <a:gd name="connsiteX3" fmla="*/ 817192 w 817192"/>
              <a:gd name="connsiteY3" fmla="*/ 0 h 554970"/>
              <a:gd name="connsiteX0" fmla="*/ 298079 w 298079"/>
              <a:gd name="connsiteY0" fmla="*/ 641299 h 641299"/>
              <a:gd name="connsiteX1" fmla="*/ 121867 w 298079"/>
              <a:gd name="connsiteY1" fmla="*/ 0 h 641299"/>
              <a:gd name="connsiteX2" fmla="*/ 0 w 298079"/>
              <a:gd name="connsiteY2" fmla="*/ 481894 h 641299"/>
              <a:gd name="connsiteX3" fmla="*/ 298079 w 298079"/>
              <a:gd name="connsiteY3" fmla="*/ 641299 h 641299"/>
              <a:gd name="connsiteX0" fmla="*/ 307604 w 307604"/>
              <a:gd name="connsiteY0" fmla="*/ 160287 h 481894"/>
              <a:gd name="connsiteX1" fmla="*/ 121867 w 307604"/>
              <a:gd name="connsiteY1" fmla="*/ 0 h 481894"/>
              <a:gd name="connsiteX2" fmla="*/ 0 w 307604"/>
              <a:gd name="connsiteY2" fmla="*/ 481894 h 481894"/>
              <a:gd name="connsiteX3" fmla="*/ 307604 w 307604"/>
              <a:gd name="connsiteY3" fmla="*/ 160287 h 481894"/>
              <a:gd name="connsiteX0" fmla="*/ 338230 w 338230"/>
              <a:gd name="connsiteY0" fmla="*/ 160287 h 171261"/>
              <a:gd name="connsiteX1" fmla="*/ 152493 w 338230"/>
              <a:gd name="connsiteY1" fmla="*/ 0 h 171261"/>
              <a:gd name="connsiteX2" fmla="*/ 0 w 338230"/>
              <a:gd name="connsiteY2" fmla="*/ 171261 h 171261"/>
              <a:gd name="connsiteX3" fmla="*/ 338230 w 338230"/>
              <a:gd name="connsiteY3" fmla="*/ 160287 h 171261"/>
              <a:gd name="connsiteX0" fmla="*/ 395106 w 395106"/>
              <a:gd name="connsiteY0" fmla="*/ 99036 h 171261"/>
              <a:gd name="connsiteX1" fmla="*/ 152493 w 395106"/>
              <a:gd name="connsiteY1" fmla="*/ 0 h 171261"/>
              <a:gd name="connsiteX2" fmla="*/ 0 w 395106"/>
              <a:gd name="connsiteY2" fmla="*/ 171261 h 171261"/>
              <a:gd name="connsiteX3" fmla="*/ 395106 w 395106"/>
              <a:gd name="connsiteY3" fmla="*/ 99036 h 171261"/>
              <a:gd name="connsiteX0" fmla="*/ 388569 w 388569"/>
              <a:gd name="connsiteY0" fmla="*/ 7158 h 171261"/>
              <a:gd name="connsiteX1" fmla="*/ 152493 w 388569"/>
              <a:gd name="connsiteY1" fmla="*/ 0 h 171261"/>
              <a:gd name="connsiteX2" fmla="*/ 0 w 388569"/>
              <a:gd name="connsiteY2" fmla="*/ 171261 h 171261"/>
              <a:gd name="connsiteX3" fmla="*/ 388569 w 388569"/>
              <a:gd name="connsiteY3" fmla="*/ 7158 h 171261"/>
              <a:gd name="connsiteX0" fmla="*/ 236076 w 236076"/>
              <a:gd name="connsiteY0" fmla="*/ 7158 h 219387"/>
              <a:gd name="connsiteX1" fmla="*/ 0 w 236076"/>
              <a:gd name="connsiteY1" fmla="*/ 0 h 219387"/>
              <a:gd name="connsiteX2" fmla="*/ 43617 w 236076"/>
              <a:gd name="connsiteY2" fmla="*/ 219387 h 219387"/>
              <a:gd name="connsiteX3" fmla="*/ 236076 w 236076"/>
              <a:gd name="connsiteY3" fmla="*/ 7158 h 219387"/>
              <a:gd name="connsiteX0" fmla="*/ 262224 w 262224"/>
              <a:gd name="connsiteY0" fmla="*/ 2782 h 215011"/>
              <a:gd name="connsiteX1" fmla="*/ 0 w 262224"/>
              <a:gd name="connsiteY1" fmla="*/ 0 h 215011"/>
              <a:gd name="connsiteX2" fmla="*/ 69765 w 262224"/>
              <a:gd name="connsiteY2" fmla="*/ 215011 h 215011"/>
              <a:gd name="connsiteX3" fmla="*/ 262224 w 262224"/>
              <a:gd name="connsiteY3" fmla="*/ 2782 h 215011"/>
              <a:gd name="connsiteX0" fmla="*/ 240329 w 240329"/>
              <a:gd name="connsiteY0" fmla="*/ 0 h 212229"/>
              <a:gd name="connsiteX1" fmla="*/ 0 w 240329"/>
              <a:gd name="connsiteY1" fmla="*/ 14803 h 212229"/>
              <a:gd name="connsiteX2" fmla="*/ 47870 w 240329"/>
              <a:gd name="connsiteY2" fmla="*/ 212229 h 212229"/>
              <a:gd name="connsiteX3" fmla="*/ 240329 w 240329"/>
              <a:gd name="connsiteY3" fmla="*/ 0 h 212229"/>
              <a:gd name="connsiteX0" fmla="*/ 551236 w 551236"/>
              <a:gd name="connsiteY0" fmla="*/ 0 h 276706"/>
              <a:gd name="connsiteX1" fmla="*/ 0 w 551236"/>
              <a:gd name="connsiteY1" fmla="*/ 79280 h 276706"/>
              <a:gd name="connsiteX2" fmla="*/ 47870 w 551236"/>
              <a:gd name="connsiteY2" fmla="*/ 276706 h 276706"/>
              <a:gd name="connsiteX3" fmla="*/ 551236 w 551236"/>
              <a:gd name="connsiteY3" fmla="*/ 0 h 276706"/>
              <a:gd name="connsiteX0" fmla="*/ 551236 w 551236"/>
              <a:gd name="connsiteY0" fmla="*/ 0 h 306013"/>
              <a:gd name="connsiteX1" fmla="*/ 0 w 551236"/>
              <a:gd name="connsiteY1" fmla="*/ 79280 h 306013"/>
              <a:gd name="connsiteX2" fmla="*/ 266818 w 551236"/>
              <a:gd name="connsiteY2" fmla="*/ 306013 h 306013"/>
              <a:gd name="connsiteX3" fmla="*/ 551236 w 551236"/>
              <a:gd name="connsiteY3" fmla="*/ 0 h 306013"/>
              <a:gd name="connsiteX0" fmla="*/ 514857 w 514857"/>
              <a:gd name="connsiteY0" fmla="*/ 0 h 316835"/>
              <a:gd name="connsiteX1" fmla="*/ 0 w 514857"/>
              <a:gd name="connsiteY1" fmla="*/ 90102 h 316835"/>
              <a:gd name="connsiteX2" fmla="*/ 266818 w 514857"/>
              <a:gd name="connsiteY2" fmla="*/ 316835 h 316835"/>
              <a:gd name="connsiteX3" fmla="*/ 514857 w 514857"/>
              <a:gd name="connsiteY3" fmla="*/ 0 h 316835"/>
              <a:gd name="connsiteX0" fmla="*/ 648246 w 648246"/>
              <a:gd name="connsiteY0" fmla="*/ 175020 h 226733"/>
              <a:gd name="connsiteX1" fmla="*/ 0 w 648246"/>
              <a:gd name="connsiteY1" fmla="*/ 0 h 226733"/>
              <a:gd name="connsiteX2" fmla="*/ 266818 w 648246"/>
              <a:gd name="connsiteY2" fmla="*/ 226733 h 226733"/>
              <a:gd name="connsiteX3" fmla="*/ 648246 w 648246"/>
              <a:gd name="connsiteY3" fmla="*/ 175020 h 226733"/>
              <a:gd name="connsiteX0" fmla="*/ 381428 w 381428"/>
              <a:gd name="connsiteY0" fmla="*/ 137145 h 188858"/>
              <a:gd name="connsiteX1" fmla="*/ 177814 w 381428"/>
              <a:gd name="connsiteY1" fmla="*/ 0 h 188858"/>
              <a:gd name="connsiteX2" fmla="*/ 0 w 381428"/>
              <a:gd name="connsiteY2" fmla="*/ 188858 h 188858"/>
              <a:gd name="connsiteX3" fmla="*/ 381428 w 381428"/>
              <a:gd name="connsiteY3" fmla="*/ 137145 h 188858"/>
              <a:gd name="connsiteX0" fmla="*/ 547155 w 547155"/>
              <a:gd name="connsiteY0" fmla="*/ 137145 h 270018"/>
              <a:gd name="connsiteX1" fmla="*/ 343541 w 547155"/>
              <a:gd name="connsiteY1" fmla="*/ 0 h 270018"/>
              <a:gd name="connsiteX2" fmla="*/ 0 w 547155"/>
              <a:gd name="connsiteY2" fmla="*/ 270018 h 270018"/>
              <a:gd name="connsiteX3" fmla="*/ 547155 w 547155"/>
              <a:gd name="connsiteY3" fmla="*/ 137145 h 270018"/>
              <a:gd name="connsiteX0" fmla="*/ 696713 w 696713"/>
              <a:gd name="connsiteY0" fmla="*/ 158787 h 270018"/>
              <a:gd name="connsiteX1" fmla="*/ 343541 w 696713"/>
              <a:gd name="connsiteY1" fmla="*/ 0 h 270018"/>
              <a:gd name="connsiteX2" fmla="*/ 0 w 696713"/>
              <a:gd name="connsiteY2" fmla="*/ 270018 h 270018"/>
              <a:gd name="connsiteX3" fmla="*/ 696713 w 696713"/>
              <a:gd name="connsiteY3" fmla="*/ 158787 h 270018"/>
              <a:gd name="connsiteX0" fmla="*/ 696713 w 696713"/>
              <a:gd name="connsiteY0" fmla="*/ 239947 h 351178"/>
              <a:gd name="connsiteX1" fmla="*/ 529479 w 696713"/>
              <a:gd name="connsiteY1" fmla="*/ 0 h 351178"/>
              <a:gd name="connsiteX2" fmla="*/ 0 w 696713"/>
              <a:gd name="connsiteY2" fmla="*/ 351178 h 351178"/>
              <a:gd name="connsiteX3" fmla="*/ 696713 w 696713"/>
              <a:gd name="connsiteY3" fmla="*/ 239947 h 351178"/>
              <a:gd name="connsiteX0" fmla="*/ 393554 w 393554"/>
              <a:gd name="connsiteY0" fmla="*/ 239947 h 275429"/>
              <a:gd name="connsiteX1" fmla="*/ 226320 w 393554"/>
              <a:gd name="connsiteY1" fmla="*/ 0 h 275429"/>
              <a:gd name="connsiteX2" fmla="*/ 0 w 393554"/>
              <a:gd name="connsiteY2" fmla="*/ 275429 h 275429"/>
              <a:gd name="connsiteX3" fmla="*/ 393554 w 393554"/>
              <a:gd name="connsiteY3" fmla="*/ 239947 h 275429"/>
              <a:gd name="connsiteX0" fmla="*/ 535028 w 535028"/>
              <a:gd name="connsiteY0" fmla="*/ 72216 h 275429"/>
              <a:gd name="connsiteX1" fmla="*/ 226320 w 535028"/>
              <a:gd name="connsiteY1" fmla="*/ 0 h 275429"/>
              <a:gd name="connsiteX2" fmla="*/ 0 w 535028"/>
              <a:gd name="connsiteY2" fmla="*/ 275429 h 275429"/>
              <a:gd name="connsiteX3" fmla="*/ 535028 w 535028"/>
              <a:gd name="connsiteY3" fmla="*/ 72216 h 275429"/>
              <a:gd name="connsiteX0" fmla="*/ 308708 w 493177"/>
              <a:gd name="connsiteY0" fmla="*/ 72216 h 161805"/>
              <a:gd name="connsiteX1" fmla="*/ 0 w 493177"/>
              <a:gd name="connsiteY1" fmla="*/ 0 h 161805"/>
              <a:gd name="connsiteX2" fmla="*/ 493176 w 493177"/>
              <a:gd name="connsiteY2" fmla="*/ 161805 h 161805"/>
              <a:gd name="connsiteX3" fmla="*/ 308708 w 493177"/>
              <a:gd name="connsiteY3" fmla="*/ 72216 h 161805"/>
              <a:gd name="connsiteX0" fmla="*/ 130855 w 315323"/>
              <a:gd name="connsiteY0" fmla="*/ 0 h 176674"/>
              <a:gd name="connsiteX1" fmla="*/ 0 w 315323"/>
              <a:gd name="connsiteY1" fmla="*/ 176674 h 176674"/>
              <a:gd name="connsiteX2" fmla="*/ 315323 w 315323"/>
              <a:gd name="connsiteY2" fmla="*/ 89589 h 176674"/>
              <a:gd name="connsiteX3" fmla="*/ 130855 w 315323"/>
              <a:gd name="connsiteY3" fmla="*/ 0 h 176674"/>
              <a:gd name="connsiteX0" fmla="*/ 110645 w 315323"/>
              <a:gd name="connsiteY0" fmla="*/ 0 h 176674"/>
              <a:gd name="connsiteX1" fmla="*/ 0 w 315323"/>
              <a:gd name="connsiteY1" fmla="*/ 176674 h 176674"/>
              <a:gd name="connsiteX2" fmla="*/ 315323 w 315323"/>
              <a:gd name="connsiteY2" fmla="*/ 89589 h 176674"/>
              <a:gd name="connsiteX3" fmla="*/ 110645 w 315323"/>
              <a:gd name="connsiteY3" fmla="*/ 0 h 176674"/>
              <a:gd name="connsiteX0" fmla="*/ 110645 w 228684"/>
              <a:gd name="connsiteY0" fmla="*/ 0 h 176674"/>
              <a:gd name="connsiteX1" fmla="*/ 0 w 228684"/>
              <a:gd name="connsiteY1" fmla="*/ 176674 h 176674"/>
              <a:gd name="connsiteX2" fmla="*/ 228684 w 228684"/>
              <a:gd name="connsiteY2" fmla="*/ 13761 h 176674"/>
              <a:gd name="connsiteX3" fmla="*/ 110645 w 228684"/>
              <a:gd name="connsiteY3" fmla="*/ 0 h 176674"/>
              <a:gd name="connsiteX0" fmla="*/ 30671 w 228684"/>
              <a:gd name="connsiteY0" fmla="*/ 0 h 230200"/>
              <a:gd name="connsiteX1" fmla="*/ 0 w 228684"/>
              <a:gd name="connsiteY1" fmla="*/ 230200 h 230200"/>
              <a:gd name="connsiteX2" fmla="*/ 228684 w 228684"/>
              <a:gd name="connsiteY2" fmla="*/ 67287 h 230200"/>
              <a:gd name="connsiteX3" fmla="*/ 30671 w 228684"/>
              <a:gd name="connsiteY3" fmla="*/ 0 h 230200"/>
              <a:gd name="connsiteX0" fmla="*/ 0 w 198013"/>
              <a:gd name="connsiteY0" fmla="*/ 0 h 163292"/>
              <a:gd name="connsiteX1" fmla="*/ 2652 w 198013"/>
              <a:gd name="connsiteY1" fmla="*/ 163292 h 163292"/>
              <a:gd name="connsiteX2" fmla="*/ 198013 w 198013"/>
              <a:gd name="connsiteY2" fmla="*/ 67287 h 163292"/>
              <a:gd name="connsiteX3" fmla="*/ 0 w 198013"/>
              <a:gd name="connsiteY3" fmla="*/ 0 h 1632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8013" h="163292">
                <a:moveTo>
                  <a:pt x="0" y="0"/>
                </a:moveTo>
                <a:lnTo>
                  <a:pt x="2652" y="163292"/>
                </a:lnTo>
                <a:lnTo>
                  <a:pt x="198013" y="67287"/>
                </a:lnTo>
                <a:lnTo>
                  <a:pt x="0" y="0"/>
                </a:lnTo>
                <a:close/>
              </a:path>
            </a:pathLst>
          </a:custGeom>
          <a:solidFill>
            <a:srgbClr val="7030A0">
              <a:alpha val="49969"/>
            </a:srgbClr>
          </a:solidFill>
          <a:ln w="6350"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riangle 11">
            <a:extLst>
              <a:ext uri="{FF2B5EF4-FFF2-40B4-BE49-F238E27FC236}">
                <a16:creationId xmlns:a16="http://schemas.microsoft.com/office/drawing/2014/main" id="{713E918E-7ABC-BA24-3D09-B84922F6EF38}"/>
              </a:ext>
            </a:extLst>
          </p:cNvPr>
          <p:cNvSpPr/>
          <p:nvPr userDrawn="1"/>
        </p:nvSpPr>
        <p:spPr>
          <a:xfrm>
            <a:off x="6576693" y="4367834"/>
            <a:ext cx="185677" cy="100465"/>
          </a:xfrm>
          <a:custGeom>
            <a:avLst/>
            <a:gdLst>
              <a:gd name="connsiteX0" fmla="*/ 0 w 867335"/>
              <a:gd name="connsiteY0" fmla="*/ 463685 h 463685"/>
              <a:gd name="connsiteX1" fmla="*/ 433668 w 867335"/>
              <a:gd name="connsiteY1" fmla="*/ 0 h 463685"/>
              <a:gd name="connsiteX2" fmla="*/ 867335 w 867335"/>
              <a:gd name="connsiteY2" fmla="*/ 463685 h 463685"/>
              <a:gd name="connsiteX3" fmla="*/ 0 w 867335"/>
              <a:gd name="connsiteY3" fmla="*/ 463685 h 463685"/>
              <a:gd name="connsiteX0" fmla="*/ 655544 w 1522879"/>
              <a:gd name="connsiteY0" fmla="*/ 1015015 h 1015015"/>
              <a:gd name="connsiteX1" fmla="*/ 0 w 1522879"/>
              <a:gd name="connsiteY1" fmla="*/ 0 h 1015015"/>
              <a:gd name="connsiteX2" fmla="*/ 1522879 w 1522879"/>
              <a:gd name="connsiteY2" fmla="*/ 1015015 h 1015015"/>
              <a:gd name="connsiteX3" fmla="*/ 655544 w 1522879"/>
              <a:gd name="connsiteY3" fmla="*/ 1015015 h 1015015"/>
              <a:gd name="connsiteX0" fmla="*/ 655544 w 843802"/>
              <a:gd name="connsiteY0" fmla="*/ 1015015 h 1015015"/>
              <a:gd name="connsiteX1" fmla="*/ 0 w 843802"/>
              <a:gd name="connsiteY1" fmla="*/ 0 h 1015015"/>
              <a:gd name="connsiteX2" fmla="*/ 843802 w 843802"/>
              <a:gd name="connsiteY2" fmla="*/ 228362 h 1015015"/>
              <a:gd name="connsiteX3" fmla="*/ 655544 w 843802"/>
              <a:gd name="connsiteY3" fmla="*/ 1015015 h 1015015"/>
              <a:gd name="connsiteX0" fmla="*/ 90768 w 843802"/>
              <a:gd name="connsiteY0" fmla="*/ 483856 h 483856"/>
              <a:gd name="connsiteX1" fmla="*/ 0 w 843802"/>
              <a:gd name="connsiteY1" fmla="*/ 0 h 483856"/>
              <a:gd name="connsiteX2" fmla="*/ 843802 w 843802"/>
              <a:gd name="connsiteY2" fmla="*/ 228362 h 483856"/>
              <a:gd name="connsiteX3" fmla="*/ 90768 w 843802"/>
              <a:gd name="connsiteY3" fmla="*/ 483856 h 483856"/>
              <a:gd name="connsiteX0" fmla="*/ 231962 w 843802"/>
              <a:gd name="connsiteY0" fmla="*/ 174574 h 228362"/>
              <a:gd name="connsiteX1" fmla="*/ 0 w 843802"/>
              <a:gd name="connsiteY1" fmla="*/ 0 h 228362"/>
              <a:gd name="connsiteX2" fmla="*/ 843802 w 843802"/>
              <a:gd name="connsiteY2" fmla="*/ 228362 h 228362"/>
              <a:gd name="connsiteX3" fmla="*/ 231962 w 843802"/>
              <a:gd name="connsiteY3" fmla="*/ 174574 h 228362"/>
              <a:gd name="connsiteX0" fmla="*/ 400051 w 843802"/>
              <a:gd name="connsiteY0" fmla="*/ 288874 h 288874"/>
              <a:gd name="connsiteX1" fmla="*/ 0 w 843802"/>
              <a:gd name="connsiteY1" fmla="*/ 0 h 288874"/>
              <a:gd name="connsiteX2" fmla="*/ 843802 w 843802"/>
              <a:gd name="connsiteY2" fmla="*/ 228362 h 288874"/>
              <a:gd name="connsiteX3" fmla="*/ 400051 w 843802"/>
              <a:gd name="connsiteY3" fmla="*/ 288874 h 288874"/>
              <a:gd name="connsiteX0" fmla="*/ 400051 w 863972"/>
              <a:gd name="connsiteY0" fmla="*/ 288874 h 288874"/>
              <a:gd name="connsiteX1" fmla="*/ 0 w 863972"/>
              <a:gd name="connsiteY1" fmla="*/ 0 h 288874"/>
              <a:gd name="connsiteX2" fmla="*/ 863972 w 863972"/>
              <a:gd name="connsiteY2" fmla="*/ 248532 h 288874"/>
              <a:gd name="connsiteX3" fmla="*/ 400051 w 863972"/>
              <a:gd name="connsiteY3" fmla="*/ 288874 h 288874"/>
              <a:gd name="connsiteX0" fmla="*/ 404813 w 868734"/>
              <a:gd name="connsiteY0" fmla="*/ 269824 h 269824"/>
              <a:gd name="connsiteX1" fmla="*/ 0 w 868734"/>
              <a:gd name="connsiteY1" fmla="*/ 0 h 269824"/>
              <a:gd name="connsiteX2" fmla="*/ 868734 w 868734"/>
              <a:gd name="connsiteY2" fmla="*/ 229482 h 269824"/>
              <a:gd name="connsiteX3" fmla="*/ 404813 w 868734"/>
              <a:gd name="connsiteY3" fmla="*/ 269824 h 269824"/>
              <a:gd name="connsiteX0" fmla="*/ 404813 w 887784"/>
              <a:gd name="connsiteY0" fmla="*/ 269824 h 269824"/>
              <a:gd name="connsiteX1" fmla="*/ 0 w 887784"/>
              <a:gd name="connsiteY1" fmla="*/ 0 h 269824"/>
              <a:gd name="connsiteX2" fmla="*/ 887784 w 887784"/>
              <a:gd name="connsiteY2" fmla="*/ 219957 h 269824"/>
              <a:gd name="connsiteX3" fmla="*/ 404813 w 887784"/>
              <a:gd name="connsiteY3" fmla="*/ 269824 h 269824"/>
              <a:gd name="connsiteX0" fmla="*/ 817192 w 817192"/>
              <a:gd name="connsiteY0" fmla="*/ 269824 h 824794"/>
              <a:gd name="connsiteX1" fmla="*/ 412379 w 817192"/>
              <a:gd name="connsiteY1" fmla="*/ 0 h 824794"/>
              <a:gd name="connsiteX2" fmla="*/ 0 w 817192"/>
              <a:gd name="connsiteY2" fmla="*/ 824794 h 824794"/>
              <a:gd name="connsiteX3" fmla="*/ 817192 w 817192"/>
              <a:gd name="connsiteY3" fmla="*/ 269824 h 824794"/>
              <a:gd name="connsiteX0" fmla="*/ 817192 w 817192"/>
              <a:gd name="connsiteY0" fmla="*/ 0 h 554970"/>
              <a:gd name="connsiteX1" fmla="*/ 121867 w 817192"/>
              <a:gd name="connsiteY1" fmla="*/ 73076 h 554970"/>
              <a:gd name="connsiteX2" fmla="*/ 0 w 817192"/>
              <a:gd name="connsiteY2" fmla="*/ 554970 h 554970"/>
              <a:gd name="connsiteX3" fmla="*/ 817192 w 817192"/>
              <a:gd name="connsiteY3" fmla="*/ 0 h 554970"/>
              <a:gd name="connsiteX0" fmla="*/ 298079 w 298079"/>
              <a:gd name="connsiteY0" fmla="*/ 641299 h 641299"/>
              <a:gd name="connsiteX1" fmla="*/ 121867 w 298079"/>
              <a:gd name="connsiteY1" fmla="*/ 0 h 641299"/>
              <a:gd name="connsiteX2" fmla="*/ 0 w 298079"/>
              <a:gd name="connsiteY2" fmla="*/ 481894 h 641299"/>
              <a:gd name="connsiteX3" fmla="*/ 298079 w 298079"/>
              <a:gd name="connsiteY3" fmla="*/ 641299 h 641299"/>
              <a:gd name="connsiteX0" fmla="*/ 307604 w 307604"/>
              <a:gd name="connsiteY0" fmla="*/ 160287 h 481894"/>
              <a:gd name="connsiteX1" fmla="*/ 121867 w 307604"/>
              <a:gd name="connsiteY1" fmla="*/ 0 h 481894"/>
              <a:gd name="connsiteX2" fmla="*/ 0 w 307604"/>
              <a:gd name="connsiteY2" fmla="*/ 481894 h 481894"/>
              <a:gd name="connsiteX3" fmla="*/ 307604 w 307604"/>
              <a:gd name="connsiteY3" fmla="*/ 160287 h 481894"/>
              <a:gd name="connsiteX0" fmla="*/ 338230 w 338230"/>
              <a:gd name="connsiteY0" fmla="*/ 160287 h 171261"/>
              <a:gd name="connsiteX1" fmla="*/ 152493 w 338230"/>
              <a:gd name="connsiteY1" fmla="*/ 0 h 171261"/>
              <a:gd name="connsiteX2" fmla="*/ 0 w 338230"/>
              <a:gd name="connsiteY2" fmla="*/ 171261 h 171261"/>
              <a:gd name="connsiteX3" fmla="*/ 338230 w 338230"/>
              <a:gd name="connsiteY3" fmla="*/ 160287 h 171261"/>
              <a:gd name="connsiteX0" fmla="*/ 395106 w 395106"/>
              <a:gd name="connsiteY0" fmla="*/ 99036 h 171261"/>
              <a:gd name="connsiteX1" fmla="*/ 152493 w 395106"/>
              <a:gd name="connsiteY1" fmla="*/ 0 h 171261"/>
              <a:gd name="connsiteX2" fmla="*/ 0 w 395106"/>
              <a:gd name="connsiteY2" fmla="*/ 171261 h 171261"/>
              <a:gd name="connsiteX3" fmla="*/ 395106 w 395106"/>
              <a:gd name="connsiteY3" fmla="*/ 99036 h 171261"/>
              <a:gd name="connsiteX0" fmla="*/ 388569 w 388569"/>
              <a:gd name="connsiteY0" fmla="*/ 7158 h 171261"/>
              <a:gd name="connsiteX1" fmla="*/ 152493 w 388569"/>
              <a:gd name="connsiteY1" fmla="*/ 0 h 171261"/>
              <a:gd name="connsiteX2" fmla="*/ 0 w 388569"/>
              <a:gd name="connsiteY2" fmla="*/ 171261 h 171261"/>
              <a:gd name="connsiteX3" fmla="*/ 388569 w 388569"/>
              <a:gd name="connsiteY3" fmla="*/ 7158 h 171261"/>
              <a:gd name="connsiteX0" fmla="*/ 236076 w 236076"/>
              <a:gd name="connsiteY0" fmla="*/ 7158 h 219387"/>
              <a:gd name="connsiteX1" fmla="*/ 0 w 236076"/>
              <a:gd name="connsiteY1" fmla="*/ 0 h 219387"/>
              <a:gd name="connsiteX2" fmla="*/ 43617 w 236076"/>
              <a:gd name="connsiteY2" fmla="*/ 219387 h 219387"/>
              <a:gd name="connsiteX3" fmla="*/ 236076 w 236076"/>
              <a:gd name="connsiteY3" fmla="*/ 7158 h 219387"/>
              <a:gd name="connsiteX0" fmla="*/ 262224 w 262224"/>
              <a:gd name="connsiteY0" fmla="*/ 2782 h 215011"/>
              <a:gd name="connsiteX1" fmla="*/ 0 w 262224"/>
              <a:gd name="connsiteY1" fmla="*/ 0 h 215011"/>
              <a:gd name="connsiteX2" fmla="*/ 69765 w 262224"/>
              <a:gd name="connsiteY2" fmla="*/ 215011 h 215011"/>
              <a:gd name="connsiteX3" fmla="*/ 262224 w 262224"/>
              <a:gd name="connsiteY3" fmla="*/ 2782 h 215011"/>
              <a:gd name="connsiteX0" fmla="*/ 240329 w 240329"/>
              <a:gd name="connsiteY0" fmla="*/ 0 h 212229"/>
              <a:gd name="connsiteX1" fmla="*/ 0 w 240329"/>
              <a:gd name="connsiteY1" fmla="*/ 14803 h 212229"/>
              <a:gd name="connsiteX2" fmla="*/ 47870 w 240329"/>
              <a:gd name="connsiteY2" fmla="*/ 212229 h 212229"/>
              <a:gd name="connsiteX3" fmla="*/ 240329 w 240329"/>
              <a:gd name="connsiteY3" fmla="*/ 0 h 212229"/>
              <a:gd name="connsiteX0" fmla="*/ 551236 w 551236"/>
              <a:gd name="connsiteY0" fmla="*/ 0 h 276706"/>
              <a:gd name="connsiteX1" fmla="*/ 0 w 551236"/>
              <a:gd name="connsiteY1" fmla="*/ 79280 h 276706"/>
              <a:gd name="connsiteX2" fmla="*/ 47870 w 551236"/>
              <a:gd name="connsiteY2" fmla="*/ 276706 h 276706"/>
              <a:gd name="connsiteX3" fmla="*/ 551236 w 551236"/>
              <a:gd name="connsiteY3" fmla="*/ 0 h 276706"/>
              <a:gd name="connsiteX0" fmla="*/ 551236 w 551236"/>
              <a:gd name="connsiteY0" fmla="*/ 0 h 306013"/>
              <a:gd name="connsiteX1" fmla="*/ 0 w 551236"/>
              <a:gd name="connsiteY1" fmla="*/ 79280 h 306013"/>
              <a:gd name="connsiteX2" fmla="*/ 266818 w 551236"/>
              <a:gd name="connsiteY2" fmla="*/ 306013 h 306013"/>
              <a:gd name="connsiteX3" fmla="*/ 551236 w 551236"/>
              <a:gd name="connsiteY3" fmla="*/ 0 h 306013"/>
              <a:gd name="connsiteX0" fmla="*/ 514857 w 514857"/>
              <a:gd name="connsiteY0" fmla="*/ 0 h 316835"/>
              <a:gd name="connsiteX1" fmla="*/ 0 w 514857"/>
              <a:gd name="connsiteY1" fmla="*/ 90102 h 316835"/>
              <a:gd name="connsiteX2" fmla="*/ 266818 w 514857"/>
              <a:gd name="connsiteY2" fmla="*/ 316835 h 316835"/>
              <a:gd name="connsiteX3" fmla="*/ 514857 w 514857"/>
              <a:gd name="connsiteY3" fmla="*/ 0 h 316835"/>
              <a:gd name="connsiteX0" fmla="*/ 648246 w 648246"/>
              <a:gd name="connsiteY0" fmla="*/ 175020 h 226733"/>
              <a:gd name="connsiteX1" fmla="*/ 0 w 648246"/>
              <a:gd name="connsiteY1" fmla="*/ 0 h 226733"/>
              <a:gd name="connsiteX2" fmla="*/ 266818 w 648246"/>
              <a:gd name="connsiteY2" fmla="*/ 226733 h 226733"/>
              <a:gd name="connsiteX3" fmla="*/ 648246 w 648246"/>
              <a:gd name="connsiteY3" fmla="*/ 175020 h 226733"/>
              <a:gd name="connsiteX0" fmla="*/ 381428 w 381428"/>
              <a:gd name="connsiteY0" fmla="*/ 137145 h 188858"/>
              <a:gd name="connsiteX1" fmla="*/ 177814 w 381428"/>
              <a:gd name="connsiteY1" fmla="*/ 0 h 188858"/>
              <a:gd name="connsiteX2" fmla="*/ 0 w 381428"/>
              <a:gd name="connsiteY2" fmla="*/ 188858 h 188858"/>
              <a:gd name="connsiteX3" fmla="*/ 381428 w 381428"/>
              <a:gd name="connsiteY3" fmla="*/ 137145 h 188858"/>
              <a:gd name="connsiteX0" fmla="*/ 547155 w 547155"/>
              <a:gd name="connsiteY0" fmla="*/ 137145 h 270018"/>
              <a:gd name="connsiteX1" fmla="*/ 343541 w 547155"/>
              <a:gd name="connsiteY1" fmla="*/ 0 h 270018"/>
              <a:gd name="connsiteX2" fmla="*/ 0 w 547155"/>
              <a:gd name="connsiteY2" fmla="*/ 270018 h 270018"/>
              <a:gd name="connsiteX3" fmla="*/ 547155 w 547155"/>
              <a:gd name="connsiteY3" fmla="*/ 137145 h 270018"/>
              <a:gd name="connsiteX0" fmla="*/ 696713 w 696713"/>
              <a:gd name="connsiteY0" fmla="*/ 158787 h 270018"/>
              <a:gd name="connsiteX1" fmla="*/ 343541 w 696713"/>
              <a:gd name="connsiteY1" fmla="*/ 0 h 270018"/>
              <a:gd name="connsiteX2" fmla="*/ 0 w 696713"/>
              <a:gd name="connsiteY2" fmla="*/ 270018 h 270018"/>
              <a:gd name="connsiteX3" fmla="*/ 696713 w 696713"/>
              <a:gd name="connsiteY3" fmla="*/ 158787 h 270018"/>
              <a:gd name="connsiteX0" fmla="*/ 696713 w 696713"/>
              <a:gd name="connsiteY0" fmla="*/ 239947 h 351178"/>
              <a:gd name="connsiteX1" fmla="*/ 529479 w 696713"/>
              <a:gd name="connsiteY1" fmla="*/ 0 h 351178"/>
              <a:gd name="connsiteX2" fmla="*/ 0 w 696713"/>
              <a:gd name="connsiteY2" fmla="*/ 351178 h 351178"/>
              <a:gd name="connsiteX3" fmla="*/ 696713 w 696713"/>
              <a:gd name="connsiteY3" fmla="*/ 239947 h 351178"/>
              <a:gd name="connsiteX0" fmla="*/ 393554 w 393554"/>
              <a:gd name="connsiteY0" fmla="*/ 239947 h 275429"/>
              <a:gd name="connsiteX1" fmla="*/ 226320 w 393554"/>
              <a:gd name="connsiteY1" fmla="*/ 0 h 275429"/>
              <a:gd name="connsiteX2" fmla="*/ 0 w 393554"/>
              <a:gd name="connsiteY2" fmla="*/ 275429 h 275429"/>
              <a:gd name="connsiteX3" fmla="*/ 393554 w 393554"/>
              <a:gd name="connsiteY3" fmla="*/ 239947 h 275429"/>
              <a:gd name="connsiteX0" fmla="*/ 535028 w 535028"/>
              <a:gd name="connsiteY0" fmla="*/ 72216 h 275429"/>
              <a:gd name="connsiteX1" fmla="*/ 226320 w 535028"/>
              <a:gd name="connsiteY1" fmla="*/ 0 h 275429"/>
              <a:gd name="connsiteX2" fmla="*/ 0 w 535028"/>
              <a:gd name="connsiteY2" fmla="*/ 275429 h 275429"/>
              <a:gd name="connsiteX3" fmla="*/ 535028 w 535028"/>
              <a:gd name="connsiteY3" fmla="*/ 72216 h 275429"/>
              <a:gd name="connsiteX0" fmla="*/ 308708 w 493177"/>
              <a:gd name="connsiteY0" fmla="*/ 72216 h 161805"/>
              <a:gd name="connsiteX1" fmla="*/ 0 w 493177"/>
              <a:gd name="connsiteY1" fmla="*/ 0 h 161805"/>
              <a:gd name="connsiteX2" fmla="*/ 493176 w 493177"/>
              <a:gd name="connsiteY2" fmla="*/ 161805 h 161805"/>
              <a:gd name="connsiteX3" fmla="*/ 308708 w 493177"/>
              <a:gd name="connsiteY3" fmla="*/ 72216 h 161805"/>
              <a:gd name="connsiteX0" fmla="*/ 130855 w 315323"/>
              <a:gd name="connsiteY0" fmla="*/ 0 h 176674"/>
              <a:gd name="connsiteX1" fmla="*/ 0 w 315323"/>
              <a:gd name="connsiteY1" fmla="*/ 176674 h 176674"/>
              <a:gd name="connsiteX2" fmla="*/ 315323 w 315323"/>
              <a:gd name="connsiteY2" fmla="*/ 89589 h 176674"/>
              <a:gd name="connsiteX3" fmla="*/ 130855 w 315323"/>
              <a:gd name="connsiteY3" fmla="*/ 0 h 176674"/>
              <a:gd name="connsiteX0" fmla="*/ 110645 w 315323"/>
              <a:gd name="connsiteY0" fmla="*/ 0 h 176674"/>
              <a:gd name="connsiteX1" fmla="*/ 0 w 315323"/>
              <a:gd name="connsiteY1" fmla="*/ 176674 h 176674"/>
              <a:gd name="connsiteX2" fmla="*/ 315323 w 315323"/>
              <a:gd name="connsiteY2" fmla="*/ 89589 h 176674"/>
              <a:gd name="connsiteX3" fmla="*/ 110645 w 315323"/>
              <a:gd name="connsiteY3" fmla="*/ 0 h 176674"/>
              <a:gd name="connsiteX0" fmla="*/ 110645 w 228684"/>
              <a:gd name="connsiteY0" fmla="*/ 0 h 176674"/>
              <a:gd name="connsiteX1" fmla="*/ 0 w 228684"/>
              <a:gd name="connsiteY1" fmla="*/ 176674 h 176674"/>
              <a:gd name="connsiteX2" fmla="*/ 228684 w 228684"/>
              <a:gd name="connsiteY2" fmla="*/ 13761 h 176674"/>
              <a:gd name="connsiteX3" fmla="*/ 110645 w 228684"/>
              <a:gd name="connsiteY3" fmla="*/ 0 h 176674"/>
              <a:gd name="connsiteX0" fmla="*/ 30671 w 228684"/>
              <a:gd name="connsiteY0" fmla="*/ 0 h 230200"/>
              <a:gd name="connsiteX1" fmla="*/ 0 w 228684"/>
              <a:gd name="connsiteY1" fmla="*/ 230200 h 230200"/>
              <a:gd name="connsiteX2" fmla="*/ 228684 w 228684"/>
              <a:gd name="connsiteY2" fmla="*/ 67287 h 230200"/>
              <a:gd name="connsiteX3" fmla="*/ 30671 w 228684"/>
              <a:gd name="connsiteY3" fmla="*/ 0 h 230200"/>
              <a:gd name="connsiteX0" fmla="*/ 0 w 198013"/>
              <a:gd name="connsiteY0" fmla="*/ 0 h 163292"/>
              <a:gd name="connsiteX1" fmla="*/ 2652 w 198013"/>
              <a:gd name="connsiteY1" fmla="*/ 163292 h 163292"/>
              <a:gd name="connsiteX2" fmla="*/ 198013 w 198013"/>
              <a:gd name="connsiteY2" fmla="*/ 67287 h 163292"/>
              <a:gd name="connsiteX3" fmla="*/ 0 w 198013"/>
              <a:gd name="connsiteY3" fmla="*/ 0 h 163292"/>
              <a:gd name="connsiteX0" fmla="*/ 30671 w 228684"/>
              <a:gd name="connsiteY0" fmla="*/ 0 h 87464"/>
              <a:gd name="connsiteX1" fmla="*/ 0 w 228684"/>
              <a:gd name="connsiteY1" fmla="*/ 87464 h 87464"/>
              <a:gd name="connsiteX2" fmla="*/ 228684 w 228684"/>
              <a:gd name="connsiteY2" fmla="*/ 67287 h 87464"/>
              <a:gd name="connsiteX3" fmla="*/ 30671 w 228684"/>
              <a:gd name="connsiteY3" fmla="*/ 0 h 87464"/>
              <a:gd name="connsiteX0" fmla="*/ 30671 w 138713"/>
              <a:gd name="connsiteY0" fmla="*/ 13001 h 100465"/>
              <a:gd name="connsiteX1" fmla="*/ 0 w 138713"/>
              <a:gd name="connsiteY1" fmla="*/ 100465 h 100465"/>
              <a:gd name="connsiteX2" fmla="*/ 138713 w 138713"/>
              <a:gd name="connsiteY2" fmla="*/ 0 h 100465"/>
              <a:gd name="connsiteX3" fmla="*/ 30671 w 138713"/>
              <a:gd name="connsiteY3" fmla="*/ 13001 h 1004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38713" h="100465">
                <a:moveTo>
                  <a:pt x="30671" y="13001"/>
                </a:moveTo>
                <a:lnTo>
                  <a:pt x="0" y="100465"/>
                </a:lnTo>
                <a:lnTo>
                  <a:pt x="138713" y="0"/>
                </a:lnTo>
                <a:lnTo>
                  <a:pt x="30671" y="13001"/>
                </a:lnTo>
                <a:close/>
              </a:path>
            </a:pathLst>
          </a:custGeom>
          <a:solidFill>
            <a:srgbClr val="7030A0">
              <a:alpha val="49969"/>
            </a:srgbClr>
          </a:solidFill>
          <a:ln w="6350"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5C73E4D-0335-5D15-203C-28AE4441F36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98023" y="998"/>
            <a:ext cx="2220685" cy="559241"/>
          </a:xfrm>
          <a:prstGeom prst="rect">
            <a:avLst/>
          </a:prstGeom>
        </p:spPr>
      </p:pic>
      <p:sp>
        <p:nvSpPr>
          <p:cNvPr id="14" name="Title 1">
            <a:extLst>
              <a:ext uri="{FF2B5EF4-FFF2-40B4-BE49-F238E27FC236}">
                <a16:creationId xmlns:a16="http://schemas.microsoft.com/office/drawing/2014/main" id="{CC805D5A-2239-0EAD-97FC-995F546AF2A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95620" y="2250299"/>
            <a:ext cx="5587502" cy="2801185"/>
          </a:xfrm>
        </p:spPr>
        <p:txBody>
          <a:bodyPr anchor="ctr">
            <a:noAutofit/>
          </a:bodyPr>
          <a:lstStyle>
            <a:lvl1pPr algn="l">
              <a:defRPr sz="4800" b="1">
                <a:solidFill>
                  <a:srgbClr val="7030A0"/>
                </a:solidFill>
                <a:latin typeface="Century Gothic" panose="020B0502020202020204" pitchFamily="34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34845454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Section Slide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5F3F376B-2D11-13B8-753C-3269CEC819D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97133" y="-1"/>
            <a:ext cx="9794867" cy="6837479"/>
          </a:xfrm>
          <a:prstGeom prst="rect">
            <a:avLst/>
          </a:prstGeom>
        </p:spPr>
      </p:pic>
      <p:sp>
        <p:nvSpPr>
          <p:cNvPr id="196" name="Rectangle 195">
            <a:extLst>
              <a:ext uri="{FF2B5EF4-FFF2-40B4-BE49-F238E27FC236}">
                <a16:creationId xmlns:a16="http://schemas.microsoft.com/office/drawing/2014/main" id="{35239F10-2BB0-0564-FAEB-7D62C4ECA030}"/>
              </a:ext>
            </a:extLst>
          </p:cNvPr>
          <p:cNvSpPr/>
          <p:nvPr userDrawn="1"/>
        </p:nvSpPr>
        <p:spPr>
          <a:xfrm>
            <a:off x="4665320" y="20521"/>
            <a:ext cx="7526680" cy="6837479"/>
          </a:xfrm>
          <a:custGeom>
            <a:avLst/>
            <a:gdLst>
              <a:gd name="connsiteX0" fmla="*/ 0 w 7526680"/>
              <a:gd name="connsiteY0" fmla="*/ 0 h 6837479"/>
              <a:gd name="connsiteX1" fmla="*/ 7526680 w 7526680"/>
              <a:gd name="connsiteY1" fmla="*/ 0 h 6837479"/>
              <a:gd name="connsiteX2" fmla="*/ 7526680 w 7526680"/>
              <a:gd name="connsiteY2" fmla="*/ 6837479 h 6837479"/>
              <a:gd name="connsiteX3" fmla="*/ 0 w 7526680"/>
              <a:gd name="connsiteY3" fmla="*/ 6837479 h 6837479"/>
              <a:gd name="connsiteX4" fmla="*/ 0 w 7526680"/>
              <a:gd name="connsiteY4" fmla="*/ 0 h 6837479"/>
              <a:gd name="connsiteX0" fmla="*/ 5664529 w 7526680"/>
              <a:gd name="connsiteY0" fmla="*/ 0 h 6837479"/>
              <a:gd name="connsiteX1" fmla="*/ 7526680 w 7526680"/>
              <a:gd name="connsiteY1" fmla="*/ 0 h 6837479"/>
              <a:gd name="connsiteX2" fmla="*/ 7526680 w 7526680"/>
              <a:gd name="connsiteY2" fmla="*/ 6837479 h 6837479"/>
              <a:gd name="connsiteX3" fmla="*/ 0 w 7526680"/>
              <a:gd name="connsiteY3" fmla="*/ 6837479 h 6837479"/>
              <a:gd name="connsiteX4" fmla="*/ 5664529 w 7526680"/>
              <a:gd name="connsiteY4" fmla="*/ 0 h 68374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526680" h="6837479">
                <a:moveTo>
                  <a:pt x="5664529" y="0"/>
                </a:moveTo>
                <a:lnTo>
                  <a:pt x="7526680" y="0"/>
                </a:lnTo>
                <a:lnTo>
                  <a:pt x="7526680" y="6837479"/>
                </a:lnTo>
                <a:lnTo>
                  <a:pt x="0" y="6837479"/>
                </a:lnTo>
                <a:lnTo>
                  <a:pt x="5664529" y="0"/>
                </a:lnTo>
                <a:close/>
              </a:path>
            </a:pathLst>
          </a:custGeom>
          <a:gradFill flip="none" rotWithShape="1">
            <a:gsLst>
              <a:gs pos="0">
                <a:srgbClr val="B0BBC1">
                  <a:alpha val="79000"/>
                </a:srgbClr>
              </a:gs>
              <a:gs pos="34000">
                <a:srgbClr val="B8B8B8">
                  <a:alpha val="53000"/>
                </a:srgbClr>
              </a:gs>
              <a:gs pos="100000">
                <a:schemeClr val="bg1">
                  <a:alpha val="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3" name="Rectangle 1223">
            <a:extLst>
              <a:ext uri="{FF2B5EF4-FFF2-40B4-BE49-F238E27FC236}">
                <a16:creationId xmlns:a16="http://schemas.microsoft.com/office/drawing/2014/main" id="{3555C829-791D-E772-A53B-2E883DC80B52}"/>
              </a:ext>
            </a:extLst>
          </p:cNvPr>
          <p:cNvSpPr/>
          <p:nvPr userDrawn="1"/>
        </p:nvSpPr>
        <p:spPr>
          <a:xfrm rot="18763263">
            <a:off x="8281635" y="1857849"/>
            <a:ext cx="3895679" cy="5745042"/>
          </a:xfrm>
          <a:custGeom>
            <a:avLst/>
            <a:gdLst>
              <a:gd name="connsiteX0" fmla="*/ 0 w 3894583"/>
              <a:gd name="connsiteY0" fmla="*/ 0 h 4057711"/>
              <a:gd name="connsiteX1" fmla="*/ 3894583 w 3894583"/>
              <a:gd name="connsiteY1" fmla="*/ 0 h 4057711"/>
              <a:gd name="connsiteX2" fmla="*/ 3894583 w 3894583"/>
              <a:gd name="connsiteY2" fmla="*/ 4057711 h 4057711"/>
              <a:gd name="connsiteX3" fmla="*/ 0 w 3894583"/>
              <a:gd name="connsiteY3" fmla="*/ 4057711 h 4057711"/>
              <a:gd name="connsiteX4" fmla="*/ 0 w 3894583"/>
              <a:gd name="connsiteY4" fmla="*/ 0 h 4057711"/>
              <a:gd name="connsiteX0" fmla="*/ 0 w 3903321"/>
              <a:gd name="connsiteY0" fmla="*/ 0 h 4057711"/>
              <a:gd name="connsiteX1" fmla="*/ 3894583 w 3903321"/>
              <a:gd name="connsiteY1" fmla="*/ 0 h 4057711"/>
              <a:gd name="connsiteX2" fmla="*/ 3903321 w 3903321"/>
              <a:gd name="connsiteY2" fmla="*/ 3716946 h 4057711"/>
              <a:gd name="connsiteX3" fmla="*/ 0 w 3903321"/>
              <a:gd name="connsiteY3" fmla="*/ 4057711 h 4057711"/>
              <a:gd name="connsiteX4" fmla="*/ 0 w 3903321"/>
              <a:gd name="connsiteY4" fmla="*/ 0 h 4057711"/>
              <a:gd name="connsiteX0" fmla="*/ 0 w 3903321"/>
              <a:gd name="connsiteY0" fmla="*/ 0 h 4057711"/>
              <a:gd name="connsiteX1" fmla="*/ 3894583 w 3903321"/>
              <a:gd name="connsiteY1" fmla="*/ 0 h 4057711"/>
              <a:gd name="connsiteX2" fmla="*/ 3903321 w 3903321"/>
              <a:gd name="connsiteY2" fmla="*/ 3716946 h 4057711"/>
              <a:gd name="connsiteX3" fmla="*/ 3300948 w 3903321"/>
              <a:gd name="connsiteY3" fmla="*/ 3775471 h 4057711"/>
              <a:gd name="connsiteX4" fmla="*/ 0 w 3903321"/>
              <a:gd name="connsiteY4" fmla="*/ 4057711 h 4057711"/>
              <a:gd name="connsiteX5" fmla="*/ 0 w 3903321"/>
              <a:gd name="connsiteY5" fmla="*/ 0 h 4057711"/>
              <a:gd name="connsiteX0" fmla="*/ 0 w 3903321"/>
              <a:gd name="connsiteY0" fmla="*/ 0 h 5732682"/>
              <a:gd name="connsiteX1" fmla="*/ 3894583 w 3903321"/>
              <a:gd name="connsiteY1" fmla="*/ 0 h 5732682"/>
              <a:gd name="connsiteX2" fmla="*/ 3903321 w 3903321"/>
              <a:gd name="connsiteY2" fmla="*/ 3716946 h 5732682"/>
              <a:gd name="connsiteX3" fmla="*/ 1815565 w 3903321"/>
              <a:gd name="connsiteY3" fmla="*/ 5732682 h 5732682"/>
              <a:gd name="connsiteX4" fmla="*/ 0 w 3903321"/>
              <a:gd name="connsiteY4" fmla="*/ 4057711 h 5732682"/>
              <a:gd name="connsiteX5" fmla="*/ 0 w 3903321"/>
              <a:gd name="connsiteY5" fmla="*/ 0 h 5732682"/>
              <a:gd name="connsiteX0" fmla="*/ 0 w 3894835"/>
              <a:gd name="connsiteY0" fmla="*/ 0 h 5732682"/>
              <a:gd name="connsiteX1" fmla="*/ 3894583 w 3894835"/>
              <a:gd name="connsiteY1" fmla="*/ 0 h 5732682"/>
              <a:gd name="connsiteX2" fmla="*/ 3877108 w 3894835"/>
              <a:gd name="connsiteY2" fmla="*/ 3690733 h 5732682"/>
              <a:gd name="connsiteX3" fmla="*/ 1815565 w 3894835"/>
              <a:gd name="connsiteY3" fmla="*/ 5732682 h 5732682"/>
              <a:gd name="connsiteX4" fmla="*/ 0 w 3894835"/>
              <a:gd name="connsiteY4" fmla="*/ 4057711 h 5732682"/>
              <a:gd name="connsiteX5" fmla="*/ 0 w 3894835"/>
              <a:gd name="connsiteY5" fmla="*/ 0 h 5732682"/>
              <a:gd name="connsiteX0" fmla="*/ 0 w 3894835"/>
              <a:gd name="connsiteY0" fmla="*/ 0 h 5732682"/>
              <a:gd name="connsiteX1" fmla="*/ 3894583 w 3894835"/>
              <a:gd name="connsiteY1" fmla="*/ 0 h 5732682"/>
              <a:gd name="connsiteX2" fmla="*/ 3877108 w 3894835"/>
              <a:gd name="connsiteY2" fmla="*/ 3690733 h 5732682"/>
              <a:gd name="connsiteX3" fmla="*/ 1815565 w 3894835"/>
              <a:gd name="connsiteY3" fmla="*/ 5732682 h 5732682"/>
              <a:gd name="connsiteX4" fmla="*/ 8738 w 3894835"/>
              <a:gd name="connsiteY4" fmla="*/ 4031498 h 5732682"/>
              <a:gd name="connsiteX5" fmla="*/ 0 w 3894835"/>
              <a:gd name="connsiteY5" fmla="*/ 0 h 5732682"/>
              <a:gd name="connsiteX0" fmla="*/ 0 w 3894835"/>
              <a:gd name="connsiteY0" fmla="*/ 0 h 5732682"/>
              <a:gd name="connsiteX1" fmla="*/ 3894583 w 3894835"/>
              <a:gd name="connsiteY1" fmla="*/ 0 h 5732682"/>
              <a:gd name="connsiteX2" fmla="*/ 3877108 w 3894835"/>
              <a:gd name="connsiteY2" fmla="*/ 3690733 h 5732682"/>
              <a:gd name="connsiteX3" fmla="*/ 1815565 w 3894835"/>
              <a:gd name="connsiteY3" fmla="*/ 5732682 h 5732682"/>
              <a:gd name="connsiteX4" fmla="*/ 13911 w 3894835"/>
              <a:gd name="connsiteY4" fmla="*/ 4005635 h 5732682"/>
              <a:gd name="connsiteX5" fmla="*/ 0 w 3894835"/>
              <a:gd name="connsiteY5" fmla="*/ 0 h 5732682"/>
              <a:gd name="connsiteX0" fmla="*/ 0 w 3894835"/>
              <a:gd name="connsiteY0" fmla="*/ 0 h 5732682"/>
              <a:gd name="connsiteX1" fmla="*/ 3894583 w 3894835"/>
              <a:gd name="connsiteY1" fmla="*/ 0 h 5732682"/>
              <a:gd name="connsiteX2" fmla="*/ 3877108 w 3894835"/>
              <a:gd name="connsiteY2" fmla="*/ 3690733 h 5732682"/>
              <a:gd name="connsiteX3" fmla="*/ 1815565 w 3894835"/>
              <a:gd name="connsiteY3" fmla="*/ 5732682 h 5732682"/>
              <a:gd name="connsiteX4" fmla="*/ 3566 w 3894835"/>
              <a:gd name="connsiteY4" fmla="*/ 3964254 h 5732682"/>
              <a:gd name="connsiteX5" fmla="*/ 0 w 3894835"/>
              <a:gd name="connsiteY5" fmla="*/ 0 h 5732682"/>
              <a:gd name="connsiteX0" fmla="*/ 0 w 3894835"/>
              <a:gd name="connsiteY0" fmla="*/ 0 h 5748200"/>
              <a:gd name="connsiteX1" fmla="*/ 3894583 w 3894835"/>
              <a:gd name="connsiteY1" fmla="*/ 0 h 5748200"/>
              <a:gd name="connsiteX2" fmla="*/ 3877108 w 3894835"/>
              <a:gd name="connsiteY2" fmla="*/ 3690733 h 5748200"/>
              <a:gd name="connsiteX3" fmla="*/ 1800048 w 3894835"/>
              <a:gd name="connsiteY3" fmla="*/ 5748200 h 5748200"/>
              <a:gd name="connsiteX4" fmla="*/ 3566 w 3894835"/>
              <a:gd name="connsiteY4" fmla="*/ 3964254 h 5748200"/>
              <a:gd name="connsiteX5" fmla="*/ 0 w 3894835"/>
              <a:gd name="connsiteY5" fmla="*/ 0 h 5748200"/>
              <a:gd name="connsiteX0" fmla="*/ 0 w 3894835"/>
              <a:gd name="connsiteY0" fmla="*/ 0 h 5285318"/>
              <a:gd name="connsiteX1" fmla="*/ 3894583 w 3894835"/>
              <a:gd name="connsiteY1" fmla="*/ 0 h 5285318"/>
              <a:gd name="connsiteX2" fmla="*/ 3877108 w 3894835"/>
              <a:gd name="connsiteY2" fmla="*/ 3690733 h 5285318"/>
              <a:gd name="connsiteX3" fmla="*/ 1721974 w 3894835"/>
              <a:gd name="connsiteY3" fmla="*/ 5285318 h 5285318"/>
              <a:gd name="connsiteX4" fmla="*/ 3566 w 3894835"/>
              <a:gd name="connsiteY4" fmla="*/ 3964254 h 5285318"/>
              <a:gd name="connsiteX5" fmla="*/ 0 w 3894835"/>
              <a:gd name="connsiteY5" fmla="*/ 0 h 5285318"/>
              <a:gd name="connsiteX0" fmla="*/ 903 w 3895738"/>
              <a:gd name="connsiteY0" fmla="*/ 0 h 5285318"/>
              <a:gd name="connsiteX1" fmla="*/ 3895486 w 3895738"/>
              <a:gd name="connsiteY1" fmla="*/ 0 h 5285318"/>
              <a:gd name="connsiteX2" fmla="*/ 3878011 w 3895738"/>
              <a:gd name="connsiteY2" fmla="*/ 3690733 h 5285318"/>
              <a:gd name="connsiteX3" fmla="*/ 1722877 w 3895738"/>
              <a:gd name="connsiteY3" fmla="*/ 5285318 h 5285318"/>
              <a:gd name="connsiteX4" fmla="*/ 832 w 3895738"/>
              <a:gd name="connsiteY4" fmla="*/ 3913023 h 5285318"/>
              <a:gd name="connsiteX5" fmla="*/ 903 w 3895738"/>
              <a:gd name="connsiteY5" fmla="*/ 0 h 5285318"/>
              <a:gd name="connsiteX0" fmla="*/ 903 w 3895679"/>
              <a:gd name="connsiteY0" fmla="*/ 0 h 5285318"/>
              <a:gd name="connsiteX1" fmla="*/ 3895486 w 3895679"/>
              <a:gd name="connsiteY1" fmla="*/ 0 h 5285318"/>
              <a:gd name="connsiteX2" fmla="*/ 3870313 w 3895679"/>
              <a:gd name="connsiteY2" fmla="*/ 3741513 h 5285318"/>
              <a:gd name="connsiteX3" fmla="*/ 1722877 w 3895679"/>
              <a:gd name="connsiteY3" fmla="*/ 5285318 h 5285318"/>
              <a:gd name="connsiteX4" fmla="*/ 832 w 3895679"/>
              <a:gd name="connsiteY4" fmla="*/ 3913023 h 5285318"/>
              <a:gd name="connsiteX5" fmla="*/ 903 w 3895679"/>
              <a:gd name="connsiteY5" fmla="*/ 0 h 5285318"/>
              <a:gd name="connsiteX0" fmla="*/ 903 w 3895679"/>
              <a:gd name="connsiteY0" fmla="*/ 0 h 5745042"/>
              <a:gd name="connsiteX1" fmla="*/ 3895486 w 3895679"/>
              <a:gd name="connsiteY1" fmla="*/ 0 h 5745042"/>
              <a:gd name="connsiteX2" fmla="*/ 3870313 w 3895679"/>
              <a:gd name="connsiteY2" fmla="*/ 3741513 h 5745042"/>
              <a:gd name="connsiteX3" fmla="*/ 1721610 w 3895679"/>
              <a:gd name="connsiteY3" fmla="*/ 5745042 h 5745042"/>
              <a:gd name="connsiteX4" fmla="*/ 832 w 3895679"/>
              <a:gd name="connsiteY4" fmla="*/ 3913023 h 5745042"/>
              <a:gd name="connsiteX5" fmla="*/ 903 w 3895679"/>
              <a:gd name="connsiteY5" fmla="*/ 0 h 5745042"/>
              <a:gd name="connsiteX0" fmla="*/ 903 w 3895679"/>
              <a:gd name="connsiteY0" fmla="*/ 0 h 5745042"/>
              <a:gd name="connsiteX1" fmla="*/ 3895486 w 3895679"/>
              <a:gd name="connsiteY1" fmla="*/ 0 h 5745042"/>
              <a:gd name="connsiteX2" fmla="*/ 3870313 w 3895679"/>
              <a:gd name="connsiteY2" fmla="*/ 3741513 h 5745042"/>
              <a:gd name="connsiteX3" fmla="*/ 1721610 w 3895679"/>
              <a:gd name="connsiteY3" fmla="*/ 5745042 h 5745042"/>
              <a:gd name="connsiteX4" fmla="*/ 832 w 3895679"/>
              <a:gd name="connsiteY4" fmla="*/ 3913023 h 5745042"/>
              <a:gd name="connsiteX5" fmla="*/ 903 w 3895679"/>
              <a:gd name="connsiteY5" fmla="*/ 0 h 57450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895679" h="5745042">
                <a:moveTo>
                  <a:pt x="903" y="0"/>
                </a:moveTo>
                <a:lnTo>
                  <a:pt x="3895486" y="0"/>
                </a:lnTo>
                <a:cubicBezTo>
                  <a:pt x="3898399" y="1238982"/>
                  <a:pt x="3867400" y="2502531"/>
                  <a:pt x="3870313" y="3741513"/>
                </a:cubicBezTo>
                <a:lnTo>
                  <a:pt x="1721610" y="5745042"/>
                </a:lnTo>
                <a:cubicBezTo>
                  <a:pt x="1130479" y="5099613"/>
                  <a:pt x="599659" y="4507672"/>
                  <a:pt x="832" y="3913023"/>
                </a:cubicBezTo>
                <a:cubicBezTo>
                  <a:pt x="-2081" y="2569190"/>
                  <a:pt x="3816" y="1343833"/>
                  <a:pt x="903" y="0"/>
                </a:cubicBezTo>
                <a:close/>
              </a:path>
            </a:pathLst>
          </a:custGeom>
          <a:gradFill>
            <a:gsLst>
              <a:gs pos="0">
                <a:schemeClr val="tx1">
                  <a:lumMod val="85000"/>
                  <a:lumOff val="15000"/>
                  <a:alpha val="19252"/>
                </a:schemeClr>
              </a:gs>
              <a:gs pos="100000">
                <a:schemeClr val="tx1">
                  <a:lumMod val="75000"/>
                  <a:lumOff val="25000"/>
                  <a:alpha val="26925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724" name="Rectangle 1222">
            <a:extLst>
              <a:ext uri="{FF2B5EF4-FFF2-40B4-BE49-F238E27FC236}">
                <a16:creationId xmlns:a16="http://schemas.microsoft.com/office/drawing/2014/main" id="{FBAD16BC-FBCE-B318-C31D-F909E0DE4CFB}"/>
              </a:ext>
            </a:extLst>
          </p:cNvPr>
          <p:cNvSpPr/>
          <p:nvPr userDrawn="1"/>
        </p:nvSpPr>
        <p:spPr>
          <a:xfrm rot="21302205">
            <a:off x="6286936" y="9678"/>
            <a:ext cx="5667390" cy="4242971"/>
          </a:xfrm>
          <a:custGeom>
            <a:avLst/>
            <a:gdLst>
              <a:gd name="connsiteX0" fmla="*/ 0 w 4227515"/>
              <a:gd name="connsiteY0" fmla="*/ 0 h 6884264"/>
              <a:gd name="connsiteX1" fmla="*/ 4227515 w 4227515"/>
              <a:gd name="connsiteY1" fmla="*/ 0 h 6884264"/>
              <a:gd name="connsiteX2" fmla="*/ 4227515 w 4227515"/>
              <a:gd name="connsiteY2" fmla="*/ 6884264 h 6884264"/>
              <a:gd name="connsiteX3" fmla="*/ 0 w 4227515"/>
              <a:gd name="connsiteY3" fmla="*/ 6884264 h 6884264"/>
              <a:gd name="connsiteX4" fmla="*/ 0 w 4227515"/>
              <a:gd name="connsiteY4" fmla="*/ 0 h 6884264"/>
              <a:gd name="connsiteX0" fmla="*/ 0 w 5023581"/>
              <a:gd name="connsiteY0" fmla="*/ 10758 h 6895022"/>
              <a:gd name="connsiteX1" fmla="*/ 5023581 w 5023581"/>
              <a:gd name="connsiteY1" fmla="*/ 0 h 6895022"/>
              <a:gd name="connsiteX2" fmla="*/ 4227515 w 5023581"/>
              <a:gd name="connsiteY2" fmla="*/ 6895022 h 6895022"/>
              <a:gd name="connsiteX3" fmla="*/ 0 w 5023581"/>
              <a:gd name="connsiteY3" fmla="*/ 6895022 h 6895022"/>
              <a:gd name="connsiteX4" fmla="*/ 0 w 5023581"/>
              <a:gd name="connsiteY4" fmla="*/ 10758 h 6895022"/>
              <a:gd name="connsiteX0" fmla="*/ 0 w 5023581"/>
              <a:gd name="connsiteY0" fmla="*/ 10758 h 6895022"/>
              <a:gd name="connsiteX1" fmla="*/ 5023581 w 5023581"/>
              <a:gd name="connsiteY1" fmla="*/ 0 h 6895022"/>
              <a:gd name="connsiteX2" fmla="*/ 5023581 w 5023581"/>
              <a:gd name="connsiteY2" fmla="*/ 4463794 h 6895022"/>
              <a:gd name="connsiteX3" fmla="*/ 0 w 5023581"/>
              <a:gd name="connsiteY3" fmla="*/ 6895022 h 6895022"/>
              <a:gd name="connsiteX4" fmla="*/ 0 w 5023581"/>
              <a:gd name="connsiteY4" fmla="*/ 10758 h 6895022"/>
              <a:gd name="connsiteX0" fmla="*/ 1226372 w 6249953"/>
              <a:gd name="connsiteY0" fmla="*/ 10758 h 6389412"/>
              <a:gd name="connsiteX1" fmla="*/ 6249953 w 6249953"/>
              <a:gd name="connsiteY1" fmla="*/ 0 h 6389412"/>
              <a:gd name="connsiteX2" fmla="*/ 6249953 w 6249953"/>
              <a:gd name="connsiteY2" fmla="*/ 4463794 h 6389412"/>
              <a:gd name="connsiteX3" fmla="*/ 0 w 6249953"/>
              <a:gd name="connsiteY3" fmla="*/ 6389412 h 6389412"/>
              <a:gd name="connsiteX4" fmla="*/ 1226372 w 6249953"/>
              <a:gd name="connsiteY4" fmla="*/ 10758 h 6389412"/>
              <a:gd name="connsiteX0" fmla="*/ 3302307 w 6249953"/>
              <a:gd name="connsiteY0" fmla="*/ 10758 h 6389412"/>
              <a:gd name="connsiteX1" fmla="*/ 6249953 w 6249953"/>
              <a:gd name="connsiteY1" fmla="*/ 0 h 6389412"/>
              <a:gd name="connsiteX2" fmla="*/ 6249953 w 6249953"/>
              <a:gd name="connsiteY2" fmla="*/ 4463794 h 6389412"/>
              <a:gd name="connsiteX3" fmla="*/ 0 w 6249953"/>
              <a:gd name="connsiteY3" fmla="*/ 6389412 h 6389412"/>
              <a:gd name="connsiteX4" fmla="*/ 3302307 w 6249953"/>
              <a:gd name="connsiteY4" fmla="*/ 10758 h 6389412"/>
              <a:gd name="connsiteX0" fmla="*/ 2943961 w 5891607"/>
              <a:gd name="connsiteY0" fmla="*/ 10758 h 4463794"/>
              <a:gd name="connsiteX1" fmla="*/ 5891607 w 5891607"/>
              <a:gd name="connsiteY1" fmla="*/ 0 h 4463794"/>
              <a:gd name="connsiteX2" fmla="*/ 5891607 w 5891607"/>
              <a:gd name="connsiteY2" fmla="*/ 4463794 h 4463794"/>
              <a:gd name="connsiteX3" fmla="*/ 0 w 5891607"/>
              <a:gd name="connsiteY3" fmla="*/ 2707098 h 4463794"/>
              <a:gd name="connsiteX4" fmla="*/ 2943961 w 5891607"/>
              <a:gd name="connsiteY4" fmla="*/ 10758 h 4463794"/>
              <a:gd name="connsiteX0" fmla="*/ 2943961 w 5891607"/>
              <a:gd name="connsiteY0" fmla="*/ 10758 h 4253729"/>
              <a:gd name="connsiteX1" fmla="*/ 5891607 w 5891607"/>
              <a:gd name="connsiteY1" fmla="*/ 0 h 4253729"/>
              <a:gd name="connsiteX2" fmla="*/ 1591456 w 5891607"/>
              <a:gd name="connsiteY2" fmla="*/ 4253729 h 4253729"/>
              <a:gd name="connsiteX3" fmla="*/ 0 w 5891607"/>
              <a:gd name="connsiteY3" fmla="*/ 2707098 h 4253729"/>
              <a:gd name="connsiteX4" fmla="*/ 2943961 w 5891607"/>
              <a:gd name="connsiteY4" fmla="*/ 10758 h 4253729"/>
              <a:gd name="connsiteX0" fmla="*/ 2943961 w 5667390"/>
              <a:gd name="connsiteY0" fmla="*/ 0 h 4242971"/>
              <a:gd name="connsiteX1" fmla="*/ 5667390 w 5667390"/>
              <a:gd name="connsiteY1" fmla="*/ 239724 h 4242971"/>
              <a:gd name="connsiteX2" fmla="*/ 1591456 w 5667390"/>
              <a:gd name="connsiteY2" fmla="*/ 4242971 h 4242971"/>
              <a:gd name="connsiteX3" fmla="*/ 0 w 5667390"/>
              <a:gd name="connsiteY3" fmla="*/ 2696340 h 4242971"/>
              <a:gd name="connsiteX4" fmla="*/ 2943961 w 5667390"/>
              <a:gd name="connsiteY4" fmla="*/ 0 h 42429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667390" h="4242971">
                <a:moveTo>
                  <a:pt x="2943961" y="0"/>
                </a:moveTo>
                <a:lnTo>
                  <a:pt x="5667390" y="239724"/>
                </a:lnTo>
                <a:lnTo>
                  <a:pt x="1591456" y="4242971"/>
                </a:lnTo>
                <a:lnTo>
                  <a:pt x="0" y="2696340"/>
                </a:lnTo>
                <a:lnTo>
                  <a:pt x="2943961" y="0"/>
                </a:lnTo>
                <a:close/>
              </a:path>
            </a:pathLst>
          </a:custGeom>
          <a:gradFill>
            <a:gsLst>
              <a:gs pos="0">
                <a:schemeClr val="tx1">
                  <a:lumMod val="95000"/>
                  <a:lumOff val="5000"/>
                  <a:alpha val="3000"/>
                </a:schemeClr>
              </a:gs>
              <a:gs pos="100000">
                <a:schemeClr val="tx1">
                  <a:lumMod val="75000"/>
                  <a:lumOff val="25000"/>
                  <a:alpha val="26925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6" name="Freeform 185">
            <a:extLst>
              <a:ext uri="{FF2B5EF4-FFF2-40B4-BE49-F238E27FC236}">
                <a16:creationId xmlns:a16="http://schemas.microsoft.com/office/drawing/2014/main" id="{4F919D3A-09FA-6B9E-F125-38AA3D672EC8}"/>
              </a:ext>
            </a:extLst>
          </p:cNvPr>
          <p:cNvSpPr/>
          <p:nvPr/>
        </p:nvSpPr>
        <p:spPr>
          <a:xfrm rot="819193">
            <a:off x="7100391" y="-247138"/>
            <a:ext cx="2263367" cy="505022"/>
          </a:xfrm>
          <a:custGeom>
            <a:avLst/>
            <a:gdLst>
              <a:gd name="connsiteX0" fmla="*/ 793 w 2263367"/>
              <a:gd name="connsiteY0" fmla="*/ 586445 h 586444"/>
              <a:gd name="connsiteX1" fmla="*/ 2263368 w 2263367"/>
              <a:gd name="connsiteY1" fmla="*/ 4283 h 586444"/>
              <a:gd name="connsiteX2" fmla="*/ 2262416 w 2263367"/>
              <a:gd name="connsiteY2" fmla="*/ 0 h 586444"/>
              <a:gd name="connsiteX3" fmla="*/ 0 w 2263367"/>
              <a:gd name="connsiteY3" fmla="*/ 582003 h 586444"/>
              <a:gd name="connsiteX4" fmla="*/ 951 w 2263367"/>
              <a:gd name="connsiteY4" fmla="*/ 586445 h 5864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63367" h="586444">
                <a:moveTo>
                  <a:pt x="793" y="586445"/>
                </a:moveTo>
                <a:lnTo>
                  <a:pt x="2263368" y="4283"/>
                </a:lnTo>
                <a:cubicBezTo>
                  <a:pt x="2262893" y="2855"/>
                  <a:pt x="2262734" y="1428"/>
                  <a:pt x="2262416" y="0"/>
                </a:cubicBezTo>
                <a:lnTo>
                  <a:pt x="0" y="582003"/>
                </a:lnTo>
                <a:cubicBezTo>
                  <a:pt x="476" y="583431"/>
                  <a:pt x="634" y="584859"/>
                  <a:pt x="951" y="586445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35" name="Freeform 234">
            <a:extLst>
              <a:ext uri="{FF2B5EF4-FFF2-40B4-BE49-F238E27FC236}">
                <a16:creationId xmlns:a16="http://schemas.microsoft.com/office/drawing/2014/main" id="{9BD325C0-B297-D838-D385-F011342797ED}"/>
              </a:ext>
            </a:extLst>
          </p:cNvPr>
          <p:cNvSpPr/>
          <p:nvPr/>
        </p:nvSpPr>
        <p:spPr>
          <a:xfrm>
            <a:off x="2799642" y="7139455"/>
            <a:ext cx="64051" cy="670585"/>
          </a:xfrm>
          <a:custGeom>
            <a:avLst/>
            <a:gdLst>
              <a:gd name="connsiteX0" fmla="*/ 0 w 64051"/>
              <a:gd name="connsiteY0" fmla="*/ 777749 h 778700"/>
              <a:gd name="connsiteX1" fmla="*/ 4281 w 64051"/>
              <a:gd name="connsiteY1" fmla="*/ 778701 h 778700"/>
              <a:gd name="connsiteX2" fmla="*/ 64051 w 64051"/>
              <a:gd name="connsiteY2" fmla="*/ 952 h 778700"/>
              <a:gd name="connsiteX3" fmla="*/ 59771 w 64051"/>
              <a:gd name="connsiteY3" fmla="*/ 0 h 778700"/>
              <a:gd name="connsiteX4" fmla="*/ 0 w 64051"/>
              <a:gd name="connsiteY4" fmla="*/ 777749 h 778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051" h="778700">
                <a:moveTo>
                  <a:pt x="0" y="777749"/>
                </a:moveTo>
                <a:cubicBezTo>
                  <a:pt x="1585" y="777749"/>
                  <a:pt x="2854" y="778384"/>
                  <a:pt x="4281" y="778701"/>
                </a:cubicBezTo>
                <a:lnTo>
                  <a:pt x="64051" y="952"/>
                </a:lnTo>
                <a:cubicBezTo>
                  <a:pt x="62466" y="952"/>
                  <a:pt x="61198" y="158"/>
                  <a:pt x="59771" y="0"/>
                </a:cubicBezTo>
                <a:lnTo>
                  <a:pt x="0" y="777749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37" name="Freeform 236">
            <a:extLst>
              <a:ext uri="{FF2B5EF4-FFF2-40B4-BE49-F238E27FC236}">
                <a16:creationId xmlns:a16="http://schemas.microsoft.com/office/drawing/2014/main" id="{691258FD-3BF5-AAC3-E639-AB1317BD959A}"/>
              </a:ext>
            </a:extLst>
          </p:cNvPr>
          <p:cNvSpPr/>
          <p:nvPr/>
        </p:nvSpPr>
        <p:spPr>
          <a:xfrm>
            <a:off x="2689137" y="7509056"/>
            <a:ext cx="91162" cy="389729"/>
          </a:xfrm>
          <a:custGeom>
            <a:avLst/>
            <a:gdLst>
              <a:gd name="connsiteX0" fmla="*/ 90370 w 91162"/>
              <a:gd name="connsiteY0" fmla="*/ 0 h 452563"/>
              <a:gd name="connsiteX1" fmla="*/ 0 w 91162"/>
              <a:gd name="connsiteY1" fmla="*/ 452563 h 452563"/>
              <a:gd name="connsiteX2" fmla="*/ 4439 w 91162"/>
              <a:gd name="connsiteY2" fmla="*/ 452563 h 452563"/>
              <a:gd name="connsiteX3" fmla="*/ 91163 w 91162"/>
              <a:gd name="connsiteY3" fmla="*/ 19194 h 452563"/>
              <a:gd name="connsiteX4" fmla="*/ 90370 w 91162"/>
              <a:gd name="connsiteY4" fmla="*/ 0 h 4525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62" h="452563">
                <a:moveTo>
                  <a:pt x="90370" y="0"/>
                </a:moveTo>
                <a:lnTo>
                  <a:pt x="0" y="452563"/>
                </a:lnTo>
                <a:lnTo>
                  <a:pt x="4439" y="452563"/>
                </a:lnTo>
                <a:lnTo>
                  <a:pt x="91163" y="19194"/>
                </a:lnTo>
                <a:lnTo>
                  <a:pt x="90370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41" name="Freeform 240">
            <a:extLst>
              <a:ext uri="{FF2B5EF4-FFF2-40B4-BE49-F238E27FC236}">
                <a16:creationId xmlns:a16="http://schemas.microsoft.com/office/drawing/2014/main" id="{49171A30-5408-C557-1374-4EF0FCBCA40D}"/>
              </a:ext>
            </a:extLst>
          </p:cNvPr>
          <p:cNvSpPr/>
          <p:nvPr/>
        </p:nvSpPr>
        <p:spPr>
          <a:xfrm>
            <a:off x="2580852" y="7811242"/>
            <a:ext cx="48672" cy="129499"/>
          </a:xfrm>
          <a:custGeom>
            <a:avLst/>
            <a:gdLst>
              <a:gd name="connsiteX0" fmla="*/ 48673 w 48672"/>
              <a:gd name="connsiteY0" fmla="*/ 0 h 150378"/>
              <a:gd name="connsiteX1" fmla="*/ 0 w 48672"/>
              <a:gd name="connsiteY1" fmla="*/ 150378 h 150378"/>
              <a:gd name="connsiteX2" fmla="*/ 4598 w 48672"/>
              <a:gd name="connsiteY2" fmla="*/ 150378 h 150378"/>
              <a:gd name="connsiteX3" fmla="*/ 47722 w 48672"/>
              <a:gd name="connsiteY3" fmla="*/ 17132 h 150378"/>
              <a:gd name="connsiteX4" fmla="*/ 48673 w 48672"/>
              <a:gd name="connsiteY4" fmla="*/ 0 h 1503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8672" h="150378">
                <a:moveTo>
                  <a:pt x="48673" y="0"/>
                </a:moveTo>
                <a:lnTo>
                  <a:pt x="0" y="150378"/>
                </a:lnTo>
                <a:lnTo>
                  <a:pt x="4598" y="150378"/>
                </a:lnTo>
                <a:lnTo>
                  <a:pt x="47722" y="17132"/>
                </a:lnTo>
                <a:lnTo>
                  <a:pt x="48673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42" name="Freeform 241">
            <a:extLst>
              <a:ext uri="{FF2B5EF4-FFF2-40B4-BE49-F238E27FC236}">
                <a16:creationId xmlns:a16="http://schemas.microsoft.com/office/drawing/2014/main" id="{1836D3B9-17AD-F222-8584-20E1FFDD1B73}"/>
              </a:ext>
            </a:extLst>
          </p:cNvPr>
          <p:cNvSpPr/>
          <p:nvPr/>
        </p:nvSpPr>
        <p:spPr>
          <a:xfrm>
            <a:off x="2633963" y="7364547"/>
            <a:ext cx="140945" cy="385221"/>
          </a:xfrm>
          <a:custGeom>
            <a:avLst/>
            <a:gdLst>
              <a:gd name="connsiteX0" fmla="*/ 140470 w 140945"/>
              <a:gd name="connsiteY0" fmla="*/ 0 h 447328"/>
              <a:gd name="connsiteX1" fmla="*/ 951 w 140945"/>
              <a:gd name="connsiteY1" fmla="*/ 430197 h 447328"/>
              <a:gd name="connsiteX2" fmla="*/ 0 w 140945"/>
              <a:gd name="connsiteY2" fmla="*/ 447328 h 447328"/>
              <a:gd name="connsiteX3" fmla="*/ 140945 w 140945"/>
              <a:gd name="connsiteY3" fmla="*/ 12690 h 447328"/>
              <a:gd name="connsiteX4" fmla="*/ 140470 w 140945"/>
              <a:gd name="connsiteY4" fmla="*/ 0 h 4473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0945" h="447328">
                <a:moveTo>
                  <a:pt x="140470" y="0"/>
                </a:moveTo>
                <a:lnTo>
                  <a:pt x="951" y="430197"/>
                </a:lnTo>
                <a:lnTo>
                  <a:pt x="0" y="447328"/>
                </a:lnTo>
                <a:lnTo>
                  <a:pt x="140945" y="12690"/>
                </a:lnTo>
                <a:lnTo>
                  <a:pt x="140470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45" name="Freeform 244">
            <a:extLst>
              <a:ext uri="{FF2B5EF4-FFF2-40B4-BE49-F238E27FC236}">
                <a16:creationId xmlns:a16="http://schemas.microsoft.com/office/drawing/2014/main" id="{337C1525-72A2-0D63-AA3F-EAE6AF1FADF2}"/>
              </a:ext>
            </a:extLst>
          </p:cNvPr>
          <p:cNvSpPr/>
          <p:nvPr/>
        </p:nvSpPr>
        <p:spPr>
          <a:xfrm>
            <a:off x="2752713" y="6759385"/>
            <a:ext cx="45819" cy="997613"/>
          </a:xfrm>
          <a:custGeom>
            <a:avLst/>
            <a:gdLst>
              <a:gd name="connsiteX0" fmla="*/ 30599 w 45819"/>
              <a:gd name="connsiteY0" fmla="*/ 730954 h 1158454"/>
              <a:gd name="connsiteX1" fmla="*/ 27587 w 45819"/>
              <a:gd name="connsiteY1" fmla="*/ 648309 h 1158454"/>
              <a:gd name="connsiteX2" fmla="*/ 26952 w 45819"/>
              <a:gd name="connsiteY2" fmla="*/ 633557 h 1158454"/>
              <a:gd name="connsiteX3" fmla="*/ 26001 w 45819"/>
              <a:gd name="connsiteY3" fmla="*/ 605639 h 1158454"/>
              <a:gd name="connsiteX4" fmla="*/ 25526 w 45819"/>
              <a:gd name="connsiteY4" fmla="*/ 592948 h 1158454"/>
              <a:gd name="connsiteX5" fmla="*/ 4915 w 45819"/>
              <a:gd name="connsiteY5" fmla="*/ 14752 h 1158454"/>
              <a:gd name="connsiteX6" fmla="*/ 0 w 45819"/>
              <a:gd name="connsiteY6" fmla="*/ 0 h 1158454"/>
              <a:gd name="connsiteX7" fmla="*/ 21562 w 45819"/>
              <a:gd name="connsiteY7" fmla="*/ 605163 h 1158454"/>
              <a:gd name="connsiteX8" fmla="*/ 22038 w 45819"/>
              <a:gd name="connsiteY8" fmla="*/ 617853 h 1158454"/>
              <a:gd name="connsiteX9" fmla="*/ 23147 w 45819"/>
              <a:gd name="connsiteY9" fmla="*/ 647675 h 1158454"/>
              <a:gd name="connsiteX10" fmla="*/ 23623 w 45819"/>
              <a:gd name="connsiteY10" fmla="*/ 662427 h 1158454"/>
              <a:gd name="connsiteX11" fmla="*/ 26794 w 45819"/>
              <a:gd name="connsiteY11" fmla="*/ 749672 h 1158454"/>
              <a:gd name="connsiteX12" fmla="*/ 27587 w 45819"/>
              <a:gd name="connsiteY12" fmla="*/ 769024 h 1158454"/>
              <a:gd name="connsiteX13" fmla="*/ 41380 w 45819"/>
              <a:gd name="connsiteY13" fmla="*/ 1158455 h 1158454"/>
              <a:gd name="connsiteX14" fmla="*/ 45343 w 45819"/>
              <a:gd name="connsiteY14" fmla="*/ 1157661 h 1158454"/>
              <a:gd name="connsiteX15" fmla="*/ 45819 w 45819"/>
              <a:gd name="connsiteY15" fmla="*/ 1157661 h 1158454"/>
              <a:gd name="connsiteX16" fmla="*/ 31233 w 45819"/>
              <a:gd name="connsiteY16" fmla="*/ 750307 h 1158454"/>
              <a:gd name="connsiteX17" fmla="*/ 30599 w 45819"/>
              <a:gd name="connsiteY17" fmla="*/ 730954 h 11584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45819" h="1158454">
                <a:moveTo>
                  <a:pt x="30599" y="730954"/>
                </a:moveTo>
                <a:lnTo>
                  <a:pt x="27587" y="648309"/>
                </a:lnTo>
                <a:lnTo>
                  <a:pt x="26952" y="633557"/>
                </a:lnTo>
                <a:lnTo>
                  <a:pt x="26001" y="605639"/>
                </a:lnTo>
                <a:lnTo>
                  <a:pt x="25526" y="592948"/>
                </a:lnTo>
                <a:lnTo>
                  <a:pt x="4915" y="14752"/>
                </a:lnTo>
                <a:lnTo>
                  <a:pt x="0" y="0"/>
                </a:lnTo>
                <a:lnTo>
                  <a:pt x="21562" y="605163"/>
                </a:lnTo>
                <a:lnTo>
                  <a:pt x="22038" y="617853"/>
                </a:lnTo>
                <a:lnTo>
                  <a:pt x="23147" y="647675"/>
                </a:lnTo>
                <a:lnTo>
                  <a:pt x="23623" y="662427"/>
                </a:lnTo>
                <a:lnTo>
                  <a:pt x="26794" y="749672"/>
                </a:lnTo>
                <a:lnTo>
                  <a:pt x="27587" y="769024"/>
                </a:lnTo>
                <a:lnTo>
                  <a:pt x="41380" y="1158455"/>
                </a:lnTo>
                <a:cubicBezTo>
                  <a:pt x="42807" y="1158455"/>
                  <a:pt x="43917" y="1157661"/>
                  <a:pt x="45343" y="1157661"/>
                </a:cubicBezTo>
                <a:cubicBezTo>
                  <a:pt x="45343" y="1157661"/>
                  <a:pt x="45661" y="1157661"/>
                  <a:pt x="45819" y="1157661"/>
                </a:cubicBezTo>
                <a:lnTo>
                  <a:pt x="31233" y="750307"/>
                </a:lnTo>
                <a:lnTo>
                  <a:pt x="30599" y="730954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46" name="Freeform 245">
            <a:extLst>
              <a:ext uri="{FF2B5EF4-FFF2-40B4-BE49-F238E27FC236}">
                <a16:creationId xmlns:a16="http://schemas.microsoft.com/office/drawing/2014/main" id="{2D901325-38E2-C095-A4DB-E2D45BEF1DCF}"/>
              </a:ext>
            </a:extLst>
          </p:cNvPr>
          <p:cNvSpPr/>
          <p:nvPr/>
        </p:nvSpPr>
        <p:spPr>
          <a:xfrm>
            <a:off x="2620963" y="6597585"/>
            <a:ext cx="81649" cy="1174651"/>
          </a:xfrm>
          <a:custGeom>
            <a:avLst/>
            <a:gdLst>
              <a:gd name="connsiteX0" fmla="*/ 13000 w 81649"/>
              <a:gd name="connsiteY0" fmla="*/ 1214291 h 1364035"/>
              <a:gd name="connsiteX1" fmla="*/ 13952 w 81649"/>
              <a:gd name="connsiteY1" fmla="*/ 1197160 h 1364035"/>
              <a:gd name="connsiteX2" fmla="*/ 81650 w 81649"/>
              <a:gd name="connsiteY2" fmla="*/ 11262 h 1364035"/>
              <a:gd name="connsiteX3" fmla="*/ 78003 w 81649"/>
              <a:gd name="connsiteY3" fmla="*/ 0 h 1364035"/>
              <a:gd name="connsiteX4" fmla="*/ 8561 w 81649"/>
              <a:gd name="connsiteY4" fmla="*/ 1213657 h 1364035"/>
              <a:gd name="connsiteX5" fmla="*/ 7610 w 81649"/>
              <a:gd name="connsiteY5" fmla="*/ 1230789 h 1364035"/>
              <a:gd name="connsiteX6" fmla="*/ 0 w 81649"/>
              <a:gd name="connsiteY6" fmla="*/ 1364035 h 1364035"/>
              <a:gd name="connsiteX7" fmla="*/ 4439 w 81649"/>
              <a:gd name="connsiteY7" fmla="*/ 1364035 h 1364035"/>
              <a:gd name="connsiteX8" fmla="*/ 5073 w 81649"/>
              <a:gd name="connsiteY8" fmla="*/ 1353249 h 1364035"/>
              <a:gd name="connsiteX9" fmla="*/ 13000 w 81649"/>
              <a:gd name="connsiteY9" fmla="*/ 1214291 h 13640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1649" h="1364035">
                <a:moveTo>
                  <a:pt x="13000" y="1214291"/>
                </a:moveTo>
                <a:lnTo>
                  <a:pt x="13952" y="1197160"/>
                </a:lnTo>
                <a:lnTo>
                  <a:pt x="81650" y="11262"/>
                </a:lnTo>
                <a:lnTo>
                  <a:pt x="78003" y="0"/>
                </a:lnTo>
                <a:lnTo>
                  <a:pt x="8561" y="1213657"/>
                </a:lnTo>
                <a:lnTo>
                  <a:pt x="7610" y="1230789"/>
                </a:lnTo>
                <a:lnTo>
                  <a:pt x="0" y="1364035"/>
                </a:lnTo>
                <a:lnTo>
                  <a:pt x="4439" y="1364035"/>
                </a:lnTo>
                <a:lnTo>
                  <a:pt x="5073" y="1353249"/>
                </a:lnTo>
                <a:lnTo>
                  <a:pt x="13000" y="1214291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78" name="Freeform 277">
            <a:extLst>
              <a:ext uri="{FF2B5EF4-FFF2-40B4-BE49-F238E27FC236}">
                <a16:creationId xmlns:a16="http://schemas.microsoft.com/office/drawing/2014/main" id="{345C8EA2-A735-0B9D-6A64-1959906F3482}"/>
              </a:ext>
            </a:extLst>
          </p:cNvPr>
          <p:cNvSpPr/>
          <p:nvPr/>
        </p:nvSpPr>
        <p:spPr>
          <a:xfrm>
            <a:off x="5868570" y="7808229"/>
            <a:ext cx="77210" cy="131958"/>
          </a:xfrm>
          <a:custGeom>
            <a:avLst/>
            <a:gdLst>
              <a:gd name="connsiteX0" fmla="*/ 73405 w 77210"/>
              <a:gd name="connsiteY0" fmla="*/ 158 h 153233"/>
              <a:gd name="connsiteX1" fmla="*/ 0 w 77210"/>
              <a:gd name="connsiteY1" fmla="*/ 153234 h 153233"/>
              <a:gd name="connsiteX2" fmla="*/ 4915 w 77210"/>
              <a:gd name="connsiteY2" fmla="*/ 153234 h 153233"/>
              <a:gd name="connsiteX3" fmla="*/ 77211 w 77210"/>
              <a:gd name="connsiteY3" fmla="*/ 2538 h 153233"/>
              <a:gd name="connsiteX4" fmla="*/ 73405 w 77210"/>
              <a:gd name="connsiteY4" fmla="*/ 0 h 1532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210" h="153233">
                <a:moveTo>
                  <a:pt x="73405" y="158"/>
                </a:moveTo>
                <a:lnTo>
                  <a:pt x="0" y="153234"/>
                </a:lnTo>
                <a:lnTo>
                  <a:pt x="4915" y="153234"/>
                </a:lnTo>
                <a:lnTo>
                  <a:pt x="77211" y="2538"/>
                </a:lnTo>
                <a:cubicBezTo>
                  <a:pt x="75784" y="1903"/>
                  <a:pt x="74833" y="793"/>
                  <a:pt x="73405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35" name="Freeform 334">
            <a:extLst>
              <a:ext uri="{FF2B5EF4-FFF2-40B4-BE49-F238E27FC236}">
                <a16:creationId xmlns:a16="http://schemas.microsoft.com/office/drawing/2014/main" id="{268E43D5-BE54-6CFC-CDCA-D18B5999D5BE}"/>
              </a:ext>
            </a:extLst>
          </p:cNvPr>
          <p:cNvSpPr/>
          <p:nvPr/>
        </p:nvSpPr>
        <p:spPr>
          <a:xfrm>
            <a:off x="2749066" y="7916886"/>
            <a:ext cx="97979" cy="45719"/>
          </a:xfrm>
          <a:custGeom>
            <a:avLst/>
            <a:gdLst>
              <a:gd name="connsiteX0" fmla="*/ 55015 w 97979"/>
              <a:gd name="connsiteY0" fmla="*/ 1269 h 44574"/>
              <a:gd name="connsiteX1" fmla="*/ 50734 w 97979"/>
              <a:gd name="connsiteY1" fmla="*/ 318 h 44574"/>
              <a:gd name="connsiteX2" fmla="*/ 49466 w 97979"/>
              <a:gd name="connsiteY2" fmla="*/ 0 h 44574"/>
              <a:gd name="connsiteX3" fmla="*/ 49148 w 97979"/>
              <a:gd name="connsiteY3" fmla="*/ 0 h 44574"/>
              <a:gd name="connsiteX4" fmla="*/ 45026 w 97979"/>
              <a:gd name="connsiteY4" fmla="*/ 793 h 44574"/>
              <a:gd name="connsiteX5" fmla="*/ 0 w 97979"/>
              <a:gd name="connsiteY5" fmla="*/ 44575 h 44574"/>
              <a:gd name="connsiteX6" fmla="*/ 97980 w 97979"/>
              <a:gd name="connsiteY6" fmla="*/ 44575 h 44574"/>
              <a:gd name="connsiteX7" fmla="*/ 55015 w 97979"/>
              <a:gd name="connsiteY7" fmla="*/ 1111 h 445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7979" h="44574">
                <a:moveTo>
                  <a:pt x="55015" y="1269"/>
                </a:moveTo>
                <a:cubicBezTo>
                  <a:pt x="53588" y="1111"/>
                  <a:pt x="52161" y="476"/>
                  <a:pt x="50734" y="318"/>
                </a:cubicBezTo>
                <a:cubicBezTo>
                  <a:pt x="50258" y="318"/>
                  <a:pt x="49941" y="0"/>
                  <a:pt x="49466" y="0"/>
                </a:cubicBezTo>
                <a:cubicBezTo>
                  <a:pt x="49307" y="0"/>
                  <a:pt x="49148" y="0"/>
                  <a:pt x="49148" y="0"/>
                </a:cubicBezTo>
                <a:cubicBezTo>
                  <a:pt x="47563" y="0"/>
                  <a:pt x="46453" y="635"/>
                  <a:pt x="45026" y="793"/>
                </a:cubicBezTo>
                <a:cubicBezTo>
                  <a:pt x="21245" y="2697"/>
                  <a:pt x="2695" y="20939"/>
                  <a:pt x="0" y="44575"/>
                </a:cubicBezTo>
                <a:lnTo>
                  <a:pt x="97980" y="44575"/>
                </a:lnTo>
                <a:cubicBezTo>
                  <a:pt x="95285" y="21732"/>
                  <a:pt x="77686" y="3966"/>
                  <a:pt x="55015" y="1111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45" name="Freeform 344">
            <a:extLst>
              <a:ext uri="{FF2B5EF4-FFF2-40B4-BE49-F238E27FC236}">
                <a16:creationId xmlns:a16="http://schemas.microsoft.com/office/drawing/2014/main" id="{383D8BDF-1040-9CD5-270B-59132C29DBE1}"/>
              </a:ext>
            </a:extLst>
          </p:cNvPr>
          <p:cNvSpPr/>
          <p:nvPr/>
        </p:nvSpPr>
        <p:spPr>
          <a:xfrm>
            <a:off x="5915023" y="7714796"/>
            <a:ext cx="100357" cy="86333"/>
          </a:xfrm>
          <a:custGeom>
            <a:avLst/>
            <a:gdLst>
              <a:gd name="connsiteX0" fmla="*/ 77528 w 100357"/>
              <a:gd name="connsiteY0" fmla="*/ 9042 h 100252"/>
              <a:gd name="connsiteX1" fmla="*/ 73881 w 100357"/>
              <a:gd name="connsiteY1" fmla="*/ 6504 h 100252"/>
              <a:gd name="connsiteX2" fmla="*/ 67381 w 100357"/>
              <a:gd name="connsiteY2" fmla="*/ 3331 h 100252"/>
              <a:gd name="connsiteX3" fmla="*/ 62942 w 100357"/>
              <a:gd name="connsiteY3" fmla="*/ 2379 h 100252"/>
              <a:gd name="connsiteX4" fmla="*/ 50892 w 100357"/>
              <a:gd name="connsiteY4" fmla="*/ 0 h 100252"/>
              <a:gd name="connsiteX5" fmla="*/ 50100 w 100357"/>
              <a:gd name="connsiteY5" fmla="*/ 0 h 100252"/>
              <a:gd name="connsiteX6" fmla="*/ 46453 w 100357"/>
              <a:gd name="connsiteY6" fmla="*/ 635 h 100252"/>
              <a:gd name="connsiteX7" fmla="*/ 0 w 100357"/>
              <a:gd name="connsiteY7" fmla="*/ 49967 h 100252"/>
              <a:gd name="connsiteX8" fmla="*/ 26794 w 100357"/>
              <a:gd name="connsiteY8" fmla="*/ 93590 h 100252"/>
              <a:gd name="connsiteX9" fmla="*/ 30599 w 100357"/>
              <a:gd name="connsiteY9" fmla="*/ 96128 h 100252"/>
              <a:gd name="connsiteX10" fmla="*/ 50258 w 100357"/>
              <a:gd name="connsiteY10" fmla="*/ 100253 h 100252"/>
              <a:gd name="connsiteX11" fmla="*/ 100358 w 100357"/>
              <a:gd name="connsiteY11" fmla="*/ 50126 h 100252"/>
              <a:gd name="connsiteX12" fmla="*/ 82284 w 100357"/>
              <a:gd name="connsiteY12" fmla="*/ 12373 h 100252"/>
              <a:gd name="connsiteX13" fmla="*/ 78637 w 100357"/>
              <a:gd name="connsiteY13" fmla="*/ 9835 h 100252"/>
              <a:gd name="connsiteX14" fmla="*/ 77369 w 100357"/>
              <a:gd name="connsiteY14" fmla="*/ 8883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00357" h="100252">
                <a:moveTo>
                  <a:pt x="77528" y="9042"/>
                </a:moveTo>
                <a:cubicBezTo>
                  <a:pt x="76259" y="8249"/>
                  <a:pt x="75149" y="7297"/>
                  <a:pt x="73881" y="6504"/>
                </a:cubicBezTo>
                <a:cubicBezTo>
                  <a:pt x="71662" y="5393"/>
                  <a:pt x="69759" y="4124"/>
                  <a:pt x="67381" y="3331"/>
                </a:cubicBezTo>
                <a:cubicBezTo>
                  <a:pt x="65954" y="2855"/>
                  <a:pt x="64369" y="2855"/>
                  <a:pt x="62942" y="2379"/>
                </a:cubicBezTo>
                <a:cubicBezTo>
                  <a:pt x="58978" y="1269"/>
                  <a:pt x="55173" y="0"/>
                  <a:pt x="50892" y="0"/>
                </a:cubicBezTo>
                <a:lnTo>
                  <a:pt x="50100" y="0"/>
                </a:lnTo>
                <a:cubicBezTo>
                  <a:pt x="48831" y="0"/>
                  <a:pt x="47722" y="476"/>
                  <a:pt x="46453" y="635"/>
                </a:cubicBezTo>
                <a:cubicBezTo>
                  <a:pt x="20610" y="2538"/>
                  <a:pt x="0" y="23635"/>
                  <a:pt x="0" y="49967"/>
                </a:cubicBezTo>
                <a:cubicBezTo>
                  <a:pt x="0" y="69162"/>
                  <a:pt x="11098" y="85024"/>
                  <a:pt x="26794" y="93590"/>
                </a:cubicBezTo>
                <a:cubicBezTo>
                  <a:pt x="28062" y="94383"/>
                  <a:pt x="29172" y="95494"/>
                  <a:pt x="30599" y="96128"/>
                </a:cubicBezTo>
                <a:cubicBezTo>
                  <a:pt x="36624" y="98666"/>
                  <a:pt x="43282" y="100253"/>
                  <a:pt x="50258" y="100253"/>
                </a:cubicBezTo>
                <a:cubicBezTo>
                  <a:pt x="78003" y="100253"/>
                  <a:pt x="100358" y="77727"/>
                  <a:pt x="100358" y="50126"/>
                </a:cubicBezTo>
                <a:cubicBezTo>
                  <a:pt x="100358" y="34898"/>
                  <a:pt x="93065" y="21574"/>
                  <a:pt x="82284" y="12373"/>
                </a:cubicBezTo>
                <a:cubicBezTo>
                  <a:pt x="81174" y="11421"/>
                  <a:pt x="79906" y="10787"/>
                  <a:pt x="78637" y="9835"/>
                </a:cubicBezTo>
                <a:cubicBezTo>
                  <a:pt x="78162" y="9518"/>
                  <a:pt x="77845" y="9201"/>
                  <a:pt x="77369" y="8883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7856E52-F229-BD79-F118-2ED84A82F96F}"/>
              </a:ext>
            </a:extLst>
          </p:cNvPr>
          <p:cNvGrpSpPr/>
          <p:nvPr userDrawn="1"/>
        </p:nvGrpSpPr>
        <p:grpSpPr>
          <a:xfrm>
            <a:off x="7098255" y="1030567"/>
            <a:ext cx="4323219" cy="4642260"/>
            <a:chOff x="7137569" y="1600781"/>
            <a:chExt cx="3833456" cy="4116354"/>
          </a:xfrm>
          <a:noFill/>
        </p:grpSpPr>
        <p:sp>
          <p:nvSpPr>
            <p:cNvPr id="7" name="Trapezoid 6">
              <a:extLst>
                <a:ext uri="{FF2B5EF4-FFF2-40B4-BE49-F238E27FC236}">
                  <a16:creationId xmlns:a16="http://schemas.microsoft.com/office/drawing/2014/main" id="{7764E480-EA5E-B218-60F7-68B30A8A2DF5}"/>
                </a:ext>
              </a:extLst>
            </p:cNvPr>
            <p:cNvSpPr/>
            <p:nvPr userDrawn="1"/>
          </p:nvSpPr>
          <p:spPr>
            <a:xfrm rot="10800000">
              <a:off x="7424426" y="2080259"/>
              <a:ext cx="3309386" cy="2912674"/>
            </a:xfrm>
            <a:prstGeom prst="trapezoid">
              <a:avLst>
                <a:gd name="adj" fmla="val 36131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rapezoid 7">
              <a:extLst>
                <a:ext uri="{FF2B5EF4-FFF2-40B4-BE49-F238E27FC236}">
                  <a16:creationId xmlns:a16="http://schemas.microsoft.com/office/drawing/2014/main" id="{EC84C022-418B-7B4E-2EA7-AB03F94F190F}"/>
                </a:ext>
              </a:extLst>
            </p:cNvPr>
            <p:cNvSpPr/>
            <p:nvPr userDrawn="1"/>
          </p:nvSpPr>
          <p:spPr>
            <a:xfrm rot="10800000">
              <a:off x="7947196" y="1623059"/>
              <a:ext cx="2224088" cy="3400091"/>
            </a:xfrm>
            <a:prstGeom prst="trapezoid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6A2EB105-20E8-91BD-3CE6-6BB687AC255C}"/>
                </a:ext>
              </a:extLst>
            </p:cNvPr>
            <p:cNvSpPr/>
            <p:nvPr/>
          </p:nvSpPr>
          <p:spPr>
            <a:xfrm>
              <a:off x="7137569" y="4940163"/>
              <a:ext cx="3833456" cy="776972"/>
            </a:xfrm>
            <a:custGeom>
              <a:avLst/>
              <a:gdLst>
                <a:gd name="connsiteX0" fmla="*/ 1916728 w 3833456"/>
                <a:gd name="connsiteY0" fmla="*/ 776972 h 776972"/>
                <a:gd name="connsiteX1" fmla="*/ 562769 w 3833456"/>
                <a:gd name="connsiteY1" fmla="*/ 664103 h 776972"/>
                <a:gd name="connsiteX2" fmla="*/ 0 w 3833456"/>
                <a:gd name="connsiteY2" fmla="*/ 388486 h 776972"/>
                <a:gd name="connsiteX3" fmla="*/ 562769 w 3833456"/>
                <a:gd name="connsiteY3" fmla="*/ 112869 h 776972"/>
                <a:gd name="connsiteX4" fmla="*/ 1916728 w 3833456"/>
                <a:gd name="connsiteY4" fmla="*/ 0 h 776972"/>
                <a:gd name="connsiteX5" fmla="*/ 3270687 w 3833456"/>
                <a:gd name="connsiteY5" fmla="*/ 112869 h 776972"/>
                <a:gd name="connsiteX6" fmla="*/ 3833457 w 3833456"/>
                <a:gd name="connsiteY6" fmla="*/ 388486 h 776972"/>
                <a:gd name="connsiteX7" fmla="*/ 3270687 w 3833456"/>
                <a:gd name="connsiteY7" fmla="*/ 664103 h 776972"/>
                <a:gd name="connsiteX8" fmla="*/ 1916728 w 3833456"/>
                <a:gd name="connsiteY8" fmla="*/ 776972 h 776972"/>
                <a:gd name="connsiteX9" fmla="*/ 1916728 w 3833456"/>
                <a:gd name="connsiteY9" fmla="*/ 6556 h 776972"/>
                <a:gd name="connsiteX10" fmla="*/ 563531 w 3833456"/>
                <a:gd name="connsiteY10" fmla="*/ 119330 h 776972"/>
                <a:gd name="connsiteX11" fmla="*/ 5044 w 3833456"/>
                <a:gd name="connsiteY11" fmla="*/ 388486 h 776972"/>
                <a:gd name="connsiteX12" fmla="*/ 563531 w 3833456"/>
                <a:gd name="connsiteY12" fmla="*/ 657643 h 776972"/>
                <a:gd name="connsiteX13" fmla="*/ 1916728 w 3833456"/>
                <a:gd name="connsiteY13" fmla="*/ 770417 h 776972"/>
                <a:gd name="connsiteX14" fmla="*/ 3269925 w 3833456"/>
                <a:gd name="connsiteY14" fmla="*/ 657643 h 776972"/>
                <a:gd name="connsiteX15" fmla="*/ 3828412 w 3833456"/>
                <a:gd name="connsiteY15" fmla="*/ 388486 h 776972"/>
                <a:gd name="connsiteX16" fmla="*/ 3269925 w 3833456"/>
                <a:gd name="connsiteY16" fmla="*/ 119330 h 776972"/>
                <a:gd name="connsiteX17" fmla="*/ 1916728 w 3833456"/>
                <a:gd name="connsiteY17" fmla="*/ 6556 h 7769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833456" h="776972">
                  <a:moveTo>
                    <a:pt x="1916728" y="776972"/>
                  </a:moveTo>
                  <a:cubicBezTo>
                    <a:pt x="1405258" y="776972"/>
                    <a:pt x="924434" y="736879"/>
                    <a:pt x="562769" y="664103"/>
                  </a:cubicBezTo>
                  <a:cubicBezTo>
                    <a:pt x="199867" y="591043"/>
                    <a:pt x="0" y="493185"/>
                    <a:pt x="0" y="388486"/>
                  </a:cubicBezTo>
                  <a:cubicBezTo>
                    <a:pt x="0" y="283788"/>
                    <a:pt x="199867" y="185835"/>
                    <a:pt x="562769" y="112869"/>
                  </a:cubicBezTo>
                  <a:cubicBezTo>
                    <a:pt x="924434" y="40093"/>
                    <a:pt x="1405258" y="0"/>
                    <a:pt x="1916728" y="0"/>
                  </a:cubicBezTo>
                  <a:cubicBezTo>
                    <a:pt x="2428198" y="0"/>
                    <a:pt x="2909022" y="40093"/>
                    <a:pt x="3270687" y="112869"/>
                  </a:cubicBezTo>
                  <a:cubicBezTo>
                    <a:pt x="3633589" y="185930"/>
                    <a:pt x="3833457" y="283788"/>
                    <a:pt x="3833457" y="388486"/>
                  </a:cubicBezTo>
                  <a:cubicBezTo>
                    <a:pt x="3833457" y="493185"/>
                    <a:pt x="3633589" y="591138"/>
                    <a:pt x="3270687" y="664103"/>
                  </a:cubicBezTo>
                  <a:cubicBezTo>
                    <a:pt x="2909022" y="736879"/>
                    <a:pt x="2428198" y="776972"/>
                    <a:pt x="1916728" y="776972"/>
                  </a:cubicBezTo>
                  <a:close/>
                  <a:moveTo>
                    <a:pt x="1916728" y="6556"/>
                  </a:moveTo>
                  <a:cubicBezTo>
                    <a:pt x="1405544" y="6556"/>
                    <a:pt x="925005" y="46649"/>
                    <a:pt x="563531" y="119330"/>
                  </a:cubicBezTo>
                  <a:cubicBezTo>
                    <a:pt x="208528" y="190775"/>
                    <a:pt x="5044" y="288823"/>
                    <a:pt x="5044" y="388486"/>
                  </a:cubicBezTo>
                  <a:cubicBezTo>
                    <a:pt x="5044" y="488149"/>
                    <a:pt x="208623" y="586197"/>
                    <a:pt x="563531" y="657643"/>
                  </a:cubicBezTo>
                  <a:cubicBezTo>
                    <a:pt x="924910" y="730419"/>
                    <a:pt x="1405544" y="770417"/>
                    <a:pt x="1916728" y="770417"/>
                  </a:cubicBezTo>
                  <a:cubicBezTo>
                    <a:pt x="2427913" y="770417"/>
                    <a:pt x="2908451" y="730324"/>
                    <a:pt x="3269925" y="657643"/>
                  </a:cubicBezTo>
                  <a:cubicBezTo>
                    <a:pt x="3624928" y="586197"/>
                    <a:pt x="3828412" y="488149"/>
                    <a:pt x="3828412" y="388486"/>
                  </a:cubicBezTo>
                  <a:cubicBezTo>
                    <a:pt x="3828412" y="288823"/>
                    <a:pt x="3624833" y="190775"/>
                    <a:pt x="3269925" y="119330"/>
                  </a:cubicBezTo>
                  <a:cubicBezTo>
                    <a:pt x="2908546" y="46554"/>
                    <a:pt x="2427913" y="6556"/>
                    <a:pt x="1916728" y="6556"/>
                  </a:cubicBezTo>
                  <a:close/>
                </a:path>
              </a:pathLst>
            </a:custGeom>
            <a:grpFill/>
            <a:ln w="9502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3917E308-8B51-770E-956E-4C33E8C6BB05}"/>
                </a:ext>
              </a:extLst>
            </p:cNvPr>
            <p:cNvSpPr/>
            <p:nvPr/>
          </p:nvSpPr>
          <p:spPr>
            <a:xfrm>
              <a:off x="7424426" y="4943393"/>
              <a:ext cx="3259646" cy="652892"/>
            </a:xfrm>
            <a:custGeom>
              <a:avLst/>
              <a:gdLst>
                <a:gd name="connsiteX0" fmla="*/ 1629871 w 3259646"/>
                <a:gd name="connsiteY0" fmla="*/ 0 h 652892"/>
                <a:gd name="connsiteX1" fmla="*/ 0 w 3259646"/>
                <a:gd name="connsiteY1" fmla="*/ 326446 h 652892"/>
                <a:gd name="connsiteX2" fmla="*/ 1629871 w 3259646"/>
                <a:gd name="connsiteY2" fmla="*/ 652892 h 652892"/>
                <a:gd name="connsiteX3" fmla="*/ 3259647 w 3259646"/>
                <a:gd name="connsiteY3" fmla="*/ 326446 h 652892"/>
                <a:gd name="connsiteX4" fmla="*/ 3225764 w 3259646"/>
                <a:gd name="connsiteY4" fmla="*/ 326446 h 652892"/>
                <a:gd name="connsiteX5" fmla="*/ 2758360 w 3259646"/>
                <a:gd name="connsiteY5" fmla="*/ 552469 h 652892"/>
                <a:gd name="connsiteX6" fmla="*/ 1629871 w 3259646"/>
                <a:gd name="connsiteY6" fmla="*/ 646052 h 652892"/>
                <a:gd name="connsiteX7" fmla="*/ 501382 w 3259646"/>
                <a:gd name="connsiteY7" fmla="*/ 552469 h 652892"/>
                <a:gd name="connsiteX8" fmla="*/ 33882 w 3259646"/>
                <a:gd name="connsiteY8" fmla="*/ 326446 h 652892"/>
                <a:gd name="connsiteX9" fmla="*/ 501382 w 3259646"/>
                <a:gd name="connsiteY9" fmla="*/ 100423 h 652892"/>
                <a:gd name="connsiteX10" fmla="*/ 1629871 w 3259646"/>
                <a:gd name="connsiteY10" fmla="*/ 6841 h 652892"/>
                <a:gd name="connsiteX11" fmla="*/ 2758360 w 3259646"/>
                <a:gd name="connsiteY11" fmla="*/ 100423 h 652892"/>
                <a:gd name="connsiteX12" fmla="*/ 3225764 w 3259646"/>
                <a:gd name="connsiteY12" fmla="*/ 326446 h 652892"/>
                <a:gd name="connsiteX13" fmla="*/ 3259647 w 3259646"/>
                <a:gd name="connsiteY13" fmla="*/ 326446 h 652892"/>
                <a:gd name="connsiteX14" fmla="*/ 1629871 w 3259646"/>
                <a:gd name="connsiteY14" fmla="*/ 0 h 6528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259646" h="652892">
                  <a:moveTo>
                    <a:pt x="1629871" y="0"/>
                  </a:moveTo>
                  <a:cubicBezTo>
                    <a:pt x="729706" y="0"/>
                    <a:pt x="0" y="146122"/>
                    <a:pt x="0" y="326446"/>
                  </a:cubicBezTo>
                  <a:cubicBezTo>
                    <a:pt x="0" y="506771"/>
                    <a:pt x="729706" y="652892"/>
                    <a:pt x="1629871" y="652892"/>
                  </a:cubicBezTo>
                  <a:cubicBezTo>
                    <a:pt x="2530035" y="652892"/>
                    <a:pt x="3259647" y="506771"/>
                    <a:pt x="3259647" y="326446"/>
                  </a:cubicBezTo>
                  <a:lnTo>
                    <a:pt x="3225764" y="326446"/>
                  </a:lnTo>
                  <a:cubicBezTo>
                    <a:pt x="3225764" y="414708"/>
                    <a:pt x="3047216" y="494610"/>
                    <a:pt x="2758360" y="552469"/>
                  </a:cubicBezTo>
                  <a:cubicBezTo>
                    <a:pt x="2469504" y="610329"/>
                    <a:pt x="2070626" y="646052"/>
                    <a:pt x="1629871" y="646052"/>
                  </a:cubicBezTo>
                  <a:cubicBezTo>
                    <a:pt x="1189116" y="646052"/>
                    <a:pt x="790238" y="610329"/>
                    <a:pt x="501382" y="552469"/>
                  </a:cubicBezTo>
                  <a:cubicBezTo>
                    <a:pt x="212526" y="494610"/>
                    <a:pt x="33882" y="414708"/>
                    <a:pt x="33882" y="326446"/>
                  </a:cubicBezTo>
                  <a:cubicBezTo>
                    <a:pt x="33882" y="238184"/>
                    <a:pt x="212526" y="158283"/>
                    <a:pt x="501382" y="100423"/>
                  </a:cubicBezTo>
                  <a:cubicBezTo>
                    <a:pt x="790238" y="42563"/>
                    <a:pt x="1189116" y="6841"/>
                    <a:pt x="1629871" y="6841"/>
                  </a:cubicBezTo>
                  <a:cubicBezTo>
                    <a:pt x="2070626" y="6841"/>
                    <a:pt x="2469504" y="42563"/>
                    <a:pt x="2758360" y="100423"/>
                  </a:cubicBezTo>
                  <a:cubicBezTo>
                    <a:pt x="3047216" y="158283"/>
                    <a:pt x="3225764" y="238184"/>
                    <a:pt x="3225764" y="326446"/>
                  </a:cubicBezTo>
                  <a:lnTo>
                    <a:pt x="3259647" y="326446"/>
                  </a:lnTo>
                  <a:cubicBezTo>
                    <a:pt x="3259647" y="146122"/>
                    <a:pt x="2530035" y="0"/>
                    <a:pt x="1629871" y="0"/>
                  </a:cubicBezTo>
                </a:path>
              </a:pathLst>
            </a:custGeom>
            <a:grpFill/>
            <a:ln w="9502" cap="flat">
              <a:solidFill>
                <a:schemeClr val="bg1"/>
              </a:solidFill>
              <a:prstDash val="solid"/>
              <a:miter/>
            </a:ln>
            <a:effectLst>
              <a:glow rad="127000">
                <a:srgbClr val="E2E2E2">
                  <a:alpha val="10000"/>
                </a:srgbClr>
              </a:glow>
              <a:outerShdw blurRad="50800" dist="50800" dir="5400000" algn="ctr" rotWithShape="0">
                <a:srgbClr val="EAEAEA"/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1A7FF4AF-56E0-2FB1-126A-08DCB8897B1A}"/>
                </a:ext>
              </a:extLst>
            </p:cNvPr>
            <p:cNvSpPr/>
            <p:nvPr/>
          </p:nvSpPr>
          <p:spPr>
            <a:xfrm>
              <a:off x="7595931" y="4919071"/>
              <a:ext cx="2916636" cy="584106"/>
            </a:xfrm>
            <a:custGeom>
              <a:avLst/>
              <a:gdLst>
                <a:gd name="connsiteX0" fmla="*/ 1458366 w 2916636"/>
                <a:gd name="connsiteY0" fmla="*/ 0 h 584106"/>
                <a:gd name="connsiteX1" fmla="*/ 427145 w 2916636"/>
                <a:gd name="connsiteY1" fmla="*/ 85507 h 584106"/>
                <a:gd name="connsiteX2" fmla="*/ 0 w 2916636"/>
                <a:gd name="connsiteY2" fmla="*/ 292053 h 584106"/>
                <a:gd name="connsiteX3" fmla="*/ 427145 w 2916636"/>
                <a:gd name="connsiteY3" fmla="*/ 498600 h 584106"/>
                <a:gd name="connsiteX4" fmla="*/ 1458080 w 2916636"/>
                <a:gd name="connsiteY4" fmla="*/ 584107 h 584106"/>
                <a:gd name="connsiteX5" fmla="*/ 1458366 w 2916636"/>
                <a:gd name="connsiteY5" fmla="*/ 584107 h 584106"/>
                <a:gd name="connsiteX6" fmla="*/ 2489586 w 2916636"/>
                <a:gd name="connsiteY6" fmla="*/ 498600 h 584106"/>
                <a:gd name="connsiteX7" fmla="*/ 2916636 w 2916636"/>
                <a:gd name="connsiteY7" fmla="*/ 292053 h 584106"/>
                <a:gd name="connsiteX8" fmla="*/ 2815084 w 2916636"/>
                <a:gd name="connsiteY8" fmla="*/ 292053 h 584106"/>
                <a:gd name="connsiteX9" fmla="*/ 2417729 w 2916636"/>
                <a:gd name="connsiteY9" fmla="*/ 484159 h 584106"/>
                <a:gd name="connsiteX10" fmla="*/ 1458366 w 2916636"/>
                <a:gd name="connsiteY10" fmla="*/ 563775 h 584106"/>
                <a:gd name="connsiteX11" fmla="*/ 498907 w 2916636"/>
                <a:gd name="connsiteY11" fmla="*/ 484159 h 584106"/>
                <a:gd name="connsiteX12" fmla="*/ 101552 w 2916636"/>
                <a:gd name="connsiteY12" fmla="*/ 292053 h 584106"/>
                <a:gd name="connsiteX13" fmla="*/ 498907 w 2916636"/>
                <a:gd name="connsiteY13" fmla="*/ 99948 h 584106"/>
                <a:gd name="connsiteX14" fmla="*/ 1458366 w 2916636"/>
                <a:gd name="connsiteY14" fmla="*/ 20332 h 584106"/>
                <a:gd name="connsiteX15" fmla="*/ 2417729 w 2916636"/>
                <a:gd name="connsiteY15" fmla="*/ 99948 h 584106"/>
                <a:gd name="connsiteX16" fmla="*/ 2815084 w 2916636"/>
                <a:gd name="connsiteY16" fmla="*/ 292053 h 584106"/>
                <a:gd name="connsiteX17" fmla="*/ 2916636 w 2916636"/>
                <a:gd name="connsiteY17" fmla="*/ 292053 h 584106"/>
                <a:gd name="connsiteX18" fmla="*/ 2489586 w 2916636"/>
                <a:gd name="connsiteY18" fmla="*/ 85507 h 584106"/>
                <a:gd name="connsiteX19" fmla="*/ 1458366 w 2916636"/>
                <a:gd name="connsiteY19" fmla="*/ 0 h 5841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2916636" h="584106">
                  <a:moveTo>
                    <a:pt x="1458366" y="0"/>
                  </a:moveTo>
                  <a:cubicBezTo>
                    <a:pt x="1055776" y="0"/>
                    <a:pt x="690875" y="32683"/>
                    <a:pt x="427145" y="85507"/>
                  </a:cubicBezTo>
                  <a:cubicBezTo>
                    <a:pt x="163320" y="138331"/>
                    <a:pt x="0" y="211392"/>
                    <a:pt x="0" y="292053"/>
                  </a:cubicBezTo>
                  <a:cubicBezTo>
                    <a:pt x="0" y="372715"/>
                    <a:pt x="163320" y="445776"/>
                    <a:pt x="427145" y="498600"/>
                  </a:cubicBezTo>
                  <a:cubicBezTo>
                    <a:pt x="690875" y="551424"/>
                    <a:pt x="1055585" y="584107"/>
                    <a:pt x="1458080" y="584107"/>
                  </a:cubicBezTo>
                  <a:lnTo>
                    <a:pt x="1458366" y="584107"/>
                  </a:lnTo>
                  <a:cubicBezTo>
                    <a:pt x="1860861" y="584107"/>
                    <a:pt x="2225857" y="551424"/>
                    <a:pt x="2489586" y="498600"/>
                  </a:cubicBezTo>
                  <a:cubicBezTo>
                    <a:pt x="2753316" y="445776"/>
                    <a:pt x="2916731" y="372715"/>
                    <a:pt x="2916636" y="292053"/>
                  </a:cubicBezTo>
                  <a:lnTo>
                    <a:pt x="2815084" y="292053"/>
                  </a:lnTo>
                  <a:cubicBezTo>
                    <a:pt x="2815084" y="367110"/>
                    <a:pt x="2663376" y="434945"/>
                    <a:pt x="2417729" y="484159"/>
                  </a:cubicBezTo>
                  <a:cubicBezTo>
                    <a:pt x="2172083" y="533373"/>
                    <a:pt x="1833165" y="563775"/>
                    <a:pt x="1458366" y="563775"/>
                  </a:cubicBezTo>
                  <a:cubicBezTo>
                    <a:pt x="1083567" y="563775"/>
                    <a:pt x="744649" y="533373"/>
                    <a:pt x="498907" y="484159"/>
                  </a:cubicBezTo>
                  <a:cubicBezTo>
                    <a:pt x="253356" y="434945"/>
                    <a:pt x="101552" y="367110"/>
                    <a:pt x="101552" y="292053"/>
                  </a:cubicBezTo>
                  <a:cubicBezTo>
                    <a:pt x="101552" y="216997"/>
                    <a:pt x="253356" y="149067"/>
                    <a:pt x="498907" y="99948"/>
                  </a:cubicBezTo>
                  <a:cubicBezTo>
                    <a:pt x="744554" y="50734"/>
                    <a:pt x="1083472" y="20332"/>
                    <a:pt x="1458366" y="20332"/>
                  </a:cubicBezTo>
                  <a:cubicBezTo>
                    <a:pt x="1833260" y="20332"/>
                    <a:pt x="2171988" y="50734"/>
                    <a:pt x="2417729" y="99948"/>
                  </a:cubicBezTo>
                  <a:cubicBezTo>
                    <a:pt x="2663376" y="149162"/>
                    <a:pt x="2815084" y="216997"/>
                    <a:pt x="2815084" y="292053"/>
                  </a:cubicBezTo>
                  <a:lnTo>
                    <a:pt x="2916636" y="292053"/>
                  </a:lnTo>
                  <a:cubicBezTo>
                    <a:pt x="2916636" y="211392"/>
                    <a:pt x="2753316" y="138331"/>
                    <a:pt x="2489586" y="85507"/>
                  </a:cubicBezTo>
                  <a:cubicBezTo>
                    <a:pt x="2225857" y="32683"/>
                    <a:pt x="1860861" y="0"/>
                    <a:pt x="1458366" y="0"/>
                  </a:cubicBezTo>
                </a:path>
              </a:pathLst>
            </a:custGeom>
            <a:grpFill/>
            <a:ln w="9502" cap="flat">
              <a:solidFill>
                <a:schemeClr val="bg1"/>
              </a:solidFill>
              <a:prstDash val="solid"/>
              <a:miter/>
            </a:ln>
            <a:effectLst>
              <a:glow rad="127000">
                <a:srgbClr val="F3F3F3"/>
              </a:glo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DDAD56D8-BC87-F13A-7733-25A8ACF489DB}"/>
                </a:ext>
              </a:extLst>
            </p:cNvPr>
            <p:cNvSpPr/>
            <p:nvPr/>
          </p:nvSpPr>
          <p:spPr>
            <a:xfrm>
              <a:off x="7759537" y="4884488"/>
              <a:ext cx="2589424" cy="518646"/>
            </a:xfrm>
            <a:custGeom>
              <a:avLst/>
              <a:gdLst>
                <a:gd name="connsiteX0" fmla="*/ 1318839 w 2589424"/>
                <a:gd name="connsiteY0" fmla="*/ 484634 h 518646"/>
                <a:gd name="connsiteX1" fmla="*/ 1295236 w 2589424"/>
                <a:gd name="connsiteY1" fmla="*/ 484634 h 518646"/>
                <a:gd name="connsiteX2" fmla="*/ 1295236 w 2589424"/>
                <a:gd name="connsiteY2" fmla="*/ 518552 h 518646"/>
                <a:gd name="connsiteX3" fmla="*/ 1322361 w 2589424"/>
                <a:gd name="connsiteY3" fmla="*/ 518552 h 518646"/>
                <a:gd name="connsiteX4" fmla="*/ 1318744 w 2589424"/>
                <a:gd name="connsiteY4" fmla="*/ 484634 h 518646"/>
                <a:gd name="connsiteX5" fmla="*/ 1248029 w 2589424"/>
                <a:gd name="connsiteY5" fmla="*/ 484539 h 518646"/>
                <a:gd name="connsiteX6" fmla="*/ 1241176 w 2589424"/>
                <a:gd name="connsiteY6" fmla="*/ 518457 h 518646"/>
                <a:gd name="connsiteX7" fmla="*/ 1268206 w 2589424"/>
                <a:gd name="connsiteY7" fmla="*/ 518647 h 518646"/>
                <a:gd name="connsiteX8" fmla="*/ 1271633 w 2589424"/>
                <a:gd name="connsiteY8" fmla="*/ 484729 h 518646"/>
                <a:gd name="connsiteX9" fmla="*/ 1248029 w 2589424"/>
                <a:gd name="connsiteY9" fmla="*/ 484634 h 518646"/>
                <a:gd name="connsiteX10" fmla="*/ 1365951 w 2589424"/>
                <a:gd name="connsiteY10" fmla="*/ 484254 h 518646"/>
                <a:gd name="connsiteX11" fmla="*/ 1342347 w 2589424"/>
                <a:gd name="connsiteY11" fmla="*/ 484539 h 518646"/>
                <a:gd name="connsiteX12" fmla="*/ 1349390 w 2589424"/>
                <a:gd name="connsiteY12" fmla="*/ 518457 h 518646"/>
                <a:gd name="connsiteX13" fmla="*/ 1376420 w 2589424"/>
                <a:gd name="connsiteY13" fmla="*/ 518172 h 518646"/>
                <a:gd name="connsiteX14" fmla="*/ 1365856 w 2589424"/>
                <a:gd name="connsiteY14" fmla="*/ 484349 h 518646"/>
                <a:gd name="connsiteX15" fmla="*/ 1200917 w 2589424"/>
                <a:gd name="connsiteY15" fmla="*/ 483969 h 518646"/>
                <a:gd name="connsiteX16" fmla="*/ 1187022 w 2589424"/>
                <a:gd name="connsiteY16" fmla="*/ 517792 h 518646"/>
                <a:gd name="connsiteX17" fmla="*/ 1214052 w 2589424"/>
                <a:gd name="connsiteY17" fmla="*/ 518172 h 518646"/>
                <a:gd name="connsiteX18" fmla="*/ 1224426 w 2589424"/>
                <a:gd name="connsiteY18" fmla="*/ 484349 h 518646"/>
                <a:gd name="connsiteX19" fmla="*/ 1200917 w 2589424"/>
                <a:gd name="connsiteY19" fmla="*/ 483969 h 518646"/>
                <a:gd name="connsiteX20" fmla="*/ 1412967 w 2589424"/>
                <a:gd name="connsiteY20" fmla="*/ 483494 h 518646"/>
                <a:gd name="connsiteX21" fmla="*/ 1389459 w 2589424"/>
                <a:gd name="connsiteY21" fmla="*/ 483969 h 518646"/>
                <a:gd name="connsiteX22" fmla="*/ 1403450 w 2589424"/>
                <a:gd name="connsiteY22" fmla="*/ 517792 h 518646"/>
                <a:gd name="connsiteX23" fmla="*/ 1430479 w 2589424"/>
                <a:gd name="connsiteY23" fmla="*/ 517317 h 518646"/>
                <a:gd name="connsiteX24" fmla="*/ 1412967 w 2589424"/>
                <a:gd name="connsiteY24" fmla="*/ 483589 h 518646"/>
                <a:gd name="connsiteX25" fmla="*/ 1154091 w 2589424"/>
                <a:gd name="connsiteY25" fmla="*/ 483019 h 518646"/>
                <a:gd name="connsiteX26" fmla="*/ 1133153 w 2589424"/>
                <a:gd name="connsiteY26" fmla="*/ 516652 h 518646"/>
                <a:gd name="connsiteX27" fmla="*/ 1160087 w 2589424"/>
                <a:gd name="connsiteY27" fmla="*/ 517222 h 518646"/>
                <a:gd name="connsiteX28" fmla="*/ 1177600 w 2589424"/>
                <a:gd name="connsiteY28" fmla="*/ 483494 h 518646"/>
                <a:gd name="connsiteX29" fmla="*/ 1154187 w 2589424"/>
                <a:gd name="connsiteY29" fmla="*/ 482924 h 518646"/>
                <a:gd name="connsiteX30" fmla="*/ 1459698 w 2589424"/>
                <a:gd name="connsiteY30" fmla="*/ 482354 h 518646"/>
                <a:gd name="connsiteX31" fmla="*/ 1436380 w 2589424"/>
                <a:gd name="connsiteY31" fmla="*/ 483019 h 518646"/>
                <a:gd name="connsiteX32" fmla="*/ 1457414 w 2589424"/>
                <a:gd name="connsiteY32" fmla="*/ 516652 h 518646"/>
                <a:gd name="connsiteX33" fmla="*/ 1484253 w 2589424"/>
                <a:gd name="connsiteY33" fmla="*/ 515891 h 518646"/>
                <a:gd name="connsiteX34" fmla="*/ 1459698 w 2589424"/>
                <a:gd name="connsiteY34" fmla="*/ 482354 h 518646"/>
                <a:gd name="connsiteX35" fmla="*/ 1107456 w 2589424"/>
                <a:gd name="connsiteY35" fmla="*/ 481594 h 518646"/>
                <a:gd name="connsiteX36" fmla="*/ 1079474 w 2589424"/>
                <a:gd name="connsiteY36" fmla="*/ 515036 h 518646"/>
                <a:gd name="connsiteX37" fmla="*/ 1106218 w 2589424"/>
                <a:gd name="connsiteY37" fmla="*/ 515891 h 518646"/>
                <a:gd name="connsiteX38" fmla="*/ 1130678 w 2589424"/>
                <a:gd name="connsiteY38" fmla="*/ 482354 h 518646"/>
                <a:gd name="connsiteX39" fmla="*/ 1107456 w 2589424"/>
                <a:gd name="connsiteY39" fmla="*/ 481594 h 518646"/>
                <a:gd name="connsiteX40" fmla="*/ 1506144 w 2589424"/>
                <a:gd name="connsiteY40" fmla="*/ 480739 h 518646"/>
                <a:gd name="connsiteX41" fmla="*/ 1482921 w 2589424"/>
                <a:gd name="connsiteY41" fmla="*/ 481594 h 518646"/>
                <a:gd name="connsiteX42" fmla="*/ 1510997 w 2589424"/>
                <a:gd name="connsiteY42" fmla="*/ 515036 h 518646"/>
                <a:gd name="connsiteX43" fmla="*/ 1537646 w 2589424"/>
                <a:gd name="connsiteY43" fmla="*/ 514086 h 518646"/>
                <a:gd name="connsiteX44" fmla="*/ 1506144 w 2589424"/>
                <a:gd name="connsiteY44" fmla="*/ 480739 h 518646"/>
                <a:gd name="connsiteX45" fmla="*/ 1061105 w 2589424"/>
                <a:gd name="connsiteY45" fmla="*/ 479884 h 518646"/>
                <a:gd name="connsiteX46" fmla="*/ 1026081 w 2589424"/>
                <a:gd name="connsiteY46" fmla="*/ 513041 h 518646"/>
                <a:gd name="connsiteX47" fmla="*/ 1052730 w 2589424"/>
                <a:gd name="connsiteY47" fmla="*/ 514086 h 518646"/>
                <a:gd name="connsiteX48" fmla="*/ 1084138 w 2589424"/>
                <a:gd name="connsiteY48" fmla="*/ 480739 h 518646"/>
                <a:gd name="connsiteX49" fmla="*/ 1061105 w 2589424"/>
                <a:gd name="connsiteY49" fmla="*/ 479789 h 518646"/>
                <a:gd name="connsiteX50" fmla="*/ 1552208 w 2589424"/>
                <a:gd name="connsiteY50" fmla="*/ 478743 h 518646"/>
                <a:gd name="connsiteX51" fmla="*/ 1529271 w 2589424"/>
                <a:gd name="connsiteY51" fmla="*/ 479789 h 518646"/>
                <a:gd name="connsiteX52" fmla="*/ 1564391 w 2589424"/>
                <a:gd name="connsiteY52" fmla="*/ 512946 h 518646"/>
                <a:gd name="connsiteX53" fmla="*/ 1590849 w 2589424"/>
                <a:gd name="connsiteY53" fmla="*/ 511806 h 518646"/>
                <a:gd name="connsiteX54" fmla="*/ 1552303 w 2589424"/>
                <a:gd name="connsiteY54" fmla="*/ 478743 h 518646"/>
                <a:gd name="connsiteX55" fmla="*/ 1015231 w 2589424"/>
                <a:gd name="connsiteY55" fmla="*/ 477698 h 518646"/>
                <a:gd name="connsiteX56" fmla="*/ 973354 w 2589424"/>
                <a:gd name="connsiteY56" fmla="*/ 510571 h 518646"/>
                <a:gd name="connsiteX57" fmla="*/ 999622 w 2589424"/>
                <a:gd name="connsiteY57" fmla="*/ 511901 h 518646"/>
                <a:gd name="connsiteX58" fmla="*/ 1038073 w 2589424"/>
                <a:gd name="connsiteY58" fmla="*/ 478839 h 518646"/>
                <a:gd name="connsiteX59" fmla="*/ 1015136 w 2589424"/>
                <a:gd name="connsiteY59" fmla="*/ 477698 h 518646"/>
                <a:gd name="connsiteX60" fmla="*/ 1597797 w 2589424"/>
                <a:gd name="connsiteY60" fmla="*/ 476463 h 518646"/>
                <a:gd name="connsiteX61" fmla="*/ 1575050 w 2589424"/>
                <a:gd name="connsiteY61" fmla="*/ 477698 h 518646"/>
                <a:gd name="connsiteX62" fmla="*/ 1617117 w 2589424"/>
                <a:gd name="connsiteY62" fmla="*/ 510571 h 518646"/>
                <a:gd name="connsiteX63" fmla="*/ 1643291 w 2589424"/>
                <a:gd name="connsiteY63" fmla="*/ 509146 h 518646"/>
                <a:gd name="connsiteX64" fmla="*/ 1597797 w 2589424"/>
                <a:gd name="connsiteY64" fmla="*/ 476463 h 518646"/>
                <a:gd name="connsiteX65" fmla="*/ 969928 w 2589424"/>
                <a:gd name="connsiteY65" fmla="*/ 475228 h 518646"/>
                <a:gd name="connsiteX66" fmla="*/ 921103 w 2589424"/>
                <a:gd name="connsiteY66" fmla="*/ 507721 h 518646"/>
                <a:gd name="connsiteX67" fmla="*/ 947181 w 2589424"/>
                <a:gd name="connsiteY67" fmla="*/ 509241 h 518646"/>
                <a:gd name="connsiteX68" fmla="*/ 992579 w 2589424"/>
                <a:gd name="connsiteY68" fmla="*/ 476558 h 518646"/>
                <a:gd name="connsiteX69" fmla="*/ 969928 w 2589424"/>
                <a:gd name="connsiteY69" fmla="*/ 475228 h 518646"/>
                <a:gd name="connsiteX70" fmla="*/ 1642910 w 2589424"/>
                <a:gd name="connsiteY70" fmla="*/ 473708 h 518646"/>
                <a:gd name="connsiteX71" fmla="*/ 1620449 w 2589424"/>
                <a:gd name="connsiteY71" fmla="*/ 475133 h 518646"/>
                <a:gd name="connsiteX72" fmla="*/ 1669369 w 2589424"/>
                <a:gd name="connsiteY72" fmla="*/ 507626 h 518646"/>
                <a:gd name="connsiteX73" fmla="*/ 1695256 w 2589424"/>
                <a:gd name="connsiteY73" fmla="*/ 506011 h 518646"/>
                <a:gd name="connsiteX74" fmla="*/ 1642910 w 2589424"/>
                <a:gd name="connsiteY74" fmla="*/ 473708 h 518646"/>
                <a:gd name="connsiteX75" fmla="*/ 924910 w 2589424"/>
                <a:gd name="connsiteY75" fmla="*/ 472283 h 518646"/>
                <a:gd name="connsiteX76" fmla="*/ 869328 w 2589424"/>
                <a:gd name="connsiteY76" fmla="*/ 504301 h 518646"/>
                <a:gd name="connsiteX77" fmla="*/ 895216 w 2589424"/>
                <a:gd name="connsiteY77" fmla="*/ 506011 h 518646"/>
                <a:gd name="connsiteX78" fmla="*/ 947467 w 2589424"/>
                <a:gd name="connsiteY78" fmla="*/ 473708 h 518646"/>
                <a:gd name="connsiteX79" fmla="*/ 925005 w 2589424"/>
                <a:gd name="connsiteY79" fmla="*/ 472188 h 518646"/>
                <a:gd name="connsiteX80" fmla="*/ 1687452 w 2589424"/>
                <a:gd name="connsiteY80" fmla="*/ 470573 h 518646"/>
                <a:gd name="connsiteX81" fmla="*/ 1665276 w 2589424"/>
                <a:gd name="connsiteY81" fmla="*/ 472188 h 518646"/>
                <a:gd name="connsiteX82" fmla="*/ 1720953 w 2589424"/>
                <a:gd name="connsiteY82" fmla="*/ 504206 h 518646"/>
                <a:gd name="connsiteX83" fmla="*/ 1746555 w 2589424"/>
                <a:gd name="connsiteY83" fmla="*/ 502400 h 518646"/>
                <a:gd name="connsiteX84" fmla="*/ 1687452 w 2589424"/>
                <a:gd name="connsiteY84" fmla="*/ 470573 h 518646"/>
                <a:gd name="connsiteX85" fmla="*/ 880559 w 2589424"/>
                <a:gd name="connsiteY85" fmla="*/ 468958 h 518646"/>
                <a:gd name="connsiteX86" fmla="*/ 818219 w 2589424"/>
                <a:gd name="connsiteY86" fmla="*/ 500500 h 518646"/>
                <a:gd name="connsiteX87" fmla="*/ 843631 w 2589424"/>
                <a:gd name="connsiteY87" fmla="*/ 502495 h 518646"/>
                <a:gd name="connsiteX88" fmla="*/ 902639 w 2589424"/>
                <a:gd name="connsiteY88" fmla="*/ 470668 h 518646"/>
                <a:gd name="connsiteX89" fmla="*/ 880559 w 2589424"/>
                <a:gd name="connsiteY89" fmla="*/ 468958 h 518646"/>
                <a:gd name="connsiteX90" fmla="*/ 1731137 w 2589424"/>
                <a:gd name="connsiteY90" fmla="*/ 467153 h 518646"/>
                <a:gd name="connsiteX91" fmla="*/ 1709342 w 2589424"/>
                <a:gd name="connsiteY91" fmla="*/ 468958 h 518646"/>
                <a:gd name="connsiteX92" fmla="*/ 1771777 w 2589424"/>
                <a:gd name="connsiteY92" fmla="*/ 500500 h 518646"/>
                <a:gd name="connsiteX93" fmla="*/ 1796808 w 2589424"/>
                <a:gd name="connsiteY93" fmla="*/ 498410 h 518646"/>
                <a:gd name="connsiteX94" fmla="*/ 1731042 w 2589424"/>
                <a:gd name="connsiteY94" fmla="*/ 467153 h 518646"/>
                <a:gd name="connsiteX95" fmla="*/ 837064 w 2589424"/>
                <a:gd name="connsiteY95" fmla="*/ 465252 h 518646"/>
                <a:gd name="connsiteX96" fmla="*/ 768157 w 2589424"/>
                <a:gd name="connsiteY96" fmla="*/ 496225 h 518646"/>
                <a:gd name="connsiteX97" fmla="*/ 793188 w 2589424"/>
                <a:gd name="connsiteY97" fmla="*/ 498410 h 518646"/>
                <a:gd name="connsiteX98" fmla="*/ 858859 w 2589424"/>
                <a:gd name="connsiteY98" fmla="*/ 467153 h 518646"/>
                <a:gd name="connsiteX99" fmla="*/ 837159 w 2589424"/>
                <a:gd name="connsiteY99" fmla="*/ 465252 h 518646"/>
                <a:gd name="connsiteX100" fmla="*/ 1773966 w 2589424"/>
                <a:gd name="connsiteY100" fmla="*/ 463352 h 518646"/>
                <a:gd name="connsiteX101" fmla="*/ 1752647 w 2589424"/>
                <a:gd name="connsiteY101" fmla="*/ 465347 h 518646"/>
                <a:gd name="connsiteX102" fmla="*/ 1821649 w 2589424"/>
                <a:gd name="connsiteY102" fmla="*/ 496320 h 518646"/>
                <a:gd name="connsiteX103" fmla="*/ 1846204 w 2589424"/>
                <a:gd name="connsiteY103" fmla="*/ 494040 h 518646"/>
                <a:gd name="connsiteX104" fmla="*/ 1773966 w 2589424"/>
                <a:gd name="connsiteY104" fmla="*/ 463352 h 518646"/>
                <a:gd name="connsiteX105" fmla="*/ 794330 w 2589424"/>
                <a:gd name="connsiteY105" fmla="*/ 461262 h 518646"/>
                <a:gd name="connsiteX106" fmla="*/ 718952 w 2589424"/>
                <a:gd name="connsiteY106" fmla="*/ 491570 h 518646"/>
                <a:gd name="connsiteX107" fmla="*/ 743412 w 2589424"/>
                <a:gd name="connsiteY107" fmla="*/ 493945 h 518646"/>
                <a:gd name="connsiteX108" fmla="*/ 815554 w 2589424"/>
                <a:gd name="connsiteY108" fmla="*/ 463257 h 518646"/>
                <a:gd name="connsiteX109" fmla="*/ 794330 w 2589424"/>
                <a:gd name="connsiteY109" fmla="*/ 461167 h 518646"/>
                <a:gd name="connsiteX110" fmla="*/ 1816033 w 2589424"/>
                <a:gd name="connsiteY110" fmla="*/ 459077 h 518646"/>
                <a:gd name="connsiteX111" fmla="*/ 1795095 w 2589424"/>
                <a:gd name="connsiteY111" fmla="*/ 461262 h 518646"/>
                <a:gd name="connsiteX112" fmla="*/ 1870473 w 2589424"/>
                <a:gd name="connsiteY112" fmla="*/ 491665 h 518646"/>
                <a:gd name="connsiteX113" fmla="*/ 1894552 w 2589424"/>
                <a:gd name="connsiteY113" fmla="*/ 489194 h 518646"/>
                <a:gd name="connsiteX114" fmla="*/ 1816033 w 2589424"/>
                <a:gd name="connsiteY114" fmla="*/ 459172 h 518646"/>
                <a:gd name="connsiteX115" fmla="*/ 752548 w 2589424"/>
                <a:gd name="connsiteY115" fmla="*/ 456892 h 518646"/>
                <a:gd name="connsiteX116" fmla="*/ 670793 w 2589424"/>
                <a:gd name="connsiteY116" fmla="*/ 486629 h 518646"/>
                <a:gd name="connsiteX117" fmla="*/ 694777 w 2589424"/>
                <a:gd name="connsiteY117" fmla="*/ 489194 h 518646"/>
                <a:gd name="connsiteX118" fmla="*/ 773392 w 2589424"/>
                <a:gd name="connsiteY118" fmla="*/ 459172 h 518646"/>
                <a:gd name="connsiteX119" fmla="*/ 752548 w 2589424"/>
                <a:gd name="connsiteY119" fmla="*/ 456987 h 518646"/>
                <a:gd name="connsiteX120" fmla="*/ 1857244 w 2589424"/>
                <a:gd name="connsiteY120" fmla="*/ 454612 h 518646"/>
                <a:gd name="connsiteX121" fmla="*/ 1836686 w 2589424"/>
                <a:gd name="connsiteY121" fmla="*/ 456892 h 518646"/>
                <a:gd name="connsiteX122" fmla="*/ 1918441 w 2589424"/>
                <a:gd name="connsiteY122" fmla="*/ 486629 h 518646"/>
                <a:gd name="connsiteX123" fmla="*/ 1941950 w 2589424"/>
                <a:gd name="connsiteY123" fmla="*/ 483969 h 518646"/>
                <a:gd name="connsiteX124" fmla="*/ 1857244 w 2589424"/>
                <a:gd name="connsiteY124" fmla="*/ 454612 h 518646"/>
                <a:gd name="connsiteX125" fmla="*/ 711718 w 2589424"/>
                <a:gd name="connsiteY125" fmla="*/ 452141 h 518646"/>
                <a:gd name="connsiteX126" fmla="*/ 623777 w 2589424"/>
                <a:gd name="connsiteY126" fmla="*/ 481119 h 518646"/>
                <a:gd name="connsiteX127" fmla="*/ 647094 w 2589424"/>
                <a:gd name="connsiteY127" fmla="*/ 483874 h 518646"/>
                <a:gd name="connsiteX128" fmla="*/ 731990 w 2589424"/>
                <a:gd name="connsiteY128" fmla="*/ 454517 h 518646"/>
                <a:gd name="connsiteX129" fmla="*/ 711718 w 2589424"/>
                <a:gd name="connsiteY129" fmla="*/ 452046 h 518646"/>
                <a:gd name="connsiteX130" fmla="*/ 1897503 w 2589424"/>
                <a:gd name="connsiteY130" fmla="*/ 449671 h 518646"/>
                <a:gd name="connsiteX131" fmla="*/ 1877516 w 2589424"/>
                <a:gd name="connsiteY131" fmla="*/ 452141 h 518646"/>
                <a:gd name="connsiteX132" fmla="*/ 1965363 w 2589424"/>
                <a:gd name="connsiteY132" fmla="*/ 481119 h 518646"/>
                <a:gd name="connsiteX133" fmla="*/ 1988300 w 2589424"/>
                <a:gd name="connsiteY133" fmla="*/ 478268 h 518646"/>
                <a:gd name="connsiteX134" fmla="*/ 1897503 w 2589424"/>
                <a:gd name="connsiteY134" fmla="*/ 449671 h 518646"/>
                <a:gd name="connsiteX135" fmla="*/ 671840 w 2589424"/>
                <a:gd name="connsiteY135" fmla="*/ 447011 h 518646"/>
                <a:gd name="connsiteX136" fmla="*/ 577997 w 2589424"/>
                <a:gd name="connsiteY136" fmla="*/ 475228 h 518646"/>
                <a:gd name="connsiteX137" fmla="*/ 600744 w 2589424"/>
                <a:gd name="connsiteY137" fmla="*/ 478173 h 518646"/>
                <a:gd name="connsiteX138" fmla="*/ 691636 w 2589424"/>
                <a:gd name="connsiteY138" fmla="*/ 449576 h 518646"/>
                <a:gd name="connsiteX139" fmla="*/ 671840 w 2589424"/>
                <a:gd name="connsiteY139" fmla="*/ 447011 h 518646"/>
                <a:gd name="connsiteX140" fmla="*/ 1936620 w 2589424"/>
                <a:gd name="connsiteY140" fmla="*/ 444541 h 518646"/>
                <a:gd name="connsiteX141" fmla="*/ 1917109 w 2589424"/>
                <a:gd name="connsiteY141" fmla="*/ 447201 h 518646"/>
                <a:gd name="connsiteX142" fmla="*/ 2010856 w 2589424"/>
                <a:gd name="connsiteY142" fmla="*/ 475418 h 518646"/>
                <a:gd name="connsiteX143" fmla="*/ 2033222 w 2589424"/>
                <a:gd name="connsiteY143" fmla="*/ 472378 h 518646"/>
                <a:gd name="connsiteX144" fmla="*/ 1936620 w 2589424"/>
                <a:gd name="connsiteY144" fmla="*/ 444541 h 518646"/>
                <a:gd name="connsiteX145" fmla="*/ 633104 w 2589424"/>
                <a:gd name="connsiteY145" fmla="*/ 441691 h 518646"/>
                <a:gd name="connsiteX146" fmla="*/ 533456 w 2589424"/>
                <a:gd name="connsiteY146" fmla="*/ 469148 h 518646"/>
                <a:gd name="connsiteX147" fmla="*/ 555536 w 2589424"/>
                <a:gd name="connsiteY147" fmla="*/ 472283 h 518646"/>
                <a:gd name="connsiteX148" fmla="*/ 652329 w 2589424"/>
                <a:gd name="connsiteY148" fmla="*/ 444446 h 518646"/>
                <a:gd name="connsiteX149" fmla="*/ 633104 w 2589424"/>
                <a:gd name="connsiteY149" fmla="*/ 441691 h 518646"/>
                <a:gd name="connsiteX150" fmla="*/ 1974690 w 2589424"/>
                <a:gd name="connsiteY150" fmla="*/ 438935 h 518646"/>
                <a:gd name="connsiteX151" fmla="*/ 1955845 w 2589424"/>
                <a:gd name="connsiteY151" fmla="*/ 441786 h 518646"/>
                <a:gd name="connsiteX152" fmla="*/ 2055398 w 2589424"/>
                <a:gd name="connsiteY152" fmla="*/ 469243 h 518646"/>
                <a:gd name="connsiteX153" fmla="*/ 2077098 w 2589424"/>
                <a:gd name="connsiteY153" fmla="*/ 466012 h 518646"/>
                <a:gd name="connsiteX154" fmla="*/ 1974690 w 2589424"/>
                <a:gd name="connsiteY154" fmla="*/ 439030 h 518646"/>
                <a:gd name="connsiteX155" fmla="*/ 595605 w 2589424"/>
                <a:gd name="connsiteY155" fmla="*/ 435895 h 518646"/>
                <a:gd name="connsiteX156" fmla="*/ 490246 w 2589424"/>
                <a:gd name="connsiteY156" fmla="*/ 462497 h 518646"/>
                <a:gd name="connsiteX157" fmla="*/ 511661 w 2589424"/>
                <a:gd name="connsiteY157" fmla="*/ 465822 h 518646"/>
                <a:gd name="connsiteX158" fmla="*/ 614164 w 2589424"/>
                <a:gd name="connsiteY158" fmla="*/ 438840 h 518646"/>
                <a:gd name="connsiteX159" fmla="*/ 595510 w 2589424"/>
                <a:gd name="connsiteY159" fmla="*/ 435895 h 518646"/>
                <a:gd name="connsiteX160" fmla="*/ 2011618 w 2589424"/>
                <a:gd name="connsiteY160" fmla="*/ 433045 h 518646"/>
                <a:gd name="connsiteX161" fmla="*/ 1993344 w 2589424"/>
                <a:gd name="connsiteY161" fmla="*/ 435990 h 518646"/>
                <a:gd name="connsiteX162" fmla="*/ 2098513 w 2589424"/>
                <a:gd name="connsiteY162" fmla="*/ 462592 h 518646"/>
                <a:gd name="connsiteX163" fmla="*/ 2119546 w 2589424"/>
                <a:gd name="connsiteY163" fmla="*/ 459172 h 518646"/>
                <a:gd name="connsiteX164" fmla="*/ 2011618 w 2589424"/>
                <a:gd name="connsiteY164" fmla="*/ 433045 h 518646"/>
                <a:gd name="connsiteX165" fmla="*/ 559248 w 2589424"/>
                <a:gd name="connsiteY165" fmla="*/ 429910 h 518646"/>
                <a:gd name="connsiteX166" fmla="*/ 448560 w 2589424"/>
                <a:gd name="connsiteY166" fmla="*/ 455562 h 518646"/>
                <a:gd name="connsiteX167" fmla="*/ 469213 w 2589424"/>
                <a:gd name="connsiteY167" fmla="*/ 459077 h 518646"/>
                <a:gd name="connsiteX168" fmla="*/ 577236 w 2589424"/>
                <a:gd name="connsiteY168" fmla="*/ 432950 h 518646"/>
                <a:gd name="connsiteX169" fmla="*/ 559343 w 2589424"/>
                <a:gd name="connsiteY169" fmla="*/ 429910 h 518646"/>
                <a:gd name="connsiteX170" fmla="*/ 2047308 w 2589424"/>
                <a:gd name="connsiteY170" fmla="*/ 426964 h 518646"/>
                <a:gd name="connsiteX171" fmla="*/ 2029606 w 2589424"/>
                <a:gd name="connsiteY171" fmla="*/ 430100 h 518646"/>
                <a:gd name="connsiteX172" fmla="*/ 2140294 w 2589424"/>
                <a:gd name="connsiteY172" fmla="*/ 455752 h 518646"/>
                <a:gd name="connsiteX173" fmla="*/ 2160566 w 2589424"/>
                <a:gd name="connsiteY173" fmla="*/ 452141 h 518646"/>
                <a:gd name="connsiteX174" fmla="*/ 2047308 w 2589424"/>
                <a:gd name="connsiteY174" fmla="*/ 426964 h 518646"/>
                <a:gd name="connsiteX175" fmla="*/ 524224 w 2589424"/>
                <a:gd name="connsiteY175" fmla="*/ 423544 h 518646"/>
                <a:gd name="connsiteX176" fmla="*/ 408301 w 2589424"/>
                <a:gd name="connsiteY176" fmla="*/ 448246 h 518646"/>
                <a:gd name="connsiteX177" fmla="*/ 428192 w 2589424"/>
                <a:gd name="connsiteY177" fmla="*/ 451951 h 518646"/>
                <a:gd name="connsiteX178" fmla="*/ 541641 w 2589424"/>
                <a:gd name="connsiteY178" fmla="*/ 426774 h 518646"/>
                <a:gd name="connsiteX179" fmla="*/ 524224 w 2589424"/>
                <a:gd name="connsiteY179" fmla="*/ 423544 h 518646"/>
                <a:gd name="connsiteX180" fmla="*/ 2081666 w 2589424"/>
                <a:gd name="connsiteY180" fmla="*/ 420409 h 518646"/>
                <a:gd name="connsiteX181" fmla="*/ 2064630 w 2589424"/>
                <a:gd name="connsiteY181" fmla="*/ 423734 h 518646"/>
                <a:gd name="connsiteX182" fmla="*/ 2180458 w 2589424"/>
                <a:gd name="connsiteY182" fmla="*/ 448436 h 518646"/>
                <a:gd name="connsiteX183" fmla="*/ 2200064 w 2589424"/>
                <a:gd name="connsiteY183" fmla="*/ 444731 h 518646"/>
                <a:gd name="connsiteX184" fmla="*/ 2081666 w 2589424"/>
                <a:gd name="connsiteY184" fmla="*/ 420504 h 518646"/>
                <a:gd name="connsiteX185" fmla="*/ 490532 w 2589424"/>
                <a:gd name="connsiteY185" fmla="*/ 416989 h 518646"/>
                <a:gd name="connsiteX186" fmla="*/ 369564 w 2589424"/>
                <a:gd name="connsiteY186" fmla="*/ 440740 h 518646"/>
                <a:gd name="connsiteX187" fmla="*/ 388695 w 2589424"/>
                <a:gd name="connsiteY187" fmla="*/ 444541 h 518646"/>
                <a:gd name="connsiteX188" fmla="*/ 507282 w 2589424"/>
                <a:gd name="connsiteY188" fmla="*/ 420314 h 518646"/>
                <a:gd name="connsiteX189" fmla="*/ 490532 w 2589424"/>
                <a:gd name="connsiteY189" fmla="*/ 416989 h 518646"/>
                <a:gd name="connsiteX190" fmla="*/ 2114692 w 2589424"/>
                <a:gd name="connsiteY190" fmla="*/ 413758 h 518646"/>
                <a:gd name="connsiteX191" fmla="*/ 2098322 w 2589424"/>
                <a:gd name="connsiteY191" fmla="*/ 417179 h 518646"/>
                <a:gd name="connsiteX192" fmla="*/ 2219194 w 2589424"/>
                <a:gd name="connsiteY192" fmla="*/ 440930 h 518646"/>
                <a:gd name="connsiteX193" fmla="*/ 2238039 w 2589424"/>
                <a:gd name="connsiteY193" fmla="*/ 437035 h 518646"/>
                <a:gd name="connsiteX194" fmla="*/ 2114692 w 2589424"/>
                <a:gd name="connsiteY194" fmla="*/ 413853 h 518646"/>
                <a:gd name="connsiteX195" fmla="*/ 458267 w 2589424"/>
                <a:gd name="connsiteY195" fmla="*/ 410053 h 518646"/>
                <a:gd name="connsiteX196" fmla="*/ 332351 w 2589424"/>
                <a:gd name="connsiteY196" fmla="*/ 432760 h 518646"/>
                <a:gd name="connsiteX197" fmla="*/ 350720 w 2589424"/>
                <a:gd name="connsiteY197" fmla="*/ 436750 h 518646"/>
                <a:gd name="connsiteX198" fmla="*/ 474162 w 2589424"/>
                <a:gd name="connsiteY198" fmla="*/ 413568 h 518646"/>
                <a:gd name="connsiteX199" fmla="*/ 458267 w 2589424"/>
                <a:gd name="connsiteY199" fmla="*/ 410053 h 518646"/>
                <a:gd name="connsiteX200" fmla="*/ 2146290 w 2589424"/>
                <a:gd name="connsiteY200" fmla="*/ 406728 h 518646"/>
                <a:gd name="connsiteX201" fmla="*/ 2130586 w 2589424"/>
                <a:gd name="connsiteY201" fmla="*/ 410243 h 518646"/>
                <a:gd name="connsiteX202" fmla="*/ 2256408 w 2589424"/>
                <a:gd name="connsiteY202" fmla="*/ 432950 h 518646"/>
                <a:gd name="connsiteX203" fmla="*/ 2274301 w 2589424"/>
                <a:gd name="connsiteY203" fmla="*/ 428864 h 518646"/>
                <a:gd name="connsiteX204" fmla="*/ 2146290 w 2589424"/>
                <a:gd name="connsiteY204" fmla="*/ 406633 h 518646"/>
                <a:gd name="connsiteX205" fmla="*/ 427526 w 2589424"/>
                <a:gd name="connsiteY205" fmla="*/ 402927 h 518646"/>
                <a:gd name="connsiteX206" fmla="*/ 297136 w 2589424"/>
                <a:gd name="connsiteY206" fmla="*/ 424589 h 518646"/>
                <a:gd name="connsiteX207" fmla="*/ 314648 w 2589424"/>
                <a:gd name="connsiteY207" fmla="*/ 428769 h 518646"/>
                <a:gd name="connsiteX208" fmla="*/ 442754 w 2589424"/>
                <a:gd name="connsiteY208" fmla="*/ 406633 h 518646"/>
                <a:gd name="connsiteX209" fmla="*/ 427526 w 2589424"/>
                <a:gd name="connsiteY209" fmla="*/ 403022 h 518646"/>
                <a:gd name="connsiteX210" fmla="*/ 2176366 w 2589424"/>
                <a:gd name="connsiteY210" fmla="*/ 399412 h 518646"/>
                <a:gd name="connsiteX211" fmla="*/ 2161518 w 2589424"/>
                <a:gd name="connsiteY211" fmla="*/ 403117 h 518646"/>
                <a:gd name="connsiteX212" fmla="*/ 2291813 w 2589424"/>
                <a:gd name="connsiteY212" fmla="*/ 424779 h 518646"/>
                <a:gd name="connsiteX213" fmla="*/ 2308849 w 2589424"/>
                <a:gd name="connsiteY213" fmla="*/ 420599 h 518646"/>
                <a:gd name="connsiteX214" fmla="*/ 2176366 w 2589424"/>
                <a:gd name="connsiteY214" fmla="*/ 399507 h 518646"/>
                <a:gd name="connsiteX215" fmla="*/ 398212 w 2589424"/>
                <a:gd name="connsiteY215" fmla="*/ 395612 h 518646"/>
                <a:gd name="connsiteX216" fmla="*/ 263349 w 2589424"/>
                <a:gd name="connsiteY216" fmla="*/ 416133 h 518646"/>
                <a:gd name="connsiteX217" fmla="*/ 280005 w 2589424"/>
                <a:gd name="connsiteY217" fmla="*/ 420409 h 518646"/>
                <a:gd name="connsiteX218" fmla="*/ 412679 w 2589424"/>
                <a:gd name="connsiteY218" fmla="*/ 399317 h 518646"/>
                <a:gd name="connsiteX219" fmla="*/ 398212 w 2589424"/>
                <a:gd name="connsiteY219" fmla="*/ 395612 h 518646"/>
                <a:gd name="connsiteX220" fmla="*/ 2204918 w 2589424"/>
                <a:gd name="connsiteY220" fmla="*/ 391907 h 518646"/>
                <a:gd name="connsiteX221" fmla="*/ 2190832 w 2589424"/>
                <a:gd name="connsiteY221" fmla="*/ 395707 h 518646"/>
                <a:gd name="connsiteX222" fmla="*/ 2325600 w 2589424"/>
                <a:gd name="connsiteY222" fmla="*/ 416228 h 518646"/>
                <a:gd name="connsiteX223" fmla="*/ 2341780 w 2589424"/>
                <a:gd name="connsiteY223" fmla="*/ 411858 h 518646"/>
                <a:gd name="connsiteX224" fmla="*/ 2204918 w 2589424"/>
                <a:gd name="connsiteY224" fmla="*/ 391907 h 518646"/>
                <a:gd name="connsiteX225" fmla="*/ 370516 w 2589424"/>
                <a:gd name="connsiteY225" fmla="*/ 387916 h 518646"/>
                <a:gd name="connsiteX226" fmla="*/ 231465 w 2589424"/>
                <a:gd name="connsiteY226" fmla="*/ 407298 h 518646"/>
                <a:gd name="connsiteX227" fmla="*/ 247265 w 2589424"/>
                <a:gd name="connsiteY227" fmla="*/ 411668 h 518646"/>
                <a:gd name="connsiteX228" fmla="*/ 384126 w 2589424"/>
                <a:gd name="connsiteY228" fmla="*/ 391717 h 518646"/>
                <a:gd name="connsiteX229" fmla="*/ 370516 w 2589424"/>
                <a:gd name="connsiteY229" fmla="*/ 387916 h 518646"/>
                <a:gd name="connsiteX230" fmla="*/ 2231948 w 2589424"/>
                <a:gd name="connsiteY230" fmla="*/ 384116 h 518646"/>
                <a:gd name="connsiteX231" fmla="*/ 2218623 w 2589424"/>
                <a:gd name="connsiteY231" fmla="*/ 388011 h 518646"/>
                <a:gd name="connsiteX232" fmla="*/ 2357579 w 2589424"/>
                <a:gd name="connsiteY232" fmla="*/ 407393 h 518646"/>
                <a:gd name="connsiteX233" fmla="*/ 2372806 w 2589424"/>
                <a:gd name="connsiteY233" fmla="*/ 402927 h 518646"/>
                <a:gd name="connsiteX234" fmla="*/ 2231948 w 2589424"/>
                <a:gd name="connsiteY234" fmla="*/ 384116 h 518646"/>
                <a:gd name="connsiteX235" fmla="*/ 344438 w 2589424"/>
                <a:gd name="connsiteY235" fmla="*/ 380126 h 518646"/>
                <a:gd name="connsiteX236" fmla="*/ 201581 w 2589424"/>
                <a:gd name="connsiteY236" fmla="*/ 398272 h 518646"/>
                <a:gd name="connsiteX237" fmla="*/ 216333 w 2589424"/>
                <a:gd name="connsiteY237" fmla="*/ 402832 h 518646"/>
                <a:gd name="connsiteX238" fmla="*/ 357382 w 2589424"/>
                <a:gd name="connsiteY238" fmla="*/ 384021 h 518646"/>
                <a:gd name="connsiteX239" fmla="*/ 344533 w 2589424"/>
                <a:gd name="connsiteY239" fmla="*/ 380126 h 518646"/>
                <a:gd name="connsiteX240" fmla="*/ 2257264 w 2589424"/>
                <a:gd name="connsiteY240" fmla="*/ 376230 h 518646"/>
                <a:gd name="connsiteX241" fmla="*/ 2244796 w 2589424"/>
                <a:gd name="connsiteY241" fmla="*/ 380221 h 518646"/>
                <a:gd name="connsiteX242" fmla="*/ 2387654 w 2589424"/>
                <a:gd name="connsiteY242" fmla="*/ 398462 h 518646"/>
                <a:gd name="connsiteX243" fmla="*/ 2401930 w 2589424"/>
                <a:gd name="connsiteY243" fmla="*/ 393807 h 518646"/>
                <a:gd name="connsiteX244" fmla="*/ 2257264 w 2589424"/>
                <a:gd name="connsiteY244" fmla="*/ 376230 h 518646"/>
                <a:gd name="connsiteX245" fmla="*/ 320073 w 2589424"/>
                <a:gd name="connsiteY245" fmla="*/ 372050 h 518646"/>
                <a:gd name="connsiteX246" fmla="*/ 173504 w 2589424"/>
                <a:gd name="connsiteY246" fmla="*/ 389056 h 518646"/>
                <a:gd name="connsiteX247" fmla="*/ 187304 w 2589424"/>
                <a:gd name="connsiteY247" fmla="*/ 393712 h 518646"/>
                <a:gd name="connsiteX248" fmla="*/ 332065 w 2589424"/>
                <a:gd name="connsiteY248" fmla="*/ 376135 h 518646"/>
                <a:gd name="connsiteX249" fmla="*/ 320073 w 2589424"/>
                <a:gd name="connsiteY249" fmla="*/ 372050 h 518646"/>
                <a:gd name="connsiteX250" fmla="*/ 2280963 w 2589424"/>
                <a:gd name="connsiteY250" fmla="*/ 367965 h 518646"/>
                <a:gd name="connsiteX251" fmla="*/ 2269256 w 2589424"/>
                <a:gd name="connsiteY251" fmla="*/ 372050 h 518646"/>
                <a:gd name="connsiteX252" fmla="*/ 2415826 w 2589424"/>
                <a:gd name="connsiteY252" fmla="*/ 389056 h 518646"/>
                <a:gd name="connsiteX253" fmla="*/ 2429150 w 2589424"/>
                <a:gd name="connsiteY253" fmla="*/ 384306 h 518646"/>
                <a:gd name="connsiteX254" fmla="*/ 2280868 w 2589424"/>
                <a:gd name="connsiteY254" fmla="*/ 367965 h 518646"/>
                <a:gd name="connsiteX255" fmla="*/ 297327 w 2589424"/>
                <a:gd name="connsiteY255" fmla="*/ 363784 h 518646"/>
                <a:gd name="connsiteX256" fmla="*/ 147331 w 2589424"/>
                <a:gd name="connsiteY256" fmla="*/ 379556 h 518646"/>
                <a:gd name="connsiteX257" fmla="*/ 160084 w 2589424"/>
                <a:gd name="connsiteY257" fmla="*/ 384306 h 518646"/>
                <a:gd name="connsiteX258" fmla="*/ 308462 w 2589424"/>
                <a:gd name="connsiteY258" fmla="*/ 367965 h 518646"/>
                <a:gd name="connsiteX259" fmla="*/ 297327 w 2589424"/>
                <a:gd name="connsiteY259" fmla="*/ 363784 h 518646"/>
                <a:gd name="connsiteX260" fmla="*/ 2302853 w 2589424"/>
                <a:gd name="connsiteY260" fmla="*/ 359604 h 518646"/>
                <a:gd name="connsiteX261" fmla="*/ 2292098 w 2589424"/>
                <a:gd name="connsiteY261" fmla="*/ 363784 h 518646"/>
                <a:gd name="connsiteX262" fmla="*/ 2442094 w 2589424"/>
                <a:gd name="connsiteY262" fmla="*/ 379556 h 518646"/>
                <a:gd name="connsiteX263" fmla="*/ 2454467 w 2589424"/>
                <a:gd name="connsiteY263" fmla="*/ 374710 h 518646"/>
                <a:gd name="connsiteX264" fmla="*/ 2302948 w 2589424"/>
                <a:gd name="connsiteY264" fmla="*/ 359604 h 518646"/>
                <a:gd name="connsiteX265" fmla="*/ 276483 w 2589424"/>
                <a:gd name="connsiteY265" fmla="*/ 355424 h 518646"/>
                <a:gd name="connsiteX266" fmla="*/ 123347 w 2589424"/>
                <a:gd name="connsiteY266" fmla="*/ 369865 h 518646"/>
                <a:gd name="connsiteX267" fmla="*/ 135053 w 2589424"/>
                <a:gd name="connsiteY267" fmla="*/ 374710 h 518646"/>
                <a:gd name="connsiteX268" fmla="*/ 286572 w 2589424"/>
                <a:gd name="connsiteY268" fmla="*/ 359604 h 518646"/>
                <a:gd name="connsiteX269" fmla="*/ 276388 w 2589424"/>
                <a:gd name="connsiteY269" fmla="*/ 355329 h 518646"/>
                <a:gd name="connsiteX270" fmla="*/ 2323030 w 2589424"/>
                <a:gd name="connsiteY270" fmla="*/ 351053 h 518646"/>
                <a:gd name="connsiteX271" fmla="*/ 2313227 w 2589424"/>
                <a:gd name="connsiteY271" fmla="*/ 355329 h 518646"/>
                <a:gd name="connsiteX272" fmla="*/ 2466364 w 2589424"/>
                <a:gd name="connsiteY272" fmla="*/ 369770 h 518646"/>
                <a:gd name="connsiteX273" fmla="*/ 2477784 w 2589424"/>
                <a:gd name="connsiteY273" fmla="*/ 364829 h 518646"/>
                <a:gd name="connsiteX274" fmla="*/ 2323125 w 2589424"/>
                <a:gd name="connsiteY274" fmla="*/ 350958 h 518646"/>
                <a:gd name="connsiteX275" fmla="*/ 257258 w 2589424"/>
                <a:gd name="connsiteY275" fmla="*/ 346778 h 518646"/>
                <a:gd name="connsiteX276" fmla="*/ 101171 w 2589424"/>
                <a:gd name="connsiteY276" fmla="*/ 359984 h 518646"/>
                <a:gd name="connsiteX277" fmla="*/ 111926 w 2589424"/>
                <a:gd name="connsiteY277" fmla="*/ 364924 h 518646"/>
                <a:gd name="connsiteX278" fmla="*/ 266490 w 2589424"/>
                <a:gd name="connsiteY278" fmla="*/ 351053 h 518646"/>
                <a:gd name="connsiteX279" fmla="*/ 257163 w 2589424"/>
                <a:gd name="connsiteY279" fmla="*/ 346683 h 518646"/>
                <a:gd name="connsiteX280" fmla="*/ 2341399 w 2589424"/>
                <a:gd name="connsiteY280" fmla="*/ 342408 h 518646"/>
                <a:gd name="connsiteX281" fmla="*/ 2332452 w 2589424"/>
                <a:gd name="connsiteY281" fmla="*/ 346778 h 518646"/>
                <a:gd name="connsiteX282" fmla="*/ 2488539 w 2589424"/>
                <a:gd name="connsiteY282" fmla="*/ 359984 h 518646"/>
                <a:gd name="connsiteX283" fmla="*/ 2498818 w 2589424"/>
                <a:gd name="connsiteY283" fmla="*/ 354949 h 518646"/>
                <a:gd name="connsiteX284" fmla="*/ 2341399 w 2589424"/>
                <a:gd name="connsiteY284" fmla="*/ 342408 h 518646"/>
                <a:gd name="connsiteX285" fmla="*/ 239936 w 2589424"/>
                <a:gd name="connsiteY285" fmla="*/ 338037 h 518646"/>
                <a:gd name="connsiteX286" fmla="*/ 81279 w 2589424"/>
                <a:gd name="connsiteY286" fmla="*/ 349913 h 518646"/>
                <a:gd name="connsiteX287" fmla="*/ 90987 w 2589424"/>
                <a:gd name="connsiteY287" fmla="*/ 354949 h 518646"/>
                <a:gd name="connsiteX288" fmla="*/ 248407 w 2589424"/>
                <a:gd name="connsiteY288" fmla="*/ 342408 h 518646"/>
                <a:gd name="connsiteX289" fmla="*/ 239936 w 2589424"/>
                <a:gd name="connsiteY289" fmla="*/ 338037 h 518646"/>
                <a:gd name="connsiteX290" fmla="*/ 2357769 w 2589424"/>
                <a:gd name="connsiteY290" fmla="*/ 333477 h 518646"/>
                <a:gd name="connsiteX291" fmla="*/ 2349774 w 2589424"/>
                <a:gd name="connsiteY291" fmla="*/ 337942 h 518646"/>
                <a:gd name="connsiteX292" fmla="*/ 2508431 w 2589424"/>
                <a:gd name="connsiteY292" fmla="*/ 349818 h 518646"/>
                <a:gd name="connsiteX293" fmla="*/ 2517663 w 2589424"/>
                <a:gd name="connsiteY293" fmla="*/ 344688 h 518646"/>
                <a:gd name="connsiteX294" fmla="*/ 2357769 w 2589424"/>
                <a:gd name="connsiteY294" fmla="*/ 333572 h 518646"/>
                <a:gd name="connsiteX295" fmla="*/ 224423 w 2589424"/>
                <a:gd name="connsiteY295" fmla="*/ 329106 h 518646"/>
                <a:gd name="connsiteX296" fmla="*/ 63482 w 2589424"/>
                <a:gd name="connsiteY296" fmla="*/ 339557 h 518646"/>
                <a:gd name="connsiteX297" fmla="*/ 72143 w 2589424"/>
                <a:gd name="connsiteY297" fmla="*/ 344688 h 518646"/>
                <a:gd name="connsiteX298" fmla="*/ 232037 w 2589424"/>
                <a:gd name="connsiteY298" fmla="*/ 333477 h 518646"/>
                <a:gd name="connsiteX299" fmla="*/ 224423 w 2589424"/>
                <a:gd name="connsiteY299" fmla="*/ 329011 h 518646"/>
                <a:gd name="connsiteX300" fmla="*/ 2372426 w 2589424"/>
                <a:gd name="connsiteY300" fmla="*/ 324451 h 518646"/>
                <a:gd name="connsiteX301" fmla="*/ 2365383 w 2589424"/>
                <a:gd name="connsiteY301" fmla="*/ 329011 h 518646"/>
                <a:gd name="connsiteX302" fmla="*/ 2526419 w 2589424"/>
                <a:gd name="connsiteY302" fmla="*/ 339462 h 518646"/>
                <a:gd name="connsiteX303" fmla="*/ 2534509 w 2589424"/>
                <a:gd name="connsiteY303" fmla="*/ 334237 h 518646"/>
                <a:gd name="connsiteX304" fmla="*/ 2372426 w 2589424"/>
                <a:gd name="connsiteY304" fmla="*/ 324451 h 518646"/>
                <a:gd name="connsiteX305" fmla="*/ 210813 w 2589424"/>
                <a:gd name="connsiteY305" fmla="*/ 320081 h 518646"/>
                <a:gd name="connsiteX306" fmla="*/ 47683 w 2589424"/>
                <a:gd name="connsiteY306" fmla="*/ 329201 h 518646"/>
                <a:gd name="connsiteX307" fmla="*/ 55297 w 2589424"/>
                <a:gd name="connsiteY307" fmla="*/ 334427 h 518646"/>
                <a:gd name="connsiteX308" fmla="*/ 217380 w 2589424"/>
                <a:gd name="connsiteY308" fmla="*/ 324641 h 518646"/>
                <a:gd name="connsiteX309" fmla="*/ 210813 w 2589424"/>
                <a:gd name="connsiteY309" fmla="*/ 320081 h 518646"/>
                <a:gd name="connsiteX310" fmla="*/ 2385084 w 2589424"/>
                <a:gd name="connsiteY310" fmla="*/ 315425 h 518646"/>
                <a:gd name="connsiteX311" fmla="*/ 2378993 w 2589424"/>
                <a:gd name="connsiteY311" fmla="*/ 319986 h 518646"/>
                <a:gd name="connsiteX312" fmla="*/ 2542123 w 2589424"/>
                <a:gd name="connsiteY312" fmla="*/ 329106 h 518646"/>
                <a:gd name="connsiteX313" fmla="*/ 2549166 w 2589424"/>
                <a:gd name="connsiteY313" fmla="*/ 323881 h 518646"/>
                <a:gd name="connsiteX314" fmla="*/ 2385084 w 2589424"/>
                <a:gd name="connsiteY314" fmla="*/ 315520 h 518646"/>
                <a:gd name="connsiteX315" fmla="*/ 199011 w 2589424"/>
                <a:gd name="connsiteY315" fmla="*/ 310960 h 518646"/>
                <a:gd name="connsiteX316" fmla="*/ 34168 w 2589424"/>
                <a:gd name="connsiteY316" fmla="*/ 318656 h 518646"/>
                <a:gd name="connsiteX317" fmla="*/ 40735 w 2589424"/>
                <a:gd name="connsiteY317" fmla="*/ 323976 h 518646"/>
                <a:gd name="connsiteX318" fmla="*/ 204721 w 2589424"/>
                <a:gd name="connsiteY318" fmla="*/ 315520 h 518646"/>
                <a:gd name="connsiteX319" fmla="*/ 199106 w 2589424"/>
                <a:gd name="connsiteY319" fmla="*/ 310960 h 518646"/>
                <a:gd name="connsiteX320" fmla="*/ 2395744 w 2589424"/>
                <a:gd name="connsiteY320" fmla="*/ 306210 h 518646"/>
                <a:gd name="connsiteX321" fmla="*/ 2390604 w 2589424"/>
                <a:gd name="connsiteY321" fmla="*/ 310770 h 518646"/>
                <a:gd name="connsiteX322" fmla="*/ 2555542 w 2589424"/>
                <a:gd name="connsiteY322" fmla="*/ 318466 h 518646"/>
                <a:gd name="connsiteX323" fmla="*/ 2561348 w 2589424"/>
                <a:gd name="connsiteY323" fmla="*/ 313145 h 518646"/>
                <a:gd name="connsiteX324" fmla="*/ 2395649 w 2589424"/>
                <a:gd name="connsiteY324" fmla="*/ 306115 h 518646"/>
                <a:gd name="connsiteX325" fmla="*/ 189303 w 2589424"/>
                <a:gd name="connsiteY325" fmla="*/ 301744 h 518646"/>
                <a:gd name="connsiteX326" fmla="*/ 22937 w 2589424"/>
                <a:gd name="connsiteY326" fmla="*/ 308110 h 518646"/>
                <a:gd name="connsiteX327" fmla="*/ 28362 w 2589424"/>
                <a:gd name="connsiteY327" fmla="*/ 313430 h 518646"/>
                <a:gd name="connsiteX328" fmla="*/ 193967 w 2589424"/>
                <a:gd name="connsiteY328" fmla="*/ 306400 h 518646"/>
                <a:gd name="connsiteX329" fmla="*/ 189398 w 2589424"/>
                <a:gd name="connsiteY329" fmla="*/ 301744 h 518646"/>
                <a:gd name="connsiteX330" fmla="*/ 2404595 w 2589424"/>
                <a:gd name="connsiteY330" fmla="*/ 296899 h 518646"/>
                <a:gd name="connsiteX331" fmla="*/ 2400407 w 2589424"/>
                <a:gd name="connsiteY331" fmla="*/ 301554 h 518646"/>
                <a:gd name="connsiteX332" fmla="*/ 2566868 w 2589424"/>
                <a:gd name="connsiteY332" fmla="*/ 307825 h 518646"/>
                <a:gd name="connsiteX333" fmla="*/ 2571532 w 2589424"/>
                <a:gd name="connsiteY333" fmla="*/ 302504 h 518646"/>
                <a:gd name="connsiteX334" fmla="*/ 2404595 w 2589424"/>
                <a:gd name="connsiteY334" fmla="*/ 296899 h 518646"/>
                <a:gd name="connsiteX335" fmla="*/ 181499 w 2589424"/>
                <a:gd name="connsiteY335" fmla="*/ 292434 h 518646"/>
                <a:gd name="connsiteX336" fmla="*/ 13896 w 2589424"/>
                <a:gd name="connsiteY336" fmla="*/ 297374 h 518646"/>
                <a:gd name="connsiteX337" fmla="*/ 18178 w 2589424"/>
                <a:gd name="connsiteY337" fmla="*/ 302694 h 518646"/>
                <a:gd name="connsiteX338" fmla="*/ 185115 w 2589424"/>
                <a:gd name="connsiteY338" fmla="*/ 297089 h 518646"/>
                <a:gd name="connsiteX339" fmla="*/ 181499 w 2589424"/>
                <a:gd name="connsiteY339" fmla="*/ 292434 h 518646"/>
                <a:gd name="connsiteX340" fmla="*/ 2411353 w 2589424"/>
                <a:gd name="connsiteY340" fmla="*/ 287588 h 518646"/>
                <a:gd name="connsiteX341" fmla="*/ 2408212 w 2589424"/>
                <a:gd name="connsiteY341" fmla="*/ 292243 h 518646"/>
                <a:gd name="connsiteX342" fmla="*/ 2575815 w 2589424"/>
                <a:gd name="connsiteY342" fmla="*/ 297184 h 518646"/>
                <a:gd name="connsiteX343" fmla="*/ 2579431 w 2589424"/>
                <a:gd name="connsiteY343" fmla="*/ 291768 h 518646"/>
                <a:gd name="connsiteX344" fmla="*/ 2411353 w 2589424"/>
                <a:gd name="connsiteY344" fmla="*/ 287588 h 518646"/>
                <a:gd name="connsiteX345" fmla="*/ 175503 w 2589424"/>
                <a:gd name="connsiteY345" fmla="*/ 283028 h 518646"/>
                <a:gd name="connsiteX346" fmla="*/ 7138 w 2589424"/>
                <a:gd name="connsiteY346" fmla="*/ 286543 h 518646"/>
                <a:gd name="connsiteX347" fmla="*/ 10184 w 2589424"/>
                <a:gd name="connsiteY347" fmla="*/ 291958 h 518646"/>
                <a:gd name="connsiteX348" fmla="*/ 178168 w 2589424"/>
                <a:gd name="connsiteY348" fmla="*/ 287683 h 518646"/>
                <a:gd name="connsiteX349" fmla="*/ 175503 w 2589424"/>
                <a:gd name="connsiteY349" fmla="*/ 283028 h 518646"/>
                <a:gd name="connsiteX350" fmla="*/ 2416206 w 2589424"/>
                <a:gd name="connsiteY350" fmla="*/ 278182 h 518646"/>
                <a:gd name="connsiteX351" fmla="*/ 2414017 w 2589424"/>
                <a:gd name="connsiteY351" fmla="*/ 282933 h 518646"/>
                <a:gd name="connsiteX352" fmla="*/ 2582477 w 2589424"/>
                <a:gd name="connsiteY352" fmla="*/ 286448 h 518646"/>
                <a:gd name="connsiteX353" fmla="*/ 2585047 w 2589424"/>
                <a:gd name="connsiteY353" fmla="*/ 281033 h 518646"/>
                <a:gd name="connsiteX354" fmla="*/ 2416206 w 2589424"/>
                <a:gd name="connsiteY354" fmla="*/ 278182 h 518646"/>
                <a:gd name="connsiteX355" fmla="*/ 171600 w 2589424"/>
                <a:gd name="connsiteY355" fmla="*/ 273622 h 518646"/>
                <a:gd name="connsiteX356" fmla="*/ 2665 w 2589424"/>
                <a:gd name="connsiteY356" fmla="*/ 275712 h 518646"/>
                <a:gd name="connsiteX357" fmla="*/ 4664 w 2589424"/>
                <a:gd name="connsiteY357" fmla="*/ 281128 h 518646"/>
                <a:gd name="connsiteX358" fmla="*/ 173409 w 2589424"/>
                <a:gd name="connsiteY358" fmla="*/ 278277 h 518646"/>
                <a:gd name="connsiteX359" fmla="*/ 171696 w 2589424"/>
                <a:gd name="connsiteY359" fmla="*/ 273527 h 518646"/>
                <a:gd name="connsiteX360" fmla="*/ 2419157 w 2589424"/>
                <a:gd name="connsiteY360" fmla="*/ 268777 h 518646"/>
                <a:gd name="connsiteX361" fmla="*/ 2417920 w 2589424"/>
                <a:gd name="connsiteY361" fmla="*/ 273527 h 518646"/>
                <a:gd name="connsiteX362" fmla="*/ 2586855 w 2589424"/>
                <a:gd name="connsiteY362" fmla="*/ 275617 h 518646"/>
                <a:gd name="connsiteX363" fmla="*/ 2588283 w 2589424"/>
                <a:gd name="connsiteY363" fmla="*/ 270202 h 518646"/>
                <a:gd name="connsiteX364" fmla="*/ 2419157 w 2589424"/>
                <a:gd name="connsiteY364" fmla="*/ 268777 h 518646"/>
                <a:gd name="connsiteX365" fmla="*/ 169697 w 2589424"/>
                <a:gd name="connsiteY365" fmla="*/ 264216 h 518646"/>
                <a:gd name="connsiteX366" fmla="*/ 381 w 2589424"/>
                <a:gd name="connsiteY366" fmla="*/ 264976 h 518646"/>
                <a:gd name="connsiteX367" fmla="*/ 1237 w 2589424"/>
                <a:gd name="connsiteY367" fmla="*/ 270392 h 518646"/>
                <a:gd name="connsiteX368" fmla="*/ 170363 w 2589424"/>
                <a:gd name="connsiteY368" fmla="*/ 268967 h 518646"/>
                <a:gd name="connsiteX369" fmla="*/ 169697 w 2589424"/>
                <a:gd name="connsiteY369" fmla="*/ 264216 h 518646"/>
                <a:gd name="connsiteX370" fmla="*/ 2589425 w 2589424"/>
                <a:gd name="connsiteY370" fmla="*/ 258896 h 518646"/>
                <a:gd name="connsiteX371" fmla="*/ 2420108 w 2589424"/>
                <a:gd name="connsiteY371" fmla="*/ 258896 h 518646"/>
                <a:gd name="connsiteX372" fmla="*/ 2420108 w 2589424"/>
                <a:gd name="connsiteY372" fmla="*/ 259276 h 518646"/>
                <a:gd name="connsiteX373" fmla="*/ 2419823 w 2589424"/>
                <a:gd name="connsiteY373" fmla="*/ 264026 h 518646"/>
                <a:gd name="connsiteX374" fmla="*/ 2589139 w 2589424"/>
                <a:gd name="connsiteY374" fmla="*/ 264691 h 518646"/>
                <a:gd name="connsiteX375" fmla="*/ 2589425 w 2589424"/>
                <a:gd name="connsiteY375" fmla="*/ 259276 h 518646"/>
                <a:gd name="connsiteX376" fmla="*/ 2589425 w 2589424"/>
                <a:gd name="connsiteY376" fmla="*/ 258896 h 518646"/>
                <a:gd name="connsiteX377" fmla="*/ 286 w 2589424"/>
                <a:gd name="connsiteY377" fmla="*/ 254145 h 518646"/>
                <a:gd name="connsiteX378" fmla="*/ 0 w 2589424"/>
                <a:gd name="connsiteY378" fmla="*/ 259371 h 518646"/>
                <a:gd name="connsiteX379" fmla="*/ 0 w 2589424"/>
                <a:gd name="connsiteY379" fmla="*/ 259561 h 518646"/>
                <a:gd name="connsiteX380" fmla="*/ 169411 w 2589424"/>
                <a:gd name="connsiteY380" fmla="*/ 259561 h 518646"/>
                <a:gd name="connsiteX381" fmla="*/ 169411 w 2589424"/>
                <a:gd name="connsiteY381" fmla="*/ 259371 h 518646"/>
                <a:gd name="connsiteX382" fmla="*/ 169602 w 2589424"/>
                <a:gd name="connsiteY382" fmla="*/ 254810 h 518646"/>
                <a:gd name="connsiteX383" fmla="*/ 286 w 2589424"/>
                <a:gd name="connsiteY383" fmla="*/ 254145 h 518646"/>
                <a:gd name="connsiteX384" fmla="*/ 2588283 w 2589424"/>
                <a:gd name="connsiteY384" fmla="*/ 248065 h 518646"/>
                <a:gd name="connsiteX385" fmla="*/ 2419157 w 2589424"/>
                <a:gd name="connsiteY385" fmla="*/ 249490 h 518646"/>
                <a:gd name="connsiteX386" fmla="*/ 2419918 w 2589424"/>
                <a:gd name="connsiteY386" fmla="*/ 254240 h 518646"/>
                <a:gd name="connsiteX387" fmla="*/ 2589139 w 2589424"/>
                <a:gd name="connsiteY387" fmla="*/ 253480 h 518646"/>
                <a:gd name="connsiteX388" fmla="*/ 2588283 w 2589424"/>
                <a:gd name="connsiteY388" fmla="*/ 248065 h 518646"/>
                <a:gd name="connsiteX389" fmla="*/ 2475 w 2589424"/>
                <a:gd name="connsiteY389" fmla="*/ 243220 h 518646"/>
                <a:gd name="connsiteX390" fmla="*/ 1142 w 2589424"/>
                <a:gd name="connsiteY390" fmla="*/ 248635 h 518646"/>
                <a:gd name="connsiteX391" fmla="*/ 170268 w 2589424"/>
                <a:gd name="connsiteY391" fmla="*/ 249965 h 518646"/>
                <a:gd name="connsiteX392" fmla="*/ 171505 w 2589424"/>
                <a:gd name="connsiteY392" fmla="*/ 245215 h 518646"/>
                <a:gd name="connsiteX393" fmla="*/ 2475 w 2589424"/>
                <a:gd name="connsiteY393" fmla="*/ 243125 h 518646"/>
                <a:gd name="connsiteX394" fmla="*/ 2584856 w 2589424"/>
                <a:gd name="connsiteY394" fmla="*/ 237234 h 518646"/>
                <a:gd name="connsiteX395" fmla="*/ 2416111 w 2589424"/>
                <a:gd name="connsiteY395" fmla="*/ 240084 h 518646"/>
                <a:gd name="connsiteX396" fmla="*/ 2417824 w 2589424"/>
                <a:gd name="connsiteY396" fmla="*/ 244835 h 518646"/>
                <a:gd name="connsiteX397" fmla="*/ 2586760 w 2589424"/>
                <a:gd name="connsiteY397" fmla="*/ 242649 h 518646"/>
                <a:gd name="connsiteX398" fmla="*/ 2584761 w 2589424"/>
                <a:gd name="connsiteY398" fmla="*/ 237234 h 518646"/>
                <a:gd name="connsiteX399" fmla="*/ 6948 w 2589424"/>
                <a:gd name="connsiteY399" fmla="*/ 232484 h 518646"/>
                <a:gd name="connsiteX400" fmla="*/ 4473 w 2589424"/>
                <a:gd name="connsiteY400" fmla="*/ 237899 h 518646"/>
                <a:gd name="connsiteX401" fmla="*/ 173218 w 2589424"/>
                <a:gd name="connsiteY401" fmla="*/ 240654 h 518646"/>
                <a:gd name="connsiteX402" fmla="*/ 175407 w 2589424"/>
                <a:gd name="connsiteY402" fmla="*/ 235904 h 518646"/>
                <a:gd name="connsiteX403" fmla="*/ 6948 w 2589424"/>
                <a:gd name="connsiteY403" fmla="*/ 232389 h 518646"/>
                <a:gd name="connsiteX404" fmla="*/ 2579146 w 2589424"/>
                <a:gd name="connsiteY404" fmla="*/ 226498 h 518646"/>
                <a:gd name="connsiteX405" fmla="*/ 2411162 w 2589424"/>
                <a:gd name="connsiteY405" fmla="*/ 230774 h 518646"/>
                <a:gd name="connsiteX406" fmla="*/ 2413827 w 2589424"/>
                <a:gd name="connsiteY406" fmla="*/ 235429 h 518646"/>
                <a:gd name="connsiteX407" fmla="*/ 2582287 w 2589424"/>
                <a:gd name="connsiteY407" fmla="*/ 231914 h 518646"/>
                <a:gd name="connsiteX408" fmla="*/ 2579146 w 2589424"/>
                <a:gd name="connsiteY408" fmla="*/ 226498 h 518646"/>
                <a:gd name="connsiteX409" fmla="*/ 13610 w 2589424"/>
                <a:gd name="connsiteY409" fmla="*/ 221653 h 518646"/>
                <a:gd name="connsiteX410" fmla="*/ 10089 w 2589424"/>
                <a:gd name="connsiteY410" fmla="*/ 227068 h 518646"/>
                <a:gd name="connsiteX411" fmla="*/ 178072 w 2589424"/>
                <a:gd name="connsiteY411" fmla="*/ 231249 h 518646"/>
                <a:gd name="connsiteX412" fmla="*/ 181213 w 2589424"/>
                <a:gd name="connsiteY412" fmla="*/ 226593 h 518646"/>
                <a:gd name="connsiteX413" fmla="*/ 13610 w 2589424"/>
                <a:gd name="connsiteY413" fmla="*/ 221748 h 518646"/>
                <a:gd name="connsiteX414" fmla="*/ 2571246 w 2589424"/>
                <a:gd name="connsiteY414" fmla="*/ 215667 h 518646"/>
                <a:gd name="connsiteX415" fmla="*/ 2404309 w 2589424"/>
                <a:gd name="connsiteY415" fmla="*/ 221368 h 518646"/>
                <a:gd name="connsiteX416" fmla="*/ 2407926 w 2589424"/>
                <a:gd name="connsiteY416" fmla="*/ 226023 h 518646"/>
                <a:gd name="connsiteX417" fmla="*/ 2575434 w 2589424"/>
                <a:gd name="connsiteY417" fmla="*/ 221083 h 518646"/>
                <a:gd name="connsiteX418" fmla="*/ 2571246 w 2589424"/>
                <a:gd name="connsiteY418" fmla="*/ 215667 h 518646"/>
                <a:gd name="connsiteX419" fmla="*/ 22556 w 2589424"/>
                <a:gd name="connsiteY419" fmla="*/ 210917 h 518646"/>
                <a:gd name="connsiteX420" fmla="*/ 17798 w 2589424"/>
                <a:gd name="connsiteY420" fmla="*/ 216237 h 518646"/>
                <a:gd name="connsiteX421" fmla="*/ 184830 w 2589424"/>
                <a:gd name="connsiteY421" fmla="*/ 221843 h 518646"/>
                <a:gd name="connsiteX422" fmla="*/ 188922 w 2589424"/>
                <a:gd name="connsiteY422" fmla="*/ 217187 h 518646"/>
                <a:gd name="connsiteX423" fmla="*/ 22556 w 2589424"/>
                <a:gd name="connsiteY423" fmla="*/ 210917 h 518646"/>
                <a:gd name="connsiteX424" fmla="*/ 2561063 w 2589424"/>
                <a:gd name="connsiteY424" fmla="*/ 205026 h 518646"/>
                <a:gd name="connsiteX425" fmla="*/ 2395363 w 2589424"/>
                <a:gd name="connsiteY425" fmla="*/ 212152 h 518646"/>
                <a:gd name="connsiteX426" fmla="*/ 2400027 w 2589424"/>
                <a:gd name="connsiteY426" fmla="*/ 216807 h 518646"/>
                <a:gd name="connsiteX427" fmla="*/ 2566297 w 2589424"/>
                <a:gd name="connsiteY427" fmla="*/ 210442 h 518646"/>
                <a:gd name="connsiteX428" fmla="*/ 2560968 w 2589424"/>
                <a:gd name="connsiteY428" fmla="*/ 205121 h 518646"/>
                <a:gd name="connsiteX429" fmla="*/ 33692 w 2589424"/>
                <a:gd name="connsiteY429" fmla="*/ 200371 h 518646"/>
                <a:gd name="connsiteX430" fmla="*/ 27886 w 2589424"/>
                <a:gd name="connsiteY430" fmla="*/ 205692 h 518646"/>
                <a:gd name="connsiteX431" fmla="*/ 193586 w 2589424"/>
                <a:gd name="connsiteY431" fmla="*/ 212722 h 518646"/>
                <a:gd name="connsiteX432" fmla="*/ 198725 w 2589424"/>
                <a:gd name="connsiteY432" fmla="*/ 208162 h 518646"/>
                <a:gd name="connsiteX433" fmla="*/ 33787 w 2589424"/>
                <a:gd name="connsiteY433" fmla="*/ 200466 h 518646"/>
                <a:gd name="connsiteX434" fmla="*/ 2548595 w 2589424"/>
                <a:gd name="connsiteY434" fmla="*/ 194481 h 518646"/>
                <a:gd name="connsiteX435" fmla="*/ 2384608 w 2589424"/>
                <a:gd name="connsiteY435" fmla="*/ 202936 h 518646"/>
                <a:gd name="connsiteX436" fmla="*/ 2390224 w 2589424"/>
                <a:gd name="connsiteY436" fmla="*/ 207497 h 518646"/>
                <a:gd name="connsiteX437" fmla="*/ 2555067 w 2589424"/>
                <a:gd name="connsiteY437" fmla="*/ 199706 h 518646"/>
                <a:gd name="connsiteX438" fmla="*/ 2548500 w 2589424"/>
                <a:gd name="connsiteY438" fmla="*/ 194481 h 518646"/>
                <a:gd name="connsiteX439" fmla="*/ 47112 w 2589424"/>
                <a:gd name="connsiteY439" fmla="*/ 189825 h 518646"/>
                <a:gd name="connsiteX440" fmla="*/ 40164 w 2589424"/>
                <a:gd name="connsiteY440" fmla="*/ 195051 h 518646"/>
                <a:gd name="connsiteX441" fmla="*/ 204245 w 2589424"/>
                <a:gd name="connsiteY441" fmla="*/ 203411 h 518646"/>
                <a:gd name="connsiteX442" fmla="*/ 210337 w 2589424"/>
                <a:gd name="connsiteY442" fmla="*/ 198851 h 518646"/>
                <a:gd name="connsiteX443" fmla="*/ 47112 w 2589424"/>
                <a:gd name="connsiteY443" fmla="*/ 189825 h 518646"/>
                <a:gd name="connsiteX444" fmla="*/ 2534033 w 2589424"/>
                <a:gd name="connsiteY444" fmla="*/ 184030 h 518646"/>
                <a:gd name="connsiteX445" fmla="*/ 2371950 w 2589424"/>
                <a:gd name="connsiteY445" fmla="*/ 193816 h 518646"/>
                <a:gd name="connsiteX446" fmla="*/ 2378612 w 2589424"/>
                <a:gd name="connsiteY446" fmla="*/ 198376 h 518646"/>
                <a:gd name="connsiteX447" fmla="*/ 2541647 w 2589424"/>
                <a:gd name="connsiteY447" fmla="*/ 189255 h 518646"/>
                <a:gd name="connsiteX448" fmla="*/ 2534033 w 2589424"/>
                <a:gd name="connsiteY448" fmla="*/ 184030 h 518646"/>
                <a:gd name="connsiteX449" fmla="*/ 62815 w 2589424"/>
                <a:gd name="connsiteY449" fmla="*/ 179374 h 518646"/>
                <a:gd name="connsiteX450" fmla="*/ 54726 w 2589424"/>
                <a:gd name="connsiteY450" fmla="*/ 184600 h 518646"/>
                <a:gd name="connsiteX451" fmla="*/ 216904 w 2589424"/>
                <a:gd name="connsiteY451" fmla="*/ 194386 h 518646"/>
                <a:gd name="connsiteX452" fmla="*/ 223947 w 2589424"/>
                <a:gd name="connsiteY452" fmla="*/ 189825 h 518646"/>
                <a:gd name="connsiteX453" fmla="*/ 62815 w 2589424"/>
                <a:gd name="connsiteY453" fmla="*/ 179374 h 518646"/>
                <a:gd name="connsiteX454" fmla="*/ 2517187 w 2589424"/>
                <a:gd name="connsiteY454" fmla="*/ 173674 h 518646"/>
                <a:gd name="connsiteX455" fmla="*/ 2357293 w 2589424"/>
                <a:gd name="connsiteY455" fmla="*/ 184885 h 518646"/>
                <a:gd name="connsiteX456" fmla="*/ 2364907 w 2589424"/>
                <a:gd name="connsiteY456" fmla="*/ 189350 h 518646"/>
                <a:gd name="connsiteX457" fmla="*/ 2525848 w 2589424"/>
                <a:gd name="connsiteY457" fmla="*/ 178804 h 518646"/>
                <a:gd name="connsiteX458" fmla="*/ 2517187 w 2589424"/>
                <a:gd name="connsiteY458" fmla="*/ 173674 h 518646"/>
                <a:gd name="connsiteX459" fmla="*/ 80613 w 2589424"/>
                <a:gd name="connsiteY459" fmla="*/ 169114 h 518646"/>
                <a:gd name="connsiteX460" fmla="*/ 71476 w 2589424"/>
                <a:gd name="connsiteY460" fmla="*/ 174244 h 518646"/>
                <a:gd name="connsiteX461" fmla="*/ 231370 w 2589424"/>
                <a:gd name="connsiteY461" fmla="*/ 185360 h 518646"/>
                <a:gd name="connsiteX462" fmla="*/ 239365 w 2589424"/>
                <a:gd name="connsiteY462" fmla="*/ 180895 h 518646"/>
                <a:gd name="connsiteX463" fmla="*/ 80613 w 2589424"/>
                <a:gd name="connsiteY463" fmla="*/ 169114 h 518646"/>
                <a:gd name="connsiteX464" fmla="*/ 2498152 w 2589424"/>
                <a:gd name="connsiteY464" fmla="*/ 163508 h 518646"/>
                <a:gd name="connsiteX465" fmla="*/ 2340828 w 2589424"/>
                <a:gd name="connsiteY465" fmla="*/ 176049 h 518646"/>
                <a:gd name="connsiteX466" fmla="*/ 2349298 w 2589424"/>
                <a:gd name="connsiteY466" fmla="*/ 180420 h 518646"/>
                <a:gd name="connsiteX467" fmla="*/ 2507955 w 2589424"/>
                <a:gd name="connsiteY467" fmla="*/ 168544 h 518646"/>
                <a:gd name="connsiteX468" fmla="*/ 2498152 w 2589424"/>
                <a:gd name="connsiteY468" fmla="*/ 163508 h 518646"/>
                <a:gd name="connsiteX469" fmla="*/ 100695 w 2589424"/>
                <a:gd name="connsiteY469" fmla="*/ 158948 h 518646"/>
                <a:gd name="connsiteX470" fmla="*/ 90416 w 2589424"/>
                <a:gd name="connsiteY470" fmla="*/ 163983 h 518646"/>
                <a:gd name="connsiteX471" fmla="*/ 247931 w 2589424"/>
                <a:gd name="connsiteY471" fmla="*/ 176429 h 518646"/>
                <a:gd name="connsiteX472" fmla="*/ 256877 w 2589424"/>
                <a:gd name="connsiteY472" fmla="*/ 172059 h 518646"/>
                <a:gd name="connsiteX473" fmla="*/ 100695 w 2589424"/>
                <a:gd name="connsiteY473" fmla="*/ 158948 h 518646"/>
                <a:gd name="connsiteX474" fmla="*/ 2477118 w 2589424"/>
                <a:gd name="connsiteY474" fmla="*/ 153532 h 518646"/>
                <a:gd name="connsiteX475" fmla="*/ 2322554 w 2589424"/>
                <a:gd name="connsiteY475" fmla="*/ 167403 h 518646"/>
                <a:gd name="connsiteX476" fmla="*/ 2331977 w 2589424"/>
                <a:gd name="connsiteY476" fmla="*/ 171774 h 518646"/>
                <a:gd name="connsiteX477" fmla="*/ 2487968 w 2589424"/>
                <a:gd name="connsiteY477" fmla="*/ 158568 h 518646"/>
                <a:gd name="connsiteX478" fmla="*/ 2477213 w 2589424"/>
                <a:gd name="connsiteY478" fmla="*/ 153627 h 518646"/>
                <a:gd name="connsiteX479" fmla="*/ 122776 w 2589424"/>
                <a:gd name="connsiteY479" fmla="*/ 148972 h 518646"/>
                <a:gd name="connsiteX480" fmla="*/ 111450 w 2589424"/>
                <a:gd name="connsiteY480" fmla="*/ 153912 h 518646"/>
                <a:gd name="connsiteX481" fmla="*/ 266109 w 2589424"/>
                <a:gd name="connsiteY481" fmla="*/ 167688 h 518646"/>
                <a:gd name="connsiteX482" fmla="*/ 275912 w 2589424"/>
                <a:gd name="connsiteY482" fmla="*/ 163413 h 518646"/>
                <a:gd name="connsiteX483" fmla="*/ 122680 w 2589424"/>
                <a:gd name="connsiteY483" fmla="*/ 148972 h 518646"/>
                <a:gd name="connsiteX484" fmla="*/ 2453991 w 2589424"/>
                <a:gd name="connsiteY484" fmla="*/ 143747 h 518646"/>
                <a:gd name="connsiteX485" fmla="*/ 2302472 w 2589424"/>
                <a:gd name="connsiteY485" fmla="*/ 158853 h 518646"/>
                <a:gd name="connsiteX486" fmla="*/ 2312751 w 2589424"/>
                <a:gd name="connsiteY486" fmla="*/ 163033 h 518646"/>
                <a:gd name="connsiteX487" fmla="*/ 2465793 w 2589424"/>
                <a:gd name="connsiteY487" fmla="*/ 148497 h 518646"/>
                <a:gd name="connsiteX488" fmla="*/ 2453991 w 2589424"/>
                <a:gd name="connsiteY488" fmla="*/ 143652 h 518646"/>
                <a:gd name="connsiteX489" fmla="*/ 146950 w 2589424"/>
                <a:gd name="connsiteY489" fmla="*/ 139281 h 518646"/>
                <a:gd name="connsiteX490" fmla="*/ 134577 w 2589424"/>
                <a:gd name="connsiteY490" fmla="*/ 144127 h 518646"/>
                <a:gd name="connsiteX491" fmla="*/ 286191 w 2589424"/>
                <a:gd name="connsiteY491" fmla="*/ 159233 h 518646"/>
                <a:gd name="connsiteX492" fmla="*/ 296946 w 2589424"/>
                <a:gd name="connsiteY492" fmla="*/ 155052 h 518646"/>
                <a:gd name="connsiteX493" fmla="*/ 146855 w 2589424"/>
                <a:gd name="connsiteY493" fmla="*/ 139281 h 518646"/>
                <a:gd name="connsiteX494" fmla="*/ 2428960 w 2589424"/>
                <a:gd name="connsiteY494" fmla="*/ 134151 h 518646"/>
                <a:gd name="connsiteX495" fmla="*/ 2280677 w 2589424"/>
                <a:gd name="connsiteY495" fmla="*/ 150587 h 518646"/>
                <a:gd name="connsiteX496" fmla="*/ 2291813 w 2589424"/>
                <a:gd name="connsiteY496" fmla="*/ 154672 h 518646"/>
                <a:gd name="connsiteX497" fmla="*/ 2441713 w 2589424"/>
                <a:gd name="connsiteY497" fmla="*/ 138901 h 518646"/>
                <a:gd name="connsiteX498" fmla="*/ 2428960 w 2589424"/>
                <a:gd name="connsiteY498" fmla="*/ 134151 h 518646"/>
                <a:gd name="connsiteX499" fmla="*/ 173218 w 2589424"/>
                <a:gd name="connsiteY499" fmla="*/ 129685 h 518646"/>
                <a:gd name="connsiteX500" fmla="*/ 159894 w 2589424"/>
                <a:gd name="connsiteY500" fmla="*/ 134436 h 518646"/>
                <a:gd name="connsiteX501" fmla="*/ 308272 w 2589424"/>
                <a:gd name="connsiteY501" fmla="*/ 150777 h 518646"/>
                <a:gd name="connsiteX502" fmla="*/ 319883 w 2589424"/>
                <a:gd name="connsiteY502" fmla="*/ 146692 h 518646"/>
                <a:gd name="connsiteX503" fmla="*/ 173314 w 2589424"/>
                <a:gd name="connsiteY503" fmla="*/ 129685 h 518646"/>
                <a:gd name="connsiteX504" fmla="*/ 2401740 w 2589424"/>
                <a:gd name="connsiteY504" fmla="*/ 124745 h 518646"/>
                <a:gd name="connsiteX505" fmla="*/ 2257074 w 2589424"/>
                <a:gd name="connsiteY505" fmla="*/ 142321 h 518646"/>
                <a:gd name="connsiteX506" fmla="*/ 2269066 w 2589424"/>
                <a:gd name="connsiteY506" fmla="*/ 146407 h 518646"/>
                <a:gd name="connsiteX507" fmla="*/ 2415540 w 2589424"/>
                <a:gd name="connsiteY507" fmla="*/ 129400 h 518646"/>
                <a:gd name="connsiteX508" fmla="*/ 2401740 w 2589424"/>
                <a:gd name="connsiteY508" fmla="*/ 124745 h 518646"/>
                <a:gd name="connsiteX509" fmla="*/ 201390 w 2589424"/>
                <a:gd name="connsiteY509" fmla="*/ 120375 h 518646"/>
                <a:gd name="connsiteX510" fmla="*/ 187019 w 2589424"/>
                <a:gd name="connsiteY510" fmla="*/ 125030 h 518646"/>
                <a:gd name="connsiteX511" fmla="*/ 331780 w 2589424"/>
                <a:gd name="connsiteY511" fmla="*/ 142606 h 518646"/>
                <a:gd name="connsiteX512" fmla="*/ 344248 w 2589424"/>
                <a:gd name="connsiteY512" fmla="*/ 138616 h 518646"/>
                <a:gd name="connsiteX513" fmla="*/ 201390 w 2589424"/>
                <a:gd name="connsiteY513" fmla="*/ 120470 h 518646"/>
                <a:gd name="connsiteX514" fmla="*/ 2372712 w 2589424"/>
                <a:gd name="connsiteY514" fmla="*/ 115624 h 518646"/>
                <a:gd name="connsiteX515" fmla="*/ 2231757 w 2589424"/>
                <a:gd name="connsiteY515" fmla="*/ 134436 h 518646"/>
                <a:gd name="connsiteX516" fmla="*/ 2244606 w 2589424"/>
                <a:gd name="connsiteY516" fmla="*/ 138331 h 518646"/>
                <a:gd name="connsiteX517" fmla="*/ 2387464 w 2589424"/>
                <a:gd name="connsiteY517" fmla="*/ 120090 h 518646"/>
                <a:gd name="connsiteX518" fmla="*/ 2372712 w 2589424"/>
                <a:gd name="connsiteY518" fmla="*/ 115529 h 518646"/>
                <a:gd name="connsiteX519" fmla="*/ 231465 w 2589424"/>
                <a:gd name="connsiteY519" fmla="*/ 111349 h 518646"/>
                <a:gd name="connsiteX520" fmla="*/ 216237 w 2589424"/>
                <a:gd name="connsiteY520" fmla="*/ 115814 h 518646"/>
                <a:gd name="connsiteX521" fmla="*/ 357192 w 2589424"/>
                <a:gd name="connsiteY521" fmla="*/ 134626 h 518646"/>
                <a:gd name="connsiteX522" fmla="*/ 370516 w 2589424"/>
                <a:gd name="connsiteY522" fmla="*/ 130731 h 518646"/>
                <a:gd name="connsiteX523" fmla="*/ 231465 w 2589424"/>
                <a:gd name="connsiteY523" fmla="*/ 111349 h 518646"/>
                <a:gd name="connsiteX524" fmla="*/ 2341684 w 2589424"/>
                <a:gd name="connsiteY524" fmla="*/ 106789 h 518646"/>
                <a:gd name="connsiteX525" fmla="*/ 2204823 w 2589424"/>
                <a:gd name="connsiteY525" fmla="*/ 126740 h 518646"/>
                <a:gd name="connsiteX526" fmla="*/ 2218528 w 2589424"/>
                <a:gd name="connsiteY526" fmla="*/ 130540 h 518646"/>
                <a:gd name="connsiteX527" fmla="*/ 2357483 w 2589424"/>
                <a:gd name="connsiteY527" fmla="*/ 111159 h 518646"/>
                <a:gd name="connsiteX528" fmla="*/ 2341684 w 2589424"/>
                <a:gd name="connsiteY528" fmla="*/ 106694 h 518646"/>
                <a:gd name="connsiteX529" fmla="*/ 263349 w 2589424"/>
                <a:gd name="connsiteY529" fmla="*/ 102608 h 518646"/>
                <a:gd name="connsiteX530" fmla="*/ 247169 w 2589424"/>
                <a:gd name="connsiteY530" fmla="*/ 106979 h 518646"/>
                <a:gd name="connsiteX531" fmla="*/ 384126 w 2589424"/>
                <a:gd name="connsiteY531" fmla="*/ 126930 h 518646"/>
                <a:gd name="connsiteX532" fmla="*/ 398212 w 2589424"/>
                <a:gd name="connsiteY532" fmla="*/ 123130 h 518646"/>
                <a:gd name="connsiteX533" fmla="*/ 263349 w 2589424"/>
                <a:gd name="connsiteY533" fmla="*/ 102608 h 518646"/>
                <a:gd name="connsiteX534" fmla="*/ 2308849 w 2589424"/>
                <a:gd name="connsiteY534" fmla="*/ 98143 h 518646"/>
                <a:gd name="connsiteX535" fmla="*/ 2176366 w 2589424"/>
                <a:gd name="connsiteY535" fmla="*/ 119235 h 518646"/>
                <a:gd name="connsiteX536" fmla="*/ 2190832 w 2589424"/>
                <a:gd name="connsiteY536" fmla="*/ 122940 h 518646"/>
                <a:gd name="connsiteX537" fmla="*/ 2325505 w 2589424"/>
                <a:gd name="connsiteY537" fmla="*/ 102418 h 518646"/>
                <a:gd name="connsiteX538" fmla="*/ 2308849 w 2589424"/>
                <a:gd name="connsiteY538" fmla="*/ 98143 h 518646"/>
                <a:gd name="connsiteX539" fmla="*/ 297041 w 2589424"/>
                <a:gd name="connsiteY539" fmla="*/ 94058 h 518646"/>
                <a:gd name="connsiteX540" fmla="*/ 280005 w 2589424"/>
                <a:gd name="connsiteY540" fmla="*/ 98238 h 518646"/>
                <a:gd name="connsiteX541" fmla="*/ 412679 w 2589424"/>
                <a:gd name="connsiteY541" fmla="*/ 119330 h 518646"/>
                <a:gd name="connsiteX542" fmla="*/ 427431 w 2589424"/>
                <a:gd name="connsiteY542" fmla="*/ 115624 h 518646"/>
                <a:gd name="connsiteX543" fmla="*/ 297041 w 2589424"/>
                <a:gd name="connsiteY543" fmla="*/ 93963 h 518646"/>
                <a:gd name="connsiteX544" fmla="*/ 2274301 w 2589424"/>
                <a:gd name="connsiteY544" fmla="*/ 89782 h 518646"/>
                <a:gd name="connsiteX545" fmla="*/ 2146290 w 2589424"/>
                <a:gd name="connsiteY545" fmla="*/ 111919 h 518646"/>
                <a:gd name="connsiteX546" fmla="*/ 2161518 w 2589424"/>
                <a:gd name="connsiteY546" fmla="*/ 115529 h 518646"/>
                <a:gd name="connsiteX547" fmla="*/ 2291813 w 2589424"/>
                <a:gd name="connsiteY547" fmla="*/ 93868 h 518646"/>
                <a:gd name="connsiteX548" fmla="*/ 2274301 w 2589424"/>
                <a:gd name="connsiteY548" fmla="*/ 89782 h 518646"/>
                <a:gd name="connsiteX549" fmla="*/ 332541 w 2589424"/>
                <a:gd name="connsiteY549" fmla="*/ 85887 h 518646"/>
                <a:gd name="connsiteX550" fmla="*/ 314648 w 2589424"/>
                <a:gd name="connsiteY550" fmla="*/ 89972 h 518646"/>
                <a:gd name="connsiteX551" fmla="*/ 442754 w 2589424"/>
                <a:gd name="connsiteY551" fmla="*/ 112109 h 518646"/>
                <a:gd name="connsiteX552" fmla="*/ 458458 w 2589424"/>
                <a:gd name="connsiteY552" fmla="*/ 108594 h 518646"/>
                <a:gd name="connsiteX553" fmla="*/ 332541 w 2589424"/>
                <a:gd name="connsiteY553" fmla="*/ 85887 h 518646"/>
                <a:gd name="connsiteX554" fmla="*/ 2238134 w 2589424"/>
                <a:gd name="connsiteY554" fmla="*/ 81707 h 518646"/>
                <a:gd name="connsiteX555" fmla="*/ 2114787 w 2589424"/>
                <a:gd name="connsiteY555" fmla="*/ 104888 h 518646"/>
                <a:gd name="connsiteX556" fmla="*/ 2130681 w 2589424"/>
                <a:gd name="connsiteY556" fmla="*/ 108404 h 518646"/>
                <a:gd name="connsiteX557" fmla="*/ 2256408 w 2589424"/>
                <a:gd name="connsiteY557" fmla="*/ 85697 h 518646"/>
                <a:gd name="connsiteX558" fmla="*/ 2238134 w 2589424"/>
                <a:gd name="connsiteY558" fmla="*/ 81707 h 518646"/>
                <a:gd name="connsiteX559" fmla="*/ 369564 w 2589424"/>
                <a:gd name="connsiteY559" fmla="*/ 77906 h 518646"/>
                <a:gd name="connsiteX560" fmla="*/ 350815 w 2589424"/>
                <a:gd name="connsiteY560" fmla="*/ 81802 h 518646"/>
                <a:gd name="connsiteX561" fmla="*/ 474257 w 2589424"/>
                <a:gd name="connsiteY561" fmla="*/ 104983 h 518646"/>
                <a:gd name="connsiteX562" fmla="*/ 490532 w 2589424"/>
                <a:gd name="connsiteY562" fmla="*/ 101563 h 518646"/>
                <a:gd name="connsiteX563" fmla="*/ 369564 w 2589424"/>
                <a:gd name="connsiteY563" fmla="*/ 77811 h 518646"/>
                <a:gd name="connsiteX564" fmla="*/ 2200159 w 2589424"/>
                <a:gd name="connsiteY564" fmla="*/ 74011 h 518646"/>
                <a:gd name="connsiteX565" fmla="*/ 2081666 w 2589424"/>
                <a:gd name="connsiteY565" fmla="*/ 98238 h 518646"/>
                <a:gd name="connsiteX566" fmla="*/ 2098417 w 2589424"/>
                <a:gd name="connsiteY566" fmla="*/ 101563 h 518646"/>
                <a:gd name="connsiteX567" fmla="*/ 2219290 w 2589424"/>
                <a:gd name="connsiteY567" fmla="*/ 77811 h 518646"/>
                <a:gd name="connsiteX568" fmla="*/ 2200159 w 2589424"/>
                <a:gd name="connsiteY568" fmla="*/ 74011 h 518646"/>
                <a:gd name="connsiteX569" fmla="*/ 408301 w 2589424"/>
                <a:gd name="connsiteY569" fmla="*/ 70306 h 518646"/>
                <a:gd name="connsiteX570" fmla="*/ 388695 w 2589424"/>
                <a:gd name="connsiteY570" fmla="*/ 74011 h 518646"/>
                <a:gd name="connsiteX571" fmla="*/ 507282 w 2589424"/>
                <a:gd name="connsiteY571" fmla="*/ 98238 h 518646"/>
                <a:gd name="connsiteX572" fmla="*/ 524224 w 2589424"/>
                <a:gd name="connsiteY572" fmla="*/ 94913 h 518646"/>
                <a:gd name="connsiteX573" fmla="*/ 408301 w 2589424"/>
                <a:gd name="connsiteY573" fmla="*/ 70211 h 518646"/>
                <a:gd name="connsiteX574" fmla="*/ 2160662 w 2589424"/>
                <a:gd name="connsiteY574" fmla="*/ 66505 h 518646"/>
                <a:gd name="connsiteX575" fmla="*/ 2047403 w 2589424"/>
                <a:gd name="connsiteY575" fmla="*/ 91682 h 518646"/>
                <a:gd name="connsiteX576" fmla="*/ 2064725 w 2589424"/>
                <a:gd name="connsiteY576" fmla="*/ 94913 h 518646"/>
                <a:gd name="connsiteX577" fmla="*/ 2180553 w 2589424"/>
                <a:gd name="connsiteY577" fmla="*/ 70211 h 518646"/>
                <a:gd name="connsiteX578" fmla="*/ 2160662 w 2589424"/>
                <a:gd name="connsiteY578" fmla="*/ 66505 h 518646"/>
                <a:gd name="connsiteX579" fmla="*/ 448560 w 2589424"/>
                <a:gd name="connsiteY579" fmla="*/ 63085 h 518646"/>
                <a:gd name="connsiteX580" fmla="*/ 428287 w 2589424"/>
                <a:gd name="connsiteY580" fmla="*/ 66695 h 518646"/>
                <a:gd name="connsiteX581" fmla="*/ 541641 w 2589424"/>
                <a:gd name="connsiteY581" fmla="*/ 91872 h 518646"/>
                <a:gd name="connsiteX582" fmla="*/ 559343 w 2589424"/>
                <a:gd name="connsiteY582" fmla="*/ 88737 h 518646"/>
                <a:gd name="connsiteX583" fmla="*/ 448655 w 2589424"/>
                <a:gd name="connsiteY583" fmla="*/ 63085 h 518646"/>
                <a:gd name="connsiteX584" fmla="*/ 2119546 w 2589424"/>
                <a:gd name="connsiteY584" fmla="*/ 59475 h 518646"/>
                <a:gd name="connsiteX585" fmla="*/ 2011618 w 2589424"/>
                <a:gd name="connsiteY585" fmla="*/ 85602 h 518646"/>
                <a:gd name="connsiteX586" fmla="*/ 2029606 w 2589424"/>
                <a:gd name="connsiteY586" fmla="*/ 88642 h 518646"/>
                <a:gd name="connsiteX587" fmla="*/ 2140294 w 2589424"/>
                <a:gd name="connsiteY587" fmla="*/ 62990 h 518646"/>
                <a:gd name="connsiteX588" fmla="*/ 2119546 w 2589424"/>
                <a:gd name="connsiteY588" fmla="*/ 59475 h 518646"/>
                <a:gd name="connsiteX589" fmla="*/ 490246 w 2589424"/>
                <a:gd name="connsiteY589" fmla="*/ 56150 h 518646"/>
                <a:gd name="connsiteX590" fmla="*/ 469308 w 2589424"/>
                <a:gd name="connsiteY590" fmla="*/ 59570 h 518646"/>
                <a:gd name="connsiteX591" fmla="*/ 577331 w 2589424"/>
                <a:gd name="connsiteY591" fmla="*/ 85697 h 518646"/>
                <a:gd name="connsiteX592" fmla="*/ 595605 w 2589424"/>
                <a:gd name="connsiteY592" fmla="*/ 82752 h 518646"/>
                <a:gd name="connsiteX593" fmla="*/ 490246 w 2589424"/>
                <a:gd name="connsiteY593" fmla="*/ 56150 h 518646"/>
                <a:gd name="connsiteX594" fmla="*/ 2077098 w 2589424"/>
                <a:gd name="connsiteY594" fmla="*/ 52729 h 518646"/>
                <a:gd name="connsiteX595" fmla="*/ 1974690 w 2589424"/>
                <a:gd name="connsiteY595" fmla="*/ 79711 h 518646"/>
                <a:gd name="connsiteX596" fmla="*/ 1993344 w 2589424"/>
                <a:gd name="connsiteY596" fmla="*/ 82562 h 518646"/>
                <a:gd name="connsiteX597" fmla="*/ 2098513 w 2589424"/>
                <a:gd name="connsiteY597" fmla="*/ 55959 h 518646"/>
                <a:gd name="connsiteX598" fmla="*/ 2077098 w 2589424"/>
                <a:gd name="connsiteY598" fmla="*/ 52634 h 518646"/>
                <a:gd name="connsiteX599" fmla="*/ 533360 w 2589424"/>
                <a:gd name="connsiteY599" fmla="*/ 49594 h 518646"/>
                <a:gd name="connsiteX600" fmla="*/ 511661 w 2589424"/>
                <a:gd name="connsiteY600" fmla="*/ 52824 h 518646"/>
                <a:gd name="connsiteX601" fmla="*/ 614164 w 2589424"/>
                <a:gd name="connsiteY601" fmla="*/ 79806 h 518646"/>
                <a:gd name="connsiteX602" fmla="*/ 633009 w 2589424"/>
                <a:gd name="connsiteY602" fmla="*/ 76956 h 518646"/>
                <a:gd name="connsiteX603" fmla="*/ 533360 w 2589424"/>
                <a:gd name="connsiteY603" fmla="*/ 49594 h 518646"/>
                <a:gd name="connsiteX604" fmla="*/ 2033222 w 2589424"/>
                <a:gd name="connsiteY604" fmla="*/ 46269 h 518646"/>
                <a:gd name="connsiteX605" fmla="*/ 1936525 w 2589424"/>
                <a:gd name="connsiteY605" fmla="*/ 74106 h 518646"/>
                <a:gd name="connsiteX606" fmla="*/ 1955750 w 2589424"/>
                <a:gd name="connsiteY606" fmla="*/ 76861 h 518646"/>
                <a:gd name="connsiteX607" fmla="*/ 2055303 w 2589424"/>
                <a:gd name="connsiteY607" fmla="*/ 49404 h 518646"/>
                <a:gd name="connsiteX608" fmla="*/ 2033222 w 2589424"/>
                <a:gd name="connsiteY608" fmla="*/ 46269 h 518646"/>
                <a:gd name="connsiteX609" fmla="*/ 577712 w 2589424"/>
                <a:gd name="connsiteY609" fmla="*/ 43418 h 518646"/>
                <a:gd name="connsiteX610" fmla="*/ 555441 w 2589424"/>
                <a:gd name="connsiteY610" fmla="*/ 46459 h 518646"/>
                <a:gd name="connsiteX611" fmla="*/ 652234 w 2589424"/>
                <a:gd name="connsiteY611" fmla="*/ 74296 h 518646"/>
                <a:gd name="connsiteX612" fmla="*/ 671650 w 2589424"/>
                <a:gd name="connsiteY612" fmla="*/ 71636 h 518646"/>
                <a:gd name="connsiteX613" fmla="*/ 577712 w 2589424"/>
                <a:gd name="connsiteY613" fmla="*/ 43418 h 518646"/>
                <a:gd name="connsiteX614" fmla="*/ 1988014 w 2589424"/>
                <a:gd name="connsiteY614" fmla="*/ 40283 h 518646"/>
                <a:gd name="connsiteX615" fmla="*/ 1897217 w 2589424"/>
                <a:gd name="connsiteY615" fmla="*/ 68881 h 518646"/>
                <a:gd name="connsiteX616" fmla="*/ 1917014 w 2589424"/>
                <a:gd name="connsiteY616" fmla="*/ 71446 h 518646"/>
                <a:gd name="connsiteX617" fmla="*/ 2010761 w 2589424"/>
                <a:gd name="connsiteY617" fmla="*/ 43228 h 518646"/>
                <a:gd name="connsiteX618" fmla="*/ 1988014 w 2589424"/>
                <a:gd name="connsiteY618" fmla="*/ 40283 h 518646"/>
                <a:gd name="connsiteX619" fmla="*/ 623396 w 2589424"/>
                <a:gd name="connsiteY619" fmla="*/ 37528 h 518646"/>
                <a:gd name="connsiteX620" fmla="*/ 600459 w 2589424"/>
                <a:gd name="connsiteY620" fmla="*/ 40378 h 518646"/>
                <a:gd name="connsiteX621" fmla="*/ 691351 w 2589424"/>
                <a:gd name="connsiteY621" fmla="*/ 68976 h 518646"/>
                <a:gd name="connsiteX622" fmla="*/ 711338 w 2589424"/>
                <a:gd name="connsiteY622" fmla="*/ 66505 h 518646"/>
                <a:gd name="connsiteX623" fmla="*/ 623396 w 2589424"/>
                <a:gd name="connsiteY623" fmla="*/ 37528 h 518646"/>
                <a:gd name="connsiteX624" fmla="*/ 1941474 w 2589424"/>
                <a:gd name="connsiteY624" fmla="*/ 34678 h 518646"/>
                <a:gd name="connsiteX625" fmla="*/ 1856768 w 2589424"/>
                <a:gd name="connsiteY625" fmla="*/ 64035 h 518646"/>
                <a:gd name="connsiteX626" fmla="*/ 1877040 w 2589424"/>
                <a:gd name="connsiteY626" fmla="*/ 66410 h 518646"/>
                <a:gd name="connsiteX627" fmla="*/ 1964887 w 2589424"/>
                <a:gd name="connsiteY627" fmla="*/ 37433 h 518646"/>
                <a:gd name="connsiteX628" fmla="*/ 1941474 w 2589424"/>
                <a:gd name="connsiteY628" fmla="*/ 34678 h 518646"/>
                <a:gd name="connsiteX629" fmla="*/ 670317 w 2589424"/>
                <a:gd name="connsiteY629" fmla="*/ 32113 h 518646"/>
                <a:gd name="connsiteX630" fmla="*/ 646714 w 2589424"/>
                <a:gd name="connsiteY630" fmla="*/ 34773 h 518646"/>
                <a:gd name="connsiteX631" fmla="*/ 731610 w 2589424"/>
                <a:gd name="connsiteY631" fmla="*/ 64130 h 518646"/>
                <a:gd name="connsiteX632" fmla="*/ 752072 w 2589424"/>
                <a:gd name="connsiteY632" fmla="*/ 61850 h 518646"/>
                <a:gd name="connsiteX633" fmla="*/ 670317 w 2589424"/>
                <a:gd name="connsiteY633" fmla="*/ 32113 h 518646"/>
                <a:gd name="connsiteX634" fmla="*/ 1893886 w 2589424"/>
                <a:gd name="connsiteY634" fmla="*/ 29357 h 518646"/>
                <a:gd name="connsiteX635" fmla="*/ 1815462 w 2589424"/>
                <a:gd name="connsiteY635" fmla="*/ 59380 h 518646"/>
                <a:gd name="connsiteX636" fmla="*/ 1836305 w 2589424"/>
                <a:gd name="connsiteY636" fmla="*/ 61565 h 518646"/>
                <a:gd name="connsiteX637" fmla="*/ 1917870 w 2589424"/>
                <a:gd name="connsiteY637" fmla="*/ 31828 h 518646"/>
                <a:gd name="connsiteX638" fmla="*/ 1893886 w 2589424"/>
                <a:gd name="connsiteY638" fmla="*/ 29262 h 518646"/>
                <a:gd name="connsiteX639" fmla="*/ 718190 w 2589424"/>
                <a:gd name="connsiteY639" fmla="*/ 27077 h 518646"/>
                <a:gd name="connsiteX640" fmla="*/ 694111 w 2589424"/>
                <a:gd name="connsiteY640" fmla="*/ 29547 h 518646"/>
                <a:gd name="connsiteX641" fmla="*/ 772821 w 2589424"/>
                <a:gd name="connsiteY641" fmla="*/ 59570 h 518646"/>
                <a:gd name="connsiteX642" fmla="*/ 793759 w 2589424"/>
                <a:gd name="connsiteY642" fmla="*/ 57385 h 518646"/>
                <a:gd name="connsiteX643" fmla="*/ 718285 w 2589424"/>
                <a:gd name="connsiteY643" fmla="*/ 27077 h 518646"/>
                <a:gd name="connsiteX644" fmla="*/ 1845252 w 2589424"/>
                <a:gd name="connsiteY644" fmla="*/ 24607 h 518646"/>
                <a:gd name="connsiteX645" fmla="*/ 1773204 w 2589424"/>
                <a:gd name="connsiteY645" fmla="*/ 55294 h 518646"/>
                <a:gd name="connsiteX646" fmla="*/ 1794428 w 2589424"/>
                <a:gd name="connsiteY646" fmla="*/ 57385 h 518646"/>
                <a:gd name="connsiteX647" fmla="*/ 1869712 w 2589424"/>
                <a:gd name="connsiteY647" fmla="*/ 26982 h 518646"/>
                <a:gd name="connsiteX648" fmla="*/ 1845252 w 2589424"/>
                <a:gd name="connsiteY648" fmla="*/ 24607 h 518646"/>
                <a:gd name="connsiteX649" fmla="*/ 767015 w 2589424"/>
                <a:gd name="connsiteY649" fmla="*/ 22517 h 518646"/>
                <a:gd name="connsiteX650" fmla="*/ 742460 w 2589424"/>
                <a:gd name="connsiteY650" fmla="*/ 24797 h 518646"/>
                <a:gd name="connsiteX651" fmla="*/ 814793 w 2589424"/>
                <a:gd name="connsiteY651" fmla="*/ 55484 h 518646"/>
                <a:gd name="connsiteX652" fmla="*/ 836112 w 2589424"/>
                <a:gd name="connsiteY652" fmla="*/ 53489 h 518646"/>
                <a:gd name="connsiteX653" fmla="*/ 767015 w 2589424"/>
                <a:gd name="connsiteY653" fmla="*/ 22517 h 518646"/>
                <a:gd name="connsiteX654" fmla="*/ 1795570 w 2589424"/>
                <a:gd name="connsiteY654" fmla="*/ 20142 h 518646"/>
                <a:gd name="connsiteX655" fmla="*/ 1729995 w 2589424"/>
                <a:gd name="connsiteY655" fmla="*/ 51399 h 518646"/>
                <a:gd name="connsiteX656" fmla="*/ 1751695 w 2589424"/>
                <a:gd name="connsiteY656" fmla="*/ 53299 h 518646"/>
                <a:gd name="connsiteX657" fmla="*/ 1820602 w 2589424"/>
                <a:gd name="connsiteY657" fmla="*/ 22327 h 518646"/>
                <a:gd name="connsiteX658" fmla="*/ 1795570 w 2589424"/>
                <a:gd name="connsiteY658" fmla="*/ 20142 h 518646"/>
                <a:gd name="connsiteX659" fmla="*/ 816791 w 2589424"/>
                <a:gd name="connsiteY659" fmla="*/ 18241 h 518646"/>
                <a:gd name="connsiteX660" fmla="*/ 791760 w 2589424"/>
                <a:gd name="connsiteY660" fmla="*/ 20237 h 518646"/>
                <a:gd name="connsiteX661" fmla="*/ 857526 w 2589424"/>
                <a:gd name="connsiteY661" fmla="*/ 51494 h 518646"/>
                <a:gd name="connsiteX662" fmla="*/ 879321 w 2589424"/>
                <a:gd name="connsiteY662" fmla="*/ 49689 h 518646"/>
                <a:gd name="connsiteX663" fmla="*/ 816696 w 2589424"/>
                <a:gd name="connsiteY663" fmla="*/ 18146 h 518646"/>
                <a:gd name="connsiteX664" fmla="*/ 1744937 w 2589424"/>
                <a:gd name="connsiteY664" fmla="*/ 16151 h 518646"/>
                <a:gd name="connsiteX665" fmla="*/ 1686024 w 2589424"/>
                <a:gd name="connsiteY665" fmla="*/ 47979 h 518646"/>
                <a:gd name="connsiteX666" fmla="*/ 1708105 w 2589424"/>
                <a:gd name="connsiteY666" fmla="*/ 49689 h 518646"/>
                <a:gd name="connsiteX667" fmla="*/ 1770349 w 2589424"/>
                <a:gd name="connsiteY667" fmla="*/ 18146 h 518646"/>
                <a:gd name="connsiteX668" fmla="*/ 1744937 w 2589424"/>
                <a:gd name="connsiteY668" fmla="*/ 16151 h 518646"/>
                <a:gd name="connsiteX669" fmla="*/ 867615 w 2589424"/>
                <a:gd name="connsiteY669" fmla="*/ 14441 h 518646"/>
                <a:gd name="connsiteX670" fmla="*/ 842108 w 2589424"/>
                <a:gd name="connsiteY670" fmla="*/ 16246 h 518646"/>
                <a:gd name="connsiteX671" fmla="*/ 901307 w 2589424"/>
                <a:gd name="connsiteY671" fmla="*/ 47979 h 518646"/>
                <a:gd name="connsiteX672" fmla="*/ 923483 w 2589424"/>
                <a:gd name="connsiteY672" fmla="*/ 46364 h 518646"/>
                <a:gd name="connsiteX673" fmla="*/ 867615 w 2589424"/>
                <a:gd name="connsiteY673" fmla="*/ 14346 h 518646"/>
                <a:gd name="connsiteX674" fmla="*/ 1693543 w 2589424"/>
                <a:gd name="connsiteY674" fmla="*/ 12541 h 518646"/>
                <a:gd name="connsiteX675" fmla="*/ 1641387 w 2589424"/>
                <a:gd name="connsiteY675" fmla="*/ 44844 h 518646"/>
                <a:gd name="connsiteX676" fmla="*/ 1663848 w 2589424"/>
                <a:gd name="connsiteY676" fmla="*/ 46364 h 518646"/>
                <a:gd name="connsiteX677" fmla="*/ 1719335 w 2589424"/>
                <a:gd name="connsiteY677" fmla="*/ 14346 h 518646"/>
                <a:gd name="connsiteX678" fmla="*/ 1693543 w 2589424"/>
                <a:gd name="connsiteY678" fmla="*/ 12636 h 518646"/>
                <a:gd name="connsiteX679" fmla="*/ 919200 w 2589424"/>
                <a:gd name="connsiteY679" fmla="*/ 11116 h 518646"/>
                <a:gd name="connsiteX680" fmla="*/ 893217 w 2589424"/>
                <a:gd name="connsiteY680" fmla="*/ 12731 h 518646"/>
                <a:gd name="connsiteX681" fmla="*/ 945753 w 2589424"/>
                <a:gd name="connsiteY681" fmla="*/ 45034 h 518646"/>
                <a:gd name="connsiteX682" fmla="*/ 968215 w 2589424"/>
                <a:gd name="connsiteY682" fmla="*/ 43609 h 518646"/>
                <a:gd name="connsiteX683" fmla="*/ 919200 w 2589424"/>
                <a:gd name="connsiteY683" fmla="*/ 11116 h 518646"/>
                <a:gd name="connsiteX684" fmla="*/ 1641482 w 2589424"/>
                <a:gd name="connsiteY684" fmla="*/ 9406 h 518646"/>
                <a:gd name="connsiteX685" fmla="*/ 1596179 w 2589424"/>
                <a:gd name="connsiteY685" fmla="*/ 42088 h 518646"/>
                <a:gd name="connsiteX686" fmla="*/ 1618831 w 2589424"/>
                <a:gd name="connsiteY686" fmla="*/ 43418 h 518646"/>
                <a:gd name="connsiteX687" fmla="*/ 1667465 w 2589424"/>
                <a:gd name="connsiteY687" fmla="*/ 10926 h 518646"/>
                <a:gd name="connsiteX688" fmla="*/ 1641482 w 2589424"/>
                <a:gd name="connsiteY688" fmla="*/ 9406 h 518646"/>
                <a:gd name="connsiteX689" fmla="*/ 971451 w 2589424"/>
                <a:gd name="connsiteY689" fmla="*/ 8171 h 518646"/>
                <a:gd name="connsiteX690" fmla="*/ 945278 w 2589424"/>
                <a:gd name="connsiteY690" fmla="*/ 9596 h 518646"/>
                <a:gd name="connsiteX691" fmla="*/ 990866 w 2589424"/>
                <a:gd name="connsiteY691" fmla="*/ 42278 h 518646"/>
                <a:gd name="connsiteX692" fmla="*/ 1013613 w 2589424"/>
                <a:gd name="connsiteY692" fmla="*/ 41043 h 518646"/>
                <a:gd name="connsiteX693" fmla="*/ 971451 w 2589424"/>
                <a:gd name="connsiteY693" fmla="*/ 8171 h 518646"/>
                <a:gd name="connsiteX694" fmla="*/ 1588850 w 2589424"/>
                <a:gd name="connsiteY694" fmla="*/ 6746 h 518646"/>
                <a:gd name="connsiteX695" fmla="*/ 1550590 w 2589424"/>
                <a:gd name="connsiteY695" fmla="*/ 39808 h 518646"/>
                <a:gd name="connsiteX696" fmla="*/ 1573527 w 2589424"/>
                <a:gd name="connsiteY696" fmla="*/ 40948 h 518646"/>
                <a:gd name="connsiteX697" fmla="*/ 1615309 w 2589424"/>
                <a:gd name="connsiteY697" fmla="*/ 8076 h 518646"/>
                <a:gd name="connsiteX698" fmla="*/ 1588946 w 2589424"/>
                <a:gd name="connsiteY698" fmla="*/ 6841 h 518646"/>
                <a:gd name="connsiteX699" fmla="*/ 1024273 w 2589424"/>
                <a:gd name="connsiteY699" fmla="*/ 5700 h 518646"/>
                <a:gd name="connsiteX700" fmla="*/ 997814 w 2589424"/>
                <a:gd name="connsiteY700" fmla="*/ 6841 h 518646"/>
                <a:gd name="connsiteX701" fmla="*/ 1036550 w 2589424"/>
                <a:gd name="connsiteY701" fmla="*/ 39808 h 518646"/>
                <a:gd name="connsiteX702" fmla="*/ 1059488 w 2589424"/>
                <a:gd name="connsiteY702" fmla="*/ 38763 h 518646"/>
                <a:gd name="connsiteX703" fmla="*/ 1024273 w 2589424"/>
                <a:gd name="connsiteY703" fmla="*/ 5605 h 518646"/>
                <a:gd name="connsiteX704" fmla="*/ 1535743 w 2589424"/>
                <a:gd name="connsiteY704" fmla="*/ 4560 h 518646"/>
                <a:gd name="connsiteX705" fmla="*/ 1504430 w 2589424"/>
                <a:gd name="connsiteY705" fmla="*/ 37908 h 518646"/>
                <a:gd name="connsiteX706" fmla="*/ 1527558 w 2589424"/>
                <a:gd name="connsiteY706" fmla="*/ 38858 h 518646"/>
                <a:gd name="connsiteX707" fmla="*/ 1562392 w 2589424"/>
                <a:gd name="connsiteY707" fmla="*/ 5700 h 518646"/>
                <a:gd name="connsiteX708" fmla="*/ 1535743 w 2589424"/>
                <a:gd name="connsiteY708" fmla="*/ 4655 h 518646"/>
                <a:gd name="connsiteX709" fmla="*/ 1077476 w 2589424"/>
                <a:gd name="connsiteY709" fmla="*/ 3705 h 518646"/>
                <a:gd name="connsiteX710" fmla="*/ 1050827 w 2589424"/>
                <a:gd name="connsiteY710" fmla="*/ 4655 h 518646"/>
                <a:gd name="connsiteX711" fmla="*/ 1082520 w 2589424"/>
                <a:gd name="connsiteY711" fmla="*/ 38003 h 518646"/>
                <a:gd name="connsiteX712" fmla="*/ 1105647 w 2589424"/>
                <a:gd name="connsiteY712" fmla="*/ 37148 h 518646"/>
                <a:gd name="connsiteX713" fmla="*/ 1077476 w 2589424"/>
                <a:gd name="connsiteY713" fmla="*/ 3705 h 518646"/>
                <a:gd name="connsiteX714" fmla="*/ 1482350 w 2589424"/>
                <a:gd name="connsiteY714" fmla="*/ 2755 h 518646"/>
                <a:gd name="connsiteX715" fmla="*/ 1457985 w 2589424"/>
                <a:gd name="connsiteY715" fmla="*/ 36293 h 518646"/>
                <a:gd name="connsiteX716" fmla="*/ 1481303 w 2589424"/>
                <a:gd name="connsiteY716" fmla="*/ 37053 h 518646"/>
                <a:gd name="connsiteX717" fmla="*/ 1509094 w 2589424"/>
                <a:gd name="connsiteY717" fmla="*/ 3610 h 518646"/>
                <a:gd name="connsiteX718" fmla="*/ 1482350 w 2589424"/>
                <a:gd name="connsiteY718" fmla="*/ 2755 h 518646"/>
                <a:gd name="connsiteX719" fmla="*/ 1131154 w 2589424"/>
                <a:gd name="connsiteY719" fmla="*/ 2090 h 518646"/>
                <a:gd name="connsiteX720" fmla="*/ 1104315 w 2589424"/>
                <a:gd name="connsiteY720" fmla="*/ 2850 h 518646"/>
                <a:gd name="connsiteX721" fmla="*/ 1129060 w 2589424"/>
                <a:gd name="connsiteY721" fmla="*/ 36388 h 518646"/>
                <a:gd name="connsiteX722" fmla="*/ 1152378 w 2589424"/>
                <a:gd name="connsiteY722" fmla="*/ 35723 h 518646"/>
                <a:gd name="connsiteX723" fmla="*/ 1131154 w 2589424"/>
                <a:gd name="connsiteY723" fmla="*/ 2090 h 518646"/>
                <a:gd name="connsiteX724" fmla="*/ 1428481 w 2589424"/>
                <a:gd name="connsiteY724" fmla="*/ 1425 h 518646"/>
                <a:gd name="connsiteX725" fmla="*/ 1411159 w 2589424"/>
                <a:gd name="connsiteY725" fmla="*/ 35153 h 518646"/>
                <a:gd name="connsiteX726" fmla="*/ 1434572 w 2589424"/>
                <a:gd name="connsiteY726" fmla="*/ 35723 h 518646"/>
                <a:gd name="connsiteX727" fmla="*/ 1455415 w 2589424"/>
                <a:gd name="connsiteY727" fmla="*/ 2090 h 518646"/>
                <a:gd name="connsiteX728" fmla="*/ 1428481 w 2589424"/>
                <a:gd name="connsiteY728" fmla="*/ 1520 h 518646"/>
                <a:gd name="connsiteX729" fmla="*/ 1185118 w 2589424"/>
                <a:gd name="connsiteY729" fmla="*/ 950 h 518646"/>
                <a:gd name="connsiteX730" fmla="*/ 1158089 w 2589424"/>
                <a:gd name="connsiteY730" fmla="*/ 1425 h 518646"/>
                <a:gd name="connsiteX731" fmla="*/ 1175791 w 2589424"/>
                <a:gd name="connsiteY731" fmla="*/ 35153 h 518646"/>
                <a:gd name="connsiteX732" fmla="*/ 1199300 w 2589424"/>
                <a:gd name="connsiteY732" fmla="*/ 34678 h 518646"/>
                <a:gd name="connsiteX733" fmla="*/ 1185118 w 2589424"/>
                <a:gd name="connsiteY733" fmla="*/ 855 h 518646"/>
                <a:gd name="connsiteX734" fmla="*/ 1374421 w 2589424"/>
                <a:gd name="connsiteY734" fmla="*/ 475 h 518646"/>
                <a:gd name="connsiteX735" fmla="*/ 1364143 w 2589424"/>
                <a:gd name="connsiteY735" fmla="*/ 34298 h 518646"/>
                <a:gd name="connsiteX736" fmla="*/ 1387651 w 2589424"/>
                <a:gd name="connsiteY736" fmla="*/ 34583 h 518646"/>
                <a:gd name="connsiteX737" fmla="*/ 1401451 w 2589424"/>
                <a:gd name="connsiteY737" fmla="*/ 760 h 518646"/>
                <a:gd name="connsiteX738" fmla="*/ 1374421 w 2589424"/>
                <a:gd name="connsiteY738" fmla="*/ 380 h 518646"/>
                <a:gd name="connsiteX739" fmla="*/ 1239178 w 2589424"/>
                <a:gd name="connsiteY739" fmla="*/ 285 h 518646"/>
                <a:gd name="connsiteX740" fmla="*/ 1212148 w 2589424"/>
                <a:gd name="connsiteY740" fmla="*/ 570 h 518646"/>
                <a:gd name="connsiteX741" fmla="*/ 1222808 w 2589424"/>
                <a:gd name="connsiteY741" fmla="*/ 34393 h 518646"/>
                <a:gd name="connsiteX742" fmla="*/ 1246316 w 2589424"/>
                <a:gd name="connsiteY742" fmla="*/ 34108 h 518646"/>
                <a:gd name="connsiteX743" fmla="*/ 1239178 w 2589424"/>
                <a:gd name="connsiteY743" fmla="*/ 190 h 518646"/>
                <a:gd name="connsiteX744" fmla="*/ 1320267 w 2589424"/>
                <a:gd name="connsiteY744" fmla="*/ 95 h 518646"/>
                <a:gd name="connsiteX745" fmla="*/ 1317031 w 2589424"/>
                <a:gd name="connsiteY745" fmla="*/ 34013 h 518646"/>
                <a:gd name="connsiteX746" fmla="*/ 1340539 w 2589424"/>
                <a:gd name="connsiteY746" fmla="*/ 34108 h 518646"/>
                <a:gd name="connsiteX747" fmla="*/ 1347297 w 2589424"/>
                <a:gd name="connsiteY747" fmla="*/ 190 h 518646"/>
                <a:gd name="connsiteX748" fmla="*/ 1320267 w 2589424"/>
                <a:gd name="connsiteY748" fmla="*/ 0 h 518646"/>
                <a:gd name="connsiteX749" fmla="*/ 1293237 w 2589424"/>
                <a:gd name="connsiteY749" fmla="*/ 0 h 518646"/>
                <a:gd name="connsiteX750" fmla="*/ 1266207 w 2589424"/>
                <a:gd name="connsiteY750" fmla="*/ 0 h 518646"/>
                <a:gd name="connsiteX751" fmla="*/ 1269824 w 2589424"/>
                <a:gd name="connsiteY751" fmla="*/ 33918 h 518646"/>
                <a:gd name="connsiteX752" fmla="*/ 1293523 w 2589424"/>
                <a:gd name="connsiteY752" fmla="*/ 33918 h 518646"/>
                <a:gd name="connsiteX753" fmla="*/ 1293237 w 2589424"/>
                <a:gd name="connsiteY753" fmla="*/ 0 h 5186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</a:cxnLst>
              <a:rect l="l" t="t" r="r" b="b"/>
              <a:pathLst>
                <a:path w="2589424" h="518646">
                  <a:moveTo>
                    <a:pt x="1318839" y="484634"/>
                  </a:moveTo>
                  <a:cubicBezTo>
                    <a:pt x="1311035" y="484634"/>
                    <a:pt x="1303135" y="484634"/>
                    <a:pt x="1295236" y="484634"/>
                  </a:cubicBezTo>
                  <a:lnTo>
                    <a:pt x="1295236" y="518552"/>
                  </a:lnTo>
                  <a:cubicBezTo>
                    <a:pt x="1304373" y="518552"/>
                    <a:pt x="1313319" y="518552"/>
                    <a:pt x="1322361" y="518552"/>
                  </a:cubicBezTo>
                  <a:lnTo>
                    <a:pt x="1318744" y="484634"/>
                  </a:lnTo>
                  <a:moveTo>
                    <a:pt x="1248029" y="484539"/>
                  </a:moveTo>
                  <a:lnTo>
                    <a:pt x="1241176" y="518457"/>
                  </a:lnTo>
                  <a:cubicBezTo>
                    <a:pt x="1250123" y="518457"/>
                    <a:pt x="1259164" y="518552"/>
                    <a:pt x="1268206" y="518647"/>
                  </a:cubicBezTo>
                  <a:lnTo>
                    <a:pt x="1271633" y="484729"/>
                  </a:lnTo>
                  <a:cubicBezTo>
                    <a:pt x="1263733" y="484729"/>
                    <a:pt x="1255833" y="484729"/>
                    <a:pt x="1248029" y="484634"/>
                  </a:cubicBezTo>
                  <a:moveTo>
                    <a:pt x="1365951" y="484254"/>
                  </a:moveTo>
                  <a:cubicBezTo>
                    <a:pt x="1358147" y="484349"/>
                    <a:pt x="1350247" y="484444"/>
                    <a:pt x="1342347" y="484539"/>
                  </a:cubicBezTo>
                  <a:lnTo>
                    <a:pt x="1349390" y="518457"/>
                  </a:lnTo>
                  <a:cubicBezTo>
                    <a:pt x="1358432" y="518457"/>
                    <a:pt x="1367378" y="518267"/>
                    <a:pt x="1376420" y="518172"/>
                  </a:cubicBezTo>
                  <a:lnTo>
                    <a:pt x="1365856" y="484349"/>
                  </a:lnTo>
                  <a:moveTo>
                    <a:pt x="1200917" y="483969"/>
                  </a:moveTo>
                  <a:lnTo>
                    <a:pt x="1187022" y="517792"/>
                  </a:lnTo>
                  <a:cubicBezTo>
                    <a:pt x="1196064" y="517982"/>
                    <a:pt x="1205010" y="518077"/>
                    <a:pt x="1214052" y="518172"/>
                  </a:cubicBezTo>
                  <a:lnTo>
                    <a:pt x="1224426" y="484349"/>
                  </a:lnTo>
                  <a:cubicBezTo>
                    <a:pt x="1216621" y="484254"/>
                    <a:pt x="1208722" y="484159"/>
                    <a:pt x="1200917" y="483969"/>
                  </a:cubicBezTo>
                  <a:moveTo>
                    <a:pt x="1412967" y="483494"/>
                  </a:moveTo>
                  <a:cubicBezTo>
                    <a:pt x="1405163" y="483684"/>
                    <a:pt x="1397263" y="483779"/>
                    <a:pt x="1389459" y="483969"/>
                  </a:cubicBezTo>
                  <a:lnTo>
                    <a:pt x="1403450" y="517792"/>
                  </a:lnTo>
                  <a:cubicBezTo>
                    <a:pt x="1412491" y="517697"/>
                    <a:pt x="1421438" y="517507"/>
                    <a:pt x="1430479" y="517317"/>
                  </a:cubicBezTo>
                  <a:lnTo>
                    <a:pt x="1412967" y="483589"/>
                  </a:lnTo>
                  <a:moveTo>
                    <a:pt x="1154091" y="483019"/>
                  </a:moveTo>
                  <a:lnTo>
                    <a:pt x="1133153" y="516652"/>
                  </a:lnTo>
                  <a:cubicBezTo>
                    <a:pt x="1142099" y="516842"/>
                    <a:pt x="1151046" y="517127"/>
                    <a:pt x="1160087" y="517222"/>
                  </a:cubicBezTo>
                  <a:lnTo>
                    <a:pt x="1177600" y="483494"/>
                  </a:lnTo>
                  <a:cubicBezTo>
                    <a:pt x="1169795" y="483304"/>
                    <a:pt x="1161896" y="483209"/>
                    <a:pt x="1154187" y="482924"/>
                  </a:cubicBezTo>
                  <a:moveTo>
                    <a:pt x="1459698" y="482354"/>
                  </a:moveTo>
                  <a:cubicBezTo>
                    <a:pt x="1451989" y="482544"/>
                    <a:pt x="1444089" y="482829"/>
                    <a:pt x="1436380" y="483019"/>
                  </a:cubicBezTo>
                  <a:lnTo>
                    <a:pt x="1457414" y="516652"/>
                  </a:lnTo>
                  <a:cubicBezTo>
                    <a:pt x="1466360" y="516462"/>
                    <a:pt x="1475307" y="516177"/>
                    <a:pt x="1484253" y="515891"/>
                  </a:cubicBezTo>
                  <a:lnTo>
                    <a:pt x="1459698" y="482354"/>
                  </a:lnTo>
                  <a:moveTo>
                    <a:pt x="1107456" y="481594"/>
                  </a:moveTo>
                  <a:lnTo>
                    <a:pt x="1079474" y="515036"/>
                  </a:lnTo>
                  <a:cubicBezTo>
                    <a:pt x="1088325" y="515321"/>
                    <a:pt x="1097272" y="515606"/>
                    <a:pt x="1106218" y="515891"/>
                  </a:cubicBezTo>
                  <a:lnTo>
                    <a:pt x="1130678" y="482354"/>
                  </a:lnTo>
                  <a:cubicBezTo>
                    <a:pt x="1122969" y="482164"/>
                    <a:pt x="1115165" y="481879"/>
                    <a:pt x="1107456" y="481594"/>
                  </a:cubicBezTo>
                  <a:moveTo>
                    <a:pt x="1506144" y="480739"/>
                  </a:moveTo>
                  <a:cubicBezTo>
                    <a:pt x="1498434" y="481024"/>
                    <a:pt x="1490630" y="481309"/>
                    <a:pt x="1482921" y="481594"/>
                  </a:cubicBezTo>
                  <a:lnTo>
                    <a:pt x="1510997" y="515036"/>
                  </a:lnTo>
                  <a:cubicBezTo>
                    <a:pt x="1519849" y="514751"/>
                    <a:pt x="1528890" y="514466"/>
                    <a:pt x="1537646" y="514086"/>
                  </a:cubicBezTo>
                  <a:lnTo>
                    <a:pt x="1506144" y="480739"/>
                  </a:lnTo>
                  <a:moveTo>
                    <a:pt x="1061105" y="479884"/>
                  </a:moveTo>
                  <a:lnTo>
                    <a:pt x="1026081" y="513041"/>
                  </a:lnTo>
                  <a:cubicBezTo>
                    <a:pt x="1034932" y="513421"/>
                    <a:pt x="1043879" y="513801"/>
                    <a:pt x="1052730" y="514086"/>
                  </a:cubicBezTo>
                  <a:lnTo>
                    <a:pt x="1084138" y="480739"/>
                  </a:lnTo>
                  <a:cubicBezTo>
                    <a:pt x="1076524" y="480454"/>
                    <a:pt x="1068719" y="480169"/>
                    <a:pt x="1061105" y="479789"/>
                  </a:cubicBezTo>
                  <a:moveTo>
                    <a:pt x="1552208" y="478743"/>
                  </a:moveTo>
                  <a:cubicBezTo>
                    <a:pt x="1544594" y="479124"/>
                    <a:pt x="1536885" y="479409"/>
                    <a:pt x="1529271" y="479789"/>
                  </a:cubicBezTo>
                  <a:lnTo>
                    <a:pt x="1564391" y="512946"/>
                  </a:lnTo>
                  <a:cubicBezTo>
                    <a:pt x="1573242" y="512566"/>
                    <a:pt x="1582093" y="512186"/>
                    <a:pt x="1590849" y="511806"/>
                  </a:cubicBezTo>
                  <a:lnTo>
                    <a:pt x="1552303" y="478743"/>
                  </a:lnTo>
                  <a:moveTo>
                    <a:pt x="1015231" y="477698"/>
                  </a:moveTo>
                  <a:lnTo>
                    <a:pt x="973354" y="510571"/>
                  </a:lnTo>
                  <a:cubicBezTo>
                    <a:pt x="982015" y="511046"/>
                    <a:pt x="990866" y="511426"/>
                    <a:pt x="999622" y="511901"/>
                  </a:cubicBezTo>
                  <a:lnTo>
                    <a:pt x="1038073" y="478839"/>
                  </a:lnTo>
                  <a:cubicBezTo>
                    <a:pt x="1030364" y="478458"/>
                    <a:pt x="1022750" y="478078"/>
                    <a:pt x="1015136" y="477698"/>
                  </a:cubicBezTo>
                  <a:moveTo>
                    <a:pt x="1597797" y="476463"/>
                  </a:moveTo>
                  <a:cubicBezTo>
                    <a:pt x="1590183" y="476843"/>
                    <a:pt x="1582664" y="477318"/>
                    <a:pt x="1575050" y="477698"/>
                  </a:cubicBezTo>
                  <a:lnTo>
                    <a:pt x="1617117" y="510571"/>
                  </a:lnTo>
                  <a:cubicBezTo>
                    <a:pt x="1625778" y="510096"/>
                    <a:pt x="1634630" y="509621"/>
                    <a:pt x="1643291" y="509146"/>
                  </a:cubicBezTo>
                  <a:lnTo>
                    <a:pt x="1597797" y="476463"/>
                  </a:lnTo>
                  <a:moveTo>
                    <a:pt x="969928" y="475228"/>
                  </a:moveTo>
                  <a:lnTo>
                    <a:pt x="921103" y="507721"/>
                  </a:lnTo>
                  <a:cubicBezTo>
                    <a:pt x="929764" y="508291"/>
                    <a:pt x="938425" y="508766"/>
                    <a:pt x="947181" y="509241"/>
                  </a:cubicBezTo>
                  <a:lnTo>
                    <a:pt x="992579" y="476558"/>
                  </a:lnTo>
                  <a:cubicBezTo>
                    <a:pt x="984965" y="476178"/>
                    <a:pt x="977447" y="475703"/>
                    <a:pt x="969928" y="475228"/>
                  </a:cubicBezTo>
                  <a:moveTo>
                    <a:pt x="1642910" y="473708"/>
                  </a:moveTo>
                  <a:cubicBezTo>
                    <a:pt x="1635391" y="474183"/>
                    <a:pt x="1627967" y="474658"/>
                    <a:pt x="1620449" y="475133"/>
                  </a:cubicBezTo>
                  <a:lnTo>
                    <a:pt x="1669369" y="507626"/>
                  </a:lnTo>
                  <a:cubicBezTo>
                    <a:pt x="1678029" y="507151"/>
                    <a:pt x="1686690" y="506581"/>
                    <a:pt x="1695256" y="506011"/>
                  </a:cubicBezTo>
                  <a:lnTo>
                    <a:pt x="1642910" y="473708"/>
                  </a:lnTo>
                  <a:moveTo>
                    <a:pt x="924910" y="472283"/>
                  </a:moveTo>
                  <a:lnTo>
                    <a:pt x="869328" y="504301"/>
                  </a:lnTo>
                  <a:cubicBezTo>
                    <a:pt x="877894" y="504871"/>
                    <a:pt x="886459" y="505441"/>
                    <a:pt x="895216" y="506011"/>
                  </a:cubicBezTo>
                  <a:lnTo>
                    <a:pt x="947467" y="473708"/>
                  </a:lnTo>
                  <a:cubicBezTo>
                    <a:pt x="939853" y="473233"/>
                    <a:pt x="932524" y="472758"/>
                    <a:pt x="925005" y="472188"/>
                  </a:cubicBezTo>
                  <a:moveTo>
                    <a:pt x="1687452" y="470573"/>
                  </a:moveTo>
                  <a:cubicBezTo>
                    <a:pt x="1680028" y="471143"/>
                    <a:pt x="1672700" y="471618"/>
                    <a:pt x="1665276" y="472188"/>
                  </a:cubicBezTo>
                  <a:lnTo>
                    <a:pt x="1720953" y="504206"/>
                  </a:lnTo>
                  <a:cubicBezTo>
                    <a:pt x="1729614" y="503635"/>
                    <a:pt x="1737990" y="502970"/>
                    <a:pt x="1746555" y="502400"/>
                  </a:cubicBezTo>
                  <a:lnTo>
                    <a:pt x="1687452" y="470573"/>
                  </a:lnTo>
                  <a:moveTo>
                    <a:pt x="880559" y="468958"/>
                  </a:moveTo>
                  <a:lnTo>
                    <a:pt x="818219" y="500500"/>
                  </a:lnTo>
                  <a:cubicBezTo>
                    <a:pt x="826690" y="501165"/>
                    <a:pt x="835065" y="501830"/>
                    <a:pt x="843631" y="502495"/>
                  </a:cubicBezTo>
                  <a:lnTo>
                    <a:pt x="902639" y="470668"/>
                  </a:lnTo>
                  <a:cubicBezTo>
                    <a:pt x="895216" y="470098"/>
                    <a:pt x="887887" y="469528"/>
                    <a:pt x="880559" y="468958"/>
                  </a:cubicBezTo>
                  <a:moveTo>
                    <a:pt x="1731137" y="467153"/>
                  </a:moveTo>
                  <a:cubicBezTo>
                    <a:pt x="1723904" y="467723"/>
                    <a:pt x="1716670" y="468388"/>
                    <a:pt x="1709342" y="468958"/>
                  </a:cubicBezTo>
                  <a:lnTo>
                    <a:pt x="1771777" y="500500"/>
                  </a:lnTo>
                  <a:cubicBezTo>
                    <a:pt x="1780247" y="499835"/>
                    <a:pt x="1788528" y="499170"/>
                    <a:pt x="1796808" y="498410"/>
                  </a:cubicBezTo>
                  <a:lnTo>
                    <a:pt x="1731042" y="467153"/>
                  </a:lnTo>
                  <a:moveTo>
                    <a:pt x="837064" y="465252"/>
                  </a:moveTo>
                  <a:lnTo>
                    <a:pt x="768157" y="496225"/>
                  </a:lnTo>
                  <a:cubicBezTo>
                    <a:pt x="776437" y="496985"/>
                    <a:pt x="784813" y="497650"/>
                    <a:pt x="793188" y="498410"/>
                  </a:cubicBezTo>
                  <a:lnTo>
                    <a:pt x="858859" y="467153"/>
                  </a:lnTo>
                  <a:cubicBezTo>
                    <a:pt x="851625" y="466583"/>
                    <a:pt x="844392" y="465917"/>
                    <a:pt x="837159" y="465252"/>
                  </a:cubicBezTo>
                  <a:moveTo>
                    <a:pt x="1773966" y="463352"/>
                  </a:moveTo>
                  <a:cubicBezTo>
                    <a:pt x="1766923" y="464017"/>
                    <a:pt x="1759785" y="464682"/>
                    <a:pt x="1752647" y="465347"/>
                  </a:cubicBezTo>
                  <a:lnTo>
                    <a:pt x="1821649" y="496320"/>
                  </a:lnTo>
                  <a:cubicBezTo>
                    <a:pt x="1829833" y="495560"/>
                    <a:pt x="1838018" y="494800"/>
                    <a:pt x="1846204" y="494040"/>
                  </a:cubicBezTo>
                  <a:lnTo>
                    <a:pt x="1773966" y="463352"/>
                  </a:lnTo>
                  <a:moveTo>
                    <a:pt x="794330" y="461262"/>
                  </a:moveTo>
                  <a:lnTo>
                    <a:pt x="718952" y="491570"/>
                  </a:lnTo>
                  <a:cubicBezTo>
                    <a:pt x="727041" y="492425"/>
                    <a:pt x="735227" y="493185"/>
                    <a:pt x="743412" y="493945"/>
                  </a:cubicBezTo>
                  <a:lnTo>
                    <a:pt x="815554" y="463257"/>
                  </a:lnTo>
                  <a:cubicBezTo>
                    <a:pt x="808511" y="462592"/>
                    <a:pt x="801373" y="461927"/>
                    <a:pt x="794330" y="461167"/>
                  </a:cubicBezTo>
                  <a:moveTo>
                    <a:pt x="1816033" y="459077"/>
                  </a:moveTo>
                  <a:cubicBezTo>
                    <a:pt x="1809085" y="459837"/>
                    <a:pt x="1802138" y="460502"/>
                    <a:pt x="1795095" y="461262"/>
                  </a:cubicBezTo>
                  <a:lnTo>
                    <a:pt x="1870473" y="491665"/>
                  </a:lnTo>
                  <a:cubicBezTo>
                    <a:pt x="1878563" y="490904"/>
                    <a:pt x="1886558" y="490049"/>
                    <a:pt x="1894552" y="489194"/>
                  </a:cubicBezTo>
                  <a:lnTo>
                    <a:pt x="1816033" y="459172"/>
                  </a:lnTo>
                  <a:moveTo>
                    <a:pt x="752548" y="456892"/>
                  </a:moveTo>
                  <a:lnTo>
                    <a:pt x="670793" y="486629"/>
                  </a:lnTo>
                  <a:cubicBezTo>
                    <a:pt x="678693" y="487484"/>
                    <a:pt x="686687" y="488339"/>
                    <a:pt x="694777" y="489194"/>
                  </a:cubicBezTo>
                  <a:lnTo>
                    <a:pt x="773392" y="459172"/>
                  </a:lnTo>
                  <a:cubicBezTo>
                    <a:pt x="766444" y="458412"/>
                    <a:pt x="759496" y="457747"/>
                    <a:pt x="752548" y="456987"/>
                  </a:cubicBezTo>
                  <a:moveTo>
                    <a:pt x="1857244" y="454612"/>
                  </a:moveTo>
                  <a:cubicBezTo>
                    <a:pt x="1850487" y="455372"/>
                    <a:pt x="1843539" y="456132"/>
                    <a:pt x="1836686" y="456892"/>
                  </a:cubicBezTo>
                  <a:lnTo>
                    <a:pt x="1918441" y="486629"/>
                  </a:lnTo>
                  <a:cubicBezTo>
                    <a:pt x="1926341" y="485774"/>
                    <a:pt x="1934240" y="484824"/>
                    <a:pt x="1941950" y="483969"/>
                  </a:cubicBezTo>
                  <a:lnTo>
                    <a:pt x="1857244" y="454612"/>
                  </a:lnTo>
                  <a:moveTo>
                    <a:pt x="711718" y="452141"/>
                  </a:moveTo>
                  <a:lnTo>
                    <a:pt x="623777" y="481119"/>
                  </a:lnTo>
                  <a:cubicBezTo>
                    <a:pt x="631486" y="482069"/>
                    <a:pt x="639290" y="483019"/>
                    <a:pt x="647094" y="483874"/>
                  </a:cubicBezTo>
                  <a:lnTo>
                    <a:pt x="731990" y="454517"/>
                  </a:lnTo>
                  <a:cubicBezTo>
                    <a:pt x="725138" y="453756"/>
                    <a:pt x="718381" y="452901"/>
                    <a:pt x="711718" y="452046"/>
                  </a:cubicBezTo>
                  <a:moveTo>
                    <a:pt x="1897503" y="449671"/>
                  </a:moveTo>
                  <a:cubicBezTo>
                    <a:pt x="1890841" y="450526"/>
                    <a:pt x="1884178" y="451381"/>
                    <a:pt x="1877516" y="452141"/>
                  </a:cubicBezTo>
                  <a:lnTo>
                    <a:pt x="1965363" y="481119"/>
                  </a:lnTo>
                  <a:cubicBezTo>
                    <a:pt x="1972977" y="480169"/>
                    <a:pt x="1980686" y="479218"/>
                    <a:pt x="1988300" y="478268"/>
                  </a:cubicBezTo>
                  <a:lnTo>
                    <a:pt x="1897503" y="449671"/>
                  </a:lnTo>
                  <a:moveTo>
                    <a:pt x="671840" y="447011"/>
                  </a:moveTo>
                  <a:lnTo>
                    <a:pt x="577997" y="475228"/>
                  </a:lnTo>
                  <a:cubicBezTo>
                    <a:pt x="585516" y="476273"/>
                    <a:pt x="593035" y="477223"/>
                    <a:pt x="600744" y="478173"/>
                  </a:cubicBezTo>
                  <a:lnTo>
                    <a:pt x="691636" y="449576"/>
                  </a:lnTo>
                  <a:cubicBezTo>
                    <a:pt x="684974" y="448721"/>
                    <a:pt x="678407" y="447866"/>
                    <a:pt x="671840" y="447011"/>
                  </a:cubicBezTo>
                  <a:moveTo>
                    <a:pt x="1936620" y="444541"/>
                  </a:moveTo>
                  <a:cubicBezTo>
                    <a:pt x="1930148" y="445396"/>
                    <a:pt x="1923676" y="446346"/>
                    <a:pt x="1917109" y="447201"/>
                  </a:cubicBezTo>
                  <a:lnTo>
                    <a:pt x="2010856" y="475418"/>
                  </a:lnTo>
                  <a:cubicBezTo>
                    <a:pt x="2018470" y="474468"/>
                    <a:pt x="2025799" y="473423"/>
                    <a:pt x="2033222" y="472378"/>
                  </a:cubicBezTo>
                  <a:lnTo>
                    <a:pt x="1936620" y="444541"/>
                  </a:lnTo>
                  <a:moveTo>
                    <a:pt x="633104" y="441691"/>
                  </a:moveTo>
                  <a:lnTo>
                    <a:pt x="533456" y="469148"/>
                  </a:lnTo>
                  <a:cubicBezTo>
                    <a:pt x="540784" y="470193"/>
                    <a:pt x="548208" y="471238"/>
                    <a:pt x="555536" y="472283"/>
                  </a:cubicBezTo>
                  <a:lnTo>
                    <a:pt x="652329" y="444446"/>
                  </a:lnTo>
                  <a:cubicBezTo>
                    <a:pt x="645857" y="443496"/>
                    <a:pt x="639480" y="442641"/>
                    <a:pt x="633104" y="441691"/>
                  </a:cubicBezTo>
                  <a:moveTo>
                    <a:pt x="1974690" y="438935"/>
                  </a:moveTo>
                  <a:cubicBezTo>
                    <a:pt x="1968408" y="439885"/>
                    <a:pt x="1962127" y="440835"/>
                    <a:pt x="1955845" y="441786"/>
                  </a:cubicBezTo>
                  <a:lnTo>
                    <a:pt x="2055398" y="469243"/>
                  </a:lnTo>
                  <a:cubicBezTo>
                    <a:pt x="2062727" y="468198"/>
                    <a:pt x="2069960" y="467058"/>
                    <a:pt x="2077098" y="466012"/>
                  </a:cubicBezTo>
                  <a:lnTo>
                    <a:pt x="1974690" y="439030"/>
                  </a:lnTo>
                  <a:moveTo>
                    <a:pt x="595605" y="435895"/>
                  </a:moveTo>
                  <a:lnTo>
                    <a:pt x="490246" y="462497"/>
                  </a:lnTo>
                  <a:cubicBezTo>
                    <a:pt x="497384" y="463637"/>
                    <a:pt x="504522" y="464682"/>
                    <a:pt x="511661" y="465822"/>
                  </a:cubicBezTo>
                  <a:lnTo>
                    <a:pt x="614164" y="438840"/>
                  </a:lnTo>
                  <a:cubicBezTo>
                    <a:pt x="607882" y="437890"/>
                    <a:pt x="601696" y="436940"/>
                    <a:pt x="595510" y="435895"/>
                  </a:cubicBezTo>
                  <a:moveTo>
                    <a:pt x="2011618" y="433045"/>
                  </a:moveTo>
                  <a:cubicBezTo>
                    <a:pt x="2005622" y="434090"/>
                    <a:pt x="1999435" y="435040"/>
                    <a:pt x="1993344" y="435990"/>
                  </a:cubicBezTo>
                  <a:lnTo>
                    <a:pt x="2098513" y="462592"/>
                  </a:lnTo>
                  <a:cubicBezTo>
                    <a:pt x="2105555" y="461452"/>
                    <a:pt x="2112598" y="460312"/>
                    <a:pt x="2119546" y="459172"/>
                  </a:cubicBezTo>
                  <a:lnTo>
                    <a:pt x="2011618" y="433045"/>
                  </a:lnTo>
                  <a:moveTo>
                    <a:pt x="559248" y="429910"/>
                  </a:moveTo>
                  <a:lnTo>
                    <a:pt x="448560" y="455562"/>
                  </a:lnTo>
                  <a:cubicBezTo>
                    <a:pt x="455317" y="456702"/>
                    <a:pt x="462265" y="457937"/>
                    <a:pt x="469213" y="459077"/>
                  </a:cubicBezTo>
                  <a:lnTo>
                    <a:pt x="577236" y="432950"/>
                  </a:lnTo>
                  <a:cubicBezTo>
                    <a:pt x="571240" y="431905"/>
                    <a:pt x="565244" y="430955"/>
                    <a:pt x="559343" y="429910"/>
                  </a:cubicBezTo>
                  <a:moveTo>
                    <a:pt x="2047308" y="426964"/>
                  </a:moveTo>
                  <a:cubicBezTo>
                    <a:pt x="2041502" y="428009"/>
                    <a:pt x="2035602" y="429054"/>
                    <a:pt x="2029606" y="430100"/>
                  </a:cubicBezTo>
                  <a:lnTo>
                    <a:pt x="2140294" y="455752"/>
                  </a:lnTo>
                  <a:cubicBezTo>
                    <a:pt x="2147052" y="454612"/>
                    <a:pt x="2153904" y="453376"/>
                    <a:pt x="2160566" y="452141"/>
                  </a:cubicBezTo>
                  <a:lnTo>
                    <a:pt x="2047308" y="426964"/>
                  </a:lnTo>
                  <a:moveTo>
                    <a:pt x="524224" y="423544"/>
                  </a:moveTo>
                  <a:lnTo>
                    <a:pt x="408301" y="448246"/>
                  </a:lnTo>
                  <a:cubicBezTo>
                    <a:pt x="414963" y="449481"/>
                    <a:pt x="421530" y="450716"/>
                    <a:pt x="428192" y="451951"/>
                  </a:cubicBezTo>
                  <a:lnTo>
                    <a:pt x="541641" y="426774"/>
                  </a:lnTo>
                  <a:cubicBezTo>
                    <a:pt x="535835" y="425729"/>
                    <a:pt x="529934" y="424684"/>
                    <a:pt x="524224" y="423544"/>
                  </a:cubicBezTo>
                  <a:moveTo>
                    <a:pt x="2081666" y="420409"/>
                  </a:moveTo>
                  <a:cubicBezTo>
                    <a:pt x="2076051" y="421549"/>
                    <a:pt x="2070340" y="422594"/>
                    <a:pt x="2064630" y="423734"/>
                  </a:cubicBezTo>
                  <a:lnTo>
                    <a:pt x="2180458" y="448436"/>
                  </a:lnTo>
                  <a:cubicBezTo>
                    <a:pt x="2187120" y="447201"/>
                    <a:pt x="2193592" y="445966"/>
                    <a:pt x="2200064" y="444731"/>
                  </a:cubicBezTo>
                  <a:lnTo>
                    <a:pt x="2081666" y="420504"/>
                  </a:lnTo>
                  <a:moveTo>
                    <a:pt x="490532" y="416989"/>
                  </a:moveTo>
                  <a:lnTo>
                    <a:pt x="369564" y="440740"/>
                  </a:lnTo>
                  <a:cubicBezTo>
                    <a:pt x="375941" y="442071"/>
                    <a:pt x="382318" y="443306"/>
                    <a:pt x="388695" y="444541"/>
                  </a:cubicBezTo>
                  <a:lnTo>
                    <a:pt x="507282" y="420314"/>
                  </a:lnTo>
                  <a:cubicBezTo>
                    <a:pt x="501667" y="419174"/>
                    <a:pt x="496147" y="418129"/>
                    <a:pt x="490532" y="416989"/>
                  </a:cubicBezTo>
                  <a:moveTo>
                    <a:pt x="2114692" y="413758"/>
                  </a:moveTo>
                  <a:cubicBezTo>
                    <a:pt x="2109267" y="414898"/>
                    <a:pt x="2103842" y="416038"/>
                    <a:pt x="2098322" y="417179"/>
                  </a:cubicBezTo>
                  <a:lnTo>
                    <a:pt x="2219194" y="440930"/>
                  </a:lnTo>
                  <a:cubicBezTo>
                    <a:pt x="2225571" y="439600"/>
                    <a:pt x="2231852" y="438365"/>
                    <a:pt x="2238039" y="437035"/>
                  </a:cubicBezTo>
                  <a:lnTo>
                    <a:pt x="2114692" y="413853"/>
                  </a:lnTo>
                  <a:moveTo>
                    <a:pt x="458267" y="410053"/>
                  </a:moveTo>
                  <a:lnTo>
                    <a:pt x="332351" y="432760"/>
                  </a:lnTo>
                  <a:cubicBezTo>
                    <a:pt x="338442" y="434090"/>
                    <a:pt x="344533" y="435420"/>
                    <a:pt x="350720" y="436750"/>
                  </a:cubicBezTo>
                  <a:lnTo>
                    <a:pt x="474162" y="413568"/>
                  </a:lnTo>
                  <a:cubicBezTo>
                    <a:pt x="468737" y="412428"/>
                    <a:pt x="463407" y="411288"/>
                    <a:pt x="458267" y="410053"/>
                  </a:cubicBezTo>
                  <a:moveTo>
                    <a:pt x="2146290" y="406728"/>
                  </a:moveTo>
                  <a:cubicBezTo>
                    <a:pt x="2141151" y="407963"/>
                    <a:pt x="2135916" y="409103"/>
                    <a:pt x="2130586" y="410243"/>
                  </a:cubicBezTo>
                  <a:lnTo>
                    <a:pt x="2256408" y="432950"/>
                  </a:lnTo>
                  <a:cubicBezTo>
                    <a:pt x="2262404" y="431620"/>
                    <a:pt x="2268400" y="430290"/>
                    <a:pt x="2274301" y="428864"/>
                  </a:cubicBezTo>
                  <a:lnTo>
                    <a:pt x="2146290" y="406633"/>
                  </a:lnTo>
                  <a:moveTo>
                    <a:pt x="427526" y="402927"/>
                  </a:moveTo>
                  <a:lnTo>
                    <a:pt x="297136" y="424589"/>
                  </a:lnTo>
                  <a:cubicBezTo>
                    <a:pt x="302847" y="426014"/>
                    <a:pt x="308748" y="427344"/>
                    <a:pt x="314648" y="428769"/>
                  </a:cubicBezTo>
                  <a:lnTo>
                    <a:pt x="442754" y="406633"/>
                  </a:lnTo>
                  <a:cubicBezTo>
                    <a:pt x="437614" y="405493"/>
                    <a:pt x="432570" y="404258"/>
                    <a:pt x="427526" y="403022"/>
                  </a:cubicBezTo>
                  <a:moveTo>
                    <a:pt x="2176366" y="399412"/>
                  </a:moveTo>
                  <a:cubicBezTo>
                    <a:pt x="2171417" y="400647"/>
                    <a:pt x="2166467" y="401882"/>
                    <a:pt x="2161518" y="403117"/>
                  </a:cubicBezTo>
                  <a:lnTo>
                    <a:pt x="2291813" y="424779"/>
                  </a:lnTo>
                  <a:cubicBezTo>
                    <a:pt x="2297523" y="423354"/>
                    <a:pt x="2303329" y="422024"/>
                    <a:pt x="2308849" y="420599"/>
                  </a:cubicBezTo>
                  <a:lnTo>
                    <a:pt x="2176366" y="399507"/>
                  </a:lnTo>
                  <a:moveTo>
                    <a:pt x="398212" y="395612"/>
                  </a:moveTo>
                  <a:lnTo>
                    <a:pt x="263349" y="416133"/>
                  </a:lnTo>
                  <a:cubicBezTo>
                    <a:pt x="268869" y="417559"/>
                    <a:pt x="274294" y="418984"/>
                    <a:pt x="280005" y="420409"/>
                  </a:cubicBezTo>
                  <a:lnTo>
                    <a:pt x="412679" y="399317"/>
                  </a:lnTo>
                  <a:cubicBezTo>
                    <a:pt x="407825" y="398082"/>
                    <a:pt x="402971" y="396847"/>
                    <a:pt x="398212" y="395612"/>
                  </a:cubicBezTo>
                  <a:moveTo>
                    <a:pt x="2204918" y="391907"/>
                  </a:moveTo>
                  <a:cubicBezTo>
                    <a:pt x="2200350" y="393142"/>
                    <a:pt x="2195591" y="394472"/>
                    <a:pt x="2190832" y="395707"/>
                  </a:cubicBezTo>
                  <a:lnTo>
                    <a:pt x="2325600" y="416228"/>
                  </a:lnTo>
                  <a:cubicBezTo>
                    <a:pt x="2331120" y="414803"/>
                    <a:pt x="2336450" y="413378"/>
                    <a:pt x="2341780" y="411858"/>
                  </a:cubicBezTo>
                  <a:lnTo>
                    <a:pt x="2204918" y="391907"/>
                  </a:lnTo>
                  <a:moveTo>
                    <a:pt x="370516" y="387916"/>
                  </a:moveTo>
                  <a:lnTo>
                    <a:pt x="231465" y="407298"/>
                  </a:lnTo>
                  <a:cubicBezTo>
                    <a:pt x="236700" y="408818"/>
                    <a:pt x="241935" y="410243"/>
                    <a:pt x="247265" y="411668"/>
                  </a:cubicBezTo>
                  <a:lnTo>
                    <a:pt x="384126" y="391717"/>
                  </a:lnTo>
                  <a:cubicBezTo>
                    <a:pt x="379558" y="390481"/>
                    <a:pt x="374989" y="389151"/>
                    <a:pt x="370516" y="387916"/>
                  </a:cubicBezTo>
                  <a:moveTo>
                    <a:pt x="2231948" y="384116"/>
                  </a:moveTo>
                  <a:cubicBezTo>
                    <a:pt x="2227570" y="385446"/>
                    <a:pt x="2223191" y="386776"/>
                    <a:pt x="2218623" y="388011"/>
                  </a:cubicBezTo>
                  <a:lnTo>
                    <a:pt x="2357579" y="407393"/>
                  </a:lnTo>
                  <a:cubicBezTo>
                    <a:pt x="2362718" y="405873"/>
                    <a:pt x="2367857" y="404448"/>
                    <a:pt x="2372806" y="402927"/>
                  </a:cubicBezTo>
                  <a:lnTo>
                    <a:pt x="2231948" y="384116"/>
                  </a:lnTo>
                  <a:moveTo>
                    <a:pt x="344438" y="380126"/>
                  </a:moveTo>
                  <a:lnTo>
                    <a:pt x="201581" y="398272"/>
                  </a:lnTo>
                  <a:cubicBezTo>
                    <a:pt x="206339" y="399792"/>
                    <a:pt x="211288" y="401312"/>
                    <a:pt x="216333" y="402832"/>
                  </a:cubicBezTo>
                  <a:lnTo>
                    <a:pt x="357382" y="384021"/>
                  </a:lnTo>
                  <a:cubicBezTo>
                    <a:pt x="353004" y="382691"/>
                    <a:pt x="348721" y="381361"/>
                    <a:pt x="344533" y="380126"/>
                  </a:cubicBezTo>
                  <a:moveTo>
                    <a:pt x="2257264" y="376230"/>
                  </a:moveTo>
                  <a:cubicBezTo>
                    <a:pt x="2253172" y="377560"/>
                    <a:pt x="2248984" y="378890"/>
                    <a:pt x="2244796" y="380221"/>
                  </a:cubicBezTo>
                  <a:lnTo>
                    <a:pt x="2387654" y="398462"/>
                  </a:lnTo>
                  <a:cubicBezTo>
                    <a:pt x="2392412" y="396942"/>
                    <a:pt x="2397267" y="395422"/>
                    <a:pt x="2401930" y="393807"/>
                  </a:cubicBezTo>
                  <a:lnTo>
                    <a:pt x="2257264" y="376230"/>
                  </a:lnTo>
                  <a:moveTo>
                    <a:pt x="320073" y="372050"/>
                  </a:moveTo>
                  <a:lnTo>
                    <a:pt x="173504" y="389056"/>
                  </a:lnTo>
                  <a:cubicBezTo>
                    <a:pt x="178072" y="390671"/>
                    <a:pt x="182641" y="392192"/>
                    <a:pt x="187304" y="393712"/>
                  </a:cubicBezTo>
                  <a:lnTo>
                    <a:pt x="332065" y="376135"/>
                  </a:lnTo>
                  <a:cubicBezTo>
                    <a:pt x="327973" y="374805"/>
                    <a:pt x="323976" y="373475"/>
                    <a:pt x="320073" y="372050"/>
                  </a:cubicBezTo>
                  <a:moveTo>
                    <a:pt x="2280963" y="367965"/>
                  </a:moveTo>
                  <a:cubicBezTo>
                    <a:pt x="2277156" y="369390"/>
                    <a:pt x="2273349" y="370720"/>
                    <a:pt x="2269256" y="372050"/>
                  </a:cubicBezTo>
                  <a:lnTo>
                    <a:pt x="2415826" y="389056"/>
                  </a:lnTo>
                  <a:cubicBezTo>
                    <a:pt x="2420394" y="387441"/>
                    <a:pt x="2424772" y="385921"/>
                    <a:pt x="2429150" y="384306"/>
                  </a:cubicBezTo>
                  <a:lnTo>
                    <a:pt x="2280868" y="367965"/>
                  </a:lnTo>
                  <a:moveTo>
                    <a:pt x="297327" y="363784"/>
                  </a:moveTo>
                  <a:lnTo>
                    <a:pt x="147331" y="379556"/>
                  </a:lnTo>
                  <a:cubicBezTo>
                    <a:pt x="151519" y="381171"/>
                    <a:pt x="155801" y="382786"/>
                    <a:pt x="160084" y="384306"/>
                  </a:cubicBezTo>
                  <a:lnTo>
                    <a:pt x="308462" y="367965"/>
                  </a:lnTo>
                  <a:cubicBezTo>
                    <a:pt x="304750" y="366634"/>
                    <a:pt x="300943" y="365209"/>
                    <a:pt x="297327" y="363784"/>
                  </a:cubicBezTo>
                  <a:moveTo>
                    <a:pt x="2302853" y="359604"/>
                  </a:moveTo>
                  <a:cubicBezTo>
                    <a:pt x="2299236" y="361029"/>
                    <a:pt x="2295715" y="362454"/>
                    <a:pt x="2292098" y="363784"/>
                  </a:cubicBezTo>
                  <a:lnTo>
                    <a:pt x="2442094" y="379556"/>
                  </a:lnTo>
                  <a:cubicBezTo>
                    <a:pt x="2446282" y="377940"/>
                    <a:pt x="2450469" y="376325"/>
                    <a:pt x="2454467" y="374710"/>
                  </a:cubicBezTo>
                  <a:lnTo>
                    <a:pt x="2302948" y="359604"/>
                  </a:lnTo>
                  <a:moveTo>
                    <a:pt x="276483" y="355424"/>
                  </a:moveTo>
                  <a:lnTo>
                    <a:pt x="123347" y="369865"/>
                  </a:lnTo>
                  <a:cubicBezTo>
                    <a:pt x="127154" y="371480"/>
                    <a:pt x="131056" y="373095"/>
                    <a:pt x="135053" y="374710"/>
                  </a:cubicBezTo>
                  <a:lnTo>
                    <a:pt x="286572" y="359604"/>
                  </a:lnTo>
                  <a:cubicBezTo>
                    <a:pt x="283050" y="358179"/>
                    <a:pt x="279719" y="356754"/>
                    <a:pt x="276388" y="355329"/>
                  </a:cubicBezTo>
                  <a:moveTo>
                    <a:pt x="2323030" y="351053"/>
                  </a:moveTo>
                  <a:cubicBezTo>
                    <a:pt x="2319794" y="352478"/>
                    <a:pt x="2316558" y="353903"/>
                    <a:pt x="2313227" y="355329"/>
                  </a:cubicBezTo>
                  <a:lnTo>
                    <a:pt x="2466364" y="369770"/>
                  </a:lnTo>
                  <a:cubicBezTo>
                    <a:pt x="2470266" y="368155"/>
                    <a:pt x="2473977" y="366444"/>
                    <a:pt x="2477784" y="364829"/>
                  </a:cubicBezTo>
                  <a:lnTo>
                    <a:pt x="2323125" y="350958"/>
                  </a:lnTo>
                  <a:moveTo>
                    <a:pt x="257258" y="346778"/>
                  </a:moveTo>
                  <a:lnTo>
                    <a:pt x="101171" y="359984"/>
                  </a:lnTo>
                  <a:cubicBezTo>
                    <a:pt x="104692" y="361599"/>
                    <a:pt x="108309" y="363309"/>
                    <a:pt x="111926" y="364924"/>
                  </a:cubicBezTo>
                  <a:lnTo>
                    <a:pt x="266490" y="351053"/>
                  </a:lnTo>
                  <a:cubicBezTo>
                    <a:pt x="263349" y="349628"/>
                    <a:pt x="260208" y="348203"/>
                    <a:pt x="257163" y="346683"/>
                  </a:cubicBezTo>
                  <a:moveTo>
                    <a:pt x="2341399" y="342408"/>
                  </a:moveTo>
                  <a:cubicBezTo>
                    <a:pt x="2338448" y="343833"/>
                    <a:pt x="2335498" y="345353"/>
                    <a:pt x="2332452" y="346778"/>
                  </a:cubicBezTo>
                  <a:lnTo>
                    <a:pt x="2488539" y="359984"/>
                  </a:lnTo>
                  <a:cubicBezTo>
                    <a:pt x="2492061" y="358274"/>
                    <a:pt x="2495487" y="356659"/>
                    <a:pt x="2498818" y="354949"/>
                  </a:cubicBezTo>
                  <a:lnTo>
                    <a:pt x="2341399" y="342408"/>
                  </a:lnTo>
                  <a:moveTo>
                    <a:pt x="239936" y="338037"/>
                  </a:moveTo>
                  <a:lnTo>
                    <a:pt x="81279" y="349913"/>
                  </a:lnTo>
                  <a:cubicBezTo>
                    <a:pt x="84420" y="351623"/>
                    <a:pt x="87751" y="353333"/>
                    <a:pt x="90987" y="354949"/>
                  </a:cubicBezTo>
                  <a:lnTo>
                    <a:pt x="248407" y="342408"/>
                  </a:lnTo>
                  <a:cubicBezTo>
                    <a:pt x="245551" y="340982"/>
                    <a:pt x="242696" y="339462"/>
                    <a:pt x="239936" y="338037"/>
                  </a:cubicBezTo>
                  <a:moveTo>
                    <a:pt x="2357769" y="333477"/>
                  </a:moveTo>
                  <a:cubicBezTo>
                    <a:pt x="2355199" y="334997"/>
                    <a:pt x="2352534" y="336422"/>
                    <a:pt x="2349774" y="337942"/>
                  </a:cubicBezTo>
                  <a:lnTo>
                    <a:pt x="2508431" y="349818"/>
                  </a:lnTo>
                  <a:cubicBezTo>
                    <a:pt x="2511667" y="348108"/>
                    <a:pt x="2514712" y="346398"/>
                    <a:pt x="2517663" y="344688"/>
                  </a:cubicBezTo>
                  <a:lnTo>
                    <a:pt x="2357769" y="333572"/>
                  </a:lnTo>
                  <a:moveTo>
                    <a:pt x="224423" y="329106"/>
                  </a:moveTo>
                  <a:lnTo>
                    <a:pt x="63482" y="339557"/>
                  </a:lnTo>
                  <a:cubicBezTo>
                    <a:pt x="66242" y="341267"/>
                    <a:pt x="69097" y="342978"/>
                    <a:pt x="72143" y="344688"/>
                  </a:cubicBezTo>
                  <a:lnTo>
                    <a:pt x="232037" y="333477"/>
                  </a:lnTo>
                  <a:cubicBezTo>
                    <a:pt x="229467" y="331957"/>
                    <a:pt x="226897" y="330532"/>
                    <a:pt x="224423" y="329011"/>
                  </a:cubicBezTo>
                  <a:moveTo>
                    <a:pt x="2372426" y="324451"/>
                  </a:moveTo>
                  <a:cubicBezTo>
                    <a:pt x="2370142" y="325971"/>
                    <a:pt x="2367857" y="327491"/>
                    <a:pt x="2365383" y="329011"/>
                  </a:cubicBezTo>
                  <a:lnTo>
                    <a:pt x="2526419" y="339462"/>
                  </a:lnTo>
                  <a:cubicBezTo>
                    <a:pt x="2529179" y="337752"/>
                    <a:pt x="2531939" y="336042"/>
                    <a:pt x="2534509" y="334237"/>
                  </a:cubicBezTo>
                  <a:lnTo>
                    <a:pt x="2372426" y="324451"/>
                  </a:lnTo>
                  <a:moveTo>
                    <a:pt x="210813" y="320081"/>
                  </a:moveTo>
                  <a:lnTo>
                    <a:pt x="47683" y="329201"/>
                  </a:lnTo>
                  <a:cubicBezTo>
                    <a:pt x="50157" y="330912"/>
                    <a:pt x="52632" y="332717"/>
                    <a:pt x="55297" y="334427"/>
                  </a:cubicBezTo>
                  <a:lnTo>
                    <a:pt x="217380" y="324641"/>
                  </a:lnTo>
                  <a:cubicBezTo>
                    <a:pt x="215095" y="323121"/>
                    <a:pt x="212906" y="321601"/>
                    <a:pt x="210813" y="320081"/>
                  </a:cubicBezTo>
                  <a:moveTo>
                    <a:pt x="2385084" y="315425"/>
                  </a:moveTo>
                  <a:cubicBezTo>
                    <a:pt x="2383181" y="316945"/>
                    <a:pt x="2381087" y="318466"/>
                    <a:pt x="2378993" y="319986"/>
                  </a:cubicBezTo>
                  <a:lnTo>
                    <a:pt x="2542123" y="329106"/>
                  </a:lnTo>
                  <a:cubicBezTo>
                    <a:pt x="2544597" y="327396"/>
                    <a:pt x="2546882" y="325591"/>
                    <a:pt x="2549166" y="323881"/>
                  </a:cubicBezTo>
                  <a:lnTo>
                    <a:pt x="2385084" y="315520"/>
                  </a:lnTo>
                  <a:moveTo>
                    <a:pt x="199011" y="310960"/>
                  </a:moveTo>
                  <a:lnTo>
                    <a:pt x="34168" y="318656"/>
                  </a:lnTo>
                  <a:cubicBezTo>
                    <a:pt x="36262" y="320461"/>
                    <a:pt x="38451" y="322171"/>
                    <a:pt x="40735" y="323976"/>
                  </a:cubicBezTo>
                  <a:lnTo>
                    <a:pt x="204721" y="315520"/>
                  </a:lnTo>
                  <a:cubicBezTo>
                    <a:pt x="202723" y="314000"/>
                    <a:pt x="200914" y="312480"/>
                    <a:pt x="199106" y="310960"/>
                  </a:cubicBezTo>
                  <a:moveTo>
                    <a:pt x="2395744" y="306210"/>
                  </a:moveTo>
                  <a:cubicBezTo>
                    <a:pt x="2394221" y="307730"/>
                    <a:pt x="2392412" y="309250"/>
                    <a:pt x="2390604" y="310770"/>
                  </a:cubicBezTo>
                  <a:lnTo>
                    <a:pt x="2555542" y="318466"/>
                  </a:lnTo>
                  <a:cubicBezTo>
                    <a:pt x="2557541" y="316660"/>
                    <a:pt x="2559540" y="314950"/>
                    <a:pt x="2561348" y="313145"/>
                  </a:cubicBezTo>
                  <a:lnTo>
                    <a:pt x="2395649" y="306115"/>
                  </a:lnTo>
                  <a:moveTo>
                    <a:pt x="189303" y="301744"/>
                  </a:moveTo>
                  <a:lnTo>
                    <a:pt x="22937" y="308110"/>
                  </a:lnTo>
                  <a:cubicBezTo>
                    <a:pt x="24650" y="309915"/>
                    <a:pt x="26459" y="311625"/>
                    <a:pt x="28362" y="313430"/>
                  </a:cubicBezTo>
                  <a:lnTo>
                    <a:pt x="193967" y="306400"/>
                  </a:lnTo>
                  <a:cubicBezTo>
                    <a:pt x="192444" y="304879"/>
                    <a:pt x="190826" y="303359"/>
                    <a:pt x="189398" y="301744"/>
                  </a:cubicBezTo>
                  <a:moveTo>
                    <a:pt x="2404595" y="296899"/>
                  </a:moveTo>
                  <a:cubicBezTo>
                    <a:pt x="2403263" y="298514"/>
                    <a:pt x="2401930" y="300034"/>
                    <a:pt x="2400407" y="301554"/>
                  </a:cubicBezTo>
                  <a:lnTo>
                    <a:pt x="2566868" y="307825"/>
                  </a:lnTo>
                  <a:cubicBezTo>
                    <a:pt x="2568486" y="306020"/>
                    <a:pt x="2570104" y="304309"/>
                    <a:pt x="2571532" y="302504"/>
                  </a:cubicBezTo>
                  <a:lnTo>
                    <a:pt x="2404595" y="296899"/>
                  </a:lnTo>
                  <a:moveTo>
                    <a:pt x="181499" y="292434"/>
                  </a:moveTo>
                  <a:lnTo>
                    <a:pt x="13896" y="297374"/>
                  </a:lnTo>
                  <a:cubicBezTo>
                    <a:pt x="15323" y="299179"/>
                    <a:pt x="16656" y="300984"/>
                    <a:pt x="18178" y="302694"/>
                  </a:cubicBezTo>
                  <a:lnTo>
                    <a:pt x="185115" y="297089"/>
                  </a:lnTo>
                  <a:cubicBezTo>
                    <a:pt x="183783" y="295569"/>
                    <a:pt x="182546" y="293954"/>
                    <a:pt x="181499" y="292434"/>
                  </a:cubicBezTo>
                  <a:moveTo>
                    <a:pt x="2411353" y="287588"/>
                  </a:moveTo>
                  <a:cubicBezTo>
                    <a:pt x="2410401" y="289203"/>
                    <a:pt x="2409354" y="290723"/>
                    <a:pt x="2408212" y="292243"/>
                  </a:cubicBezTo>
                  <a:lnTo>
                    <a:pt x="2575815" y="297184"/>
                  </a:lnTo>
                  <a:cubicBezTo>
                    <a:pt x="2577147" y="295379"/>
                    <a:pt x="2578384" y="293574"/>
                    <a:pt x="2579431" y="291768"/>
                  </a:cubicBezTo>
                  <a:lnTo>
                    <a:pt x="2411353" y="287588"/>
                  </a:lnTo>
                  <a:moveTo>
                    <a:pt x="175503" y="283028"/>
                  </a:moveTo>
                  <a:lnTo>
                    <a:pt x="7138" y="286543"/>
                  </a:lnTo>
                  <a:cubicBezTo>
                    <a:pt x="8090" y="288348"/>
                    <a:pt x="9042" y="290153"/>
                    <a:pt x="10184" y="291958"/>
                  </a:cubicBezTo>
                  <a:lnTo>
                    <a:pt x="178168" y="287683"/>
                  </a:lnTo>
                  <a:cubicBezTo>
                    <a:pt x="177216" y="286163"/>
                    <a:pt x="176359" y="284548"/>
                    <a:pt x="175503" y="283028"/>
                  </a:cubicBezTo>
                  <a:moveTo>
                    <a:pt x="2416206" y="278182"/>
                  </a:moveTo>
                  <a:cubicBezTo>
                    <a:pt x="2415635" y="279797"/>
                    <a:pt x="2414779" y="281318"/>
                    <a:pt x="2414017" y="282933"/>
                  </a:cubicBezTo>
                  <a:lnTo>
                    <a:pt x="2582477" y="286448"/>
                  </a:lnTo>
                  <a:cubicBezTo>
                    <a:pt x="2583429" y="284643"/>
                    <a:pt x="2584190" y="282838"/>
                    <a:pt x="2585047" y="281033"/>
                  </a:cubicBezTo>
                  <a:lnTo>
                    <a:pt x="2416206" y="278182"/>
                  </a:lnTo>
                  <a:moveTo>
                    <a:pt x="171600" y="273622"/>
                  </a:moveTo>
                  <a:lnTo>
                    <a:pt x="2665" y="275712"/>
                  </a:lnTo>
                  <a:cubicBezTo>
                    <a:pt x="3141" y="277517"/>
                    <a:pt x="3902" y="279322"/>
                    <a:pt x="4664" y="281128"/>
                  </a:cubicBezTo>
                  <a:lnTo>
                    <a:pt x="173409" y="278277"/>
                  </a:lnTo>
                  <a:cubicBezTo>
                    <a:pt x="172838" y="276662"/>
                    <a:pt x="172172" y="275142"/>
                    <a:pt x="171696" y="273527"/>
                  </a:cubicBezTo>
                  <a:moveTo>
                    <a:pt x="2419157" y="268777"/>
                  </a:moveTo>
                  <a:cubicBezTo>
                    <a:pt x="2418776" y="270392"/>
                    <a:pt x="2418395" y="271912"/>
                    <a:pt x="2417920" y="273527"/>
                  </a:cubicBezTo>
                  <a:lnTo>
                    <a:pt x="2586855" y="275617"/>
                  </a:lnTo>
                  <a:cubicBezTo>
                    <a:pt x="2587426" y="273812"/>
                    <a:pt x="2587902" y="272007"/>
                    <a:pt x="2588283" y="270202"/>
                  </a:cubicBezTo>
                  <a:lnTo>
                    <a:pt x="2419157" y="268777"/>
                  </a:lnTo>
                  <a:moveTo>
                    <a:pt x="169697" y="264216"/>
                  </a:moveTo>
                  <a:lnTo>
                    <a:pt x="381" y="264976"/>
                  </a:lnTo>
                  <a:cubicBezTo>
                    <a:pt x="571" y="266781"/>
                    <a:pt x="857" y="268587"/>
                    <a:pt x="1237" y="270392"/>
                  </a:cubicBezTo>
                  <a:lnTo>
                    <a:pt x="170363" y="268967"/>
                  </a:lnTo>
                  <a:cubicBezTo>
                    <a:pt x="169982" y="267352"/>
                    <a:pt x="169887" y="265831"/>
                    <a:pt x="169697" y="264216"/>
                  </a:cubicBezTo>
                  <a:moveTo>
                    <a:pt x="2589425" y="258896"/>
                  </a:moveTo>
                  <a:lnTo>
                    <a:pt x="2420108" y="258896"/>
                  </a:lnTo>
                  <a:lnTo>
                    <a:pt x="2420108" y="259276"/>
                  </a:lnTo>
                  <a:cubicBezTo>
                    <a:pt x="2420108" y="260891"/>
                    <a:pt x="2420108" y="262411"/>
                    <a:pt x="2419823" y="264026"/>
                  </a:cubicBezTo>
                  <a:lnTo>
                    <a:pt x="2589139" y="264691"/>
                  </a:lnTo>
                  <a:cubicBezTo>
                    <a:pt x="2589329" y="262886"/>
                    <a:pt x="2589425" y="261081"/>
                    <a:pt x="2589425" y="259276"/>
                  </a:cubicBezTo>
                  <a:lnTo>
                    <a:pt x="2589425" y="258896"/>
                  </a:lnTo>
                  <a:moveTo>
                    <a:pt x="286" y="254145"/>
                  </a:moveTo>
                  <a:cubicBezTo>
                    <a:pt x="95" y="255856"/>
                    <a:pt x="0" y="257661"/>
                    <a:pt x="0" y="259371"/>
                  </a:cubicBezTo>
                  <a:lnTo>
                    <a:pt x="0" y="259561"/>
                  </a:lnTo>
                  <a:lnTo>
                    <a:pt x="169411" y="259561"/>
                  </a:lnTo>
                  <a:lnTo>
                    <a:pt x="169411" y="259371"/>
                  </a:lnTo>
                  <a:cubicBezTo>
                    <a:pt x="169411" y="257851"/>
                    <a:pt x="169411" y="256331"/>
                    <a:pt x="169602" y="254810"/>
                  </a:cubicBezTo>
                  <a:lnTo>
                    <a:pt x="286" y="254145"/>
                  </a:lnTo>
                  <a:moveTo>
                    <a:pt x="2588283" y="248065"/>
                  </a:moveTo>
                  <a:lnTo>
                    <a:pt x="2419157" y="249490"/>
                  </a:lnTo>
                  <a:cubicBezTo>
                    <a:pt x="2419537" y="251105"/>
                    <a:pt x="2419728" y="252625"/>
                    <a:pt x="2419918" y="254240"/>
                  </a:cubicBezTo>
                  <a:lnTo>
                    <a:pt x="2589139" y="253480"/>
                  </a:lnTo>
                  <a:cubicBezTo>
                    <a:pt x="2588949" y="251675"/>
                    <a:pt x="2588663" y="249870"/>
                    <a:pt x="2588283" y="248065"/>
                  </a:cubicBezTo>
                  <a:moveTo>
                    <a:pt x="2475" y="243220"/>
                  </a:moveTo>
                  <a:cubicBezTo>
                    <a:pt x="1999" y="245025"/>
                    <a:pt x="1523" y="246830"/>
                    <a:pt x="1142" y="248635"/>
                  </a:cubicBezTo>
                  <a:lnTo>
                    <a:pt x="170268" y="249965"/>
                  </a:lnTo>
                  <a:cubicBezTo>
                    <a:pt x="170649" y="248350"/>
                    <a:pt x="171029" y="246830"/>
                    <a:pt x="171505" y="245215"/>
                  </a:cubicBezTo>
                  <a:lnTo>
                    <a:pt x="2475" y="243125"/>
                  </a:lnTo>
                  <a:moveTo>
                    <a:pt x="2584856" y="237234"/>
                  </a:moveTo>
                  <a:lnTo>
                    <a:pt x="2416111" y="240084"/>
                  </a:lnTo>
                  <a:cubicBezTo>
                    <a:pt x="2416682" y="241699"/>
                    <a:pt x="2417349" y="243220"/>
                    <a:pt x="2417824" y="244835"/>
                  </a:cubicBezTo>
                  <a:lnTo>
                    <a:pt x="2586760" y="242649"/>
                  </a:lnTo>
                  <a:cubicBezTo>
                    <a:pt x="2586189" y="240844"/>
                    <a:pt x="2585523" y="239039"/>
                    <a:pt x="2584761" y="237234"/>
                  </a:cubicBezTo>
                  <a:moveTo>
                    <a:pt x="6948" y="232484"/>
                  </a:moveTo>
                  <a:cubicBezTo>
                    <a:pt x="6091" y="234289"/>
                    <a:pt x="5235" y="236094"/>
                    <a:pt x="4473" y="237899"/>
                  </a:cubicBezTo>
                  <a:lnTo>
                    <a:pt x="173218" y="240654"/>
                  </a:lnTo>
                  <a:cubicBezTo>
                    <a:pt x="173885" y="239039"/>
                    <a:pt x="174646" y="237519"/>
                    <a:pt x="175407" y="235904"/>
                  </a:cubicBezTo>
                  <a:lnTo>
                    <a:pt x="6948" y="232389"/>
                  </a:lnTo>
                  <a:moveTo>
                    <a:pt x="2579146" y="226498"/>
                  </a:moveTo>
                  <a:lnTo>
                    <a:pt x="2411162" y="230774"/>
                  </a:lnTo>
                  <a:cubicBezTo>
                    <a:pt x="2412114" y="232294"/>
                    <a:pt x="2413066" y="233909"/>
                    <a:pt x="2413827" y="235429"/>
                  </a:cubicBezTo>
                  <a:lnTo>
                    <a:pt x="2582287" y="231914"/>
                  </a:lnTo>
                  <a:cubicBezTo>
                    <a:pt x="2581335" y="230108"/>
                    <a:pt x="2580288" y="228303"/>
                    <a:pt x="2579146" y="226498"/>
                  </a:cubicBezTo>
                  <a:moveTo>
                    <a:pt x="13610" y="221653"/>
                  </a:moveTo>
                  <a:cubicBezTo>
                    <a:pt x="12278" y="223458"/>
                    <a:pt x="11040" y="225263"/>
                    <a:pt x="10089" y="227068"/>
                  </a:cubicBezTo>
                  <a:lnTo>
                    <a:pt x="178072" y="231249"/>
                  </a:lnTo>
                  <a:cubicBezTo>
                    <a:pt x="179024" y="229728"/>
                    <a:pt x="180071" y="228113"/>
                    <a:pt x="181213" y="226593"/>
                  </a:cubicBezTo>
                  <a:lnTo>
                    <a:pt x="13610" y="221748"/>
                  </a:lnTo>
                  <a:moveTo>
                    <a:pt x="2571246" y="215667"/>
                  </a:moveTo>
                  <a:lnTo>
                    <a:pt x="2404309" y="221368"/>
                  </a:lnTo>
                  <a:cubicBezTo>
                    <a:pt x="2405642" y="222888"/>
                    <a:pt x="2406879" y="224503"/>
                    <a:pt x="2407926" y="226023"/>
                  </a:cubicBezTo>
                  <a:lnTo>
                    <a:pt x="2575434" y="221083"/>
                  </a:lnTo>
                  <a:cubicBezTo>
                    <a:pt x="2574102" y="219278"/>
                    <a:pt x="2572769" y="217472"/>
                    <a:pt x="2571246" y="215667"/>
                  </a:cubicBezTo>
                  <a:moveTo>
                    <a:pt x="22556" y="210917"/>
                  </a:moveTo>
                  <a:cubicBezTo>
                    <a:pt x="20939" y="212722"/>
                    <a:pt x="19225" y="214527"/>
                    <a:pt x="17798" y="216237"/>
                  </a:cubicBezTo>
                  <a:lnTo>
                    <a:pt x="184830" y="221843"/>
                  </a:lnTo>
                  <a:cubicBezTo>
                    <a:pt x="186162" y="220323"/>
                    <a:pt x="187495" y="218708"/>
                    <a:pt x="188922" y="217187"/>
                  </a:cubicBezTo>
                  <a:lnTo>
                    <a:pt x="22556" y="210917"/>
                  </a:lnTo>
                  <a:moveTo>
                    <a:pt x="2561063" y="205026"/>
                  </a:moveTo>
                  <a:lnTo>
                    <a:pt x="2395363" y="212152"/>
                  </a:lnTo>
                  <a:cubicBezTo>
                    <a:pt x="2396981" y="213672"/>
                    <a:pt x="2398599" y="215192"/>
                    <a:pt x="2400027" y="216807"/>
                  </a:cubicBezTo>
                  <a:lnTo>
                    <a:pt x="2566297" y="210442"/>
                  </a:lnTo>
                  <a:cubicBezTo>
                    <a:pt x="2564679" y="208637"/>
                    <a:pt x="2562776" y="206927"/>
                    <a:pt x="2560968" y="205121"/>
                  </a:cubicBezTo>
                  <a:moveTo>
                    <a:pt x="33692" y="200371"/>
                  </a:moveTo>
                  <a:cubicBezTo>
                    <a:pt x="31693" y="202176"/>
                    <a:pt x="29695" y="203886"/>
                    <a:pt x="27886" y="205692"/>
                  </a:cubicBezTo>
                  <a:lnTo>
                    <a:pt x="193586" y="212722"/>
                  </a:lnTo>
                  <a:cubicBezTo>
                    <a:pt x="195204" y="211202"/>
                    <a:pt x="196917" y="209682"/>
                    <a:pt x="198725" y="208162"/>
                  </a:cubicBezTo>
                  <a:lnTo>
                    <a:pt x="33787" y="200466"/>
                  </a:lnTo>
                  <a:moveTo>
                    <a:pt x="2548595" y="194481"/>
                  </a:moveTo>
                  <a:lnTo>
                    <a:pt x="2384608" y="202936"/>
                  </a:lnTo>
                  <a:cubicBezTo>
                    <a:pt x="2386607" y="204456"/>
                    <a:pt x="2388415" y="205977"/>
                    <a:pt x="2390224" y="207497"/>
                  </a:cubicBezTo>
                  <a:lnTo>
                    <a:pt x="2555067" y="199706"/>
                  </a:lnTo>
                  <a:cubicBezTo>
                    <a:pt x="2552973" y="197901"/>
                    <a:pt x="2550784" y="196191"/>
                    <a:pt x="2548500" y="194481"/>
                  </a:cubicBezTo>
                  <a:moveTo>
                    <a:pt x="47112" y="189825"/>
                  </a:moveTo>
                  <a:cubicBezTo>
                    <a:pt x="44732" y="191535"/>
                    <a:pt x="42448" y="193341"/>
                    <a:pt x="40164" y="195051"/>
                  </a:cubicBezTo>
                  <a:lnTo>
                    <a:pt x="204245" y="203411"/>
                  </a:lnTo>
                  <a:cubicBezTo>
                    <a:pt x="206149" y="201891"/>
                    <a:pt x="208148" y="200371"/>
                    <a:pt x="210337" y="198851"/>
                  </a:cubicBezTo>
                  <a:lnTo>
                    <a:pt x="47112" y="189825"/>
                  </a:lnTo>
                  <a:moveTo>
                    <a:pt x="2534033" y="184030"/>
                  </a:moveTo>
                  <a:lnTo>
                    <a:pt x="2371950" y="193816"/>
                  </a:lnTo>
                  <a:cubicBezTo>
                    <a:pt x="2374234" y="195336"/>
                    <a:pt x="2376518" y="196856"/>
                    <a:pt x="2378612" y="198376"/>
                  </a:cubicBezTo>
                  <a:lnTo>
                    <a:pt x="2541647" y="189255"/>
                  </a:lnTo>
                  <a:cubicBezTo>
                    <a:pt x="2539172" y="187545"/>
                    <a:pt x="2536698" y="185740"/>
                    <a:pt x="2534033" y="184030"/>
                  </a:cubicBezTo>
                  <a:moveTo>
                    <a:pt x="62815" y="179374"/>
                  </a:moveTo>
                  <a:cubicBezTo>
                    <a:pt x="60055" y="181085"/>
                    <a:pt x="57295" y="182890"/>
                    <a:pt x="54726" y="184600"/>
                  </a:cubicBezTo>
                  <a:lnTo>
                    <a:pt x="216904" y="194386"/>
                  </a:lnTo>
                  <a:cubicBezTo>
                    <a:pt x="219188" y="192866"/>
                    <a:pt x="221472" y="191345"/>
                    <a:pt x="223947" y="189825"/>
                  </a:cubicBezTo>
                  <a:lnTo>
                    <a:pt x="62815" y="179374"/>
                  </a:lnTo>
                  <a:moveTo>
                    <a:pt x="2517187" y="173674"/>
                  </a:moveTo>
                  <a:lnTo>
                    <a:pt x="2357293" y="184885"/>
                  </a:lnTo>
                  <a:cubicBezTo>
                    <a:pt x="2359863" y="186405"/>
                    <a:pt x="2362432" y="187830"/>
                    <a:pt x="2364907" y="189350"/>
                  </a:cubicBezTo>
                  <a:lnTo>
                    <a:pt x="2525848" y="178804"/>
                  </a:lnTo>
                  <a:cubicBezTo>
                    <a:pt x="2523088" y="177094"/>
                    <a:pt x="2520233" y="175384"/>
                    <a:pt x="2517187" y="173674"/>
                  </a:cubicBezTo>
                  <a:moveTo>
                    <a:pt x="80613" y="169114"/>
                  </a:moveTo>
                  <a:cubicBezTo>
                    <a:pt x="77472" y="170824"/>
                    <a:pt x="74427" y="172534"/>
                    <a:pt x="71476" y="174244"/>
                  </a:cubicBezTo>
                  <a:lnTo>
                    <a:pt x="231370" y="185360"/>
                  </a:lnTo>
                  <a:cubicBezTo>
                    <a:pt x="233940" y="183840"/>
                    <a:pt x="236605" y="182415"/>
                    <a:pt x="239365" y="180895"/>
                  </a:cubicBezTo>
                  <a:lnTo>
                    <a:pt x="80613" y="169114"/>
                  </a:lnTo>
                  <a:moveTo>
                    <a:pt x="2498152" y="163508"/>
                  </a:moveTo>
                  <a:lnTo>
                    <a:pt x="2340828" y="176049"/>
                  </a:lnTo>
                  <a:cubicBezTo>
                    <a:pt x="2343683" y="177474"/>
                    <a:pt x="2346538" y="178994"/>
                    <a:pt x="2349298" y="180420"/>
                  </a:cubicBezTo>
                  <a:lnTo>
                    <a:pt x="2507955" y="168544"/>
                  </a:lnTo>
                  <a:cubicBezTo>
                    <a:pt x="2504719" y="166833"/>
                    <a:pt x="2501483" y="165123"/>
                    <a:pt x="2498152" y="163508"/>
                  </a:cubicBezTo>
                  <a:moveTo>
                    <a:pt x="100695" y="158948"/>
                  </a:moveTo>
                  <a:cubicBezTo>
                    <a:pt x="97174" y="160658"/>
                    <a:pt x="93843" y="162273"/>
                    <a:pt x="90416" y="163983"/>
                  </a:cubicBezTo>
                  <a:lnTo>
                    <a:pt x="247931" y="176429"/>
                  </a:lnTo>
                  <a:cubicBezTo>
                    <a:pt x="250786" y="175004"/>
                    <a:pt x="253736" y="173484"/>
                    <a:pt x="256877" y="172059"/>
                  </a:cubicBezTo>
                  <a:lnTo>
                    <a:pt x="100695" y="158948"/>
                  </a:lnTo>
                  <a:moveTo>
                    <a:pt x="2477118" y="153532"/>
                  </a:moveTo>
                  <a:lnTo>
                    <a:pt x="2322554" y="167403"/>
                  </a:lnTo>
                  <a:cubicBezTo>
                    <a:pt x="2325790" y="168829"/>
                    <a:pt x="2328931" y="170254"/>
                    <a:pt x="2331977" y="171774"/>
                  </a:cubicBezTo>
                  <a:lnTo>
                    <a:pt x="2487968" y="158568"/>
                  </a:lnTo>
                  <a:cubicBezTo>
                    <a:pt x="2484352" y="156858"/>
                    <a:pt x="2480830" y="155242"/>
                    <a:pt x="2477213" y="153627"/>
                  </a:cubicBezTo>
                  <a:moveTo>
                    <a:pt x="122776" y="148972"/>
                  </a:moveTo>
                  <a:cubicBezTo>
                    <a:pt x="118969" y="150587"/>
                    <a:pt x="115162" y="152297"/>
                    <a:pt x="111450" y="153912"/>
                  </a:cubicBezTo>
                  <a:lnTo>
                    <a:pt x="266109" y="167688"/>
                  </a:lnTo>
                  <a:cubicBezTo>
                    <a:pt x="269345" y="166263"/>
                    <a:pt x="272676" y="164838"/>
                    <a:pt x="275912" y="163413"/>
                  </a:cubicBezTo>
                  <a:lnTo>
                    <a:pt x="122680" y="148972"/>
                  </a:lnTo>
                  <a:moveTo>
                    <a:pt x="2453991" y="143747"/>
                  </a:moveTo>
                  <a:lnTo>
                    <a:pt x="2302472" y="158853"/>
                  </a:lnTo>
                  <a:cubicBezTo>
                    <a:pt x="2305994" y="160278"/>
                    <a:pt x="2309325" y="161703"/>
                    <a:pt x="2312751" y="163033"/>
                  </a:cubicBezTo>
                  <a:lnTo>
                    <a:pt x="2465793" y="148497"/>
                  </a:lnTo>
                  <a:cubicBezTo>
                    <a:pt x="2461986" y="146882"/>
                    <a:pt x="2458083" y="145267"/>
                    <a:pt x="2453991" y="143652"/>
                  </a:cubicBezTo>
                  <a:moveTo>
                    <a:pt x="146950" y="139281"/>
                  </a:moveTo>
                  <a:cubicBezTo>
                    <a:pt x="142762" y="140896"/>
                    <a:pt x="138670" y="142511"/>
                    <a:pt x="134577" y="144127"/>
                  </a:cubicBezTo>
                  <a:lnTo>
                    <a:pt x="286191" y="159233"/>
                  </a:lnTo>
                  <a:cubicBezTo>
                    <a:pt x="289713" y="157808"/>
                    <a:pt x="293329" y="156383"/>
                    <a:pt x="296946" y="155052"/>
                  </a:cubicBezTo>
                  <a:lnTo>
                    <a:pt x="146855" y="139281"/>
                  </a:lnTo>
                  <a:moveTo>
                    <a:pt x="2428960" y="134151"/>
                  </a:moveTo>
                  <a:lnTo>
                    <a:pt x="2280677" y="150587"/>
                  </a:lnTo>
                  <a:cubicBezTo>
                    <a:pt x="2284389" y="151917"/>
                    <a:pt x="2288196" y="153342"/>
                    <a:pt x="2291813" y="154672"/>
                  </a:cubicBezTo>
                  <a:lnTo>
                    <a:pt x="2441713" y="138901"/>
                  </a:lnTo>
                  <a:cubicBezTo>
                    <a:pt x="2437526" y="137286"/>
                    <a:pt x="2433243" y="135671"/>
                    <a:pt x="2428960" y="134151"/>
                  </a:cubicBezTo>
                  <a:moveTo>
                    <a:pt x="173218" y="129685"/>
                  </a:moveTo>
                  <a:cubicBezTo>
                    <a:pt x="168650" y="131301"/>
                    <a:pt x="164272" y="132821"/>
                    <a:pt x="159894" y="134436"/>
                  </a:cubicBezTo>
                  <a:lnTo>
                    <a:pt x="308272" y="150777"/>
                  </a:lnTo>
                  <a:cubicBezTo>
                    <a:pt x="312079" y="149447"/>
                    <a:pt x="315886" y="148022"/>
                    <a:pt x="319883" y="146692"/>
                  </a:cubicBezTo>
                  <a:lnTo>
                    <a:pt x="173314" y="129685"/>
                  </a:lnTo>
                  <a:moveTo>
                    <a:pt x="2401740" y="124745"/>
                  </a:moveTo>
                  <a:lnTo>
                    <a:pt x="2257074" y="142321"/>
                  </a:lnTo>
                  <a:cubicBezTo>
                    <a:pt x="2261166" y="143652"/>
                    <a:pt x="2265164" y="144982"/>
                    <a:pt x="2269066" y="146407"/>
                  </a:cubicBezTo>
                  <a:lnTo>
                    <a:pt x="2415540" y="129400"/>
                  </a:lnTo>
                  <a:cubicBezTo>
                    <a:pt x="2410972" y="127785"/>
                    <a:pt x="2406403" y="126265"/>
                    <a:pt x="2401740" y="124745"/>
                  </a:cubicBezTo>
                  <a:moveTo>
                    <a:pt x="201390" y="120375"/>
                  </a:moveTo>
                  <a:cubicBezTo>
                    <a:pt x="196536" y="121895"/>
                    <a:pt x="191682" y="123415"/>
                    <a:pt x="187019" y="125030"/>
                  </a:cubicBezTo>
                  <a:lnTo>
                    <a:pt x="331780" y="142606"/>
                  </a:lnTo>
                  <a:cubicBezTo>
                    <a:pt x="335872" y="141276"/>
                    <a:pt x="340060" y="139946"/>
                    <a:pt x="344248" y="138616"/>
                  </a:cubicBezTo>
                  <a:lnTo>
                    <a:pt x="201390" y="120470"/>
                  </a:lnTo>
                  <a:moveTo>
                    <a:pt x="2372712" y="115624"/>
                  </a:moveTo>
                  <a:lnTo>
                    <a:pt x="2231757" y="134436"/>
                  </a:lnTo>
                  <a:cubicBezTo>
                    <a:pt x="2236135" y="135766"/>
                    <a:pt x="2240418" y="137096"/>
                    <a:pt x="2244606" y="138331"/>
                  </a:cubicBezTo>
                  <a:lnTo>
                    <a:pt x="2387464" y="120090"/>
                  </a:lnTo>
                  <a:cubicBezTo>
                    <a:pt x="2382609" y="118570"/>
                    <a:pt x="2377660" y="117049"/>
                    <a:pt x="2372712" y="115529"/>
                  </a:cubicBezTo>
                  <a:moveTo>
                    <a:pt x="231465" y="111349"/>
                  </a:moveTo>
                  <a:cubicBezTo>
                    <a:pt x="226326" y="112869"/>
                    <a:pt x="221187" y="114294"/>
                    <a:pt x="216237" y="115814"/>
                  </a:cubicBezTo>
                  <a:lnTo>
                    <a:pt x="357192" y="134626"/>
                  </a:lnTo>
                  <a:cubicBezTo>
                    <a:pt x="361570" y="133296"/>
                    <a:pt x="365948" y="131966"/>
                    <a:pt x="370516" y="130731"/>
                  </a:cubicBezTo>
                  <a:lnTo>
                    <a:pt x="231465" y="111349"/>
                  </a:lnTo>
                  <a:moveTo>
                    <a:pt x="2341684" y="106789"/>
                  </a:moveTo>
                  <a:lnTo>
                    <a:pt x="2204823" y="126740"/>
                  </a:lnTo>
                  <a:cubicBezTo>
                    <a:pt x="2209391" y="127975"/>
                    <a:pt x="2214055" y="129305"/>
                    <a:pt x="2218528" y="130540"/>
                  </a:cubicBezTo>
                  <a:lnTo>
                    <a:pt x="2357483" y="111159"/>
                  </a:lnTo>
                  <a:cubicBezTo>
                    <a:pt x="2352249" y="109639"/>
                    <a:pt x="2347014" y="108214"/>
                    <a:pt x="2341684" y="106694"/>
                  </a:cubicBezTo>
                  <a:moveTo>
                    <a:pt x="263349" y="102608"/>
                  </a:moveTo>
                  <a:cubicBezTo>
                    <a:pt x="257829" y="104033"/>
                    <a:pt x="252499" y="105458"/>
                    <a:pt x="247169" y="106979"/>
                  </a:cubicBezTo>
                  <a:lnTo>
                    <a:pt x="384126" y="126930"/>
                  </a:lnTo>
                  <a:cubicBezTo>
                    <a:pt x="388695" y="125695"/>
                    <a:pt x="393453" y="124365"/>
                    <a:pt x="398212" y="123130"/>
                  </a:cubicBezTo>
                  <a:lnTo>
                    <a:pt x="263349" y="102608"/>
                  </a:lnTo>
                  <a:moveTo>
                    <a:pt x="2308849" y="98143"/>
                  </a:moveTo>
                  <a:lnTo>
                    <a:pt x="2176366" y="119235"/>
                  </a:lnTo>
                  <a:cubicBezTo>
                    <a:pt x="2181220" y="120470"/>
                    <a:pt x="2186073" y="121705"/>
                    <a:pt x="2190832" y="122940"/>
                  </a:cubicBezTo>
                  <a:lnTo>
                    <a:pt x="2325505" y="102418"/>
                  </a:lnTo>
                  <a:cubicBezTo>
                    <a:pt x="2320080" y="100993"/>
                    <a:pt x="2314559" y="99568"/>
                    <a:pt x="2308849" y="98143"/>
                  </a:cubicBezTo>
                  <a:moveTo>
                    <a:pt x="297041" y="94058"/>
                  </a:moveTo>
                  <a:cubicBezTo>
                    <a:pt x="291331" y="95483"/>
                    <a:pt x="285525" y="96813"/>
                    <a:pt x="280005" y="98238"/>
                  </a:cubicBezTo>
                  <a:lnTo>
                    <a:pt x="412679" y="119330"/>
                  </a:lnTo>
                  <a:cubicBezTo>
                    <a:pt x="417533" y="118094"/>
                    <a:pt x="422482" y="116859"/>
                    <a:pt x="427431" y="115624"/>
                  </a:cubicBezTo>
                  <a:lnTo>
                    <a:pt x="297041" y="93963"/>
                  </a:lnTo>
                  <a:moveTo>
                    <a:pt x="2274301" y="89782"/>
                  </a:moveTo>
                  <a:lnTo>
                    <a:pt x="2146290" y="111919"/>
                  </a:lnTo>
                  <a:cubicBezTo>
                    <a:pt x="2151430" y="113059"/>
                    <a:pt x="2156474" y="114294"/>
                    <a:pt x="2161518" y="115529"/>
                  </a:cubicBezTo>
                  <a:lnTo>
                    <a:pt x="2291813" y="93868"/>
                  </a:lnTo>
                  <a:cubicBezTo>
                    <a:pt x="2286102" y="92442"/>
                    <a:pt x="2280201" y="91112"/>
                    <a:pt x="2274301" y="89782"/>
                  </a:cubicBezTo>
                  <a:moveTo>
                    <a:pt x="332541" y="85887"/>
                  </a:moveTo>
                  <a:cubicBezTo>
                    <a:pt x="326545" y="87217"/>
                    <a:pt x="320549" y="88547"/>
                    <a:pt x="314648" y="89972"/>
                  </a:cubicBezTo>
                  <a:lnTo>
                    <a:pt x="442754" y="112109"/>
                  </a:lnTo>
                  <a:cubicBezTo>
                    <a:pt x="447893" y="110969"/>
                    <a:pt x="453128" y="109734"/>
                    <a:pt x="458458" y="108594"/>
                  </a:cubicBezTo>
                  <a:lnTo>
                    <a:pt x="332541" y="85887"/>
                  </a:lnTo>
                  <a:moveTo>
                    <a:pt x="2238134" y="81707"/>
                  </a:moveTo>
                  <a:lnTo>
                    <a:pt x="2114787" y="104888"/>
                  </a:lnTo>
                  <a:cubicBezTo>
                    <a:pt x="2120117" y="106029"/>
                    <a:pt x="2125447" y="107169"/>
                    <a:pt x="2130681" y="108404"/>
                  </a:cubicBezTo>
                  <a:lnTo>
                    <a:pt x="2256408" y="85697"/>
                  </a:lnTo>
                  <a:cubicBezTo>
                    <a:pt x="2250412" y="84367"/>
                    <a:pt x="2244320" y="83037"/>
                    <a:pt x="2238134" y="81707"/>
                  </a:cubicBezTo>
                  <a:moveTo>
                    <a:pt x="369564" y="77906"/>
                  </a:moveTo>
                  <a:cubicBezTo>
                    <a:pt x="363283" y="79236"/>
                    <a:pt x="357001" y="80471"/>
                    <a:pt x="350815" y="81802"/>
                  </a:cubicBezTo>
                  <a:lnTo>
                    <a:pt x="474257" y="104983"/>
                  </a:lnTo>
                  <a:cubicBezTo>
                    <a:pt x="479682" y="103843"/>
                    <a:pt x="485012" y="102703"/>
                    <a:pt x="490532" y="101563"/>
                  </a:cubicBezTo>
                  <a:lnTo>
                    <a:pt x="369564" y="77811"/>
                  </a:lnTo>
                  <a:moveTo>
                    <a:pt x="2200159" y="74011"/>
                  </a:moveTo>
                  <a:lnTo>
                    <a:pt x="2081666" y="98238"/>
                  </a:lnTo>
                  <a:cubicBezTo>
                    <a:pt x="2087282" y="99378"/>
                    <a:pt x="2092897" y="100423"/>
                    <a:pt x="2098417" y="101563"/>
                  </a:cubicBezTo>
                  <a:lnTo>
                    <a:pt x="2219290" y="77811"/>
                  </a:lnTo>
                  <a:cubicBezTo>
                    <a:pt x="2212913" y="76481"/>
                    <a:pt x="2206536" y="75246"/>
                    <a:pt x="2200159" y="74011"/>
                  </a:cubicBezTo>
                  <a:moveTo>
                    <a:pt x="408301" y="70306"/>
                  </a:moveTo>
                  <a:cubicBezTo>
                    <a:pt x="401638" y="71541"/>
                    <a:pt x="395262" y="72776"/>
                    <a:pt x="388695" y="74011"/>
                  </a:cubicBezTo>
                  <a:lnTo>
                    <a:pt x="507282" y="98238"/>
                  </a:lnTo>
                  <a:cubicBezTo>
                    <a:pt x="512898" y="97098"/>
                    <a:pt x="518513" y="96053"/>
                    <a:pt x="524224" y="94913"/>
                  </a:cubicBezTo>
                  <a:lnTo>
                    <a:pt x="408301" y="70211"/>
                  </a:lnTo>
                  <a:moveTo>
                    <a:pt x="2160662" y="66505"/>
                  </a:moveTo>
                  <a:lnTo>
                    <a:pt x="2047403" y="91682"/>
                  </a:lnTo>
                  <a:cubicBezTo>
                    <a:pt x="2053209" y="92727"/>
                    <a:pt x="2059015" y="93773"/>
                    <a:pt x="2064725" y="94913"/>
                  </a:cubicBezTo>
                  <a:lnTo>
                    <a:pt x="2180553" y="70211"/>
                  </a:lnTo>
                  <a:cubicBezTo>
                    <a:pt x="2173891" y="68976"/>
                    <a:pt x="2167324" y="67740"/>
                    <a:pt x="2160662" y="66505"/>
                  </a:cubicBezTo>
                  <a:moveTo>
                    <a:pt x="448560" y="63085"/>
                  </a:moveTo>
                  <a:cubicBezTo>
                    <a:pt x="441802" y="64225"/>
                    <a:pt x="434950" y="65460"/>
                    <a:pt x="428287" y="66695"/>
                  </a:cubicBezTo>
                  <a:lnTo>
                    <a:pt x="541641" y="91872"/>
                  </a:lnTo>
                  <a:cubicBezTo>
                    <a:pt x="547446" y="90827"/>
                    <a:pt x="553347" y="89782"/>
                    <a:pt x="559343" y="88737"/>
                  </a:cubicBezTo>
                  <a:lnTo>
                    <a:pt x="448655" y="63085"/>
                  </a:lnTo>
                  <a:moveTo>
                    <a:pt x="2119546" y="59475"/>
                  </a:moveTo>
                  <a:lnTo>
                    <a:pt x="2011618" y="85602"/>
                  </a:lnTo>
                  <a:cubicBezTo>
                    <a:pt x="2017709" y="86647"/>
                    <a:pt x="2023705" y="87597"/>
                    <a:pt x="2029606" y="88642"/>
                  </a:cubicBezTo>
                  <a:lnTo>
                    <a:pt x="2140294" y="62990"/>
                  </a:lnTo>
                  <a:cubicBezTo>
                    <a:pt x="2133537" y="61850"/>
                    <a:pt x="2126494" y="60615"/>
                    <a:pt x="2119546" y="59475"/>
                  </a:cubicBezTo>
                  <a:moveTo>
                    <a:pt x="490246" y="56150"/>
                  </a:moveTo>
                  <a:cubicBezTo>
                    <a:pt x="483203" y="57290"/>
                    <a:pt x="476255" y="58430"/>
                    <a:pt x="469308" y="59570"/>
                  </a:cubicBezTo>
                  <a:lnTo>
                    <a:pt x="577331" y="85697"/>
                  </a:lnTo>
                  <a:cubicBezTo>
                    <a:pt x="583327" y="84747"/>
                    <a:pt x="589418" y="83702"/>
                    <a:pt x="595605" y="82752"/>
                  </a:cubicBezTo>
                  <a:lnTo>
                    <a:pt x="490246" y="56150"/>
                  </a:lnTo>
                  <a:moveTo>
                    <a:pt x="2077098" y="52729"/>
                  </a:moveTo>
                  <a:lnTo>
                    <a:pt x="1974690" y="79711"/>
                  </a:lnTo>
                  <a:cubicBezTo>
                    <a:pt x="1980971" y="80661"/>
                    <a:pt x="1987158" y="81612"/>
                    <a:pt x="1993344" y="82562"/>
                  </a:cubicBezTo>
                  <a:lnTo>
                    <a:pt x="2098513" y="55959"/>
                  </a:lnTo>
                  <a:cubicBezTo>
                    <a:pt x="2091469" y="54819"/>
                    <a:pt x="2084331" y="53774"/>
                    <a:pt x="2077098" y="52634"/>
                  </a:cubicBezTo>
                  <a:moveTo>
                    <a:pt x="533360" y="49594"/>
                  </a:moveTo>
                  <a:cubicBezTo>
                    <a:pt x="526127" y="50639"/>
                    <a:pt x="518799" y="51779"/>
                    <a:pt x="511661" y="52824"/>
                  </a:cubicBezTo>
                  <a:lnTo>
                    <a:pt x="614164" y="79806"/>
                  </a:lnTo>
                  <a:cubicBezTo>
                    <a:pt x="620350" y="78856"/>
                    <a:pt x="626727" y="77906"/>
                    <a:pt x="633009" y="76956"/>
                  </a:cubicBezTo>
                  <a:lnTo>
                    <a:pt x="533360" y="49594"/>
                  </a:lnTo>
                  <a:moveTo>
                    <a:pt x="2033222" y="46269"/>
                  </a:moveTo>
                  <a:lnTo>
                    <a:pt x="1936525" y="74106"/>
                  </a:lnTo>
                  <a:cubicBezTo>
                    <a:pt x="1942997" y="74961"/>
                    <a:pt x="1949373" y="75911"/>
                    <a:pt x="1955750" y="76861"/>
                  </a:cubicBezTo>
                  <a:lnTo>
                    <a:pt x="2055303" y="49404"/>
                  </a:lnTo>
                  <a:cubicBezTo>
                    <a:pt x="2047975" y="48359"/>
                    <a:pt x="2040551" y="47314"/>
                    <a:pt x="2033222" y="46269"/>
                  </a:cubicBezTo>
                  <a:moveTo>
                    <a:pt x="577712" y="43418"/>
                  </a:moveTo>
                  <a:cubicBezTo>
                    <a:pt x="570193" y="44464"/>
                    <a:pt x="562865" y="45414"/>
                    <a:pt x="555441" y="46459"/>
                  </a:cubicBezTo>
                  <a:lnTo>
                    <a:pt x="652234" y="74296"/>
                  </a:lnTo>
                  <a:cubicBezTo>
                    <a:pt x="658706" y="73441"/>
                    <a:pt x="665082" y="72491"/>
                    <a:pt x="671650" y="71636"/>
                  </a:cubicBezTo>
                  <a:lnTo>
                    <a:pt x="577712" y="43418"/>
                  </a:lnTo>
                  <a:moveTo>
                    <a:pt x="1988014" y="40283"/>
                  </a:moveTo>
                  <a:lnTo>
                    <a:pt x="1897217" y="68881"/>
                  </a:lnTo>
                  <a:cubicBezTo>
                    <a:pt x="1903880" y="69736"/>
                    <a:pt x="1910447" y="70591"/>
                    <a:pt x="1917014" y="71446"/>
                  </a:cubicBezTo>
                  <a:lnTo>
                    <a:pt x="2010761" y="43228"/>
                  </a:lnTo>
                  <a:cubicBezTo>
                    <a:pt x="2003242" y="42278"/>
                    <a:pt x="1995628" y="41233"/>
                    <a:pt x="1988014" y="40283"/>
                  </a:cubicBezTo>
                  <a:moveTo>
                    <a:pt x="623396" y="37528"/>
                  </a:moveTo>
                  <a:cubicBezTo>
                    <a:pt x="615687" y="38478"/>
                    <a:pt x="607978" y="39428"/>
                    <a:pt x="600459" y="40378"/>
                  </a:cubicBezTo>
                  <a:lnTo>
                    <a:pt x="691351" y="68976"/>
                  </a:lnTo>
                  <a:cubicBezTo>
                    <a:pt x="698013" y="68120"/>
                    <a:pt x="704675" y="67265"/>
                    <a:pt x="711338" y="66505"/>
                  </a:cubicBezTo>
                  <a:lnTo>
                    <a:pt x="623396" y="37528"/>
                  </a:lnTo>
                  <a:moveTo>
                    <a:pt x="1941474" y="34678"/>
                  </a:moveTo>
                  <a:lnTo>
                    <a:pt x="1856768" y="64035"/>
                  </a:lnTo>
                  <a:cubicBezTo>
                    <a:pt x="1863526" y="64795"/>
                    <a:pt x="1870378" y="65650"/>
                    <a:pt x="1877040" y="66410"/>
                  </a:cubicBezTo>
                  <a:lnTo>
                    <a:pt x="1964887" y="37433"/>
                  </a:lnTo>
                  <a:cubicBezTo>
                    <a:pt x="1957178" y="36483"/>
                    <a:pt x="1949278" y="35533"/>
                    <a:pt x="1941474" y="34678"/>
                  </a:cubicBezTo>
                  <a:moveTo>
                    <a:pt x="670317" y="32113"/>
                  </a:moveTo>
                  <a:cubicBezTo>
                    <a:pt x="662418" y="32968"/>
                    <a:pt x="654518" y="33918"/>
                    <a:pt x="646714" y="34773"/>
                  </a:cubicBezTo>
                  <a:lnTo>
                    <a:pt x="731610" y="64130"/>
                  </a:lnTo>
                  <a:cubicBezTo>
                    <a:pt x="738367" y="63370"/>
                    <a:pt x="745220" y="62610"/>
                    <a:pt x="752072" y="61850"/>
                  </a:cubicBezTo>
                  <a:lnTo>
                    <a:pt x="670317" y="32113"/>
                  </a:lnTo>
                  <a:moveTo>
                    <a:pt x="1893886" y="29357"/>
                  </a:moveTo>
                  <a:lnTo>
                    <a:pt x="1815462" y="59380"/>
                  </a:lnTo>
                  <a:cubicBezTo>
                    <a:pt x="1822410" y="60140"/>
                    <a:pt x="1829358" y="60900"/>
                    <a:pt x="1836305" y="61565"/>
                  </a:cubicBezTo>
                  <a:lnTo>
                    <a:pt x="1917870" y="31828"/>
                  </a:lnTo>
                  <a:cubicBezTo>
                    <a:pt x="1909971" y="30972"/>
                    <a:pt x="1902071" y="30117"/>
                    <a:pt x="1893886" y="29262"/>
                  </a:cubicBezTo>
                  <a:moveTo>
                    <a:pt x="718190" y="27077"/>
                  </a:moveTo>
                  <a:cubicBezTo>
                    <a:pt x="710100" y="27932"/>
                    <a:pt x="702106" y="28692"/>
                    <a:pt x="694111" y="29547"/>
                  </a:cubicBezTo>
                  <a:lnTo>
                    <a:pt x="772821" y="59570"/>
                  </a:lnTo>
                  <a:cubicBezTo>
                    <a:pt x="779768" y="58810"/>
                    <a:pt x="786716" y="58145"/>
                    <a:pt x="793759" y="57385"/>
                  </a:cubicBezTo>
                  <a:lnTo>
                    <a:pt x="718285" y="27077"/>
                  </a:lnTo>
                  <a:moveTo>
                    <a:pt x="1845252" y="24607"/>
                  </a:moveTo>
                  <a:lnTo>
                    <a:pt x="1773204" y="55294"/>
                  </a:lnTo>
                  <a:cubicBezTo>
                    <a:pt x="1780342" y="55959"/>
                    <a:pt x="1787386" y="56625"/>
                    <a:pt x="1794428" y="57385"/>
                  </a:cubicBezTo>
                  <a:lnTo>
                    <a:pt x="1869712" y="26982"/>
                  </a:lnTo>
                  <a:cubicBezTo>
                    <a:pt x="1861622" y="26127"/>
                    <a:pt x="1853437" y="25367"/>
                    <a:pt x="1845252" y="24607"/>
                  </a:cubicBezTo>
                  <a:moveTo>
                    <a:pt x="767015" y="22517"/>
                  </a:moveTo>
                  <a:cubicBezTo>
                    <a:pt x="758830" y="23277"/>
                    <a:pt x="750645" y="24037"/>
                    <a:pt x="742460" y="24797"/>
                  </a:cubicBezTo>
                  <a:lnTo>
                    <a:pt x="814793" y="55484"/>
                  </a:lnTo>
                  <a:cubicBezTo>
                    <a:pt x="821836" y="54819"/>
                    <a:pt x="828974" y="54154"/>
                    <a:pt x="836112" y="53489"/>
                  </a:cubicBezTo>
                  <a:lnTo>
                    <a:pt x="767015" y="22517"/>
                  </a:lnTo>
                  <a:moveTo>
                    <a:pt x="1795570" y="20142"/>
                  </a:moveTo>
                  <a:lnTo>
                    <a:pt x="1729995" y="51399"/>
                  </a:lnTo>
                  <a:cubicBezTo>
                    <a:pt x="1737323" y="51969"/>
                    <a:pt x="1744557" y="52634"/>
                    <a:pt x="1751695" y="53299"/>
                  </a:cubicBezTo>
                  <a:lnTo>
                    <a:pt x="1820602" y="22327"/>
                  </a:lnTo>
                  <a:cubicBezTo>
                    <a:pt x="1812321" y="21567"/>
                    <a:pt x="1803946" y="20902"/>
                    <a:pt x="1795570" y="20142"/>
                  </a:cubicBezTo>
                  <a:moveTo>
                    <a:pt x="816791" y="18241"/>
                  </a:moveTo>
                  <a:cubicBezTo>
                    <a:pt x="808416" y="18907"/>
                    <a:pt x="800041" y="19572"/>
                    <a:pt x="791760" y="20237"/>
                  </a:cubicBezTo>
                  <a:lnTo>
                    <a:pt x="857526" y="51494"/>
                  </a:lnTo>
                  <a:cubicBezTo>
                    <a:pt x="864760" y="50924"/>
                    <a:pt x="871993" y="50259"/>
                    <a:pt x="879321" y="49689"/>
                  </a:cubicBezTo>
                  <a:lnTo>
                    <a:pt x="816696" y="18146"/>
                  </a:lnTo>
                  <a:moveTo>
                    <a:pt x="1744937" y="16151"/>
                  </a:moveTo>
                  <a:lnTo>
                    <a:pt x="1686024" y="47979"/>
                  </a:lnTo>
                  <a:cubicBezTo>
                    <a:pt x="1693448" y="48549"/>
                    <a:pt x="1700871" y="49119"/>
                    <a:pt x="1708105" y="49689"/>
                  </a:cubicBezTo>
                  <a:lnTo>
                    <a:pt x="1770349" y="18146"/>
                  </a:lnTo>
                  <a:cubicBezTo>
                    <a:pt x="1761878" y="17481"/>
                    <a:pt x="1753503" y="16816"/>
                    <a:pt x="1744937" y="16151"/>
                  </a:cubicBezTo>
                  <a:moveTo>
                    <a:pt x="867615" y="14441"/>
                  </a:moveTo>
                  <a:cubicBezTo>
                    <a:pt x="859049" y="15011"/>
                    <a:pt x="850579" y="15676"/>
                    <a:pt x="842108" y="16246"/>
                  </a:cubicBezTo>
                  <a:lnTo>
                    <a:pt x="901307" y="47979"/>
                  </a:lnTo>
                  <a:cubicBezTo>
                    <a:pt x="908730" y="47409"/>
                    <a:pt x="916059" y="46934"/>
                    <a:pt x="923483" y="46364"/>
                  </a:cubicBezTo>
                  <a:lnTo>
                    <a:pt x="867615" y="14346"/>
                  </a:lnTo>
                  <a:moveTo>
                    <a:pt x="1693543" y="12541"/>
                  </a:moveTo>
                  <a:lnTo>
                    <a:pt x="1641387" y="44844"/>
                  </a:lnTo>
                  <a:cubicBezTo>
                    <a:pt x="1649001" y="45319"/>
                    <a:pt x="1656330" y="45794"/>
                    <a:pt x="1663848" y="46364"/>
                  </a:cubicBezTo>
                  <a:lnTo>
                    <a:pt x="1719335" y="14346"/>
                  </a:lnTo>
                  <a:cubicBezTo>
                    <a:pt x="1710770" y="13776"/>
                    <a:pt x="1702204" y="13206"/>
                    <a:pt x="1693543" y="12636"/>
                  </a:cubicBezTo>
                  <a:moveTo>
                    <a:pt x="919200" y="11116"/>
                  </a:moveTo>
                  <a:cubicBezTo>
                    <a:pt x="910539" y="11686"/>
                    <a:pt x="901878" y="12161"/>
                    <a:pt x="893217" y="12731"/>
                  </a:cubicBezTo>
                  <a:lnTo>
                    <a:pt x="945753" y="45034"/>
                  </a:lnTo>
                  <a:cubicBezTo>
                    <a:pt x="953272" y="44559"/>
                    <a:pt x="960696" y="44084"/>
                    <a:pt x="968215" y="43609"/>
                  </a:cubicBezTo>
                  <a:lnTo>
                    <a:pt x="919200" y="11116"/>
                  </a:lnTo>
                  <a:moveTo>
                    <a:pt x="1641482" y="9406"/>
                  </a:moveTo>
                  <a:lnTo>
                    <a:pt x="1596179" y="42088"/>
                  </a:lnTo>
                  <a:cubicBezTo>
                    <a:pt x="1603793" y="42468"/>
                    <a:pt x="1611312" y="42943"/>
                    <a:pt x="1618831" y="43418"/>
                  </a:cubicBezTo>
                  <a:lnTo>
                    <a:pt x="1667465" y="10926"/>
                  </a:lnTo>
                  <a:cubicBezTo>
                    <a:pt x="1658804" y="10356"/>
                    <a:pt x="1650143" y="9881"/>
                    <a:pt x="1641482" y="9406"/>
                  </a:cubicBezTo>
                  <a:moveTo>
                    <a:pt x="971451" y="8171"/>
                  </a:moveTo>
                  <a:cubicBezTo>
                    <a:pt x="962695" y="8646"/>
                    <a:pt x="953938" y="9121"/>
                    <a:pt x="945278" y="9596"/>
                  </a:cubicBezTo>
                  <a:lnTo>
                    <a:pt x="990866" y="42278"/>
                  </a:lnTo>
                  <a:cubicBezTo>
                    <a:pt x="998480" y="41898"/>
                    <a:pt x="1005999" y="41423"/>
                    <a:pt x="1013613" y="41043"/>
                  </a:cubicBezTo>
                  <a:lnTo>
                    <a:pt x="971451" y="8171"/>
                  </a:lnTo>
                  <a:moveTo>
                    <a:pt x="1588850" y="6746"/>
                  </a:moveTo>
                  <a:lnTo>
                    <a:pt x="1550590" y="39808"/>
                  </a:lnTo>
                  <a:cubicBezTo>
                    <a:pt x="1558204" y="40188"/>
                    <a:pt x="1565818" y="40568"/>
                    <a:pt x="1573527" y="40948"/>
                  </a:cubicBezTo>
                  <a:lnTo>
                    <a:pt x="1615309" y="8076"/>
                  </a:lnTo>
                  <a:cubicBezTo>
                    <a:pt x="1606553" y="7601"/>
                    <a:pt x="1597702" y="7221"/>
                    <a:pt x="1588946" y="6841"/>
                  </a:cubicBezTo>
                  <a:moveTo>
                    <a:pt x="1024273" y="5700"/>
                  </a:moveTo>
                  <a:cubicBezTo>
                    <a:pt x="1015517" y="6080"/>
                    <a:pt x="1006570" y="6461"/>
                    <a:pt x="997814" y="6841"/>
                  </a:cubicBezTo>
                  <a:lnTo>
                    <a:pt x="1036550" y="39808"/>
                  </a:lnTo>
                  <a:cubicBezTo>
                    <a:pt x="1044164" y="39428"/>
                    <a:pt x="1051873" y="39143"/>
                    <a:pt x="1059488" y="38763"/>
                  </a:cubicBezTo>
                  <a:lnTo>
                    <a:pt x="1024273" y="5605"/>
                  </a:lnTo>
                  <a:moveTo>
                    <a:pt x="1535743" y="4560"/>
                  </a:moveTo>
                  <a:lnTo>
                    <a:pt x="1504430" y="37908"/>
                  </a:lnTo>
                  <a:cubicBezTo>
                    <a:pt x="1512139" y="38193"/>
                    <a:pt x="1519849" y="38478"/>
                    <a:pt x="1527558" y="38858"/>
                  </a:cubicBezTo>
                  <a:lnTo>
                    <a:pt x="1562392" y="5700"/>
                  </a:lnTo>
                  <a:cubicBezTo>
                    <a:pt x="1553541" y="5320"/>
                    <a:pt x="1544594" y="4940"/>
                    <a:pt x="1535743" y="4655"/>
                  </a:cubicBezTo>
                  <a:moveTo>
                    <a:pt x="1077476" y="3705"/>
                  </a:moveTo>
                  <a:cubicBezTo>
                    <a:pt x="1068624" y="3990"/>
                    <a:pt x="1059678" y="4370"/>
                    <a:pt x="1050827" y="4655"/>
                  </a:cubicBezTo>
                  <a:lnTo>
                    <a:pt x="1082520" y="38003"/>
                  </a:lnTo>
                  <a:cubicBezTo>
                    <a:pt x="1090229" y="37718"/>
                    <a:pt x="1097938" y="37433"/>
                    <a:pt x="1105647" y="37148"/>
                  </a:cubicBezTo>
                  <a:lnTo>
                    <a:pt x="1077476" y="3705"/>
                  </a:lnTo>
                  <a:moveTo>
                    <a:pt x="1482350" y="2755"/>
                  </a:moveTo>
                  <a:lnTo>
                    <a:pt x="1457985" y="36293"/>
                  </a:lnTo>
                  <a:cubicBezTo>
                    <a:pt x="1465789" y="36483"/>
                    <a:pt x="1473594" y="36768"/>
                    <a:pt x="1481303" y="37053"/>
                  </a:cubicBezTo>
                  <a:lnTo>
                    <a:pt x="1509094" y="3610"/>
                  </a:lnTo>
                  <a:cubicBezTo>
                    <a:pt x="1500243" y="3325"/>
                    <a:pt x="1491296" y="3040"/>
                    <a:pt x="1482350" y="2755"/>
                  </a:cubicBezTo>
                  <a:moveTo>
                    <a:pt x="1131154" y="2090"/>
                  </a:moveTo>
                  <a:cubicBezTo>
                    <a:pt x="1122208" y="2280"/>
                    <a:pt x="1113261" y="2565"/>
                    <a:pt x="1104315" y="2850"/>
                  </a:cubicBezTo>
                  <a:lnTo>
                    <a:pt x="1129060" y="36388"/>
                  </a:lnTo>
                  <a:cubicBezTo>
                    <a:pt x="1136770" y="36198"/>
                    <a:pt x="1144574" y="35913"/>
                    <a:pt x="1152378" y="35723"/>
                  </a:cubicBezTo>
                  <a:lnTo>
                    <a:pt x="1131154" y="2090"/>
                  </a:lnTo>
                  <a:moveTo>
                    <a:pt x="1428481" y="1425"/>
                  </a:moveTo>
                  <a:lnTo>
                    <a:pt x="1411159" y="35153"/>
                  </a:lnTo>
                  <a:cubicBezTo>
                    <a:pt x="1418963" y="35343"/>
                    <a:pt x="1426863" y="35438"/>
                    <a:pt x="1434572" y="35723"/>
                  </a:cubicBezTo>
                  <a:lnTo>
                    <a:pt x="1455415" y="2090"/>
                  </a:lnTo>
                  <a:cubicBezTo>
                    <a:pt x="1446469" y="1900"/>
                    <a:pt x="1437522" y="1615"/>
                    <a:pt x="1428481" y="1520"/>
                  </a:cubicBezTo>
                  <a:moveTo>
                    <a:pt x="1185118" y="950"/>
                  </a:moveTo>
                  <a:cubicBezTo>
                    <a:pt x="1176077" y="1140"/>
                    <a:pt x="1167130" y="1235"/>
                    <a:pt x="1158089" y="1425"/>
                  </a:cubicBezTo>
                  <a:lnTo>
                    <a:pt x="1175791" y="35153"/>
                  </a:lnTo>
                  <a:cubicBezTo>
                    <a:pt x="1183596" y="34963"/>
                    <a:pt x="1191400" y="34868"/>
                    <a:pt x="1199300" y="34678"/>
                  </a:cubicBezTo>
                  <a:lnTo>
                    <a:pt x="1185118" y="855"/>
                  </a:lnTo>
                  <a:moveTo>
                    <a:pt x="1374421" y="475"/>
                  </a:moveTo>
                  <a:lnTo>
                    <a:pt x="1364143" y="34298"/>
                  </a:lnTo>
                  <a:cubicBezTo>
                    <a:pt x="1371947" y="34298"/>
                    <a:pt x="1379846" y="34488"/>
                    <a:pt x="1387651" y="34583"/>
                  </a:cubicBezTo>
                  <a:lnTo>
                    <a:pt x="1401451" y="760"/>
                  </a:lnTo>
                  <a:cubicBezTo>
                    <a:pt x="1392409" y="665"/>
                    <a:pt x="1383463" y="475"/>
                    <a:pt x="1374421" y="380"/>
                  </a:cubicBezTo>
                  <a:moveTo>
                    <a:pt x="1239178" y="285"/>
                  </a:moveTo>
                  <a:cubicBezTo>
                    <a:pt x="1230136" y="285"/>
                    <a:pt x="1221190" y="475"/>
                    <a:pt x="1212148" y="570"/>
                  </a:cubicBezTo>
                  <a:lnTo>
                    <a:pt x="1222808" y="34393"/>
                  </a:lnTo>
                  <a:cubicBezTo>
                    <a:pt x="1230612" y="34393"/>
                    <a:pt x="1238512" y="34203"/>
                    <a:pt x="1246316" y="34108"/>
                  </a:cubicBezTo>
                  <a:lnTo>
                    <a:pt x="1239178" y="190"/>
                  </a:lnTo>
                  <a:moveTo>
                    <a:pt x="1320267" y="95"/>
                  </a:moveTo>
                  <a:lnTo>
                    <a:pt x="1317031" y="34013"/>
                  </a:lnTo>
                  <a:cubicBezTo>
                    <a:pt x="1324835" y="34013"/>
                    <a:pt x="1332735" y="34013"/>
                    <a:pt x="1340539" y="34108"/>
                  </a:cubicBezTo>
                  <a:lnTo>
                    <a:pt x="1347297" y="190"/>
                  </a:lnTo>
                  <a:cubicBezTo>
                    <a:pt x="1338350" y="190"/>
                    <a:pt x="1329309" y="95"/>
                    <a:pt x="1320267" y="0"/>
                  </a:cubicBezTo>
                  <a:moveTo>
                    <a:pt x="1293237" y="0"/>
                  </a:moveTo>
                  <a:cubicBezTo>
                    <a:pt x="1284196" y="0"/>
                    <a:pt x="1275249" y="0"/>
                    <a:pt x="1266207" y="0"/>
                  </a:cubicBezTo>
                  <a:lnTo>
                    <a:pt x="1269824" y="33918"/>
                  </a:lnTo>
                  <a:cubicBezTo>
                    <a:pt x="1277724" y="33918"/>
                    <a:pt x="1285623" y="33918"/>
                    <a:pt x="1293523" y="33918"/>
                  </a:cubicBezTo>
                  <a:lnTo>
                    <a:pt x="1293237" y="0"/>
                  </a:lnTo>
                </a:path>
              </a:pathLst>
            </a:custGeom>
            <a:grpFill/>
            <a:ln w="9502" cap="flat">
              <a:solidFill>
                <a:schemeClr val="bg1"/>
              </a:solidFill>
              <a:prstDash val="solid"/>
              <a:miter/>
            </a:ln>
            <a:effectLst>
              <a:glow rad="127000">
                <a:srgbClr val="E2E2E2">
                  <a:alpha val="1000"/>
                </a:srgbClr>
              </a:glow>
              <a:outerShdw blurRad="50800" dist="50800" dir="5400000" algn="ctr" rotWithShape="0">
                <a:srgbClr val="E2E2E2"/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3396D480-D169-C84B-A014-576D721D3EAD}"/>
                </a:ext>
              </a:extLst>
            </p:cNvPr>
            <p:cNvSpPr/>
            <p:nvPr/>
          </p:nvSpPr>
          <p:spPr>
            <a:xfrm>
              <a:off x="8012607" y="4935222"/>
              <a:ext cx="2083284" cy="417273"/>
            </a:xfrm>
            <a:custGeom>
              <a:avLst/>
              <a:gdLst>
                <a:gd name="connsiteX0" fmla="*/ 1041690 w 2083284"/>
                <a:gd name="connsiteY0" fmla="*/ 0 h 417273"/>
                <a:gd name="connsiteX1" fmla="*/ 0 w 2083284"/>
                <a:gd name="connsiteY1" fmla="*/ 208637 h 417273"/>
                <a:gd name="connsiteX2" fmla="*/ 1041690 w 2083284"/>
                <a:gd name="connsiteY2" fmla="*/ 417274 h 417273"/>
                <a:gd name="connsiteX3" fmla="*/ 2083284 w 2083284"/>
                <a:gd name="connsiteY3" fmla="*/ 208637 h 417273"/>
                <a:gd name="connsiteX4" fmla="*/ 2049402 w 2083284"/>
                <a:gd name="connsiteY4" fmla="*/ 208637 h 417273"/>
                <a:gd name="connsiteX5" fmla="*/ 1754170 w 2083284"/>
                <a:gd name="connsiteY5" fmla="*/ 351338 h 417273"/>
                <a:gd name="connsiteX6" fmla="*/ 1041595 w 2083284"/>
                <a:gd name="connsiteY6" fmla="*/ 410433 h 417273"/>
                <a:gd name="connsiteX7" fmla="*/ 328925 w 2083284"/>
                <a:gd name="connsiteY7" fmla="*/ 351338 h 417273"/>
                <a:gd name="connsiteX8" fmla="*/ 33692 w 2083284"/>
                <a:gd name="connsiteY8" fmla="*/ 208637 h 417273"/>
                <a:gd name="connsiteX9" fmla="*/ 328925 w 2083284"/>
                <a:gd name="connsiteY9" fmla="*/ 65935 h 417273"/>
                <a:gd name="connsiteX10" fmla="*/ 1041595 w 2083284"/>
                <a:gd name="connsiteY10" fmla="*/ 6841 h 417273"/>
                <a:gd name="connsiteX11" fmla="*/ 1754170 w 2083284"/>
                <a:gd name="connsiteY11" fmla="*/ 65935 h 417273"/>
                <a:gd name="connsiteX12" fmla="*/ 2049402 w 2083284"/>
                <a:gd name="connsiteY12" fmla="*/ 208637 h 417273"/>
                <a:gd name="connsiteX13" fmla="*/ 2083284 w 2083284"/>
                <a:gd name="connsiteY13" fmla="*/ 208637 h 417273"/>
                <a:gd name="connsiteX14" fmla="*/ 1041690 w 2083284"/>
                <a:gd name="connsiteY14" fmla="*/ 0 h 4172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083284" h="417273">
                  <a:moveTo>
                    <a:pt x="1041690" y="0"/>
                  </a:moveTo>
                  <a:cubicBezTo>
                    <a:pt x="466357" y="0"/>
                    <a:pt x="95" y="93393"/>
                    <a:pt x="0" y="208637"/>
                  </a:cubicBezTo>
                  <a:cubicBezTo>
                    <a:pt x="0" y="323881"/>
                    <a:pt x="466357" y="417274"/>
                    <a:pt x="1041690" y="417274"/>
                  </a:cubicBezTo>
                  <a:cubicBezTo>
                    <a:pt x="1617022" y="417274"/>
                    <a:pt x="2083284" y="323881"/>
                    <a:pt x="2083284" y="208637"/>
                  </a:cubicBezTo>
                  <a:lnTo>
                    <a:pt x="2049402" y="208637"/>
                  </a:lnTo>
                  <a:cubicBezTo>
                    <a:pt x="2049402" y="264406"/>
                    <a:pt x="1936620" y="314855"/>
                    <a:pt x="1754170" y="351338"/>
                  </a:cubicBezTo>
                  <a:cubicBezTo>
                    <a:pt x="1571814" y="387821"/>
                    <a:pt x="1319981" y="410433"/>
                    <a:pt x="1041595" y="410433"/>
                  </a:cubicBezTo>
                  <a:cubicBezTo>
                    <a:pt x="763208" y="410433"/>
                    <a:pt x="511470" y="387821"/>
                    <a:pt x="328925" y="351338"/>
                  </a:cubicBezTo>
                  <a:cubicBezTo>
                    <a:pt x="146569" y="314855"/>
                    <a:pt x="33787" y="264406"/>
                    <a:pt x="33692" y="208637"/>
                  </a:cubicBezTo>
                  <a:cubicBezTo>
                    <a:pt x="33692" y="152867"/>
                    <a:pt x="146474" y="102418"/>
                    <a:pt x="328925" y="65935"/>
                  </a:cubicBezTo>
                  <a:cubicBezTo>
                    <a:pt x="511375" y="29452"/>
                    <a:pt x="763113" y="6841"/>
                    <a:pt x="1041595" y="6841"/>
                  </a:cubicBezTo>
                  <a:cubicBezTo>
                    <a:pt x="1320076" y="6841"/>
                    <a:pt x="1571719" y="29452"/>
                    <a:pt x="1754170" y="65935"/>
                  </a:cubicBezTo>
                  <a:cubicBezTo>
                    <a:pt x="1936620" y="102418"/>
                    <a:pt x="2049402" y="152867"/>
                    <a:pt x="2049402" y="208637"/>
                  </a:cubicBezTo>
                  <a:lnTo>
                    <a:pt x="2083284" y="208637"/>
                  </a:lnTo>
                  <a:cubicBezTo>
                    <a:pt x="2083284" y="93393"/>
                    <a:pt x="1616927" y="0"/>
                    <a:pt x="1041690" y="0"/>
                  </a:cubicBezTo>
                </a:path>
              </a:pathLst>
            </a:custGeom>
            <a:grpFill/>
            <a:ln w="9502" cap="flat">
              <a:solidFill>
                <a:schemeClr val="bg1"/>
              </a:solidFill>
              <a:prstDash val="solid"/>
              <a:miter/>
            </a:ln>
            <a:effectLst>
              <a:glow rad="127000">
                <a:srgbClr val="E2E2E2">
                  <a:alpha val="12000"/>
                </a:srgbClr>
              </a:glow>
              <a:outerShdw blurRad="50800" dist="50800" dir="5400000" algn="ctr" rotWithShape="0">
                <a:srgbClr val="D3D3D3"/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0B08B109-0BC0-55D0-C1A3-A335562BD660}"/>
                </a:ext>
              </a:extLst>
            </p:cNvPr>
            <p:cNvSpPr/>
            <p:nvPr/>
          </p:nvSpPr>
          <p:spPr>
            <a:xfrm>
              <a:off x="8231034" y="5006953"/>
              <a:ext cx="1646716" cy="301839"/>
            </a:xfrm>
            <a:custGeom>
              <a:avLst/>
              <a:gdLst>
                <a:gd name="connsiteX0" fmla="*/ 363092 w 1646716"/>
                <a:gd name="connsiteY0" fmla="*/ 95 h 301839"/>
                <a:gd name="connsiteX1" fmla="*/ 0 w 1646716"/>
                <a:gd name="connsiteY1" fmla="*/ 136906 h 301839"/>
                <a:gd name="connsiteX2" fmla="*/ 823358 w 1646716"/>
                <a:gd name="connsiteY2" fmla="*/ 301839 h 301839"/>
                <a:gd name="connsiteX3" fmla="*/ 1646717 w 1646716"/>
                <a:gd name="connsiteY3" fmla="*/ 136906 h 301839"/>
                <a:gd name="connsiteX4" fmla="*/ 1629776 w 1646716"/>
                <a:gd name="connsiteY4" fmla="*/ 136906 h 301839"/>
                <a:gd name="connsiteX5" fmla="*/ 1393552 w 1646716"/>
                <a:gd name="connsiteY5" fmla="*/ 251105 h 301839"/>
                <a:gd name="connsiteX6" fmla="*/ 823358 w 1646716"/>
                <a:gd name="connsiteY6" fmla="*/ 298419 h 301839"/>
                <a:gd name="connsiteX7" fmla="*/ 253070 w 1646716"/>
                <a:gd name="connsiteY7" fmla="*/ 251105 h 301839"/>
                <a:gd name="connsiteX8" fmla="*/ 16846 w 1646716"/>
                <a:gd name="connsiteY8" fmla="*/ 136906 h 301839"/>
                <a:gd name="connsiteX9" fmla="*/ 253070 w 1646716"/>
                <a:gd name="connsiteY9" fmla="*/ 22707 h 301839"/>
                <a:gd name="connsiteX10" fmla="*/ 319978 w 1646716"/>
                <a:gd name="connsiteY10" fmla="*/ 10736 h 301839"/>
                <a:gd name="connsiteX11" fmla="*/ 363092 w 1646716"/>
                <a:gd name="connsiteY11" fmla="*/ 190 h 301839"/>
                <a:gd name="connsiteX12" fmla="*/ 1283434 w 1646716"/>
                <a:gd name="connsiteY12" fmla="*/ 95 h 301839"/>
                <a:gd name="connsiteX13" fmla="*/ 1326644 w 1646716"/>
                <a:gd name="connsiteY13" fmla="*/ 10641 h 301839"/>
                <a:gd name="connsiteX14" fmla="*/ 1393552 w 1646716"/>
                <a:gd name="connsiteY14" fmla="*/ 22612 h 301839"/>
                <a:gd name="connsiteX15" fmla="*/ 1629776 w 1646716"/>
                <a:gd name="connsiteY15" fmla="*/ 136811 h 301839"/>
                <a:gd name="connsiteX16" fmla="*/ 1646717 w 1646716"/>
                <a:gd name="connsiteY16" fmla="*/ 136811 h 301839"/>
                <a:gd name="connsiteX17" fmla="*/ 1283434 w 1646716"/>
                <a:gd name="connsiteY17" fmla="*/ 0 h 301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646716" h="301839">
                  <a:moveTo>
                    <a:pt x="363092" y="95"/>
                  </a:moveTo>
                  <a:cubicBezTo>
                    <a:pt x="144000" y="29737"/>
                    <a:pt x="0" y="79901"/>
                    <a:pt x="0" y="136906"/>
                  </a:cubicBezTo>
                  <a:cubicBezTo>
                    <a:pt x="0" y="227923"/>
                    <a:pt x="368613" y="301839"/>
                    <a:pt x="823358" y="301839"/>
                  </a:cubicBezTo>
                  <a:cubicBezTo>
                    <a:pt x="1278104" y="301839"/>
                    <a:pt x="1646717" y="228018"/>
                    <a:pt x="1646717" y="136906"/>
                  </a:cubicBezTo>
                  <a:lnTo>
                    <a:pt x="1629776" y="136906"/>
                  </a:lnTo>
                  <a:cubicBezTo>
                    <a:pt x="1629776" y="181465"/>
                    <a:pt x="1539550" y="221843"/>
                    <a:pt x="1393552" y="251105"/>
                  </a:cubicBezTo>
                  <a:cubicBezTo>
                    <a:pt x="1247553" y="280368"/>
                    <a:pt x="1046068" y="298419"/>
                    <a:pt x="823358" y="298419"/>
                  </a:cubicBezTo>
                  <a:cubicBezTo>
                    <a:pt x="600649" y="298419"/>
                    <a:pt x="399069" y="280368"/>
                    <a:pt x="253070" y="251105"/>
                  </a:cubicBezTo>
                  <a:cubicBezTo>
                    <a:pt x="107167" y="221843"/>
                    <a:pt x="16846" y="181465"/>
                    <a:pt x="16846" y="136906"/>
                  </a:cubicBezTo>
                  <a:cubicBezTo>
                    <a:pt x="16846" y="92347"/>
                    <a:pt x="107167" y="51969"/>
                    <a:pt x="253070" y="22707"/>
                  </a:cubicBezTo>
                  <a:cubicBezTo>
                    <a:pt x="274199" y="18431"/>
                    <a:pt x="296565" y="14441"/>
                    <a:pt x="319978" y="10736"/>
                  </a:cubicBezTo>
                  <a:cubicBezTo>
                    <a:pt x="333398" y="7031"/>
                    <a:pt x="347864" y="3515"/>
                    <a:pt x="363092" y="190"/>
                  </a:cubicBezTo>
                  <a:moveTo>
                    <a:pt x="1283434" y="95"/>
                  </a:moveTo>
                  <a:cubicBezTo>
                    <a:pt x="1298757" y="3420"/>
                    <a:pt x="1313224" y="7031"/>
                    <a:pt x="1326644" y="10641"/>
                  </a:cubicBezTo>
                  <a:cubicBezTo>
                    <a:pt x="1350057" y="14346"/>
                    <a:pt x="1372328" y="18431"/>
                    <a:pt x="1393552" y="22612"/>
                  </a:cubicBezTo>
                  <a:cubicBezTo>
                    <a:pt x="1539550" y="51874"/>
                    <a:pt x="1629776" y="92252"/>
                    <a:pt x="1629776" y="136811"/>
                  </a:cubicBezTo>
                  <a:lnTo>
                    <a:pt x="1646717" y="136811"/>
                  </a:lnTo>
                  <a:cubicBezTo>
                    <a:pt x="1646717" y="79901"/>
                    <a:pt x="1502622" y="29642"/>
                    <a:pt x="1283434" y="0"/>
                  </a:cubicBezTo>
                </a:path>
              </a:pathLst>
            </a:custGeom>
            <a:grpFill/>
            <a:ln w="9502" cap="flat">
              <a:solidFill>
                <a:schemeClr val="bg1"/>
              </a:solidFill>
              <a:prstDash val="solid"/>
              <a:miter/>
            </a:ln>
            <a:effectLst>
              <a:outerShdw blurRad="50800" dist="50800" dir="5400000" algn="ctr" rotWithShape="0">
                <a:srgbClr val="EAEAEA"/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5DC01125-CA69-08B8-347A-25BD7469A25E}"/>
                </a:ext>
              </a:extLst>
            </p:cNvPr>
            <p:cNvSpPr/>
            <p:nvPr/>
          </p:nvSpPr>
          <p:spPr>
            <a:xfrm>
              <a:off x="8244543" y="4892754"/>
              <a:ext cx="1662390" cy="249490"/>
            </a:xfrm>
            <a:custGeom>
              <a:avLst/>
              <a:gdLst>
                <a:gd name="connsiteX0" fmla="*/ 623015 w 1245935"/>
                <a:gd name="connsiteY0" fmla="*/ 0 h 249490"/>
                <a:gd name="connsiteX1" fmla="*/ 162749 w 1245935"/>
                <a:gd name="connsiteY1" fmla="*/ 40663 h 249490"/>
                <a:gd name="connsiteX2" fmla="*/ 119635 w 1245935"/>
                <a:gd name="connsiteY2" fmla="*/ 51209 h 249490"/>
                <a:gd name="connsiteX3" fmla="*/ 0 w 1245935"/>
                <a:gd name="connsiteY3" fmla="*/ 124745 h 249490"/>
                <a:gd name="connsiteX4" fmla="*/ 623015 w 1245935"/>
                <a:gd name="connsiteY4" fmla="*/ 249490 h 249490"/>
                <a:gd name="connsiteX5" fmla="*/ 1245935 w 1245935"/>
                <a:gd name="connsiteY5" fmla="*/ 124745 h 249490"/>
                <a:gd name="connsiteX6" fmla="*/ 1126300 w 1245935"/>
                <a:gd name="connsiteY6" fmla="*/ 51209 h 249490"/>
                <a:gd name="connsiteX7" fmla="*/ 1083091 w 1245935"/>
                <a:gd name="connsiteY7" fmla="*/ 40663 h 249490"/>
                <a:gd name="connsiteX8" fmla="*/ 623015 w 1245935"/>
                <a:gd name="connsiteY8" fmla="*/ 0 h 249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45935" h="249490">
                  <a:moveTo>
                    <a:pt x="623015" y="0"/>
                  </a:moveTo>
                  <a:cubicBezTo>
                    <a:pt x="440660" y="0"/>
                    <a:pt x="276673" y="15676"/>
                    <a:pt x="162749" y="40663"/>
                  </a:cubicBezTo>
                  <a:cubicBezTo>
                    <a:pt x="147426" y="43989"/>
                    <a:pt x="133055" y="47504"/>
                    <a:pt x="119635" y="51209"/>
                  </a:cubicBezTo>
                  <a:cubicBezTo>
                    <a:pt x="44447" y="71826"/>
                    <a:pt x="0" y="97288"/>
                    <a:pt x="0" y="124745"/>
                  </a:cubicBezTo>
                  <a:cubicBezTo>
                    <a:pt x="0" y="193626"/>
                    <a:pt x="278958" y="249490"/>
                    <a:pt x="623015" y="249490"/>
                  </a:cubicBezTo>
                  <a:cubicBezTo>
                    <a:pt x="967072" y="249490"/>
                    <a:pt x="1245935" y="193626"/>
                    <a:pt x="1245935" y="124745"/>
                  </a:cubicBezTo>
                  <a:cubicBezTo>
                    <a:pt x="1245935" y="97288"/>
                    <a:pt x="1201488" y="71826"/>
                    <a:pt x="1126300" y="51209"/>
                  </a:cubicBezTo>
                  <a:cubicBezTo>
                    <a:pt x="1112881" y="47504"/>
                    <a:pt x="1098414" y="43989"/>
                    <a:pt x="1083091" y="40663"/>
                  </a:cubicBezTo>
                  <a:cubicBezTo>
                    <a:pt x="969166" y="15676"/>
                    <a:pt x="805180" y="0"/>
                    <a:pt x="623015" y="0"/>
                  </a:cubicBezTo>
                </a:path>
              </a:pathLst>
            </a:custGeom>
            <a:grpFill/>
            <a:ln w="9502" cap="flat">
              <a:solidFill>
                <a:schemeClr val="bg1"/>
              </a:solidFill>
              <a:prstDash val="solid"/>
              <a:miter/>
            </a:ln>
            <a:effectLst>
              <a:outerShdw blurRad="50800" dist="50800" dir="5400000" algn="ctr" rotWithShape="0">
                <a:srgbClr val="D3D3D3"/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30" name="Graphic 6">
              <a:extLst>
                <a:ext uri="{FF2B5EF4-FFF2-40B4-BE49-F238E27FC236}">
                  <a16:creationId xmlns:a16="http://schemas.microsoft.com/office/drawing/2014/main" id="{1569F2F0-0DBB-F67C-B437-DAA17FA73E5E}"/>
                </a:ext>
              </a:extLst>
            </p:cNvPr>
            <p:cNvGrpSpPr/>
            <p:nvPr/>
          </p:nvGrpSpPr>
          <p:grpSpPr>
            <a:xfrm>
              <a:off x="8352457" y="3344887"/>
              <a:ext cx="1471216" cy="1610157"/>
              <a:chOff x="8352457" y="3344887"/>
              <a:chExt cx="1471216" cy="1610157"/>
            </a:xfrm>
            <a:grpFill/>
          </p:grpSpPr>
          <p:sp>
            <p:nvSpPr>
              <p:cNvPr id="585" name="Freeform 584">
                <a:extLst>
                  <a:ext uri="{FF2B5EF4-FFF2-40B4-BE49-F238E27FC236}">
                    <a16:creationId xmlns:a16="http://schemas.microsoft.com/office/drawing/2014/main" id="{BD009243-39FC-6F63-ABBA-53C3ECC4ACB8}"/>
                  </a:ext>
                </a:extLst>
              </p:cNvPr>
              <p:cNvSpPr/>
              <p:nvPr/>
            </p:nvSpPr>
            <p:spPr>
              <a:xfrm>
                <a:off x="8898083" y="4304710"/>
                <a:ext cx="173661" cy="214894"/>
              </a:xfrm>
              <a:custGeom>
                <a:avLst/>
                <a:gdLst>
                  <a:gd name="connsiteX0" fmla="*/ 0 w 173661"/>
                  <a:gd name="connsiteY0" fmla="*/ 214894 h 214894"/>
                  <a:gd name="connsiteX1" fmla="*/ 173662 w 173661"/>
                  <a:gd name="connsiteY1" fmla="*/ 0 h 214894"/>
                  <a:gd name="connsiteX2" fmla="*/ 4587 w 173661"/>
                  <a:gd name="connsiteY2" fmla="*/ 70067 h 214894"/>
                  <a:gd name="connsiteX3" fmla="*/ 0 w 173661"/>
                  <a:gd name="connsiteY3" fmla="*/ 214894 h 2148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73661" h="214894">
                    <a:moveTo>
                      <a:pt x="0" y="214894"/>
                    </a:moveTo>
                    <a:lnTo>
                      <a:pt x="173662" y="0"/>
                    </a:lnTo>
                    <a:lnTo>
                      <a:pt x="4587" y="70067"/>
                    </a:lnTo>
                    <a:lnTo>
                      <a:pt x="0" y="214894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86" name="Freeform 585">
                <a:extLst>
                  <a:ext uri="{FF2B5EF4-FFF2-40B4-BE49-F238E27FC236}">
                    <a16:creationId xmlns:a16="http://schemas.microsoft.com/office/drawing/2014/main" id="{3E918E41-12F1-7254-2913-FE36C8745E97}"/>
                  </a:ext>
                </a:extLst>
              </p:cNvPr>
              <p:cNvSpPr/>
              <p:nvPr/>
            </p:nvSpPr>
            <p:spPr>
              <a:xfrm>
                <a:off x="8898083" y="4304710"/>
                <a:ext cx="234784" cy="214894"/>
              </a:xfrm>
              <a:custGeom>
                <a:avLst/>
                <a:gdLst>
                  <a:gd name="connsiteX0" fmla="*/ 234785 w 234784"/>
                  <a:gd name="connsiteY0" fmla="*/ 93210 h 214894"/>
                  <a:gd name="connsiteX1" fmla="*/ 0 w 234784"/>
                  <a:gd name="connsiteY1" fmla="*/ 214894 h 214894"/>
                  <a:gd name="connsiteX2" fmla="*/ 173662 w 234784"/>
                  <a:gd name="connsiteY2" fmla="*/ 0 h 214894"/>
                  <a:gd name="connsiteX3" fmla="*/ 234785 w 234784"/>
                  <a:gd name="connsiteY3" fmla="*/ 93210 h 2148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34784" h="214894">
                    <a:moveTo>
                      <a:pt x="234785" y="93210"/>
                    </a:moveTo>
                    <a:lnTo>
                      <a:pt x="0" y="214894"/>
                    </a:lnTo>
                    <a:lnTo>
                      <a:pt x="173662" y="0"/>
                    </a:lnTo>
                    <a:lnTo>
                      <a:pt x="234785" y="93210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87" name="Freeform 586">
                <a:extLst>
                  <a:ext uri="{FF2B5EF4-FFF2-40B4-BE49-F238E27FC236}">
                    <a16:creationId xmlns:a16="http://schemas.microsoft.com/office/drawing/2014/main" id="{45C87FB9-2BAB-3B51-A3F8-B10F72095BB6}"/>
                  </a:ext>
                </a:extLst>
              </p:cNvPr>
              <p:cNvSpPr/>
              <p:nvPr/>
            </p:nvSpPr>
            <p:spPr>
              <a:xfrm>
                <a:off x="8898083" y="4397920"/>
                <a:ext cx="234784" cy="130642"/>
              </a:xfrm>
              <a:custGeom>
                <a:avLst/>
                <a:gdLst>
                  <a:gd name="connsiteX0" fmla="*/ 234785 w 234784"/>
                  <a:gd name="connsiteY0" fmla="*/ 130643 h 130642"/>
                  <a:gd name="connsiteX1" fmla="*/ 234785 w 234784"/>
                  <a:gd name="connsiteY1" fmla="*/ 0 h 130642"/>
                  <a:gd name="connsiteX2" fmla="*/ 0 w 234784"/>
                  <a:gd name="connsiteY2" fmla="*/ 121684 h 130642"/>
                  <a:gd name="connsiteX3" fmla="*/ 234785 w 234784"/>
                  <a:gd name="connsiteY3" fmla="*/ 130643 h 1306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34784" h="130642">
                    <a:moveTo>
                      <a:pt x="234785" y="130643"/>
                    </a:moveTo>
                    <a:lnTo>
                      <a:pt x="234785" y="0"/>
                    </a:lnTo>
                    <a:lnTo>
                      <a:pt x="0" y="121684"/>
                    </a:lnTo>
                    <a:lnTo>
                      <a:pt x="234785" y="130643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88" name="Freeform 587">
                <a:extLst>
                  <a:ext uri="{FF2B5EF4-FFF2-40B4-BE49-F238E27FC236}">
                    <a16:creationId xmlns:a16="http://schemas.microsoft.com/office/drawing/2014/main" id="{8DFC67E9-BAE0-4807-0B8A-CECE2ED24C2A}"/>
                  </a:ext>
                </a:extLst>
              </p:cNvPr>
              <p:cNvSpPr/>
              <p:nvPr/>
            </p:nvSpPr>
            <p:spPr>
              <a:xfrm>
                <a:off x="8888482" y="4519604"/>
                <a:ext cx="71470" cy="217346"/>
              </a:xfrm>
              <a:custGeom>
                <a:avLst/>
                <a:gdLst>
                  <a:gd name="connsiteX0" fmla="*/ 0 w 71470"/>
                  <a:gd name="connsiteY0" fmla="*/ 217347 h 217346"/>
                  <a:gd name="connsiteX1" fmla="*/ 71470 w 71470"/>
                  <a:gd name="connsiteY1" fmla="*/ 172022 h 217346"/>
                  <a:gd name="connsiteX2" fmla="*/ 9600 w 71470"/>
                  <a:gd name="connsiteY2" fmla="*/ 0 h 217346"/>
                  <a:gd name="connsiteX3" fmla="*/ 0 w 71470"/>
                  <a:gd name="connsiteY3" fmla="*/ 217347 h 2173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1470" h="217346">
                    <a:moveTo>
                      <a:pt x="0" y="217347"/>
                    </a:moveTo>
                    <a:lnTo>
                      <a:pt x="71470" y="172022"/>
                    </a:lnTo>
                    <a:lnTo>
                      <a:pt x="9600" y="0"/>
                    </a:lnTo>
                    <a:lnTo>
                      <a:pt x="0" y="217347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89" name="Freeform 588">
                <a:extLst>
                  <a:ext uri="{FF2B5EF4-FFF2-40B4-BE49-F238E27FC236}">
                    <a16:creationId xmlns:a16="http://schemas.microsoft.com/office/drawing/2014/main" id="{644C41FD-50AB-0384-4399-A59DF4ADCA3F}"/>
                  </a:ext>
                </a:extLst>
              </p:cNvPr>
              <p:cNvSpPr/>
              <p:nvPr/>
            </p:nvSpPr>
            <p:spPr>
              <a:xfrm>
                <a:off x="8898083" y="4519604"/>
                <a:ext cx="234784" cy="172021"/>
              </a:xfrm>
              <a:custGeom>
                <a:avLst/>
                <a:gdLst>
                  <a:gd name="connsiteX0" fmla="*/ 234785 w 234784"/>
                  <a:gd name="connsiteY0" fmla="*/ 8959 h 172021"/>
                  <a:gd name="connsiteX1" fmla="*/ 61870 w 234784"/>
                  <a:gd name="connsiteY1" fmla="*/ 172022 h 172021"/>
                  <a:gd name="connsiteX2" fmla="*/ 0 w 234784"/>
                  <a:gd name="connsiteY2" fmla="*/ 0 h 172021"/>
                  <a:gd name="connsiteX3" fmla="*/ 234785 w 234784"/>
                  <a:gd name="connsiteY3" fmla="*/ 8959 h 1720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34784" h="172021">
                    <a:moveTo>
                      <a:pt x="234785" y="8959"/>
                    </a:moveTo>
                    <a:lnTo>
                      <a:pt x="61870" y="172022"/>
                    </a:lnTo>
                    <a:lnTo>
                      <a:pt x="0" y="0"/>
                    </a:lnTo>
                    <a:lnTo>
                      <a:pt x="234785" y="8959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90" name="Freeform 589">
                <a:extLst>
                  <a:ext uri="{FF2B5EF4-FFF2-40B4-BE49-F238E27FC236}">
                    <a16:creationId xmlns:a16="http://schemas.microsoft.com/office/drawing/2014/main" id="{E8DFC321-239D-4CE9-05BD-D3D6375698A0}"/>
                  </a:ext>
                </a:extLst>
              </p:cNvPr>
              <p:cNvSpPr/>
              <p:nvPr/>
            </p:nvSpPr>
            <p:spPr>
              <a:xfrm>
                <a:off x="8959952" y="4528563"/>
                <a:ext cx="175474" cy="163063"/>
              </a:xfrm>
              <a:custGeom>
                <a:avLst/>
                <a:gdLst>
                  <a:gd name="connsiteX0" fmla="*/ 175475 w 175474"/>
                  <a:gd name="connsiteY0" fmla="*/ 109419 h 163063"/>
                  <a:gd name="connsiteX1" fmla="*/ 172915 w 175474"/>
                  <a:gd name="connsiteY1" fmla="*/ 0 h 163063"/>
                  <a:gd name="connsiteX2" fmla="*/ 0 w 175474"/>
                  <a:gd name="connsiteY2" fmla="*/ 163063 h 163063"/>
                  <a:gd name="connsiteX3" fmla="*/ 175475 w 175474"/>
                  <a:gd name="connsiteY3" fmla="*/ 109419 h 1630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75474" h="163063">
                    <a:moveTo>
                      <a:pt x="175475" y="109419"/>
                    </a:moveTo>
                    <a:lnTo>
                      <a:pt x="172915" y="0"/>
                    </a:lnTo>
                    <a:lnTo>
                      <a:pt x="0" y="163063"/>
                    </a:lnTo>
                    <a:lnTo>
                      <a:pt x="175475" y="109419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91" name="Freeform 590">
                <a:extLst>
                  <a:ext uri="{FF2B5EF4-FFF2-40B4-BE49-F238E27FC236}">
                    <a16:creationId xmlns:a16="http://schemas.microsoft.com/office/drawing/2014/main" id="{DDFEE56E-7080-21BA-3002-5A21C9670D40}"/>
                  </a:ext>
                </a:extLst>
              </p:cNvPr>
              <p:cNvSpPr/>
              <p:nvPr/>
            </p:nvSpPr>
            <p:spPr>
              <a:xfrm>
                <a:off x="8841973" y="3344887"/>
                <a:ext cx="212276" cy="165196"/>
              </a:xfrm>
              <a:custGeom>
                <a:avLst/>
                <a:gdLst>
                  <a:gd name="connsiteX0" fmla="*/ 73603 w 212276"/>
                  <a:gd name="connsiteY0" fmla="*/ 34020 h 165196"/>
                  <a:gd name="connsiteX1" fmla="*/ 0 w 212276"/>
                  <a:gd name="connsiteY1" fmla="*/ 165196 h 165196"/>
                  <a:gd name="connsiteX2" fmla="*/ 212277 w 212276"/>
                  <a:gd name="connsiteY2" fmla="*/ 0 h 165196"/>
                  <a:gd name="connsiteX3" fmla="*/ 73603 w 212276"/>
                  <a:gd name="connsiteY3" fmla="*/ 34020 h 165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12276" h="165196">
                    <a:moveTo>
                      <a:pt x="73603" y="34020"/>
                    </a:moveTo>
                    <a:lnTo>
                      <a:pt x="0" y="165196"/>
                    </a:lnTo>
                    <a:lnTo>
                      <a:pt x="212277" y="0"/>
                    </a:lnTo>
                    <a:lnTo>
                      <a:pt x="73603" y="34020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92" name="Freeform 591">
                <a:extLst>
                  <a:ext uri="{FF2B5EF4-FFF2-40B4-BE49-F238E27FC236}">
                    <a16:creationId xmlns:a16="http://schemas.microsoft.com/office/drawing/2014/main" id="{66F16676-CA81-7DED-1044-02D0FDE13A69}"/>
                  </a:ext>
                </a:extLst>
              </p:cNvPr>
              <p:cNvSpPr/>
              <p:nvPr/>
            </p:nvSpPr>
            <p:spPr>
              <a:xfrm>
                <a:off x="8841973" y="3510083"/>
                <a:ext cx="199475" cy="183006"/>
              </a:xfrm>
              <a:custGeom>
                <a:avLst/>
                <a:gdLst>
                  <a:gd name="connsiteX0" fmla="*/ 0 w 199475"/>
                  <a:gd name="connsiteY0" fmla="*/ 0 h 183006"/>
                  <a:gd name="connsiteX1" fmla="*/ 199476 w 199475"/>
                  <a:gd name="connsiteY1" fmla="*/ 183006 h 183006"/>
                  <a:gd name="connsiteX2" fmla="*/ 60696 w 199475"/>
                  <a:gd name="connsiteY2" fmla="*/ 128723 h 183006"/>
                  <a:gd name="connsiteX3" fmla="*/ 0 w 199475"/>
                  <a:gd name="connsiteY3" fmla="*/ 0 h 1830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9475" h="183006">
                    <a:moveTo>
                      <a:pt x="0" y="0"/>
                    </a:moveTo>
                    <a:lnTo>
                      <a:pt x="199476" y="183006"/>
                    </a:lnTo>
                    <a:lnTo>
                      <a:pt x="60696" y="128723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93" name="Freeform 592">
                <a:extLst>
                  <a:ext uri="{FF2B5EF4-FFF2-40B4-BE49-F238E27FC236}">
                    <a16:creationId xmlns:a16="http://schemas.microsoft.com/office/drawing/2014/main" id="{D8D34168-58D7-ABB4-65BF-A8D12DC1207C}"/>
                  </a:ext>
                </a:extLst>
              </p:cNvPr>
              <p:cNvSpPr/>
              <p:nvPr/>
            </p:nvSpPr>
            <p:spPr>
              <a:xfrm>
                <a:off x="8977340" y="3344887"/>
                <a:ext cx="203209" cy="165196"/>
              </a:xfrm>
              <a:custGeom>
                <a:avLst/>
                <a:gdLst>
                  <a:gd name="connsiteX0" fmla="*/ 203210 w 203209"/>
                  <a:gd name="connsiteY0" fmla="*/ 165196 h 165196"/>
                  <a:gd name="connsiteX1" fmla="*/ 0 w 203209"/>
                  <a:gd name="connsiteY1" fmla="*/ 114539 h 165196"/>
                  <a:gd name="connsiteX2" fmla="*/ 76910 w 203209"/>
                  <a:gd name="connsiteY2" fmla="*/ 0 h 165196"/>
                  <a:gd name="connsiteX3" fmla="*/ 203210 w 203209"/>
                  <a:gd name="connsiteY3" fmla="*/ 165196 h 165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209" h="165196">
                    <a:moveTo>
                      <a:pt x="203210" y="165196"/>
                    </a:moveTo>
                    <a:lnTo>
                      <a:pt x="0" y="114539"/>
                    </a:lnTo>
                    <a:lnTo>
                      <a:pt x="76910" y="0"/>
                    </a:lnTo>
                    <a:lnTo>
                      <a:pt x="203210" y="165196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94" name="Freeform 593">
                <a:extLst>
                  <a:ext uri="{FF2B5EF4-FFF2-40B4-BE49-F238E27FC236}">
                    <a16:creationId xmlns:a16="http://schemas.microsoft.com/office/drawing/2014/main" id="{46A83BC6-DCB2-BF16-52A4-0F354F79742A}"/>
                  </a:ext>
                </a:extLst>
              </p:cNvPr>
              <p:cNvSpPr/>
              <p:nvPr/>
            </p:nvSpPr>
            <p:spPr>
              <a:xfrm>
                <a:off x="8841973" y="3459426"/>
                <a:ext cx="199475" cy="233663"/>
              </a:xfrm>
              <a:custGeom>
                <a:avLst/>
                <a:gdLst>
                  <a:gd name="connsiteX0" fmla="*/ 0 w 199475"/>
                  <a:gd name="connsiteY0" fmla="*/ 50657 h 233663"/>
                  <a:gd name="connsiteX1" fmla="*/ 135366 w 199475"/>
                  <a:gd name="connsiteY1" fmla="*/ 0 h 233663"/>
                  <a:gd name="connsiteX2" fmla="*/ 199476 w 199475"/>
                  <a:gd name="connsiteY2" fmla="*/ 233664 h 233663"/>
                  <a:gd name="connsiteX3" fmla="*/ 0 w 199475"/>
                  <a:gd name="connsiteY3" fmla="*/ 50657 h 2336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9475" h="233663">
                    <a:moveTo>
                      <a:pt x="0" y="50657"/>
                    </a:moveTo>
                    <a:lnTo>
                      <a:pt x="135366" y="0"/>
                    </a:lnTo>
                    <a:lnTo>
                      <a:pt x="199476" y="233664"/>
                    </a:lnTo>
                    <a:lnTo>
                      <a:pt x="0" y="50657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95" name="Freeform 594">
                <a:extLst>
                  <a:ext uri="{FF2B5EF4-FFF2-40B4-BE49-F238E27FC236}">
                    <a16:creationId xmlns:a16="http://schemas.microsoft.com/office/drawing/2014/main" id="{361A242A-8CF2-A62E-6895-569A81F93740}"/>
                  </a:ext>
                </a:extLst>
              </p:cNvPr>
              <p:cNvSpPr/>
              <p:nvPr/>
            </p:nvSpPr>
            <p:spPr>
              <a:xfrm>
                <a:off x="8977340" y="3459426"/>
                <a:ext cx="203209" cy="233663"/>
              </a:xfrm>
              <a:custGeom>
                <a:avLst/>
                <a:gdLst>
                  <a:gd name="connsiteX0" fmla="*/ 0 w 203209"/>
                  <a:gd name="connsiteY0" fmla="*/ 0 h 233663"/>
                  <a:gd name="connsiteX1" fmla="*/ 203210 w 203209"/>
                  <a:gd name="connsiteY1" fmla="*/ 50657 h 233663"/>
                  <a:gd name="connsiteX2" fmla="*/ 64110 w 203209"/>
                  <a:gd name="connsiteY2" fmla="*/ 233664 h 233663"/>
                  <a:gd name="connsiteX3" fmla="*/ 0 w 203209"/>
                  <a:gd name="connsiteY3" fmla="*/ 0 h 2336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209" h="233663">
                    <a:moveTo>
                      <a:pt x="0" y="0"/>
                    </a:moveTo>
                    <a:lnTo>
                      <a:pt x="203210" y="50657"/>
                    </a:lnTo>
                    <a:lnTo>
                      <a:pt x="64110" y="233664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03" name="Freeform 602">
                <a:extLst>
                  <a:ext uri="{FF2B5EF4-FFF2-40B4-BE49-F238E27FC236}">
                    <a16:creationId xmlns:a16="http://schemas.microsoft.com/office/drawing/2014/main" id="{96A8B7B2-80C6-1D8A-668A-0F8C99B8071F}"/>
                  </a:ext>
                </a:extLst>
              </p:cNvPr>
              <p:cNvSpPr/>
              <p:nvPr/>
            </p:nvSpPr>
            <p:spPr>
              <a:xfrm>
                <a:off x="9041449" y="3510083"/>
                <a:ext cx="139100" cy="183006"/>
              </a:xfrm>
              <a:custGeom>
                <a:avLst/>
                <a:gdLst>
                  <a:gd name="connsiteX0" fmla="*/ 139100 w 139100"/>
                  <a:gd name="connsiteY0" fmla="*/ 0 h 183006"/>
                  <a:gd name="connsiteX1" fmla="*/ 91418 w 139100"/>
                  <a:gd name="connsiteY1" fmla="*/ 138961 h 183006"/>
                  <a:gd name="connsiteX2" fmla="*/ 0 w 139100"/>
                  <a:gd name="connsiteY2" fmla="*/ 183006 h 183006"/>
                  <a:gd name="connsiteX3" fmla="*/ 139100 w 139100"/>
                  <a:gd name="connsiteY3" fmla="*/ 0 h 1830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9100" h="183006">
                    <a:moveTo>
                      <a:pt x="139100" y="0"/>
                    </a:moveTo>
                    <a:lnTo>
                      <a:pt x="91418" y="138961"/>
                    </a:lnTo>
                    <a:lnTo>
                      <a:pt x="0" y="183006"/>
                    </a:lnTo>
                    <a:lnTo>
                      <a:pt x="139100" y="0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04" name="Freeform 603">
                <a:extLst>
                  <a:ext uri="{FF2B5EF4-FFF2-40B4-BE49-F238E27FC236}">
                    <a16:creationId xmlns:a16="http://schemas.microsoft.com/office/drawing/2014/main" id="{A9BB9FD2-69CD-1D1D-01B1-E291EB3FEF04}"/>
                  </a:ext>
                </a:extLst>
              </p:cNvPr>
              <p:cNvSpPr/>
              <p:nvPr/>
            </p:nvSpPr>
            <p:spPr>
              <a:xfrm>
                <a:off x="8959952" y="4637982"/>
                <a:ext cx="175474" cy="174581"/>
              </a:xfrm>
              <a:custGeom>
                <a:avLst/>
                <a:gdLst>
                  <a:gd name="connsiteX0" fmla="*/ 0 w 175474"/>
                  <a:gd name="connsiteY0" fmla="*/ 53644 h 174581"/>
                  <a:gd name="connsiteX1" fmla="*/ 131419 w 175474"/>
                  <a:gd name="connsiteY1" fmla="*/ 174582 h 174581"/>
                  <a:gd name="connsiteX2" fmla="*/ 175475 w 175474"/>
                  <a:gd name="connsiteY2" fmla="*/ 0 h 174581"/>
                  <a:gd name="connsiteX3" fmla="*/ 0 w 175474"/>
                  <a:gd name="connsiteY3" fmla="*/ 53644 h 1745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75474" h="174581">
                    <a:moveTo>
                      <a:pt x="0" y="53644"/>
                    </a:moveTo>
                    <a:lnTo>
                      <a:pt x="131419" y="174582"/>
                    </a:lnTo>
                    <a:lnTo>
                      <a:pt x="175475" y="0"/>
                    </a:lnTo>
                    <a:lnTo>
                      <a:pt x="0" y="53644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06" name="Freeform 605">
                <a:extLst>
                  <a:ext uri="{FF2B5EF4-FFF2-40B4-BE49-F238E27FC236}">
                    <a16:creationId xmlns:a16="http://schemas.microsoft.com/office/drawing/2014/main" id="{31F4D323-6F43-310A-3746-964A0D57C51D}"/>
                  </a:ext>
                </a:extLst>
              </p:cNvPr>
              <p:cNvSpPr/>
              <p:nvPr/>
            </p:nvSpPr>
            <p:spPr>
              <a:xfrm>
                <a:off x="8959952" y="4691626"/>
                <a:ext cx="131419" cy="120938"/>
              </a:xfrm>
              <a:custGeom>
                <a:avLst/>
                <a:gdLst>
                  <a:gd name="connsiteX0" fmla="*/ 0 w 131419"/>
                  <a:gd name="connsiteY0" fmla="*/ 0 h 120938"/>
                  <a:gd name="connsiteX1" fmla="*/ 24961 w 131419"/>
                  <a:gd name="connsiteY1" fmla="*/ 114325 h 120938"/>
                  <a:gd name="connsiteX2" fmla="*/ 131419 w 131419"/>
                  <a:gd name="connsiteY2" fmla="*/ 120938 h 120938"/>
                  <a:gd name="connsiteX3" fmla="*/ 0 w 131419"/>
                  <a:gd name="connsiteY3" fmla="*/ 0 h 1209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1419" h="120938">
                    <a:moveTo>
                      <a:pt x="0" y="0"/>
                    </a:moveTo>
                    <a:lnTo>
                      <a:pt x="24961" y="114325"/>
                    </a:lnTo>
                    <a:lnTo>
                      <a:pt x="131419" y="120938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07" name="Freeform 606">
                <a:extLst>
                  <a:ext uri="{FF2B5EF4-FFF2-40B4-BE49-F238E27FC236}">
                    <a16:creationId xmlns:a16="http://schemas.microsoft.com/office/drawing/2014/main" id="{4BF2FD51-01C8-C244-9070-CCE77D106708}"/>
                  </a:ext>
                </a:extLst>
              </p:cNvPr>
              <p:cNvSpPr/>
              <p:nvPr/>
            </p:nvSpPr>
            <p:spPr>
              <a:xfrm>
                <a:off x="8906296" y="4691626"/>
                <a:ext cx="78617" cy="203482"/>
              </a:xfrm>
              <a:custGeom>
                <a:avLst/>
                <a:gdLst>
                  <a:gd name="connsiteX0" fmla="*/ 0 w 78617"/>
                  <a:gd name="connsiteY0" fmla="*/ 203483 h 203482"/>
                  <a:gd name="connsiteX1" fmla="*/ 78617 w 78617"/>
                  <a:gd name="connsiteY1" fmla="*/ 114325 h 203482"/>
                  <a:gd name="connsiteX2" fmla="*/ 53656 w 78617"/>
                  <a:gd name="connsiteY2" fmla="*/ 0 h 203482"/>
                  <a:gd name="connsiteX3" fmla="*/ 0 w 78617"/>
                  <a:gd name="connsiteY3" fmla="*/ 203483 h 2034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8617" h="203482">
                    <a:moveTo>
                      <a:pt x="0" y="203483"/>
                    </a:moveTo>
                    <a:lnTo>
                      <a:pt x="78617" y="114325"/>
                    </a:lnTo>
                    <a:lnTo>
                      <a:pt x="53656" y="0"/>
                    </a:lnTo>
                    <a:lnTo>
                      <a:pt x="0" y="203483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08" name="Freeform 607">
                <a:extLst>
                  <a:ext uri="{FF2B5EF4-FFF2-40B4-BE49-F238E27FC236}">
                    <a16:creationId xmlns:a16="http://schemas.microsoft.com/office/drawing/2014/main" id="{9CFDF4F9-05F9-F884-7CD6-C6A77B38E097}"/>
                  </a:ext>
                </a:extLst>
              </p:cNvPr>
              <p:cNvSpPr/>
              <p:nvPr/>
            </p:nvSpPr>
            <p:spPr>
              <a:xfrm>
                <a:off x="8898083" y="4099628"/>
                <a:ext cx="89817" cy="147279"/>
              </a:xfrm>
              <a:custGeom>
                <a:avLst/>
                <a:gdLst>
                  <a:gd name="connsiteX0" fmla="*/ 0 w 89817"/>
                  <a:gd name="connsiteY0" fmla="*/ 147280 h 147279"/>
                  <a:gd name="connsiteX1" fmla="*/ 0 w 89817"/>
                  <a:gd name="connsiteY1" fmla="*/ 0 h 147279"/>
                  <a:gd name="connsiteX2" fmla="*/ 89818 w 89817"/>
                  <a:gd name="connsiteY2" fmla="*/ 46605 h 147279"/>
                  <a:gd name="connsiteX3" fmla="*/ 0 w 89817"/>
                  <a:gd name="connsiteY3" fmla="*/ 147280 h 1472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9817" h="147279">
                    <a:moveTo>
                      <a:pt x="0" y="147280"/>
                    </a:moveTo>
                    <a:lnTo>
                      <a:pt x="0" y="0"/>
                    </a:lnTo>
                    <a:lnTo>
                      <a:pt x="89818" y="46605"/>
                    </a:lnTo>
                    <a:lnTo>
                      <a:pt x="0" y="147280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09" name="Freeform 608">
                <a:extLst>
                  <a:ext uri="{FF2B5EF4-FFF2-40B4-BE49-F238E27FC236}">
                    <a16:creationId xmlns:a16="http://schemas.microsoft.com/office/drawing/2014/main" id="{447A9BD6-DE5C-6389-31A2-01DE7C37BCCB}"/>
                  </a:ext>
                </a:extLst>
              </p:cNvPr>
              <p:cNvSpPr/>
              <p:nvPr/>
            </p:nvSpPr>
            <p:spPr>
              <a:xfrm>
                <a:off x="8902670" y="3638806"/>
                <a:ext cx="138779" cy="226944"/>
              </a:xfrm>
              <a:custGeom>
                <a:avLst/>
                <a:gdLst>
                  <a:gd name="connsiteX0" fmla="*/ 0 w 138779"/>
                  <a:gd name="connsiteY0" fmla="*/ 0 h 226944"/>
                  <a:gd name="connsiteX1" fmla="*/ 15147 w 138779"/>
                  <a:gd name="connsiteY1" fmla="*/ 226945 h 226944"/>
                  <a:gd name="connsiteX2" fmla="*/ 138780 w 138779"/>
                  <a:gd name="connsiteY2" fmla="*/ 54283 h 226944"/>
                  <a:gd name="connsiteX3" fmla="*/ 0 w 138779"/>
                  <a:gd name="connsiteY3" fmla="*/ 0 h 2269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8779" h="226944">
                    <a:moveTo>
                      <a:pt x="0" y="0"/>
                    </a:moveTo>
                    <a:lnTo>
                      <a:pt x="15147" y="226945"/>
                    </a:lnTo>
                    <a:lnTo>
                      <a:pt x="138780" y="54283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10" name="Freeform 609">
                <a:extLst>
                  <a:ext uri="{FF2B5EF4-FFF2-40B4-BE49-F238E27FC236}">
                    <a16:creationId xmlns:a16="http://schemas.microsoft.com/office/drawing/2014/main" id="{5D909A33-9FD8-2B88-357A-C304A41D4A38}"/>
                  </a:ext>
                </a:extLst>
              </p:cNvPr>
              <p:cNvSpPr/>
              <p:nvPr/>
            </p:nvSpPr>
            <p:spPr>
              <a:xfrm>
                <a:off x="9041449" y="3649044"/>
                <a:ext cx="91417" cy="209028"/>
              </a:xfrm>
              <a:custGeom>
                <a:avLst/>
                <a:gdLst>
                  <a:gd name="connsiteX0" fmla="*/ 78937 w 91417"/>
                  <a:gd name="connsiteY0" fmla="*/ 209028 h 209028"/>
                  <a:gd name="connsiteX1" fmla="*/ 0 w 91417"/>
                  <a:gd name="connsiteY1" fmla="*/ 44045 h 209028"/>
                  <a:gd name="connsiteX2" fmla="*/ 91418 w 91417"/>
                  <a:gd name="connsiteY2" fmla="*/ 0 h 209028"/>
                  <a:gd name="connsiteX3" fmla="*/ 78937 w 91417"/>
                  <a:gd name="connsiteY3" fmla="*/ 209028 h 2090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1417" h="209028">
                    <a:moveTo>
                      <a:pt x="78937" y="209028"/>
                    </a:moveTo>
                    <a:lnTo>
                      <a:pt x="0" y="44045"/>
                    </a:lnTo>
                    <a:lnTo>
                      <a:pt x="91418" y="0"/>
                    </a:lnTo>
                    <a:lnTo>
                      <a:pt x="78937" y="209028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11" name="Freeform 610">
                <a:extLst>
                  <a:ext uri="{FF2B5EF4-FFF2-40B4-BE49-F238E27FC236}">
                    <a16:creationId xmlns:a16="http://schemas.microsoft.com/office/drawing/2014/main" id="{36E639AD-AD83-9D45-CF0E-69B30542C9E4}"/>
                  </a:ext>
                </a:extLst>
              </p:cNvPr>
              <p:cNvSpPr/>
              <p:nvPr/>
            </p:nvSpPr>
            <p:spPr>
              <a:xfrm>
                <a:off x="8898083" y="3865751"/>
                <a:ext cx="66989" cy="233876"/>
              </a:xfrm>
              <a:custGeom>
                <a:avLst/>
                <a:gdLst>
                  <a:gd name="connsiteX0" fmla="*/ 19734 w 66989"/>
                  <a:gd name="connsiteY0" fmla="*/ 0 h 233876"/>
                  <a:gd name="connsiteX1" fmla="*/ 0 w 66989"/>
                  <a:gd name="connsiteY1" fmla="*/ 233877 h 233876"/>
                  <a:gd name="connsiteX2" fmla="*/ 66990 w 66989"/>
                  <a:gd name="connsiteY2" fmla="*/ 58656 h 233876"/>
                  <a:gd name="connsiteX3" fmla="*/ 19734 w 66989"/>
                  <a:gd name="connsiteY3" fmla="*/ 0 h 2338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6989" h="233876">
                    <a:moveTo>
                      <a:pt x="19734" y="0"/>
                    </a:moveTo>
                    <a:lnTo>
                      <a:pt x="0" y="233877"/>
                    </a:lnTo>
                    <a:lnTo>
                      <a:pt x="66990" y="58656"/>
                    </a:lnTo>
                    <a:lnTo>
                      <a:pt x="19734" y="0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12" name="Freeform 611">
                <a:extLst>
                  <a:ext uri="{FF2B5EF4-FFF2-40B4-BE49-F238E27FC236}">
                    <a16:creationId xmlns:a16="http://schemas.microsoft.com/office/drawing/2014/main" id="{BFD2326A-CE27-4541-540D-843F77DE3C56}"/>
                  </a:ext>
                </a:extLst>
              </p:cNvPr>
              <p:cNvSpPr/>
              <p:nvPr/>
            </p:nvSpPr>
            <p:spPr>
              <a:xfrm>
                <a:off x="9079211" y="3858072"/>
                <a:ext cx="47255" cy="153998"/>
              </a:xfrm>
              <a:custGeom>
                <a:avLst/>
                <a:gdLst>
                  <a:gd name="connsiteX0" fmla="*/ 41175 w 47255"/>
                  <a:gd name="connsiteY0" fmla="*/ 0 h 153998"/>
                  <a:gd name="connsiteX1" fmla="*/ 47256 w 47255"/>
                  <a:gd name="connsiteY1" fmla="*/ 153998 h 153998"/>
                  <a:gd name="connsiteX2" fmla="*/ 0 w 47255"/>
                  <a:gd name="connsiteY2" fmla="*/ 116565 h 153998"/>
                  <a:gd name="connsiteX3" fmla="*/ 41175 w 47255"/>
                  <a:gd name="connsiteY3" fmla="*/ 0 h 1539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7255" h="153998">
                    <a:moveTo>
                      <a:pt x="41175" y="0"/>
                    </a:moveTo>
                    <a:lnTo>
                      <a:pt x="47256" y="153998"/>
                    </a:lnTo>
                    <a:lnTo>
                      <a:pt x="0" y="116565"/>
                    </a:lnTo>
                    <a:lnTo>
                      <a:pt x="41175" y="0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13" name="Freeform 612">
                <a:extLst>
                  <a:ext uri="{FF2B5EF4-FFF2-40B4-BE49-F238E27FC236}">
                    <a16:creationId xmlns:a16="http://schemas.microsoft.com/office/drawing/2014/main" id="{0AAB1B6B-0FAF-1520-3152-CF3B0B872C30}"/>
                  </a:ext>
                </a:extLst>
              </p:cNvPr>
              <p:cNvSpPr/>
              <p:nvPr/>
            </p:nvSpPr>
            <p:spPr>
              <a:xfrm>
                <a:off x="8898083" y="4012071"/>
                <a:ext cx="228384" cy="134161"/>
              </a:xfrm>
              <a:custGeom>
                <a:avLst/>
                <a:gdLst>
                  <a:gd name="connsiteX0" fmla="*/ 89818 w 228384"/>
                  <a:gd name="connsiteY0" fmla="*/ 134162 h 134161"/>
                  <a:gd name="connsiteX1" fmla="*/ 0 w 228384"/>
                  <a:gd name="connsiteY1" fmla="*/ 87557 h 134161"/>
                  <a:gd name="connsiteX2" fmla="*/ 228384 w 228384"/>
                  <a:gd name="connsiteY2" fmla="*/ 0 h 134161"/>
                  <a:gd name="connsiteX3" fmla="*/ 89818 w 228384"/>
                  <a:gd name="connsiteY3" fmla="*/ 134162 h 1341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28384" h="134161">
                    <a:moveTo>
                      <a:pt x="89818" y="134162"/>
                    </a:moveTo>
                    <a:lnTo>
                      <a:pt x="0" y="87557"/>
                    </a:lnTo>
                    <a:lnTo>
                      <a:pt x="228384" y="0"/>
                    </a:lnTo>
                    <a:lnTo>
                      <a:pt x="89818" y="134162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14" name="Freeform 613">
                <a:extLst>
                  <a:ext uri="{FF2B5EF4-FFF2-40B4-BE49-F238E27FC236}">
                    <a16:creationId xmlns:a16="http://schemas.microsoft.com/office/drawing/2014/main" id="{8C44AD7E-3F17-9345-F24F-1B2EB564ECDA}"/>
                  </a:ext>
                </a:extLst>
              </p:cNvPr>
              <p:cNvSpPr/>
              <p:nvPr/>
            </p:nvSpPr>
            <p:spPr>
              <a:xfrm>
                <a:off x="8898083" y="3974637"/>
                <a:ext cx="228384" cy="124990"/>
              </a:xfrm>
              <a:custGeom>
                <a:avLst/>
                <a:gdLst>
                  <a:gd name="connsiteX0" fmla="*/ 0 w 228384"/>
                  <a:gd name="connsiteY0" fmla="*/ 124990 h 124990"/>
                  <a:gd name="connsiteX1" fmla="*/ 228384 w 228384"/>
                  <a:gd name="connsiteY1" fmla="*/ 37433 h 124990"/>
                  <a:gd name="connsiteX2" fmla="*/ 181129 w 228384"/>
                  <a:gd name="connsiteY2" fmla="*/ 0 h 124990"/>
                  <a:gd name="connsiteX3" fmla="*/ 0 w 228384"/>
                  <a:gd name="connsiteY3" fmla="*/ 124990 h 1249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28384" h="124990">
                    <a:moveTo>
                      <a:pt x="0" y="124990"/>
                    </a:moveTo>
                    <a:lnTo>
                      <a:pt x="228384" y="37433"/>
                    </a:lnTo>
                    <a:lnTo>
                      <a:pt x="181129" y="0"/>
                    </a:lnTo>
                    <a:lnTo>
                      <a:pt x="0" y="124990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15" name="Freeform 614">
                <a:extLst>
                  <a:ext uri="{FF2B5EF4-FFF2-40B4-BE49-F238E27FC236}">
                    <a16:creationId xmlns:a16="http://schemas.microsoft.com/office/drawing/2014/main" id="{62150268-FC29-D0D7-27E2-EA52BBD4038B}"/>
                  </a:ext>
                </a:extLst>
              </p:cNvPr>
              <p:cNvSpPr/>
              <p:nvPr/>
            </p:nvSpPr>
            <p:spPr>
              <a:xfrm>
                <a:off x="9091372" y="4637982"/>
                <a:ext cx="147100" cy="174581"/>
              </a:xfrm>
              <a:custGeom>
                <a:avLst/>
                <a:gdLst>
                  <a:gd name="connsiteX0" fmla="*/ 0 w 147100"/>
                  <a:gd name="connsiteY0" fmla="*/ 174582 h 174581"/>
                  <a:gd name="connsiteX1" fmla="*/ 147100 w 147100"/>
                  <a:gd name="connsiteY1" fmla="*/ 155385 h 174581"/>
                  <a:gd name="connsiteX2" fmla="*/ 44055 w 147100"/>
                  <a:gd name="connsiteY2" fmla="*/ 0 h 174581"/>
                  <a:gd name="connsiteX3" fmla="*/ 0 w 147100"/>
                  <a:gd name="connsiteY3" fmla="*/ 174582 h 1745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47100" h="174581">
                    <a:moveTo>
                      <a:pt x="0" y="174582"/>
                    </a:moveTo>
                    <a:lnTo>
                      <a:pt x="147100" y="155385"/>
                    </a:lnTo>
                    <a:lnTo>
                      <a:pt x="44055" y="0"/>
                    </a:lnTo>
                    <a:lnTo>
                      <a:pt x="0" y="174582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16" name="Freeform 615">
                <a:extLst>
                  <a:ext uri="{FF2B5EF4-FFF2-40B4-BE49-F238E27FC236}">
                    <a16:creationId xmlns:a16="http://schemas.microsoft.com/office/drawing/2014/main" id="{17EE5062-8EB0-5182-5DDC-A1CE26ECACF5}"/>
                  </a:ext>
                </a:extLst>
              </p:cNvPr>
              <p:cNvSpPr/>
              <p:nvPr/>
            </p:nvSpPr>
            <p:spPr>
              <a:xfrm>
                <a:off x="9238472" y="4793367"/>
                <a:ext cx="172488" cy="113898"/>
              </a:xfrm>
              <a:custGeom>
                <a:avLst/>
                <a:gdLst>
                  <a:gd name="connsiteX0" fmla="*/ 5974 w 172488"/>
                  <a:gd name="connsiteY0" fmla="*/ 101742 h 113898"/>
                  <a:gd name="connsiteX1" fmla="*/ 172488 w 172488"/>
                  <a:gd name="connsiteY1" fmla="*/ 113899 h 113898"/>
                  <a:gd name="connsiteX2" fmla="*/ 0 w 172488"/>
                  <a:gd name="connsiteY2" fmla="*/ 0 h 113898"/>
                  <a:gd name="connsiteX3" fmla="*/ 5974 w 172488"/>
                  <a:gd name="connsiteY3" fmla="*/ 101742 h 1138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72488" h="113898">
                    <a:moveTo>
                      <a:pt x="5974" y="101742"/>
                    </a:moveTo>
                    <a:lnTo>
                      <a:pt x="172488" y="113899"/>
                    </a:lnTo>
                    <a:lnTo>
                      <a:pt x="0" y="0"/>
                    </a:lnTo>
                    <a:lnTo>
                      <a:pt x="5974" y="101742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17" name="Freeform 616">
                <a:extLst>
                  <a:ext uri="{FF2B5EF4-FFF2-40B4-BE49-F238E27FC236}">
                    <a16:creationId xmlns:a16="http://schemas.microsoft.com/office/drawing/2014/main" id="{BAF81594-5D36-E6BD-B028-24B9CD2BAA09}"/>
                  </a:ext>
                </a:extLst>
              </p:cNvPr>
              <p:cNvSpPr/>
              <p:nvPr/>
            </p:nvSpPr>
            <p:spPr>
              <a:xfrm>
                <a:off x="8898083" y="3924407"/>
                <a:ext cx="181128" cy="175221"/>
              </a:xfrm>
              <a:custGeom>
                <a:avLst/>
                <a:gdLst>
                  <a:gd name="connsiteX0" fmla="*/ 66990 w 181128"/>
                  <a:gd name="connsiteY0" fmla="*/ 0 h 175221"/>
                  <a:gd name="connsiteX1" fmla="*/ 181129 w 181128"/>
                  <a:gd name="connsiteY1" fmla="*/ 50231 h 175221"/>
                  <a:gd name="connsiteX2" fmla="*/ 0 w 181128"/>
                  <a:gd name="connsiteY2" fmla="*/ 175221 h 175221"/>
                  <a:gd name="connsiteX3" fmla="*/ 66990 w 181128"/>
                  <a:gd name="connsiteY3" fmla="*/ 0 h 17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81128" h="175221">
                    <a:moveTo>
                      <a:pt x="66990" y="0"/>
                    </a:moveTo>
                    <a:lnTo>
                      <a:pt x="181129" y="50231"/>
                    </a:lnTo>
                    <a:lnTo>
                      <a:pt x="0" y="175221"/>
                    </a:lnTo>
                    <a:lnTo>
                      <a:pt x="66990" y="0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20" name="Freeform 619">
                <a:extLst>
                  <a:ext uri="{FF2B5EF4-FFF2-40B4-BE49-F238E27FC236}">
                    <a16:creationId xmlns:a16="http://schemas.microsoft.com/office/drawing/2014/main" id="{0101A221-FC48-6219-E71E-EDFDA23F8A93}"/>
                  </a:ext>
                </a:extLst>
              </p:cNvPr>
              <p:cNvSpPr/>
              <p:nvPr/>
            </p:nvSpPr>
            <p:spPr>
              <a:xfrm>
                <a:off x="8965072" y="3858072"/>
                <a:ext cx="155314" cy="116565"/>
              </a:xfrm>
              <a:custGeom>
                <a:avLst/>
                <a:gdLst>
                  <a:gd name="connsiteX0" fmla="*/ 0 w 155314"/>
                  <a:gd name="connsiteY0" fmla="*/ 66334 h 116565"/>
                  <a:gd name="connsiteX1" fmla="*/ 155314 w 155314"/>
                  <a:gd name="connsiteY1" fmla="*/ 0 h 116565"/>
                  <a:gd name="connsiteX2" fmla="*/ 114139 w 155314"/>
                  <a:gd name="connsiteY2" fmla="*/ 116565 h 116565"/>
                  <a:gd name="connsiteX3" fmla="*/ 0 w 155314"/>
                  <a:gd name="connsiteY3" fmla="*/ 66334 h 1165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55314" h="116565">
                    <a:moveTo>
                      <a:pt x="0" y="66334"/>
                    </a:moveTo>
                    <a:lnTo>
                      <a:pt x="155314" y="0"/>
                    </a:lnTo>
                    <a:lnTo>
                      <a:pt x="114139" y="116565"/>
                    </a:lnTo>
                    <a:lnTo>
                      <a:pt x="0" y="66334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21" name="Freeform 620">
                <a:extLst>
                  <a:ext uri="{FF2B5EF4-FFF2-40B4-BE49-F238E27FC236}">
                    <a16:creationId xmlns:a16="http://schemas.microsoft.com/office/drawing/2014/main" id="{661257BD-225A-8789-9F5E-851F03888643}"/>
                  </a:ext>
                </a:extLst>
              </p:cNvPr>
              <p:cNvSpPr/>
              <p:nvPr/>
            </p:nvSpPr>
            <p:spPr>
              <a:xfrm>
                <a:off x="8917817" y="3693089"/>
                <a:ext cx="123632" cy="231317"/>
              </a:xfrm>
              <a:custGeom>
                <a:avLst/>
                <a:gdLst>
                  <a:gd name="connsiteX0" fmla="*/ 0 w 123632"/>
                  <a:gd name="connsiteY0" fmla="*/ 172662 h 231317"/>
                  <a:gd name="connsiteX1" fmla="*/ 123633 w 123632"/>
                  <a:gd name="connsiteY1" fmla="*/ 0 h 231317"/>
                  <a:gd name="connsiteX2" fmla="*/ 47256 w 123632"/>
                  <a:gd name="connsiteY2" fmla="*/ 231317 h 231317"/>
                  <a:gd name="connsiteX3" fmla="*/ 0 w 123632"/>
                  <a:gd name="connsiteY3" fmla="*/ 172662 h 2313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23632" h="231317">
                    <a:moveTo>
                      <a:pt x="0" y="172662"/>
                    </a:moveTo>
                    <a:lnTo>
                      <a:pt x="123633" y="0"/>
                    </a:lnTo>
                    <a:lnTo>
                      <a:pt x="47256" y="231317"/>
                    </a:lnTo>
                    <a:lnTo>
                      <a:pt x="0" y="172662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22" name="Freeform 621">
                <a:extLst>
                  <a:ext uri="{FF2B5EF4-FFF2-40B4-BE49-F238E27FC236}">
                    <a16:creationId xmlns:a16="http://schemas.microsoft.com/office/drawing/2014/main" id="{96F0D99B-7D5B-8FE6-86E5-3FBEEB05442A}"/>
                  </a:ext>
                </a:extLst>
              </p:cNvPr>
              <p:cNvSpPr/>
              <p:nvPr/>
            </p:nvSpPr>
            <p:spPr>
              <a:xfrm>
                <a:off x="8729968" y="4812564"/>
                <a:ext cx="176328" cy="100141"/>
              </a:xfrm>
              <a:custGeom>
                <a:avLst/>
                <a:gdLst>
                  <a:gd name="connsiteX0" fmla="*/ 0 w 176328"/>
                  <a:gd name="connsiteY0" fmla="*/ 100141 h 100141"/>
                  <a:gd name="connsiteX1" fmla="*/ 70510 w 176328"/>
                  <a:gd name="connsiteY1" fmla="*/ 0 h 100141"/>
                  <a:gd name="connsiteX2" fmla="*/ 176328 w 176328"/>
                  <a:gd name="connsiteY2" fmla="*/ 82545 h 100141"/>
                  <a:gd name="connsiteX3" fmla="*/ 0 w 176328"/>
                  <a:gd name="connsiteY3" fmla="*/ 100141 h 1001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76328" h="100141">
                    <a:moveTo>
                      <a:pt x="0" y="100141"/>
                    </a:moveTo>
                    <a:lnTo>
                      <a:pt x="70510" y="0"/>
                    </a:lnTo>
                    <a:lnTo>
                      <a:pt x="176328" y="82545"/>
                    </a:lnTo>
                    <a:lnTo>
                      <a:pt x="0" y="100141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23" name="Freeform 622">
                <a:extLst>
                  <a:ext uri="{FF2B5EF4-FFF2-40B4-BE49-F238E27FC236}">
                    <a16:creationId xmlns:a16="http://schemas.microsoft.com/office/drawing/2014/main" id="{565BDFB0-0321-AEBF-4754-C10219822C75}"/>
                  </a:ext>
                </a:extLst>
              </p:cNvPr>
              <p:cNvSpPr/>
              <p:nvPr/>
            </p:nvSpPr>
            <p:spPr>
              <a:xfrm>
                <a:off x="8352457" y="4862901"/>
                <a:ext cx="377511" cy="92143"/>
              </a:xfrm>
              <a:custGeom>
                <a:avLst/>
                <a:gdLst>
                  <a:gd name="connsiteX0" fmla="*/ 377511 w 377511"/>
                  <a:gd name="connsiteY0" fmla="*/ 49804 h 92143"/>
                  <a:gd name="connsiteX1" fmla="*/ 0 w 377511"/>
                  <a:gd name="connsiteY1" fmla="*/ 92143 h 92143"/>
                  <a:gd name="connsiteX2" fmla="*/ 288227 w 377511"/>
                  <a:gd name="connsiteY2" fmla="*/ 0 h 92143"/>
                  <a:gd name="connsiteX3" fmla="*/ 377511 w 377511"/>
                  <a:gd name="connsiteY3" fmla="*/ 49804 h 921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77511" h="92143">
                    <a:moveTo>
                      <a:pt x="377511" y="49804"/>
                    </a:moveTo>
                    <a:lnTo>
                      <a:pt x="0" y="92143"/>
                    </a:lnTo>
                    <a:lnTo>
                      <a:pt x="288227" y="0"/>
                    </a:lnTo>
                    <a:lnTo>
                      <a:pt x="377511" y="49804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24" name="Freeform 623">
                <a:extLst>
                  <a:ext uri="{FF2B5EF4-FFF2-40B4-BE49-F238E27FC236}">
                    <a16:creationId xmlns:a16="http://schemas.microsoft.com/office/drawing/2014/main" id="{37596E09-DFD3-EBC8-6152-F6F4CDAD77AB}"/>
                  </a:ext>
                </a:extLst>
              </p:cNvPr>
              <p:cNvSpPr/>
              <p:nvPr/>
            </p:nvSpPr>
            <p:spPr>
              <a:xfrm>
                <a:off x="8800478" y="4736951"/>
                <a:ext cx="105818" cy="158157"/>
              </a:xfrm>
              <a:custGeom>
                <a:avLst/>
                <a:gdLst>
                  <a:gd name="connsiteX0" fmla="*/ 0 w 105818"/>
                  <a:gd name="connsiteY0" fmla="*/ 75613 h 158157"/>
                  <a:gd name="connsiteX1" fmla="*/ 88004 w 105818"/>
                  <a:gd name="connsiteY1" fmla="*/ 0 h 158157"/>
                  <a:gd name="connsiteX2" fmla="*/ 105819 w 105818"/>
                  <a:gd name="connsiteY2" fmla="*/ 158158 h 158157"/>
                  <a:gd name="connsiteX3" fmla="*/ 0 w 105818"/>
                  <a:gd name="connsiteY3" fmla="*/ 75613 h 1581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5818" h="158157">
                    <a:moveTo>
                      <a:pt x="0" y="75613"/>
                    </a:moveTo>
                    <a:lnTo>
                      <a:pt x="88004" y="0"/>
                    </a:lnTo>
                    <a:lnTo>
                      <a:pt x="105819" y="158158"/>
                    </a:lnTo>
                    <a:lnTo>
                      <a:pt x="0" y="75613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25" name="Freeform 624">
                <a:extLst>
                  <a:ext uri="{FF2B5EF4-FFF2-40B4-BE49-F238E27FC236}">
                    <a16:creationId xmlns:a16="http://schemas.microsoft.com/office/drawing/2014/main" id="{E519AAF3-7AE6-A817-1F6A-EC03CDD5AF6F}"/>
                  </a:ext>
                </a:extLst>
              </p:cNvPr>
              <p:cNvSpPr/>
              <p:nvPr/>
            </p:nvSpPr>
            <p:spPr>
              <a:xfrm>
                <a:off x="8987900" y="4146233"/>
                <a:ext cx="149767" cy="81158"/>
              </a:xfrm>
              <a:custGeom>
                <a:avLst/>
                <a:gdLst>
                  <a:gd name="connsiteX0" fmla="*/ 149767 w 149767"/>
                  <a:gd name="connsiteY0" fmla="*/ 0 h 81158"/>
                  <a:gd name="connsiteX1" fmla="*/ 0 w 149767"/>
                  <a:gd name="connsiteY1" fmla="*/ 0 h 81158"/>
                  <a:gd name="connsiteX2" fmla="*/ 147527 w 149767"/>
                  <a:gd name="connsiteY2" fmla="*/ 81159 h 81158"/>
                  <a:gd name="connsiteX3" fmla="*/ 149767 w 149767"/>
                  <a:gd name="connsiteY3" fmla="*/ 0 h 811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49767" h="81158">
                    <a:moveTo>
                      <a:pt x="149767" y="0"/>
                    </a:moveTo>
                    <a:lnTo>
                      <a:pt x="0" y="0"/>
                    </a:lnTo>
                    <a:lnTo>
                      <a:pt x="147527" y="81159"/>
                    </a:lnTo>
                    <a:lnTo>
                      <a:pt x="149767" y="0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26" name="Freeform 625">
                <a:extLst>
                  <a:ext uri="{FF2B5EF4-FFF2-40B4-BE49-F238E27FC236}">
                    <a16:creationId xmlns:a16="http://schemas.microsoft.com/office/drawing/2014/main" id="{48C3C778-578C-53F9-1B09-2507B7E40584}"/>
                  </a:ext>
                </a:extLst>
              </p:cNvPr>
              <p:cNvSpPr/>
              <p:nvPr/>
            </p:nvSpPr>
            <p:spPr>
              <a:xfrm>
                <a:off x="8898083" y="4246907"/>
                <a:ext cx="173661" cy="127869"/>
              </a:xfrm>
              <a:custGeom>
                <a:avLst/>
                <a:gdLst>
                  <a:gd name="connsiteX0" fmla="*/ 0 w 173661"/>
                  <a:gd name="connsiteY0" fmla="*/ 0 h 127869"/>
                  <a:gd name="connsiteX1" fmla="*/ 173662 w 173661"/>
                  <a:gd name="connsiteY1" fmla="*/ 57803 h 127869"/>
                  <a:gd name="connsiteX2" fmla="*/ 4587 w 173661"/>
                  <a:gd name="connsiteY2" fmla="*/ 127870 h 127869"/>
                  <a:gd name="connsiteX3" fmla="*/ 0 w 173661"/>
                  <a:gd name="connsiteY3" fmla="*/ 0 h 1278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73661" h="127869">
                    <a:moveTo>
                      <a:pt x="0" y="0"/>
                    </a:moveTo>
                    <a:lnTo>
                      <a:pt x="173662" y="57803"/>
                    </a:lnTo>
                    <a:lnTo>
                      <a:pt x="4587" y="12787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27" name="Freeform 626">
                <a:extLst>
                  <a:ext uri="{FF2B5EF4-FFF2-40B4-BE49-F238E27FC236}">
                    <a16:creationId xmlns:a16="http://schemas.microsoft.com/office/drawing/2014/main" id="{8529684B-3338-1909-A813-DAA0190F126F}"/>
                  </a:ext>
                </a:extLst>
              </p:cNvPr>
              <p:cNvSpPr/>
              <p:nvPr/>
            </p:nvSpPr>
            <p:spPr>
              <a:xfrm>
                <a:off x="8987900" y="4146233"/>
                <a:ext cx="147526" cy="158477"/>
              </a:xfrm>
              <a:custGeom>
                <a:avLst/>
                <a:gdLst>
                  <a:gd name="connsiteX0" fmla="*/ 83844 w 147526"/>
                  <a:gd name="connsiteY0" fmla="*/ 158477 h 158477"/>
                  <a:gd name="connsiteX1" fmla="*/ 0 w 147526"/>
                  <a:gd name="connsiteY1" fmla="*/ 0 h 158477"/>
                  <a:gd name="connsiteX2" fmla="*/ 147527 w 147526"/>
                  <a:gd name="connsiteY2" fmla="*/ 81159 h 158477"/>
                  <a:gd name="connsiteX3" fmla="*/ 83844 w 147526"/>
                  <a:gd name="connsiteY3" fmla="*/ 158477 h 1584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47526" h="158477">
                    <a:moveTo>
                      <a:pt x="83844" y="158477"/>
                    </a:moveTo>
                    <a:lnTo>
                      <a:pt x="0" y="0"/>
                    </a:lnTo>
                    <a:lnTo>
                      <a:pt x="147527" y="81159"/>
                    </a:lnTo>
                    <a:lnTo>
                      <a:pt x="83844" y="158477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28" name="Freeform 627">
                <a:extLst>
                  <a:ext uri="{FF2B5EF4-FFF2-40B4-BE49-F238E27FC236}">
                    <a16:creationId xmlns:a16="http://schemas.microsoft.com/office/drawing/2014/main" id="{A6FDB3DF-6482-0FD9-6391-645E2B12BC6B}"/>
                  </a:ext>
                </a:extLst>
              </p:cNvPr>
              <p:cNvSpPr/>
              <p:nvPr/>
            </p:nvSpPr>
            <p:spPr>
              <a:xfrm>
                <a:off x="9071744" y="4227391"/>
                <a:ext cx="63683" cy="170528"/>
              </a:xfrm>
              <a:custGeom>
                <a:avLst/>
                <a:gdLst>
                  <a:gd name="connsiteX0" fmla="*/ 61123 w 63683"/>
                  <a:gd name="connsiteY0" fmla="*/ 170529 h 170528"/>
                  <a:gd name="connsiteX1" fmla="*/ 63683 w 63683"/>
                  <a:gd name="connsiteY1" fmla="*/ 0 h 170528"/>
                  <a:gd name="connsiteX2" fmla="*/ 0 w 63683"/>
                  <a:gd name="connsiteY2" fmla="*/ 77319 h 170528"/>
                  <a:gd name="connsiteX3" fmla="*/ 61123 w 63683"/>
                  <a:gd name="connsiteY3" fmla="*/ 170529 h 1705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3683" h="170528">
                    <a:moveTo>
                      <a:pt x="61123" y="170529"/>
                    </a:moveTo>
                    <a:lnTo>
                      <a:pt x="63683" y="0"/>
                    </a:lnTo>
                    <a:lnTo>
                      <a:pt x="0" y="77319"/>
                    </a:lnTo>
                    <a:lnTo>
                      <a:pt x="61123" y="170529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29" name="Freeform 628">
                <a:extLst>
                  <a:ext uri="{FF2B5EF4-FFF2-40B4-BE49-F238E27FC236}">
                    <a16:creationId xmlns:a16="http://schemas.microsoft.com/office/drawing/2014/main" id="{56F77580-F161-6105-3D5A-D52A717857F4}"/>
                  </a:ext>
                </a:extLst>
              </p:cNvPr>
              <p:cNvSpPr/>
              <p:nvPr/>
            </p:nvSpPr>
            <p:spPr>
              <a:xfrm>
                <a:off x="8906296" y="4812564"/>
                <a:ext cx="338149" cy="82544"/>
              </a:xfrm>
              <a:custGeom>
                <a:avLst/>
                <a:gdLst>
                  <a:gd name="connsiteX0" fmla="*/ 0 w 338149"/>
                  <a:gd name="connsiteY0" fmla="*/ 82545 h 82544"/>
                  <a:gd name="connsiteX1" fmla="*/ 338149 w 338149"/>
                  <a:gd name="connsiteY1" fmla="*/ 82545 h 82544"/>
                  <a:gd name="connsiteX2" fmla="*/ 185075 w 338149"/>
                  <a:gd name="connsiteY2" fmla="*/ 0 h 82544"/>
                  <a:gd name="connsiteX3" fmla="*/ 0 w 338149"/>
                  <a:gd name="connsiteY3" fmla="*/ 82545 h 825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38149" h="82544">
                    <a:moveTo>
                      <a:pt x="0" y="82545"/>
                    </a:moveTo>
                    <a:lnTo>
                      <a:pt x="338149" y="82545"/>
                    </a:lnTo>
                    <a:lnTo>
                      <a:pt x="185075" y="0"/>
                    </a:lnTo>
                    <a:lnTo>
                      <a:pt x="0" y="82545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30" name="Freeform 629">
                <a:extLst>
                  <a:ext uri="{FF2B5EF4-FFF2-40B4-BE49-F238E27FC236}">
                    <a16:creationId xmlns:a16="http://schemas.microsoft.com/office/drawing/2014/main" id="{1779D2E2-0095-FA40-63C5-E4810AB75B6C}"/>
                  </a:ext>
                </a:extLst>
              </p:cNvPr>
              <p:cNvSpPr/>
              <p:nvPr/>
            </p:nvSpPr>
            <p:spPr>
              <a:xfrm>
                <a:off x="9415440" y="4884977"/>
                <a:ext cx="408232" cy="55456"/>
              </a:xfrm>
              <a:custGeom>
                <a:avLst/>
                <a:gdLst>
                  <a:gd name="connsiteX0" fmla="*/ 0 w 408232"/>
                  <a:gd name="connsiteY0" fmla="*/ 22289 h 55456"/>
                  <a:gd name="connsiteX1" fmla="*/ 107739 w 408232"/>
                  <a:gd name="connsiteY1" fmla="*/ 0 h 55456"/>
                  <a:gd name="connsiteX2" fmla="*/ 408233 w 408232"/>
                  <a:gd name="connsiteY2" fmla="*/ 55457 h 55456"/>
                  <a:gd name="connsiteX3" fmla="*/ 0 w 408232"/>
                  <a:gd name="connsiteY3" fmla="*/ 22289 h 554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08232" h="55456">
                    <a:moveTo>
                      <a:pt x="0" y="22289"/>
                    </a:moveTo>
                    <a:lnTo>
                      <a:pt x="107739" y="0"/>
                    </a:lnTo>
                    <a:lnTo>
                      <a:pt x="408233" y="55457"/>
                    </a:lnTo>
                    <a:lnTo>
                      <a:pt x="0" y="22289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31" name="Freeform 630">
                <a:extLst>
                  <a:ext uri="{FF2B5EF4-FFF2-40B4-BE49-F238E27FC236}">
                    <a16:creationId xmlns:a16="http://schemas.microsoft.com/office/drawing/2014/main" id="{C9A91229-3F82-FF89-9890-6A79E8B1EBB8}"/>
                  </a:ext>
                </a:extLst>
              </p:cNvPr>
              <p:cNvSpPr/>
              <p:nvPr/>
            </p:nvSpPr>
            <p:spPr>
              <a:xfrm>
                <a:off x="8640684" y="4812564"/>
                <a:ext cx="159794" cy="100141"/>
              </a:xfrm>
              <a:custGeom>
                <a:avLst/>
                <a:gdLst>
                  <a:gd name="connsiteX0" fmla="*/ 0 w 159794"/>
                  <a:gd name="connsiteY0" fmla="*/ 50337 h 100141"/>
                  <a:gd name="connsiteX1" fmla="*/ 159794 w 159794"/>
                  <a:gd name="connsiteY1" fmla="*/ 0 h 100141"/>
                  <a:gd name="connsiteX2" fmla="*/ 89285 w 159794"/>
                  <a:gd name="connsiteY2" fmla="*/ 100141 h 100141"/>
                  <a:gd name="connsiteX3" fmla="*/ 0 w 159794"/>
                  <a:gd name="connsiteY3" fmla="*/ 50337 h 1001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59794" h="100141">
                    <a:moveTo>
                      <a:pt x="0" y="50337"/>
                    </a:moveTo>
                    <a:lnTo>
                      <a:pt x="159794" y="0"/>
                    </a:lnTo>
                    <a:lnTo>
                      <a:pt x="89285" y="100141"/>
                    </a:lnTo>
                    <a:lnTo>
                      <a:pt x="0" y="50337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32" name="Freeform 631">
                <a:extLst>
                  <a:ext uri="{FF2B5EF4-FFF2-40B4-BE49-F238E27FC236}">
                    <a16:creationId xmlns:a16="http://schemas.microsoft.com/office/drawing/2014/main" id="{84AA09D4-78AB-9632-1245-7465D348E654}"/>
                  </a:ext>
                </a:extLst>
              </p:cNvPr>
              <p:cNvSpPr/>
              <p:nvPr/>
            </p:nvSpPr>
            <p:spPr>
              <a:xfrm>
                <a:off x="9126467" y="4012071"/>
                <a:ext cx="50989" cy="134161"/>
              </a:xfrm>
              <a:custGeom>
                <a:avLst/>
                <a:gdLst>
                  <a:gd name="connsiteX0" fmla="*/ 0 w 50989"/>
                  <a:gd name="connsiteY0" fmla="*/ 0 h 134161"/>
                  <a:gd name="connsiteX1" fmla="*/ 50989 w 50989"/>
                  <a:gd name="connsiteY1" fmla="*/ 25062 h 134161"/>
                  <a:gd name="connsiteX2" fmla="*/ 11201 w 50989"/>
                  <a:gd name="connsiteY2" fmla="*/ 134162 h 134161"/>
                  <a:gd name="connsiteX3" fmla="*/ 0 w 50989"/>
                  <a:gd name="connsiteY3" fmla="*/ 0 h 1341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0989" h="134161">
                    <a:moveTo>
                      <a:pt x="0" y="0"/>
                    </a:moveTo>
                    <a:lnTo>
                      <a:pt x="50989" y="25062"/>
                    </a:lnTo>
                    <a:lnTo>
                      <a:pt x="11201" y="134162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33" name="Freeform 632">
                <a:extLst>
                  <a:ext uri="{FF2B5EF4-FFF2-40B4-BE49-F238E27FC236}">
                    <a16:creationId xmlns:a16="http://schemas.microsoft.com/office/drawing/2014/main" id="{06130074-25BC-4E49-FE82-BF99FBE59AA8}"/>
                  </a:ext>
                </a:extLst>
              </p:cNvPr>
              <p:cNvSpPr/>
              <p:nvPr/>
            </p:nvSpPr>
            <p:spPr>
              <a:xfrm>
                <a:off x="9137667" y="4037133"/>
                <a:ext cx="64536" cy="109099"/>
              </a:xfrm>
              <a:custGeom>
                <a:avLst/>
                <a:gdLst>
                  <a:gd name="connsiteX0" fmla="*/ 0 w 64536"/>
                  <a:gd name="connsiteY0" fmla="*/ 109100 h 109099"/>
                  <a:gd name="connsiteX1" fmla="*/ 64536 w 64536"/>
                  <a:gd name="connsiteY1" fmla="*/ 54177 h 109099"/>
                  <a:gd name="connsiteX2" fmla="*/ 39788 w 64536"/>
                  <a:gd name="connsiteY2" fmla="*/ 0 h 109099"/>
                  <a:gd name="connsiteX3" fmla="*/ 0 w 64536"/>
                  <a:gd name="connsiteY3" fmla="*/ 109100 h 109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4536" h="109099">
                    <a:moveTo>
                      <a:pt x="0" y="109100"/>
                    </a:moveTo>
                    <a:lnTo>
                      <a:pt x="64536" y="54177"/>
                    </a:lnTo>
                    <a:lnTo>
                      <a:pt x="39788" y="0"/>
                    </a:lnTo>
                    <a:lnTo>
                      <a:pt x="0" y="109100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34" name="Freeform 633">
                <a:extLst>
                  <a:ext uri="{FF2B5EF4-FFF2-40B4-BE49-F238E27FC236}">
                    <a16:creationId xmlns:a16="http://schemas.microsoft.com/office/drawing/2014/main" id="{DDE435F5-1C88-039B-195A-12226AA38460}"/>
                  </a:ext>
                </a:extLst>
              </p:cNvPr>
              <p:cNvSpPr/>
              <p:nvPr/>
            </p:nvSpPr>
            <p:spPr>
              <a:xfrm>
                <a:off x="9137667" y="4091309"/>
                <a:ext cx="95364" cy="54923"/>
              </a:xfrm>
              <a:custGeom>
                <a:avLst/>
                <a:gdLst>
                  <a:gd name="connsiteX0" fmla="*/ 0 w 95364"/>
                  <a:gd name="connsiteY0" fmla="*/ 54923 h 54923"/>
                  <a:gd name="connsiteX1" fmla="*/ 95364 w 95364"/>
                  <a:gd name="connsiteY1" fmla="*/ 18770 h 54923"/>
                  <a:gd name="connsiteX2" fmla="*/ 64536 w 95364"/>
                  <a:gd name="connsiteY2" fmla="*/ 0 h 54923"/>
                  <a:gd name="connsiteX3" fmla="*/ 0 w 95364"/>
                  <a:gd name="connsiteY3" fmla="*/ 54923 h 549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5364" h="54923">
                    <a:moveTo>
                      <a:pt x="0" y="54923"/>
                    </a:moveTo>
                    <a:lnTo>
                      <a:pt x="95364" y="18770"/>
                    </a:lnTo>
                    <a:lnTo>
                      <a:pt x="64536" y="0"/>
                    </a:lnTo>
                    <a:lnTo>
                      <a:pt x="0" y="54923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35" name="Freeform 634">
                <a:extLst>
                  <a:ext uri="{FF2B5EF4-FFF2-40B4-BE49-F238E27FC236}">
                    <a16:creationId xmlns:a16="http://schemas.microsoft.com/office/drawing/2014/main" id="{A4307184-710B-77F6-D645-259CF8D56415}"/>
                  </a:ext>
                </a:extLst>
              </p:cNvPr>
              <p:cNvSpPr/>
              <p:nvPr/>
            </p:nvSpPr>
            <p:spPr>
              <a:xfrm>
                <a:off x="9177456" y="4030307"/>
                <a:ext cx="109232" cy="61002"/>
              </a:xfrm>
              <a:custGeom>
                <a:avLst/>
                <a:gdLst>
                  <a:gd name="connsiteX0" fmla="*/ 0 w 109232"/>
                  <a:gd name="connsiteY0" fmla="*/ 6826 h 61002"/>
                  <a:gd name="connsiteX1" fmla="*/ 109232 w 109232"/>
                  <a:gd name="connsiteY1" fmla="*/ 0 h 61002"/>
                  <a:gd name="connsiteX2" fmla="*/ 24748 w 109232"/>
                  <a:gd name="connsiteY2" fmla="*/ 61002 h 61002"/>
                  <a:gd name="connsiteX3" fmla="*/ 0 w 109232"/>
                  <a:gd name="connsiteY3" fmla="*/ 6826 h 610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9232" h="61002">
                    <a:moveTo>
                      <a:pt x="0" y="6826"/>
                    </a:moveTo>
                    <a:lnTo>
                      <a:pt x="109232" y="0"/>
                    </a:lnTo>
                    <a:lnTo>
                      <a:pt x="24748" y="61002"/>
                    </a:lnTo>
                    <a:lnTo>
                      <a:pt x="0" y="6826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36" name="Freeform 635">
                <a:extLst>
                  <a:ext uri="{FF2B5EF4-FFF2-40B4-BE49-F238E27FC236}">
                    <a16:creationId xmlns:a16="http://schemas.microsoft.com/office/drawing/2014/main" id="{0FF233B7-6905-A1CF-DBDE-9B0FCD335269}"/>
                  </a:ext>
                </a:extLst>
              </p:cNvPr>
              <p:cNvSpPr/>
              <p:nvPr/>
            </p:nvSpPr>
            <p:spPr>
              <a:xfrm>
                <a:off x="9202204" y="4030307"/>
                <a:ext cx="84484" cy="79772"/>
              </a:xfrm>
              <a:custGeom>
                <a:avLst/>
                <a:gdLst>
                  <a:gd name="connsiteX0" fmla="*/ 30828 w 84484"/>
                  <a:gd name="connsiteY0" fmla="*/ 79772 h 79772"/>
                  <a:gd name="connsiteX1" fmla="*/ 84484 w 84484"/>
                  <a:gd name="connsiteY1" fmla="*/ 0 h 79772"/>
                  <a:gd name="connsiteX2" fmla="*/ 0 w 84484"/>
                  <a:gd name="connsiteY2" fmla="*/ 61002 h 79772"/>
                  <a:gd name="connsiteX3" fmla="*/ 30828 w 84484"/>
                  <a:gd name="connsiteY3" fmla="*/ 79772 h 797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4484" h="79772">
                    <a:moveTo>
                      <a:pt x="30828" y="79772"/>
                    </a:moveTo>
                    <a:lnTo>
                      <a:pt x="84484" y="0"/>
                    </a:lnTo>
                    <a:lnTo>
                      <a:pt x="0" y="61002"/>
                    </a:lnTo>
                    <a:lnTo>
                      <a:pt x="30828" y="79772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37" name="Freeform 636">
                <a:extLst>
                  <a:ext uri="{FF2B5EF4-FFF2-40B4-BE49-F238E27FC236}">
                    <a16:creationId xmlns:a16="http://schemas.microsoft.com/office/drawing/2014/main" id="{2FD864BD-298B-D70E-628E-204B4944D7FD}"/>
                  </a:ext>
                </a:extLst>
              </p:cNvPr>
              <p:cNvSpPr/>
              <p:nvPr/>
            </p:nvSpPr>
            <p:spPr>
              <a:xfrm>
                <a:off x="9177456" y="3953948"/>
                <a:ext cx="149660" cy="83184"/>
              </a:xfrm>
              <a:custGeom>
                <a:avLst/>
                <a:gdLst>
                  <a:gd name="connsiteX0" fmla="*/ 0 w 149660"/>
                  <a:gd name="connsiteY0" fmla="*/ 83185 h 83184"/>
                  <a:gd name="connsiteX1" fmla="*/ 149660 w 149660"/>
                  <a:gd name="connsiteY1" fmla="*/ 0 h 83184"/>
                  <a:gd name="connsiteX2" fmla="*/ 109232 w 149660"/>
                  <a:gd name="connsiteY2" fmla="*/ 76359 h 83184"/>
                  <a:gd name="connsiteX3" fmla="*/ 0 w 149660"/>
                  <a:gd name="connsiteY3" fmla="*/ 83185 h 831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49660" h="83184">
                    <a:moveTo>
                      <a:pt x="0" y="83185"/>
                    </a:moveTo>
                    <a:lnTo>
                      <a:pt x="149660" y="0"/>
                    </a:lnTo>
                    <a:lnTo>
                      <a:pt x="109232" y="76359"/>
                    </a:lnTo>
                    <a:lnTo>
                      <a:pt x="0" y="83185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38" name="Freeform 637">
                <a:extLst>
                  <a:ext uri="{FF2B5EF4-FFF2-40B4-BE49-F238E27FC236}">
                    <a16:creationId xmlns:a16="http://schemas.microsoft.com/office/drawing/2014/main" id="{628302A3-54EE-B73F-1D1D-FB2B6CCE1401}"/>
                  </a:ext>
                </a:extLst>
              </p:cNvPr>
              <p:cNvSpPr/>
              <p:nvPr/>
            </p:nvSpPr>
            <p:spPr>
              <a:xfrm>
                <a:off x="9233032" y="4024549"/>
                <a:ext cx="96644" cy="85530"/>
              </a:xfrm>
              <a:custGeom>
                <a:avLst/>
                <a:gdLst>
                  <a:gd name="connsiteX0" fmla="*/ 0 w 96644"/>
                  <a:gd name="connsiteY0" fmla="*/ 85531 h 85530"/>
                  <a:gd name="connsiteX1" fmla="*/ 96645 w 96644"/>
                  <a:gd name="connsiteY1" fmla="*/ 0 h 85530"/>
                  <a:gd name="connsiteX2" fmla="*/ 53656 w 96644"/>
                  <a:gd name="connsiteY2" fmla="*/ 5759 h 85530"/>
                  <a:gd name="connsiteX3" fmla="*/ 0 w 96644"/>
                  <a:gd name="connsiteY3" fmla="*/ 85531 h 855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6644" h="85530">
                    <a:moveTo>
                      <a:pt x="0" y="85531"/>
                    </a:moveTo>
                    <a:lnTo>
                      <a:pt x="96645" y="0"/>
                    </a:lnTo>
                    <a:lnTo>
                      <a:pt x="53656" y="5759"/>
                    </a:lnTo>
                    <a:lnTo>
                      <a:pt x="0" y="85531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39" name="Freeform 638">
                <a:extLst>
                  <a:ext uri="{FF2B5EF4-FFF2-40B4-BE49-F238E27FC236}">
                    <a16:creationId xmlns:a16="http://schemas.microsoft.com/office/drawing/2014/main" id="{D525D3DB-4ADC-0DE9-74CB-B60D3EAA794B}"/>
                  </a:ext>
                </a:extLst>
              </p:cNvPr>
              <p:cNvSpPr/>
              <p:nvPr/>
            </p:nvSpPr>
            <p:spPr>
              <a:xfrm>
                <a:off x="9327116" y="3953948"/>
                <a:ext cx="75523" cy="70600"/>
              </a:xfrm>
              <a:custGeom>
                <a:avLst/>
                <a:gdLst>
                  <a:gd name="connsiteX0" fmla="*/ 0 w 75523"/>
                  <a:gd name="connsiteY0" fmla="*/ 0 h 70600"/>
                  <a:gd name="connsiteX1" fmla="*/ 75524 w 75523"/>
                  <a:gd name="connsiteY1" fmla="*/ 33487 h 70600"/>
                  <a:gd name="connsiteX2" fmla="*/ 2560 w 75523"/>
                  <a:gd name="connsiteY2" fmla="*/ 70601 h 70600"/>
                  <a:gd name="connsiteX3" fmla="*/ 0 w 75523"/>
                  <a:gd name="connsiteY3" fmla="*/ 0 h 70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5523" h="70600">
                    <a:moveTo>
                      <a:pt x="0" y="0"/>
                    </a:moveTo>
                    <a:lnTo>
                      <a:pt x="75524" y="33487"/>
                    </a:lnTo>
                    <a:lnTo>
                      <a:pt x="2560" y="70601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2" name="Freeform 191">
                <a:extLst>
                  <a:ext uri="{FF2B5EF4-FFF2-40B4-BE49-F238E27FC236}">
                    <a16:creationId xmlns:a16="http://schemas.microsoft.com/office/drawing/2014/main" id="{0ABF6169-9E18-449E-2E2F-C7B627F04E4A}"/>
                  </a:ext>
                </a:extLst>
              </p:cNvPr>
              <p:cNvSpPr/>
              <p:nvPr/>
            </p:nvSpPr>
            <p:spPr>
              <a:xfrm>
                <a:off x="9327116" y="3934112"/>
                <a:ext cx="117445" cy="53323"/>
              </a:xfrm>
              <a:custGeom>
                <a:avLst/>
                <a:gdLst>
                  <a:gd name="connsiteX0" fmla="*/ 117446 w 117445"/>
                  <a:gd name="connsiteY0" fmla="*/ 0 h 53323"/>
                  <a:gd name="connsiteX1" fmla="*/ 0 w 117445"/>
                  <a:gd name="connsiteY1" fmla="*/ 19836 h 53323"/>
                  <a:gd name="connsiteX2" fmla="*/ 75524 w 117445"/>
                  <a:gd name="connsiteY2" fmla="*/ 53324 h 53323"/>
                  <a:gd name="connsiteX3" fmla="*/ 117446 w 117445"/>
                  <a:gd name="connsiteY3" fmla="*/ 0 h 533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7445" h="53323">
                    <a:moveTo>
                      <a:pt x="117446" y="0"/>
                    </a:moveTo>
                    <a:lnTo>
                      <a:pt x="0" y="19836"/>
                    </a:lnTo>
                    <a:lnTo>
                      <a:pt x="75524" y="53324"/>
                    </a:lnTo>
                    <a:lnTo>
                      <a:pt x="117446" y="0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3" name="Freeform 192">
                <a:extLst>
                  <a:ext uri="{FF2B5EF4-FFF2-40B4-BE49-F238E27FC236}">
                    <a16:creationId xmlns:a16="http://schemas.microsoft.com/office/drawing/2014/main" id="{C0B6286F-5399-74E0-C023-C3E5EA47E001}"/>
                  </a:ext>
                </a:extLst>
              </p:cNvPr>
              <p:cNvSpPr/>
              <p:nvPr/>
            </p:nvSpPr>
            <p:spPr>
              <a:xfrm>
                <a:off x="9402640" y="3934112"/>
                <a:ext cx="148486" cy="53323"/>
              </a:xfrm>
              <a:custGeom>
                <a:avLst/>
                <a:gdLst>
                  <a:gd name="connsiteX0" fmla="*/ 148487 w 148486"/>
                  <a:gd name="connsiteY0" fmla="*/ 17064 h 53323"/>
                  <a:gd name="connsiteX1" fmla="*/ 41922 w 148486"/>
                  <a:gd name="connsiteY1" fmla="*/ 0 h 53323"/>
                  <a:gd name="connsiteX2" fmla="*/ 0 w 148486"/>
                  <a:gd name="connsiteY2" fmla="*/ 53324 h 53323"/>
                  <a:gd name="connsiteX3" fmla="*/ 148487 w 148486"/>
                  <a:gd name="connsiteY3" fmla="*/ 17064 h 533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48486" h="53323">
                    <a:moveTo>
                      <a:pt x="148487" y="17064"/>
                    </a:moveTo>
                    <a:lnTo>
                      <a:pt x="41922" y="0"/>
                    </a:lnTo>
                    <a:lnTo>
                      <a:pt x="0" y="53324"/>
                    </a:lnTo>
                    <a:lnTo>
                      <a:pt x="148487" y="17064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4" name="Freeform 193">
                <a:extLst>
                  <a:ext uri="{FF2B5EF4-FFF2-40B4-BE49-F238E27FC236}">
                    <a16:creationId xmlns:a16="http://schemas.microsoft.com/office/drawing/2014/main" id="{8D0E3EB4-607F-4AF9-C264-B58044897B7A}"/>
                  </a:ext>
                </a:extLst>
              </p:cNvPr>
              <p:cNvSpPr/>
              <p:nvPr/>
            </p:nvSpPr>
            <p:spPr>
              <a:xfrm>
                <a:off x="9135427" y="4110079"/>
                <a:ext cx="97604" cy="117311"/>
              </a:xfrm>
              <a:custGeom>
                <a:avLst/>
                <a:gdLst>
                  <a:gd name="connsiteX0" fmla="*/ 0 w 97604"/>
                  <a:gd name="connsiteY0" fmla="*/ 117312 h 117311"/>
                  <a:gd name="connsiteX1" fmla="*/ 97605 w 97604"/>
                  <a:gd name="connsiteY1" fmla="*/ 0 h 117311"/>
                  <a:gd name="connsiteX2" fmla="*/ 2240 w 97604"/>
                  <a:gd name="connsiteY2" fmla="*/ 36153 h 117311"/>
                  <a:gd name="connsiteX3" fmla="*/ 0 w 97604"/>
                  <a:gd name="connsiteY3" fmla="*/ 117312 h 1173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7604" h="117311">
                    <a:moveTo>
                      <a:pt x="0" y="117312"/>
                    </a:moveTo>
                    <a:lnTo>
                      <a:pt x="97605" y="0"/>
                    </a:lnTo>
                    <a:lnTo>
                      <a:pt x="2240" y="36153"/>
                    </a:lnTo>
                    <a:lnTo>
                      <a:pt x="0" y="117312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5" name="Freeform 194">
                <a:extLst>
                  <a:ext uri="{FF2B5EF4-FFF2-40B4-BE49-F238E27FC236}">
                    <a16:creationId xmlns:a16="http://schemas.microsoft.com/office/drawing/2014/main" id="{1BF3CCCA-472D-57BF-11A6-246D15EB8483}"/>
                  </a:ext>
                </a:extLst>
              </p:cNvPr>
              <p:cNvSpPr/>
              <p:nvPr/>
            </p:nvSpPr>
            <p:spPr>
              <a:xfrm>
                <a:off x="9238472" y="4793367"/>
                <a:ext cx="284706" cy="113898"/>
              </a:xfrm>
              <a:custGeom>
                <a:avLst/>
                <a:gdLst>
                  <a:gd name="connsiteX0" fmla="*/ 0 w 284706"/>
                  <a:gd name="connsiteY0" fmla="*/ 0 h 113898"/>
                  <a:gd name="connsiteX1" fmla="*/ 284707 w 284706"/>
                  <a:gd name="connsiteY1" fmla="*/ 91610 h 113898"/>
                  <a:gd name="connsiteX2" fmla="*/ 176968 w 284706"/>
                  <a:gd name="connsiteY2" fmla="*/ 113899 h 113898"/>
                  <a:gd name="connsiteX3" fmla="*/ 0 w 284706"/>
                  <a:gd name="connsiteY3" fmla="*/ 0 h 1138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84706" h="113898">
                    <a:moveTo>
                      <a:pt x="0" y="0"/>
                    </a:moveTo>
                    <a:lnTo>
                      <a:pt x="284707" y="91610"/>
                    </a:lnTo>
                    <a:lnTo>
                      <a:pt x="176968" y="113899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595FF3C2-E9DC-28BC-F072-54AB58620593}"/>
                </a:ext>
              </a:extLst>
            </p:cNvPr>
            <p:cNvSpPr/>
            <p:nvPr/>
          </p:nvSpPr>
          <p:spPr>
            <a:xfrm>
              <a:off x="8861174" y="3179797"/>
              <a:ext cx="106031" cy="199110"/>
            </a:xfrm>
            <a:custGeom>
              <a:avLst/>
              <a:gdLst>
                <a:gd name="connsiteX0" fmla="*/ 54403 w 106031"/>
                <a:gd name="connsiteY0" fmla="*/ 199110 h 199110"/>
                <a:gd name="connsiteX1" fmla="*/ 0 w 106031"/>
                <a:gd name="connsiteY1" fmla="*/ 42766 h 199110"/>
                <a:gd name="connsiteX2" fmla="*/ 106032 w 106031"/>
                <a:gd name="connsiteY2" fmla="*/ 0 h 199110"/>
                <a:gd name="connsiteX3" fmla="*/ 54403 w 106031"/>
                <a:gd name="connsiteY3" fmla="*/ 199110 h 1991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6031" h="199110">
                  <a:moveTo>
                    <a:pt x="54403" y="199110"/>
                  </a:moveTo>
                  <a:lnTo>
                    <a:pt x="0" y="42766"/>
                  </a:lnTo>
                  <a:lnTo>
                    <a:pt x="106032" y="0"/>
                  </a:lnTo>
                  <a:lnTo>
                    <a:pt x="54403" y="19911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8CD5ED39-AEE1-CB38-9D22-2C001625DCF9}"/>
                </a:ext>
              </a:extLst>
            </p:cNvPr>
            <p:cNvSpPr/>
            <p:nvPr/>
          </p:nvSpPr>
          <p:spPr>
            <a:xfrm>
              <a:off x="8653697" y="3222563"/>
              <a:ext cx="261879" cy="156344"/>
            </a:xfrm>
            <a:custGeom>
              <a:avLst/>
              <a:gdLst>
                <a:gd name="connsiteX0" fmla="*/ 0 w 261879"/>
                <a:gd name="connsiteY0" fmla="*/ 0 h 156344"/>
                <a:gd name="connsiteX1" fmla="*/ 207477 w 261879"/>
                <a:gd name="connsiteY1" fmla="*/ 0 h 156344"/>
                <a:gd name="connsiteX2" fmla="*/ 261879 w 261879"/>
                <a:gd name="connsiteY2" fmla="*/ 156345 h 156344"/>
                <a:gd name="connsiteX3" fmla="*/ 0 w 261879"/>
                <a:gd name="connsiteY3" fmla="*/ 0 h 156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1879" h="156344">
                  <a:moveTo>
                    <a:pt x="0" y="0"/>
                  </a:moveTo>
                  <a:lnTo>
                    <a:pt x="207477" y="0"/>
                  </a:lnTo>
                  <a:lnTo>
                    <a:pt x="261879" y="156345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F3808876-7FA3-5192-FF33-39E0A993774F}"/>
                </a:ext>
              </a:extLst>
            </p:cNvPr>
            <p:cNvSpPr/>
            <p:nvPr/>
          </p:nvSpPr>
          <p:spPr>
            <a:xfrm>
              <a:off x="8653697" y="2990605"/>
              <a:ext cx="207476" cy="231957"/>
            </a:xfrm>
            <a:custGeom>
              <a:avLst/>
              <a:gdLst>
                <a:gd name="connsiteX0" fmla="*/ 130246 w 207476"/>
                <a:gd name="connsiteY0" fmla="*/ 0 h 231957"/>
                <a:gd name="connsiteX1" fmla="*/ 0 w 207476"/>
                <a:gd name="connsiteY1" fmla="*/ 231957 h 231957"/>
                <a:gd name="connsiteX2" fmla="*/ 207477 w 207476"/>
                <a:gd name="connsiteY2" fmla="*/ 231957 h 231957"/>
                <a:gd name="connsiteX3" fmla="*/ 130246 w 207476"/>
                <a:gd name="connsiteY3" fmla="*/ 0 h 231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7476" h="231957">
                  <a:moveTo>
                    <a:pt x="130246" y="0"/>
                  </a:moveTo>
                  <a:lnTo>
                    <a:pt x="0" y="231957"/>
                  </a:lnTo>
                  <a:lnTo>
                    <a:pt x="207477" y="231957"/>
                  </a:lnTo>
                  <a:lnTo>
                    <a:pt x="130246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Freeform 33">
              <a:extLst>
                <a:ext uri="{FF2B5EF4-FFF2-40B4-BE49-F238E27FC236}">
                  <a16:creationId xmlns:a16="http://schemas.microsoft.com/office/drawing/2014/main" id="{7B323E6B-4CD8-F626-CC6E-24C16A2E7DC6}"/>
                </a:ext>
              </a:extLst>
            </p:cNvPr>
            <p:cNvSpPr/>
            <p:nvPr/>
          </p:nvSpPr>
          <p:spPr>
            <a:xfrm>
              <a:off x="8783944" y="2983886"/>
              <a:ext cx="317454" cy="72306"/>
            </a:xfrm>
            <a:custGeom>
              <a:avLst/>
              <a:gdLst>
                <a:gd name="connsiteX0" fmla="*/ 317455 w 317454"/>
                <a:gd name="connsiteY0" fmla="*/ 0 h 72306"/>
                <a:gd name="connsiteX1" fmla="*/ 0 w 317454"/>
                <a:gd name="connsiteY1" fmla="*/ 6719 h 72306"/>
                <a:gd name="connsiteX2" fmla="*/ 142193 w 317454"/>
                <a:gd name="connsiteY2" fmla="*/ 72307 h 72306"/>
                <a:gd name="connsiteX3" fmla="*/ 317455 w 317454"/>
                <a:gd name="connsiteY3" fmla="*/ 0 h 723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7454" h="72306">
                  <a:moveTo>
                    <a:pt x="317455" y="0"/>
                  </a:moveTo>
                  <a:lnTo>
                    <a:pt x="0" y="6719"/>
                  </a:lnTo>
                  <a:lnTo>
                    <a:pt x="142193" y="72307"/>
                  </a:lnTo>
                  <a:lnTo>
                    <a:pt x="317455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" name="Freeform 34">
              <a:extLst>
                <a:ext uri="{FF2B5EF4-FFF2-40B4-BE49-F238E27FC236}">
                  <a16:creationId xmlns:a16="http://schemas.microsoft.com/office/drawing/2014/main" id="{F9DDF044-72BD-2103-EFF4-8606F34FC9D0}"/>
                </a:ext>
              </a:extLst>
            </p:cNvPr>
            <p:cNvSpPr/>
            <p:nvPr/>
          </p:nvSpPr>
          <p:spPr>
            <a:xfrm>
              <a:off x="8861174" y="3056193"/>
              <a:ext cx="106031" cy="166369"/>
            </a:xfrm>
            <a:custGeom>
              <a:avLst/>
              <a:gdLst>
                <a:gd name="connsiteX0" fmla="*/ 106032 w 106031"/>
                <a:gd name="connsiteY0" fmla="*/ 123604 h 166369"/>
                <a:gd name="connsiteX1" fmla="*/ 64963 w 106031"/>
                <a:gd name="connsiteY1" fmla="*/ 0 h 166369"/>
                <a:gd name="connsiteX2" fmla="*/ 0 w 106031"/>
                <a:gd name="connsiteY2" fmla="*/ 166369 h 166369"/>
                <a:gd name="connsiteX3" fmla="*/ 106032 w 106031"/>
                <a:gd name="connsiteY3" fmla="*/ 123604 h 1663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6031" h="166369">
                  <a:moveTo>
                    <a:pt x="106032" y="123604"/>
                  </a:moveTo>
                  <a:lnTo>
                    <a:pt x="64963" y="0"/>
                  </a:lnTo>
                  <a:lnTo>
                    <a:pt x="0" y="166369"/>
                  </a:lnTo>
                  <a:lnTo>
                    <a:pt x="106032" y="123604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" name="Freeform 35">
              <a:extLst>
                <a:ext uri="{FF2B5EF4-FFF2-40B4-BE49-F238E27FC236}">
                  <a16:creationId xmlns:a16="http://schemas.microsoft.com/office/drawing/2014/main" id="{E2FC0617-7FC8-2A89-6F5A-532F49E1B1B8}"/>
                </a:ext>
              </a:extLst>
            </p:cNvPr>
            <p:cNvSpPr/>
            <p:nvPr/>
          </p:nvSpPr>
          <p:spPr>
            <a:xfrm>
              <a:off x="8926137" y="2983886"/>
              <a:ext cx="175261" cy="195910"/>
            </a:xfrm>
            <a:custGeom>
              <a:avLst/>
              <a:gdLst>
                <a:gd name="connsiteX0" fmla="*/ 41069 w 175261"/>
                <a:gd name="connsiteY0" fmla="*/ 195911 h 195910"/>
                <a:gd name="connsiteX1" fmla="*/ 175262 w 175261"/>
                <a:gd name="connsiteY1" fmla="*/ 0 h 195910"/>
                <a:gd name="connsiteX2" fmla="*/ 0 w 175261"/>
                <a:gd name="connsiteY2" fmla="*/ 72307 h 195910"/>
                <a:gd name="connsiteX3" fmla="*/ 41069 w 175261"/>
                <a:gd name="connsiteY3" fmla="*/ 195911 h 1959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5261" h="195910">
                  <a:moveTo>
                    <a:pt x="41069" y="195911"/>
                  </a:moveTo>
                  <a:lnTo>
                    <a:pt x="175262" y="0"/>
                  </a:lnTo>
                  <a:lnTo>
                    <a:pt x="0" y="72307"/>
                  </a:lnTo>
                  <a:lnTo>
                    <a:pt x="41069" y="195911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4BA8A29B-B5F9-78EE-016C-616949468BAE}"/>
                </a:ext>
              </a:extLst>
            </p:cNvPr>
            <p:cNvSpPr/>
            <p:nvPr/>
          </p:nvSpPr>
          <p:spPr>
            <a:xfrm>
              <a:off x="8967206" y="2983886"/>
              <a:ext cx="212063" cy="305437"/>
            </a:xfrm>
            <a:custGeom>
              <a:avLst/>
              <a:gdLst>
                <a:gd name="connsiteX0" fmla="*/ 212063 w 212063"/>
                <a:gd name="connsiteY0" fmla="*/ 305437 h 305437"/>
                <a:gd name="connsiteX1" fmla="*/ 0 w 212063"/>
                <a:gd name="connsiteY1" fmla="*/ 195911 h 305437"/>
                <a:gd name="connsiteX2" fmla="*/ 134193 w 212063"/>
                <a:gd name="connsiteY2" fmla="*/ 0 h 305437"/>
                <a:gd name="connsiteX3" fmla="*/ 212063 w 212063"/>
                <a:gd name="connsiteY3" fmla="*/ 305437 h 3054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2063" h="305437">
                  <a:moveTo>
                    <a:pt x="212063" y="305437"/>
                  </a:moveTo>
                  <a:lnTo>
                    <a:pt x="0" y="195911"/>
                  </a:lnTo>
                  <a:lnTo>
                    <a:pt x="134193" y="0"/>
                  </a:lnTo>
                  <a:lnTo>
                    <a:pt x="212063" y="305437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" name="Freeform 37">
              <a:extLst>
                <a:ext uri="{FF2B5EF4-FFF2-40B4-BE49-F238E27FC236}">
                  <a16:creationId xmlns:a16="http://schemas.microsoft.com/office/drawing/2014/main" id="{947D7BA0-AD26-249F-DA72-1F28F6AE3A9C}"/>
                </a:ext>
              </a:extLst>
            </p:cNvPr>
            <p:cNvSpPr/>
            <p:nvPr/>
          </p:nvSpPr>
          <p:spPr>
            <a:xfrm>
              <a:off x="8915577" y="3179797"/>
              <a:ext cx="138673" cy="199110"/>
            </a:xfrm>
            <a:custGeom>
              <a:avLst/>
              <a:gdLst>
                <a:gd name="connsiteX0" fmla="*/ 0 w 138673"/>
                <a:gd name="connsiteY0" fmla="*/ 199110 h 199110"/>
                <a:gd name="connsiteX1" fmla="*/ 138673 w 138673"/>
                <a:gd name="connsiteY1" fmla="*/ 165090 h 199110"/>
                <a:gd name="connsiteX2" fmla="*/ 51629 w 138673"/>
                <a:gd name="connsiteY2" fmla="*/ 0 h 199110"/>
                <a:gd name="connsiteX3" fmla="*/ 0 w 138673"/>
                <a:gd name="connsiteY3" fmla="*/ 199110 h 1991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8673" h="199110">
                  <a:moveTo>
                    <a:pt x="0" y="199110"/>
                  </a:moveTo>
                  <a:lnTo>
                    <a:pt x="138673" y="165090"/>
                  </a:lnTo>
                  <a:lnTo>
                    <a:pt x="51629" y="0"/>
                  </a:lnTo>
                  <a:lnTo>
                    <a:pt x="0" y="19911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" name="Freeform 38">
              <a:extLst>
                <a:ext uri="{FF2B5EF4-FFF2-40B4-BE49-F238E27FC236}">
                  <a16:creationId xmlns:a16="http://schemas.microsoft.com/office/drawing/2014/main" id="{007DD816-3512-10E4-7E0B-1C0696609D4B}"/>
                </a:ext>
              </a:extLst>
            </p:cNvPr>
            <p:cNvSpPr/>
            <p:nvPr/>
          </p:nvSpPr>
          <p:spPr>
            <a:xfrm>
              <a:off x="8967206" y="3179797"/>
              <a:ext cx="212063" cy="165089"/>
            </a:xfrm>
            <a:custGeom>
              <a:avLst/>
              <a:gdLst>
                <a:gd name="connsiteX0" fmla="*/ 212063 w 212063"/>
                <a:gd name="connsiteY0" fmla="*/ 109527 h 165089"/>
                <a:gd name="connsiteX1" fmla="*/ 87044 w 212063"/>
                <a:gd name="connsiteY1" fmla="*/ 165090 h 165089"/>
                <a:gd name="connsiteX2" fmla="*/ 0 w 212063"/>
                <a:gd name="connsiteY2" fmla="*/ 0 h 165089"/>
                <a:gd name="connsiteX3" fmla="*/ 212063 w 212063"/>
                <a:gd name="connsiteY3" fmla="*/ 109527 h 1650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2063" h="165089">
                  <a:moveTo>
                    <a:pt x="212063" y="109527"/>
                  </a:moveTo>
                  <a:lnTo>
                    <a:pt x="87044" y="165090"/>
                  </a:lnTo>
                  <a:lnTo>
                    <a:pt x="0" y="0"/>
                  </a:lnTo>
                  <a:lnTo>
                    <a:pt x="212063" y="109527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4B18D219-1FBA-C044-EA9D-7A4360FAF03B}"/>
                </a:ext>
              </a:extLst>
            </p:cNvPr>
            <p:cNvSpPr/>
            <p:nvPr/>
          </p:nvSpPr>
          <p:spPr>
            <a:xfrm>
              <a:off x="9101399" y="2983886"/>
              <a:ext cx="223370" cy="305437"/>
            </a:xfrm>
            <a:custGeom>
              <a:avLst/>
              <a:gdLst>
                <a:gd name="connsiteX0" fmla="*/ 223371 w 223370"/>
                <a:gd name="connsiteY0" fmla="*/ 206789 h 305437"/>
                <a:gd name="connsiteX1" fmla="*/ 0 w 223370"/>
                <a:gd name="connsiteY1" fmla="*/ 0 h 305437"/>
                <a:gd name="connsiteX2" fmla="*/ 77871 w 223370"/>
                <a:gd name="connsiteY2" fmla="*/ 305437 h 305437"/>
                <a:gd name="connsiteX3" fmla="*/ 223371 w 223370"/>
                <a:gd name="connsiteY3" fmla="*/ 206789 h 3054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3370" h="305437">
                  <a:moveTo>
                    <a:pt x="223371" y="206789"/>
                  </a:moveTo>
                  <a:lnTo>
                    <a:pt x="0" y="0"/>
                  </a:lnTo>
                  <a:lnTo>
                    <a:pt x="77871" y="305437"/>
                  </a:lnTo>
                  <a:lnTo>
                    <a:pt x="223371" y="206789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45398F30-76CC-B610-3214-E02451EA1749}"/>
                </a:ext>
              </a:extLst>
            </p:cNvPr>
            <p:cNvSpPr/>
            <p:nvPr/>
          </p:nvSpPr>
          <p:spPr>
            <a:xfrm>
              <a:off x="9054250" y="3344887"/>
              <a:ext cx="125019" cy="165196"/>
            </a:xfrm>
            <a:custGeom>
              <a:avLst/>
              <a:gdLst>
                <a:gd name="connsiteX0" fmla="*/ 109765 w 125019"/>
                <a:gd name="connsiteY0" fmla="*/ 43192 h 165196"/>
                <a:gd name="connsiteX1" fmla="*/ 0 w 125019"/>
                <a:gd name="connsiteY1" fmla="*/ 0 h 165196"/>
                <a:gd name="connsiteX2" fmla="*/ 125019 w 125019"/>
                <a:gd name="connsiteY2" fmla="*/ 165196 h 165196"/>
                <a:gd name="connsiteX3" fmla="*/ 109765 w 125019"/>
                <a:gd name="connsiteY3" fmla="*/ 43192 h 1651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5019" h="165196">
                  <a:moveTo>
                    <a:pt x="109765" y="43192"/>
                  </a:moveTo>
                  <a:lnTo>
                    <a:pt x="0" y="0"/>
                  </a:lnTo>
                  <a:lnTo>
                    <a:pt x="125019" y="165196"/>
                  </a:lnTo>
                  <a:lnTo>
                    <a:pt x="109765" y="43192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CE2A9E57-E4B3-1BB7-8B7C-D216E80E4F5F}"/>
                </a:ext>
              </a:extLst>
            </p:cNvPr>
            <p:cNvSpPr/>
            <p:nvPr/>
          </p:nvSpPr>
          <p:spPr>
            <a:xfrm>
              <a:off x="9164015" y="3190675"/>
              <a:ext cx="160754" cy="197403"/>
            </a:xfrm>
            <a:custGeom>
              <a:avLst/>
              <a:gdLst>
                <a:gd name="connsiteX0" fmla="*/ 15254 w 160754"/>
                <a:gd name="connsiteY0" fmla="*/ 98649 h 197403"/>
                <a:gd name="connsiteX1" fmla="*/ 0 w 160754"/>
                <a:gd name="connsiteY1" fmla="*/ 197403 h 197403"/>
                <a:gd name="connsiteX2" fmla="*/ 160754 w 160754"/>
                <a:gd name="connsiteY2" fmla="*/ 0 h 197403"/>
                <a:gd name="connsiteX3" fmla="*/ 15254 w 160754"/>
                <a:gd name="connsiteY3" fmla="*/ 98649 h 197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0754" h="197403">
                  <a:moveTo>
                    <a:pt x="15254" y="98649"/>
                  </a:moveTo>
                  <a:lnTo>
                    <a:pt x="0" y="197403"/>
                  </a:lnTo>
                  <a:lnTo>
                    <a:pt x="160754" y="0"/>
                  </a:lnTo>
                  <a:lnTo>
                    <a:pt x="15254" y="98649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" name="Freeform 42">
              <a:extLst>
                <a:ext uri="{FF2B5EF4-FFF2-40B4-BE49-F238E27FC236}">
                  <a16:creationId xmlns:a16="http://schemas.microsoft.com/office/drawing/2014/main" id="{377BEE86-5AD1-AD1A-F452-D694225B16D8}"/>
                </a:ext>
              </a:extLst>
            </p:cNvPr>
            <p:cNvSpPr/>
            <p:nvPr/>
          </p:nvSpPr>
          <p:spPr>
            <a:xfrm>
              <a:off x="9288714" y="3190675"/>
              <a:ext cx="311694" cy="248487"/>
            </a:xfrm>
            <a:custGeom>
              <a:avLst/>
              <a:gdLst>
                <a:gd name="connsiteX0" fmla="*/ 311695 w 311694"/>
                <a:gd name="connsiteY0" fmla="*/ 80945 h 248487"/>
                <a:gd name="connsiteX1" fmla="*/ 36055 w 311694"/>
                <a:gd name="connsiteY1" fmla="*/ 0 h 248487"/>
                <a:gd name="connsiteX2" fmla="*/ 0 w 311694"/>
                <a:gd name="connsiteY2" fmla="*/ 248487 h 248487"/>
                <a:gd name="connsiteX3" fmla="*/ 311695 w 311694"/>
                <a:gd name="connsiteY3" fmla="*/ 80945 h 2484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1694" h="248487">
                  <a:moveTo>
                    <a:pt x="311695" y="80945"/>
                  </a:moveTo>
                  <a:lnTo>
                    <a:pt x="36055" y="0"/>
                  </a:lnTo>
                  <a:lnTo>
                    <a:pt x="0" y="248487"/>
                  </a:lnTo>
                  <a:lnTo>
                    <a:pt x="311695" y="80945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6F9D6DFF-B525-96C0-D026-9881E7AC8274}"/>
                </a:ext>
              </a:extLst>
            </p:cNvPr>
            <p:cNvSpPr/>
            <p:nvPr/>
          </p:nvSpPr>
          <p:spPr>
            <a:xfrm>
              <a:off x="9101399" y="2983886"/>
              <a:ext cx="456448" cy="206788"/>
            </a:xfrm>
            <a:custGeom>
              <a:avLst/>
              <a:gdLst>
                <a:gd name="connsiteX0" fmla="*/ 0 w 456448"/>
                <a:gd name="connsiteY0" fmla="*/ 0 h 206788"/>
                <a:gd name="connsiteX1" fmla="*/ 456449 w 456448"/>
                <a:gd name="connsiteY1" fmla="*/ 23462 h 206788"/>
                <a:gd name="connsiteX2" fmla="*/ 223371 w 456448"/>
                <a:gd name="connsiteY2" fmla="*/ 206789 h 206788"/>
                <a:gd name="connsiteX3" fmla="*/ 0 w 456448"/>
                <a:gd name="connsiteY3" fmla="*/ 0 h 206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56448" h="206788">
                  <a:moveTo>
                    <a:pt x="0" y="0"/>
                  </a:moveTo>
                  <a:lnTo>
                    <a:pt x="456449" y="23462"/>
                  </a:lnTo>
                  <a:lnTo>
                    <a:pt x="223371" y="206789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9FDCCA4D-2822-BC82-9A05-F76CF1B1DDF4}"/>
                </a:ext>
              </a:extLst>
            </p:cNvPr>
            <p:cNvSpPr/>
            <p:nvPr/>
          </p:nvSpPr>
          <p:spPr>
            <a:xfrm>
              <a:off x="9557847" y="3007349"/>
              <a:ext cx="228811" cy="264271"/>
            </a:xfrm>
            <a:custGeom>
              <a:avLst/>
              <a:gdLst>
                <a:gd name="connsiteX0" fmla="*/ 228811 w 228811"/>
                <a:gd name="connsiteY0" fmla="*/ 76039 h 264271"/>
                <a:gd name="connsiteX1" fmla="*/ 0 w 228811"/>
                <a:gd name="connsiteY1" fmla="*/ 0 h 264271"/>
                <a:gd name="connsiteX2" fmla="*/ 42562 w 228811"/>
                <a:gd name="connsiteY2" fmla="*/ 264271 h 264271"/>
                <a:gd name="connsiteX3" fmla="*/ 228811 w 228811"/>
                <a:gd name="connsiteY3" fmla="*/ 76039 h 264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8811" h="264271">
                  <a:moveTo>
                    <a:pt x="228811" y="76039"/>
                  </a:moveTo>
                  <a:lnTo>
                    <a:pt x="0" y="0"/>
                  </a:lnTo>
                  <a:lnTo>
                    <a:pt x="42562" y="264271"/>
                  </a:lnTo>
                  <a:lnTo>
                    <a:pt x="228811" y="76039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" name="Freeform 45">
              <a:extLst>
                <a:ext uri="{FF2B5EF4-FFF2-40B4-BE49-F238E27FC236}">
                  <a16:creationId xmlns:a16="http://schemas.microsoft.com/office/drawing/2014/main" id="{AB2B77DA-2D07-CBFC-9DCE-01AC61F09A39}"/>
                </a:ext>
              </a:extLst>
            </p:cNvPr>
            <p:cNvSpPr/>
            <p:nvPr/>
          </p:nvSpPr>
          <p:spPr>
            <a:xfrm>
              <a:off x="9101399" y="2796721"/>
              <a:ext cx="456448" cy="210627"/>
            </a:xfrm>
            <a:custGeom>
              <a:avLst/>
              <a:gdLst>
                <a:gd name="connsiteX0" fmla="*/ 0 w 456448"/>
                <a:gd name="connsiteY0" fmla="*/ 187165 h 210627"/>
                <a:gd name="connsiteX1" fmla="*/ 80324 w 456448"/>
                <a:gd name="connsiteY1" fmla="*/ 0 h 210627"/>
                <a:gd name="connsiteX2" fmla="*/ 456449 w 456448"/>
                <a:gd name="connsiteY2" fmla="*/ 210628 h 210627"/>
                <a:gd name="connsiteX3" fmla="*/ 0 w 456448"/>
                <a:gd name="connsiteY3" fmla="*/ 187165 h 210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56448" h="210627">
                  <a:moveTo>
                    <a:pt x="0" y="187165"/>
                  </a:moveTo>
                  <a:lnTo>
                    <a:pt x="80324" y="0"/>
                  </a:lnTo>
                  <a:lnTo>
                    <a:pt x="456449" y="210628"/>
                  </a:lnTo>
                  <a:lnTo>
                    <a:pt x="0" y="187165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" name="Freeform 46">
              <a:extLst>
                <a:ext uri="{FF2B5EF4-FFF2-40B4-BE49-F238E27FC236}">
                  <a16:creationId xmlns:a16="http://schemas.microsoft.com/office/drawing/2014/main" id="{6E46623D-B649-6C84-C373-9EDA821EADFF}"/>
                </a:ext>
              </a:extLst>
            </p:cNvPr>
            <p:cNvSpPr/>
            <p:nvPr/>
          </p:nvSpPr>
          <p:spPr>
            <a:xfrm>
              <a:off x="8783944" y="2708097"/>
              <a:ext cx="317454" cy="282507"/>
            </a:xfrm>
            <a:custGeom>
              <a:avLst/>
              <a:gdLst>
                <a:gd name="connsiteX0" fmla="*/ 172275 w 317454"/>
                <a:gd name="connsiteY0" fmla="*/ 0 h 282507"/>
                <a:gd name="connsiteX1" fmla="*/ 0 w 317454"/>
                <a:gd name="connsiteY1" fmla="*/ 282508 h 282507"/>
                <a:gd name="connsiteX2" fmla="*/ 317455 w 317454"/>
                <a:gd name="connsiteY2" fmla="*/ 275789 h 282507"/>
                <a:gd name="connsiteX3" fmla="*/ 172275 w 317454"/>
                <a:gd name="connsiteY3" fmla="*/ 0 h 2825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7454" h="282507">
                  <a:moveTo>
                    <a:pt x="172275" y="0"/>
                  </a:moveTo>
                  <a:lnTo>
                    <a:pt x="0" y="282508"/>
                  </a:lnTo>
                  <a:lnTo>
                    <a:pt x="317455" y="275789"/>
                  </a:lnTo>
                  <a:lnTo>
                    <a:pt x="172275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" name="Freeform 47">
              <a:extLst>
                <a:ext uri="{FF2B5EF4-FFF2-40B4-BE49-F238E27FC236}">
                  <a16:creationId xmlns:a16="http://schemas.microsoft.com/office/drawing/2014/main" id="{A4DF15F3-DE47-54D7-08EC-564983A8D066}"/>
                </a:ext>
              </a:extLst>
            </p:cNvPr>
            <p:cNvSpPr/>
            <p:nvPr/>
          </p:nvSpPr>
          <p:spPr>
            <a:xfrm>
              <a:off x="8494543" y="2975461"/>
              <a:ext cx="159154" cy="247101"/>
            </a:xfrm>
            <a:custGeom>
              <a:avLst/>
              <a:gdLst>
                <a:gd name="connsiteX0" fmla="*/ 106672 w 159154"/>
                <a:gd name="connsiteY0" fmla="*/ 0 h 247101"/>
                <a:gd name="connsiteX1" fmla="*/ 159154 w 159154"/>
                <a:gd name="connsiteY1" fmla="*/ 247101 h 247101"/>
                <a:gd name="connsiteX2" fmla="*/ 0 w 159154"/>
                <a:gd name="connsiteY2" fmla="*/ 122751 h 247101"/>
                <a:gd name="connsiteX3" fmla="*/ 106672 w 159154"/>
                <a:gd name="connsiteY3" fmla="*/ 0 h 2471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154" h="247101">
                  <a:moveTo>
                    <a:pt x="106672" y="0"/>
                  </a:moveTo>
                  <a:lnTo>
                    <a:pt x="159154" y="247101"/>
                  </a:lnTo>
                  <a:lnTo>
                    <a:pt x="0" y="122751"/>
                  </a:lnTo>
                  <a:lnTo>
                    <a:pt x="106672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" name="Freeform 48">
              <a:extLst>
                <a:ext uri="{FF2B5EF4-FFF2-40B4-BE49-F238E27FC236}">
                  <a16:creationId xmlns:a16="http://schemas.microsoft.com/office/drawing/2014/main" id="{9647DFF0-D2F9-69C5-6A7A-36D589D3AFCB}"/>
                </a:ext>
              </a:extLst>
            </p:cNvPr>
            <p:cNvSpPr/>
            <p:nvPr/>
          </p:nvSpPr>
          <p:spPr>
            <a:xfrm>
              <a:off x="8653697" y="3222563"/>
              <a:ext cx="152647" cy="208068"/>
            </a:xfrm>
            <a:custGeom>
              <a:avLst/>
              <a:gdLst>
                <a:gd name="connsiteX0" fmla="*/ 152647 w 152647"/>
                <a:gd name="connsiteY0" fmla="*/ 146107 h 208068"/>
                <a:gd name="connsiteX1" fmla="*/ 0 w 152647"/>
                <a:gd name="connsiteY1" fmla="*/ 0 h 208068"/>
                <a:gd name="connsiteX2" fmla="*/ 33495 w 152647"/>
                <a:gd name="connsiteY2" fmla="*/ 208068 h 208068"/>
                <a:gd name="connsiteX3" fmla="*/ 152647 w 152647"/>
                <a:gd name="connsiteY3" fmla="*/ 146107 h 208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647" h="208068">
                  <a:moveTo>
                    <a:pt x="152647" y="146107"/>
                  </a:moveTo>
                  <a:lnTo>
                    <a:pt x="0" y="0"/>
                  </a:lnTo>
                  <a:lnTo>
                    <a:pt x="33495" y="208068"/>
                  </a:lnTo>
                  <a:lnTo>
                    <a:pt x="152647" y="146107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" name="Freeform 49">
              <a:extLst>
                <a:ext uri="{FF2B5EF4-FFF2-40B4-BE49-F238E27FC236}">
                  <a16:creationId xmlns:a16="http://schemas.microsoft.com/office/drawing/2014/main" id="{B1C21B6F-5F17-6061-64BA-1E934110CE5B}"/>
                </a:ext>
              </a:extLst>
            </p:cNvPr>
            <p:cNvSpPr/>
            <p:nvPr/>
          </p:nvSpPr>
          <p:spPr>
            <a:xfrm>
              <a:off x="8392885" y="3222563"/>
              <a:ext cx="294307" cy="249767"/>
            </a:xfrm>
            <a:custGeom>
              <a:avLst/>
              <a:gdLst>
                <a:gd name="connsiteX0" fmla="*/ 0 w 294307"/>
                <a:gd name="connsiteY0" fmla="*/ 249767 h 249767"/>
                <a:gd name="connsiteX1" fmla="*/ 260812 w 294307"/>
                <a:gd name="connsiteY1" fmla="*/ 0 h 249767"/>
                <a:gd name="connsiteX2" fmla="*/ 294307 w 294307"/>
                <a:gd name="connsiteY2" fmla="*/ 208068 h 249767"/>
                <a:gd name="connsiteX3" fmla="*/ 0 w 294307"/>
                <a:gd name="connsiteY3" fmla="*/ 249767 h 249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307" h="249767">
                  <a:moveTo>
                    <a:pt x="0" y="249767"/>
                  </a:moveTo>
                  <a:lnTo>
                    <a:pt x="260812" y="0"/>
                  </a:lnTo>
                  <a:lnTo>
                    <a:pt x="294307" y="208068"/>
                  </a:lnTo>
                  <a:lnTo>
                    <a:pt x="0" y="249767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" name="Freeform 50">
              <a:extLst>
                <a:ext uri="{FF2B5EF4-FFF2-40B4-BE49-F238E27FC236}">
                  <a16:creationId xmlns:a16="http://schemas.microsoft.com/office/drawing/2014/main" id="{077F4A30-C54F-0FFF-5283-89B32984C47E}"/>
                </a:ext>
              </a:extLst>
            </p:cNvPr>
            <p:cNvSpPr/>
            <p:nvPr/>
          </p:nvSpPr>
          <p:spPr>
            <a:xfrm>
              <a:off x="8472676" y="2816877"/>
              <a:ext cx="128539" cy="281334"/>
            </a:xfrm>
            <a:custGeom>
              <a:avLst/>
              <a:gdLst>
                <a:gd name="connsiteX0" fmla="*/ 0 w 128539"/>
                <a:gd name="connsiteY0" fmla="*/ 0 h 281334"/>
                <a:gd name="connsiteX1" fmla="*/ 21868 w 128539"/>
                <a:gd name="connsiteY1" fmla="*/ 281335 h 281334"/>
                <a:gd name="connsiteX2" fmla="*/ 128539 w 128539"/>
                <a:gd name="connsiteY2" fmla="*/ 158584 h 281334"/>
                <a:gd name="connsiteX3" fmla="*/ 0 w 128539"/>
                <a:gd name="connsiteY3" fmla="*/ 0 h 2813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8539" h="281334">
                  <a:moveTo>
                    <a:pt x="0" y="0"/>
                  </a:moveTo>
                  <a:lnTo>
                    <a:pt x="21868" y="281335"/>
                  </a:lnTo>
                  <a:lnTo>
                    <a:pt x="128539" y="158584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" name="Freeform 51">
              <a:extLst>
                <a:ext uri="{FF2B5EF4-FFF2-40B4-BE49-F238E27FC236}">
                  <a16:creationId xmlns:a16="http://schemas.microsoft.com/office/drawing/2014/main" id="{58499DA8-FB38-BD5B-36AC-34856CEA4AFB}"/>
                </a:ext>
              </a:extLst>
            </p:cNvPr>
            <p:cNvSpPr/>
            <p:nvPr/>
          </p:nvSpPr>
          <p:spPr>
            <a:xfrm>
              <a:off x="8472676" y="2764194"/>
              <a:ext cx="128539" cy="211267"/>
            </a:xfrm>
            <a:custGeom>
              <a:avLst/>
              <a:gdLst>
                <a:gd name="connsiteX0" fmla="*/ 79897 w 128539"/>
                <a:gd name="connsiteY0" fmla="*/ 0 h 211267"/>
                <a:gd name="connsiteX1" fmla="*/ 0 w 128539"/>
                <a:gd name="connsiteY1" fmla="*/ 52684 h 211267"/>
                <a:gd name="connsiteX2" fmla="*/ 128539 w 128539"/>
                <a:gd name="connsiteY2" fmla="*/ 211268 h 211267"/>
                <a:gd name="connsiteX3" fmla="*/ 79897 w 128539"/>
                <a:gd name="connsiteY3" fmla="*/ 0 h 211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8539" h="211267">
                  <a:moveTo>
                    <a:pt x="79897" y="0"/>
                  </a:moveTo>
                  <a:lnTo>
                    <a:pt x="0" y="52684"/>
                  </a:lnTo>
                  <a:lnTo>
                    <a:pt x="128539" y="211268"/>
                  </a:lnTo>
                  <a:lnTo>
                    <a:pt x="79897" y="0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" name="Freeform 52">
              <a:extLst>
                <a:ext uri="{FF2B5EF4-FFF2-40B4-BE49-F238E27FC236}">
                  <a16:creationId xmlns:a16="http://schemas.microsoft.com/office/drawing/2014/main" id="{B7EEE1E8-5165-88F1-85F9-B161796A9876}"/>
                </a:ext>
              </a:extLst>
            </p:cNvPr>
            <p:cNvSpPr/>
            <p:nvPr/>
          </p:nvSpPr>
          <p:spPr>
            <a:xfrm>
              <a:off x="8305841" y="2764194"/>
              <a:ext cx="188702" cy="334018"/>
            </a:xfrm>
            <a:custGeom>
              <a:avLst/>
              <a:gdLst>
                <a:gd name="connsiteX0" fmla="*/ 0 w 188702"/>
                <a:gd name="connsiteY0" fmla="*/ 0 h 334018"/>
                <a:gd name="connsiteX1" fmla="*/ 166835 w 188702"/>
                <a:gd name="connsiteY1" fmla="*/ 52684 h 334018"/>
                <a:gd name="connsiteX2" fmla="*/ 188702 w 188702"/>
                <a:gd name="connsiteY2" fmla="*/ 334019 h 334018"/>
                <a:gd name="connsiteX3" fmla="*/ 0 w 188702"/>
                <a:gd name="connsiteY3" fmla="*/ 0 h 3340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702" h="334018">
                  <a:moveTo>
                    <a:pt x="0" y="0"/>
                  </a:moveTo>
                  <a:lnTo>
                    <a:pt x="166835" y="52684"/>
                  </a:lnTo>
                  <a:lnTo>
                    <a:pt x="188702" y="334019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" name="Freeform 53">
              <a:extLst>
                <a:ext uri="{FF2B5EF4-FFF2-40B4-BE49-F238E27FC236}">
                  <a16:creationId xmlns:a16="http://schemas.microsoft.com/office/drawing/2014/main" id="{F54137D0-20FD-5E1A-11D1-EC1FD64E6217}"/>
                </a:ext>
              </a:extLst>
            </p:cNvPr>
            <p:cNvSpPr/>
            <p:nvPr/>
          </p:nvSpPr>
          <p:spPr>
            <a:xfrm>
              <a:off x="8283333" y="3347446"/>
              <a:ext cx="109551" cy="224065"/>
            </a:xfrm>
            <a:custGeom>
              <a:avLst/>
              <a:gdLst>
                <a:gd name="connsiteX0" fmla="*/ 0 w 109551"/>
                <a:gd name="connsiteY0" fmla="*/ 0 h 224065"/>
                <a:gd name="connsiteX1" fmla="*/ 109552 w 109551"/>
                <a:gd name="connsiteY1" fmla="*/ 124884 h 224065"/>
                <a:gd name="connsiteX2" fmla="*/ 73177 w 109551"/>
                <a:gd name="connsiteY2" fmla="*/ 224066 h 224065"/>
                <a:gd name="connsiteX3" fmla="*/ 0 w 109551"/>
                <a:gd name="connsiteY3" fmla="*/ 0 h 2240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9551" h="224065">
                  <a:moveTo>
                    <a:pt x="0" y="0"/>
                  </a:moveTo>
                  <a:lnTo>
                    <a:pt x="109552" y="124884"/>
                  </a:lnTo>
                  <a:lnTo>
                    <a:pt x="73177" y="224066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" name="Freeform 54">
              <a:extLst>
                <a:ext uri="{FF2B5EF4-FFF2-40B4-BE49-F238E27FC236}">
                  <a16:creationId xmlns:a16="http://schemas.microsoft.com/office/drawing/2014/main" id="{D2FCA916-FB83-D8D0-9913-7AF3B063CCA4}"/>
                </a:ext>
              </a:extLst>
            </p:cNvPr>
            <p:cNvSpPr/>
            <p:nvPr/>
          </p:nvSpPr>
          <p:spPr>
            <a:xfrm>
              <a:off x="8039908" y="3347446"/>
              <a:ext cx="243425" cy="196657"/>
            </a:xfrm>
            <a:custGeom>
              <a:avLst/>
              <a:gdLst>
                <a:gd name="connsiteX0" fmla="*/ 0 w 243425"/>
                <a:gd name="connsiteY0" fmla="*/ 122964 h 196657"/>
                <a:gd name="connsiteX1" fmla="*/ 243425 w 243425"/>
                <a:gd name="connsiteY1" fmla="*/ 0 h 196657"/>
                <a:gd name="connsiteX2" fmla="*/ 167475 w 243425"/>
                <a:gd name="connsiteY2" fmla="*/ 196657 h 196657"/>
                <a:gd name="connsiteX3" fmla="*/ 0 w 243425"/>
                <a:gd name="connsiteY3" fmla="*/ 122964 h 196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3425" h="196657">
                  <a:moveTo>
                    <a:pt x="0" y="122964"/>
                  </a:moveTo>
                  <a:lnTo>
                    <a:pt x="243425" y="0"/>
                  </a:lnTo>
                  <a:lnTo>
                    <a:pt x="167475" y="196657"/>
                  </a:lnTo>
                  <a:lnTo>
                    <a:pt x="0" y="122964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" name="Freeform 55">
              <a:extLst>
                <a:ext uri="{FF2B5EF4-FFF2-40B4-BE49-F238E27FC236}">
                  <a16:creationId xmlns:a16="http://schemas.microsoft.com/office/drawing/2014/main" id="{E8482744-D7BB-F3AA-7D1D-9BEA703E5CD8}"/>
                </a:ext>
              </a:extLst>
            </p:cNvPr>
            <p:cNvSpPr/>
            <p:nvPr/>
          </p:nvSpPr>
          <p:spPr>
            <a:xfrm>
              <a:off x="8134953" y="3088081"/>
              <a:ext cx="243105" cy="259365"/>
            </a:xfrm>
            <a:custGeom>
              <a:avLst/>
              <a:gdLst>
                <a:gd name="connsiteX0" fmla="*/ 0 w 243105"/>
                <a:gd name="connsiteY0" fmla="*/ 5012 h 259365"/>
                <a:gd name="connsiteX1" fmla="*/ 148380 w 243105"/>
                <a:gd name="connsiteY1" fmla="*/ 259366 h 259365"/>
                <a:gd name="connsiteX2" fmla="*/ 243105 w 243105"/>
                <a:gd name="connsiteY2" fmla="*/ 0 h 259365"/>
                <a:gd name="connsiteX3" fmla="*/ 0 w 243105"/>
                <a:gd name="connsiteY3" fmla="*/ 5012 h 2593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3105" h="259365">
                  <a:moveTo>
                    <a:pt x="0" y="5012"/>
                  </a:moveTo>
                  <a:lnTo>
                    <a:pt x="148380" y="259366"/>
                  </a:lnTo>
                  <a:lnTo>
                    <a:pt x="243105" y="0"/>
                  </a:lnTo>
                  <a:lnTo>
                    <a:pt x="0" y="5012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FF8676C3-4471-8014-0793-CF2D45FF99B0}"/>
                </a:ext>
              </a:extLst>
            </p:cNvPr>
            <p:cNvSpPr/>
            <p:nvPr/>
          </p:nvSpPr>
          <p:spPr>
            <a:xfrm>
              <a:off x="8005560" y="3093093"/>
              <a:ext cx="277773" cy="254353"/>
            </a:xfrm>
            <a:custGeom>
              <a:avLst/>
              <a:gdLst>
                <a:gd name="connsiteX0" fmla="*/ 0 w 277773"/>
                <a:gd name="connsiteY0" fmla="*/ 111020 h 254353"/>
                <a:gd name="connsiteX1" fmla="*/ 129393 w 277773"/>
                <a:gd name="connsiteY1" fmla="*/ 0 h 254353"/>
                <a:gd name="connsiteX2" fmla="*/ 277773 w 277773"/>
                <a:gd name="connsiteY2" fmla="*/ 254353 h 254353"/>
                <a:gd name="connsiteX3" fmla="*/ 0 w 277773"/>
                <a:gd name="connsiteY3" fmla="*/ 111020 h 2543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7773" h="254353">
                  <a:moveTo>
                    <a:pt x="0" y="111020"/>
                  </a:moveTo>
                  <a:lnTo>
                    <a:pt x="129393" y="0"/>
                  </a:lnTo>
                  <a:lnTo>
                    <a:pt x="277773" y="254353"/>
                  </a:lnTo>
                  <a:lnTo>
                    <a:pt x="0" y="11102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" name="Freeform 57">
              <a:extLst>
                <a:ext uri="{FF2B5EF4-FFF2-40B4-BE49-F238E27FC236}">
                  <a16:creationId xmlns:a16="http://schemas.microsoft.com/office/drawing/2014/main" id="{4E2323DA-2AA7-3133-BB4C-331B1E6F9E8F}"/>
                </a:ext>
              </a:extLst>
            </p:cNvPr>
            <p:cNvSpPr/>
            <p:nvPr/>
          </p:nvSpPr>
          <p:spPr>
            <a:xfrm>
              <a:off x="7847259" y="3204113"/>
              <a:ext cx="436074" cy="163063"/>
            </a:xfrm>
            <a:custGeom>
              <a:avLst/>
              <a:gdLst>
                <a:gd name="connsiteX0" fmla="*/ 0 w 436074"/>
                <a:gd name="connsiteY0" fmla="*/ 163063 h 163063"/>
                <a:gd name="connsiteX1" fmla="*/ 158301 w 436074"/>
                <a:gd name="connsiteY1" fmla="*/ 0 h 163063"/>
                <a:gd name="connsiteX2" fmla="*/ 436074 w 436074"/>
                <a:gd name="connsiteY2" fmla="*/ 143334 h 163063"/>
                <a:gd name="connsiteX3" fmla="*/ 0 w 436074"/>
                <a:gd name="connsiteY3" fmla="*/ 163063 h 1630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6074" h="163063">
                  <a:moveTo>
                    <a:pt x="0" y="163063"/>
                  </a:moveTo>
                  <a:lnTo>
                    <a:pt x="158301" y="0"/>
                  </a:lnTo>
                  <a:lnTo>
                    <a:pt x="436074" y="143334"/>
                  </a:lnTo>
                  <a:lnTo>
                    <a:pt x="0" y="163063"/>
                  </a:lnTo>
                  <a:close/>
                </a:path>
              </a:pathLst>
            </a:custGeom>
            <a:grpFill/>
            <a:ln w="9525" cap="flat">
              <a:solidFill>
                <a:srgbClr val="7030A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" name="Freeform 58">
              <a:extLst>
                <a:ext uri="{FF2B5EF4-FFF2-40B4-BE49-F238E27FC236}">
                  <a16:creationId xmlns:a16="http://schemas.microsoft.com/office/drawing/2014/main" id="{A89560C3-D2B2-8F94-70F4-21FC8C909DA5}"/>
                </a:ext>
              </a:extLst>
            </p:cNvPr>
            <p:cNvSpPr/>
            <p:nvPr/>
          </p:nvSpPr>
          <p:spPr>
            <a:xfrm>
              <a:off x="7647250" y="3098212"/>
              <a:ext cx="218463" cy="320154"/>
            </a:xfrm>
            <a:custGeom>
              <a:avLst/>
              <a:gdLst>
                <a:gd name="connsiteX0" fmla="*/ 218464 w 218463"/>
                <a:gd name="connsiteY0" fmla="*/ 0 h 320154"/>
                <a:gd name="connsiteX1" fmla="*/ 200010 w 218463"/>
                <a:gd name="connsiteY1" fmla="*/ 268964 h 320154"/>
                <a:gd name="connsiteX2" fmla="*/ 0 w 218463"/>
                <a:gd name="connsiteY2" fmla="*/ 320154 h 320154"/>
                <a:gd name="connsiteX3" fmla="*/ 218464 w 218463"/>
                <a:gd name="connsiteY3" fmla="*/ 0 h 320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8463" h="320154">
                  <a:moveTo>
                    <a:pt x="218464" y="0"/>
                  </a:moveTo>
                  <a:lnTo>
                    <a:pt x="200010" y="268964"/>
                  </a:lnTo>
                  <a:lnTo>
                    <a:pt x="0" y="320154"/>
                  </a:lnTo>
                  <a:lnTo>
                    <a:pt x="218464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BB43DFAC-50FE-91EF-EF4A-C3EF38D7FA2A}"/>
                </a:ext>
              </a:extLst>
            </p:cNvPr>
            <p:cNvSpPr/>
            <p:nvPr/>
          </p:nvSpPr>
          <p:spPr>
            <a:xfrm>
              <a:off x="7628795" y="3052780"/>
              <a:ext cx="236917" cy="150052"/>
            </a:xfrm>
            <a:custGeom>
              <a:avLst/>
              <a:gdLst>
                <a:gd name="connsiteX0" fmla="*/ 0 w 236917"/>
                <a:gd name="connsiteY0" fmla="*/ 150052 h 150052"/>
                <a:gd name="connsiteX1" fmla="*/ 42349 w 236917"/>
                <a:gd name="connsiteY1" fmla="*/ 0 h 150052"/>
                <a:gd name="connsiteX2" fmla="*/ 236918 w 236917"/>
                <a:gd name="connsiteY2" fmla="*/ 45432 h 150052"/>
                <a:gd name="connsiteX3" fmla="*/ 0 w 236917"/>
                <a:gd name="connsiteY3" fmla="*/ 150052 h 1500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6917" h="150052">
                  <a:moveTo>
                    <a:pt x="0" y="150052"/>
                  </a:moveTo>
                  <a:lnTo>
                    <a:pt x="42349" y="0"/>
                  </a:lnTo>
                  <a:lnTo>
                    <a:pt x="236918" y="45432"/>
                  </a:lnTo>
                  <a:lnTo>
                    <a:pt x="0" y="150052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" name="Freeform 60">
              <a:extLst>
                <a:ext uri="{FF2B5EF4-FFF2-40B4-BE49-F238E27FC236}">
                  <a16:creationId xmlns:a16="http://schemas.microsoft.com/office/drawing/2014/main" id="{6B1FB9B5-CEF6-8E3D-B705-7D98C27B6744}"/>
                </a:ext>
              </a:extLst>
            </p:cNvPr>
            <p:cNvSpPr/>
            <p:nvPr/>
          </p:nvSpPr>
          <p:spPr>
            <a:xfrm>
              <a:off x="7628795" y="3098212"/>
              <a:ext cx="236917" cy="320154"/>
            </a:xfrm>
            <a:custGeom>
              <a:avLst/>
              <a:gdLst>
                <a:gd name="connsiteX0" fmla="*/ 18454 w 236917"/>
                <a:gd name="connsiteY0" fmla="*/ 320154 h 320154"/>
                <a:gd name="connsiteX1" fmla="*/ 0 w 236917"/>
                <a:gd name="connsiteY1" fmla="*/ 104621 h 320154"/>
                <a:gd name="connsiteX2" fmla="*/ 236918 w 236917"/>
                <a:gd name="connsiteY2" fmla="*/ 0 h 320154"/>
                <a:gd name="connsiteX3" fmla="*/ 18454 w 236917"/>
                <a:gd name="connsiteY3" fmla="*/ 320154 h 320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6917" h="320154">
                  <a:moveTo>
                    <a:pt x="18454" y="320154"/>
                  </a:moveTo>
                  <a:lnTo>
                    <a:pt x="0" y="104621"/>
                  </a:lnTo>
                  <a:lnTo>
                    <a:pt x="236918" y="0"/>
                  </a:lnTo>
                  <a:lnTo>
                    <a:pt x="18454" y="320154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" name="Freeform 61">
              <a:extLst>
                <a:ext uri="{FF2B5EF4-FFF2-40B4-BE49-F238E27FC236}">
                  <a16:creationId xmlns:a16="http://schemas.microsoft.com/office/drawing/2014/main" id="{5C1EB741-07A6-2CE6-7881-6DDD4C869A95}"/>
                </a:ext>
              </a:extLst>
            </p:cNvPr>
            <p:cNvSpPr/>
            <p:nvPr/>
          </p:nvSpPr>
          <p:spPr>
            <a:xfrm>
              <a:off x="7342915" y="3202833"/>
              <a:ext cx="285880" cy="192924"/>
            </a:xfrm>
            <a:custGeom>
              <a:avLst/>
              <a:gdLst>
                <a:gd name="connsiteX0" fmla="*/ 0 w 285880"/>
                <a:gd name="connsiteY0" fmla="*/ 58443 h 192924"/>
                <a:gd name="connsiteX1" fmla="*/ 285880 w 285880"/>
                <a:gd name="connsiteY1" fmla="*/ 0 h 192924"/>
                <a:gd name="connsiteX2" fmla="*/ 110512 w 285880"/>
                <a:gd name="connsiteY2" fmla="*/ 192924 h 192924"/>
                <a:gd name="connsiteX3" fmla="*/ 0 w 285880"/>
                <a:gd name="connsiteY3" fmla="*/ 58443 h 1929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5880" h="192924">
                  <a:moveTo>
                    <a:pt x="0" y="58443"/>
                  </a:moveTo>
                  <a:lnTo>
                    <a:pt x="285880" y="0"/>
                  </a:lnTo>
                  <a:lnTo>
                    <a:pt x="110512" y="192924"/>
                  </a:lnTo>
                  <a:lnTo>
                    <a:pt x="0" y="58443"/>
                  </a:lnTo>
                  <a:close/>
                </a:path>
              </a:pathLst>
            </a:custGeom>
            <a:grpFill/>
            <a:ln w="9525" cap="rnd">
              <a:solidFill>
                <a:srgbClr val="7030A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3" name="Freeform 62">
              <a:extLst>
                <a:ext uri="{FF2B5EF4-FFF2-40B4-BE49-F238E27FC236}">
                  <a16:creationId xmlns:a16="http://schemas.microsoft.com/office/drawing/2014/main" id="{DE26F0B0-95E8-86A4-C9AF-D1F2405444B2}"/>
                </a:ext>
              </a:extLst>
            </p:cNvPr>
            <p:cNvSpPr/>
            <p:nvPr/>
          </p:nvSpPr>
          <p:spPr>
            <a:xfrm>
              <a:off x="7439987" y="3418366"/>
              <a:ext cx="376017" cy="125736"/>
            </a:xfrm>
            <a:custGeom>
              <a:avLst/>
              <a:gdLst>
                <a:gd name="connsiteX0" fmla="*/ 207263 w 376017"/>
                <a:gd name="connsiteY0" fmla="*/ 0 h 125736"/>
                <a:gd name="connsiteX1" fmla="*/ 0 w 376017"/>
                <a:gd name="connsiteY1" fmla="*/ 91717 h 125736"/>
                <a:gd name="connsiteX2" fmla="*/ 376018 w 376017"/>
                <a:gd name="connsiteY2" fmla="*/ 125737 h 125736"/>
                <a:gd name="connsiteX3" fmla="*/ 207263 w 376017"/>
                <a:gd name="connsiteY3" fmla="*/ 0 h 125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6017" h="125736">
                  <a:moveTo>
                    <a:pt x="207263" y="0"/>
                  </a:moveTo>
                  <a:lnTo>
                    <a:pt x="0" y="91717"/>
                  </a:lnTo>
                  <a:lnTo>
                    <a:pt x="376018" y="125737"/>
                  </a:lnTo>
                  <a:lnTo>
                    <a:pt x="207263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8" name="Freeform 447">
              <a:extLst>
                <a:ext uri="{FF2B5EF4-FFF2-40B4-BE49-F238E27FC236}">
                  <a16:creationId xmlns:a16="http://schemas.microsoft.com/office/drawing/2014/main" id="{583A8E7A-3358-4D7A-8A2D-00F50B470F46}"/>
                </a:ext>
              </a:extLst>
            </p:cNvPr>
            <p:cNvSpPr/>
            <p:nvPr/>
          </p:nvSpPr>
          <p:spPr>
            <a:xfrm>
              <a:off x="7816004" y="3367176"/>
              <a:ext cx="223903" cy="176927"/>
            </a:xfrm>
            <a:custGeom>
              <a:avLst/>
              <a:gdLst>
                <a:gd name="connsiteX0" fmla="*/ 31255 w 223903"/>
                <a:gd name="connsiteY0" fmla="*/ 0 h 176927"/>
                <a:gd name="connsiteX1" fmla="*/ 223904 w 223903"/>
                <a:gd name="connsiteY1" fmla="*/ 103234 h 176927"/>
                <a:gd name="connsiteX2" fmla="*/ 0 w 223903"/>
                <a:gd name="connsiteY2" fmla="*/ 176927 h 176927"/>
                <a:gd name="connsiteX3" fmla="*/ 31255 w 223903"/>
                <a:gd name="connsiteY3" fmla="*/ 0 h 1769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3903" h="176927">
                  <a:moveTo>
                    <a:pt x="31255" y="0"/>
                  </a:moveTo>
                  <a:lnTo>
                    <a:pt x="223904" y="103234"/>
                  </a:lnTo>
                  <a:lnTo>
                    <a:pt x="0" y="176927"/>
                  </a:lnTo>
                  <a:lnTo>
                    <a:pt x="31255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9" name="Freeform 448">
              <a:extLst>
                <a:ext uri="{FF2B5EF4-FFF2-40B4-BE49-F238E27FC236}">
                  <a16:creationId xmlns:a16="http://schemas.microsoft.com/office/drawing/2014/main" id="{C8DDFF7A-F809-FE0A-4D36-61EBE8D8478C}"/>
                </a:ext>
              </a:extLst>
            </p:cNvPr>
            <p:cNvSpPr/>
            <p:nvPr/>
          </p:nvSpPr>
          <p:spPr>
            <a:xfrm>
              <a:off x="7197095" y="3088081"/>
              <a:ext cx="431700" cy="114752"/>
            </a:xfrm>
            <a:custGeom>
              <a:avLst/>
              <a:gdLst>
                <a:gd name="connsiteX0" fmla="*/ 108485 w 431700"/>
                <a:gd name="connsiteY0" fmla="*/ 0 h 114752"/>
                <a:gd name="connsiteX1" fmla="*/ 431701 w 431700"/>
                <a:gd name="connsiteY1" fmla="*/ 114752 h 114752"/>
                <a:gd name="connsiteX2" fmla="*/ 0 w 431700"/>
                <a:gd name="connsiteY2" fmla="*/ 110593 h 114752"/>
                <a:gd name="connsiteX3" fmla="*/ 108485 w 431700"/>
                <a:gd name="connsiteY3" fmla="*/ 0 h 11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1700" h="114752">
                  <a:moveTo>
                    <a:pt x="108485" y="0"/>
                  </a:moveTo>
                  <a:lnTo>
                    <a:pt x="431701" y="114752"/>
                  </a:lnTo>
                  <a:lnTo>
                    <a:pt x="0" y="110593"/>
                  </a:lnTo>
                  <a:lnTo>
                    <a:pt x="108485" y="0"/>
                  </a:lnTo>
                  <a:close/>
                </a:path>
              </a:pathLst>
            </a:custGeom>
            <a:grpFill/>
            <a:ln w="9525" cap="rnd">
              <a:solidFill>
                <a:srgbClr val="FF7D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0" name="Freeform 449">
              <a:extLst>
                <a:ext uri="{FF2B5EF4-FFF2-40B4-BE49-F238E27FC236}">
                  <a16:creationId xmlns:a16="http://schemas.microsoft.com/office/drawing/2014/main" id="{82EC3D14-B803-2BF4-E58C-3B197D8A2FFA}"/>
                </a:ext>
              </a:extLst>
            </p:cNvPr>
            <p:cNvSpPr/>
            <p:nvPr/>
          </p:nvSpPr>
          <p:spPr>
            <a:xfrm>
              <a:off x="7412999" y="2882252"/>
              <a:ext cx="258145" cy="170528"/>
            </a:xfrm>
            <a:custGeom>
              <a:avLst/>
              <a:gdLst>
                <a:gd name="connsiteX0" fmla="*/ 48536 w 258145"/>
                <a:gd name="connsiteY0" fmla="*/ 0 h 170528"/>
                <a:gd name="connsiteX1" fmla="*/ 0 w 258145"/>
                <a:gd name="connsiteY1" fmla="*/ 125097 h 170528"/>
                <a:gd name="connsiteX2" fmla="*/ 258146 w 258145"/>
                <a:gd name="connsiteY2" fmla="*/ 170529 h 170528"/>
                <a:gd name="connsiteX3" fmla="*/ 48536 w 258145"/>
                <a:gd name="connsiteY3" fmla="*/ 0 h 1705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145" h="170528">
                  <a:moveTo>
                    <a:pt x="48536" y="0"/>
                  </a:moveTo>
                  <a:lnTo>
                    <a:pt x="0" y="125097"/>
                  </a:lnTo>
                  <a:lnTo>
                    <a:pt x="258146" y="170529"/>
                  </a:lnTo>
                  <a:lnTo>
                    <a:pt x="48536" y="0"/>
                  </a:lnTo>
                  <a:close/>
                </a:path>
              </a:pathLst>
            </a:custGeom>
            <a:grpFill/>
            <a:ln w="9525" cap="flat">
              <a:solidFill>
                <a:srgbClr val="7030A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1" name="Freeform 450">
              <a:extLst>
                <a:ext uri="{FF2B5EF4-FFF2-40B4-BE49-F238E27FC236}">
                  <a16:creationId xmlns:a16="http://schemas.microsoft.com/office/drawing/2014/main" id="{0CE6146E-91F1-67F5-597C-0B23C7D702D8}"/>
                </a:ext>
              </a:extLst>
            </p:cNvPr>
            <p:cNvSpPr/>
            <p:nvPr/>
          </p:nvSpPr>
          <p:spPr>
            <a:xfrm>
              <a:off x="7305580" y="3007349"/>
              <a:ext cx="323215" cy="195483"/>
            </a:xfrm>
            <a:custGeom>
              <a:avLst/>
              <a:gdLst>
                <a:gd name="connsiteX0" fmla="*/ 0 w 323215"/>
                <a:gd name="connsiteY0" fmla="*/ 80732 h 195483"/>
                <a:gd name="connsiteX1" fmla="*/ 107419 w 323215"/>
                <a:gd name="connsiteY1" fmla="*/ 0 h 195483"/>
                <a:gd name="connsiteX2" fmla="*/ 323215 w 323215"/>
                <a:gd name="connsiteY2" fmla="*/ 195484 h 195483"/>
                <a:gd name="connsiteX3" fmla="*/ 0 w 323215"/>
                <a:gd name="connsiteY3" fmla="*/ 80732 h 1954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3215" h="195483">
                  <a:moveTo>
                    <a:pt x="0" y="80732"/>
                  </a:moveTo>
                  <a:lnTo>
                    <a:pt x="107419" y="0"/>
                  </a:lnTo>
                  <a:lnTo>
                    <a:pt x="323215" y="195484"/>
                  </a:lnTo>
                  <a:lnTo>
                    <a:pt x="0" y="80732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2" name="Freeform 451">
              <a:extLst>
                <a:ext uri="{FF2B5EF4-FFF2-40B4-BE49-F238E27FC236}">
                  <a16:creationId xmlns:a16="http://schemas.microsoft.com/office/drawing/2014/main" id="{34CE268A-8B7C-E173-C5A5-8EFD5DA4D50B}"/>
                </a:ext>
              </a:extLst>
            </p:cNvPr>
            <p:cNvSpPr/>
            <p:nvPr/>
          </p:nvSpPr>
          <p:spPr>
            <a:xfrm>
              <a:off x="7854300" y="2957545"/>
              <a:ext cx="280653" cy="246567"/>
            </a:xfrm>
            <a:custGeom>
              <a:avLst/>
              <a:gdLst>
                <a:gd name="connsiteX0" fmla="*/ 151260 w 280653"/>
                <a:gd name="connsiteY0" fmla="*/ 246568 h 246567"/>
                <a:gd name="connsiteX1" fmla="*/ 0 w 280653"/>
                <a:gd name="connsiteY1" fmla="*/ 0 h 246567"/>
                <a:gd name="connsiteX2" fmla="*/ 280653 w 280653"/>
                <a:gd name="connsiteY2" fmla="*/ 135548 h 246567"/>
                <a:gd name="connsiteX3" fmla="*/ 151260 w 280653"/>
                <a:gd name="connsiteY3" fmla="*/ 246568 h 2465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0653" h="246567">
                  <a:moveTo>
                    <a:pt x="151260" y="246568"/>
                  </a:moveTo>
                  <a:lnTo>
                    <a:pt x="0" y="0"/>
                  </a:lnTo>
                  <a:lnTo>
                    <a:pt x="280653" y="135548"/>
                  </a:lnTo>
                  <a:lnTo>
                    <a:pt x="151260" y="246568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3" name="Freeform 452">
              <a:extLst>
                <a:ext uri="{FF2B5EF4-FFF2-40B4-BE49-F238E27FC236}">
                  <a16:creationId xmlns:a16="http://schemas.microsoft.com/office/drawing/2014/main" id="{DB170173-555A-A619-7A25-C3A99D77069A}"/>
                </a:ext>
              </a:extLst>
            </p:cNvPr>
            <p:cNvSpPr/>
            <p:nvPr/>
          </p:nvSpPr>
          <p:spPr>
            <a:xfrm>
              <a:off x="7522657" y="2865615"/>
              <a:ext cx="148487" cy="187165"/>
            </a:xfrm>
            <a:custGeom>
              <a:avLst/>
              <a:gdLst>
                <a:gd name="connsiteX0" fmla="*/ 124593 w 148487"/>
                <a:gd name="connsiteY0" fmla="*/ 853 h 187165"/>
                <a:gd name="connsiteX1" fmla="*/ 0 w 148487"/>
                <a:gd name="connsiteY1" fmla="*/ 0 h 187165"/>
                <a:gd name="connsiteX2" fmla="*/ 148487 w 148487"/>
                <a:gd name="connsiteY2" fmla="*/ 187165 h 187165"/>
                <a:gd name="connsiteX3" fmla="*/ 124593 w 148487"/>
                <a:gd name="connsiteY3" fmla="*/ 853 h 1871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8487" h="187165">
                  <a:moveTo>
                    <a:pt x="124593" y="853"/>
                  </a:moveTo>
                  <a:lnTo>
                    <a:pt x="0" y="0"/>
                  </a:lnTo>
                  <a:lnTo>
                    <a:pt x="148487" y="187165"/>
                  </a:lnTo>
                  <a:lnTo>
                    <a:pt x="124593" y="853"/>
                  </a:lnTo>
                  <a:close/>
                </a:path>
              </a:pathLst>
            </a:custGeom>
            <a:grpFill/>
            <a:ln w="9525" cap="rnd">
              <a:solidFill>
                <a:srgbClr val="FF7D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4" name="Freeform 453">
              <a:extLst>
                <a:ext uri="{FF2B5EF4-FFF2-40B4-BE49-F238E27FC236}">
                  <a16:creationId xmlns:a16="http://schemas.microsoft.com/office/drawing/2014/main" id="{57747310-5BB8-3A50-4B7E-FC62CFB7F7E3}"/>
                </a:ext>
              </a:extLst>
            </p:cNvPr>
            <p:cNvSpPr/>
            <p:nvPr/>
          </p:nvSpPr>
          <p:spPr>
            <a:xfrm>
              <a:off x="7854300" y="2906567"/>
              <a:ext cx="280653" cy="186525"/>
            </a:xfrm>
            <a:custGeom>
              <a:avLst/>
              <a:gdLst>
                <a:gd name="connsiteX0" fmla="*/ 0 w 280653"/>
                <a:gd name="connsiteY0" fmla="*/ 50977 h 186525"/>
                <a:gd name="connsiteX1" fmla="*/ 203850 w 280653"/>
                <a:gd name="connsiteY1" fmla="*/ 0 h 186525"/>
                <a:gd name="connsiteX2" fmla="*/ 280653 w 280653"/>
                <a:gd name="connsiteY2" fmla="*/ 186526 h 186525"/>
                <a:gd name="connsiteX3" fmla="*/ 0 w 280653"/>
                <a:gd name="connsiteY3" fmla="*/ 50977 h 186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0653" h="186525">
                  <a:moveTo>
                    <a:pt x="0" y="50977"/>
                  </a:moveTo>
                  <a:lnTo>
                    <a:pt x="203850" y="0"/>
                  </a:lnTo>
                  <a:lnTo>
                    <a:pt x="280653" y="186526"/>
                  </a:lnTo>
                  <a:lnTo>
                    <a:pt x="0" y="50977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5" name="Freeform 454">
              <a:extLst>
                <a:ext uri="{FF2B5EF4-FFF2-40B4-BE49-F238E27FC236}">
                  <a16:creationId xmlns:a16="http://schemas.microsoft.com/office/drawing/2014/main" id="{C11AA923-7007-8AA7-017C-3D5A5E5D4402}"/>
                </a:ext>
              </a:extLst>
            </p:cNvPr>
            <p:cNvSpPr/>
            <p:nvPr/>
          </p:nvSpPr>
          <p:spPr>
            <a:xfrm>
              <a:off x="8134953" y="2912860"/>
              <a:ext cx="243105" cy="180233"/>
            </a:xfrm>
            <a:custGeom>
              <a:avLst/>
              <a:gdLst>
                <a:gd name="connsiteX0" fmla="*/ 243105 w 243105"/>
                <a:gd name="connsiteY0" fmla="*/ 175221 h 180233"/>
                <a:gd name="connsiteX1" fmla="*/ 124166 w 243105"/>
                <a:gd name="connsiteY1" fmla="*/ 0 h 180233"/>
                <a:gd name="connsiteX2" fmla="*/ 0 w 243105"/>
                <a:gd name="connsiteY2" fmla="*/ 180233 h 180233"/>
                <a:gd name="connsiteX3" fmla="*/ 243105 w 243105"/>
                <a:gd name="connsiteY3" fmla="*/ 175221 h 180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3105" h="180233">
                  <a:moveTo>
                    <a:pt x="243105" y="175221"/>
                  </a:moveTo>
                  <a:lnTo>
                    <a:pt x="124166" y="0"/>
                  </a:lnTo>
                  <a:lnTo>
                    <a:pt x="0" y="180233"/>
                  </a:lnTo>
                  <a:lnTo>
                    <a:pt x="243105" y="175221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6" name="Freeform 455">
              <a:extLst>
                <a:ext uri="{FF2B5EF4-FFF2-40B4-BE49-F238E27FC236}">
                  <a16:creationId xmlns:a16="http://schemas.microsoft.com/office/drawing/2014/main" id="{A4B61214-4335-555E-8EB6-6C2C0B5EFA91}"/>
                </a:ext>
              </a:extLst>
            </p:cNvPr>
            <p:cNvSpPr/>
            <p:nvPr/>
          </p:nvSpPr>
          <p:spPr>
            <a:xfrm>
              <a:off x="8259119" y="2764194"/>
              <a:ext cx="118939" cy="323887"/>
            </a:xfrm>
            <a:custGeom>
              <a:avLst/>
              <a:gdLst>
                <a:gd name="connsiteX0" fmla="*/ 46722 w 118939"/>
                <a:gd name="connsiteY0" fmla="*/ 0 h 323887"/>
                <a:gd name="connsiteX1" fmla="*/ 118939 w 118939"/>
                <a:gd name="connsiteY1" fmla="*/ 323887 h 323887"/>
                <a:gd name="connsiteX2" fmla="*/ 0 w 118939"/>
                <a:gd name="connsiteY2" fmla="*/ 148666 h 323887"/>
                <a:gd name="connsiteX3" fmla="*/ 46722 w 118939"/>
                <a:gd name="connsiteY3" fmla="*/ 0 h 3238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8939" h="323887">
                  <a:moveTo>
                    <a:pt x="46722" y="0"/>
                  </a:moveTo>
                  <a:lnTo>
                    <a:pt x="118939" y="323887"/>
                  </a:lnTo>
                  <a:lnTo>
                    <a:pt x="0" y="148666"/>
                  </a:lnTo>
                  <a:lnTo>
                    <a:pt x="46722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7" name="Freeform 456">
              <a:extLst>
                <a:ext uri="{FF2B5EF4-FFF2-40B4-BE49-F238E27FC236}">
                  <a16:creationId xmlns:a16="http://schemas.microsoft.com/office/drawing/2014/main" id="{F9D7FE3C-01ED-A230-964F-536DA2C38B94}"/>
                </a:ext>
              </a:extLst>
            </p:cNvPr>
            <p:cNvSpPr/>
            <p:nvPr/>
          </p:nvSpPr>
          <p:spPr>
            <a:xfrm>
              <a:off x="8305841" y="2764194"/>
              <a:ext cx="188702" cy="334018"/>
            </a:xfrm>
            <a:custGeom>
              <a:avLst/>
              <a:gdLst>
                <a:gd name="connsiteX0" fmla="*/ 188702 w 188702"/>
                <a:gd name="connsiteY0" fmla="*/ 334019 h 334018"/>
                <a:gd name="connsiteX1" fmla="*/ 72217 w 188702"/>
                <a:gd name="connsiteY1" fmla="*/ 323887 h 334018"/>
                <a:gd name="connsiteX2" fmla="*/ 0 w 188702"/>
                <a:gd name="connsiteY2" fmla="*/ 0 h 334018"/>
                <a:gd name="connsiteX3" fmla="*/ 188702 w 188702"/>
                <a:gd name="connsiteY3" fmla="*/ 334019 h 3340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702" h="334018">
                  <a:moveTo>
                    <a:pt x="188702" y="334019"/>
                  </a:moveTo>
                  <a:lnTo>
                    <a:pt x="72217" y="323887"/>
                  </a:lnTo>
                  <a:lnTo>
                    <a:pt x="0" y="0"/>
                  </a:lnTo>
                  <a:lnTo>
                    <a:pt x="188702" y="334019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8" name="Freeform 457">
              <a:extLst>
                <a:ext uri="{FF2B5EF4-FFF2-40B4-BE49-F238E27FC236}">
                  <a16:creationId xmlns:a16="http://schemas.microsoft.com/office/drawing/2014/main" id="{E25620ED-E04E-28A7-D66C-3A5227E0EDF6}"/>
                </a:ext>
              </a:extLst>
            </p:cNvPr>
            <p:cNvSpPr/>
            <p:nvPr/>
          </p:nvSpPr>
          <p:spPr>
            <a:xfrm>
              <a:off x="8392885" y="3222563"/>
              <a:ext cx="260919" cy="249767"/>
            </a:xfrm>
            <a:custGeom>
              <a:avLst/>
              <a:gdLst>
                <a:gd name="connsiteX0" fmla="*/ 0 w 260919"/>
                <a:gd name="connsiteY0" fmla="*/ 249767 h 249767"/>
                <a:gd name="connsiteX1" fmla="*/ 79897 w 260919"/>
                <a:gd name="connsiteY1" fmla="*/ 31141 h 249767"/>
                <a:gd name="connsiteX2" fmla="*/ 260919 w 260919"/>
                <a:gd name="connsiteY2" fmla="*/ 0 h 249767"/>
                <a:gd name="connsiteX3" fmla="*/ 107 w 260919"/>
                <a:gd name="connsiteY3" fmla="*/ 249767 h 249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0919" h="249767">
                  <a:moveTo>
                    <a:pt x="0" y="249767"/>
                  </a:moveTo>
                  <a:cubicBezTo>
                    <a:pt x="11520" y="229611"/>
                    <a:pt x="79897" y="31141"/>
                    <a:pt x="79897" y="31141"/>
                  </a:cubicBezTo>
                  <a:lnTo>
                    <a:pt x="260919" y="0"/>
                  </a:lnTo>
                  <a:lnTo>
                    <a:pt x="107" y="249767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9" name="Freeform 458">
              <a:extLst>
                <a:ext uri="{FF2B5EF4-FFF2-40B4-BE49-F238E27FC236}">
                  <a16:creationId xmlns:a16="http://schemas.microsoft.com/office/drawing/2014/main" id="{16AC82A5-A78A-D5D8-D49D-628B246CB15E}"/>
                </a:ext>
              </a:extLst>
            </p:cNvPr>
            <p:cNvSpPr/>
            <p:nvPr/>
          </p:nvSpPr>
          <p:spPr>
            <a:xfrm>
              <a:off x="8378058" y="3088081"/>
              <a:ext cx="116485" cy="165622"/>
            </a:xfrm>
            <a:custGeom>
              <a:avLst/>
              <a:gdLst>
                <a:gd name="connsiteX0" fmla="*/ 0 w 116485"/>
                <a:gd name="connsiteY0" fmla="*/ 0 h 165622"/>
                <a:gd name="connsiteX1" fmla="*/ 94618 w 116485"/>
                <a:gd name="connsiteY1" fmla="*/ 165623 h 165622"/>
                <a:gd name="connsiteX2" fmla="*/ 116486 w 116485"/>
                <a:gd name="connsiteY2" fmla="*/ 10132 h 165622"/>
                <a:gd name="connsiteX3" fmla="*/ 0 w 116485"/>
                <a:gd name="connsiteY3" fmla="*/ 0 h 1656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485" h="165622">
                  <a:moveTo>
                    <a:pt x="0" y="0"/>
                  </a:moveTo>
                  <a:lnTo>
                    <a:pt x="94618" y="165623"/>
                  </a:lnTo>
                  <a:lnTo>
                    <a:pt x="116486" y="10132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0" name="Freeform 459">
              <a:extLst>
                <a:ext uri="{FF2B5EF4-FFF2-40B4-BE49-F238E27FC236}">
                  <a16:creationId xmlns:a16="http://schemas.microsoft.com/office/drawing/2014/main" id="{77A35B22-782B-841B-9C82-80242E9C750B}"/>
                </a:ext>
              </a:extLst>
            </p:cNvPr>
            <p:cNvSpPr/>
            <p:nvPr/>
          </p:nvSpPr>
          <p:spPr>
            <a:xfrm>
              <a:off x="8514171" y="3430631"/>
              <a:ext cx="222410" cy="158797"/>
            </a:xfrm>
            <a:custGeom>
              <a:avLst/>
              <a:gdLst>
                <a:gd name="connsiteX0" fmla="*/ 173022 w 222410"/>
                <a:gd name="connsiteY0" fmla="*/ 0 h 158797"/>
                <a:gd name="connsiteX1" fmla="*/ 0 w 222410"/>
                <a:gd name="connsiteY1" fmla="*/ 158797 h 158797"/>
                <a:gd name="connsiteX2" fmla="*/ 222411 w 222410"/>
                <a:gd name="connsiteY2" fmla="*/ 95236 h 158797"/>
                <a:gd name="connsiteX3" fmla="*/ 173022 w 222410"/>
                <a:gd name="connsiteY3" fmla="*/ 0 h 1587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2410" h="158797">
                  <a:moveTo>
                    <a:pt x="173022" y="0"/>
                  </a:moveTo>
                  <a:lnTo>
                    <a:pt x="0" y="158797"/>
                  </a:lnTo>
                  <a:lnTo>
                    <a:pt x="222411" y="95236"/>
                  </a:lnTo>
                  <a:lnTo>
                    <a:pt x="173022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1" name="Freeform 460">
              <a:extLst>
                <a:ext uri="{FF2B5EF4-FFF2-40B4-BE49-F238E27FC236}">
                  <a16:creationId xmlns:a16="http://schemas.microsoft.com/office/drawing/2014/main" id="{0AFBC7D5-5295-0C63-B8C4-D8136F7329A0}"/>
                </a:ext>
              </a:extLst>
            </p:cNvPr>
            <p:cNvSpPr/>
            <p:nvPr/>
          </p:nvSpPr>
          <p:spPr>
            <a:xfrm>
              <a:off x="8687193" y="3368669"/>
              <a:ext cx="154780" cy="141413"/>
            </a:xfrm>
            <a:custGeom>
              <a:avLst/>
              <a:gdLst>
                <a:gd name="connsiteX0" fmla="*/ 154781 w 154780"/>
                <a:gd name="connsiteY0" fmla="*/ 141414 h 141413"/>
                <a:gd name="connsiteX1" fmla="*/ 0 w 154780"/>
                <a:gd name="connsiteY1" fmla="*/ 61962 h 141413"/>
                <a:gd name="connsiteX2" fmla="*/ 119152 w 154780"/>
                <a:gd name="connsiteY2" fmla="*/ 0 h 141413"/>
                <a:gd name="connsiteX3" fmla="*/ 154781 w 154780"/>
                <a:gd name="connsiteY3" fmla="*/ 141414 h 1414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4780" h="141413">
                  <a:moveTo>
                    <a:pt x="154781" y="141414"/>
                  </a:moveTo>
                  <a:lnTo>
                    <a:pt x="0" y="61962"/>
                  </a:lnTo>
                  <a:lnTo>
                    <a:pt x="119152" y="0"/>
                  </a:lnTo>
                  <a:lnTo>
                    <a:pt x="154781" y="141414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2" name="Freeform 461">
              <a:extLst>
                <a:ext uri="{FF2B5EF4-FFF2-40B4-BE49-F238E27FC236}">
                  <a16:creationId xmlns:a16="http://schemas.microsoft.com/office/drawing/2014/main" id="{5B48E657-F5EE-5D58-A86B-8A14127F2A30}"/>
                </a:ext>
              </a:extLst>
            </p:cNvPr>
            <p:cNvSpPr/>
            <p:nvPr/>
          </p:nvSpPr>
          <p:spPr>
            <a:xfrm>
              <a:off x="9164015" y="3388079"/>
              <a:ext cx="124698" cy="126270"/>
            </a:xfrm>
            <a:custGeom>
              <a:avLst/>
              <a:gdLst>
                <a:gd name="connsiteX0" fmla="*/ 0 w 124698"/>
                <a:gd name="connsiteY0" fmla="*/ 0 h 126270"/>
                <a:gd name="connsiteX1" fmla="*/ 116165 w 124698"/>
                <a:gd name="connsiteY1" fmla="*/ 126270 h 126270"/>
                <a:gd name="connsiteX2" fmla="*/ 124699 w 124698"/>
                <a:gd name="connsiteY2" fmla="*/ 51084 h 126270"/>
                <a:gd name="connsiteX3" fmla="*/ 0 w 124698"/>
                <a:gd name="connsiteY3" fmla="*/ 0 h 126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4698" h="126270">
                  <a:moveTo>
                    <a:pt x="0" y="0"/>
                  </a:moveTo>
                  <a:lnTo>
                    <a:pt x="116165" y="126270"/>
                  </a:lnTo>
                  <a:lnTo>
                    <a:pt x="124699" y="51084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3" name="Freeform 462">
              <a:extLst>
                <a:ext uri="{FF2B5EF4-FFF2-40B4-BE49-F238E27FC236}">
                  <a16:creationId xmlns:a16="http://schemas.microsoft.com/office/drawing/2014/main" id="{690C09EC-7A1B-C186-46C6-EECF70F3603B}"/>
                </a:ext>
              </a:extLst>
            </p:cNvPr>
            <p:cNvSpPr/>
            <p:nvPr/>
          </p:nvSpPr>
          <p:spPr>
            <a:xfrm>
              <a:off x="9288714" y="3439163"/>
              <a:ext cx="284920" cy="93209"/>
            </a:xfrm>
            <a:custGeom>
              <a:avLst/>
              <a:gdLst>
                <a:gd name="connsiteX0" fmla="*/ 227851 w 284920"/>
                <a:gd name="connsiteY0" fmla="*/ 0 h 93209"/>
                <a:gd name="connsiteX1" fmla="*/ 0 w 284920"/>
                <a:gd name="connsiteY1" fmla="*/ 0 h 93209"/>
                <a:gd name="connsiteX2" fmla="*/ 284920 w 284920"/>
                <a:gd name="connsiteY2" fmla="*/ 93209 h 93209"/>
                <a:gd name="connsiteX3" fmla="*/ 227851 w 284920"/>
                <a:gd name="connsiteY3" fmla="*/ 0 h 932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4920" h="93209">
                  <a:moveTo>
                    <a:pt x="227851" y="0"/>
                  </a:moveTo>
                  <a:lnTo>
                    <a:pt x="0" y="0"/>
                  </a:lnTo>
                  <a:lnTo>
                    <a:pt x="284920" y="93209"/>
                  </a:lnTo>
                  <a:lnTo>
                    <a:pt x="227851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4" name="Freeform 463">
              <a:extLst>
                <a:ext uri="{FF2B5EF4-FFF2-40B4-BE49-F238E27FC236}">
                  <a16:creationId xmlns:a16="http://schemas.microsoft.com/office/drawing/2014/main" id="{605D7D15-3518-C34B-8AF9-55D82BA87AA2}"/>
                </a:ext>
              </a:extLst>
            </p:cNvPr>
            <p:cNvSpPr/>
            <p:nvPr/>
          </p:nvSpPr>
          <p:spPr>
            <a:xfrm>
              <a:off x="9516565" y="3263088"/>
              <a:ext cx="373991" cy="176074"/>
            </a:xfrm>
            <a:custGeom>
              <a:avLst/>
              <a:gdLst>
                <a:gd name="connsiteX0" fmla="*/ 373991 w 373991"/>
                <a:gd name="connsiteY0" fmla="*/ 0 h 176074"/>
                <a:gd name="connsiteX1" fmla="*/ 0 w 373991"/>
                <a:gd name="connsiteY1" fmla="*/ 176074 h 176074"/>
                <a:gd name="connsiteX2" fmla="*/ 232651 w 373991"/>
                <a:gd name="connsiteY2" fmla="*/ 167543 h 176074"/>
                <a:gd name="connsiteX3" fmla="*/ 373991 w 373991"/>
                <a:gd name="connsiteY3" fmla="*/ 0 h 176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3991" h="176074">
                  <a:moveTo>
                    <a:pt x="373991" y="0"/>
                  </a:moveTo>
                  <a:lnTo>
                    <a:pt x="0" y="176074"/>
                  </a:lnTo>
                  <a:lnTo>
                    <a:pt x="232651" y="167543"/>
                  </a:lnTo>
                  <a:lnTo>
                    <a:pt x="373991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6" name="Freeform 465">
              <a:extLst>
                <a:ext uri="{FF2B5EF4-FFF2-40B4-BE49-F238E27FC236}">
                  <a16:creationId xmlns:a16="http://schemas.microsoft.com/office/drawing/2014/main" id="{0E513974-7B6E-2D53-E4A3-0F0FDDFCE013}"/>
                </a:ext>
              </a:extLst>
            </p:cNvPr>
            <p:cNvSpPr/>
            <p:nvPr/>
          </p:nvSpPr>
          <p:spPr>
            <a:xfrm>
              <a:off x="9890557" y="3218403"/>
              <a:ext cx="184115" cy="201883"/>
            </a:xfrm>
            <a:custGeom>
              <a:avLst/>
              <a:gdLst>
                <a:gd name="connsiteX0" fmla="*/ 163208 w 184115"/>
                <a:gd name="connsiteY0" fmla="*/ 0 h 201883"/>
                <a:gd name="connsiteX1" fmla="*/ 0 w 184115"/>
                <a:gd name="connsiteY1" fmla="*/ 44685 h 201883"/>
                <a:gd name="connsiteX2" fmla="*/ 184116 w 184115"/>
                <a:gd name="connsiteY2" fmla="*/ 201883 h 201883"/>
                <a:gd name="connsiteX3" fmla="*/ 163208 w 184115"/>
                <a:gd name="connsiteY3" fmla="*/ 0 h 201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4115" h="201883">
                  <a:moveTo>
                    <a:pt x="163208" y="0"/>
                  </a:moveTo>
                  <a:lnTo>
                    <a:pt x="0" y="44685"/>
                  </a:lnTo>
                  <a:lnTo>
                    <a:pt x="184116" y="201883"/>
                  </a:lnTo>
                  <a:lnTo>
                    <a:pt x="163208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7" name="Freeform 466">
              <a:extLst>
                <a:ext uri="{FF2B5EF4-FFF2-40B4-BE49-F238E27FC236}">
                  <a16:creationId xmlns:a16="http://schemas.microsoft.com/office/drawing/2014/main" id="{CFDEAC71-E006-B6C0-A91A-B5F551EA5596}"/>
                </a:ext>
              </a:extLst>
            </p:cNvPr>
            <p:cNvSpPr/>
            <p:nvPr/>
          </p:nvSpPr>
          <p:spPr>
            <a:xfrm>
              <a:off x="9864955" y="3420286"/>
              <a:ext cx="307428" cy="161996"/>
            </a:xfrm>
            <a:custGeom>
              <a:avLst/>
              <a:gdLst>
                <a:gd name="connsiteX0" fmla="*/ 0 w 307428"/>
                <a:gd name="connsiteY0" fmla="*/ 96729 h 161996"/>
                <a:gd name="connsiteX1" fmla="*/ 209717 w 307428"/>
                <a:gd name="connsiteY1" fmla="*/ 0 h 161996"/>
                <a:gd name="connsiteX2" fmla="*/ 307428 w 307428"/>
                <a:gd name="connsiteY2" fmla="*/ 161997 h 161996"/>
                <a:gd name="connsiteX3" fmla="*/ 0 w 307428"/>
                <a:gd name="connsiteY3" fmla="*/ 96729 h 1619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7428" h="161996">
                  <a:moveTo>
                    <a:pt x="0" y="96729"/>
                  </a:moveTo>
                  <a:lnTo>
                    <a:pt x="209717" y="0"/>
                  </a:lnTo>
                  <a:lnTo>
                    <a:pt x="307428" y="161997"/>
                  </a:lnTo>
                  <a:lnTo>
                    <a:pt x="0" y="96729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8" name="Freeform 467">
              <a:extLst>
                <a:ext uri="{FF2B5EF4-FFF2-40B4-BE49-F238E27FC236}">
                  <a16:creationId xmlns:a16="http://schemas.microsoft.com/office/drawing/2014/main" id="{4E03F7F5-D08F-C39B-8322-A27A3B905A85}"/>
                </a:ext>
              </a:extLst>
            </p:cNvPr>
            <p:cNvSpPr/>
            <p:nvPr/>
          </p:nvSpPr>
          <p:spPr>
            <a:xfrm>
              <a:off x="9516565" y="3430631"/>
              <a:ext cx="232651" cy="101741"/>
            </a:xfrm>
            <a:custGeom>
              <a:avLst/>
              <a:gdLst>
                <a:gd name="connsiteX0" fmla="*/ 57069 w 232651"/>
                <a:gd name="connsiteY0" fmla="*/ 101741 h 101741"/>
                <a:gd name="connsiteX1" fmla="*/ 232651 w 232651"/>
                <a:gd name="connsiteY1" fmla="*/ 0 h 101741"/>
                <a:gd name="connsiteX2" fmla="*/ 0 w 232651"/>
                <a:gd name="connsiteY2" fmla="*/ 8532 h 101741"/>
                <a:gd name="connsiteX3" fmla="*/ 57069 w 232651"/>
                <a:gd name="connsiteY3" fmla="*/ 101741 h 1017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651" h="101741">
                  <a:moveTo>
                    <a:pt x="57069" y="101741"/>
                  </a:moveTo>
                  <a:lnTo>
                    <a:pt x="232651" y="0"/>
                  </a:lnTo>
                  <a:lnTo>
                    <a:pt x="0" y="8532"/>
                  </a:lnTo>
                  <a:lnTo>
                    <a:pt x="57069" y="101741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9" name="Freeform 468">
              <a:extLst>
                <a:ext uri="{FF2B5EF4-FFF2-40B4-BE49-F238E27FC236}">
                  <a16:creationId xmlns:a16="http://schemas.microsoft.com/office/drawing/2014/main" id="{C2A36A58-2578-50DA-4EC5-E707CEF2FC19}"/>
                </a:ext>
              </a:extLst>
            </p:cNvPr>
            <p:cNvSpPr/>
            <p:nvPr/>
          </p:nvSpPr>
          <p:spPr>
            <a:xfrm>
              <a:off x="9573635" y="3430631"/>
              <a:ext cx="273186" cy="140880"/>
            </a:xfrm>
            <a:custGeom>
              <a:avLst/>
              <a:gdLst>
                <a:gd name="connsiteX0" fmla="*/ 273186 w 273186"/>
                <a:gd name="connsiteY0" fmla="*/ 140881 h 140880"/>
                <a:gd name="connsiteX1" fmla="*/ 0 w 273186"/>
                <a:gd name="connsiteY1" fmla="*/ 101741 h 140880"/>
                <a:gd name="connsiteX2" fmla="*/ 175582 w 273186"/>
                <a:gd name="connsiteY2" fmla="*/ 0 h 140880"/>
                <a:gd name="connsiteX3" fmla="*/ 273186 w 273186"/>
                <a:gd name="connsiteY3" fmla="*/ 140881 h 1408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3186" h="140880">
                  <a:moveTo>
                    <a:pt x="273186" y="140881"/>
                  </a:moveTo>
                  <a:lnTo>
                    <a:pt x="0" y="101741"/>
                  </a:lnTo>
                  <a:lnTo>
                    <a:pt x="175582" y="0"/>
                  </a:lnTo>
                  <a:lnTo>
                    <a:pt x="273186" y="140881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0" name="Freeform 469">
              <a:extLst>
                <a:ext uri="{FF2B5EF4-FFF2-40B4-BE49-F238E27FC236}">
                  <a16:creationId xmlns:a16="http://schemas.microsoft.com/office/drawing/2014/main" id="{1AAE1F78-DAC0-A1B6-DEE5-E05872F5573D}"/>
                </a:ext>
              </a:extLst>
            </p:cNvPr>
            <p:cNvSpPr/>
            <p:nvPr/>
          </p:nvSpPr>
          <p:spPr>
            <a:xfrm>
              <a:off x="9367225" y="3532372"/>
              <a:ext cx="206409" cy="152931"/>
            </a:xfrm>
            <a:custGeom>
              <a:avLst/>
              <a:gdLst>
                <a:gd name="connsiteX0" fmla="*/ 0 w 206409"/>
                <a:gd name="connsiteY0" fmla="*/ 49911 h 152931"/>
                <a:gd name="connsiteX1" fmla="*/ 206410 w 206409"/>
                <a:gd name="connsiteY1" fmla="*/ 0 h 152931"/>
                <a:gd name="connsiteX2" fmla="*/ 143260 w 206409"/>
                <a:gd name="connsiteY2" fmla="*/ 152932 h 152931"/>
                <a:gd name="connsiteX3" fmla="*/ 0 w 206409"/>
                <a:gd name="connsiteY3" fmla="*/ 49911 h 1529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6409" h="152931">
                  <a:moveTo>
                    <a:pt x="0" y="49911"/>
                  </a:moveTo>
                  <a:lnTo>
                    <a:pt x="206410" y="0"/>
                  </a:lnTo>
                  <a:lnTo>
                    <a:pt x="143260" y="152932"/>
                  </a:lnTo>
                  <a:lnTo>
                    <a:pt x="0" y="49911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1" name="Freeform 470">
              <a:extLst>
                <a:ext uri="{FF2B5EF4-FFF2-40B4-BE49-F238E27FC236}">
                  <a16:creationId xmlns:a16="http://schemas.microsoft.com/office/drawing/2014/main" id="{06D3CCD6-8CCB-5369-2695-EF86283FB96A}"/>
                </a:ext>
              </a:extLst>
            </p:cNvPr>
            <p:cNvSpPr/>
            <p:nvPr/>
          </p:nvSpPr>
          <p:spPr>
            <a:xfrm>
              <a:off x="9786658" y="3005749"/>
              <a:ext cx="267105" cy="212654"/>
            </a:xfrm>
            <a:custGeom>
              <a:avLst/>
              <a:gdLst>
                <a:gd name="connsiteX0" fmla="*/ 0 w 267105"/>
                <a:gd name="connsiteY0" fmla="*/ 77639 h 212654"/>
                <a:gd name="connsiteX1" fmla="*/ 87791 w 267105"/>
                <a:gd name="connsiteY1" fmla="*/ 0 h 212654"/>
                <a:gd name="connsiteX2" fmla="*/ 267106 w 267105"/>
                <a:gd name="connsiteY2" fmla="*/ 212654 h 212654"/>
                <a:gd name="connsiteX3" fmla="*/ 0 w 267105"/>
                <a:gd name="connsiteY3" fmla="*/ 77639 h 2126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7105" h="212654">
                  <a:moveTo>
                    <a:pt x="0" y="77639"/>
                  </a:moveTo>
                  <a:lnTo>
                    <a:pt x="87791" y="0"/>
                  </a:lnTo>
                  <a:lnTo>
                    <a:pt x="267106" y="212654"/>
                  </a:lnTo>
                  <a:lnTo>
                    <a:pt x="0" y="77639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2" name="Freeform 471">
              <a:extLst>
                <a:ext uri="{FF2B5EF4-FFF2-40B4-BE49-F238E27FC236}">
                  <a16:creationId xmlns:a16="http://schemas.microsoft.com/office/drawing/2014/main" id="{36EFE9CB-08AF-3219-543D-DBBE59E58859}"/>
                </a:ext>
              </a:extLst>
            </p:cNvPr>
            <p:cNvSpPr/>
            <p:nvPr/>
          </p:nvSpPr>
          <p:spPr>
            <a:xfrm>
              <a:off x="9874449" y="2882998"/>
              <a:ext cx="210036" cy="151332"/>
            </a:xfrm>
            <a:custGeom>
              <a:avLst/>
              <a:gdLst>
                <a:gd name="connsiteX0" fmla="*/ 210037 w 210036"/>
                <a:gd name="connsiteY0" fmla="*/ 151332 h 151332"/>
                <a:gd name="connsiteX1" fmla="*/ 0 w 210036"/>
                <a:gd name="connsiteY1" fmla="*/ 122751 h 151332"/>
                <a:gd name="connsiteX2" fmla="*/ 129713 w 210036"/>
                <a:gd name="connsiteY2" fmla="*/ 0 h 151332"/>
                <a:gd name="connsiteX3" fmla="*/ 210037 w 210036"/>
                <a:gd name="connsiteY3" fmla="*/ 151332 h 151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0036" h="151332">
                  <a:moveTo>
                    <a:pt x="210037" y="151332"/>
                  </a:moveTo>
                  <a:lnTo>
                    <a:pt x="0" y="122751"/>
                  </a:lnTo>
                  <a:lnTo>
                    <a:pt x="129713" y="0"/>
                  </a:lnTo>
                  <a:lnTo>
                    <a:pt x="210037" y="151332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3" name="Freeform 472">
              <a:extLst>
                <a:ext uri="{FF2B5EF4-FFF2-40B4-BE49-F238E27FC236}">
                  <a16:creationId xmlns:a16="http://schemas.microsoft.com/office/drawing/2014/main" id="{17B79B28-3233-9901-E7C8-1D9C8B9A78F3}"/>
                </a:ext>
              </a:extLst>
            </p:cNvPr>
            <p:cNvSpPr/>
            <p:nvPr/>
          </p:nvSpPr>
          <p:spPr>
            <a:xfrm>
              <a:off x="10053764" y="3176918"/>
              <a:ext cx="175261" cy="181619"/>
            </a:xfrm>
            <a:custGeom>
              <a:avLst/>
              <a:gdLst>
                <a:gd name="connsiteX0" fmla="*/ 0 w 175261"/>
                <a:gd name="connsiteY0" fmla="*/ 41486 h 181619"/>
                <a:gd name="connsiteX1" fmla="*/ 175262 w 175261"/>
                <a:gd name="connsiteY1" fmla="*/ 0 h 181619"/>
                <a:gd name="connsiteX2" fmla="*/ 91418 w 175261"/>
                <a:gd name="connsiteY2" fmla="*/ 181620 h 181619"/>
                <a:gd name="connsiteX3" fmla="*/ 0 w 175261"/>
                <a:gd name="connsiteY3" fmla="*/ 41486 h 1816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5261" h="181619">
                  <a:moveTo>
                    <a:pt x="0" y="41486"/>
                  </a:moveTo>
                  <a:lnTo>
                    <a:pt x="175262" y="0"/>
                  </a:lnTo>
                  <a:lnTo>
                    <a:pt x="91418" y="181620"/>
                  </a:lnTo>
                  <a:lnTo>
                    <a:pt x="0" y="41486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4" name="Freeform 473">
              <a:extLst>
                <a:ext uri="{FF2B5EF4-FFF2-40B4-BE49-F238E27FC236}">
                  <a16:creationId xmlns:a16="http://schemas.microsoft.com/office/drawing/2014/main" id="{4AC2D67D-05E2-1087-1D30-5F752BF407C4}"/>
                </a:ext>
              </a:extLst>
            </p:cNvPr>
            <p:cNvSpPr/>
            <p:nvPr/>
          </p:nvSpPr>
          <p:spPr>
            <a:xfrm>
              <a:off x="10229026" y="3149189"/>
              <a:ext cx="312761" cy="69213"/>
            </a:xfrm>
            <a:custGeom>
              <a:avLst/>
              <a:gdLst>
                <a:gd name="connsiteX0" fmla="*/ 312761 w 312761"/>
                <a:gd name="connsiteY0" fmla="*/ 69214 h 69213"/>
                <a:gd name="connsiteX1" fmla="*/ 0 w 312761"/>
                <a:gd name="connsiteY1" fmla="*/ 27728 h 69213"/>
                <a:gd name="connsiteX2" fmla="*/ 190729 w 312761"/>
                <a:gd name="connsiteY2" fmla="*/ 0 h 69213"/>
                <a:gd name="connsiteX3" fmla="*/ 312761 w 312761"/>
                <a:gd name="connsiteY3" fmla="*/ 69214 h 69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2761" h="69213">
                  <a:moveTo>
                    <a:pt x="312761" y="69214"/>
                  </a:moveTo>
                  <a:lnTo>
                    <a:pt x="0" y="27728"/>
                  </a:lnTo>
                  <a:lnTo>
                    <a:pt x="190729" y="0"/>
                  </a:lnTo>
                  <a:lnTo>
                    <a:pt x="312761" y="69214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5" name="Freeform 474">
              <a:extLst>
                <a:ext uri="{FF2B5EF4-FFF2-40B4-BE49-F238E27FC236}">
                  <a16:creationId xmlns:a16="http://schemas.microsoft.com/office/drawing/2014/main" id="{57A00FA9-2DBB-3B64-AD74-A96F6D36A135}"/>
                </a:ext>
              </a:extLst>
            </p:cNvPr>
            <p:cNvSpPr/>
            <p:nvPr/>
          </p:nvSpPr>
          <p:spPr>
            <a:xfrm>
              <a:off x="10145182" y="3358538"/>
              <a:ext cx="176435" cy="173834"/>
            </a:xfrm>
            <a:custGeom>
              <a:avLst/>
              <a:gdLst>
                <a:gd name="connsiteX0" fmla="*/ 0 w 176435"/>
                <a:gd name="connsiteY0" fmla="*/ 0 h 173834"/>
                <a:gd name="connsiteX1" fmla="*/ 167368 w 176435"/>
                <a:gd name="connsiteY1" fmla="*/ 18450 h 173834"/>
                <a:gd name="connsiteX2" fmla="*/ 176435 w 176435"/>
                <a:gd name="connsiteY2" fmla="*/ 173835 h 173834"/>
                <a:gd name="connsiteX3" fmla="*/ 0 w 176435"/>
                <a:gd name="connsiteY3" fmla="*/ 0 h 1738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6435" h="173834">
                  <a:moveTo>
                    <a:pt x="0" y="0"/>
                  </a:moveTo>
                  <a:lnTo>
                    <a:pt x="167368" y="18450"/>
                  </a:lnTo>
                  <a:lnTo>
                    <a:pt x="176435" y="173835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6" name="Freeform 475">
              <a:extLst>
                <a:ext uri="{FF2B5EF4-FFF2-40B4-BE49-F238E27FC236}">
                  <a16:creationId xmlns:a16="http://schemas.microsoft.com/office/drawing/2014/main" id="{E79B3EAC-04C6-C101-D393-C37D4903FCEE}"/>
                </a:ext>
              </a:extLst>
            </p:cNvPr>
            <p:cNvSpPr/>
            <p:nvPr/>
          </p:nvSpPr>
          <p:spPr>
            <a:xfrm>
              <a:off x="10312550" y="3376988"/>
              <a:ext cx="180915" cy="155384"/>
            </a:xfrm>
            <a:custGeom>
              <a:avLst/>
              <a:gdLst>
                <a:gd name="connsiteX0" fmla="*/ 180915 w 180915"/>
                <a:gd name="connsiteY0" fmla="*/ 155385 h 155384"/>
                <a:gd name="connsiteX1" fmla="*/ 9067 w 180915"/>
                <a:gd name="connsiteY1" fmla="*/ 155385 h 155384"/>
                <a:gd name="connsiteX2" fmla="*/ 0 w 180915"/>
                <a:gd name="connsiteY2" fmla="*/ 0 h 155384"/>
                <a:gd name="connsiteX3" fmla="*/ 180915 w 180915"/>
                <a:gd name="connsiteY3" fmla="*/ 155385 h 1553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0915" h="155384">
                  <a:moveTo>
                    <a:pt x="180915" y="155385"/>
                  </a:moveTo>
                  <a:lnTo>
                    <a:pt x="9067" y="155385"/>
                  </a:lnTo>
                  <a:lnTo>
                    <a:pt x="0" y="0"/>
                  </a:lnTo>
                  <a:lnTo>
                    <a:pt x="180915" y="155385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7" name="Freeform 476">
              <a:extLst>
                <a:ext uri="{FF2B5EF4-FFF2-40B4-BE49-F238E27FC236}">
                  <a16:creationId xmlns:a16="http://schemas.microsoft.com/office/drawing/2014/main" id="{FE6F2099-D25D-1016-1179-203118638845}"/>
                </a:ext>
              </a:extLst>
            </p:cNvPr>
            <p:cNvSpPr/>
            <p:nvPr/>
          </p:nvSpPr>
          <p:spPr>
            <a:xfrm>
              <a:off x="10312550" y="3312893"/>
              <a:ext cx="292600" cy="64094"/>
            </a:xfrm>
            <a:custGeom>
              <a:avLst/>
              <a:gdLst>
                <a:gd name="connsiteX0" fmla="*/ 0 w 292600"/>
                <a:gd name="connsiteY0" fmla="*/ 64095 h 64094"/>
                <a:gd name="connsiteX1" fmla="*/ 66883 w 292600"/>
                <a:gd name="connsiteY1" fmla="*/ 0 h 64094"/>
                <a:gd name="connsiteX2" fmla="*/ 292601 w 292600"/>
                <a:gd name="connsiteY2" fmla="*/ 36367 h 64094"/>
                <a:gd name="connsiteX3" fmla="*/ 0 w 292600"/>
                <a:gd name="connsiteY3" fmla="*/ 64095 h 64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2600" h="64094">
                  <a:moveTo>
                    <a:pt x="0" y="64095"/>
                  </a:moveTo>
                  <a:lnTo>
                    <a:pt x="66883" y="0"/>
                  </a:lnTo>
                  <a:lnTo>
                    <a:pt x="292601" y="36367"/>
                  </a:lnTo>
                  <a:lnTo>
                    <a:pt x="0" y="64095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8" name="Freeform 477">
              <a:extLst>
                <a:ext uri="{FF2B5EF4-FFF2-40B4-BE49-F238E27FC236}">
                  <a16:creationId xmlns:a16="http://schemas.microsoft.com/office/drawing/2014/main" id="{2407C95C-2594-8B06-3462-2AC76368FDA5}"/>
                </a:ext>
              </a:extLst>
            </p:cNvPr>
            <p:cNvSpPr/>
            <p:nvPr/>
          </p:nvSpPr>
          <p:spPr>
            <a:xfrm>
              <a:off x="10312550" y="2990605"/>
              <a:ext cx="314788" cy="158584"/>
            </a:xfrm>
            <a:custGeom>
              <a:avLst/>
              <a:gdLst>
                <a:gd name="connsiteX0" fmla="*/ 107205 w 314788"/>
                <a:gd name="connsiteY0" fmla="*/ 158584 h 158584"/>
                <a:gd name="connsiteX1" fmla="*/ 0 w 314788"/>
                <a:gd name="connsiteY1" fmla="*/ 117632 h 158584"/>
                <a:gd name="connsiteX2" fmla="*/ 314788 w 314788"/>
                <a:gd name="connsiteY2" fmla="*/ 0 h 158584"/>
                <a:gd name="connsiteX3" fmla="*/ 107205 w 314788"/>
                <a:gd name="connsiteY3" fmla="*/ 158584 h 158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4788" h="158584">
                  <a:moveTo>
                    <a:pt x="107205" y="158584"/>
                  </a:moveTo>
                  <a:lnTo>
                    <a:pt x="0" y="117632"/>
                  </a:lnTo>
                  <a:lnTo>
                    <a:pt x="314788" y="0"/>
                  </a:lnTo>
                  <a:lnTo>
                    <a:pt x="107205" y="158584"/>
                  </a:lnTo>
                  <a:close/>
                </a:path>
              </a:pathLst>
            </a:custGeom>
            <a:grpFill/>
            <a:ln w="9525" cap="flat">
              <a:solidFill>
                <a:srgbClr val="7030A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9" name="Freeform 478">
              <a:extLst>
                <a:ext uri="{FF2B5EF4-FFF2-40B4-BE49-F238E27FC236}">
                  <a16:creationId xmlns:a16="http://schemas.microsoft.com/office/drawing/2014/main" id="{F36C727D-6CFE-7004-642B-D71C68C92EB3}"/>
                </a:ext>
              </a:extLst>
            </p:cNvPr>
            <p:cNvSpPr/>
            <p:nvPr/>
          </p:nvSpPr>
          <p:spPr>
            <a:xfrm>
              <a:off x="10084486" y="2895583"/>
              <a:ext cx="165767" cy="281334"/>
            </a:xfrm>
            <a:custGeom>
              <a:avLst/>
              <a:gdLst>
                <a:gd name="connsiteX0" fmla="*/ 144540 w 165767"/>
                <a:gd name="connsiteY0" fmla="*/ 281335 h 281334"/>
                <a:gd name="connsiteX1" fmla="*/ 165768 w 165767"/>
                <a:gd name="connsiteY1" fmla="*/ 0 h 281334"/>
                <a:gd name="connsiteX2" fmla="*/ 0 w 165767"/>
                <a:gd name="connsiteY2" fmla="*/ 138748 h 281334"/>
                <a:gd name="connsiteX3" fmla="*/ 144540 w 165767"/>
                <a:gd name="connsiteY3" fmla="*/ 281335 h 2813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5767" h="281334">
                  <a:moveTo>
                    <a:pt x="144540" y="281335"/>
                  </a:moveTo>
                  <a:lnTo>
                    <a:pt x="165768" y="0"/>
                  </a:lnTo>
                  <a:lnTo>
                    <a:pt x="0" y="138748"/>
                  </a:lnTo>
                  <a:lnTo>
                    <a:pt x="144540" y="281335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0" name="Freeform 479">
              <a:extLst>
                <a:ext uri="{FF2B5EF4-FFF2-40B4-BE49-F238E27FC236}">
                  <a16:creationId xmlns:a16="http://schemas.microsoft.com/office/drawing/2014/main" id="{AF994FF7-9D9D-92D0-C19B-FF228DA8DD6B}"/>
                </a:ext>
              </a:extLst>
            </p:cNvPr>
            <p:cNvSpPr/>
            <p:nvPr/>
          </p:nvSpPr>
          <p:spPr>
            <a:xfrm>
              <a:off x="10004162" y="2832554"/>
              <a:ext cx="80323" cy="50444"/>
            </a:xfrm>
            <a:custGeom>
              <a:avLst/>
              <a:gdLst>
                <a:gd name="connsiteX0" fmla="*/ 0 w 80323"/>
                <a:gd name="connsiteY0" fmla="*/ 50444 h 50444"/>
                <a:gd name="connsiteX1" fmla="*/ 70510 w 80323"/>
                <a:gd name="connsiteY1" fmla="*/ 0 h 50444"/>
                <a:gd name="connsiteX2" fmla="*/ 80324 w 80323"/>
                <a:gd name="connsiteY2" fmla="*/ 50444 h 50444"/>
                <a:gd name="connsiteX3" fmla="*/ 0 w 80323"/>
                <a:gd name="connsiteY3" fmla="*/ 50444 h 504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0323" h="50444">
                  <a:moveTo>
                    <a:pt x="0" y="50444"/>
                  </a:moveTo>
                  <a:lnTo>
                    <a:pt x="70510" y="0"/>
                  </a:lnTo>
                  <a:lnTo>
                    <a:pt x="80324" y="50444"/>
                  </a:lnTo>
                  <a:lnTo>
                    <a:pt x="0" y="50444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1" name="Freeform 480">
              <a:extLst>
                <a:ext uri="{FF2B5EF4-FFF2-40B4-BE49-F238E27FC236}">
                  <a16:creationId xmlns:a16="http://schemas.microsoft.com/office/drawing/2014/main" id="{659F84B6-651F-C339-7311-099CE0706B69}"/>
                </a:ext>
              </a:extLst>
            </p:cNvPr>
            <p:cNvSpPr/>
            <p:nvPr/>
          </p:nvSpPr>
          <p:spPr>
            <a:xfrm>
              <a:off x="10084486" y="2857830"/>
              <a:ext cx="74670" cy="94702"/>
            </a:xfrm>
            <a:custGeom>
              <a:avLst/>
              <a:gdLst>
                <a:gd name="connsiteX0" fmla="*/ 74670 w 74670"/>
                <a:gd name="connsiteY0" fmla="*/ 0 h 94702"/>
                <a:gd name="connsiteX1" fmla="*/ 0 w 74670"/>
                <a:gd name="connsiteY1" fmla="*/ 25169 h 94702"/>
                <a:gd name="connsiteX2" fmla="*/ 48749 w 74670"/>
                <a:gd name="connsiteY2" fmla="*/ 94703 h 94702"/>
                <a:gd name="connsiteX3" fmla="*/ 74670 w 74670"/>
                <a:gd name="connsiteY3" fmla="*/ 0 h 94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4670" h="94702">
                  <a:moveTo>
                    <a:pt x="74670" y="0"/>
                  </a:moveTo>
                  <a:lnTo>
                    <a:pt x="0" y="25169"/>
                  </a:lnTo>
                  <a:lnTo>
                    <a:pt x="48749" y="94703"/>
                  </a:lnTo>
                  <a:lnTo>
                    <a:pt x="74670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2" name="Freeform 481">
              <a:extLst>
                <a:ext uri="{FF2B5EF4-FFF2-40B4-BE49-F238E27FC236}">
                  <a16:creationId xmlns:a16="http://schemas.microsoft.com/office/drawing/2014/main" id="{5D20AA8A-01A6-1A6C-FA9C-B7C0FCAFF81F}"/>
                </a:ext>
              </a:extLst>
            </p:cNvPr>
            <p:cNvSpPr/>
            <p:nvPr/>
          </p:nvSpPr>
          <p:spPr>
            <a:xfrm>
              <a:off x="10250254" y="2888651"/>
              <a:ext cx="78723" cy="95235"/>
            </a:xfrm>
            <a:custGeom>
              <a:avLst/>
              <a:gdLst>
                <a:gd name="connsiteX0" fmla="*/ 0 w 78723"/>
                <a:gd name="connsiteY0" fmla="*/ 6932 h 95235"/>
                <a:gd name="connsiteX1" fmla="*/ 78724 w 78723"/>
                <a:gd name="connsiteY1" fmla="*/ 0 h 95235"/>
                <a:gd name="connsiteX2" fmla="*/ 12054 w 78723"/>
                <a:gd name="connsiteY2" fmla="*/ 95236 h 95235"/>
                <a:gd name="connsiteX3" fmla="*/ 0 w 78723"/>
                <a:gd name="connsiteY3" fmla="*/ 6932 h 952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8723" h="95235">
                  <a:moveTo>
                    <a:pt x="0" y="6932"/>
                  </a:moveTo>
                  <a:lnTo>
                    <a:pt x="78724" y="0"/>
                  </a:lnTo>
                  <a:lnTo>
                    <a:pt x="12054" y="95236"/>
                  </a:lnTo>
                  <a:lnTo>
                    <a:pt x="0" y="6932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3" name="Freeform 482">
              <a:extLst>
                <a:ext uri="{FF2B5EF4-FFF2-40B4-BE49-F238E27FC236}">
                  <a16:creationId xmlns:a16="http://schemas.microsoft.com/office/drawing/2014/main" id="{9723BB61-222D-BBBF-9673-F075F4ECAE22}"/>
                </a:ext>
              </a:extLst>
            </p:cNvPr>
            <p:cNvSpPr/>
            <p:nvPr/>
          </p:nvSpPr>
          <p:spPr>
            <a:xfrm>
              <a:off x="10262308" y="2901448"/>
              <a:ext cx="165554" cy="82438"/>
            </a:xfrm>
            <a:custGeom>
              <a:avLst/>
              <a:gdLst>
                <a:gd name="connsiteX0" fmla="*/ 110192 w 165554"/>
                <a:gd name="connsiteY0" fmla="*/ 0 h 82438"/>
                <a:gd name="connsiteX1" fmla="*/ 0 w 165554"/>
                <a:gd name="connsiteY1" fmla="*/ 82438 h 82438"/>
                <a:gd name="connsiteX2" fmla="*/ 165554 w 165554"/>
                <a:gd name="connsiteY2" fmla="*/ 24102 h 82438"/>
                <a:gd name="connsiteX3" fmla="*/ 110192 w 165554"/>
                <a:gd name="connsiteY3" fmla="*/ 0 h 82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5554" h="82438">
                  <a:moveTo>
                    <a:pt x="110192" y="0"/>
                  </a:moveTo>
                  <a:lnTo>
                    <a:pt x="0" y="82438"/>
                  </a:lnTo>
                  <a:lnTo>
                    <a:pt x="165554" y="24102"/>
                  </a:lnTo>
                  <a:lnTo>
                    <a:pt x="110192" y="0"/>
                  </a:lnTo>
                  <a:close/>
                </a:path>
              </a:pathLst>
            </a:custGeom>
            <a:grpFill/>
            <a:ln w="9525" cap="rnd">
              <a:solidFill>
                <a:srgbClr val="FF7D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4" name="Freeform 483">
              <a:extLst>
                <a:ext uri="{FF2B5EF4-FFF2-40B4-BE49-F238E27FC236}">
                  <a16:creationId xmlns:a16="http://schemas.microsoft.com/office/drawing/2014/main" id="{88E6C70F-BCBC-E197-ABB8-46B2D7FBA0F1}"/>
                </a:ext>
              </a:extLst>
            </p:cNvPr>
            <p:cNvSpPr/>
            <p:nvPr/>
          </p:nvSpPr>
          <p:spPr>
            <a:xfrm>
              <a:off x="10321617" y="2925551"/>
              <a:ext cx="305721" cy="117524"/>
            </a:xfrm>
            <a:custGeom>
              <a:avLst/>
              <a:gdLst>
                <a:gd name="connsiteX0" fmla="*/ 0 w 305721"/>
                <a:gd name="connsiteY0" fmla="*/ 117525 h 117524"/>
                <a:gd name="connsiteX1" fmla="*/ 106245 w 305721"/>
                <a:gd name="connsiteY1" fmla="*/ 0 h 117524"/>
                <a:gd name="connsiteX2" fmla="*/ 305721 w 305721"/>
                <a:gd name="connsiteY2" fmla="*/ 65055 h 117524"/>
                <a:gd name="connsiteX3" fmla="*/ 0 w 305721"/>
                <a:gd name="connsiteY3" fmla="*/ 117525 h 1175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5721" h="117524">
                  <a:moveTo>
                    <a:pt x="0" y="117525"/>
                  </a:moveTo>
                  <a:lnTo>
                    <a:pt x="106245" y="0"/>
                  </a:lnTo>
                  <a:lnTo>
                    <a:pt x="305721" y="65055"/>
                  </a:lnTo>
                  <a:lnTo>
                    <a:pt x="0" y="117525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5" name="Freeform 484">
              <a:extLst>
                <a:ext uri="{FF2B5EF4-FFF2-40B4-BE49-F238E27FC236}">
                  <a16:creationId xmlns:a16="http://schemas.microsoft.com/office/drawing/2014/main" id="{46837E63-B713-373F-2C6F-007B111735E9}"/>
                </a:ext>
              </a:extLst>
            </p:cNvPr>
            <p:cNvSpPr/>
            <p:nvPr/>
          </p:nvSpPr>
          <p:spPr>
            <a:xfrm>
              <a:off x="9557847" y="2866468"/>
              <a:ext cx="228811" cy="216920"/>
            </a:xfrm>
            <a:custGeom>
              <a:avLst/>
              <a:gdLst>
                <a:gd name="connsiteX0" fmla="*/ 0 w 228811"/>
                <a:gd name="connsiteY0" fmla="*/ 140881 h 216920"/>
                <a:gd name="connsiteX1" fmla="*/ 61123 w 228811"/>
                <a:gd name="connsiteY1" fmla="*/ 0 h 216920"/>
                <a:gd name="connsiteX2" fmla="*/ 228811 w 228811"/>
                <a:gd name="connsiteY2" fmla="*/ 216920 h 216920"/>
                <a:gd name="connsiteX3" fmla="*/ 0 w 228811"/>
                <a:gd name="connsiteY3" fmla="*/ 140881 h 216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8811" h="216920">
                  <a:moveTo>
                    <a:pt x="0" y="140881"/>
                  </a:moveTo>
                  <a:lnTo>
                    <a:pt x="61123" y="0"/>
                  </a:lnTo>
                  <a:lnTo>
                    <a:pt x="228811" y="216920"/>
                  </a:lnTo>
                  <a:lnTo>
                    <a:pt x="0" y="140881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6" name="Freeform 485">
              <a:extLst>
                <a:ext uri="{FF2B5EF4-FFF2-40B4-BE49-F238E27FC236}">
                  <a16:creationId xmlns:a16="http://schemas.microsoft.com/office/drawing/2014/main" id="{5CA2276C-BFA0-20F5-7E9C-4FD6454E72DB}"/>
                </a:ext>
              </a:extLst>
            </p:cNvPr>
            <p:cNvSpPr/>
            <p:nvPr/>
          </p:nvSpPr>
          <p:spPr>
            <a:xfrm>
              <a:off x="9181723" y="2684635"/>
              <a:ext cx="228384" cy="112086"/>
            </a:xfrm>
            <a:custGeom>
              <a:avLst/>
              <a:gdLst>
                <a:gd name="connsiteX0" fmla="*/ 228384 w 228384"/>
                <a:gd name="connsiteY0" fmla="*/ 112086 h 112086"/>
                <a:gd name="connsiteX1" fmla="*/ 0 w 228384"/>
                <a:gd name="connsiteY1" fmla="*/ 112086 h 112086"/>
                <a:gd name="connsiteX2" fmla="*/ 92805 w 228384"/>
                <a:gd name="connsiteY2" fmla="*/ 0 h 112086"/>
                <a:gd name="connsiteX3" fmla="*/ 228384 w 228384"/>
                <a:gd name="connsiteY3" fmla="*/ 112086 h 1120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8384" h="112086">
                  <a:moveTo>
                    <a:pt x="228384" y="112086"/>
                  </a:moveTo>
                  <a:lnTo>
                    <a:pt x="0" y="112086"/>
                  </a:lnTo>
                  <a:lnTo>
                    <a:pt x="92805" y="0"/>
                  </a:lnTo>
                  <a:lnTo>
                    <a:pt x="228384" y="112086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7" name="Freeform 486">
              <a:extLst>
                <a:ext uri="{FF2B5EF4-FFF2-40B4-BE49-F238E27FC236}">
                  <a16:creationId xmlns:a16="http://schemas.microsoft.com/office/drawing/2014/main" id="{C5AA89E0-FBBC-3215-893D-7436331F6243}"/>
                </a:ext>
              </a:extLst>
            </p:cNvPr>
            <p:cNvSpPr/>
            <p:nvPr/>
          </p:nvSpPr>
          <p:spPr>
            <a:xfrm>
              <a:off x="9451709" y="2654134"/>
              <a:ext cx="167261" cy="212333"/>
            </a:xfrm>
            <a:custGeom>
              <a:avLst/>
              <a:gdLst>
                <a:gd name="connsiteX0" fmla="*/ 0 w 167261"/>
                <a:gd name="connsiteY0" fmla="*/ 142587 h 212333"/>
                <a:gd name="connsiteX1" fmla="*/ 148700 w 167261"/>
                <a:gd name="connsiteY1" fmla="*/ 0 h 212333"/>
                <a:gd name="connsiteX2" fmla="*/ 167262 w 167261"/>
                <a:gd name="connsiteY2" fmla="*/ 212334 h 212333"/>
                <a:gd name="connsiteX3" fmla="*/ 0 w 167261"/>
                <a:gd name="connsiteY3" fmla="*/ 142587 h 2123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7261" h="212333">
                  <a:moveTo>
                    <a:pt x="0" y="142587"/>
                  </a:moveTo>
                  <a:lnTo>
                    <a:pt x="148700" y="0"/>
                  </a:lnTo>
                  <a:lnTo>
                    <a:pt x="167262" y="212334"/>
                  </a:lnTo>
                  <a:lnTo>
                    <a:pt x="0" y="142587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8" name="Freeform 487">
              <a:extLst>
                <a:ext uri="{FF2B5EF4-FFF2-40B4-BE49-F238E27FC236}">
                  <a16:creationId xmlns:a16="http://schemas.microsoft.com/office/drawing/2014/main" id="{DD339B80-EB50-5E27-4BF5-BC9DFEEB6469}"/>
                </a:ext>
              </a:extLst>
            </p:cNvPr>
            <p:cNvSpPr/>
            <p:nvPr/>
          </p:nvSpPr>
          <p:spPr>
            <a:xfrm>
              <a:off x="9410107" y="2560178"/>
              <a:ext cx="90777" cy="236543"/>
            </a:xfrm>
            <a:custGeom>
              <a:avLst/>
              <a:gdLst>
                <a:gd name="connsiteX0" fmla="*/ 0 w 90777"/>
                <a:gd name="connsiteY0" fmla="*/ 22396 h 236543"/>
                <a:gd name="connsiteX1" fmla="*/ 90778 w 90777"/>
                <a:gd name="connsiteY1" fmla="*/ 0 h 236543"/>
                <a:gd name="connsiteX2" fmla="*/ 0 w 90777"/>
                <a:gd name="connsiteY2" fmla="*/ 236543 h 236543"/>
                <a:gd name="connsiteX3" fmla="*/ 0 w 90777"/>
                <a:gd name="connsiteY3" fmla="*/ 22396 h 2365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0777" h="236543">
                  <a:moveTo>
                    <a:pt x="0" y="22396"/>
                  </a:moveTo>
                  <a:lnTo>
                    <a:pt x="90778" y="0"/>
                  </a:lnTo>
                  <a:lnTo>
                    <a:pt x="0" y="236543"/>
                  </a:lnTo>
                  <a:lnTo>
                    <a:pt x="0" y="22396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9" name="Freeform 488">
              <a:extLst>
                <a:ext uri="{FF2B5EF4-FFF2-40B4-BE49-F238E27FC236}">
                  <a16:creationId xmlns:a16="http://schemas.microsoft.com/office/drawing/2014/main" id="{D2546FF3-F2B3-5006-7AC4-7C910E98E37F}"/>
                </a:ext>
              </a:extLst>
            </p:cNvPr>
            <p:cNvSpPr/>
            <p:nvPr/>
          </p:nvSpPr>
          <p:spPr>
            <a:xfrm>
              <a:off x="9275594" y="2582574"/>
              <a:ext cx="134512" cy="114325"/>
            </a:xfrm>
            <a:custGeom>
              <a:avLst/>
              <a:gdLst>
                <a:gd name="connsiteX0" fmla="*/ 0 w 134512"/>
                <a:gd name="connsiteY0" fmla="*/ 75186 h 114325"/>
                <a:gd name="connsiteX1" fmla="*/ 134513 w 134512"/>
                <a:gd name="connsiteY1" fmla="*/ 0 h 114325"/>
                <a:gd name="connsiteX2" fmla="*/ 112645 w 134512"/>
                <a:gd name="connsiteY2" fmla="*/ 114326 h 114325"/>
                <a:gd name="connsiteX3" fmla="*/ 0 w 134512"/>
                <a:gd name="connsiteY3" fmla="*/ 75186 h 1143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4512" h="114325">
                  <a:moveTo>
                    <a:pt x="0" y="75186"/>
                  </a:moveTo>
                  <a:lnTo>
                    <a:pt x="134513" y="0"/>
                  </a:lnTo>
                  <a:lnTo>
                    <a:pt x="112645" y="114326"/>
                  </a:lnTo>
                  <a:lnTo>
                    <a:pt x="0" y="75186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0" name="Freeform 489">
              <a:extLst>
                <a:ext uri="{FF2B5EF4-FFF2-40B4-BE49-F238E27FC236}">
                  <a16:creationId xmlns:a16="http://schemas.microsoft.com/office/drawing/2014/main" id="{876217E7-4488-99DB-7A44-34C8CFA0C8A7}"/>
                </a:ext>
              </a:extLst>
            </p:cNvPr>
            <p:cNvSpPr/>
            <p:nvPr/>
          </p:nvSpPr>
          <p:spPr>
            <a:xfrm>
              <a:off x="9451709" y="2591639"/>
              <a:ext cx="148700" cy="205082"/>
            </a:xfrm>
            <a:custGeom>
              <a:avLst/>
              <a:gdLst>
                <a:gd name="connsiteX0" fmla="*/ 148700 w 148700"/>
                <a:gd name="connsiteY0" fmla="*/ 62495 h 205082"/>
                <a:gd name="connsiteX1" fmla="*/ 72217 w 148700"/>
                <a:gd name="connsiteY1" fmla="*/ 0 h 205082"/>
                <a:gd name="connsiteX2" fmla="*/ 0 w 148700"/>
                <a:gd name="connsiteY2" fmla="*/ 205082 h 205082"/>
                <a:gd name="connsiteX3" fmla="*/ 148700 w 148700"/>
                <a:gd name="connsiteY3" fmla="*/ 62495 h 205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8700" h="205082">
                  <a:moveTo>
                    <a:pt x="148700" y="62495"/>
                  </a:moveTo>
                  <a:lnTo>
                    <a:pt x="72217" y="0"/>
                  </a:lnTo>
                  <a:lnTo>
                    <a:pt x="0" y="205082"/>
                  </a:lnTo>
                  <a:lnTo>
                    <a:pt x="148700" y="62495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1" name="Freeform 490">
              <a:extLst>
                <a:ext uri="{FF2B5EF4-FFF2-40B4-BE49-F238E27FC236}">
                  <a16:creationId xmlns:a16="http://schemas.microsoft.com/office/drawing/2014/main" id="{26E9C6FC-7A0B-459A-6E5F-447CF92CD68F}"/>
                </a:ext>
              </a:extLst>
            </p:cNvPr>
            <p:cNvSpPr/>
            <p:nvPr/>
          </p:nvSpPr>
          <p:spPr>
            <a:xfrm>
              <a:off x="9600409" y="2574362"/>
              <a:ext cx="148807" cy="138321"/>
            </a:xfrm>
            <a:custGeom>
              <a:avLst/>
              <a:gdLst>
                <a:gd name="connsiteX0" fmla="*/ 44162 w 148807"/>
                <a:gd name="connsiteY0" fmla="*/ 0 h 138321"/>
                <a:gd name="connsiteX1" fmla="*/ 0 w 148807"/>
                <a:gd name="connsiteY1" fmla="*/ 79772 h 138321"/>
                <a:gd name="connsiteX2" fmla="*/ 148807 w 148807"/>
                <a:gd name="connsiteY2" fmla="*/ 138321 h 138321"/>
                <a:gd name="connsiteX3" fmla="*/ 44162 w 148807"/>
                <a:gd name="connsiteY3" fmla="*/ 0 h 1383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8807" h="138321">
                  <a:moveTo>
                    <a:pt x="44162" y="0"/>
                  </a:moveTo>
                  <a:lnTo>
                    <a:pt x="0" y="79772"/>
                  </a:lnTo>
                  <a:lnTo>
                    <a:pt x="148807" y="138321"/>
                  </a:lnTo>
                  <a:lnTo>
                    <a:pt x="44162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2" name="Freeform 491">
              <a:extLst>
                <a:ext uri="{FF2B5EF4-FFF2-40B4-BE49-F238E27FC236}">
                  <a16:creationId xmlns:a16="http://schemas.microsoft.com/office/drawing/2014/main" id="{0805AAEB-B927-3504-1ECB-C222AA241084}"/>
                </a:ext>
              </a:extLst>
            </p:cNvPr>
            <p:cNvSpPr/>
            <p:nvPr/>
          </p:nvSpPr>
          <p:spPr>
            <a:xfrm>
              <a:off x="9749216" y="2524984"/>
              <a:ext cx="115738" cy="187698"/>
            </a:xfrm>
            <a:custGeom>
              <a:avLst/>
              <a:gdLst>
                <a:gd name="connsiteX0" fmla="*/ 0 w 115738"/>
                <a:gd name="connsiteY0" fmla="*/ 0 h 187698"/>
                <a:gd name="connsiteX1" fmla="*/ 0 w 115738"/>
                <a:gd name="connsiteY1" fmla="*/ 187699 h 187698"/>
                <a:gd name="connsiteX2" fmla="*/ 115739 w 115738"/>
                <a:gd name="connsiteY2" fmla="*/ 72094 h 187698"/>
                <a:gd name="connsiteX3" fmla="*/ 0 w 115738"/>
                <a:gd name="connsiteY3" fmla="*/ 0 h 1876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5738" h="187698">
                  <a:moveTo>
                    <a:pt x="0" y="0"/>
                  </a:moveTo>
                  <a:lnTo>
                    <a:pt x="0" y="187699"/>
                  </a:lnTo>
                  <a:lnTo>
                    <a:pt x="115739" y="72094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3" name="Freeform 492">
              <a:extLst>
                <a:ext uri="{FF2B5EF4-FFF2-40B4-BE49-F238E27FC236}">
                  <a16:creationId xmlns:a16="http://schemas.microsoft.com/office/drawing/2014/main" id="{11E53D69-89EB-D435-0413-70BFA68D06A5}"/>
                </a:ext>
              </a:extLst>
            </p:cNvPr>
            <p:cNvSpPr/>
            <p:nvPr/>
          </p:nvSpPr>
          <p:spPr>
            <a:xfrm>
              <a:off x="9749216" y="2712683"/>
              <a:ext cx="85870" cy="138321"/>
            </a:xfrm>
            <a:custGeom>
              <a:avLst/>
              <a:gdLst>
                <a:gd name="connsiteX0" fmla="*/ 85871 w 85870"/>
                <a:gd name="connsiteY0" fmla="*/ 7785 h 138321"/>
                <a:gd name="connsiteX1" fmla="*/ 0 w 85870"/>
                <a:gd name="connsiteY1" fmla="*/ 0 h 138321"/>
                <a:gd name="connsiteX2" fmla="*/ 27841 w 85870"/>
                <a:gd name="connsiteY2" fmla="*/ 138321 h 138321"/>
                <a:gd name="connsiteX3" fmla="*/ 85871 w 85870"/>
                <a:gd name="connsiteY3" fmla="*/ 7785 h 1383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5870" h="138321">
                  <a:moveTo>
                    <a:pt x="85871" y="7785"/>
                  </a:moveTo>
                  <a:lnTo>
                    <a:pt x="0" y="0"/>
                  </a:lnTo>
                  <a:lnTo>
                    <a:pt x="27841" y="138321"/>
                  </a:lnTo>
                  <a:lnTo>
                    <a:pt x="85871" y="7785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5" name="Freeform 494">
              <a:extLst>
                <a:ext uri="{FF2B5EF4-FFF2-40B4-BE49-F238E27FC236}">
                  <a16:creationId xmlns:a16="http://schemas.microsoft.com/office/drawing/2014/main" id="{26E55C58-6782-648E-A8A9-363A85F6AD88}"/>
                </a:ext>
              </a:extLst>
            </p:cNvPr>
            <p:cNvSpPr/>
            <p:nvPr/>
          </p:nvSpPr>
          <p:spPr>
            <a:xfrm>
              <a:off x="9755297" y="2471128"/>
              <a:ext cx="334415" cy="125950"/>
            </a:xfrm>
            <a:custGeom>
              <a:avLst/>
              <a:gdLst>
                <a:gd name="connsiteX0" fmla="*/ 0 w 334415"/>
                <a:gd name="connsiteY0" fmla="*/ 0 h 125950"/>
                <a:gd name="connsiteX1" fmla="*/ 109659 w 334415"/>
                <a:gd name="connsiteY1" fmla="*/ 125950 h 125950"/>
                <a:gd name="connsiteX2" fmla="*/ 334416 w 334415"/>
                <a:gd name="connsiteY2" fmla="*/ 75933 h 125950"/>
                <a:gd name="connsiteX3" fmla="*/ 0 w 334415"/>
                <a:gd name="connsiteY3" fmla="*/ 0 h 1259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4415" h="125950">
                  <a:moveTo>
                    <a:pt x="0" y="0"/>
                  </a:moveTo>
                  <a:lnTo>
                    <a:pt x="109659" y="125950"/>
                  </a:lnTo>
                  <a:lnTo>
                    <a:pt x="334416" y="75933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6" name="Freeform 495">
              <a:extLst>
                <a:ext uri="{FF2B5EF4-FFF2-40B4-BE49-F238E27FC236}">
                  <a16:creationId xmlns:a16="http://schemas.microsoft.com/office/drawing/2014/main" id="{595D4600-A3CE-B7E7-B80B-5516BB773309}"/>
                </a:ext>
              </a:extLst>
            </p:cNvPr>
            <p:cNvSpPr/>
            <p:nvPr/>
          </p:nvSpPr>
          <p:spPr>
            <a:xfrm>
              <a:off x="9755297" y="2392102"/>
              <a:ext cx="334415" cy="154958"/>
            </a:xfrm>
            <a:custGeom>
              <a:avLst/>
              <a:gdLst>
                <a:gd name="connsiteX0" fmla="*/ 219317 w 334415"/>
                <a:gd name="connsiteY0" fmla="*/ 0 h 154958"/>
                <a:gd name="connsiteX1" fmla="*/ 0 w 334415"/>
                <a:gd name="connsiteY1" fmla="*/ 79026 h 154958"/>
                <a:gd name="connsiteX2" fmla="*/ 334416 w 334415"/>
                <a:gd name="connsiteY2" fmla="*/ 154958 h 154958"/>
                <a:gd name="connsiteX3" fmla="*/ 219317 w 334415"/>
                <a:gd name="connsiteY3" fmla="*/ 0 h 154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4415" h="154958">
                  <a:moveTo>
                    <a:pt x="219317" y="0"/>
                  </a:moveTo>
                  <a:lnTo>
                    <a:pt x="0" y="79026"/>
                  </a:lnTo>
                  <a:lnTo>
                    <a:pt x="334416" y="154958"/>
                  </a:lnTo>
                  <a:lnTo>
                    <a:pt x="219317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7" name="Freeform 496">
              <a:extLst>
                <a:ext uri="{FF2B5EF4-FFF2-40B4-BE49-F238E27FC236}">
                  <a16:creationId xmlns:a16="http://schemas.microsoft.com/office/drawing/2014/main" id="{4F39D09F-D304-62CA-8CA9-9576F2680999}"/>
                </a:ext>
              </a:extLst>
            </p:cNvPr>
            <p:cNvSpPr/>
            <p:nvPr/>
          </p:nvSpPr>
          <p:spPr>
            <a:xfrm>
              <a:off x="9618970" y="2851004"/>
              <a:ext cx="167688" cy="232383"/>
            </a:xfrm>
            <a:custGeom>
              <a:avLst/>
              <a:gdLst>
                <a:gd name="connsiteX0" fmla="*/ 167688 w 167688"/>
                <a:gd name="connsiteY0" fmla="*/ 232384 h 232383"/>
                <a:gd name="connsiteX1" fmla="*/ 158087 w 167688"/>
                <a:gd name="connsiteY1" fmla="*/ 0 h 232383"/>
                <a:gd name="connsiteX2" fmla="*/ 0 w 167688"/>
                <a:gd name="connsiteY2" fmla="*/ 15464 h 232383"/>
                <a:gd name="connsiteX3" fmla="*/ 167688 w 167688"/>
                <a:gd name="connsiteY3" fmla="*/ 232384 h 2323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7688" h="232383">
                  <a:moveTo>
                    <a:pt x="167688" y="232384"/>
                  </a:moveTo>
                  <a:lnTo>
                    <a:pt x="158087" y="0"/>
                  </a:lnTo>
                  <a:lnTo>
                    <a:pt x="0" y="15464"/>
                  </a:lnTo>
                  <a:lnTo>
                    <a:pt x="167688" y="232384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8" name="Freeform 497">
              <a:extLst>
                <a:ext uri="{FF2B5EF4-FFF2-40B4-BE49-F238E27FC236}">
                  <a16:creationId xmlns:a16="http://schemas.microsoft.com/office/drawing/2014/main" id="{BDFCBEC1-E2F1-DCBF-47C0-93E68007ED23}"/>
                </a:ext>
              </a:extLst>
            </p:cNvPr>
            <p:cNvSpPr/>
            <p:nvPr/>
          </p:nvSpPr>
          <p:spPr>
            <a:xfrm>
              <a:off x="9777058" y="2782110"/>
              <a:ext cx="227104" cy="100888"/>
            </a:xfrm>
            <a:custGeom>
              <a:avLst/>
              <a:gdLst>
                <a:gd name="connsiteX0" fmla="*/ 227104 w 227104"/>
                <a:gd name="connsiteY0" fmla="*/ 100888 h 100888"/>
                <a:gd name="connsiteX1" fmla="*/ 0 w 227104"/>
                <a:gd name="connsiteY1" fmla="*/ 68894 h 100888"/>
                <a:gd name="connsiteX2" fmla="*/ 97391 w 227104"/>
                <a:gd name="connsiteY2" fmla="*/ 0 h 100888"/>
                <a:gd name="connsiteX3" fmla="*/ 227104 w 227104"/>
                <a:gd name="connsiteY3" fmla="*/ 100888 h 100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7104" h="100888">
                  <a:moveTo>
                    <a:pt x="227104" y="100888"/>
                  </a:moveTo>
                  <a:lnTo>
                    <a:pt x="0" y="68894"/>
                  </a:lnTo>
                  <a:lnTo>
                    <a:pt x="97391" y="0"/>
                  </a:lnTo>
                  <a:lnTo>
                    <a:pt x="227104" y="100888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9" name="Freeform 498">
              <a:extLst>
                <a:ext uri="{FF2B5EF4-FFF2-40B4-BE49-F238E27FC236}">
                  <a16:creationId xmlns:a16="http://schemas.microsoft.com/office/drawing/2014/main" id="{92D9D3E5-B3F2-0521-50DB-8D8F641CF546}"/>
                </a:ext>
              </a:extLst>
            </p:cNvPr>
            <p:cNvSpPr/>
            <p:nvPr/>
          </p:nvSpPr>
          <p:spPr>
            <a:xfrm>
              <a:off x="9181723" y="2796721"/>
              <a:ext cx="376124" cy="210627"/>
            </a:xfrm>
            <a:custGeom>
              <a:avLst/>
              <a:gdLst>
                <a:gd name="connsiteX0" fmla="*/ 228384 w 376124"/>
                <a:gd name="connsiteY0" fmla="*/ 0 h 210627"/>
                <a:gd name="connsiteX1" fmla="*/ 376125 w 376124"/>
                <a:gd name="connsiteY1" fmla="*/ 210628 h 210627"/>
                <a:gd name="connsiteX2" fmla="*/ 0 w 376124"/>
                <a:gd name="connsiteY2" fmla="*/ 0 h 210627"/>
                <a:gd name="connsiteX3" fmla="*/ 228384 w 376124"/>
                <a:gd name="connsiteY3" fmla="*/ 0 h 210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6124" h="210627">
                  <a:moveTo>
                    <a:pt x="228384" y="0"/>
                  </a:moveTo>
                  <a:lnTo>
                    <a:pt x="376125" y="210628"/>
                  </a:lnTo>
                  <a:lnTo>
                    <a:pt x="0" y="0"/>
                  </a:lnTo>
                  <a:lnTo>
                    <a:pt x="228384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" name="Freeform 499">
              <a:extLst>
                <a:ext uri="{FF2B5EF4-FFF2-40B4-BE49-F238E27FC236}">
                  <a16:creationId xmlns:a16="http://schemas.microsoft.com/office/drawing/2014/main" id="{1D68B492-46F5-0093-A062-C6AB84EE0E21}"/>
                </a:ext>
              </a:extLst>
            </p:cNvPr>
            <p:cNvSpPr/>
            <p:nvPr/>
          </p:nvSpPr>
          <p:spPr>
            <a:xfrm>
              <a:off x="8956219" y="2531596"/>
              <a:ext cx="209396" cy="176501"/>
            </a:xfrm>
            <a:custGeom>
              <a:avLst/>
              <a:gdLst>
                <a:gd name="connsiteX0" fmla="*/ 209397 w 209396"/>
                <a:gd name="connsiteY0" fmla="*/ 37007 h 176501"/>
                <a:gd name="connsiteX1" fmla="*/ 0 w 209396"/>
                <a:gd name="connsiteY1" fmla="*/ 176501 h 176501"/>
                <a:gd name="connsiteX2" fmla="*/ 76057 w 209396"/>
                <a:gd name="connsiteY2" fmla="*/ 0 h 176501"/>
                <a:gd name="connsiteX3" fmla="*/ 209397 w 209396"/>
                <a:gd name="connsiteY3" fmla="*/ 37007 h 176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396" h="176501">
                  <a:moveTo>
                    <a:pt x="209397" y="37007"/>
                  </a:moveTo>
                  <a:lnTo>
                    <a:pt x="0" y="176501"/>
                  </a:lnTo>
                  <a:lnTo>
                    <a:pt x="76057" y="0"/>
                  </a:lnTo>
                  <a:lnTo>
                    <a:pt x="209397" y="37007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" name="Freeform 500">
              <a:extLst>
                <a:ext uri="{FF2B5EF4-FFF2-40B4-BE49-F238E27FC236}">
                  <a16:creationId xmlns:a16="http://schemas.microsoft.com/office/drawing/2014/main" id="{F05AEE0A-AE85-6F59-BFF6-A4A0A8D0C594}"/>
                </a:ext>
              </a:extLst>
            </p:cNvPr>
            <p:cNvSpPr/>
            <p:nvPr/>
          </p:nvSpPr>
          <p:spPr>
            <a:xfrm>
              <a:off x="9150895" y="2568603"/>
              <a:ext cx="86937" cy="109846"/>
            </a:xfrm>
            <a:custGeom>
              <a:avLst/>
              <a:gdLst>
                <a:gd name="connsiteX0" fmla="*/ 0 w 86937"/>
                <a:gd name="connsiteY0" fmla="*/ 79026 h 109846"/>
                <a:gd name="connsiteX1" fmla="*/ 14721 w 86937"/>
                <a:gd name="connsiteY1" fmla="*/ 0 h 109846"/>
                <a:gd name="connsiteX2" fmla="*/ 86937 w 86937"/>
                <a:gd name="connsiteY2" fmla="*/ 109847 h 109846"/>
                <a:gd name="connsiteX3" fmla="*/ 0 w 86937"/>
                <a:gd name="connsiteY3" fmla="*/ 79026 h 1098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937" h="109846">
                  <a:moveTo>
                    <a:pt x="0" y="79026"/>
                  </a:moveTo>
                  <a:lnTo>
                    <a:pt x="14721" y="0"/>
                  </a:lnTo>
                  <a:lnTo>
                    <a:pt x="86937" y="109847"/>
                  </a:lnTo>
                  <a:lnTo>
                    <a:pt x="0" y="79026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2" name="Freeform 501">
              <a:extLst>
                <a:ext uri="{FF2B5EF4-FFF2-40B4-BE49-F238E27FC236}">
                  <a16:creationId xmlns:a16="http://schemas.microsoft.com/office/drawing/2014/main" id="{2351CA30-3014-4560-2886-FE83AB95FE36}"/>
                </a:ext>
              </a:extLst>
            </p:cNvPr>
            <p:cNvSpPr/>
            <p:nvPr/>
          </p:nvSpPr>
          <p:spPr>
            <a:xfrm>
              <a:off x="8806345" y="2405539"/>
              <a:ext cx="225931" cy="144613"/>
            </a:xfrm>
            <a:custGeom>
              <a:avLst/>
              <a:gdLst>
                <a:gd name="connsiteX0" fmla="*/ 225931 w 225931"/>
                <a:gd name="connsiteY0" fmla="*/ 126057 h 144613"/>
                <a:gd name="connsiteX1" fmla="*/ 0 w 225931"/>
                <a:gd name="connsiteY1" fmla="*/ 144614 h 144613"/>
                <a:gd name="connsiteX2" fmla="*/ 149874 w 225931"/>
                <a:gd name="connsiteY2" fmla="*/ 0 h 144613"/>
                <a:gd name="connsiteX3" fmla="*/ 225931 w 225931"/>
                <a:gd name="connsiteY3" fmla="*/ 126057 h 1446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5931" h="144613">
                  <a:moveTo>
                    <a:pt x="225931" y="126057"/>
                  </a:moveTo>
                  <a:lnTo>
                    <a:pt x="0" y="144614"/>
                  </a:lnTo>
                  <a:lnTo>
                    <a:pt x="149874" y="0"/>
                  </a:lnTo>
                  <a:lnTo>
                    <a:pt x="225931" y="126057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3" name="Freeform 502">
              <a:extLst>
                <a:ext uri="{FF2B5EF4-FFF2-40B4-BE49-F238E27FC236}">
                  <a16:creationId xmlns:a16="http://schemas.microsoft.com/office/drawing/2014/main" id="{37B04B96-E170-A930-0196-2DB21879C687}"/>
                </a:ext>
              </a:extLst>
            </p:cNvPr>
            <p:cNvSpPr/>
            <p:nvPr/>
          </p:nvSpPr>
          <p:spPr>
            <a:xfrm>
              <a:off x="8710447" y="2371946"/>
              <a:ext cx="245771" cy="173408"/>
            </a:xfrm>
            <a:custGeom>
              <a:avLst/>
              <a:gdLst>
                <a:gd name="connsiteX0" fmla="*/ 140167 w 245771"/>
                <a:gd name="connsiteY0" fmla="*/ 0 h 173408"/>
                <a:gd name="connsiteX1" fmla="*/ 0 w 245771"/>
                <a:gd name="connsiteY1" fmla="*/ 173408 h 173408"/>
                <a:gd name="connsiteX2" fmla="*/ 245772 w 245771"/>
                <a:gd name="connsiteY2" fmla="*/ 33594 h 173408"/>
                <a:gd name="connsiteX3" fmla="*/ 140167 w 245771"/>
                <a:gd name="connsiteY3" fmla="*/ 0 h 1734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5771" h="173408">
                  <a:moveTo>
                    <a:pt x="140167" y="0"/>
                  </a:moveTo>
                  <a:lnTo>
                    <a:pt x="0" y="173408"/>
                  </a:lnTo>
                  <a:lnTo>
                    <a:pt x="245772" y="33594"/>
                  </a:lnTo>
                  <a:lnTo>
                    <a:pt x="140167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4" name="Freeform 503">
              <a:extLst>
                <a:ext uri="{FF2B5EF4-FFF2-40B4-BE49-F238E27FC236}">
                  <a16:creationId xmlns:a16="http://schemas.microsoft.com/office/drawing/2014/main" id="{5C4EFD6E-4142-30F0-B3D7-5A926CDDDE5F}"/>
                </a:ext>
              </a:extLst>
            </p:cNvPr>
            <p:cNvSpPr/>
            <p:nvPr/>
          </p:nvSpPr>
          <p:spPr>
            <a:xfrm>
              <a:off x="8661485" y="2338245"/>
              <a:ext cx="61123" cy="207108"/>
            </a:xfrm>
            <a:custGeom>
              <a:avLst/>
              <a:gdLst>
                <a:gd name="connsiteX0" fmla="*/ 61123 w 61123"/>
                <a:gd name="connsiteY0" fmla="*/ 0 h 207108"/>
                <a:gd name="connsiteX1" fmla="*/ 48962 w 61123"/>
                <a:gd name="connsiteY1" fmla="*/ 207109 h 207108"/>
                <a:gd name="connsiteX2" fmla="*/ 0 w 61123"/>
                <a:gd name="connsiteY2" fmla="*/ 11305 h 207108"/>
                <a:gd name="connsiteX3" fmla="*/ 61123 w 61123"/>
                <a:gd name="connsiteY3" fmla="*/ 0 h 2071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123" h="207108">
                  <a:moveTo>
                    <a:pt x="61123" y="0"/>
                  </a:moveTo>
                  <a:lnTo>
                    <a:pt x="48962" y="207109"/>
                  </a:lnTo>
                  <a:lnTo>
                    <a:pt x="0" y="11305"/>
                  </a:lnTo>
                  <a:lnTo>
                    <a:pt x="61123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5" name="Freeform 504">
              <a:extLst>
                <a:ext uri="{FF2B5EF4-FFF2-40B4-BE49-F238E27FC236}">
                  <a16:creationId xmlns:a16="http://schemas.microsoft.com/office/drawing/2014/main" id="{38C24DCA-5B53-4B6D-8F59-6C2A3F2B3201}"/>
                </a:ext>
              </a:extLst>
            </p:cNvPr>
            <p:cNvSpPr/>
            <p:nvPr/>
          </p:nvSpPr>
          <p:spPr>
            <a:xfrm>
              <a:off x="8722608" y="2338245"/>
              <a:ext cx="91950" cy="67294"/>
            </a:xfrm>
            <a:custGeom>
              <a:avLst/>
              <a:gdLst>
                <a:gd name="connsiteX0" fmla="*/ 64003 w 91950"/>
                <a:gd name="connsiteY0" fmla="*/ 67294 h 67294"/>
                <a:gd name="connsiteX1" fmla="*/ 0 w 91950"/>
                <a:gd name="connsiteY1" fmla="*/ 0 h 67294"/>
                <a:gd name="connsiteX2" fmla="*/ 91951 w 91950"/>
                <a:gd name="connsiteY2" fmla="*/ 10132 h 67294"/>
                <a:gd name="connsiteX3" fmla="*/ 64003 w 91950"/>
                <a:gd name="connsiteY3" fmla="*/ 67294 h 672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1950" h="67294">
                  <a:moveTo>
                    <a:pt x="64003" y="67294"/>
                  </a:moveTo>
                  <a:lnTo>
                    <a:pt x="0" y="0"/>
                  </a:lnTo>
                  <a:lnTo>
                    <a:pt x="91951" y="10132"/>
                  </a:lnTo>
                  <a:lnTo>
                    <a:pt x="64003" y="67294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6" name="Freeform 505">
              <a:extLst>
                <a:ext uri="{FF2B5EF4-FFF2-40B4-BE49-F238E27FC236}">
                  <a16:creationId xmlns:a16="http://schemas.microsoft.com/office/drawing/2014/main" id="{34319834-6CA2-A37B-1D64-2BCCF3C5D585}"/>
                </a:ext>
              </a:extLst>
            </p:cNvPr>
            <p:cNvSpPr/>
            <p:nvPr/>
          </p:nvSpPr>
          <p:spPr>
            <a:xfrm>
              <a:off x="8574120" y="2503868"/>
              <a:ext cx="136326" cy="254673"/>
            </a:xfrm>
            <a:custGeom>
              <a:avLst/>
              <a:gdLst>
                <a:gd name="connsiteX0" fmla="*/ 126406 w 136326"/>
                <a:gd name="connsiteY0" fmla="*/ 254673 h 254673"/>
                <a:gd name="connsiteX1" fmla="*/ 0 w 136326"/>
                <a:gd name="connsiteY1" fmla="*/ 0 h 254673"/>
                <a:gd name="connsiteX2" fmla="*/ 136326 w 136326"/>
                <a:gd name="connsiteY2" fmla="*/ 41486 h 254673"/>
                <a:gd name="connsiteX3" fmla="*/ 126406 w 136326"/>
                <a:gd name="connsiteY3" fmla="*/ 254673 h 254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6326" h="254673">
                  <a:moveTo>
                    <a:pt x="126406" y="254673"/>
                  </a:moveTo>
                  <a:lnTo>
                    <a:pt x="0" y="0"/>
                  </a:lnTo>
                  <a:lnTo>
                    <a:pt x="136326" y="41486"/>
                  </a:lnTo>
                  <a:lnTo>
                    <a:pt x="126406" y="254673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7" name="Freeform 506">
              <a:extLst>
                <a:ext uri="{FF2B5EF4-FFF2-40B4-BE49-F238E27FC236}">
                  <a16:creationId xmlns:a16="http://schemas.microsoft.com/office/drawing/2014/main" id="{D169CBF1-36C5-A35D-603F-5673B27F02DD}"/>
                </a:ext>
              </a:extLst>
            </p:cNvPr>
            <p:cNvSpPr/>
            <p:nvPr/>
          </p:nvSpPr>
          <p:spPr>
            <a:xfrm>
              <a:off x="8700527" y="2545354"/>
              <a:ext cx="255692" cy="213187"/>
            </a:xfrm>
            <a:custGeom>
              <a:avLst/>
              <a:gdLst>
                <a:gd name="connsiteX0" fmla="*/ 255692 w 255692"/>
                <a:gd name="connsiteY0" fmla="*/ 162743 h 213187"/>
                <a:gd name="connsiteX1" fmla="*/ 9920 w 255692"/>
                <a:gd name="connsiteY1" fmla="*/ 0 h 213187"/>
                <a:gd name="connsiteX2" fmla="*/ 0 w 255692"/>
                <a:gd name="connsiteY2" fmla="*/ 213187 h 213187"/>
                <a:gd name="connsiteX3" fmla="*/ 255692 w 255692"/>
                <a:gd name="connsiteY3" fmla="*/ 162743 h 2131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5692" h="213187">
                  <a:moveTo>
                    <a:pt x="255692" y="162743"/>
                  </a:moveTo>
                  <a:lnTo>
                    <a:pt x="9920" y="0"/>
                  </a:lnTo>
                  <a:lnTo>
                    <a:pt x="0" y="213187"/>
                  </a:lnTo>
                  <a:lnTo>
                    <a:pt x="255692" y="162743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8" name="Freeform 507">
              <a:extLst>
                <a:ext uri="{FF2B5EF4-FFF2-40B4-BE49-F238E27FC236}">
                  <a16:creationId xmlns:a16="http://schemas.microsoft.com/office/drawing/2014/main" id="{D0148222-AFE9-C188-5DB9-368467F98EBC}"/>
                </a:ext>
              </a:extLst>
            </p:cNvPr>
            <p:cNvSpPr/>
            <p:nvPr/>
          </p:nvSpPr>
          <p:spPr>
            <a:xfrm>
              <a:off x="8574120" y="2503868"/>
              <a:ext cx="126406" cy="254673"/>
            </a:xfrm>
            <a:custGeom>
              <a:avLst/>
              <a:gdLst>
                <a:gd name="connsiteX0" fmla="*/ 2454 w 126406"/>
                <a:gd name="connsiteY0" fmla="*/ 180767 h 254673"/>
                <a:gd name="connsiteX1" fmla="*/ 0 w 126406"/>
                <a:gd name="connsiteY1" fmla="*/ 0 h 254673"/>
                <a:gd name="connsiteX2" fmla="*/ 126406 w 126406"/>
                <a:gd name="connsiteY2" fmla="*/ 254673 h 254673"/>
                <a:gd name="connsiteX3" fmla="*/ 2454 w 126406"/>
                <a:gd name="connsiteY3" fmla="*/ 180767 h 254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06" h="254673">
                  <a:moveTo>
                    <a:pt x="2454" y="180767"/>
                  </a:moveTo>
                  <a:lnTo>
                    <a:pt x="0" y="0"/>
                  </a:lnTo>
                  <a:lnTo>
                    <a:pt x="126406" y="254673"/>
                  </a:lnTo>
                  <a:lnTo>
                    <a:pt x="2454" y="180767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9" name="Freeform 508">
              <a:extLst>
                <a:ext uri="{FF2B5EF4-FFF2-40B4-BE49-F238E27FC236}">
                  <a16:creationId xmlns:a16="http://schemas.microsoft.com/office/drawing/2014/main" id="{13C44131-D9FF-23B7-C975-FF108456163B}"/>
                </a:ext>
              </a:extLst>
            </p:cNvPr>
            <p:cNvSpPr/>
            <p:nvPr/>
          </p:nvSpPr>
          <p:spPr>
            <a:xfrm>
              <a:off x="8305841" y="2677916"/>
              <a:ext cx="166834" cy="138961"/>
            </a:xfrm>
            <a:custGeom>
              <a:avLst/>
              <a:gdLst>
                <a:gd name="connsiteX0" fmla="*/ 0 w 166834"/>
                <a:gd name="connsiteY0" fmla="*/ 86277 h 138961"/>
                <a:gd name="connsiteX1" fmla="*/ 87044 w 166834"/>
                <a:gd name="connsiteY1" fmla="*/ 0 h 138961"/>
                <a:gd name="connsiteX2" fmla="*/ 166835 w 166834"/>
                <a:gd name="connsiteY2" fmla="*/ 138961 h 138961"/>
                <a:gd name="connsiteX3" fmla="*/ 0 w 166834"/>
                <a:gd name="connsiteY3" fmla="*/ 86277 h 1389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6834" h="138961">
                  <a:moveTo>
                    <a:pt x="0" y="86277"/>
                  </a:moveTo>
                  <a:lnTo>
                    <a:pt x="87044" y="0"/>
                  </a:lnTo>
                  <a:lnTo>
                    <a:pt x="166835" y="138961"/>
                  </a:lnTo>
                  <a:lnTo>
                    <a:pt x="0" y="86277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0" name="Freeform 509">
              <a:extLst>
                <a:ext uri="{FF2B5EF4-FFF2-40B4-BE49-F238E27FC236}">
                  <a16:creationId xmlns:a16="http://schemas.microsoft.com/office/drawing/2014/main" id="{B4B11553-C72E-D204-B671-6C6F7A57415D}"/>
                </a:ext>
              </a:extLst>
            </p:cNvPr>
            <p:cNvSpPr/>
            <p:nvPr/>
          </p:nvSpPr>
          <p:spPr>
            <a:xfrm>
              <a:off x="8392885" y="2550153"/>
              <a:ext cx="79790" cy="266724"/>
            </a:xfrm>
            <a:custGeom>
              <a:avLst/>
              <a:gdLst>
                <a:gd name="connsiteX0" fmla="*/ 50136 w 79790"/>
                <a:gd name="connsiteY0" fmla="*/ 0 h 266724"/>
                <a:gd name="connsiteX1" fmla="*/ 0 w 79790"/>
                <a:gd name="connsiteY1" fmla="*/ 127763 h 266724"/>
                <a:gd name="connsiteX2" fmla="*/ 79790 w 79790"/>
                <a:gd name="connsiteY2" fmla="*/ 266724 h 266724"/>
                <a:gd name="connsiteX3" fmla="*/ 50136 w 79790"/>
                <a:gd name="connsiteY3" fmla="*/ 0 h 2667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790" h="266724">
                  <a:moveTo>
                    <a:pt x="50136" y="0"/>
                  </a:moveTo>
                  <a:lnTo>
                    <a:pt x="0" y="127763"/>
                  </a:lnTo>
                  <a:lnTo>
                    <a:pt x="79790" y="266724"/>
                  </a:lnTo>
                  <a:lnTo>
                    <a:pt x="50136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1" name="Freeform 510">
              <a:extLst>
                <a:ext uri="{FF2B5EF4-FFF2-40B4-BE49-F238E27FC236}">
                  <a16:creationId xmlns:a16="http://schemas.microsoft.com/office/drawing/2014/main" id="{ABE455FF-DC35-B148-6C91-CA949EEACF38}"/>
                </a:ext>
              </a:extLst>
            </p:cNvPr>
            <p:cNvSpPr/>
            <p:nvPr/>
          </p:nvSpPr>
          <p:spPr>
            <a:xfrm>
              <a:off x="8443021" y="2550153"/>
              <a:ext cx="109551" cy="266724"/>
            </a:xfrm>
            <a:custGeom>
              <a:avLst/>
              <a:gdLst>
                <a:gd name="connsiteX0" fmla="*/ 109552 w 109551"/>
                <a:gd name="connsiteY0" fmla="*/ 214040 h 266724"/>
                <a:gd name="connsiteX1" fmla="*/ 0 w 109551"/>
                <a:gd name="connsiteY1" fmla="*/ 0 h 266724"/>
                <a:gd name="connsiteX2" fmla="*/ 29655 w 109551"/>
                <a:gd name="connsiteY2" fmla="*/ 266724 h 266724"/>
                <a:gd name="connsiteX3" fmla="*/ 109552 w 109551"/>
                <a:gd name="connsiteY3" fmla="*/ 214040 h 2667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9551" h="266724">
                  <a:moveTo>
                    <a:pt x="109552" y="214040"/>
                  </a:moveTo>
                  <a:lnTo>
                    <a:pt x="0" y="0"/>
                  </a:lnTo>
                  <a:lnTo>
                    <a:pt x="29655" y="266724"/>
                  </a:lnTo>
                  <a:lnTo>
                    <a:pt x="109552" y="21404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2" name="Freeform 511">
              <a:extLst>
                <a:ext uri="{FF2B5EF4-FFF2-40B4-BE49-F238E27FC236}">
                  <a16:creationId xmlns:a16="http://schemas.microsoft.com/office/drawing/2014/main" id="{D7DFA3A3-2C2A-9C44-995B-9AC32B40FB24}"/>
                </a:ext>
              </a:extLst>
            </p:cNvPr>
            <p:cNvSpPr/>
            <p:nvPr/>
          </p:nvSpPr>
          <p:spPr>
            <a:xfrm>
              <a:off x="8443021" y="2550153"/>
              <a:ext cx="133553" cy="214040"/>
            </a:xfrm>
            <a:custGeom>
              <a:avLst/>
              <a:gdLst>
                <a:gd name="connsiteX0" fmla="*/ 133553 w 133553"/>
                <a:gd name="connsiteY0" fmla="*/ 134482 h 214040"/>
                <a:gd name="connsiteX1" fmla="*/ 109552 w 133553"/>
                <a:gd name="connsiteY1" fmla="*/ 214040 h 214040"/>
                <a:gd name="connsiteX2" fmla="*/ 0 w 133553"/>
                <a:gd name="connsiteY2" fmla="*/ 0 h 214040"/>
                <a:gd name="connsiteX3" fmla="*/ 133553 w 133553"/>
                <a:gd name="connsiteY3" fmla="*/ 134482 h 2140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3553" h="214040">
                  <a:moveTo>
                    <a:pt x="133553" y="134482"/>
                  </a:moveTo>
                  <a:lnTo>
                    <a:pt x="109552" y="214040"/>
                  </a:lnTo>
                  <a:lnTo>
                    <a:pt x="0" y="0"/>
                  </a:lnTo>
                  <a:lnTo>
                    <a:pt x="133553" y="134482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3" name="Freeform 512">
              <a:extLst>
                <a:ext uri="{FF2B5EF4-FFF2-40B4-BE49-F238E27FC236}">
                  <a16:creationId xmlns:a16="http://schemas.microsoft.com/office/drawing/2014/main" id="{9542B4BF-ED62-BCC7-1AAE-39CB54AE5880}"/>
                </a:ext>
              </a:extLst>
            </p:cNvPr>
            <p:cNvSpPr/>
            <p:nvPr/>
          </p:nvSpPr>
          <p:spPr>
            <a:xfrm>
              <a:off x="8220077" y="2498003"/>
              <a:ext cx="172808" cy="179913"/>
            </a:xfrm>
            <a:custGeom>
              <a:avLst/>
              <a:gdLst>
                <a:gd name="connsiteX0" fmla="*/ 0 w 172808"/>
                <a:gd name="connsiteY0" fmla="*/ 3946 h 179913"/>
                <a:gd name="connsiteX1" fmla="*/ 107099 w 172808"/>
                <a:gd name="connsiteY1" fmla="*/ 0 h 179913"/>
                <a:gd name="connsiteX2" fmla="*/ 172808 w 172808"/>
                <a:gd name="connsiteY2" fmla="*/ 179914 h 179913"/>
                <a:gd name="connsiteX3" fmla="*/ 0 w 172808"/>
                <a:gd name="connsiteY3" fmla="*/ 3946 h 1799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2808" h="179913">
                  <a:moveTo>
                    <a:pt x="0" y="3946"/>
                  </a:moveTo>
                  <a:lnTo>
                    <a:pt x="107099" y="0"/>
                  </a:lnTo>
                  <a:lnTo>
                    <a:pt x="172808" y="179914"/>
                  </a:lnTo>
                  <a:lnTo>
                    <a:pt x="0" y="3946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4" name="Freeform 513">
              <a:extLst>
                <a:ext uri="{FF2B5EF4-FFF2-40B4-BE49-F238E27FC236}">
                  <a16:creationId xmlns:a16="http://schemas.microsoft.com/office/drawing/2014/main" id="{95705810-EA75-8390-D421-CE4A0BE00E3A}"/>
                </a:ext>
              </a:extLst>
            </p:cNvPr>
            <p:cNvSpPr/>
            <p:nvPr/>
          </p:nvSpPr>
          <p:spPr>
            <a:xfrm>
              <a:off x="8091538" y="2764194"/>
              <a:ext cx="214303" cy="148666"/>
            </a:xfrm>
            <a:custGeom>
              <a:avLst/>
              <a:gdLst>
                <a:gd name="connsiteX0" fmla="*/ 167581 w 214303"/>
                <a:gd name="connsiteY0" fmla="*/ 148666 h 148666"/>
                <a:gd name="connsiteX1" fmla="*/ 0 w 214303"/>
                <a:gd name="connsiteY1" fmla="*/ 74333 h 148666"/>
                <a:gd name="connsiteX2" fmla="*/ 214304 w 214303"/>
                <a:gd name="connsiteY2" fmla="*/ 0 h 148666"/>
                <a:gd name="connsiteX3" fmla="*/ 167581 w 214303"/>
                <a:gd name="connsiteY3" fmla="*/ 148666 h 1486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4303" h="148666">
                  <a:moveTo>
                    <a:pt x="167581" y="148666"/>
                  </a:moveTo>
                  <a:lnTo>
                    <a:pt x="0" y="74333"/>
                  </a:lnTo>
                  <a:lnTo>
                    <a:pt x="214304" y="0"/>
                  </a:lnTo>
                  <a:lnTo>
                    <a:pt x="167581" y="148666"/>
                  </a:lnTo>
                  <a:close/>
                </a:path>
              </a:pathLst>
            </a:custGeom>
            <a:grpFill/>
            <a:ln w="9525" cap="rnd">
              <a:solidFill>
                <a:srgbClr val="7030A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5" name="Freeform 514">
              <a:extLst>
                <a:ext uri="{FF2B5EF4-FFF2-40B4-BE49-F238E27FC236}">
                  <a16:creationId xmlns:a16="http://schemas.microsoft.com/office/drawing/2014/main" id="{E414177E-A01C-3911-2869-D78B75AA4573}"/>
                </a:ext>
              </a:extLst>
            </p:cNvPr>
            <p:cNvSpPr/>
            <p:nvPr/>
          </p:nvSpPr>
          <p:spPr>
            <a:xfrm>
              <a:off x="8198743" y="2677916"/>
              <a:ext cx="194142" cy="86277"/>
            </a:xfrm>
            <a:custGeom>
              <a:avLst/>
              <a:gdLst>
                <a:gd name="connsiteX0" fmla="*/ 0 w 194142"/>
                <a:gd name="connsiteY0" fmla="*/ 6719 h 86277"/>
                <a:gd name="connsiteX1" fmla="*/ 107099 w 194142"/>
                <a:gd name="connsiteY1" fmla="*/ 86277 h 86277"/>
                <a:gd name="connsiteX2" fmla="*/ 194143 w 194142"/>
                <a:gd name="connsiteY2" fmla="*/ 0 h 86277"/>
                <a:gd name="connsiteX3" fmla="*/ 0 w 194142"/>
                <a:gd name="connsiteY3" fmla="*/ 6719 h 86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142" h="86277">
                  <a:moveTo>
                    <a:pt x="0" y="6719"/>
                  </a:moveTo>
                  <a:lnTo>
                    <a:pt x="107099" y="86277"/>
                  </a:lnTo>
                  <a:lnTo>
                    <a:pt x="194143" y="0"/>
                  </a:lnTo>
                  <a:lnTo>
                    <a:pt x="0" y="6719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6" name="Freeform 515">
              <a:extLst>
                <a:ext uri="{FF2B5EF4-FFF2-40B4-BE49-F238E27FC236}">
                  <a16:creationId xmlns:a16="http://schemas.microsoft.com/office/drawing/2014/main" id="{7451FFC3-1888-F1F4-A096-F2D3139B73B7}"/>
                </a:ext>
              </a:extLst>
            </p:cNvPr>
            <p:cNvSpPr/>
            <p:nvPr/>
          </p:nvSpPr>
          <p:spPr>
            <a:xfrm>
              <a:off x="7565539" y="2627899"/>
              <a:ext cx="148593" cy="238569"/>
            </a:xfrm>
            <a:custGeom>
              <a:avLst/>
              <a:gdLst>
                <a:gd name="connsiteX0" fmla="*/ 0 w 148593"/>
                <a:gd name="connsiteY0" fmla="*/ 0 h 238569"/>
                <a:gd name="connsiteX1" fmla="*/ 81711 w 148593"/>
                <a:gd name="connsiteY1" fmla="*/ 238569 h 238569"/>
                <a:gd name="connsiteX2" fmla="*/ 148594 w 148593"/>
                <a:gd name="connsiteY2" fmla="*/ 186952 h 238569"/>
                <a:gd name="connsiteX3" fmla="*/ 0 w 148593"/>
                <a:gd name="connsiteY3" fmla="*/ 0 h 2385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8593" h="238569">
                  <a:moveTo>
                    <a:pt x="0" y="0"/>
                  </a:moveTo>
                  <a:lnTo>
                    <a:pt x="81711" y="238569"/>
                  </a:lnTo>
                  <a:lnTo>
                    <a:pt x="148594" y="186952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7" name="Freeform 516">
              <a:extLst>
                <a:ext uri="{FF2B5EF4-FFF2-40B4-BE49-F238E27FC236}">
                  <a16:creationId xmlns:a16="http://schemas.microsoft.com/office/drawing/2014/main" id="{D0A6986C-4E85-C4E3-89BD-F1D2F543FC1F}"/>
                </a:ext>
              </a:extLst>
            </p:cNvPr>
            <p:cNvSpPr/>
            <p:nvPr/>
          </p:nvSpPr>
          <p:spPr>
            <a:xfrm>
              <a:off x="7565539" y="2627899"/>
              <a:ext cx="226784" cy="186952"/>
            </a:xfrm>
            <a:custGeom>
              <a:avLst/>
              <a:gdLst>
                <a:gd name="connsiteX0" fmla="*/ 0 w 226784"/>
                <a:gd name="connsiteY0" fmla="*/ 0 h 186952"/>
                <a:gd name="connsiteX1" fmla="*/ 148594 w 226784"/>
                <a:gd name="connsiteY1" fmla="*/ 186952 h 186952"/>
                <a:gd name="connsiteX2" fmla="*/ 226784 w 226784"/>
                <a:gd name="connsiteY2" fmla="*/ 160930 h 186952"/>
                <a:gd name="connsiteX3" fmla="*/ 0 w 226784"/>
                <a:gd name="connsiteY3" fmla="*/ 0 h 18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6784" h="186952">
                  <a:moveTo>
                    <a:pt x="0" y="0"/>
                  </a:moveTo>
                  <a:lnTo>
                    <a:pt x="148594" y="186952"/>
                  </a:lnTo>
                  <a:lnTo>
                    <a:pt x="226784" y="16093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8" name="Freeform 517">
              <a:extLst>
                <a:ext uri="{FF2B5EF4-FFF2-40B4-BE49-F238E27FC236}">
                  <a16:creationId xmlns:a16="http://schemas.microsoft.com/office/drawing/2014/main" id="{19756080-356A-6D51-5D1F-E0CAE57AD140}"/>
                </a:ext>
              </a:extLst>
            </p:cNvPr>
            <p:cNvSpPr/>
            <p:nvPr/>
          </p:nvSpPr>
          <p:spPr>
            <a:xfrm>
              <a:off x="7647250" y="2838527"/>
              <a:ext cx="218463" cy="119018"/>
            </a:xfrm>
            <a:custGeom>
              <a:avLst/>
              <a:gdLst>
                <a:gd name="connsiteX0" fmla="*/ 207050 w 218463"/>
                <a:gd name="connsiteY0" fmla="*/ 119018 h 119018"/>
                <a:gd name="connsiteX1" fmla="*/ 218464 w 218463"/>
                <a:gd name="connsiteY1" fmla="*/ 0 h 119018"/>
                <a:gd name="connsiteX2" fmla="*/ 0 w 218463"/>
                <a:gd name="connsiteY2" fmla="*/ 27941 h 119018"/>
                <a:gd name="connsiteX3" fmla="*/ 207050 w 218463"/>
                <a:gd name="connsiteY3" fmla="*/ 119018 h 1190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8463" h="119018">
                  <a:moveTo>
                    <a:pt x="207050" y="119018"/>
                  </a:moveTo>
                  <a:lnTo>
                    <a:pt x="218464" y="0"/>
                  </a:lnTo>
                  <a:lnTo>
                    <a:pt x="0" y="27941"/>
                  </a:lnTo>
                  <a:lnTo>
                    <a:pt x="207050" y="119018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9" name="Freeform 518">
              <a:extLst>
                <a:ext uri="{FF2B5EF4-FFF2-40B4-BE49-F238E27FC236}">
                  <a16:creationId xmlns:a16="http://schemas.microsoft.com/office/drawing/2014/main" id="{498A64BB-C782-7666-A09A-4994CEA1BBC0}"/>
                </a:ext>
              </a:extLst>
            </p:cNvPr>
            <p:cNvSpPr/>
            <p:nvPr/>
          </p:nvSpPr>
          <p:spPr>
            <a:xfrm>
              <a:off x="7854300" y="2844286"/>
              <a:ext cx="203849" cy="113259"/>
            </a:xfrm>
            <a:custGeom>
              <a:avLst/>
              <a:gdLst>
                <a:gd name="connsiteX0" fmla="*/ 75844 w 203849"/>
                <a:gd name="connsiteY0" fmla="*/ 0 h 113259"/>
                <a:gd name="connsiteX1" fmla="*/ 0 w 203849"/>
                <a:gd name="connsiteY1" fmla="*/ 113259 h 113259"/>
                <a:gd name="connsiteX2" fmla="*/ 203850 w 203849"/>
                <a:gd name="connsiteY2" fmla="*/ 62282 h 113259"/>
                <a:gd name="connsiteX3" fmla="*/ 75844 w 203849"/>
                <a:gd name="connsiteY3" fmla="*/ 0 h 1132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849" h="113259">
                  <a:moveTo>
                    <a:pt x="75844" y="0"/>
                  </a:moveTo>
                  <a:lnTo>
                    <a:pt x="0" y="113259"/>
                  </a:lnTo>
                  <a:lnTo>
                    <a:pt x="203850" y="62282"/>
                  </a:lnTo>
                  <a:lnTo>
                    <a:pt x="75844" y="0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0" name="Freeform 519">
              <a:extLst>
                <a:ext uri="{FF2B5EF4-FFF2-40B4-BE49-F238E27FC236}">
                  <a16:creationId xmlns:a16="http://schemas.microsoft.com/office/drawing/2014/main" id="{192884A5-E9BE-0D2C-9A85-22E7221015CA}"/>
                </a:ext>
              </a:extLst>
            </p:cNvPr>
            <p:cNvSpPr/>
            <p:nvPr/>
          </p:nvSpPr>
          <p:spPr>
            <a:xfrm>
              <a:off x="8091538" y="2684635"/>
              <a:ext cx="214303" cy="153891"/>
            </a:xfrm>
            <a:custGeom>
              <a:avLst/>
              <a:gdLst>
                <a:gd name="connsiteX0" fmla="*/ 107205 w 214303"/>
                <a:gd name="connsiteY0" fmla="*/ 0 h 153891"/>
                <a:gd name="connsiteX1" fmla="*/ 0 w 214303"/>
                <a:gd name="connsiteY1" fmla="*/ 153892 h 153891"/>
                <a:gd name="connsiteX2" fmla="*/ 214304 w 214303"/>
                <a:gd name="connsiteY2" fmla="*/ 79559 h 153891"/>
                <a:gd name="connsiteX3" fmla="*/ 107205 w 214303"/>
                <a:gd name="connsiteY3" fmla="*/ 0 h 153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4303" h="153891">
                  <a:moveTo>
                    <a:pt x="107205" y="0"/>
                  </a:moveTo>
                  <a:lnTo>
                    <a:pt x="0" y="153892"/>
                  </a:lnTo>
                  <a:lnTo>
                    <a:pt x="214304" y="79559"/>
                  </a:lnTo>
                  <a:lnTo>
                    <a:pt x="107205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1" name="Freeform 520">
              <a:extLst>
                <a:ext uri="{FF2B5EF4-FFF2-40B4-BE49-F238E27FC236}">
                  <a16:creationId xmlns:a16="http://schemas.microsoft.com/office/drawing/2014/main" id="{4EB0A5DE-EDF7-F7F4-E744-4D61E854E861}"/>
                </a:ext>
              </a:extLst>
            </p:cNvPr>
            <p:cNvSpPr/>
            <p:nvPr/>
          </p:nvSpPr>
          <p:spPr>
            <a:xfrm>
              <a:off x="8053882" y="2477846"/>
              <a:ext cx="144860" cy="206788"/>
            </a:xfrm>
            <a:custGeom>
              <a:avLst/>
              <a:gdLst>
                <a:gd name="connsiteX0" fmla="*/ 47042 w 144860"/>
                <a:gd name="connsiteY0" fmla="*/ 0 h 206788"/>
                <a:gd name="connsiteX1" fmla="*/ 144860 w 144860"/>
                <a:gd name="connsiteY1" fmla="*/ 206789 h 206788"/>
                <a:gd name="connsiteX2" fmla="*/ 0 w 144860"/>
                <a:gd name="connsiteY2" fmla="*/ 139495 h 206788"/>
                <a:gd name="connsiteX3" fmla="*/ 47042 w 144860"/>
                <a:gd name="connsiteY3" fmla="*/ 0 h 206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4860" h="206788">
                  <a:moveTo>
                    <a:pt x="47042" y="0"/>
                  </a:moveTo>
                  <a:lnTo>
                    <a:pt x="144860" y="206789"/>
                  </a:lnTo>
                  <a:lnTo>
                    <a:pt x="0" y="139495"/>
                  </a:lnTo>
                  <a:lnTo>
                    <a:pt x="47042" y="0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2" name="Freeform 521">
              <a:extLst>
                <a:ext uri="{FF2B5EF4-FFF2-40B4-BE49-F238E27FC236}">
                  <a16:creationId xmlns:a16="http://schemas.microsoft.com/office/drawing/2014/main" id="{4BC437FF-5BA3-CC61-5BCC-4B0970394982}"/>
                </a:ext>
              </a:extLst>
            </p:cNvPr>
            <p:cNvSpPr/>
            <p:nvPr/>
          </p:nvSpPr>
          <p:spPr>
            <a:xfrm>
              <a:off x="7938357" y="2674290"/>
              <a:ext cx="260385" cy="117951"/>
            </a:xfrm>
            <a:custGeom>
              <a:avLst/>
              <a:gdLst>
                <a:gd name="connsiteX0" fmla="*/ 0 w 260385"/>
                <a:gd name="connsiteY0" fmla="*/ 117952 h 117951"/>
                <a:gd name="connsiteX1" fmla="*/ 260386 w 260385"/>
                <a:gd name="connsiteY1" fmla="*/ 10345 h 117951"/>
                <a:gd name="connsiteX2" fmla="*/ 27841 w 260385"/>
                <a:gd name="connsiteY2" fmla="*/ 0 h 117951"/>
                <a:gd name="connsiteX3" fmla="*/ 0 w 260385"/>
                <a:gd name="connsiteY3" fmla="*/ 117952 h 117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0385" h="117951">
                  <a:moveTo>
                    <a:pt x="0" y="117952"/>
                  </a:moveTo>
                  <a:lnTo>
                    <a:pt x="260386" y="10345"/>
                  </a:lnTo>
                  <a:lnTo>
                    <a:pt x="27841" y="0"/>
                  </a:lnTo>
                  <a:lnTo>
                    <a:pt x="0" y="117952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3" name="Freeform 522">
              <a:extLst>
                <a:ext uri="{FF2B5EF4-FFF2-40B4-BE49-F238E27FC236}">
                  <a16:creationId xmlns:a16="http://schemas.microsoft.com/office/drawing/2014/main" id="{C33AFE99-6AC9-6FAB-3E0A-85648AC96E6A}"/>
                </a:ext>
              </a:extLst>
            </p:cNvPr>
            <p:cNvSpPr/>
            <p:nvPr/>
          </p:nvSpPr>
          <p:spPr>
            <a:xfrm>
              <a:off x="7966198" y="2617341"/>
              <a:ext cx="232544" cy="67294"/>
            </a:xfrm>
            <a:custGeom>
              <a:avLst/>
              <a:gdLst>
                <a:gd name="connsiteX0" fmla="*/ 87684 w 232544"/>
                <a:gd name="connsiteY0" fmla="*/ 0 h 67294"/>
                <a:gd name="connsiteX1" fmla="*/ 0 w 232544"/>
                <a:gd name="connsiteY1" fmla="*/ 56949 h 67294"/>
                <a:gd name="connsiteX2" fmla="*/ 232544 w 232544"/>
                <a:gd name="connsiteY2" fmla="*/ 67294 h 67294"/>
                <a:gd name="connsiteX3" fmla="*/ 87684 w 232544"/>
                <a:gd name="connsiteY3" fmla="*/ 0 h 672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544" h="67294">
                  <a:moveTo>
                    <a:pt x="87684" y="0"/>
                  </a:moveTo>
                  <a:lnTo>
                    <a:pt x="0" y="56949"/>
                  </a:lnTo>
                  <a:lnTo>
                    <a:pt x="232544" y="67294"/>
                  </a:lnTo>
                  <a:lnTo>
                    <a:pt x="87684" y="0"/>
                  </a:lnTo>
                  <a:close/>
                </a:path>
              </a:pathLst>
            </a:custGeom>
            <a:grpFill/>
            <a:ln w="9525" cap="rnd">
              <a:solidFill>
                <a:srgbClr val="FF7D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4" name="Freeform 523">
              <a:extLst>
                <a:ext uri="{FF2B5EF4-FFF2-40B4-BE49-F238E27FC236}">
                  <a16:creationId xmlns:a16="http://schemas.microsoft.com/office/drawing/2014/main" id="{6958695F-F2AB-D733-2F46-539FE4C3ECD1}"/>
                </a:ext>
              </a:extLst>
            </p:cNvPr>
            <p:cNvSpPr/>
            <p:nvPr/>
          </p:nvSpPr>
          <p:spPr>
            <a:xfrm>
              <a:off x="8198743" y="2501948"/>
              <a:ext cx="194142" cy="182686"/>
            </a:xfrm>
            <a:custGeom>
              <a:avLst/>
              <a:gdLst>
                <a:gd name="connsiteX0" fmla="*/ 21334 w 194142"/>
                <a:gd name="connsiteY0" fmla="*/ 0 h 182686"/>
                <a:gd name="connsiteX1" fmla="*/ 0 w 194142"/>
                <a:gd name="connsiteY1" fmla="*/ 182686 h 182686"/>
                <a:gd name="connsiteX2" fmla="*/ 194143 w 194142"/>
                <a:gd name="connsiteY2" fmla="*/ 175968 h 182686"/>
                <a:gd name="connsiteX3" fmla="*/ 21334 w 194142"/>
                <a:gd name="connsiteY3" fmla="*/ 0 h 1826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142" h="182686">
                  <a:moveTo>
                    <a:pt x="21334" y="0"/>
                  </a:moveTo>
                  <a:lnTo>
                    <a:pt x="0" y="182686"/>
                  </a:lnTo>
                  <a:lnTo>
                    <a:pt x="194143" y="175968"/>
                  </a:lnTo>
                  <a:lnTo>
                    <a:pt x="21334" y="0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5" name="Freeform 524">
              <a:extLst>
                <a:ext uri="{FF2B5EF4-FFF2-40B4-BE49-F238E27FC236}">
                  <a16:creationId xmlns:a16="http://schemas.microsoft.com/office/drawing/2014/main" id="{D4B4A22C-6A8F-0EBA-0B23-3923B1D83D3F}"/>
                </a:ext>
              </a:extLst>
            </p:cNvPr>
            <p:cNvSpPr/>
            <p:nvPr/>
          </p:nvSpPr>
          <p:spPr>
            <a:xfrm>
              <a:off x="8454008" y="2487765"/>
              <a:ext cx="122565" cy="196870"/>
            </a:xfrm>
            <a:custGeom>
              <a:avLst/>
              <a:gdLst>
                <a:gd name="connsiteX0" fmla="*/ 120112 w 122565"/>
                <a:gd name="connsiteY0" fmla="*/ 16103 h 196870"/>
                <a:gd name="connsiteX1" fmla="*/ 0 w 122565"/>
                <a:gd name="connsiteY1" fmla="*/ 0 h 196870"/>
                <a:gd name="connsiteX2" fmla="*/ 122566 w 122565"/>
                <a:gd name="connsiteY2" fmla="*/ 196870 h 196870"/>
                <a:gd name="connsiteX3" fmla="*/ 120112 w 122565"/>
                <a:gd name="connsiteY3" fmla="*/ 16103 h 1968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565" h="196870">
                  <a:moveTo>
                    <a:pt x="120112" y="16103"/>
                  </a:moveTo>
                  <a:lnTo>
                    <a:pt x="0" y="0"/>
                  </a:lnTo>
                  <a:lnTo>
                    <a:pt x="122566" y="196870"/>
                  </a:lnTo>
                  <a:lnTo>
                    <a:pt x="120112" y="16103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6" name="Freeform 525">
              <a:extLst>
                <a:ext uri="{FF2B5EF4-FFF2-40B4-BE49-F238E27FC236}">
                  <a16:creationId xmlns:a16="http://schemas.microsoft.com/office/drawing/2014/main" id="{DC3CC095-0835-3A92-5DE8-E4CE8DE8680D}"/>
                </a:ext>
              </a:extLst>
            </p:cNvPr>
            <p:cNvSpPr/>
            <p:nvPr/>
          </p:nvSpPr>
          <p:spPr>
            <a:xfrm>
              <a:off x="8378058" y="2220080"/>
              <a:ext cx="283426" cy="237609"/>
            </a:xfrm>
            <a:custGeom>
              <a:avLst/>
              <a:gdLst>
                <a:gd name="connsiteX0" fmla="*/ 283427 w 283426"/>
                <a:gd name="connsiteY0" fmla="*/ 129469 h 237609"/>
                <a:gd name="connsiteX1" fmla="*/ 0 w 283426"/>
                <a:gd name="connsiteY1" fmla="*/ 0 h 237609"/>
                <a:gd name="connsiteX2" fmla="*/ 22188 w 283426"/>
                <a:gd name="connsiteY2" fmla="*/ 237610 h 237609"/>
                <a:gd name="connsiteX3" fmla="*/ 283427 w 283426"/>
                <a:gd name="connsiteY3" fmla="*/ 129469 h 2376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3426" h="237609">
                  <a:moveTo>
                    <a:pt x="283427" y="129469"/>
                  </a:moveTo>
                  <a:lnTo>
                    <a:pt x="0" y="0"/>
                  </a:lnTo>
                  <a:lnTo>
                    <a:pt x="22188" y="237610"/>
                  </a:lnTo>
                  <a:lnTo>
                    <a:pt x="283427" y="129469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7" name="Freeform 526">
              <a:extLst>
                <a:ext uri="{FF2B5EF4-FFF2-40B4-BE49-F238E27FC236}">
                  <a16:creationId xmlns:a16="http://schemas.microsoft.com/office/drawing/2014/main" id="{8EEED1B4-88E0-F11D-C3F4-F630C3A88B69}"/>
                </a:ext>
              </a:extLst>
            </p:cNvPr>
            <p:cNvSpPr/>
            <p:nvPr/>
          </p:nvSpPr>
          <p:spPr>
            <a:xfrm>
              <a:off x="8574120" y="2349550"/>
              <a:ext cx="136326" cy="195804"/>
            </a:xfrm>
            <a:custGeom>
              <a:avLst/>
              <a:gdLst>
                <a:gd name="connsiteX0" fmla="*/ 0 w 136326"/>
                <a:gd name="connsiteY0" fmla="*/ 154318 h 195804"/>
                <a:gd name="connsiteX1" fmla="*/ 87364 w 136326"/>
                <a:gd name="connsiteY1" fmla="*/ 0 h 195804"/>
                <a:gd name="connsiteX2" fmla="*/ 136326 w 136326"/>
                <a:gd name="connsiteY2" fmla="*/ 195804 h 195804"/>
                <a:gd name="connsiteX3" fmla="*/ 0 w 136326"/>
                <a:gd name="connsiteY3" fmla="*/ 154318 h 1958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6326" h="195804">
                  <a:moveTo>
                    <a:pt x="0" y="154318"/>
                  </a:moveTo>
                  <a:lnTo>
                    <a:pt x="87364" y="0"/>
                  </a:lnTo>
                  <a:lnTo>
                    <a:pt x="136326" y="195804"/>
                  </a:lnTo>
                  <a:lnTo>
                    <a:pt x="0" y="154318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8" name="Freeform 527">
              <a:extLst>
                <a:ext uri="{FF2B5EF4-FFF2-40B4-BE49-F238E27FC236}">
                  <a16:creationId xmlns:a16="http://schemas.microsoft.com/office/drawing/2014/main" id="{EDBA1343-9B25-BB9C-7471-8C2CAD7E5BFD}"/>
                </a:ext>
              </a:extLst>
            </p:cNvPr>
            <p:cNvSpPr/>
            <p:nvPr/>
          </p:nvSpPr>
          <p:spPr>
            <a:xfrm>
              <a:off x="8266053" y="2220080"/>
              <a:ext cx="134192" cy="237609"/>
            </a:xfrm>
            <a:custGeom>
              <a:avLst/>
              <a:gdLst>
                <a:gd name="connsiteX0" fmla="*/ 134193 w 134192"/>
                <a:gd name="connsiteY0" fmla="*/ 237610 h 237609"/>
                <a:gd name="connsiteX1" fmla="*/ 0 w 134192"/>
                <a:gd name="connsiteY1" fmla="*/ 0 h 237609"/>
                <a:gd name="connsiteX2" fmla="*/ 112005 w 134192"/>
                <a:gd name="connsiteY2" fmla="*/ 0 h 237609"/>
                <a:gd name="connsiteX3" fmla="*/ 134193 w 134192"/>
                <a:gd name="connsiteY3" fmla="*/ 237610 h 2376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4192" h="237609">
                  <a:moveTo>
                    <a:pt x="134193" y="237610"/>
                  </a:moveTo>
                  <a:lnTo>
                    <a:pt x="0" y="0"/>
                  </a:lnTo>
                  <a:lnTo>
                    <a:pt x="112005" y="0"/>
                  </a:lnTo>
                  <a:lnTo>
                    <a:pt x="134193" y="237610"/>
                  </a:lnTo>
                  <a:close/>
                </a:path>
              </a:pathLst>
            </a:custGeom>
            <a:grpFill/>
            <a:ln w="9525" cap="rnd">
              <a:solidFill>
                <a:srgbClr val="FF7D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9" name="Freeform 528">
              <a:extLst>
                <a:ext uri="{FF2B5EF4-FFF2-40B4-BE49-F238E27FC236}">
                  <a16:creationId xmlns:a16="http://schemas.microsoft.com/office/drawing/2014/main" id="{3D9D1905-758C-3D60-A2E6-F0636733B383}"/>
                </a:ext>
              </a:extLst>
            </p:cNvPr>
            <p:cNvSpPr/>
            <p:nvPr/>
          </p:nvSpPr>
          <p:spPr>
            <a:xfrm>
              <a:off x="8126313" y="2220080"/>
              <a:ext cx="273932" cy="237609"/>
            </a:xfrm>
            <a:custGeom>
              <a:avLst/>
              <a:gdLst>
                <a:gd name="connsiteX0" fmla="*/ 0 w 273932"/>
                <a:gd name="connsiteY0" fmla="*/ 101635 h 237609"/>
                <a:gd name="connsiteX1" fmla="*/ 139740 w 273932"/>
                <a:gd name="connsiteY1" fmla="*/ 0 h 237609"/>
                <a:gd name="connsiteX2" fmla="*/ 273933 w 273932"/>
                <a:gd name="connsiteY2" fmla="*/ 237610 h 237609"/>
                <a:gd name="connsiteX3" fmla="*/ 0 w 273932"/>
                <a:gd name="connsiteY3" fmla="*/ 101635 h 2376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3932" h="237609">
                  <a:moveTo>
                    <a:pt x="0" y="101635"/>
                  </a:moveTo>
                  <a:lnTo>
                    <a:pt x="139740" y="0"/>
                  </a:lnTo>
                  <a:lnTo>
                    <a:pt x="273933" y="237610"/>
                  </a:lnTo>
                  <a:lnTo>
                    <a:pt x="0" y="101635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0" name="Freeform 529">
              <a:extLst>
                <a:ext uri="{FF2B5EF4-FFF2-40B4-BE49-F238E27FC236}">
                  <a16:creationId xmlns:a16="http://schemas.microsoft.com/office/drawing/2014/main" id="{BEA88B94-EB64-CA2E-3520-CB6B2165088B}"/>
                </a:ext>
              </a:extLst>
            </p:cNvPr>
            <p:cNvSpPr/>
            <p:nvPr/>
          </p:nvSpPr>
          <p:spPr>
            <a:xfrm>
              <a:off x="8378058" y="1964554"/>
              <a:ext cx="186782" cy="255526"/>
            </a:xfrm>
            <a:custGeom>
              <a:avLst/>
              <a:gdLst>
                <a:gd name="connsiteX0" fmla="*/ 0 w 186782"/>
                <a:gd name="connsiteY0" fmla="*/ 255526 h 255526"/>
                <a:gd name="connsiteX1" fmla="*/ 33068 w 186782"/>
                <a:gd name="connsiteY1" fmla="*/ 0 h 255526"/>
                <a:gd name="connsiteX2" fmla="*/ 186782 w 186782"/>
                <a:gd name="connsiteY2" fmla="*/ 63242 h 255526"/>
                <a:gd name="connsiteX3" fmla="*/ 0 w 186782"/>
                <a:gd name="connsiteY3" fmla="*/ 255526 h 2555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6782" h="255526">
                  <a:moveTo>
                    <a:pt x="0" y="255526"/>
                  </a:moveTo>
                  <a:lnTo>
                    <a:pt x="33068" y="0"/>
                  </a:lnTo>
                  <a:lnTo>
                    <a:pt x="186782" y="63242"/>
                  </a:lnTo>
                  <a:lnTo>
                    <a:pt x="0" y="255526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2" name="Freeform 531">
              <a:extLst>
                <a:ext uri="{FF2B5EF4-FFF2-40B4-BE49-F238E27FC236}">
                  <a16:creationId xmlns:a16="http://schemas.microsoft.com/office/drawing/2014/main" id="{2CCC8290-E3DB-0023-41C4-21A919FC9C45}"/>
                </a:ext>
              </a:extLst>
            </p:cNvPr>
            <p:cNvSpPr/>
            <p:nvPr/>
          </p:nvSpPr>
          <p:spPr>
            <a:xfrm>
              <a:off x="8283333" y="1964554"/>
              <a:ext cx="127792" cy="255526"/>
            </a:xfrm>
            <a:custGeom>
              <a:avLst/>
              <a:gdLst>
                <a:gd name="connsiteX0" fmla="*/ 0 w 127792"/>
                <a:gd name="connsiteY0" fmla="*/ 0 h 255526"/>
                <a:gd name="connsiteX1" fmla="*/ 127793 w 127792"/>
                <a:gd name="connsiteY1" fmla="*/ 0 h 255526"/>
                <a:gd name="connsiteX2" fmla="*/ 94725 w 127792"/>
                <a:gd name="connsiteY2" fmla="*/ 255526 h 255526"/>
                <a:gd name="connsiteX3" fmla="*/ 0 w 127792"/>
                <a:gd name="connsiteY3" fmla="*/ 0 h 2555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792" h="255526">
                  <a:moveTo>
                    <a:pt x="0" y="0"/>
                  </a:moveTo>
                  <a:lnTo>
                    <a:pt x="127793" y="0"/>
                  </a:lnTo>
                  <a:lnTo>
                    <a:pt x="94725" y="255526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3" name="Freeform 532">
              <a:extLst>
                <a:ext uri="{FF2B5EF4-FFF2-40B4-BE49-F238E27FC236}">
                  <a16:creationId xmlns:a16="http://schemas.microsoft.com/office/drawing/2014/main" id="{AF6EE2F1-D094-3DA3-7348-D040D6C08A0F}"/>
                </a:ext>
              </a:extLst>
            </p:cNvPr>
            <p:cNvSpPr/>
            <p:nvPr/>
          </p:nvSpPr>
          <p:spPr>
            <a:xfrm>
              <a:off x="8111165" y="1875931"/>
              <a:ext cx="172168" cy="151865"/>
            </a:xfrm>
            <a:custGeom>
              <a:avLst/>
              <a:gdLst>
                <a:gd name="connsiteX0" fmla="*/ 23788 w 172168"/>
                <a:gd name="connsiteY0" fmla="*/ 0 h 151865"/>
                <a:gd name="connsiteX1" fmla="*/ 172168 w 172168"/>
                <a:gd name="connsiteY1" fmla="*/ 88624 h 151865"/>
                <a:gd name="connsiteX2" fmla="*/ 0 w 172168"/>
                <a:gd name="connsiteY2" fmla="*/ 151865 h 151865"/>
                <a:gd name="connsiteX3" fmla="*/ 23788 w 172168"/>
                <a:gd name="connsiteY3" fmla="*/ 0 h 1518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2168" h="151865">
                  <a:moveTo>
                    <a:pt x="23788" y="0"/>
                  </a:moveTo>
                  <a:lnTo>
                    <a:pt x="172168" y="88624"/>
                  </a:lnTo>
                  <a:lnTo>
                    <a:pt x="0" y="151865"/>
                  </a:lnTo>
                  <a:lnTo>
                    <a:pt x="23788" y="0"/>
                  </a:lnTo>
                  <a:close/>
                </a:path>
              </a:pathLst>
            </a:custGeom>
            <a:grpFill/>
            <a:ln w="9525" cap="rnd">
              <a:solidFill>
                <a:srgbClr val="7030A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4" name="Freeform 533">
              <a:extLst>
                <a:ext uri="{FF2B5EF4-FFF2-40B4-BE49-F238E27FC236}">
                  <a16:creationId xmlns:a16="http://schemas.microsoft.com/office/drawing/2014/main" id="{C045FFF1-4C01-8E63-9309-2BF251D4FB5B}"/>
                </a:ext>
              </a:extLst>
            </p:cNvPr>
            <p:cNvSpPr/>
            <p:nvPr/>
          </p:nvSpPr>
          <p:spPr>
            <a:xfrm>
              <a:off x="8111165" y="1964554"/>
              <a:ext cx="266892" cy="255526"/>
            </a:xfrm>
            <a:custGeom>
              <a:avLst/>
              <a:gdLst>
                <a:gd name="connsiteX0" fmla="*/ 266893 w 266892"/>
                <a:gd name="connsiteY0" fmla="*/ 255526 h 255526"/>
                <a:gd name="connsiteX1" fmla="*/ 0 w 266892"/>
                <a:gd name="connsiteY1" fmla="*/ 63242 h 255526"/>
                <a:gd name="connsiteX2" fmla="*/ 172168 w 266892"/>
                <a:gd name="connsiteY2" fmla="*/ 0 h 255526"/>
                <a:gd name="connsiteX3" fmla="*/ 266893 w 266892"/>
                <a:gd name="connsiteY3" fmla="*/ 255526 h 2555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6892" h="255526">
                  <a:moveTo>
                    <a:pt x="266893" y="255526"/>
                  </a:moveTo>
                  <a:lnTo>
                    <a:pt x="0" y="63242"/>
                  </a:lnTo>
                  <a:lnTo>
                    <a:pt x="172168" y="0"/>
                  </a:lnTo>
                  <a:lnTo>
                    <a:pt x="266893" y="255526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5" name="Freeform 534">
              <a:extLst>
                <a:ext uri="{FF2B5EF4-FFF2-40B4-BE49-F238E27FC236}">
                  <a16:creationId xmlns:a16="http://schemas.microsoft.com/office/drawing/2014/main" id="{2CEA594B-DCFC-4D67-BC5F-2DEB2404BEA8}"/>
                </a:ext>
              </a:extLst>
            </p:cNvPr>
            <p:cNvSpPr/>
            <p:nvPr/>
          </p:nvSpPr>
          <p:spPr>
            <a:xfrm>
              <a:off x="8111165" y="2027796"/>
              <a:ext cx="154887" cy="192284"/>
            </a:xfrm>
            <a:custGeom>
              <a:avLst/>
              <a:gdLst>
                <a:gd name="connsiteX0" fmla="*/ 29015 w 154887"/>
                <a:gd name="connsiteY0" fmla="*/ 119444 h 192284"/>
                <a:gd name="connsiteX1" fmla="*/ 0 w 154887"/>
                <a:gd name="connsiteY1" fmla="*/ 0 h 192284"/>
                <a:gd name="connsiteX2" fmla="*/ 154887 w 154887"/>
                <a:gd name="connsiteY2" fmla="*/ 192285 h 192284"/>
                <a:gd name="connsiteX3" fmla="*/ 29015 w 154887"/>
                <a:gd name="connsiteY3" fmla="*/ 119444 h 192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4887" h="192284">
                  <a:moveTo>
                    <a:pt x="29015" y="119444"/>
                  </a:moveTo>
                  <a:lnTo>
                    <a:pt x="0" y="0"/>
                  </a:lnTo>
                  <a:lnTo>
                    <a:pt x="154887" y="192285"/>
                  </a:lnTo>
                  <a:lnTo>
                    <a:pt x="29015" y="119444"/>
                  </a:lnTo>
                  <a:close/>
                </a:path>
              </a:pathLst>
            </a:custGeom>
            <a:grpFill/>
            <a:ln w="9525" cap="rnd">
              <a:solidFill>
                <a:srgbClr val="FF7D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6" name="Freeform 535">
              <a:extLst>
                <a:ext uri="{FF2B5EF4-FFF2-40B4-BE49-F238E27FC236}">
                  <a16:creationId xmlns:a16="http://schemas.microsoft.com/office/drawing/2014/main" id="{01B75D7D-4C64-BF55-66C8-6BCFCF7F4980}"/>
                </a:ext>
              </a:extLst>
            </p:cNvPr>
            <p:cNvSpPr/>
            <p:nvPr/>
          </p:nvSpPr>
          <p:spPr>
            <a:xfrm>
              <a:off x="8638550" y="2238211"/>
              <a:ext cx="230517" cy="63454"/>
            </a:xfrm>
            <a:custGeom>
              <a:avLst/>
              <a:gdLst>
                <a:gd name="connsiteX0" fmla="*/ 0 w 230517"/>
                <a:gd name="connsiteY0" fmla="*/ 0 h 63454"/>
                <a:gd name="connsiteX1" fmla="*/ 230517 w 230517"/>
                <a:gd name="connsiteY1" fmla="*/ 14504 h 63454"/>
                <a:gd name="connsiteX2" fmla="*/ 167794 w 230517"/>
                <a:gd name="connsiteY2" fmla="*/ 63455 h 63454"/>
                <a:gd name="connsiteX3" fmla="*/ 0 w 230517"/>
                <a:gd name="connsiteY3" fmla="*/ 0 h 634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517" h="63454">
                  <a:moveTo>
                    <a:pt x="0" y="0"/>
                  </a:moveTo>
                  <a:lnTo>
                    <a:pt x="230517" y="14504"/>
                  </a:lnTo>
                  <a:lnTo>
                    <a:pt x="167794" y="63455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7" name="Freeform 536">
              <a:extLst>
                <a:ext uri="{FF2B5EF4-FFF2-40B4-BE49-F238E27FC236}">
                  <a16:creationId xmlns:a16="http://schemas.microsoft.com/office/drawing/2014/main" id="{14CDC7B9-9F00-E88D-4873-FE3F263D9BFD}"/>
                </a:ext>
              </a:extLst>
            </p:cNvPr>
            <p:cNvSpPr/>
            <p:nvPr/>
          </p:nvSpPr>
          <p:spPr>
            <a:xfrm>
              <a:off x="8638550" y="2147240"/>
              <a:ext cx="230517" cy="105474"/>
            </a:xfrm>
            <a:custGeom>
              <a:avLst/>
              <a:gdLst>
                <a:gd name="connsiteX0" fmla="*/ 150514 w 230517"/>
                <a:gd name="connsiteY0" fmla="*/ 0 h 105474"/>
                <a:gd name="connsiteX1" fmla="*/ 0 w 230517"/>
                <a:gd name="connsiteY1" fmla="*/ 90970 h 105474"/>
                <a:gd name="connsiteX2" fmla="*/ 230517 w 230517"/>
                <a:gd name="connsiteY2" fmla="*/ 105474 h 105474"/>
                <a:gd name="connsiteX3" fmla="*/ 150514 w 230517"/>
                <a:gd name="connsiteY3" fmla="*/ 0 h 1054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517" h="105474">
                  <a:moveTo>
                    <a:pt x="150514" y="0"/>
                  </a:moveTo>
                  <a:lnTo>
                    <a:pt x="0" y="90970"/>
                  </a:lnTo>
                  <a:lnTo>
                    <a:pt x="230517" y="105474"/>
                  </a:lnTo>
                  <a:lnTo>
                    <a:pt x="150514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8" name="Freeform 537">
              <a:extLst>
                <a:ext uri="{FF2B5EF4-FFF2-40B4-BE49-F238E27FC236}">
                  <a16:creationId xmlns:a16="http://schemas.microsoft.com/office/drawing/2014/main" id="{C395F888-A938-0A58-7C24-D1A2D405206F}"/>
                </a:ext>
              </a:extLst>
            </p:cNvPr>
            <p:cNvSpPr/>
            <p:nvPr/>
          </p:nvSpPr>
          <p:spPr>
            <a:xfrm>
              <a:off x="8789064" y="2060856"/>
              <a:ext cx="227637" cy="142906"/>
            </a:xfrm>
            <a:custGeom>
              <a:avLst/>
              <a:gdLst>
                <a:gd name="connsiteX0" fmla="*/ 51203 w 227637"/>
                <a:gd name="connsiteY0" fmla="*/ 0 h 142906"/>
                <a:gd name="connsiteX1" fmla="*/ 0 w 227637"/>
                <a:gd name="connsiteY1" fmla="*/ 86384 h 142906"/>
                <a:gd name="connsiteX2" fmla="*/ 227637 w 227637"/>
                <a:gd name="connsiteY2" fmla="*/ 142907 h 142906"/>
                <a:gd name="connsiteX3" fmla="*/ 51203 w 227637"/>
                <a:gd name="connsiteY3" fmla="*/ 0 h 142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7637" h="142906">
                  <a:moveTo>
                    <a:pt x="51203" y="0"/>
                  </a:moveTo>
                  <a:lnTo>
                    <a:pt x="0" y="86384"/>
                  </a:lnTo>
                  <a:lnTo>
                    <a:pt x="227637" y="142907"/>
                  </a:lnTo>
                  <a:lnTo>
                    <a:pt x="51203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9" name="Freeform 538">
              <a:extLst>
                <a:ext uri="{FF2B5EF4-FFF2-40B4-BE49-F238E27FC236}">
                  <a16:creationId xmlns:a16="http://schemas.microsoft.com/office/drawing/2014/main" id="{B4121D50-F36C-87BC-DD57-3D36AF203AB5}"/>
                </a:ext>
              </a:extLst>
            </p:cNvPr>
            <p:cNvSpPr/>
            <p:nvPr/>
          </p:nvSpPr>
          <p:spPr>
            <a:xfrm>
              <a:off x="8869068" y="2203763"/>
              <a:ext cx="232331" cy="267364"/>
            </a:xfrm>
            <a:custGeom>
              <a:avLst/>
              <a:gdLst>
                <a:gd name="connsiteX0" fmla="*/ 0 w 232331"/>
                <a:gd name="connsiteY0" fmla="*/ 48951 h 267364"/>
                <a:gd name="connsiteX1" fmla="*/ 232331 w 232331"/>
                <a:gd name="connsiteY1" fmla="*/ 267364 h 267364"/>
                <a:gd name="connsiteX2" fmla="*/ 147634 w 232331"/>
                <a:gd name="connsiteY2" fmla="*/ 0 h 267364"/>
                <a:gd name="connsiteX3" fmla="*/ 0 w 232331"/>
                <a:gd name="connsiteY3" fmla="*/ 48951 h 267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331" h="267364">
                  <a:moveTo>
                    <a:pt x="0" y="48951"/>
                  </a:moveTo>
                  <a:lnTo>
                    <a:pt x="232331" y="267364"/>
                  </a:lnTo>
                  <a:lnTo>
                    <a:pt x="147634" y="0"/>
                  </a:lnTo>
                  <a:lnTo>
                    <a:pt x="0" y="48951"/>
                  </a:lnTo>
                  <a:close/>
                </a:path>
              </a:pathLst>
            </a:custGeom>
            <a:grpFill/>
            <a:ln w="9525" cap="rnd">
              <a:solidFill>
                <a:srgbClr val="7030A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0" name="Freeform 539">
              <a:extLst>
                <a:ext uri="{FF2B5EF4-FFF2-40B4-BE49-F238E27FC236}">
                  <a16:creationId xmlns:a16="http://schemas.microsoft.com/office/drawing/2014/main" id="{5296D7B8-1FAF-ABCD-8A2D-0ED9A1DE9B95}"/>
                </a:ext>
              </a:extLst>
            </p:cNvPr>
            <p:cNvSpPr/>
            <p:nvPr/>
          </p:nvSpPr>
          <p:spPr>
            <a:xfrm>
              <a:off x="8840267" y="2060856"/>
              <a:ext cx="176434" cy="142906"/>
            </a:xfrm>
            <a:custGeom>
              <a:avLst/>
              <a:gdLst>
                <a:gd name="connsiteX0" fmla="*/ 139953 w 176434"/>
                <a:gd name="connsiteY0" fmla="*/ 3946 h 142906"/>
                <a:gd name="connsiteX1" fmla="*/ 176435 w 176434"/>
                <a:gd name="connsiteY1" fmla="*/ 142907 h 142906"/>
                <a:gd name="connsiteX2" fmla="*/ 0 w 176434"/>
                <a:gd name="connsiteY2" fmla="*/ 0 h 142906"/>
                <a:gd name="connsiteX3" fmla="*/ 139953 w 176434"/>
                <a:gd name="connsiteY3" fmla="*/ 3946 h 142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6434" h="142906">
                  <a:moveTo>
                    <a:pt x="139953" y="3946"/>
                  </a:moveTo>
                  <a:lnTo>
                    <a:pt x="176435" y="142907"/>
                  </a:lnTo>
                  <a:lnTo>
                    <a:pt x="0" y="0"/>
                  </a:lnTo>
                  <a:lnTo>
                    <a:pt x="139953" y="3946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1" name="Freeform 540">
              <a:extLst>
                <a:ext uri="{FF2B5EF4-FFF2-40B4-BE49-F238E27FC236}">
                  <a16:creationId xmlns:a16="http://schemas.microsoft.com/office/drawing/2014/main" id="{C95077F2-8B33-3EFE-4E0C-019395DAED82}"/>
                </a:ext>
              </a:extLst>
            </p:cNvPr>
            <p:cNvSpPr/>
            <p:nvPr/>
          </p:nvSpPr>
          <p:spPr>
            <a:xfrm>
              <a:off x="8980220" y="1979591"/>
              <a:ext cx="133446" cy="224171"/>
            </a:xfrm>
            <a:custGeom>
              <a:avLst/>
              <a:gdLst>
                <a:gd name="connsiteX0" fmla="*/ 133446 w 133446"/>
                <a:gd name="connsiteY0" fmla="*/ 0 h 224171"/>
                <a:gd name="connsiteX1" fmla="*/ 36482 w 133446"/>
                <a:gd name="connsiteY1" fmla="*/ 224172 h 224171"/>
                <a:gd name="connsiteX2" fmla="*/ 0 w 133446"/>
                <a:gd name="connsiteY2" fmla="*/ 85211 h 224171"/>
                <a:gd name="connsiteX3" fmla="*/ 133446 w 133446"/>
                <a:gd name="connsiteY3" fmla="*/ 0 h 2241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3446" h="224171">
                  <a:moveTo>
                    <a:pt x="133446" y="0"/>
                  </a:moveTo>
                  <a:lnTo>
                    <a:pt x="36482" y="224172"/>
                  </a:lnTo>
                  <a:lnTo>
                    <a:pt x="0" y="85211"/>
                  </a:lnTo>
                  <a:lnTo>
                    <a:pt x="133446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2" name="Freeform 541">
              <a:extLst>
                <a:ext uri="{FF2B5EF4-FFF2-40B4-BE49-F238E27FC236}">
                  <a16:creationId xmlns:a16="http://schemas.microsoft.com/office/drawing/2014/main" id="{32AD9D01-16C4-B12A-21FD-C035CB199C37}"/>
                </a:ext>
              </a:extLst>
            </p:cNvPr>
            <p:cNvSpPr/>
            <p:nvPr/>
          </p:nvSpPr>
          <p:spPr>
            <a:xfrm>
              <a:off x="9016701" y="1979591"/>
              <a:ext cx="237024" cy="224171"/>
            </a:xfrm>
            <a:custGeom>
              <a:avLst/>
              <a:gdLst>
                <a:gd name="connsiteX0" fmla="*/ 237025 w 237024"/>
                <a:gd name="connsiteY0" fmla="*/ 111553 h 224171"/>
                <a:gd name="connsiteX1" fmla="*/ 96965 w 237024"/>
                <a:gd name="connsiteY1" fmla="*/ 0 h 224171"/>
                <a:gd name="connsiteX2" fmla="*/ 0 w 237024"/>
                <a:gd name="connsiteY2" fmla="*/ 224172 h 224171"/>
                <a:gd name="connsiteX3" fmla="*/ 237025 w 237024"/>
                <a:gd name="connsiteY3" fmla="*/ 111553 h 2241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7024" h="224171">
                  <a:moveTo>
                    <a:pt x="237025" y="111553"/>
                  </a:moveTo>
                  <a:lnTo>
                    <a:pt x="96965" y="0"/>
                  </a:lnTo>
                  <a:lnTo>
                    <a:pt x="0" y="224172"/>
                  </a:lnTo>
                  <a:lnTo>
                    <a:pt x="237025" y="111553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3" name="Freeform 542">
              <a:extLst>
                <a:ext uri="{FF2B5EF4-FFF2-40B4-BE49-F238E27FC236}">
                  <a16:creationId xmlns:a16="http://schemas.microsoft.com/office/drawing/2014/main" id="{55D6A6B1-C090-7027-ECD5-0BD59C18E084}"/>
                </a:ext>
              </a:extLst>
            </p:cNvPr>
            <p:cNvSpPr/>
            <p:nvPr/>
          </p:nvSpPr>
          <p:spPr>
            <a:xfrm>
              <a:off x="9016701" y="2091144"/>
              <a:ext cx="237024" cy="146852"/>
            </a:xfrm>
            <a:custGeom>
              <a:avLst/>
              <a:gdLst>
                <a:gd name="connsiteX0" fmla="*/ 95258 w 237024"/>
                <a:gd name="connsiteY0" fmla="*/ 146853 h 146852"/>
                <a:gd name="connsiteX1" fmla="*/ 0 w 237024"/>
                <a:gd name="connsiteY1" fmla="*/ 112619 h 146852"/>
                <a:gd name="connsiteX2" fmla="*/ 237025 w 237024"/>
                <a:gd name="connsiteY2" fmla="*/ 0 h 146852"/>
                <a:gd name="connsiteX3" fmla="*/ 95258 w 237024"/>
                <a:gd name="connsiteY3" fmla="*/ 146853 h 1468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7024" h="146852">
                  <a:moveTo>
                    <a:pt x="95258" y="146853"/>
                  </a:moveTo>
                  <a:lnTo>
                    <a:pt x="0" y="112619"/>
                  </a:lnTo>
                  <a:lnTo>
                    <a:pt x="237025" y="0"/>
                  </a:lnTo>
                  <a:lnTo>
                    <a:pt x="95258" y="146853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4" name="Freeform 543">
              <a:extLst>
                <a:ext uri="{FF2B5EF4-FFF2-40B4-BE49-F238E27FC236}">
                  <a16:creationId xmlns:a16="http://schemas.microsoft.com/office/drawing/2014/main" id="{C10EEE01-C601-2C3C-3210-DD25A32C97DE}"/>
                </a:ext>
              </a:extLst>
            </p:cNvPr>
            <p:cNvSpPr/>
            <p:nvPr/>
          </p:nvSpPr>
          <p:spPr>
            <a:xfrm>
              <a:off x="9016701" y="2203763"/>
              <a:ext cx="95258" cy="267364"/>
            </a:xfrm>
            <a:custGeom>
              <a:avLst/>
              <a:gdLst>
                <a:gd name="connsiteX0" fmla="*/ 84697 w 95258"/>
                <a:gd name="connsiteY0" fmla="*/ 267364 h 267364"/>
                <a:gd name="connsiteX1" fmla="*/ 95258 w 95258"/>
                <a:gd name="connsiteY1" fmla="*/ 34234 h 267364"/>
                <a:gd name="connsiteX2" fmla="*/ 0 w 95258"/>
                <a:gd name="connsiteY2" fmla="*/ 0 h 267364"/>
                <a:gd name="connsiteX3" fmla="*/ 84697 w 95258"/>
                <a:gd name="connsiteY3" fmla="*/ 267364 h 267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258" h="267364">
                  <a:moveTo>
                    <a:pt x="84697" y="267364"/>
                  </a:moveTo>
                  <a:lnTo>
                    <a:pt x="95258" y="34234"/>
                  </a:lnTo>
                  <a:lnTo>
                    <a:pt x="0" y="0"/>
                  </a:lnTo>
                  <a:lnTo>
                    <a:pt x="84697" y="267364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5" name="Freeform 544">
              <a:extLst>
                <a:ext uri="{FF2B5EF4-FFF2-40B4-BE49-F238E27FC236}">
                  <a16:creationId xmlns:a16="http://schemas.microsoft.com/office/drawing/2014/main" id="{7659FBA2-790A-0CC0-C3A7-227BBB0CD499}"/>
                </a:ext>
              </a:extLst>
            </p:cNvPr>
            <p:cNvSpPr/>
            <p:nvPr/>
          </p:nvSpPr>
          <p:spPr>
            <a:xfrm>
              <a:off x="9111960" y="2091144"/>
              <a:ext cx="174194" cy="146852"/>
            </a:xfrm>
            <a:custGeom>
              <a:avLst/>
              <a:gdLst>
                <a:gd name="connsiteX0" fmla="*/ 174195 w 174194"/>
                <a:gd name="connsiteY0" fmla="*/ 146853 h 146852"/>
                <a:gd name="connsiteX1" fmla="*/ 141767 w 174194"/>
                <a:gd name="connsiteY1" fmla="*/ 0 h 146852"/>
                <a:gd name="connsiteX2" fmla="*/ 0 w 174194"/>
                <a:gd name="connsiteY2" fmla="*/ 146853 h 146852"/>
                <a:gd name="connsiteX3" fmla="*/ 174195 w 174194"/>
                <a:gd name="connsiteY3" fmla="*/ 146853 h 1468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4194" h="146852">
                  <a:moveTo>
                    <a:pt x="174195" y="146853"/>
                  </a:moveTo>
                  <a:lnTo>
                    <a:pt x="141767" y="0"/>
                  </a:lnTo>
                  <a:lnTo>
                    <a:pt x="0" y="146853"/>
                  </a:lnTo>
                  <a:lnTo>
                    <a:pt x="174195" y="146853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6" name="Freeform 545">
              <a:extLst>
                <a:ext uri="{FF2B5EF4-FFF2-40B4-BE49-F238E27FC236}">
                  <a16:creationId xmlns:a16="http://schemas.microsoft.com/office/drawing/2014/main" id="{35DD07C5-6BA7-0747-6807-AEF88DF3E07E}"/>
                </a:ext>
              </a:extLst>
            </p:cNvPr>
            <p:cNvSpPr/>
            <p:nvPr/>
          </p:nvSpPr>
          <p:spPr>
            <a:xfrm>
              <a:off x="9101399" y="2237997"/>
              <a:ext cx="184755" cy="233130"/>
            </a:xfrm>
            <a:custGeom>
              <a:avLst/>
              <a:gdLst>
                <a:gd name="connsiteX0" fmla="*/ 0 w 184755"/>
                <a:gd name="connsiteY0" fmla="*/ 233131 h 233130"/>
                <a:gd name="connsiteX1" fmla="*/ 10561 w 184755"/>
                <a:gd name="connsiteY1" fmla="*/ 0 h 233130"/>
                <a:gd name="connsiteX2" fmla="*/ 184756 w 184755"/>
                <a:gd name="connsiteY2" fmla="*/ 0 h 233130"/>
                <a:gd name="connsiteX3" fmla="*/ 0 w 184755"/>
                <a:gd name="connsiteY3" fmla="*/ 233131 h 233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4755" h="233130">
                  <a:moveTo>
                    <a:pt x="0" y="233131"/>
                  </a:moveTo>
                  <a:lnTo>
                    <a:pt x="10561" y="0"/>
                  </a:lnTo>
                  <a:lnTo>
                    <a:pt x="184756" y="0"/>
                  </a:lnTo>
                  <a:lnTo>
                    <a:pt x="0" y="233131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7" name="Freeform 546">
              <a:extLst>
                <a:ext uri="{FF2B5EF4-FFF2-40B4-BE49-F238E27FC236}">
                  <a16:creationId xmlns:a16="http://schemas.microsoft.com/office/drawing/2014/main" id="{F023FEAB-CF99-EAAE-1FF1-9067784C47F9}"/>
                </a:ext>
              </a:extLst>
            </p:cNvPr>
            <p:cNvSpPr/>
            <p:nvPr/>
          </p:nvSpPr>
          <p:spPr>
            <a:xfrm>
              <a:off x="9253726" y="2064802"/>
              <a:ext cx="271266" cy="173194"/>
            </a:xfrm>
            <a:custGeom>
              <a:avLst/>
              <a:gdLst>
                <a:gd name="connsiteX0" fmla="*/ 0 w 271266"/>
                <a:gd name="connsiteY0" fmla="*/ 26342 h 173194"/>
                <a:gd name="connsiteX1" fmla="*/ 202356 w 271266"/>
                <a:gd name="connsiteY1" fmla="*/ 0 h 173194"/>
                <a:gd name="connsiteX2" fmla="*/ 271267 w 271266"/>
                <a:gd name="connsiteY2" fmla="*/ 173195 h 173194"/>
                <a:gd name="connsiteX3" fmla="*/ 0 w 271266"/>
                <a:gd name="connsiteY3" fmla="*/ 26342 h 1731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1266" h="173194">
                  <a:moveTo>
                    <a:pt x="0" y="26342"/>
                  </a:moveTo>
                  <a:lnTo>
                    <a:pt x="202356" y="0"/>
                  </a:lnTo>
                  <a:lnTo>
                    <a:pt x="271267" y="173195"/>
                  </a:lnTo>
                  <a:lnTo>
                    <a:pt x="0" y="26342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8" name="Freeform 547">
              <a:extLst>
                <a:ext uri="{FF2B5EF4-FFF2-40B4-BE49-F238E27FC236}">
                  <a16:creationId xmlns:a16="http://schemas.microsoft.com/office/drawing/2014/main" id="{3EDADC7E-6B0C-E3D3-396B-036EE6D685F0}"/>
                </a:ext>
              </a:extLst>
            </p:cNvPr>
            <p:cNvSpPr/>
            <p:nvPr/>
          </p:nvSpPr>
          <p:spPr>
            <a:xfrm>
              <a:off x="9286154" y="2237997"/>
              <a:ext cx="238838" cy="111552"/>
            </a:xfrm>
            <a:custGeom>
              <a:avLst/>
              <a:gdLst>
                <a:gd name="connsiteX0" fmla="*/ 0 w 238838"/>
                <a:gd name="connsiteY0" fmla="*/ 0 h 111552"/>
                <a:gd name="connsiteX1" fmla="*/ 238838 w 238838"/>
                <a:gd name="connsiteY1" fmla="*/ 0 h 111552"/>
                <a:gd name="connsiteX2" fmla="*/ 227851 w 238838"/>
                <a:gd name="connsiteY2" fmla="*/ 111553 h 111552"/>
                <a:gd name="connsiteX3" fmla="*/ 0 w 238838"/>
                <a:gd name="connsiteY3" fmla="*/ 0 h 1115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8838" h="111552">
                  <a:moveTo>
                    <a:pt x="0" y="0"/>
                  </a:moveTo>
                  <a:lnTo>
                    <a:pt x="238838" y="0"/>
                  </a:lnTo>
                  <a:lnTo>
                    <a:pt x="227851" y="111553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9" name="Freeform 548">
              <a:extLst>
                <a:ext uri="{FF2B5EF4-FFF2-40B4-BE49-F238E27FC236}">
                  <a16:creationId xmlns:a16="http://schemas.microsoft.com/office/drawing/2014/main" id="{DA9C0B4B-8B75-38AC-83FB-DF33BDFD0555}"/>
                </a:ext>
              </a:extLst>
            </p:cNvPr>
            <p:cNvSpPr/>
            <p:nvPr/>
          </p:nvSpPr>
          <p:spPr>
            <a:xfrm>
              <a:off x="9246046" y="2349550"/>
              <a:ext cx="445248" cy="88730"/>
            </a:xfrm>
            <a:custGeom>
              <a:avLst/>
              <a:gdLst>
                <a:gd name="connsiteX0" fmla="*/ 0 w 445248"/>
                <a:gd name="connsiteY0" fmla="*/ 55990 h 88730"/>
                <a:gd name="connsiteX1" fmla="*/ 267960 w 445248"/>
                <a:gd name="connsiteY1" fmla="*/ 0 h 88730"/>
                <a:gd name="connsiteX2" fmla="*/ 445248 w 445248"/>
                <a:gd name="connsiteY2" fmla="*/ 88730 h 88730"/>
                <a:gd name="connsiteX3" fmla="*/ 0 w 445248"/>
                <a:gd name="connsiteY3" fmla="*/ 55990 h 887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5248" h="88730">
                  <a:moveTo>
                    <a:pt x="0" y="55990"/>
                  </a:moveTo>
                  <a:lnTo>
                    <a:pt x="267960" y="0"/>
                  </a:lnTo>
                  <a:lnTo>
                    <a:pt x="445248" y="88730"/>
                  </a:lnTo>
                  <a:lnTo>
                    <a:pt x="0" y="5599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0" name="Freeform 549">
              <a:extLst>
                <a:ext uri="{FF2B5EF4-FFF2-40B4-BE49-F238E27FC236}">
                  <a16:creationId xmlns:a16="http://schemas.microsoft.com/office/drawing/2014/main" id="{78A0BCFA-A82C-5B87-1FF0-13E12FD3E933}"/>
                </a:ext>
              </a:extLst>
            </p:cNvPr>
            <p:cNvSpPr/>
            <p:nvPr/>
          </p:nvSpPr>
          <p:spPr>
            <a:xfrm>
              <a:off x="9755297" y="2237997"/>
              <a:ext cx="219317" cy="233130"/>
            </a:xfrm>
            <a:custGeom>
              <a:avLst/>
              <a:gdLst>
                <a:gd name="connsiteX0" fmla="*/ 0 w 219317"/>
                <a:gd name="connsiteY0" fmla="*/ 233131 h 233130"/>
                <a:gd name="connsiteX1" fmla="*/ 129073 w 219317"/>
                <a:gd name="connsiteY1" fmla="*/ 0 h 233130"/>
                <a:gd name="connsiteX2" fmla="*/ 219317 w 219317"/>
                <a:gd name="connsiteY2" fmla="*/ 154105 h 233130"/>
                <a:gd name="connsiteX3" fmla="*/ 0 w 219317"/>
                <a:gd name="connsiteY3" fmla="*/ 233131 h 233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9317" h="233130">
                  <a:moveTo>
                    <a:pt x="0" y="233131"/>
                  </a:moveTo>
                  <a:lnTo>
                    <a:pt x="129073" y="0"/>
                  </a:lnTo>
                  <a:lnTo>
                    <a:pt x="219317" y="154105"/>
                  </a:lnTo>
                  <a:lnTo>
                    <a:pt x="0" y="233131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1" name="Freeform 550">
              <a:extLst>
                <a:ext uri="{FF2B5EF4-FFF2-40B4-BE49-F238E27FC236}">
                  <a16:creationId xmlns:a16="http://schemas.microsoft.com/office/drawing/2014/main" id="{708CD313-5CB9-65F8-6390-D55E8FA81016}"/>
                </a:ext>
              </a:extLst>
            </p:cNvPr>
            <p:cNvSpPr/>
            <p:nvPr/>
          </p:nvSpPr>
          <p:spPr>
            <a:xfrm>
              <a:off x="9558914" y="2120899"/>
              <a:ext cx="325455" cy="203909"/>
            </a:xfrm>
            <a:custGeom>
              <a:avLst/>
              <a:gdLst>
                <a:gd name="connsiteX0" fmla="*/ 0 w 325455"/>
                <a:gd name="connsiteY0" fmla="*/ 0 h 203909"/>
                <a:gd name="connsiteX1" fmla="*/ 325456 w 325455"/>
                <a:gd name="connsiteY1" fmla="*/ 117098 h 203909"/>
                <a:gd name="connsiteX2" fmla="*/ 41495 w 325455"/>
                <a:gd name="connsiteY2" fmla="*/ 203909 h 203909"/>
                <a:gd name="connsiteX3" fmla="*/ 0 w 325455"/>
                <a:gd name="connsiteY3" fmla="*/ 0 h 203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5455" h="203909">
                  <a:moveTo>
                    <a:pt x="0" y="0"/>
                  </a:moveTo>
                  <a:lnTo>
                    <a:pt x="325456" y="117098"/>
                  </a:lnTo>
                  <a:lnTo>
                    <a:pt x="41495" y="203909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rnd">
              <a:solidFill>
                <a:srgbClr val="FF7D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2" name="Freeform 551">
              <a:extLst>
                <a:ext uri="{FF2B5EF4-FFF2-40B4-BE49-F238E27FC236}">
                  <a16:creationId xmlns:a16="http://schemas.microsoft.com/office/drawing/2014/main" id="{274C0DC2-88BF-DDE2-7E87-0D200F24629D}"/>
                </a:ext>
              </a:extLst>
            </p:cNvPr>
            <p:cNvSpPr/>
            <p:nvPr/>
          </p:nvSpPr>
          <p:spPr>
            <a:xfrm>
              <a:off x="9558914" y="2078666"/>
              <a:ext cx="325455" cy="159330"/>
            </a:xfrm>
            <a:custGeom>
              <a:avLst/>
              <a:gdLst>
                <a:gd name="connsiteX0" fmla="*/ 106245 w 325455"/>
                <a:gd name="connsiteY0" fmla="*/ 0 h 159330"/>
                <a:gd name="connsiteX1" fmla="*/ 0 w 325455"/>
                <a:gd name="connsiteY1" fmla="*/ 42232 h 159330"/>
                <a:gd name="connsiteX2" fmla="*/ 325456 w 325455"/>
                <a:gd name="connsiteY2" fmla="*/ 159331 h 159330"/>
                <a:gd name="connsiteX3" fmla="*/ 106245 w 325455"/>
                <a:gd name="connsiteY3" fmla="*/ 0 h 1593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5455" h="159330">
                  <a:moveTo>
                    <a:pt x="106245" y="0"/>
                  </a:moveTo>
                  <a:lnTo>
                    <a:pt x="0" y="42232"/>
                  </a:lnTo>
                  <a:lnTo>
                    <a:pt x="325456" y="159331"/>
                  </a:lnTo>
                  <a:lnTo>
                    <a:pt x="106245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3" name="Freeform 552">
              <a:extLst>
                <a:ext uri="{FF2B5EF4-FFF2-40B4-BE49-F238E27FC236}">
                  <a16:creationId xmlns:a16="http://schemas.microsoft.com/office/drawing/2014/main" id="{2AC6D9C9-FDF4-7377-16E5-F2B55E695574}"/>
                </a:ext>
              </a:extLst>
            </p:cNvPr>
            <p:cNvSpPr/>
            <p:nvPr/>
          </p:nvSpPr>
          <p:spPr>
            <a:xfrm>
              <a:off x="9824740" y="2060856"/>
              <a:ext cx="68483" cy="177140"/>
            </a:xfrm>
            <a:custGeom>
              <a:avLst/>
              <a:gdLst>
                <a:gd name="connsiteX0" fmla="*/ 0 w 68483"/>
                <a:gd name="connsiteY0" fmla="*/ 71453 h 177140"/>
                <a:gd name="connsiteX1" fmla="*/ 59630 w 68483"/>
                <a:gd name="connsiteY1" fmla="*/ 177141 h 177140"/>
                <a:gd name="connsiteX2" fmla="*/ 68483 w 68483"/>
                <a:gd name="connsiteY2" fmla="*/ 0 h 177140"/>
                <a:gd name="connsiteX3" fmla="*/ 0 w 68483"/>
                <a:gd name="connsiteY3" fmla="*/ 71453 h 177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8483" h="177140">
                  <a:moveTo>
                    <a:pt x="0" y="71453"/>
                  </a:moveTo>
                  <a:lnTo>
                    <a:pt x="59630" y="177141"/>
                  </a:lnTo>
                  <a:lnTo>
                    <a:pt x="68483" y="0"/>
                  </a:lnTo>
                  <a:lnTo>
                    <a:pt x="0" y="71453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4" name="Freeform 553">
              <a:extLst>
                <a:ext uri="{FF2B5EF4-FFF2-40B4-BE49-F238E27FC236}">
                  <a16:creationId xmlns:a16="http://schemas.microsoft.com/office/drawing/2014/main" id="{CE431D64-E326-998C-660D-2DB67FF02F49}"/>
                </a:ext>
              </a:extLst>
            </p:cNvPr>
            <p:cNvSpPr/>
            <p:nvPr/>
          </p:nvSpPr>
          <p:spPr>
            <a:xfrm>
              <a:off x="9665159" y="2078666"/>
              <a:ext cx="219210" cy="159330"/>
            </a:xfrm>
            <a:custGeom>
              <a:avLst/>
              <a:gdLst>
                <a:gd name="connsiteX0" fmla="*/ 0 w 219210"/>
                <a:gd name="connsiteY0" fmla="*/ 0 h 159330"/>
                <a:gd name="connsiteX1" fmla="*/ 159581 w 219210"/>
                <a:gd name="connsiteY1" fmla="*/ 53643 h 159330"/>
                <a:gd name="connsiteX2" fmla="*/ 219211 w 219210"/>
                <a:gd name="connsiteY2" fmla="*/ 159331 h 159330"/>
                <a:gd name="connsiteX3" fmla="*/ 0 w 219210"/>
                <a:gd name="connsiteY3" fmla="*/ 0 h 1593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9210" h="159330">
                  <a:moveTo>
                    <a:pt x="0" y="0"/>
                  </a:moveTo>
                  <a:lnTo>
                    <a:pt x="159581" y="53643"/>
                  </a:lnTo>
                  <a:lnTo>
                    <a:pt x="219211" y="159331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5" name="Freeform 554">
              <a:extLst>
                <a:ext uri="{FF2B5EF4-FFF2-40B4-BE49-F238E27FC236}">
                  <a16:creationId xmlns:a16="http://schemas.microsoft.com/office/drawing/2014/main" id="{2B13E931-7AA6-5993-21CF-BB4F7947EF45}"/>
                </a:ext>
              </a:extLst>
            </p:cNvPr>
            <p:cNvSpPr/>
            <p:nvPr/>
          </p:nvSpPr>
          <p:spPr>
            <a:xfrm>
              <a:off x="9893223" y="2060856"/>
              <a:ext cx="178675" cy="102594"/>
            </a:xfrm>
            <a:custGeom>
              <a:avLst/>
              <a:gdLst>
                <a:gd name="connsiteX0" fmla="*/ 178675 w 178675"/>
                <a:gd name="connsiteY0" fmla="*/ 30288 h 102594"/>
                <a:gd name="connsiteX1" fmla="*/ 95578 w 178675"/>
                <a:gd name="connsiteY1" fmla="*/ 102594 h 102594"/>
                <a:gd name="connsiteX2" fmla="*/ 0 w 178675"/>
                <a:gd name="connsiteY2" fmla="*/ 0 h 102594"/>
                <a:gd name="connsiteX3" fmla="*/ 178675 w 178675"/>
                <a:gd name="connsiteY3" fmla="*/ 30288 h 102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8675" h="102594">
                  <a:moveTo>
                    <a:pt x="178675" y="30288"/>
                  </a:moveTo>
                  <a:lnTo>
                    <a:pt x="95578" y="102594"/>
                  </a:lnTo>
                  <a:lnTo>
                    <a:pt x="0" y="0"/>
                  </a:lnTo>
                  <a:lnTo>
                    <a:pt x="178675" y="30288"/>
                  </a:lnTo>
                  <a:close/>
                </a:path>
              </a:pathLst>
            </a:custGeom>
            <a:grpFill/>
            <a:ln w="9525" cap="flat">
              <a:solidFill>
                <a:srgbClr val="7030A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6" name="Freeform 555">
              <a:extLst>
                <a:ext uri="{FF2B5EF4-FFF2-40B4-BE49-F238E27FC236}">
                  <a16:creationId xmlns:a16="http://schemas.microsoft.com/office/drawing/2014/main" id="{F75264B1-ABCF-E666-E389-4D13D8A5F041}"/>
                </a:ext>
              </a:extLst>
            </p:cNvPr>
            <p:cNvSpPr/>
            <p:nvPr/>
          </p:nvSpPr>
          <p:spPr>
            <a:xfrm>
              <a:off x="9954880" y="2091144"/>
              <a:ext cx="182728" cy="161996"/>
            </a:xfrm>
            <a:custGeom>
              <a:avLst/>
              <a:gdLst>
                <a:gd name="connsiteX0" fmla="*/ 0 w 182728"/>
                <a:gd name="connsiteY0" fmla="*/ 161997 h 161996"/>
                <a:gd name="connsiteX1" fmla="*/ 117019 w 182728"/>
                <a:gd name="connsiteY1" fmla="*/ 0 h 161996"/>
                <a:gd name="connsiteX2" fmla="*/ 182729 w 182728"/>
                <a:gd name="connsiteY2" fmla="*/ 67507 h 161996"/>
                <a:gd name="connsiteX3" fmla="*/ 0 w 182728"/>
                <a:gd name="connsiteY3" fmla="*/ 161997 h 1619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28" h="161996">
                  <a:moveTo>
                    <a:pt x="0" y="161997"/>
                  </a:moveTo>
                  <a:lnTo>
                    <a:pt x="117019" y="0"/>
                  </a:lnTo>
                  <a:lnTo>
                    <a:pt x="182729" y="67507"/>
                  </a:lnTo>
                  <a:lnTo>
                    <a:pt x="0" y="161997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7" name="Freeform 556">
              <a:extLst>
                <a:ext uri="{FF2B5EF4-FFF2-40B4-BE49-F238E27FC236}">
                  <a16:creationId xmlns:a16="http://schemas.microsoft.com/office/drawing/2014/main" id="{B2E687E2-7F0D-DCC4-E639-496613A88390}"/>
                </a:ext>
              </a:extLst>
            </p:cNvPr>
            <p:cNvSpPr/>
            <p:nvPr/>
          </p:nvSpPr>
          <p:spPr>
            <a:xfrm>
              <a:off x="9954880" y="2158652"/>
              <a:ext cx="182728" cy="146426"/>
            </a:xfrm>
            <a:custGeom>
              <a:avLst/>
              <a:gdLst>
                <a:gd name="connsiteX0" fmla="*/ 178355 w 182728"/>
                <a:gd name="connsiteY0" fmla="*/ 146427 h 146426"/>
                <a:gd name="connsiteX1" fmla="*/ 182729 w 182728"/>
                <a:gd name="connsiteY1" fmla="*/ 0 h 146426"/>
                <a:gd name="connsiteX2" fmla="*/ 0 w 182728"/>
                <a:gd name="connsiteY2" fmla="*/ 94489 h 146426"/>
                <a:gd name="connsiteX3" fmla="*/ 178355 w 182728"/>
                <a:gd name="connsiteY3" fmla="*/ 146427 h 146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28" h="146426">
                  <a:moveTo>
                    <a:pt x="178355" y="146427"/>
                  </a:moveTo>
                  <a:lnTo>
                    <a:pt x="182729" y="0"/>
                  </a:lnTo>
                  <a:lnTo>
                    <a:pt x="0" y="94489"/>
                  </a:lnTo>
                  <a:lnTo>
                    <a:pt x="178355" y="146427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8" name="Freeform 557">
              <a:extLst>
                <a:ext uri="{FF2B5EF4-FFF2-40B4-BE49-F238E27FC236}">
                  <a16:creationId xmlns:a16="http://schemas.microsoft.com/office/drawing/2014/main" id="{06B49C20-9D28-B3FF-C939-10638B92744A}"/>
                </a:ext>
              </a:extLst>
            </p:cNvPr>
            <p:cNvSpPr/>
            <p:nvPr/>
          </p:nvSpPr>
          <p:spPr>
            <a:xfrm>
              <a:off x="9974614" y="2305078"/>
              <a:ext cx="235104" cy="87024"/>
            </a:xfrm>
            <a:custGeom>
              <a:avLst/>
              <a:gdLst>
                <a:gd name="connsiteX0" fmla="*/ 0 w 235104"/>
                <a:gd name="connsiteY0" fmla="*/ 87024 h 87024"/>
                <a:gd name="connsiteX1" fmla="*/ 158621 w 235104"/>
                <a:gd name="connsiteY1" fmla="*/ 0 h 87024"/>
                <a:gd name="connsiteX2" fmla="*/ 235105 w 235104"/>
                <a:gd name="connsiteY2" fmla="*/ 76892 h 87024"/>
                <a:gd name="connsiteX3" fmla="*/ 0 w 235104"/>
                <a:gd name="connsiteY3" fmla="*/ 87024 h 870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5104" h="87024">
                  <a:moveTo>
                    <a:pt x="0" y="87024"/>
                  </a:moveTo>
                  <a:lnTo>
                    <a:pt x="158621" y="0"/>
                  </a:lnTo>
                  <a:lnTo>
                    <a:pt x="235105" y="76892"/>
                  </a:lnTo>
                  <a:lnTo>
                    <a:pt x="0" y="87024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9" name="Freeform 558">
              <a:extLst>
                <a:ext uri="{FF2B5EF4-FFF2-40B4-BE49-F238E27FC236}">
                  <a16:creationId xmlns:a16="http://schemas.microsoft.com/office/drawing/2014/main" id="{A9F6402D-8489-71B1-62E2-C5516D1FEF4E}"/>
                </a:ext>
              </a:extLst>
            </p:cNvPr>
            <p:cNvSpPr/>
            <p:nvPr/>
          </p:nvSpPr>
          <p:spPr>
            <a:xfrm>
              <a:off x="10133235" y="2305078"/>
              <a:ext cx="179315" cy="76892"/>
            </a:xfrm>
            <a:custGeom>
              <a:avLst/>
              <a:gdLst>
                <a:gd name="connsiteX0" fmla="*/ 179315 w 179315"/>
                <a:gd name="connsiteY0" fmla="*/ 49484 h 76892"/>
                <a:gd name="connsiteX1" fmla="*/ 0 w 179315"/>
                <a:gd name="connsiteY1" fmla="*/ 0 h 76892"/>
                <a:gd name="connsiteX2" fmla="*/ 76484 w 179315"/>
                <a:gd name="connsiteY2" fmla="*/ 76892 h 76892"/>
                <a:gd name="connsiteX3" fmla="*/ 179315 w 179315"/>
                <a:gd name="connsiteY3" fmla="*/ 49484 h 768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9315" h="76892">
                  <a:moveTo>
                    <a:pt x="179315" y="49484"/>
                  </a:moveTo>
                  <a:lnTo>
                    <a:pt x="0" y="0"/>
                  </a:lnTo>
                  <a:lnTo>
                    <a:pt x="76484" y="76892"/>
                  </a:lnTo>
                  <a:lnTo>
                    <a:pt x="179315" y="49484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0" name="Freeform 559">
              <a:extLst>
                <a:ext uri="{FF2B5EF4-FFF2-40B4-BE49-F238E27FC236}">
                  <a16:creationId xmlns:a16="http://schemas.microsoft.com/office/drawing/2014/main" id="{5A8289CD-DFD9-256F-9FEB-32035456A69F}"/>
                </a:ext>
              </a:extLst>
            </p:cNvPr>
            <p:cNvSpPr/>
            <p:nvPr/>
          </p:nvSpPr>
          <p:spPr>
            <a:xfrm>
              <a:off x="9982614" y="1964554"/>
              <a:ext cx="154994" cy="78598"/>
            </a:xfrm>
            <a:custGeom>
              <a:avLst/>
              <a:gdLst>
                <a:gd name="connsiteX0" fmla="*/ 0 w 154994"/>
                <a:gd name="connsiteY0" fmla="*/ 78599 h 78598"/>
                <a:gd name="connsiteX1" fmla="*/ 154994 w 154994"/>
                <a:gd name="connsiteY1" fmla="*/ 0 h 78598"/>
                <a:gd name="connsiteX2" fmla="*/ 154994 w 154994"/>
                <a:gd name="connsiteY2" fmla="*/ 73373 h 78598"/>
                <a:gd name="connsiteX3" fmla="*/ 0 w 154994"/>
                <a:gd name="connsiteY3" fmla="*/ 78599 h 78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4994" h="78598">
                  <a:moveTo>
                    <a:pt x="0" y="78599"/>
                  </a:moveTo>
                  <a:lnTo>
                    <a:pt x="154994" y="0"/>
                  </a:lnTo>
                  <a:lnTo>
                    <a:pt x="154994" y="73373"/>
                  </a:lnTo>
                  <a:lnTo>
                    <a:pt x="0" y="78599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1" name="Freeform 560">
              <a:extLst>
                <a:ext uri="{FF2B5EF4-FFF2-40B4-BE49-F238E27FC236}">
                  <a16:creationId xmlns:a16="http://schemas.microsoft.com/office/drawing/2014/main" id="{835B3D78-CA84-439E-7B34-9461C138391E}"/>
                </a:ext>
              </a:extLst>
            </p:cNvPr>
            <p:cNvSpPr/>
            <p:nvPr/>
          </p:nvSpPr>
          <p:spPr>
            <a:xfrm>
              <a:off x="10137608" y="2037927"/>
              <a:ext cx="174941" cy="165836"/>
            </a:xfrm>
            <a:custGeom>
              <a:avLst/>
              <a:gdLst>
                <a:gd name="connsiteX0" fmla="*/ 28375 w 174941"/>
                <a:gd name="connsiteY0" fmla="*/ 139281 h 165836"/>
                <a:gd name="connsiteX1" fmla="*/ 0 w 174941"/>
                <a:gd name="connsiteY1" fmla="*/ 0 h 165836"/>
                <a:gd name="connsiteX2" fmla="*/ 174942 w 174941"/>
                <a:gd name="connsiteY2" fmla="*/ 165836 h 165836"/>
                <a:gd name="connsiteX3" fmla="*/ 28375 w 174941"/>
                <a:gd name="connsiteY3" fmla="*/ 139281 h 1658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4941" h="165836">
                  <a:moveTo>
                    <a:pt x="28375" y="139281"/>
                  </a:moveTo>
                  <a:lnTo>
                    <a:pt x="0" y="0"/>
                  </a:lnTo>
                  <a:lnTo>
                    <a:pt x="174942" y="165836"/>
                  </a:lnTo>
                  <a:lnTo>
                    <a:pt x="28375" y="139281"/>
                  </a:lnTo>
                  <a:close/>
                </a:path>
              </a:pathLst>
            </a:custGeom>
            <a:grpFill/>
            <a:ln w="9525" cap="rnd">
              <a:solidFill>
                <a:srgbClr val="FF7D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2" name="Freeform 561">
              <a:extLst>
                <a:ext uri="{FF2B5EF4-FFF2-40B4-BE49-F238E27FC236}">
                  <a16:creationId xmlns:a16="http://schemas.microsoft.com/office/drawing/2014/main" id="{EBFE4ABD-6DCE-95BF-2694-199578321D26}"/>
                </a:ext>
              </a:extLst>
            </p:cNvPr>
            <p:cNvSpPr/>
            <p:nvPr/>
          </p:nvSpPr>
          <p:spPr>
            <a:xfrm>
              <a:off x="9884370" y="1964554"/>
              <a:ext cx="253238" cy="78598"/>
            </a:xfrm>
            <a:custGeom>
              <a:avLst/>
              <a:gdLst>
                <a:gd name="connsiteX0" fmla="*/ 0 w 253238"/>
                <a:gd name="connsiteY0" fmla="*/ 30821 h 78598"/>
                <a:gd name="connsiteX1" fmla="*/ 253239 w 253238"/>
                <a:gd name="connsiteY1" fmla="*/ 0 h 78598"/>
                <a:gd name="connsiteX2" fmla="*/ 98245 w 253238"/>
                <a:gd name="connsiteY2" fmla="*/ 78599 h 78598"/>
                <a:gd name="connsiteX3" fmla="*/ 0 w 253238"/>
                <a:gd name="connsiteY3" fmla="*/ 30821 h 78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3238" h="78598">
                  <a:moveTo>
                    <a:pt x="0" y="30821"/>
                  </a:moveTo>
                  <a:lnTo>
                    <a:pt x="253239" y="0"/>
                  </a:lnTo>
                  <a:lnTo>
                    <a:pt x="98245" y="78599"/>
                  </a:lnTo>
                  <a:lnTo>
                    <a:pt x="0" y="30821"/>
                  </a:lnTo>
                  <a:close/>
                </a:path>
              </a:pathLst>
            </a:custGeom>
            <a:grpFill/>
            <a:ln w="9525" cap="rnd">
              <a:solidFill>
                <a:srgbClr val="7030A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3" name="Freeform 562">
              <a:extLst>
                <a:ext uri="{FF2B5EF4-FFF2-40B4-BE49-F238E27FC236}">
                  <a16:creationId xmlns:a16="http://schemas.microsoft.com/office/drawing/2014/main" id="{7B22BEEF-4A5C-E874-8566-4693B39C7A62}"/>
                </a:ext>
              </a:extLst>
            </p:cNvPr>
            <p:cNvSpPr/>
            <p:nvPr/>
          </p:nvSpPr>
          <p:spPr>
            <a:xfrm>
              <a:off x="9755297" y="1855241"/>
              <a:ext cx="152540" cy="205615"/>
            </a:xfrm>
            <a:custGeom>
              <a:avLst/>
              <a:gdLst>
                <a:gd name="connsiteX0" fmla="*/ 152540 w 152540"/>
                <a:gd name="connsiteY0" fmla="*/ 0 h 205615"/>
                <a:gd name="connsiteX1" fmla="*/ 0 w 152540"/>
                <a:gd name="connsiteY1" fmla="*/ 205615 h 205615"/>
                <a:gd name="connsiteX2" fmla="*/ 129073 w 152540"/>
                <a:gd name="connsiteY2" fmla="*/ 140134 h 205615"/>
                <a:gd name="connsiteX3" fmla="*/ 152540 w 152540"/>
                <a:gd name="connsiteY3" fmla="*/ 0 h 2056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540" h="205615">
                  <a:moveTo>
                    <a:pt x="152540" y="0"/>
                  </a:moveTo>
                  <a:lnTo>
                    <a:pt x="0" y="205615"/>
                  </a:lnTo>
                  <a:lnTo>
                    <a:pt x="129073" y="140134"/>
                  </a:lnTo>
                  <a:lnTo>
                    <a:pt x="152540" y="0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4" name="Freeform 563">
              <a:extLst>
                <a:ext uri="{FF2B5EF4-FFF2-40B4-BE49-F238E27FC236}">
                  <a16:creationId xmlns:a16="http://schemas.microsoft.com/office/drawing/2014/main" id="{2878C15E-9436-C136-0263-1AF73F1B9AF1}"/>
                </a:ext>
              </a:extLst>
            </p:cNvPr>
            <p:cNvSpPr/>
            <p:nvPr/>
          </p:nvSpPr>
          <p:spPr>
            <a:xfrm>
              <a:off x="9755297" y="1855241"/>
              <a:ext cx="152540" cy="205615"/>
            </a:xfrm>
            <a:custGeom>
              <a:avLst/>
              <a:gdLst>
                <a:gd name="connsiteX0" fmla="*/ 152540 w 152540"/>
                <a:gd name="connsiteY0" fmla="*/ 0 h 205615"/>
                <a:gd name="connsiteX1" fmla="*/ 69443 w 152540"/>
                <a:gd name="connsiteY1" fmla="*/ 20690 h 205615"/>
                <a:gd name="connsiteX2" fmla="*/ 0 w 152540"/>
                <a:gd name="connsiteY2" fmla="*/ 205615 h 205615"/>
                <a:gd name="connsiteX3" fmla="*/ 152540 w 152540"/>
                <a:gd name="connsiteY3" fmla="*/ 0 h 2056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540" h="205615">
                  <a:moveTo>
                    <a:pt x="152540" y="0"/>
                  </a:moveTo>
                  <a:lnTo>
                    <a:pt x="69443" y="20690"/>
                  </a:lnTo>
                  <a:lnTo>
                    <a:pt x="0" y="205615"/>
                  </a:lnTo>
                  <a:lnTo>
                    <a:pt x="152540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5" name="Freeform 564">
              <a:extLst>
                <a:ext uri="{FF2B5EF4-FFF2-40B4-BE49-F238E27FC236}">
                  <a16:creationId xmlns:a16="http://schemas.microsoft.com/office/drawing/2014/main" id="{8C71DF4E-5F9F-350A-F287-4A429DDC172E}"/>
                </a:ext>
              </a:extLst>
            </p:cNvPr>
            <p:cNvSpPr/>
            <p:nvPr/>
          </p:nvSpPr>
          <p:spPr>
            <a:xfrm>
              <a:off x="9739403" y="1820154"/>
              <a:ext cx="85337" cy="137041"/>
            </a:xfrm>
            <a:custGeom>
              <a:avLst/>
              <a:gdLst>
                <a:gd name="connsiteX0" fmla="*/ 27628 w 85337"/>
                <a:gd name="connsiteY0" fmla="*/ 0 h 137041"/>
                <a:gd name="connsiteX1" fmla="*/ 85337 w 85337"/>
                <a:gd name="connsiteY1" fmla="*/ 55777 h 137041"/>
                <a:gd name="connsiteX2" fmla="*/ 0 w 85337"/>
                <a:gd name="connsiteY2" fmla="*/ 137042 h 137041"/>
                <a:gd name="connsiteX3" fmla="*/ 27628 w 85337"/>
                <a:gd name="connsiteY3" fmla="*/ 0 h 1370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5337" h="137041">
                  <a:moveTo>
                    <a:pt x="27628" y="0"/>
                  </a:moveTo>
                  <a:lnTo>
                    <a:pt x="85337" y="55777"/>
                  </a:lnTo>
                  <a:lnTo>
                    <a:pt x="0" y="137042"/>
                  </a:lnTo>
                  <a:lnTo>
                    <a:pt x="27628" y="0"/>
                  </a:lnTo>
                  <a:close/>
                </a:path>
              </a:pathLst>
            </a:custGeom>
            <a:grpFill/>
            <a:ln w="9525" cap="flat">
              <a:solidFill>
                <a:srgbClr val="FF7D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6" name="Freeform 565">
              <a:extLst>
                <a:ext uri="{FF2B5EF4-FFF2-40B4-BE49-F238E27FC236}">
                  <a16:creationId xmlns:a16="http://schemas.microsoft.com/office/drawing/2014/main" id="{1F38CBD7-2807-B939-9CCF-34D75DC95C78}"/>
                </a:ext>
              </a:extLst>
            </p:cNvPr>
            <p:cNvSpPr/>
            <p:nvPr/>
          </p:nvSpPr>
          <p:spPr>
            <a:xfrm>
              <a:off x="9628891" y="1820154"/>
              <a:ext cx="138140" cy="137041"/>
            </a:xfrm>
            <a:custGeom>
              <a:avLst/>
              <a:gdLst>
                <a:gd name="connsiteX0" fmla="*/ 0 w 138140"/>
                <a:gd name="connsiteY0" fmla="*/ 4799 h 137041"/>
                <a:gd name="connsiteX1" fmla="*/ 138140 w 138140"/>
                <a:gd name="connsiteY1" fmla="*/ 0 h 137041"/>
                <a:gd name="connsiteX2" fmla="*/ 110512 w 138140"/>
                <a:gd name="connsiteY2" fmla="*/ 137042 h 137041"/>
                <a:gd name="connsiteX3" fmla="*/ 0 w 138140"/>
                <a:gd name="connsiteY3" fmla="*/ 4799 h 1370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8140" h="137041">
                  <a:moveTo>
                    <a:pt x="0" y="4799"/>
                  </a:moveTo>
                  <a:lnTo>
                    <a:pt x="138140" y="0"/>
                  </a:lnTo>
                  <a:lnTo>
                    <a:pt x="110512" y="137042"/>
                  </a:lnTo>
                  <a:lnTo>
                    <a:pt x="0" y="4799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7" name="Freeform 566">
              <a:extLst>
                <a:ext uri="{FF2B5EF4-FFF2-40B4-BE49-F238E27FC236}">
                  <a16:creationId xmlns:a16="http://schemas.microsoft.com/office/drawing/2014/main" id="{02C1BEBC-F990-CB66-95DA-CE00BDC64019}"/>
                </a:ext>
              </a:extLst>
            </p:cNvPr>
            <p:cNvSpPr/>
            <p:nvPr/>
          </p:nvSpPr>
          <p:spPr>
            <a:xfrm>
              <a:off x="9514005" y="1790506"/>
              <a:ext cx="114885" cy="50337"/>
            </a:xfrm>
            <a:custGeom>
              <a:avLst/>
              <a:gdLst>
                <a:gd name="connsiteX0" fmla="*/ 0 w 114885"/>
                <a:gd name="connsiteY0" fmla="*/ 50337 h 50337"/>
                <a:gd name="connsiteX1" fmla="*/ 114885 w 114885"/>
                <a:gd name="connsiteY1" fmla="*/ 34447 h 50337"/>
                <a:gd name="connsiteX2" fmla="*/ 0 w 114885"/>
                <a:gd name="connsiteY2" fmla="*/ 0 h 50337"/>
                <a:gd name="connsiteX3" fmla="*/ 0 w 114885"/>
                <a:gd name="connsiteY3" fmla="*/ 50337 h 503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4885" h="50337">
                  <a:moveTo>
                    <a:pt x="0" y="50337"/>
                  </a:moveTo>
                  <a:lnTo>
                    <a:pt x="114885" y="34447"/>
                  </a:lnTo>
                  <a:lnTo>
                    <a:pt x="0" y="0"/>
                  </a:lnTo>
                  <a:lnTo>
                    <a:pt x="0" y="50337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8" name="Freeform 567">
              <a:extLst>
                <a:ext uri="{FF2B5EF4-FFF2-40B4-BE49-F238E27FC236}">
                  <a16:creationId xmlns:a16="http://schemas.microsoft.com/office/drawing/2014/main" id="{48E0D109-A9C2-948C-C6CA-56341AEDCB98}"/>
                </a:ext>
              </a:extLst>
            </p:cNvPr>
            <p:cNvSpPr/>
            <p:nvPr/>
          </p:nvSpPr>
          <p:spPr>
            <a:xfrm>
              <a:off x="9514005" y="1824953"/>
              <a:ext cx="225397" cy="132242"/>
            </a:xfrm>
            <a:custGeom>
              <a:avLst/>
              <a:gdLst>
                <a:gd name="connsiteX0" fmla="*/ 225397 w 225397"/>
                <a:gd name="connsiteY0" fmla="*/ 132242 h 132242"/>
                <a:gd name="connsiteX1" fmla="*/ 0 w 225397"/>
                <a:gd name="connsiteY1" fmla="*/ 15890 h 132242"/>
                <a:gd name="connsiteX2" fmla="*/ 114885 w 225397"/>
                <a:gd name="connsiteY2" fmla="*/ 0 h 132242"/>
                <a:gd name="connsiteX3" fmla="*/ 225397 w 225397"/>
                <a:gd name="connsiteY3" fmla="*/ 132242 h 1322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5397" h="132242">
                  <a:moveTo>
                    <a:pt x="225397" y="132242"/>
                  </a:moveTo>
                  <a:lnTo>
                    <a:pt x="0" y="15890"/>
                  </a:lnTo>
                  <a:lnTo>
                    <a:pt x="114885" y="0"/>
                  </a:lnTo>
                  <a:lnTo>
                    <a:pt x="225397" y="132242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9" name="Freeform 568">
              <a:extLst>
                <a:ext uri="{FF2B5EF4-FFF2-40B4-BE49-F238E27FC236}">
                  <a16:creationId xmlns:a16="http://schemas.microsoft.com/office/drawing/2014/main" id="{78F2428F-6023-1FDC-2DFF-50E5A7946BD8}"/>
                </a:ext>
              </a:extLst>
            </p:cNvPr>
            <p:cNvSpPr/>
            <p:nvPr/>
          </p:nvSpPr>
          <p:spPr>
            <a:xfrm>
              <a:off x="9514005" y="1840844"/>
              <a:ext cx="225397" cy="206682"/>
            </a:xfrm>
            <a:custGeom>
              <a:avLst/>
              <a:gdLst>
                <a:gd name="connsiteX0" fmla="*/ 221130 w 225397"/>
                <a:gd name="connsiteY0" fmla="*/ 206682 h 206682"/>
                <a:gd name="connsiteX1" fmla="*/ 0 w 225397"/>
                <a:gd name="connsiteY1" fmla="*/ 0 h 206682"/>
                <a:gd name="connsiteX2" fmla="*/ 225397 w 225397"/>
                <a:gd name="connsiteY2" fmla="*/ 116352 h 206682"/>
                <a:gd name="connsiteX3" fmla="*/ 221130 w 225397"/>
                <a:gd name="connsiteY3" fmla="*/ 206682 h 2066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5397" h="206682">
                  <a:moveTo>
                    <a:pt x="221130" y="206682"/>
                  </a:moveTo>
                  <a:lnTo>
                    <a:pt x="0" y="0"/>
                  </a:lnTo>
                  <a:lnTo>
                    <a:pt x="225397" y="116352"/>
                  </a:lnTo>
                  <a:lnTo>
                    <a:pt x="221130" y="206682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0" name="Freeform 569">
              <a:extLst>
                <a:ext uri="{FF2B5EF4-FFF2-40B4-BE49-F238E27FC236}">
                  <a16:creationId xmlns:a16="http://schemas.microsoft.com/office/drawing/2014/main" id="{BBE770F0-C424-12C0-E55B-737E2C5216DE}"/>
                </a:ext>
              </a:extLst>
            </p:cNvPr>
            <p:cNvSpPr/>
            <p:nvPr/>
          </p:nvSpPr>
          <p:spPr>
            <a:xfrm>
              <a:off x="9302902" y="1807036"/>
              <a:ext cx="125872" cy="198256"/>
            </a:xfrm>
            <a:custGeom>
              <a:avLst/>
              <a:gdLst>
                <a:gd name="connsiteX0" fmla="*/ 0 w 125872"/>
                <a:gd name="connsiteY0" fmla="*/ 0 h 198256"/>
                <a:gd name="connsiteX1" fmla="*/ 21868 w 125872"/>
                <a:gd name="connsiteY1" fmla="*/ 198257 h 198256"/>
                <a:gd name="connsiteX2" fmla="*/ 125873 w 125872"/>
                <a:gd name="connsiteY2" fmla="*/ 23676 h 198256"/>
                <a:gd name="connsiteX3" fmla="*/ 0 w 125872"/>
                <a:gd name="connsiteY3" fmla="*/ 0 h 198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5872" h="198256">
                  <a:moveTo>
                    <a:pt x="0" y="0"/>
                  </a:moveTo>
                  <a:lnTo>
                    <a:pt x="21868" y="198257"/>
                  </a:lnTo>
                  <a:lnTo>
                    <a:pt x="125873" y="23676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1" name="Freeform 570">
              <a:extLst>
                <a:ext uri="{FF2B5EF4-FFF2-40B4-BE49-F238E27FC236}">
                  <a16:creationId xmlns:a16="http://schemas.microsoft.com/office/drawing/2014/main" id="{7999B0A2-44CB-2FDE-69AB-E6C7FFBF6ACC}"/>
                </a:ext>
              </a:extLst>
            </p:cNvPr>
            <p:cNvSpPr/>
            <p:nvPr/>
          </p:nvSpPr>
          <p:spPr>
            <a:xfrm>
              <a:off x="9428774" y="1790506"/>
              <a:ext cx="85230" cy="50337"/>
            </a:xfrm>
            <a:custGeom>
              <a:avLst/>
              <a:gdLst>
                <a:gd name="connsiteX0" fmla="*/ 85231 w 85230"/>
                <a:gd name="connsiteY0" fmla="*/ 50337 h 50337"/>
                <a:gd name="connsiteX1" fmla="*/ 0 w 85230"/>
                <a:gd name="connsiteY1" fmla="*/ 40206 h 50337"/>
                <a:gd name="connsiteX2" fmla="*/ 85231 w 85230"/>
                <a:gd name="connsiteY2" fmla="*/ 0 h 50337"/>
                <a:gd name="connsiteX3" fmla="*/ 85231 w 85230"/>
                <a:gd name="connsiteY3" fmla="*/ 50337 h 503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5230" h="50337">
                  <a:moveTo>
                    <a:pt x="85231" y="50337"/>
                  </a:moveTo>
                  <a:lnTo>
                    <a:pt x="0" y="40206"/>
                  </a:lnTo>
                  <a:lnTo>
                    <a:pt x="85231" y="0"/>
                  </a:lnTo>
                  <a:lnTo>
                    <a:pt x="85231" y="50337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2" name="Freeform 571">
              <a:extLst>
                <a:ext uri="{FF2B5EF4-FFF2-40B4-BE49-F238E27FC236}">
                  <a16:creationId xmlns:a16="http://schemas.microsoft.com/office/drawing/2014/main" id="{97326526-4D72-F3A7-BC2B-A261D416F44A}"/>
                </a:ext>
              </a:extLst>
            </p:cNvPr>
            <p:cNvSpPr/>
            <p:nvPr/>
          </p:nvSpPr>
          <p:spPr>
            <a:xfrm>
              <a:off x="9146521" y="1815675"/>
              <a:ext cx="178248" cy="189618"/>
            </a:xfrm>
            <a:custGeom>
              <a:avLst/>
              <a:gdLst>
                <a:gd name="connsiteX0" fmla="*/ 91311 w 178248"/>
                <a:gd name="connsiteY0" fmla="*/ 0 h 189618"/>
                <a:gd name="connsiteX1" fmla="*/ 178248 w 178248"/>
                <a:gd name="connsiteY1" fmla="*/ 189618 h 189618"/>
                <a:gd name="connsiteX2" fmla="*/ 0 w 178248"/>
                <a:gd name="connsiteY2" fmla="*/ 60256 h 189618"/>
                <a:gd name="connsiteX3" fmla="*/ 91311 w 178248"/>
                <a:gd name="connsiteY3" fmla="*/ 0 h 1896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8248" h="189618">
                  <a:moveTo>
                    <a:pt x="91311" y="0"/>
                  </a:moveTo>
                  <a:lnTo>
                    <a:pt x="178248" y="189618"/>
                  </a:lnTo>
                  <a:lnTo>
                    <a:pt x="0" y="60256"/>
                  </a:lnTo>
                  <a:lnTo>
                    <a:pt x="91311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3" name="Freeform 572">
              <a:extLst>
                <a:ext uri="{FF2B5EF4-FFF2-40B4-BE49-F238E27FC236}">
                  <a16:creationId xmlns:a16="http://schemas.microsoft.com/office/drawing/2014/main" id="{26588BF2-96E5-0D35-9CAC-61BB91D66576}"/>
                </a:ext>
              </a:extLst>
            </p:cNvPr>
            <p:cNvSpPr/>
            <p:nvPr/>
          </p:nvSpPr>
          <p:spPr>
            <a:xfrm>
              <a:off x="9237832" y="1807036"/>
              <a:ext cx="86937" cy="198256"/>
            </a:xfrm>
            <a:custGeom>
              <a:avLst/>
              <a:gdLst>
                <a:gd name="connsiteX0" fmla="*/ 65070 w 86937"/>
                <a:gd name="connsiteY0" fmla="*/ 0 h 198256"/>
                <a:gd name="connsiteX1" fmla="*/ 86937 w 86937"/>
                <a:gd name="connsiteY1" fmla="*/ 198257 h 198256"/>
                <a:gd name="connsiteX2" fmla="*/ 0 w 86937"/>
                <a:gd name="connsiteY2" fmla="*/ 8638 h 198256"/>
                <a:gd name="connsiteX3" fmla="*/ 65070 w 86937"/>
                <a:gd name="connsiteY3" fmla="*/ 0 h 198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937" h="198256">
                  <a:moveTo>
                    <a:pt x="65070" y="0"/>
                  </a:moveTo>
                  <a:lnTo>
                    <a:pt x="86937" y="198257"/>
                  </a:lnTo>
                  <a:lnTo>
                    <a:pt x="0" y="8638"/>
                  </a:lnTo>
                  <a:lnTo>
                    <a:pt x="65070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4" name="Freeform 573">
              <a:extLst>
                <a:ext uri="{FF2B5EF4-FFF2-40B4-BE49-F238E27FC236}">
                  <a16:creationId xmlns:a16="http://schemas.microsoft.com/office/drawing/2014/main" id="{E0792D84-E034-14A2-5999-610C7C28F0BA}"/>
                </a:ext>
              </a:extLst>
            </p:cNvPr>
            <p:cNvSpPr/>
            <p:nvPr/>
          </p:nvSpPr>
          <p:spPr>
            <a:xfrm>
              <a:off x="9113666" y="1875931"/>
              <a:ext cx="211103" cy="129362"/>
            </a:xfrm>
            <a:custGeom>
              <a:avLst/>
              <a:gdLst>
                <a:gd name="connsiteX0" fmla="*/ 0 w 211103"/>
                <a:gd name="connsiteY0" fmla="*/ 103661 h 129362"/>
                <a:gd name="connsiteX1" fmla="*/ 32855 w 211103"/>
                <a:gd name="connsiteY1" fmla="*/ 0 h 129362"/>
                <a:gd name="connsiteX2" fmla="*/ 211103 w 211103"/>
                <a:gd name="connsiteY2" fmla="*/ 129363 h 129362"/>
                <a:gd name="connsiteX3" fmla="*/ 0 w 211103"/>
                <a:gd name="connsiteY3" fmla="*/ 103661 h 1293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1103" h="129362">
                  <a:moveTo>
                    <a:pt x="0" y="103661"/>
                  </a:moveTo>
                  <a:lnTo>
                    <a:pt x="32855" y="0"/>
                  </a:lnTo>
                  <a:lnTo>
                    <a:pt x="211103" y="129363"/>
                  </a:lnTo>
                  <a:lnTo>
                    <a:pt x="0" y="103661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5" name="Freeform 574">
              <a:extLst>
                <a:ext uri="{FF2B5EF4-FFF2-40B4-BE49-F238E27FC236}">
                  <a16:creationId xmlns:a16="http://schemas.microsoft.com/office/drawing/2014/main" id="{9277A223-A324-2358-FAFC-BCD2A4271770}"/>
                </a:ext>
              </a:extLst>
            </p:cNvPr>
            <p:cNvSpPr/>
            <p:nvPr/>
          </p:nvSpPr>
          <p:spPr>
            <a:xfrm>
              <a:off x="8783944" y="1831459"/>
              <a:ext cx="196275" cy="233343"/>
            </a:xfrm>
            <a:custGeom>
              <a:avLst/>
              <a:gdLst>
                <a:gd name="connsiteX0" fmla="*/ 196276 w 196275"/>
                <a:gd name="connsiteY0" fmla="*/ 233344 h 233343"/>
                <a:gd name="connsiteX1" fmla="*/ 184222 w 196275"/>
                <a:gd name="connsiteY1" fmla="*/ 0 h 233343"/>
                <a:gd name="connsiteX2" fmla="*/ 0 w 196275"/>
                <a:gd name="connsiteY2" fmla="*/ 98329 h 233343"/>
                <a:gd name="connsiteX3" fmla="*/ 196276 w 196275"/>
                <a:gd name="connsiteY3" fmla="*/ 233344 h 2333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6275" h="233343">
                  <a:moveTo>
                    <a:pt x="196276" y="233344"/>
                  </a:moveTo>
                  <a:lnTo>
                    <a:pt x="184222" y="0"/>
                  </a:lnTo>
                  <a:lnTo>
                    <a:pt x="0" y="98329"/>
                  </a:lnTo>
                  <a:lnTo>
                    <a:pt x="196276" y="233344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8" name="Freeform 127">
              <a:extLst>
                <a:ext uri="{FF2B5EF4-FFF2-40B4-BE49-F238E27FC236}">
                  <a16:creationId xmlns:a16="http://schemas.microsoft.com/office/drawing/2014/main" id="{2E357646-03B9-62D2-8671-32C68081ABE5}"/>
                </a:ext>
              </a:extLst>
            </p:cNvPr>
            <p:cNvSpPr/>
            <p:nvPr/>
          </p:nvSpPr>
          <p:spPr>
            <a:xfrm>
              <a:off x="8626176" y="1929787"/>
              <a:ext cx="214090" cy="131069"/>
            </a:xfrm>
            <a:custGeom>
              <a:avLst/>
              <a:gdLst>
                <a:gd name="connsiteX0" fmla="*/ 0 w 214090"/>
                <a:gd name="connsiteY0" fmla="*/ 27408 h 131069"/>
                <a:gd name="connsiteX1" fmla="*/ 157768 w 214090"/>
                <a:gd name="connsiteY1" fmla="*/ 0 h 131069"/>
                <a:gd name="connsiteX2" fmla="*/ 214090 w 214090"/>
                <a:gd name="connsiteY2" fmla="*/ 131069 h 131069"/>
                <a:gd name="connsiteX3" fmla="*/ 0 w 214090"/>
                <a:gd name="connsiteY3" fmla="*/ 27408 h 1310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4090" h="131069">
                  <a:moveTo>
                    <a:pt x="0" y="27408"/>
                  </a:moveTo>
                  <a:lnTo>
                    <a:pt x="157768" y="0"/>
                  </a:lnTo>
                  <a:lnTo>
                    <a:pt x="214090" y="131069"/>
                  </a:lnTo>
                  <a:lnTo>
                    <a:pt x="0" y="27408"/>
                  </a:lnTo>
                  <a:close/>
                </a:path>
              </a:pathLst>
            </a:custGeom>
            <a:grpFill/>
            <a:ln w="9525" cap="rnd">
              <a:solidFill>
                <a:srgbClr val="7030A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9" name="Freeform 128">
              <a:extLst>
                <a:ext uri="{FF2B5EF4-FFF2-40B4-BE49-F238E27FC236}">
                  <a16:creationId xmlns:a16="http://schemas.microsoft.com/office/drawing/2014/main" id="{37FCEDE0-5BCC-385C-0D61-8E5F65CF2210}"/>
                </a:ext>
              </a:extLst>
            </p:cNvPr>
            <p:cNvSpPr/>
            <p:nvPr/>
          </p:nvSpPr>
          <p:spPr>
            <a:xfrm>
              <a:off x="8765810" y="1712867"/>
              <a:ext cx="100698" cy="216920"/>
            </a:xfrm>
            <a:custGeom>
              <a:avLst/>
              <a:gdLst>
                <a:gd name="connsiteX0" fmla="*/ 100698 w 100698"/>
                <a:gd name="connsiteY0" fmla="*/ 20156 h 216920"/>
                <a:gd name="connsiteX1" fmla="*/ 18134 w 100698"/>
                <a:gd name="connsiteY1" fmla="*/ 216920 h 216920"/>
                <a:gd name="connsiteX2" fmla="*/ 0 w 100698"/>
                <a:gd name="connsiteY2" fmla="*/ 0 h 216920"/>
                <a:gd name="connsiteX3" fmla="*/ 100698 w 100698"/>
                <a:gd name="connsiteY3" fmla="*/ 20156 h 216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0698" h="216920">
                  <a:moveTo>
                    <a:pt x="100698" y="20156"/>
                  </a:moveTo>
                  <a:lnTo>
                    <a:pt x="18134" y="216920"/>
                  </a:lnTo>
                  <a:lnTo>
                    <a:pt x="0" y="0"/>
                  </a:lnTo>
                  <a:lnTo>
                    <a:pt x="100698" y="20156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Freeform 129">
              <a:extLst>
                <a:ext uri="{FF2B5EF4-FFF2-40B4-BE49-F238E27FC236}">
                  <a16:creationId xmlns:a16="http://schemas.microsoft.com/office/drawing/2014/main" id="{8F7FBC6D-9ABA-78BF-22AC-C509F1E8F462}"/>
                </a:ext>
              </a:extLst>
            </p:cNvPr>
            <p:cNvSpPr/>
            <p:nvPr/>
          </p:nvSpPr>
          <p:spPr>
            <a:xfrm>
              <a:off x="8968166" y="1685352"/>
              <a:ext cx="145500" cy="294239"/>
            </a:xfrm>
            <a:custGeom>
              <a:avLst/>
              <a:gdLst>
                <a:gd name="connsiteX0" fmla="*/ 0 w 145500"/>
                <a:gd name="connsiteY0" fmla="*/ 146107 h 294239"/>
                <a:gd name="connsiteX1" fmla="*/ 12267 w 145500"/>
                <a:gd name="connsiteY1" fmla="*/ 0 h 294239"/>
                <a:gd name="connsiteX2" fmla="*/ 145500 w 145500"/>
                <a:gd name="connsiteY2" fmla="*/ 294239 h 294239"/>
                <a:gd name="connsiteX3" fmla="*/ 0 w 145500"/>
                <a:gd name="connsiteY3" fmla="*/ 146107 h 294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5500" h="294239">
                  <a:moveTo>
                    <a:pt x="0" y="146107"/>
                  </a:moveTo>
                  <a:lnTo>
                    <a:pt x="12267" y="0"/>
                  </a:lnTo>
                  <a:lnTo>
                    <a:pt x="145500" y="294239"/>
                  </a:lnTo>
                  <a:lnTo>
                    <a:pt x="0" y="146107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Freeform 130">
              <a:extLst>
                <a:ext uri="{FF2B5EF4-FFF2-40B4-BE49-F238E27FC236}">
                  <a16:creationId xmlns:a16="http://schemas.microsoft.com/office/drawing/2014/main" id="{3E47E847-CFBE-F034-DACE-8B689D93DD08}"/>
                </a:ext>
              </a:extLst>
            </p:cNvPr>
            <p:cNvSpPr/>
            <p:nvPr/>
          </p:nvSpPr>
          <p:spPr>
            <a:xfrm>
              <a:off x="8783944" y="1733023"/>
              <a:ext cx="184221" cy="196763"/>
            </a:xfrm>
            <a:custGeom>
              <a:avLst/>
              <a:gdLst>
                <a:gd name="connsiteX0" fmla="*/ 82564 w 184221"/>
                <a:gd name="connsiteY0" fmla="*/ 0 h 196763"/>
                <a:gd name="connsiteX1" fmla="*/ 184222 w 184221"/>
                <a:gd name="connsiteY1" fmla="*/ 98435 h 196763"/>
                <a:gd name="connsiteX2" fmla="*/ 0 w 184221"/>
                <a:gd name="connsiteY2" fmla="*/ 196764 h 196763"/>
                <a:gd name="connsiteX3" fmla="*/ 82564 w 184221"/>
                <a:gd name="connsiteY3" fmla="*/ 0 h 1967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4221" h="196763">
                  <a:moveTo>
                    <a:pt x="82564" y="0"/>
                  </a:moveTo>
                  <a:lnTo>
                    <a:pt x="184222" y="98435"/>
                  </a:lnTo>
                  <a:lnTo>
                    <a:pt x="0" y="196764"/>
                  </a:lnTo>
                  <a:lnTo>
                    <a:pt x="82564" y="0"/>
                  </a:lnTo>
                  <a:close/>
                </a:path>
              </a:pathLst>
            </a:custGeom>
            <a:grpFill/>
            <a:ln w="9525" cap="flat">
              <a:solidFill>
                <a:srgbClr val="FF7D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Freeform 131">
              <a:extLst>
                <a:ext uri="{FF2B5EF4-FFF2-40B4-BE49-F238E27FC236}">
                  <a16:creationId xmlns:a16="http://schemas.microsoft.com/office/drawing/2014/main" id="{286314C4-76D6-F14D-FA64-C8F5353FAB80}"/>
                </a:ext>
              </a:extLst>
            </p:cNvPr>
            <p:cNvSpPr/>
            <p:nvPr/>
          </p:nvSpPr>
          <p:spPr>
            <a:xfrm>
              <a:off x="8980433" y="1600781"/>
              <a:ext cx="185182" cy="119977"/>
            </a:xfrm>
            <a:custGeom>
              <a:avLst/>
              <a:gdLst>
                <a:gd name="connsiteX0" fmla="*/ 0 w 185182"/>
                <a:gd name="connsiteY0" fmla="*/ 84571 h 119977"/>
                <a:gd name="connsiteX1" fmla="*/ 131526 w 185182"/>
                <a:gd name="connsiteY1" fmla="*/ 119978 h 119977"/>
                <a:gd name="connsiteX2" fmla="*/ 185182 w 185182"/>
                <a:gd name="connsiteY2" fmla="*/ 0 h 119977"/>
                <a:gd name="connsiteX3" fmla="*/ 0 w 185182"/>
                <a:gd name="connsiteY3" fmla="*/ 84571 h 1199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5182" h="119977">
                  <a:moveTo>
                    <a:pt x="0" y="84571"/>
                  </a:moveTo>
                  <a:lnTo>
                    <a:pt x="131526" y="119978"/>
                  </a:lnTo>
                  <a:lnTo>
                    <a:pt x="185182" y="0"/>
                  </a:lnTo>
                  <a:lnTo>
                    <a:pt x="0" y="84571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215F1171-CE97-C204-24AA-4E5D9DD2F621}"/>
                </a:ext>
              </a:extLst>
            </p:cNvPr>
            <p:cNvSpPr/>
            <p:nvPr/>
          </p:nvSpPr>
          <p:spPr>
            <a:xfrm>
              <a:off x="9111960" y="1695804"/>
              <a:ext cx="167047" cy="119871"/>
            </a:xfrm>
            <a:custGeom>
              <a:avLst/>
              <a:gdLst>
                <a:gd name="connsiteX0" fmla="*/ 167048 w 167047"/>
                <a:gd name="connsiteY0" fmla="*/ 0 h 119871"/>
                <a:gd name="connsiteX1" fmla="*/ 0 w 167047"/>
                <a:gd name="connsiteY1" fmla="*/ 24955 h 119871"/>
                <a:gd name="connsiteX2" fmla="*/ 125873 w 167047"/>
                <a:gd name="connsiteY2" fmla="*/ 119871 h 119871"/>
                <a:gd name="connsiteX3" fmla="*/ 167048 w 167047"/>
                <a:gd name="connsiteY3" fmla="*/ 0 h 119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7047" h="119871">
                  <a:moveTo>
                    <a:pt x="167048" y="0"/>
                  </a:moveTo>
                  <a:lnTo>
                    <a:pt x="0" y="24955"/>
                  </a:lnTo>
                  <a:lnTo>
                    <a:pt x="125873" y="119871"/>
                  </a:lnTo>
                  <a:lnTo>
                    <a:pt x="167048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AB686286-45EC-D3D8-1D66-E8806B89C4AB}"/>
                </a:ext>
              </a:extLst>
            </p:cNvPr>
            <p:cNvSpPr/>
            <p:nvPr/>
          </p:nvSpPr>
          <p:spPr>
            <a:xfrm>
              <a:off x="9237832" y="1695804"/>
              <a:ext cx="65069" cy="119871"/>
            </a:xfrm>
            <a:custGeom>
              <a:avLst/>
              <a:gdLst>
                <a:gd name="connsiteX0" fmla="*/ 65070 w 65069"/>
                <a:gd name="connsiteY0" fmla="*/ 111233 h 119871"/>
                <a:gd name="connsiteX1" fmla="*/ 0 w 65069"/>
                <a:gd name="connsiteY1" fmla="*/ 119871 h 119871"/>
                <a:gd name="connsiteX2" fmla="*/ 41175 w 65069"/>
                <a:gd name="connsiteY2" fmla="*/ 0 h 119871"/>
                <a:gd name="connsiteX3" fmla="*/ 65070 w 65069"/>
                <a:gd name="connsiteY3" fmla="*/ 111233 h 119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5069" h="119871">
                  <a:moveTo>
                    <a:pt x="65070" y="111233"/>
                  </a:moveTo>
                  <a:lnTo>
                    <a:pt x="0" y="119871"/>
                  </a:lnTo>
                  <a:lnTo>
                    <a:pt x="41175" y="0"/>
                  </a:lnTo>
                  <a:lnTo>
                    <a:pt x="65070" y="111233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5" name="Freeform 134">
              <a:extLst>
                <a:ext uri="{FF2B5EF4-FFF2-40B4-BE49-F238E27FC236}">
                  <a16:creationId xmlns:a16="http://schemas.microsoft.com/office/drawing/2014/main" id="{356B2FD7-6A89-9A79-0E42-9CA2BE676314}"/>
                </a:ext>
              </a:extLst>
            </p:cNvPr>
            <p:cNvSpPr/>
            <p:nvPr/>
          </p:nvSpPr>
          <p:spPr>
            <a:xfrm>
              <a:off x="9302902" y="1699429"/>
              <a:ext cx="211103" cy="107606"/>
            </a:xfrm>
            <a:custGeom>
              <a:avLst/>
              <a:gdLst>
                <a:gd name="connsiteX0" fmla="*/ 211103 w 211103"/>
                <a:gd name="connsiteY0" fmla="*/ 91077 h 107606"/>
                <a:gd name="connsiteX1" fmla="*/ 140060 w 211103"/>
                <a:gd name="connsiteY1" fmla="*/ 0 h 107606"/>
                <a:gd name="connsiteX2" fmla="*/ 0 w 211103"/>
                <a:gd name="connsiteY2" fmla="*/ 107607 h 107606"/>
                <a:gd name="connsiteX3" fmla="*/ 211103 w 211103"/>
                <a:gd name="connsiteY3" fmla="*/ 91077 h 1076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1103" h="107606">
                  <a:moveTo>
                    <a:pt x="211103" y="91077"/>
                  </a:moveTo>
                  <a:lnTo>
                    <a:pt x="140060" y="0"/>
                  </a:lnTo>
                  <a:lnTo>
                    <a:pt x="0" y="107607"/>
                  </a:lnTo>
                  <a:lnTo>
                    <a:pt x="211103" y="91077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D365BD05-8DBE-7877-80E2-8469C87DE852}"/>
                </a:ext>
              </a:extLst>
            </p:cNvPr>
            <p:cNvSpPr/>
            <p:nvPr/>
          </p:nvSpPr>
          <p:spPr>
            <a:xfrm>
              <a:off x="9111960" y="1600781"/>
              <a:ext cx="167047" cy="119977"/>
            </a:xfrm>
            <a:custGeom>
              <a:avLst/>
              <a:gdLst>
                <a:gd name="connsiteX0" fmla="*/ 53656 w 167047"/>
                <a:gd name="connsiteY0" fmla="*/ 0 h 119977"/>
                <a:gd name="connsiteX1" fmla="*/ 0 w 167047"/>
                <a:gd name="connsiteY1" fmla="*/ 119978 h 119977"/>
                <a:gd name="connsiteX2" fmla="*/ 167048 w 167047"/>
                <a:gd name="connsiteY2" fmla="*/ 95023 h 119977"/>
                <a:gd name="connsiteX3" fmla="*/ 53656 w 167047"/>
                <a:gd name="connsiteY3" fmla="*/ 0 h 1199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7047" h="119977">
                  <a:moveTo>
                    <a:pt x="53656" y="0"/>
                  </a:moveTo>
                  <a:lnTo>
                    <a:pt x="0" y="119978"/>
                  </a:lnTo>
                  <a:lnTo>
                    <a:pt x="167048" y="95023"/>
                  </a:lnTo>
                  <a:lnTo>
                    <a:pt x="53656" y="0"/>
                  </a:lnTo>
                  <a:close/>
                </a:path>
              </a:pathLst>
            </a:custGeom>
            <a:grpFill/>
            <a:ln w="9525" cap="rnd">
              <a:solidFill>
                <a:srgbClr val="FF7D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AFF4EB69-9177-0071-E2AA-108EC9ECA835}"/>
                </a:ext>
              </a:extLst>
            </p:cNvPr>
            <p:cNvSpPr/>
            <p:nvPr/>
          </p:nvSpPr>
          <p:spPr>
            <a:xfrm>
              <a:off x="8866508" y="1685352"/>
              <a:ext cx="113925" cy="146106"/>
            </a:xfrm>
            <a:custGeom>
              <a:avLst/>
              <a:gdLst>
                <a:gd name="connsiteX0" fmla="*/ 113925 w 113925"/>
                <a:gd name="connsiteY0" fmla="*/ 0 h 146106"/>
                <a:gd name="connsiteX1" fmla="*/ 0 w 113925"/>
                <a:gd name="connsiteY1" fmla="*/ 47671 h 146106"/>
                <a:gd name="connsiteX2" fmla="*/ 101658 w 113925"/>
                <a:gd name="connsiteY2" fmla="*/ 146107 h 146106"/>
                <a:gd name="connsiteX3" fmla="*/ 113925 w 113925"/>
                <a:gd name="connsiteY3" fmla="*/ 0 h 1461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3925" h="146106">
                  <a:moveTo>
                    <a:pt x="113925" y="0"/>
                  </a:moveTo>
                  <a:lnTo>
                    <a:pt x="0" y="47671"/>
                  </a:lnTo>
                  <a:lnTo>
                    <a:pt x="101658" y="146107"/>
                  </a:lnTo>
                  <a:lnTo>
                    <a:pt x="113925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8" name="Freeform 137">
              <a:extLst>
                <a:ext uri="{FF2B5EF4-FFF2-40B4-BE49-F238E27FC236}">
                  <a16:creationId xmlns:a16="http://schemas.microsoft.com/office/drawing/2014/main" id="{4F101AAA-079F-395D-9FFA-083DB3E38C64}"/>
                </a:ext>
              </a:extLst>
            </p:cNvPr>
            <p:cNvSpPr/>
            <p:nvPr/>
          </p:nvSpPr>
          <p:spPr>
            <a:xfrm>
              <a:off x="8626176" y="1855241"/>
              <a:ext cx="157767" cy="101954"/>
            </a:xfrm>
            <a:custGeom>
              <a:avLst/>
              <a:gdLst>
                <a:gd name="connsiteX0" fmla="*/ 103792 w 157767"/>
                <a:gd name="connsiteY0" fmla="*/ 0 h 101954"/>
                <a:gd name="connsiteX1" fmla="*/ 0 w 157767"/>
                <a:gd name="connsiteY1" fmla="*/ 101955 h 101954"/>
                <a:gd name="connsiteX2" fmla="*/ 157768 w 157767"/>
                <a:gd name="connsiteY2" fmla="*/ 74546 h 101954"/>
                <a:gd name="connsiteX3" fmla="*/ 103792 w 157767"/>
                <a:gd name="connsiteY3" fmla="*/ 0 h 101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7767" h="101954">
                  <a:moveTo>
                    <a:pt x="103792" y="0"/>
                  </a:moveTo>
                  <a:lnTo>
                    <a:pt x="0" y="101955"/>
                  </a:lnTo>
                  <a:lnTo>
                    <a:pt x="157768" y="74546"/>
                  </a:lnTo>
                  <a:lnTo>
                    <a:pt x="103792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9" name="Freeform 138">
              <a:extLst>
                <a:ext uri="{FF2B5EF4-FFF2-40B4-BE49-F238E27FC236}">
                  <a16:creationId xmlns:a16="http://schemas.microsoft.com/office/drawing/2014/main" id="{2199CA04-5EC1-C5C5-08DE-F6D732629527}"/>
                </a:ext>
              </a:extLst>
            </p:cNvPr>
            <p:cNvSpPr/>
            <p:nvPr/>
          </p:nvSpPr>
          <p:spPr>
            <a:xfrm>
              <a:off x="8509797" y="1733023"/>
              <a:ext cx="104004" cy="294772"/>
            </a:xfrm>
            <a:custGeom>
              <a:avLst/>
              <a:gdLst>
                <a:gd name="connsiteX0" fmla="*/ 55043 w 104004"/>
                <a:gd name="connsiteY0" fmla="*/ 294773 h 294772"/>
                <a:gd name="connsiteX1" fmla="*/ 0 w 104004"/>
                <a:gd name="connsiteY1" fmla="*/ 107820 h 294772"/>
                <a:gd name="connsiteX2" fmla="*/ 104005 w 104004"/>
                <a:gd name="connsiteY2" fmla="*/ 0 h 294772"/>
                <a:gd name="connsiteX3" fmla="*/ 55043 w 104004"/>
                <a:gd name="connsiteY3" fmla="*/ 294773 h 2947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4004" h="294772">
                  <a:moveTo>
                    <a:pt x="55043" y="294773"/>
                  </a:moveTo>
                  <a:lnTo>
                    <a:pt x="0" y="107820"/>
                  </a:lnTo>
                  <a:lnTo>
                    <a:pt x="104005" y="0"/>
                  </a:lnTo>
                  <a:lnTo>
                    <a:pt x="55043" y="294773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0" name="Freeform 139">
              <a:extLst>
                <a:ext uri="{FF2B5EF4-FFF2-40B4-BE49-F238E27FC236}">
                  <a16:creationId xmlns:a16="http://schemas.microsoft.com/office/drawing/2014/main" id="{0C19A7AD-A3E2-EF49-FD9A-6D3411A3B0FD}"/>
                </a:ext>
              </a:extLst>
            </p:cNvPr>
            <p:cNvSpPr/>
            <p:nvPr/>
          </p:nvSpPr>
          <p:spPr>
            <a:xfrm>
              <a:off x="8134953" y="1840844"/>
              <a:ext cx="374844" cy="123710"/>
            </a:xfrm>
            <a:custGeom>
              <a:avLst/>
              <a:gdLst>
                <a:gd name="connsiteX0" fmla="*/ 276173 w 374844"/>
                <a:gd name="connsiteY0" fmla="*/ 123711 h 123710"/>
                <a:gd name="connsiteX1" fmla="*/ 374845 w 374844"/>
                <a:gd name="connsiteY1" fmla="*/ 0 h 123710"/>
                <a:gd name="connsiteX2" fmla="*/ 0 w 374844"/>
                <a:gd name="connsiteY2" fmla="*/ 35087 h 123710"/>
                <a:gd name="connsiteX3" fmla="*/ 276173 w 374844"/>
                <a:gd name="connsiteY3" fmla="*/ 123711 h 1237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4844" h="123710">
                  <a:moveTo>
                    <a:pt x="276173" y="123711"/>
                  </a:moveTo>
                  <a:lnTo>
                    <a:pt x="374845" y="0"/>
                  </a:lnTo>
                  <a:lnTo>
                    <a:pt x="0" y="35087"/>
                  </a:lnTo>
                  <a:lnTo>
                    <a:pt x="276173" y="123711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1" name="Freeform 140">
              <a:extLst>
                <a:ext uri="{FF2B5EF4-FFF2-40B4-BE49-F238E27FC236}">
                  <a16:creationId xmlns:a16="http://schemas.microsoft.com/office/drawing/2014/main" id="{CF9F9B59-9067-8C3D-31BE-F23EFE8282C2}"/>
                </a:ext>
              </a:extLst>
            </p:cNvPr>
            <p:cNvSpPr/>
            <p:nvPr/>
          </p:nvSpPr>
          <p:spPr>
            <a:xfrm>
              <a:off x="8411126" y="1840844"/>
              <a:ext cx="153714" cy="186952"/>
            </a:xfrm>
            <a:custGeom>
              <a:avLst/>
              <a:gdLst>
                <a:gd name="connsiteX0" fmla="*/ 98671 w 153714"/>
                <a:gd name="connsiteY0" fmla="*/ 0 h 186952"/>
                <a:gd name="connsiteX1" fmla="*/ 0 w 153714"/>
                <a:gd name="connsiteY1" fmla="*/ 123711 h 186952"/>
                <a:gd name="connsiteX2" fmla="*/ 153714 w 153714"/>
                <a:gd name="connsiteY2" fmla="*/ 186952 h 186952"/>
                <a:gd name="connsiteX3" fmla="*/ 98671 w 153714"/>
                <a:gd name="connsiteY3" fmla="*/ 0 h 18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3714" h="186952">
                  <a:moveTo>
                    <a:pt x="98671" y="0"/>
                  </a:moveTo>
                  <a:lnTo>
                    <a:pt x="0" y="123711"/>
                  </a:lnTo>
                  <a:lnTo>
                    <a:pt x="153714" y="186952"/>
                  </a:lnTo>
                  <a:lnTo>
                    <a:pt x="98671" y="0"/>
                  </a:lnTo>
                  <a:close/>
                </a:path>
              </a:pathLst>
            </a:custGeom>
            <a:grpFill/>
            <a:ln w="9525" cap="flat">
              <a:solidFill>
                <a:srgbClr val="FF7D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2" name="Freeform 141">
              <a:extLst>
                <a:ext uri="{FF2B5EF4-FFF2-40B4-BE49-F238E27FC236}">
                  <a16:creationId xmlns:a16="http://schemas.microsoft.com/office/drawing/2014/main" id="{DAE1500A-50B5-87A9-2CC9-CA16579F117C}"/>
                </a:ext>
              </a:extLst>
            </p:cNvPr>
            <p:cNvSpPr/>
            <p:nvPr/>
          </p:nvSpPr>
          <p:spPr>
            <a:xfrm>
              <a:off x="8134953" y="1875931"/>
              <a:ext cx="276173" cy="88623"/>
            </a:xfrm>
            <a:custGeom>
              <a:avLst/>
              <a:gdLst>
                <a:gd name="connsiteX0" fmla="*/ 148380 w 276173"/>
                <a:gd name="connsiteY0" fmla="*/ 88624 h 88623"/>
                <a:gd name="connsiteX1" fmla="*/ 0 w 276173"/>
                <a:gd name="connsiteY1" fmla="*/ 0 h 88623"/>
                <a:gd name="connsiteX2" fmla="*/ 276173 w 276173"/>
                <a:gd name="connsiteY2" fmla="*/ 88624 h 88623"/>
                <a:gd name="connsiteX3" fmla="*/ 148380 w 276173"/>
                <a:gd name="connsiteY3" fmla="*/ 88624 h 886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6173" h="88623">
                  <a:moveTo>
                    <a:pt x="148380" y="88624"/>
                  </a:moveTo>
                  <a:lnTo>
                    <a:pt x="0" y="0"/>
                  </a:lnTo>
                  <a:lnTo>
                    <a:pt x="276173" y="88624"/>
                  </a:lnTo>
                  <a:lnTo>
                    <a:pt x="148380" y="88624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3" name="Freeform 142">
              <a:extLst>
                <a:ext uri="{FF2B5EF4-FFF2-40B4-BE49-F238E27FC236}">
                  <a16:creationId xmlns:a16="http://schemas.microsoft.com/office/drawing/2014/main" id="{70D1A529-0813-98B6-E4D7-5A4552C9153C}"/>
                </a:ext>
              </a:extLst>
            </p:cNvPr>
            <p:cNvSpPr/>
            <p:nvPr/>
          </p:nvSpPr>
          <p:spPr>
            <a:xfrm>
              <a:off x="7906035" y="2027796"/>
              <a:ext cx="234144" cy="119444"/>
            </a:xfrm>
            <a:custGeom>
              <a:avLst/>
              <a:gdLst>
                <a:gd name="connsiteX0" fmla="*/ 205130 w 234144"/>
                <a:gd name="connsiteY0" fmla="*/ 0 h 119444"/>
                <a:gd name="connsiteX1" fmla="*/ 0 w 234144"/>
                <a:gd name="connsiteY1" fmla="*/ 64521 h 119444"/>
                <a:gd name="connsiteX2" fmla="*/ 234144 w 234144"/>
                <a:gd name="connsiteY2" fmla="*/ 119444 h 119444"/>
                <a:gd name="connsiteX3" fmla="*/ 205130 w 234144"/>
                <a:gd name="connsiteY3" fmla="*/ 0 h 1194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4144" h="119444">
                  <a:moveTo>
                    <a:pt x="205130" y="0"/>
                  </a:moveTo>
                  <a:lnTo>
                    <a:pt x="0" y="64521"/>
                  </a:lnTo>
                  <a:lnTo>
                    <a:pt x="234144" y="119444"/>
                  </a:lnTo>
                  <a:lnTo>
                    <a:pt x="205130" y="0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4" name="Freeform 143">
              <a:extLst>
                <a:ext uri="{FF2B5EF4-FFF2-40B4-BE49-F238E27FC236}">
                  <a16:creationId xmlns:a16="http://schemas.microsoft.com/office/drawing/2014/main" id="{E5A7984F-3835-D809-60C0-3433572C37A0}"/>
                </a:ext>
              </a:extLst>
            </p:cNvPr>
            <p:cNvSpPr/>
            <p:nvPr/>
          </p:nvSpPr>
          <p:spPr>
            <a:xfrm>
              <a:off x="7906035" y="2092317"/>
              <a:ext cx="360017" cy="127763"/>
            </a:xfrm>
            <a:custGeom>
              <a:avLst/>
              <a:gdLst>
                <a:gd name="connsiteX0" fmla="*/ 360017 w 360017"/>
                <a:gd name="connsiteY0" fmla="*/ 127763 h 127763"/>
                <a:gd name="connsiteX1" fmla="*/ 0 w 360017"/>
                <a:gd name="connsiteY1" fmla="*/ 0 h 127763"/>
                <a:gd name="connsiteX2" fmla="*/ 234144 w 360017"/>
                <a:gd name="connsiteY2" fmla="*/ 54923 h 127763"/>
                <a:gd name="connsiteX3" fmla="*/ 360017 w 360017"/>
                <a:gd name="connsiteY3" fmla="*/ 127763 h 1277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0017" h="127763">
                  <a:moveTo>
                    <a:pt x="360017" y="127763"/>
                  </a:moveTo>
                  <a:lnTo>
                    <a:pt x="0" y="0"/>
                  </a:lnTo>
                  <a:lnTo>
                    <a:pt x="234144" y="54923"/>
                  </a:lnTo>
                  <a:lnTo>
                    <a:pt x="360017" y="127763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5" name="Freeform 144">
              <a:extLst>
                <a:ext uri="{FF2B5EF4-FFF2-40B4-BE49-F238E27FC236}">
                  <a16:creationId xmlns:a16="http://schemas.microsoft.com/office/drawing/2014/main" id="{538CF2FE-A854-F48D-FB62-25F2C031C3F0}"/>
                </a:ext>
              </a:extLst>
            </p:cNvPr>
            <p:cNvSpPr/>
            <p:nvPr/>
          </p:nvSpPr>
          <p:spPr>
            <a:xfrm>
              <a:off x="7906035" y="2092317"/>
              <a:ext cx="360017" cy="229397"/>
            </a:xfrm>
            <a:custGeom>
              <a:avLst/>
              <a:gdLst>
                <a:gd name="connsiteX0" fmla="*/ 220277 w 360017"/>
                <a:gd name="connsiteY0" fmla="*/ 229398 h 229397"/>
                <a:gd name="connsiteX1" fmla="*/ 0 w 360017"/>
                <a:gd name="connsiteY1" fmla="*/ 0 h 229397"/>
                <a:gd name="connsiteX2" fmla="*/ 360017 w 360017"/>
                <a:gd name="connsiteY2" fmla="*/ 127763 h 229397"/>
                <a:gd name="connsiteX3" fmla="*/ 220277 w 360017"/>
                <a:gd name="connsiteY3" fmla="*/ 229398 h 2293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0017" h="229397">
                  <a:moveTo>
                    <a:pt x="220277" y="229398"/>
                  </a:moveTo>
                  <a:lnTo>
                    <a:pt x="0" y="0"/>
                  </a:lnTo>
                  <a:lnTo>
                    <a:pt x="360017" y="127763"/>
                  </a:lnTo>
                  <a:lnTo>
                    <a:pt x="220277" y="229398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6" name="Freeform 145">
              <a:extLst>
                <a:ext uri="{FF2B5EF4-FFF2-40B4-BE49-F238E27FC236}">
                  <a16:creationId xmlns:a16="http://schemas.microsoft.com/office/drawing/2014/main" id="{E6337B7B-7710-7141-7B7E-61479CDAA472}"/>
                </a:ext>
              </a:extLst>
            </p:cNvPr>
            <p:cNvSpPr/>
            <p:nvPr/>
          </p:nvSpPr>
          <p:spPr>
            <a:xfrm>
              <a:off x="7762989" y="2600597"/>
              <a:ext cx="198836" cy="163596"/>
            </a:xfrm>
            <a:custGeom>
              <a:avLst/>
              <a:gdLst>
                <a:gd name="connsiteX0" fmla="*/ 85231 w 198836"/>
                <a:gd name="connsiteY0" fmla="*/ 163597 h 163596"/>
                <a:gd name="connsiteX1" fmla="*/ 198836 w 198836"/>
                <a:gd name="connsiteY1" fmla="*/ 0 h 163596"/>
                <a:gd name="connsiteX2" fmla="*/ 0 w 198836"/>
                <a:gd name="connsiteY2" fmla="*/ 85744 h 163596"/>
                <a:gd name="connsiteX3" fmla="*/ 85231 w 198836"/>
                <a:gd name="connsiteY3" fmla="*/ 163597 h 1635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8836" h="163596">
                  <a:moveTo>
                    <a:pt x="85231" y="163597"/>
                  </a:moveTo>
                  <a:lnTo>
                    <a:pt x="198836" y="0"/>
                  </a:lnTo>
                  <a:lnTo>
                    <a:pt x="0" y="85744"/>
                  </a:lnTo>
                  <a:lnTo>
                    <a:pt x="85231" y="163597"/>
                  </a:lnTo>
                  <a:close/>
                </a:path>
              </a:pathLst>
            </a:custGeom>
            <a:grpFill/>
            <a:ln w="9525" cap="flat">
              <a:solidFill>
                <a:srgbClr val="7030A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7" name="Freeform 146">
              <a:extLst>
                <a:ext uri="{FF2B5EF4-FFF2-40B4-BE49-F238E27FC236}">
                  <a16:creationId xmlns:a16="http://schemas.microsoft.com/office/drawing/2014/main" id="{3CC6A190-662A-7475-8F20-505418FC810E}"/>
                </a:ext>
              </a:extLst>
            </p:cNvPr>
            <p:cNvSpPr/>
            <p:nvPr/>
          </p:nvSpPr>
          <p:spPr>
            <a:xfrm>
              <a:off x="7677438" y="2490217"/>
              <a:ext cx="284386" cy="110379"/>
            </a:xfrm>
            <a:custGeom>
              <a:avLst/>
              <a:gdLst>
                <a:gd name="connsiteX0" fmla="*/ 0 w 284386"/>
                <a:gd name="connsiteY0" fmla="*/ 110380 h 110379"/>
                <a:gd name="connsiteX1" fmla="*/ 284387 w 284386"/>
                <a:gd name="connsiteY1" fmla="*/ 110380 h 110379"/>
                <a:gd name="connsiteX2" fmla="*/ 85551 w 284386"/>
                <a:gd name="connsiteY2" fmla="*/ 0 h 110379"/>
                <a:gd name="connsiteX3" fmla="*/ 0 w 284386"/>
                <a:gd name="connsiteY3" fmla="*/ 110380 h 1103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4386" h="110379">
                  <a:moveTo>
                    <a:pt x="0" y="110380"/>
                  </a:moveTo>
                  <a:lnTo>
                    <a:pt x="284387" y="110380"/>
                  </a:lnTo>
                  <a:lnTo>
                    <a:pt x="85551" y="0"/>
                  </a:lnTo>
                  <a:lnTo>
                    <a:pt x="0" y="110380"/>
                  </a:lnTo>
                  <a:close/>
                </a:path>
              </a:pathLst>
            </a:custGeom>
            <a:grpFill/>
            <a:ln w="9525" cap="flat">
              <a:solidFill>
                <a:srgbClr val="FF7D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8" name="Freeform 147">
              <a:extLst>
                <a:ext uri="{FF2B5EF4-FFF2-40B4-BE49-F238E27FC236}">
                  <a16:creationId xmlns:a16="http://schemas.microsoft.com/office/drawing/2014/main" id="{5822A938-B7C9-6487-92D4-AF26F82CD365}"/>
                </a:ext>
              </a:extLst>
            </p:cNvPr>
            <p:cNvSpPr/>
            <p:nvPr/>
          </p:nvSpPr>
          <p:spPr>
            <a:xfrm>
              <a:off x="7762989" y="2436041"/>
              <a:ext cx="337936" cy="54176"/>
            </a:xfrm>
            <a:custGeom>
              <a:avLst/>
              <a:gdLst>
                <a:gd name="connsiteX0" fmla="*/ 337936 w 337936"/>
                <a:gd name="connsiteY0" fmla="*/ 41805 h 54176"/>
                <a:gd name="connsiteX1" fmla="*/ 0 w 337936"/>
                <a:gd name="connsiteY1" fmla="*/ 54177 h 54176"/>
                <a:gd name="connsiteX2" fmla="*/ 121179 w 337936"/>
                <a:gd name="connsiteY2" fmla="*/ 0 h 54176"/>
                <a:gd name="connsiteX3" fmla="*/ 337936 w 337936"/>
                <a:gd name="connsiteY3" fmla="*/ 41805 h 541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936" h="54176">
                  <a:moveTo>
                    <a:pt x="337936" y="41805"/>
                  </a:moveTo>
                  <a:lnTo>
                    <a:pt x="0" y="54177"/>
                  </a:lnTo>
                  <a:lnTo>
                    <a:pt x="121179" y="0"/>
                  </a:lnTo>
                  <a:lnTo>
                    <a:pt x="337936" y="41805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9" name="Freeform 148">
              <a:extLst>
                <a:ext uri="{FF2B5EF4-FFF2-40B4-BE49-F238E27FC236}">
                  <a16:creationId xmlns:a16="http://schemas.microsoft.com/office/drawing/2014/main" id="{C0CE0E2E-761B-3BEF-A0D5-41BD31FF7C1E}"/>
                </a:ext>
              </a:extLst>
            </p:cNvPr>
            <p:cNvSpPr/>
            <p:nvPr/>
          </p:nvSpPr>
          <p:spPr>
            <a:xfrm>
              <a:off x="7714133" y="2283109"/>
              <a:ext cx="203743" cy="88836"/>
            </a:xfrm>
            <a:custGeom>
              <a:avLst/>
              <a:gdLst>
                <a:gd name="connsiteX0" fmla="*/ 0 w 203743"/>
                <a:gd name="connsiteY0" fmla="*/ 88837 h 88836"/>
                <a:gd name="connsiteX1" fmla="*/ 203743 w 203743"/>
                <a:gd name="connsiteY1" fmla="*/ 63881 h 88836"/>
                <a:gd name="connsiteX2" fmla="*/ 139633 w 203743"/>
                <a:gd name="connsiteY2" fmla="*/ 0 h 88836"/>
                <a:gd name="connsiteX3" fmla="*/ 0 w 203743"/>
                <a:gd name="connsiteY3" fmla="*/ 88837 h 888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743" h="88836">
                  <a:moveTo>
                    <a:pt x="0" y="88837"/>
                  </a:moveTo>
                  <a:lnTo>
                    <a:pt x="203743" y="63881"/>
                  </a:lnTo>
                  <a:lnTo>
                    <a:pt x="139633" y="0"/>
                  </a:lnTo>
                  <a:lnTo>
                    <a:pt x="0" y="88837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0" name="Freeform 149">
              <a:extLst>
                <a:ext uri="{FF2B5EF4-FFF2-40B4-BE49-F238E27FC236}">
                  <a16:creationId xmlns:a16="http://schemas.microsoft.com/office/drawing/2014/main" id="{8C7C0130-E38C-988A-B092-456FCB3C0DF7}"/>
                </a:ext>
              </a:extLst>
            </p:cNvPr>
            <p:cNvSpPr/>
            <p:nvPr/>
          </p:nvSpPr>
          <p:spPr>
            <a:xfrm>
              <a:off x="7894621" y="2172089"/>
              <a:ext cx="134086" cy="174901"/>
            </a:xfrm>
            <a:custGeom>
              <a:avLst/>
              <a:gdLst>
                <a:gd name="connsiteX0" fmla="*/ 0 w 134086"/>
                <a:gd name="connsiteY0" fmla="*/ 0 h 174901"/>
                <a:gd name="connsiteX1" fmla="*/ 23255 w 134086"/>
                <a:gd name="connsiteY1" fmla="*/ 174901 h 174901"/>
                <a:gd name="connsiteX2" fmla="*/ 134086 w 134086"/>
                <a:gd name="connsiteY2" fmla="*/ 130643 h 174901"/>
                <a:gd name="connsiteX3" fmla="*/ 0 w 134086"/>
                <a:gd name="connsiteY3" fmla="*/ 0 h 1749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4086" h="174901">
                  <a:moveTo>
                    <a:pt x="0" y="0"/>
                  </a:moveTo>
                  <a:lnTo>
                    <a:pt x="23255" y="174901"/>
                  </a:lnTo>
                  <a:lnTo>
                    <a:pt x="134086" y="130643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rnd">
              <a:solidFill>
                <a:srgbClr val="FF7D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1" name="Freeform 150">
              <a:extLst>
                <a:ext uri="{FF2B5EF4-FFF2-40B4-BE49-F238E27FC236}">
                  <a16:creationId xmlns:a16="http://schemas.microsoft.com/office/drawing/2014/main" id="{408C5774-D2E3-6D59-DAD3-2BCCCDF2957F}"/>
                </a:ext>
              </a:extLst>
            </p:cNvPr>
            <p:cNvSpPr/>
            <p:nvPr/>
          </p:nvSpPr>
          <p:spPr>
            <a:xfrm>
              <a:off x="7917876" y="2321715"/>
              <a:ext cx="208436" cy="156131"/>
            </a:xfrm>
            <a:custGeom>
              <a:avLst/>
              <a:gdLst>
                <a:gd name="connsiteX0" fmla="*/ 208437 w 208436"/>
                <a:gd name="connsiteY0" fmla="*/ 0 h 156131"/>
                <a:gd name="connsiteX1" fmla="*/ 0 w 208436"/>
                <a:gd name="connsiteY1" fmla="*/ 25275 h 156131"/>
                <a:gd name="connsiteX2" fmla="*/ 183049 w 208436"/>
                <a:gd name="connsiteY2" fmla="*/ 156131 h 156131"/>
                <a:gd name="connsiteX3" fmla="*/ 208437 w 208436"/>
                <a:gd name="connsiteY3" fmla="*/ 0 h 156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8436" h="156131">
                  <a:moveTo>
                    <a:pt x="208437" y="0"/>
                  </a:moveTo>
                  <a:lnTo>
                    <a:pt x="0" y="25275"/>
                  </a:lnTo>
                  <a:lnTo>
                    <a:pt x="183049" y="156131"/>
                  </a:lnTo>
                  <a:lnTo>
                    <a:pt x="208437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2" name="Freeform 151">
              <a:extLst>
                <a:ext uri="{FF2B5EF4-FFF2-40B4-BE49-F238E27FC236}">
                  <a16:creationId xmlns:a16="http://schemas.microsoft.com/office/drawing/2014/main" id="{F291B725-201F-2234-417F-35900C58DB57}"/>
                </a:ext>
              </a:extLst>
            </p:cNvPr>
            <p:cNvSpPr/>
            <p:nvPr/>
          </p:nvSpPr>
          <p:spPr>
            <a:xfrm>
              <a:off x="8443021" y="1616778"/>
              <a:ext cx="170781" cy="116245"/>
            </a:xfrm>
            <a:custGeom>
              <a:avLst/>
              <a:gdLst>
                <a:gd name="connsiteX0" fmla="*/ 0 w 170781"/>
                <a:gd name="connsiteY0" fmla="*/ 99288 h 116245"/>
                <a:gd name="connsiteX1" fmla="*/ 153714 w 170781"/>
                <a:gd name="connsiteY1" fmla="*/ 0 h 116245"/>
                <a:gd name="connsiteX2" fmla="*/ 170781 w 170781"/>
                <a:gd name="connsiteY2" fmla="*/ 116245 h 116245"/>
                <a:gd name="connsiteX3" fmla="*/ 0 w 170781"/>
                <a:gd name="connsiteY3" fmla="*/ 99288 h 1162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0781" h="116245">
                  <a:moveTo>
                    <a:pt x="0" y="99288"/>
                  </a:moveTo>
                  <a:lnTo>
                    <a:pt x="153714" y="0"/>
                  </a:lnTo>
                  <a:lnTo>
                    <a:pt x="170781" y="116245"/>
                  </a:lnTo>
                  <a:lnTo>
                    <a:pt x="0" y="99288"/>
                  </a:lnTo>
                  <a:close/>
                </a:path>
              </a:pathLst>
            </a:custGeom>
            <a:grpFill/>
            <a:ln w="9525" cap="flat">
              <a:solidFill>
                <a:srgbClr val="FF7D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3" name="Freeform 152">
              <a:extLst>
                <a:ext uri="{FF2B5EF4-FFF2-40B4-BE49-F238E27FC236}">
                  <a16:creationId xmlns:a16="http://schemas.microsoft.com/office/drawing/2014/main" id="{6D714AC9-4B0F-8AD5-722B-E7249F30E42B}"/>
                </a:ext>
              </a:extLst>
            </p:cNvPr>
            <p:cNvSpPr/>
            <p:nvPr/>
          </p:nvSpPr>
          <p:spPr>
            <a:xfrm>
              <a:off x="8626176" y="1668075"/>
              <a:ext cx="103791" cy="289120"/>
            </a:xfrm>
            <a:custGeom>
              <a:avLst/>
              <a:gdLst>
                <a:gd name="connsiteX0" fmla="*/ 103792 w 103791"/>
                <a:gd name="connsiteY0" fmla="*/ 187166 h 289120"/>
                <a:gd name="connsiteX1" fmla="*/ 42349 w 103791"/>
                <a:gd name="connsiteY1" fmla="*/ 0 h 289120"/>
                <a:gd name="connsiteX2" fmla="*/ 0 w 103791"/>
                <a:gd name="connsiteY2" fmla="*/ 289120 h 289120"/>
                <a:gd name="connsiteX3" fmla="*/ 103792 w 103791"/>
                <a:gd name="connsiteY3" fmla="*/ 187166 h 2891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3791" h="289120">
                  <a:moveTo>
                    <a:pt x="103792" y="187166"/>
                  </a:moveTo>
                  <a:lnTo>
                    <a:pt x="42349" y="0"/>
                  </a:lnTo>
                  <a:lnTo>
                    <a:pt x="0" y="289120"/>
                  </a:lnTo>
                  <a:lnTo>
                    <a:pt x="103792" y="187166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4" name="Freeform 153">
              <a:extLst>
                <a:ext uri="{FF2B5EF4-FFF2-40B4-BE49-F238E27FC236}">
                  <a16:creationId xmlns:a16="http://schemas.microsoft.com/office/drawing/2014/main" id="{A85A3146-90A7-CF43-6930-86D5BA16270B}"/>
                </a:ext>
              </a:extLst>
            </p:cNvPr>
            <p:cNvSpPr/>
            <p:nvPr/>
          </p:nvSpPr>
          <p:spPr>
            <a:xfrm>
              <a:off x="8668525" y="1668075"/>
              <a:ext cx="97284" cy="187165"/>
            </a:xfrm>
            <a:custGeom>
              <a:avLst/>
              <a:gdLst>
                <a:gd name="connsiteX0" fmla="*/ 97285 w 97284"/>
                <a:gd name="connsiteY0" fmla="*/ 44792 h 187165"/>
                <a:gd name="connsiteX1" fmla="*/ 0 w 97284"/>
                <a:gd name="connsiteY1" fmla="*/ 0 h 187165"/>
                <a:gd name="connsiteX2" fmla="*/ 61443 w 97284"/>
                <a:gd name="connsiteY2" fmla="*/ 187166 h 187165"/>
                <a:gd name="connsiteX3" fmla="*/ 97285 w 97284"/>
                <a:gd name="connsiteY3" fmla="*/ 44792 h 1871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7284" h="187165">
                  <a:moveTo>
                    <a:pt x="97285" y="44792"/>
                  </a:moveTo>
                  <a:lnTo>
                    <a:pt x="0" y="0"/>
                  </a:lnTo>
                  <a:lnTo>
                    <a:pt x="61443" y="187166"/>
                  </a:lnTo>
                  <a:lnTo>
                    <a:pt x="97285" y="44792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5" name="Freeform 154">
              <a:extLst>
                <a:ext uri="{FF2B5EF4-FFF2-40B4-BE49-F238E27FC236}">
                  <a16:creationId xmlns:a16="http://schemas.microsoft.com/office/drawing/2014/main" id="{66837A5B-7EB9-7F80-3B0B-96AD3ED13B80}"/>
                </a:ext>
              </a:extLst>
            </p:cNvPr>
            <p:cNvSpPr/>
            <p:nvPr/>
          </p:nvSpPr>
          <p:spPr>
            <a:xfrm>
              <a:off x="8980433" y="1685352"/>
              <a:ext cx="166087" cy="190578"/>
            </a:xfrm>
            <a:custGeom>
              <a:avLst/>
              <a:gdLst>
                <a:gd name="connsiteX0" fmla="*/ 0 w 166087"/>
                <a:gd name="connsiteY0" fmla="*/ 0 h 190578"/>
                <a:gd name="connsiteX1" fmla="*/ 166088 w 166087"/>
                <a:gd name="connsiteY1" fmla="*/ 190579 h 190578"/>
                <a:gd name="connsiteX2" fmla="*/ 131526 w 166087"/>
                <a:gd name="connsiteY2" fmla="*/ 35407 h 190578"/>
                <a:gd name="connsiteX3" fmla="*/ 0 w 166087"/>
                <a:gd name="connsiteY3" fmla="*/ 0 h 1905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6087" h="190578">
                  <a:moveTo>
                    <a:pt x="0" y="0"/>
                  </a:moveTo>
                  <a:lnTo>
                    <a:pt x="166088" y="190579"/>
                  </a:lnTo>
                  <a:lnTo>
                    <a:pt x="131526" y="35407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rnd">
              <a:solidFill>
                <a:srgbClr val="7030A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6" name="Freeform 155">
              <a:extLst>
                <a:ext uri="{FF2B5EF4-FFF2-40B4-BE49-F238E27FC236}">
                  <a16:creationId xmlns:a16="http://schemas.microsoft.com/office/drawing/2014/main" id="{9F1F5770-78D6-AC3B-7269-003ED9B5D0A7}"/>
                </a:ext>
              </a:extLst>
            </p:cNvPr>
            <p:cNvSpPr/>
            <p:nvPr/>
          </p:nvSpPr>
          <p:spPr>
            <a:xfrm>
              <a:off x="9324769" y="1840844"/>
              <a:ext cx="189235" cy="223958"/>
            </a:xfrm>
            <a:custGeom>
              <a:avLst/>
              <a:gdLst>
                <a:gd name="connsiteX0" fmla="*/ 0 w 189235"/>
                <a:gd name="connsiteY0" fmla="*/ 164450 h 223958"/>
                <a:gd name="connsiteX1" fmla="*/ 189236 w 189235"/>
                <a:gd name="connsiteY1" fmla="*/ 0 h 223958"/>
                <a:gd name="connsiteX2" fmla="*/ 131313 w 189235"/>
                <a:gd name="connsiteY2" fmla="*/ 223959 h 223958"/>
                <a:gd name="connsiteX3" fmla="*/ 0 w 189235"/>
                <a:gd name="connsiteY3" fmla="*/ 164450 h 223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9235" h="223958">
                  <a:moveTo>
                    <a:pt x="0" y="164450"/>
                  </a:moveTo>
                  <a:lnTo>
                    <a:pt x="189236" y="0"/>
                  </a:lnTo>
                  <a:lnTo>
                    <a:pt x="131313" y="223959"/>
                  </a:lnTo>
                  <a:lnTo>
                    <a:pt x="0" y="164450"/>
                  </a:lnTo>
                  <a:close/>
                </a:path>
              </a:pathLst>
            </a:custGeom>
            <a:grpFill/>
            <a:ln w="9525" cap="rnd">
              <a:solidFill>
                <a:srgbClr val="FF7D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7" name="Freeform 156">
              <a:extLst>
                <a:ext uri="{FF2B5EF4-FFF2-40B4-BE49-F238E27FC236}">
                  <a16:creationId xmlns:a16="http://schemas.microsoft.com/office/drawing/2014/main" id="{0A56A358-BAED-BEB4-1F88-CB46BC1F1BF3}"/>
                </a:ext>
              </a:extLst>
            </p:cNvPr>
            <p:cNvSpPr/>
            <p:nvPr/>
          </p:nvSpPr>
          <p:spPr>
            <a:xfrm>
              <a:off x="10209719" y="2381971"/>
              <a:ext cx="126192" cy="73266"/>
            </a:xfrm>
            <a:custGeom>
              <a:avLst/>
              <a:gdLst>
                <a:gd name="connsiteX0" fmla="*/ 0 w 126192"/>
                <a:gd name="connsiteY0" fmla="*/ 0 h 73266"/>
                <a:gd name="connsiteX1" fmla="*/ 119259 w 126192"/>
                <a:gd name="connsiteY1" fmla="*/ 10132 h 73266"/>
                <a:gd name="connsiteX2" fmla="*/ 126193 w 126192"/>
                <a:gd name="connsiteY2" fmla="*/ 73266 h 73266"/>
                <a:gd name="connsiteX3" fmla="*/ 0 w 126192"/>
                <a:gd name="connsiteY3" fmla="*/ 0 h 732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192" h="73266">
                  <a:moveTo>
                    <a:pt x="0" y="0"/>
                  </a:moveTo>
                  <a:lnTo>
                    <a:pt x="119259" y="10132"/>
                  </a:lnTo>
                  <a:lnTo>
                    <a:pt x="126193" y="73266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8" name="Freeform 157">
              <a:extLst>
                <a:ext uri="{FF2B5EF4-FFF2-40B4-BE49-F238E27FC236}">
                  <a16:creationId xmlns:a16="http://schemas.microsoft.com/office/drawing/2014/main" id="{90DC0196-5F54-4AAD-117F-193F40B85BBF}"/>
                </a:ext>
              </a:extLst>
            </p:cNvPr>
            <p:cNvSpPr/>
            <p:nvPr/>
          </p:nvSpPr>
          <p:spPr>
            <a:xfrm>
              <a:off x="10089713" y="2381971"/>
              <a:ext cx="246198" cy="165089"/>
            </a:xfrm>
            <a:custGeom>
              <a:avLst/>
              <a:gdLst>
                <a:gd name="connsiteX0" fmla="*/ 0 w 246198"/>
                <a:gd name="connsiteY0" fmla="*/ 165090 h 165089"/>
                <a:gd name="connsiteX1" fmla="*/ 120006 w 246198"/>
                <a:gd name="connsiteY1" fmla="*/ 0 h 165089"/>
                <a:gd name="connsiteX2" fmla="*/ 246198 w 246198"/>
                <a:gd name="connsiteY2" fmla="*/ 73266 h 165089"/>
                <a:gd name="connsiteX3" fmla="*/ 0 w 246198"/>
                <a:gd name="connsiteY3" fmla="*/ 165090 h 1650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6198" h="165089">
                  <a:moveTo>
                    <a:pt x="0" y="165090"/>
                  </a:moveTo>
                  <a:lnTo>
                    <a:pt x="120006" y="0"/>
                  </a:lnTo>
                  <a:lnTo>
                    <a:pt x="246198" y="73266"/>
                  </a:lnTo>
                  <a:lnTo>
                    <a:pt x="0" y="165090"/>
                  </a:lnTo>
                  <a:close/>
                </a:path>
              </a:pathLst>
            </a:custGeom>
            <a:grpFill/>
            <a:ln w="9525" cap="rnd">
              <a:solidFill>
                <a:srgbClr val="7030A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9" name="Freeform 158">
              <a:extLst>
                <a:ext uri="{FF2B5EF4-FFF2-40B4-BE49-F238E27FC236}">
                  <a16:creationId xmlns:a16="http://schemas.microsoft.com/office/drawing/2014/main" id="{441F5B87-5935-C939-E654-2464D3D12465}"/>
                </a:ext>
              </a:extLst>
            </p:cNvPr>
            <p:cNvSpPr/>
            <p:nvPr/>
          </p:nvSpPr>
          <p:spPr>
            <a:xfrm>
              <a:off x="10089713" y="2538102"/>
              <a:ext cx="222837" cy="136401"/>
            </a:xfrm>
            <a:custGeom>
              <a:avLst/>
              <a:gdLst>
                <a:gd name="connsiteX0" fmla="*/ 222837 w 222837"/>
                <a:gd name="connsiteY0" fmla="*/ 136401 h 136401"/>
                <a:gd name="connsiteX1" fmla="*/ 0 w 222837"/>
                <a:gd name="connsiteY1" fmla="*/ 8958 h 136401"/>
                <a:gd name="connsiteX2" fmla="*/ 188702 w 222837"/>
                <a:gd name="connsiteY2" fmla="*/ 0 h 136401"/>
                <a:gd name="connsiteX3" fmla="*/ 222837 w 222837"/>
                <a:gd name="connsiteY3" fmla="*/ 136401 h 136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2837" h="136401">
                  <a:moveTo>
                    <a:pt x="222837" y="136401"/>
                  </a:moveTo>
                  <a:lnTo>
                    <a:pt x="0" y="8958"/>
                  </a:lnTo>
                  <a:lnTo>
                    <a:pt x="188702" y="0"/>
                  </a:lnTo>
                  <a:lnTo>
                    <a:pt x="222837" y="136401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0" name="Freeform 159">
              <a:extLst>
                <a:ext uri="{FF2B5EF4-FFF2-40B4-BE49-F238E27FC236}">
                  <a16:creationId xmlns:a16="http://schemas.microsoft.com/office/drawing/2014/main" id="{AEA4A0BE-1CE4-01F0-6C9B-580F9DADB6BB}"/>
                </a:ext>
              </a:extLst>
            </p:cNvPr>
            <p:cNvSpPr/>
            <p:nvPr/>
          </p:nvSpPr>
          <p:spPr>
            <a:xfrm>
              <a:off x="10089713" y="2455237"/>
              <a:ext cx="246198" cy="91823"/>
            </a:xfrm>
            <a:custGeom>
              <a:avLst/>
              <a:gdLst>
                <a:gd name="connsiteX0" fmla="*/ 246198 w 246198"/>
                <a:gd name="connsiteY0" fmla="*/ 0 h 91823"/>
                <a:gd name="connsiteX1" fmla="*/ 188702 w 246198"/>
                <a:gd name="connsiteY1" fmla="*/ 82865 h 91823"/>
                <a:gd name="connsiteX2" fmla="*/ 0 w 246198"/>
                <a:gd name="connsiteY2" fmla="*/ 91823 h 91823"/>
                <a:gd name="connsiteX3" fmla="*/ 246198 w 246198"/>
                <a:gd name="connsiteY3" fmla="*/ 0 h 918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6198" h="91823">
                  <a:moveTo>
                    <a:pt x="246198" y="0"/>
                  </a:moveTo>
                  <a:lnTo>
                    <a:pt x="188702" y="82865"/>
                  </a:lnTo>
                  <a:lnTo>
                    <a:pt x="0" y="91823"/>
                  </a:lnTo>
                  <a:lnTo>
                    <a:pt x="246198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1" name="Freeform 160">
              <a:extLst>
                <a:ext uri="{FF2B5EF4-FFF2-40B4-BE49-F238E27FC236}">
                  <a16:creationId xmlns:a16="http://schemas.microsoft.com/office/drawing/2014/main" id="{679B27B8-E7E5-F50A-B658-00D8FEA5ED73}"/>
                </a:ext>
              </a:extLst>
            </p:cNvPr>
            <p:cNvSpPr/>
            <p:nvPr/>
          </p:nvSpPr>
          <p:spPr>
            <a:xfrm>
              <a:off x="10328977" y="2392102"/>
              <a:ext cx="139526" cy="92462"/>
            </a:xfrm>
            <a:custGeom>
              <a:avLst/>
              <a:gdLst>
                <a:gd name="connsiteX0" fmla="*/ 139527 w 139526"/>
                <a:gd name="connsiteY0" fmla="*/ 92463 h 92462"/>
                <a:gd name="connsiteX1" fmla="*/ 6934 w 139526"/>
                <a:gd name="connsiteY1" fmla="*/ 63135 h 92462"/>
                <a:gd name="connsiteX2" fmla="*/ 0 w 139526"/>
                <a:gd name="connsiteY2" fmla="*/ 0 h 92462"/>
                <a:gd name="connsiteX3" fmla="*/ 139527 w 139526"/>
                <a:gd name="connsiteY3" fmla="*/ 92463 h 924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9526" h="92462">
                  <a:moveTo>
                    <a:pt x="139527" y="92463"/>
                  </a:moveTo>
                  <a:lnTo>
                    <a:pt x="6934" y="63135"/>
                  </a:lnTo>
                  <a:lnTo>
                    <a:pt x="0" y="0"/>
                  </a:lnTo>
                  <a:lnTo>
                    <a:pt x="139527" y="92463"/>
                  </a:lnTo>
                  <a:close/>
                </a:path>
              </a:pathLst>
            </a:custGeom>
            <a:grpFill/>
            <a:ln w="9525" cap="flat">
              <a:solidFill>
                <a:srgbClr val="FF7D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2" name="Freeform 161">
              <a:extLst>
                <a:ext uri="{FF2B5EF4-FFF2-40B4-BE49-F238E27FC236}">
                  <a16:creationId xmlns:a16="http://schemas.microsoft.com/office/drawing/2014/main" id="{83C1143D-16E5-3718-F8C8-99D91F3F3DA9}"/>
                </a:ext>
              </a:extLst>
            </p:cNvPr>
            <p:cNvSpPr/>
            <p:nvPr/>
          </p:nvSpPr>
          <p:spPr>
            <a:xfrm>
              <a:off x="10278415" y="2504721"/>
              <a:ext cx="248972" cy="131175"/>
            </a:xfrm>
            <a:custGeom>
              <a:avLst/>
              <a:gdLst>
                <a:gd name="connsiteX0" fmla="*/ 0 w 248972"/>
                <a:gd name="connsiteY0" fmla="*/ 33381 h 131175"/>
                <a:gd name="connsiteX1" fmla="*/ 160541 w 248972"/>
                <a:gd name="connsiteY1" fmla="*/ 0 h 131175"/>
                <a:gd name="connsiteX2" fmla="*/ 248972 w 248972"/>
                <a:gd name="connsiteY2" fmla="*/ 131176 h 131175"/>
                <a:gd name="connsiteX3" fmla="*/ 0 w 248972"/>
                <a:gd name="connsiteY3" fmla="*/ 33381 h 1311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8972" h="131175">
                  <a:moveTo>
                    <a:pt x="0" y="33381"/>
                  </a:moveTo>
                  <a:lnTo>
                    <a:pt x="160541" y="0"/>
                  </a:lnTo>
                  <a:lnTo>
                    <a:pt x="248972" y="131176"/>
                  </a:lnTo>
                  <a:lnTo>
                    <a:pt x="0" y="33381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3" name="Freeform 162">
              <a:extLst>
                <a:ext uri="{FF2B5EF4-FFF2-40B4-BE49-F238E27FC236}">
                  <a16:creationId xmlns:a16="http://schemas.microsoft.com/office/drawing/2014/main" id="{B29343AF-53DD-7B34-4198-F104C62FBEB0}"/>
                </a:ext>
              </a:extLst>
            </p:cNvPr>
            <p:cNvSpPr/>
            <p:nvPr/>
          </p:nvSpPr>
          <p:spPr>
            <a:xfrm>
              <a:off x="10312550" y="2674503"/>
              <a:ext cx="258145" cy="84037"/>
            </a:xfrm>
            <a:custGeom>
              <a:avLst/>
              <a:gdLst>
                <a:gd name="connsiteX0" fmla="*/ 0 w 258145"/>
                <a:gd name="connsiteY0" fmla="*/ 0 h 84037"/>
                <a:gd name="connsiteX1" fmla="*/ 258146 w 258145"/>
                <a:gd name="connsiteY1" fmla="*/ 14611 h 84037"/>
                <a:gd name="connsiteX2" fmla="*/ 86191 w 258145"/>
                <a:gd name="connsiteY2" fmla="*/ 84038 h 84037"/>
                <a:gd name="connsiteX3" fmla="*/ 0 w 258145"/>
                <a:gd name="connsiteY3" fmla="*/ 0 h 840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145" h="84037">
                  <a:moveTo>
                    <a:pt x="0" y="0"/>
                  </a:moveTo>
                  <a:lnTo>
                    <a:pt x="258146" y="14611"/>
                  </a:lnTo>
                  <a:lnTo>
                    <a:pt x="86191" y="84038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solidFill>
                <a:srgbClr val="FF7D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4" name="Freeform 163">
              <a:extLst>
                <a:ext uri="{FF2B5EF4-FFF2-40B4-BE49-F238E27FC236}">
                  <a16:creationId xmlns:a16="http://schemas.microsoft.com/office/drawing/2014/main" id="{B6F50F5B-91D1-81B4-E0A3-2F61BA59A0F9}"/>
                </a:ext>
              </a:extLst>
            </p:cNvPr>
            <p:cNvSpPr/>
            <p:nvPr/>
          </p:nvSpPr>
          <p:spPr>
            <a:xfrm>
              <a:off x="9749216" y="2597078"/>
              <a:ext cx="115738" cy="123390"/>
            </a:xfrm>
            <a:custGeom>
              <a:avLst/>
              <a:gdLst>
                <a:gd name="connsiteX0" fmla="*/ 85871 w 115738"/>
                <a:gd name="connsiteY0" fmla="*/ 123390 h 123390"/>
                <a:gd name="connsiteX1" fmla="*/ 115739 w 115738"/>
                <a:gd name="connsiteY1" fmla="*/ 0 h 123390"/>
                <a:gd name="connsiteX2" fmla="*/ 0 w 115738"/>
                <a:gd name="connsiteY2" fmla="*/ 115605 h 123390"/>
                <a:gd name="connsiteX3" fmla="*/ 85871 w 115738"/>
                <a:gd name="connsiteY3" fmla="*/ 123390 h 1233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5738" h="123390">
                  <a:moveTo>
                    <a:pt x="85871" y="123390"/>
                  </a:moveTo>
                  <a:lnTo>
                    <a:pt x="115739" y="0"/>
                  </a:lnTo>
                  <a:lnTo>
                    <a:pt x="0" y="115605"/>
                  </a:lnTo>
                  <a:lnTo>
                    <a:pt x="85871" y="12339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5" name="Freeform 164">
              <a:extLst>
                <a:ext uri="{FF2B5EF4-FFF2-40B4-BE49-F238E27FC236}">
                  <a16:creationId xmlns:a16="http://schemas.microsoft.com/office/drawing/2014/main" id="{47EFCDB7-9E9C-C6C2-D329-DDAC5F5680BB}"/>
                </a:ext>
              </a:extLst>
            </p:cNvPr>
            <p:cNvSpPr/>
            <p:nvPr/>
          </p:nvSpPr>
          <p:spPr>
            <a:xfrm>
              <a:off x="9835087" y="2694127"/>
              <a:ext cx="98458" cy="87983"/>
            </a:xfrm>
            <a:custGeom>
              <a:avLst/>
              <a:gdLst>
                <a:gd name="connsiteX0" fmla="*/ 98458 w 98458"/>
                <a:gd name="connsiteY0" fmla="*/ 0 h 87983"/>
                <a:gd name="connsiteX1" fmla="*/ 0 w 98458"/>
                <a:gd name="connsiteY1" fmla="*/ 26342 h 87983"/>
                <a:gd name="connsiteX2" fmla="*/ 39362 w 98458"/>
                <a:gd name="connsiteY2" fmla="*/ 87984 h 87983"/>
                <a:gd name="connsiteX3" fmla="*/ 98458 w 98458"/>
                <a:gd name="connsiteY3" fmla="*/ 0 h 87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8458" h="87983">
                  <a:moveTo>
                    <a:pt x="98458" y="0"/>
                  </a:moveTo>
                  <a:lnTo>
                    <a:pt x="0" y="26342"/>
                  </a:lnTo>
                  <a:lnTo>
                    <a:pt x="39362" y="87984"/>
                  </a:lnTo>
                  <a:lnTo>
                    <a:pt x="98458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6" name="Freeform 165">
              <a:extLst>
                <a:ext uri="{FF2B5EF4-FFF2-40B4-BE49-F238E27FC236}">
                  <a16:creationId xmlns:a16="http://schemas.microsoft.com/office/drawing/2014/main" id="{0E215D8E-6EE7-47E4-7110-679D10EAF764}"/>
                </a:ext>
              </a:extLst>
            </p:cNvPr>
            <p:cNvSpPr/>
            <p:nvPr/>
          </p:nvSpPr>
          <p:spPr>
            <a:xfrm>
              <a:off x="9874449" y="2704791"/>
              <a:ext cx="200223" cy="127762"/>
            </a:xfrm>
            <a:custGeom>
              <a:avLst/>
              <a:gdLst>
                <a:gd name="connsiteX0" fmla="*/ 92698 w 200223"/>
                <a:gd name="connsiteY0" fmla="*/ 0 h 127762"/>
                <a:gd name="connsiteX1" fmla="*/ 200223 w 200223"/>
                <a:gd name="connsiteY1" fmla="*/ 127763 h 127762"/>
                <a:gd name="connsiteX2" fmla="*/ 0 w 200223"/>
                <a:gd name="connsiteY2" fmla="*/ 77319 h 127762"/>
                <a:gd name="connsiteX3" fmla="*/ 92698 w 200223"/>
                <a:gd name="connsiteY3" fmla="*/ 0 h 127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0223" h="127762">
                  <a:moveTo>
                    <a:pt x="92698" y="0"/>
                  </a:moveTo>
                  <a:lnTo>
                    <a:pt x="200223" y="127763"/>
                  </a:lnTo>
                  <a:lnTo>
                    <a:pt x="0" y="77319"/>
                  </a:lnTo>
                  <a:lnTo>
                    <a:pt x="92698" y="0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7" name="Freeform 166">
              <a:extLst>
                <a:ext uri="{FF2B5EF4-FFF2-40B4-BE49-F238E27FC236}">
                  <a16:creationId xmlns:a16="http://schemas.microsoft.com/office/drawing/2014/main" id="{252B6F9A-19A0-D0AA-9505-27740558428F}"/>
                </a:ext>
              </a:extLst>
            </p:cNvPr>
            <p:cNvSpPr/>
            <p:nvPr/>
          </p:nvSpPr>
          <p:spPr>
            <a:xfrm>
              <a:off x="9967147" y="2674503"/>
              <a:ext cx="185608" cy="107607"/>
            </a:xfrm>
            <a:custGeom>
              <a:avLst/>
              <a:gdLst>
                <a:gd name="connsiteX0" fmla="*/ 185609 w 185608"/>
                <a:gd name="connsiteY0" fmla="*/ 0 h 107607"/>
                <a:gd name="connsiteX1" fmla="*/ 165768 w 185608"/>
                <a:gd name="connsiteY1" fmla="*/ 107607 h 107607"/>
                <a:gd name="connsiteX2" fmla="*/ 0 w 185608"/>
                <a:gd name="connsiteY2" fmla="*/ 30288 h 107607"/>
                <a:gd name="connsiteX3" fmla="*/ 185609 w 185608"/>
                <a:gd name="connsiteY3" fmla="*/ 0 h 1076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5608" h="107607">
                  <a:moveTo>
                    <a:pt x="185609" y="0"/>
                  </a:moveTo>
                  <a:lnTo>
                    <a:pt x="165768" y="107607"/>
                  </a:lnTo>
                  <a:lnTo>
                    <a:pt x="0" y="30288"/>
                  </a:lnTo>
                  <a:lnTo>
                    <a:pt x="185609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8" name="Freeform 167">
              <a:extLst>
                <a:ext uri="{FF2B5EF4-FFF2-40B4-BE49-F238E27FC236}">
                  <a16:creationId xmlns:a16="http://schemas.microsoft.com/office/drawing/2014/main" id="{69439BB0-9115-869F-425F-AFC8693BF23F}"/>
                </a:ext>
              </a:extLst>
            </p:cNvPr>
            <p:cNvSpPr/>
            <p:nvPr/>
          </p:nvSpPr>
          <p:spPr>
            <a:xfrm>
              <a:off x="10152756" y="2674503"/>
              <a:ext cx="152434" cy="179060"/>
            </a:xfrm>
            <a:custGeom>
              <a:avLst/>
              <a:gdLst>
                <a:gd name="connsiteX0" fmla="*/ 48216 w 152434"/>
                <a:gd name="connsiteY0" fmla="*/ 179060 h 179060"/>
                <a:gd name="connsiteX1" fmla="*/ 0 w 152434"/>
                <a:gd name="connsiteY1" fmla="*/ 0 h 179060"/>
                <a:gd name="connsiteX2" fmla="*/ 152434 w 152434"/>
                <a:gd name="connsiteY2" fmla="*/ 90757 h 179060"/>
                <a:gd name="connsiteX3" fmla="*/ 48216 w 152434"/>
                <a:gd name="connsiteY3" fmla="*/ 179060 h 179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434" h="179060">
                  <a:moveTo>
                    <a:pt x="48216" y="179060"/>
                  </a:moveTo>
                  <a:lnTo>
                    <a:pt x="0" y="0"/>
                  </a:lnTo>
                  <a:lnTo>
                    <a:pt x="152434" y="90757"/>
                  </a:lnTo>
                  <a:lnTo>
                    <a:pt x="48216" y="179060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9" name="Freeform 168">
              <a:extLst>
                <a:ext uri="{FF2B5EF4-FFF2-40B4-BE49-F238E27FC236}">
                  <a16:creationId xmlns:a16="http://schemas.microsoft.com/office/drawing/2014/main" id="{AE2C1DDB-F102-40C3-7C85-5F23786A9844}"/>
                </a:ext>
              </a:extLst>
            </p:cNvPr>
            <p:cNvSpPr/>
            <p:nvPr/>
          </p:nvSpPr>
          <p:spPr>
            <a:xfrm>
              <a:off x="10133235" y="2857830"/>
              <a:ext cx="117018" cy="94702"/>
            </a:xfrm>
            <a:custGeom>
              <a:avLst/>
              <a:gdLst>
                <a:gd name="connsiteX0" fmla="*/ 25921 w 117018"/>
                <a:gd name="connsiteY0" fmla="*/ 0 h 94702"/>
                <a:gd name="connsiteX1" fmla="*/ 117019 w 117018"/>
                <a:gd name="connsiteY1" fmla="*/ 37753 h 94702"/>
                <a:gd name="connsiteX2" fmla="*/ 0 w 117018"/>
                <a:gd name="connsiteY2" fmla="*/ 94703 h 94702"/>
                <a:gd name="connsiteX3" fmla="*/ 25921 w 117018"/>
                <a:gd name="connsiteY3" fmla="*/ 0 h 94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7018" h="94702">
                  <a:moveTo>
                    <a:pt x="25921" y="0"/>
                  </a:moveTo>
                  <a:lnTo>
                    <a:pt x="117019" y="37753"/>
                  </a:lnTo>
                  <a:lnTo>
                    <a:pt x="0" y="94703"/>
                  </a:lnTo>
                  <a:lnTo>
                    <a:pt x="25921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0" name="Freeform 169">
              <a:extLst>
                <a:ext uri="{FF2B5EF4-FFF2-40B4-BE49-F238E27FC236}">
                  <a16:creationId xmlns:a16="http://schemas.microsoft.com/office/drawing/2014/main" id="{2CCA7326-E2A4-3F42-324B-7CF260766C88}"/>
                </a:ext>
              </a:extLst>
            </p:cNvPr>
            <p:cNvSpPr/>
            <p:nvPr/>
          </p:nvSpPr>
          <p:spPr>
            <a:xfrm>
              <a:off x="10305190" y="2765260"/>
              <a:ext cx="114565" cy="88303"/>
            </a:xfrm>
            <a:custGeom>
              <a:avLst/>
              <a:gdLst>
                <a:gd name="connsiteX0" fmla="*/ 0 w 114565"/>
                <a:gd name="connsiteY0" fmla="*/ 0 h 88303"/>
                <a:gd name="connsiteX1" fmla="*/ 114565 w 114565"/>
                <a:gd name="connsiteY1" fmla="*/ 57163 h 88303"/>
                <a:gd name="connsiteX2" fmla="*/ 63150 w 114565"/>
                <a:gd name="connsiteY2" fmla="*/ 88304 h 88303"/>
                <a:gd name="connsiteX3" fmla="*/ 0 w 114565"/>
                <a:gd name="connsiteY3" fmla="*/ 0 h 88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4565" h="88303">
                  <a:moveTo>
                    <a:pt x="0" y="0"/>
                  </a:moveTo>
                  <a:lnTo>
                    <a:pt x="114565" y="57163"/>
                  </a:lnTo>
                  <a:lnTo>
                    <a:pt x="63150" y="88304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1" name="Freeform 170">
              <a:extLst>
                <a:ext uri="{FF2B5EF4-FFF2-40B4-BE49-F238E27FC236}">
                  <a16:creationId xmlns:a16="http://schemas.microsoft.com/office/drawing/2014/main" id="{77E12803-2FF2-E0AD-639A-F8CAAD2A9E06}"/>
                </a:ext>
              </a:extLst>
            </p:cNvPr>
            <p:cNvSpPr/>
            <p:nvPr/>
          </p:nvSpPr>
          <p:spPr>
            <a:xfrm>
              <a:off x="10566855" y="3007349"/>
              <a:ext cx="229771" cy="108886"/>
            </a:xfrm>
            <a:custGeom>
              <a:avLst/>
              <a:gdLst>
                <a:gd name="connsiteX0" fmla="*/ 229771 w 229771"/>
                <a:gd name="connsiteY0" fmla="*/ 0 h 108886"/>
                <a:gd name="connsiteX1" fmla="*/ 0 w 229771"/>
                <a:gd name="connsiteY1" fmla="*/ 79879 h 108886"/>
                <a:gd name="connsiteX2" fmla="*/ 157661 w 229771"/>
                <a:gd name="connsiteY2" fmla="*/ 108887 h 108886"/>
                <a:gd name="connsiteX3" fmla="*/ 229771 w 229771"/>
                <a:gd name="connsiteY3" fmla="*/ 0 h 1088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9771" h="108886">
                  <a:moveTo>
                    <a:pt x="229771" y="0"/>
                  </a:moveTo>
                  <a:lnTo>
                    <a:pt x="0" y="79879"/>
                  </a:lnTo>
                  <a:lnTo>
                    <a:pt x="157661" y="108887"/>
                  </a:lnTo>
                  <a:lnTo>
                    <a:pt x="229771" y="0"/>
                  </a:lnTo>
                  <a:close/>
                </a:path>
              </a:pathLst>
            </a:custGeom>
            <a:grpFill/>
            <a:ln w="9525" cap="flat">
              <a:solidFill>
                <a:srgbClr val="FF7D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2" name="Freeform 171">
              <a:extLst>
                <a:ext uri="{FF2B5EF4-FFF2-40B4-BE49-F238E27FC236}">
                  <a16:creationId xmlns:a16="http://schemas.microsoft.com/office/drawing/2014/main" id="{094E472F-A28C-7EF7-25C4-1E145DBECF5A}"/>
                </a:ext>
              </a:extLst>
            </p:cNvPr>
            <p:cNvSpPr/>
            <p:nvPr/>
          </p:nvSpPr>
          <p:spPr>
            <a:xfrm>
              <a:off x="9246046" y="2237997"/>
              <a:ext cx="267959" cy="167542"/>
            </a:xfrm>
            <a:custGeom>
              <a:avLst/>
              <a:gdLst>
                <a:gd name="connsiteX0" fmla="*/ 0 w 267959"/>
                <a:gd name="connsiteY0" fmla="*/ 167542 h 167542"/>
                <a:gd name="connsiteX1" fmla="*/ 40109 w 267959"/>
                <a:gd name="connsiteY1" fmla="*/ 0 h 167542"/>
                <a:gd name="connsiteX2" fmla="*/ 267960 w 267959"/>
                <a:gd name="connsiteY2" fmla="*/ 111553 h 167542"/>
                <a:gd name="connsiteX3" fmla="*/ 0 w 267959"/>
                <a:gd name="connsiteY3" fmla="*/ 167542 h 1675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7959" h="167542">
                  <a:moveTo>
                    <a:pt x="0" y="167542"/>
                  </a:moveTo>
                  <a:lnTo>
                    <a:pt x="40109" y="0"/>
                  </a:lnTo>
                  <a:lnTo>
                    <a:pt x="267960" y="111553"/>
                  </a:lnTo>
                  <a:lnTo>
                    <a:pt x="0" y="167542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4" name="Freeform 173">
              <a:extLst>
                <a:ext uri="{FF2B5EF4-FFF2-40B4-BE49-F238E27FC236}">
                  <a16:creationId xmlns:a16="http://schemas.microsoft.com/office/drawing/2014/main" id="{00FC02BC-1538-C04D-9B66-6A154F8885C3}"/>
                </a:ext>
              </a:extLst>
            </p:cNvPr>
            <p:cNvSpPr/>
            <p:nvPr/>
          </p:nvSpPr>
          <p:spPr>
            <a:xfrm>
              <a:off x="8653697" y="3222563"/>
              <a:ext cx="261879" cy="156344"/>
            </a:xfrm>
            <a:custGeom>
              <a:avLst/>
              <a:gdLst>
                <a:gd name="connsiteX0" fmla="*/ 261879 w 261879"/>
                <a:gd name="connsiteY0" fmla="*/ 156345 h 156344"/>
                <a:gd name="connsiteX1" fmla="*/ 152647 w 261879"/>
                <a:gd name="connsiteY1" fmla="*/ 146107 h 156344"/>
                <a:gd name="connsiteX2" fmla="*/ 0 w 261879"/>
                <a:gd name="connsiteY2" fmla="*/ 0 h 156344"/>
                <a:gd name="connsiteX3" fmla="*/ 261879 w 261879"/>
                <a:gd name="connsiteY3" fmla="*/ 156345 h 156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1879" h="156344">
                  <a:moveTo>
                    <a:pt x="261879" y="156345"/>
                  </a:moveTo>
                  <a:lnTo>
                    <a:pt x="152647" y="146107"/>
                  </a:lnTo>
                  <a:lnTo>
                    <a:pt x="0" y="0"/>
                  </a:lnTo>
                  <a:lnTo>
                    <a:pt x="261879" y="156345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5" name="Freeform 174">
              <a:extLst>
                <a:ext uri="{FF2B5EF4-FFF2-40B4-BE49-F238E27FC236}">
                  <a16:creationId xmlns:a16="http://schemas.microsoft.com/office/drawing/2014/main" id="{E7A996DA-EBC2-35AC-1B89-C81E645B51C1}"/>
                </a:ext>
              </a:extLst>
            </p:cNvPr>
            <p:cNvSpPr/>
            <p:nvPr/>
          </p:nvSpPr>
          <p:spPr>
            <a:xfrm>
              <a:off x="9600409" y="3083388"/>
              <a:ext cx="290147" cy="188231"/>
            </a:xfrm>
            <a:custGeom>
              <a:avLst/>
              <a:gdLst>
                <a:gd name="connsiteX0" fmla="*/ 186249 w 290147"/>
                <a:gd name="connsiteY0" fmla="*/ 0 h 188231"/>
                <a:gd name="connsiteX1" fmla="*/ 290147 w 290147"/>
                <a:gd name="connsiteY1" fmla="*/ 179700 h 188231"/>
                <a:gd name="connsiteX2" fmla="*/ 0 w 290147"/>
                <a:gd name="connsiteY2" fmla="*/ 188232 h 188231"/>
                <a:gd name="connsiteX3" fmla="*/ 186249 w 290147"/>
                <a:gd name="connsiteY3" fmla="*/ 0 h 1882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0147" h="188231">
                  <a:moveTo>
                    <a:pt x="186249" y="0"/>
                  </a:moveTo>
                  <a:lnTo>
                    <a:pt x="290147" y="179700"/>
                  </a:lnTo>
                  <a:lnTo>
                    <a:pt x="0" y="188232"/>
                  </a:lnTo>
                  <a:lnTo>
                    <a:pt x="186249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9" name="Freeform 178">
              <a:extLst>
                <a:ext uri="{FF2B5EF4-FFF2-40B4-BE49-F238E27FC236}">
                  <a16:creationId xmlns:a16="http://schemas.microsoft.com/office/drawing/2014/main" id="{077BD26F-D3A3-C0FB-9A20-73B05F735FA6}"/>
                </a:ext>
              </a:extLst>
            </p:cNvPr>
            <p:cNvSpPr/>
            <p:nvPr/>
          </p:nvSpPr>
          <p:spPr>
            <a:xfrm>
              <a:off x="8601215" y="2708097"/>
              <a:ext cx="355003" cy="267363"/>
            </a:xfrm>
            <a:custGeom>
              <a:avLst/>
              <a:gdLst>
                <a:gd name="connsiteX0" fmla="*/ 99311 w 355003"/>
                <a:gd name="connsiteY0" fmla="*/ 50444 h 267363"/>
                <a:gd name="connsiteX1" fmla="*/ 0 w 355003"/>
                <a:gd name="connsiteY1" fmla="*/ 267364 h 267363"/>
                <a:gd name="connsiteX2" fmla="*/ 355004 w 355003"/>
                <a:gd name="connsiteY2" fmla="*/ 0 h 267363"/>
                <a:gd name="connsiteX3" fmla="*/ 99311 w 355003"/>
                <a:gd name="connsiteY3" fmla="*/ 50444 h 267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55003" h="267363">
                  <a:moveTo>
                    <a:pt x="99311" y="50444"/>
                  </a:moveTo>
                  <a:lnTo>
                    <a:pt x="0" y="267364"/>
                  </a:lnTo>
                  <a:lnTo>
                    <a:pt x="355004" y="0"/>
                  </a:lnTo>
                  <a:lnTo>
                    <a:pt x="99311" y="50444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7" name="Freeform 186">
              <a:extLst>
                <a:ext uri="{FF2B5EF4-FFF2-40B4-BE49-F238E27FC236}">
                  <a16:creationId xmlns:a16="http://schemas.microsoft.com/office/drawing/2014/main" id="{9FE68006-5B8E-04EA-9CC4-A8DE04F88346}"/>
                </a:ext>
              </a:extLst>
            </p:cNvPr>
            <p:cNvSpPr/>
            <p:nvPr/>
          </p:nvSpPr>
          <p:spPr>
            <a:xfrm>
              <a:off x="8601215" y="2975461"/>
              <a:ext cx="182728" cy="247101"/>
            </a:xfrm>
            <a:custGeom>
              <a:avLst/>
              <a:gdLst>
                <a:gd name="connsiteX0" fmla="*/ 182729 w 182728"/>
                <a:gd name="connsiteY0" fmla="*/ 15144 h 247101"/>
                <a:gd name="connsiteX1" fmla="*/ 0 w 182728"/>
                <a:gd name="connsiteY1" fmla="*/ 0 h 247101"/>
                <a:gd name="connsiteX2" fmla="*/ 52482 w 182728"/>
                <a:gd name="connsiteY2" fmla="*/ 247101 h 247101"/>
                <a:gd name="connsiteX3" fmla="*/ 182729 w 182728"/>
                <a:gd name="connsiteY3" fmla="*/ 15144 h 2471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28" h="247101">
                  <a:moveTo>
                    <a:pt x="182729" y="15144"/>
                  </a:moveTo>
                  <a:lnTo>
                    <a:pt x="0" y="0"/>
                  </a:lnTo>
                  <a:lnTo>
                    <a:pt x="52482" y="247101"/>
                  </a:lnTo>
                  <a:lnTo>
                    <a:pt x="182729" y="15144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8" name="Freeform 187">
              <a:extLst>
                <a:ext uri="{FF2B5EF4-FFF2-40B4-BE49-F238E27FC236}">
                  <a16:creationId xmlns:a16="http://schemas.microsoft.com/office/drawing/2014/main" id="{120650A7-C336-9BE8-A034-4204437185CE}"/>
                </a:ext>
              </a:extLst>
            </p:cNvPr>
            <p:cNvSpPr/>
            <p:nvPr/>
          </p:nvSpPr>
          <p:spPr>
            <a:xfrm>
              <a:off x="8555666" y="1957196"/>
              <a:ext cx="284600" cy="262884"/>
            </a:xfrm>
            <a:custGeom>
              <a:avLst/>
              <a:gdLst>
                <a:gd name="connsiteX0" fmla="*/ 70510 w 284600"/>
                <a:gd name="connsiteY0" fmla="*/ 0 h 262884"/>
                <a:gd name="connsiteX1" fmla="*/ 0 w 284600"/>
                <a:gd name="connsiteY1" fmla="*/ 262885 h 262884"/>
                <a:gd name="connsiteX2" fmla="*/ 284600 w 284600"/>
                <a:gd name="connsiteY2" fmla="*/ 103661 h 262884"/>
                <a:gd name="connsiteX3" fmla="*/ 70510 w 284600"/>
                <a:gd name="connsiteY3" fmla="*/ 0 h 2628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4600" h="262884">
                  <a:moveTo>
                    <a:pt x="70510" y="0"/>
                  </a:moveTo>
                  <a:lnTo>
                    <a:pt x="0" y="262885"/>
                  </a:lnTo>
                  <a:lnTo>
                    <a:pt x="284600" y="103661"/>
                  </a:lnTo>
                  <a:lnTo>
                    <a:pt x="70510" y="0"/>
                  </a:lnTo>
                  <a:close/>
                </a:path>
              </a:pathLst>
            </a:custGeom>
            <a:grpFill/>
            <a:ln w="9525" cap="rnd">
              <a:solidFill>
                <a:srgbClr val="7030A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9" name="Freeform 188">
              <a:extLst>
                <a:ext uri="{FF2B5EF4-FFF2-40B4-BE49-F238E27FC236}">
                  <a16:creationId xmlns:a16="http://schemas.microsoft.com/office/drawing/2014/main" id="{6A04A838-2000-0185-9366-04E578920F17}"/>
                </a:ext>
              </a:extLst>
            </p:cNvPr>
            <p:cNvSpPr/>
            <p:nvPr/>
          </p:nvSpPr>
          <p:spPr>
            <a:xfrm>
              <a:off x="10229026" y="3176918"/>
              <a:ext cx="376124" cy="172341"/>
            </a:xfrm>
            <a:custGeom>
              <a:avLst/>
              <a:gdLst>
                <a:gd name="connsiteX0" fmla="*/ 0 w 376124"/>
                <a:gd name="connsiteY0" fmla="*/ 0 h 172341"/>
                <a:gd name="connsiteX1" fmla="*/ 150407 w 376124"/>
                <a:gd name="connsiteY1" fmla="*/ 135975 h 172341"/>
                <a:gd name="connsiteX2" fmla="*/ 376124 w 376124"/>
                <a:gd name="connsiteY2" fmla="*/ 172342 h 172341"/>
                <a:gd name="connsiteX3" fmla="*/ 0 w 376124"/>
                <a:gd name="connsiteY3" fmla="*/ 0 h 172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6124" h="172341">
                  <a:moveTo>
                    <a:pt x="0" y="0"/>
                  </a:moveTo>
                  <a:lnTo>
                    <a:pt x="150407" y="135975"/>
                  </a:lnTo>
                  <a:lnTo>
                    <a:pt x="376124" y="172342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rnd">
              <a:solidFill>
                <a:srgbClr val="7030A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0" name="Freeform 189">
              <a:extLst>
                <a:ext uri="{FF2B5EF4-FFF2-40B4-BE49-F238E27FC236}">
                  <a16:creationId xmlns:a16="http://schemas.microsoft.com/office/drawing/2014/main" id="{0626D29B-21FA-D58A-7497-85DD474D16B4}"/>
                </a:ext>
              </a:extLst>
            </p:cNvPr>
            <p:cNvSpPr/>
            <p:nvPr/>
          </p:nvSpPr>
          <p:spPr>
            <a:xfrm>
              <a:off x="9257460" y="2477846"/>
              <a:ext cx="152647" cy="104727"/>
            </a:xfrm>
            <a:custGeom>
              <a:avLst/>
              <a:gdLst>
                <a:gd name="connsiteX0" fmla="*/ 152647 w 152647"/>
                <a:gd name="connsiteY0" fmla="*/ 104727 h 104727"/>
                <a:gd name="connsiteX1" fmla="*/ 0 w 152647"/>
                <a:gd name="connsiteY1" fmla="*/ 0 h 104727"/>
                <a:gd name="connsiteX2" fmla="*/ 28695 w 152647"/>
                <a:gd name="connsiteY2" fmla="*/ 82332 h 104727"/>
                <a:gd name="connsiteX3" fmla="*/ 152647 w 152647"/>
                <a:gd name="connsiteY3" fmla="*/ 104727 h 1047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647" h="104727">
                  <a:moveTo>
                    <a:pt x="152647" y="104727"/>
                  </a:moveTo>
                  <a:lnTo>
                    <a:pt x="0" y="0"/>
                  </a:lnTo>
                  <a:lnTo>
                    <a:pt x="28695" y="82332"/>
                  </a:lnTo>
                  <a:lnTo>
                    <a:pt x="152647" y="104727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1" name="Freeform 190">
              <a:extLst>
                <a:ext uri="{FF2B5EF4-FFF2-40B4-BE49-F238E27FC236}">
                  <a16:creationId xmlns:a16="http://schemas.microsoft.com/office/drawing/2014/main" id="{25D84397-271F-C4EB-5680-A8358FE96092}"/>
                </a:ext>
              </a:extLst>
            </p:cNvPr>
            <p:cNvSpPr/>
            <p:nvPr/>
          </p:nvSpPr>
          <p:spPr>
            <a:xfrm>
              <a:off x="9456082" y="2438280"/>
              <a:ext cx="235211" cy="153358"/>
            </a:xfrm>
            <a:custGeom>
              <a:avLst/>
              <a:gdLst>
                <a:gd name="connsiteX0" fmla="*/ 235211 w 235211"/>
                <a:gd name="connsiteY0" fmla="*/ 0 h 153358"/>
                <a:gd name="connsiteX1" fmla="*/ 67843 w 235211"/>
                <a:gd name="connsiteY1" fmla="*/ 153359 h 153358"/>
                <a:gd name="connsiteX2" fmla="*/ 0 w 235211"/>
                <a:gd name="connsiteY2" fmla="*/ 39566 h 153358"/>
                <a:gd name="connsiteX3" fmla="*/ 235211 w 235211"/>
                <a:gd name="connsiteY3" fmla="*/ 0 h 1533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5211" h="153358">
                  <a:moveTo>
                    <a:pt x="235211" y="0"/>
                  </a:moveTo>
                  <a:lnTo>
                    <a:pt x="67843" y="153359"/>
                  </a:lnTo>
                  <a:lnTo>
                    <a:pt x="0" y="39566"/>
                  </a:lnTo>
                  <a:lnTo>
                    <a:pt x="235211" y="0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6" name="Freeform 575">
              <a:extLst>
                <a:ext uri="{FF2B5EF4-FFF2-40B4-BE49-F238E27FC236}">
                  <a16:creationId xmlns:a16="http://schemas.microsoft.com/office/drawing/2014/main" id="{8CDCFAC4-8003-2E61-40C3-C51AEB44FAB8}"/>
                </a:ext>
              </a:extLst>
            </p:cNvPr>
            <p:cNvSpPr/>
            <p:nvPr/>
          </p:nvSpPr>
          <p:spPr>
            <a:xfrm>
              <a:off x="10419755" y="2793521"/>
              <a:ext cx="243958" cy="125310"/>
            </a:xfrm>
            <a:custGeom>
              <a:avLst/>
              <a:gdLst>
                <a:gd name="connsiteX0" fmla="*/ 0 w 243958"/>
                <a:gd name="connsiteY0" fmla="*/ 28902 h 125310"/>
                <a:gd name="connsiteX1" fmla="*/ 86618 w 243958"/>
                <a:gd name="connsiteY1" fmla="*/ 0 h 125310"/>
                <a:gd name="connsiteX2" fmla="*/ 243959 w 243958"/>
                <a:gd name="connsiteY2" fmla="*/ 125310 h 125310"/>
                <a:gd name="connsiteX3" fmla="*/ 0 w 243958"/>
                <a:gd name="connsiteY3" fmla="*/ 28902 h 1253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3958" h="125310">
                  <a:moveTo>
                    <a:pt x="0" y="28902"/>
                  </a:moveTo>
                  <a:lnTo>
                    <a:pt x="86618" y="0"/>
                  </a:lnTo>
                  <a:lnTo>
                    <a:pt x="243959" y="125310"/>
                  </a:lnTo>
                  <a:lnTo>
                    <a:pt x="0" y="28902"/>
                  </a:lnTo>
                  <a:close/>
                </a:path>
              </a:pathLst>
            </a:custGeom>
            <a:grpFill/>
            <a:ln w="9525" cap="flat">
              <a:solidFill>
                <a:srgbClr val="7030A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7" name="Freeform 576">
              <a:extLst>
                <a:ext uri="{FF2B5EF4-FFF2-40B4-BE49-F238E27FC236}">
                  <a16:creationId xmlns:a16="http://schemas.microsoft.com/office/drawing/2014/main" id="{ABA60EE7-4483-5325-674A-6BA7D204199F}"/>
                </a:ext>
              </a:extLst>
            </p:cNvPr>
            <p:cNvSpPr/>
            <p:nvPr/>
          </p:nvSpPr>
          <p:spPr>
            <a:xfrm>
              <a:off x="10605150" y="3206566"/>
              <a:ext cx="237238" cy="142693"/>
            </a:xfrm>
            <a:custGeom>
              <a:avLst/>
              <a:gdLst>
                <a:gd name="connsiteX0" fmla="*/ 0 w 237238"/>
                <a:gd name="connsiteY0" fmla="*/ 142694 h 142693"/>
                <a:gd name="connsiteX1" fmla="*/ 14294 w 237238"/>
                <a:gd name="connsiteY1" fmla="*/ 30394 h 142693"/>
                <a:gd name="connsiteX2" fmla="*/ 237238 w 237238"/>
                <a:gd name="connsiteY2" fmla="*/ 0 h 142693"/>
                <a:gd name="connsiteX3" fmla="*/ 0 w 237238"/>
                <a:gd name="connsiteY3" fmla="*/ 142694 h 14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7238" h="142693">
                  <a:moveTo>
                    <a:pt x="0" y="142694"/>
                  </a:moveTo>
                  <a:lnTo>
                    <a:pt x="14294" y="30394"/>
                  </a:lnTo>
                  <a:lnTo>
                    <a:pt x="237238" y="0"/>
                  </a:lnTo>
                  <a:lnTo>
                    <a:pt x="0" y="142694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8" name="Freeform 577">
              <a:extLst>
                <a:ext uri="{FF2B5EF4-FFF2-40B4-BE49-F238E27FC236}">
                  <a16:creationId xmlns:a16="http://schemas.microsoft.com/office/drawing/2014/main" id="{496C6106-F058-0B88-FB36-FBFBB7B423E9}"/>
                </a:ext>
              </a:extLst>
            </p:cNvPr>
            <p:cNvSpPr/>
            <p:nvPr/>
          </p:nvSpPr>
          <p:spPr>
            <a:xfrm>
              <a:off x="10570696" y="3349259"/>
              <a:ext cx="249398" cy="91929"/>
            </a:xfrm>
            <a:custGeom>
              <a:avLst/>
              <a:gdLst>
                <a:gd name="connsiteX0" fmla="*/ 34455 w 249398"/>
                <a:gd name="connsiteY0" fmla="*/ 0 h 91929"/>
                <a:gd name="connsiteX1" fmla="*/ 0 w 249398"/>
                <a:gd name="connsiteY1" fmla="*/ 91930 h 91929"/>
                <a:gd name="connsiteX2" fmla="*/ 249399 w 249398"/>
                <a:gd name="connsiteY2" fmla="*/ 0 h 91929"/>
                <a:gd name="connsiteX3" fmla="*/ 34455 w 249398"/>
                <a:gd name="connsiteY3" fmla="*/ 0 h 919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9398" h="91929">
                  <a:moveTo>
                    <a:pt x="34455" y="0"/>
                  </a:moveTo>
                  <a:lnTo>
                    <a:pt x="0" y="91930"/>
                  </a:lnTo>
                  <a:lnTo>
                    <a:pt x="249399" y="0"/>
                  </a:lnTo>
                  <a:lnTo>
                    <a:pt x="34455" y="0"/>
                  </a:lnTo>
                  <a:close/>
                </a:path>
              </a:pathLst>
            </a:custGeom>
            <a:grpFill/>
            <a:ln w="9525" cap="flat">
              <a:solidFill>
                <a:srgbClr val="FF7D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9" name="Freeform 578">
              <a:extLst>
                <a:ext uri="{FF2B5EF4-FFF2-40B4-BE49-F238E27FC236}">
                  <a16:creationId xmlns:a16="http://schemas.microsoft.com/office/drawing/2014/main" id="{D5884406-7C56-C97B-297B-A6D0372CA955}"/>
                </a:ext>
              </a:extLst>
            </p:cNvPr>
            <p:cNvSpPr/>
            <p:nvPr/>
          </p:nvSpPr>
          <p:spPr>
            <a:xfrm>
              <a:off x="10541787" y="3087227"/>
              <a:ext cx="182728" cy="131175"/>
            </a:xfrm>
            <a:custGeom>
              <a:avLst/>
              <a:gdLst>
                <a:gd name="connsiteX0" fmla="*/ 0 w 182728"/>
                <a:gd name="connsiteY0" fmla="*/ 131176 h 131175"/>
                <a:gd name="connsiteX1" fmla="*/ 25068 w 182728"/>
                <a:gd name="connsiteY1" fmla="*/ 0 h 131175"/>
                <a:gd name="connsiteX2" fmla="*/ 182729 w 182728"/>
                <a:gd name="connsiteY2" fmla="*/ 29008 h 131175"/>
                <a:gd name="connsiteX3" fmla="*/ 0 w 182728"/>
                <a:gd name="connsiteY3" fmla="*/ 131176 h 1311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28" h="131175">
                  <a:moveTo>
                    <a:pt x="0" y="131176"/>
                  </a:moveTo>
                  <a:lnTo>
                    <a:pt x="25068" y="0"/>
                  </a:lnTo>
                  <a:lnTo>
                    <a:pt x="182729" y="29008"/>
                  </a:lnTo>
                  <a:lnTo>
                    <a:pt x="0" y="131176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0" name="Freeform 579">
              <a:extLst>
                <a:ext uri="{FF2B5EF4-FFF2-40B4-BE49-F238E27FC236}">
                  <a16:creationId xmlns:a16="http://schemas.microsoft.com/office/drawing/2014/main" id="{80D319EA-0F49-DBC7-D152-7D8EA48A320F}"/>
                </a:ext>
              </a:extLst>
            </p:cNvPr>
            <p:cNvSpPr/>
            <p:nvPr/>
          </p:nvSpPr>
          <p:spPr>
            <a:xfrm>
              <a:off x="10427862" y="2888651"/>
              <a:ext cx="199476" cy="101954"/>
            </a:xfrm>
            <a:custGeom>
              <a:avLst/>
              <a:gdLst>
                <a:gd name="connsiteX0" fmla="*/ 0 w 199476"/>
                <a:gd name="connsiteY0" fmla="*/ 36900 h 101954"/>
                <a:gd name="connsiteX1" fmla="*/ 77017 w 199476"/>
                <a:gd name="connsiteY1" fmla="*/ 0 h 101954"/>
                <a:gd name="connsiteX2" fmla="*/ 199476 w 199476"/>
                <a:gd name="connsiteY2" fmla="*/ 101955 h 101954"/>
                <a:gd name="connsiteX3" fmla="*/ 0 w 199476"/>
                <a:gd name="connsiteY3" fmla="*/ 36900 h 101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9476" h="101954">
                  <a:moveTo>
                    <a:pt x="0" y="36900"/>
                  </a:moveTo>
                  <a:lnTo>
                    <a:pt x="77017" y="0"/>
                  </a:lnTo>
                  <a:lnTo>
                    <a:pt x="199476" y="101955"/>
                  </a:lnTo>
                  <a:lnTo>
                    <a:pt x="0" y="36900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1" name="Freeform 580">
              <a:extLst>
                <a:ext uri="{FF2B5EF4-FFF2-40B4-BE49-F238E27FC236}">
                  <a16:creationId xmlns:a16="http://schemas.microsoft.com/office/drawing/2014/main" id="{F362899E-6889-265F-934A-71F6BBC0FFDB}"/>
                </a:ext>
              </a:extLst>
            </p:cNvPr>
            <p:cNvSpPr/>
            <p:nvPr/>
          </p:nvSpPr>
          <p:spPr>
            <a:xfrm>
              <a:off x="10074672" y="3358538"/>
              <a:ext cx="97711" cy="223745"/>
            </a:xfrm>
            <a:custGeom>
              <a:avLst/>
              <a:gdLst>
                <a:gd name="connsiteX0" fmla="*/ 70510 w 97711"/>
                <a:gd name="connsiteY0" fmla="*/ 0 h 223745"/>
                <a:gd name="connsiteX1" fmla="*/ 0 w 97711"/>
                <a:gd name="connsiteY1" fmla="*/ 61749 h 223745"/>
                <a:gd name="connsiteX2" fmla="*/ 97711 w 97711"/>
                <a:gd name="connsiteY2" fmla="*/ 223746 h 223745"/>
                <a:gd name="connsiteX3" fmla="*/ 70510 w 97711"/>
                <a:gd name="connsiteY3" fmla="*/ 0 h 2237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7711" h="223745">
                  <a:moveTo>
                    <a:pt x="70510" y="0"/>
                  </a:moveTo>
                  <a:lnTo>
                    <a:pt x="0" y="61749"/>
                  </a:lnTo>
                  <a:lnTo>
                    <a:pt x="97711" y="223746"/>
                  </a:lnTo>
                  <a:lnTo>
                    <a:pt x="70510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2" name="Freeform 581">
              <a:extLst>
                <a:ext uri="{FF2B5EF4-FFF2-40B4-BE49-F238E27FC236}">
                  <a16:creationId xmlns:a16="http://schemas.microsoft.com/office/drawing/2014/main" id="{3154AFAD-8C28-B9EC-7E38-4B512A6BDB9C}"/>
                </a:ext>
              </a:extLst>
            </p:cNvPr>
            <p:cNvSpPr/>
            <p:nvPr/>
          </p:nvSpPr>
          <p:spPr>
            <a:xfrm>
              <a:off x="10053764" y="3034331"/>
              <a:ext cx="175261" cy="184072"/>
            </a:xfrm>
            <a:custGeom>
              <a:avLst/>
              <a:gdLst>
                <a:gd name="connsiteX0" fmla="*/ 0 w 175261"/>
                <a:gd name="connsiteY0" fmla="*/ 184073 h 184072"/>
                <a:gd name="connsiteX1" fmla="*/ 30722 w 175261"/>
                <a:gd name="connsiteY1" fmla="*/ 0 h 184072"/>
                <a:gd name="connsiteX2" fmla="*/ 175262 w 175261"/>
                <a:gd name="connsiteY2" fmla="*/ 142587 h 184072"/>
                <a:gd name="connsiteX3" fmla="*/ 0 w 175261"/>
                <a:gd name="connsiteY3" fmla="*/ 184073 h 184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5261" h="184072">
                  <a:moveTo>
                    <a:pt x="0" y="184073"/>
                  </a:moveTo>
                  <a:lnTo>
                    <a:pt x="30722" y="0"/>
                  </a:lnTo>
                  <a:lnTo>
                    <a:pt x="175262" y="142587"/>
                  </a:lnTo>
                  <a:lnTo>
                    <a:pt x="0" y="184073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3" name="Freeform 582">
              <a:extLst>
                <a:ext uri="{FF2B5EF4-FFF2-40B4-BE49-F238E27FC236}">
                  <a16:creationId xmlns:a16="http://schemas.microsoft.com/office/drawing/2014/main" id="{E2C8EB62-2375-8C55-9659-4EFC99E53513}"/>
                </a:ext>
              </a:extLst>
            </p:cNvPr>
            <p:cNvSpPr/>
            <p:nvPr/>
          </p:nvSpPr>
          <p:spPr>
            <a:xfrm>
              <a:off x="9164015" y="3388079"/>
              <a:ext cx="116165" cy="126270"/>
            </a:xfrm>
            <a:custGeom>
              <a:avLst/>
              <a:gdLst>
                <a:gd name="connsiteX0" fmla="*/ 116165 w 116165"/>
                <a:gd name="connsiteY0" fmla="*/ 126270 h 126270"/>
                <a:gd name="connsiteX1" fmla="*/ 15254 w 116165"/>
                <a:gd name="connsiteY1" fmla="*/ 122004 h 126270"/>
                <a:gd name="connsiteX2" fmla="*/ 0 w 116165"/>
                <a:gd name="connsiteY2" fmla="*/ 0 h 126270"/>
                <a:gd name="connsiteX3" fmla="*/ 116165 w 116165"/>
                <a:gd name="connsiteY3" fmla="*/ 126270 h 126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165" h="126270">
                  <a:moveTo>
                    <a:pt x="116165" y="126270"/>
                  </a:moveTo>
                  <a:lnTo>
                    <a:pt x="15254" y="122004"/>
                  </a:lnTo>
                  <a:lnTo>
                    <a:pt x="0" y="0"/>
                  </a:lnTo>
                  <a:lnTo>
                    <a:pt x="116165" y="12627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4" name="Freeform 583">
              <a:extLst>
                <a:ext uri="{FF2B5EF4-FFF2-40B4-BE49-F238E27FC236}">
                  <a16:creationId xmlns:a16="http://schemas.microsoft.com/office/drawing/2014/main" id="{D25A0833-AB48-F990-89A0-CC865E030584}"/>
                </a:ext>
              </a:extLst>
            </p:cNvPr>
            <p:cNvSpPr/>
            <p:nvPr/>
          </p:nvSpPr>
          <p:spPr>
            <a:xfrm>
              <a:off x="9516565" y="3263088"/>
              <a:ext cx="373991" cy="176074"/>
            </a:xfrm>
            <a:custGeom>
              <a:avLst/>
              <a:gdLst>
                <a:gd name="connsiteX0" fmla="*/ 83844 w 373991"/>
                <a:gd name="connsiteY0" fmla="*/ 8532 h 176074"/>
                <a:gd name="connsiteX1" fmla="*/ 0 w 373991"/>
                <a:gd name="connsiteY1" fmla="*/ 176074 h 176074"/>
                <a:gd name="connsiteX2" fmla="*/ 373991 w 373991"/>
                <a:gd name="connsiteY2" fmla="*/ 0 h 176074"/>
                <a:gd name="connsiteX3" fmla="*/ 83844 w 373991"/>
                <a:gd name="connsiteY3" fmla="*/ 8532 h 176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3991" h="176074">
                  <a:moveTo>
                    <a:pt x="83844" y="8532"/>
                  </a:moveTo>
                  <a:lnTo>
                    <a:pt x="0" y="176074"/>
                  </a:lnTo>
                  <a:lnTo>
                    <a:pt x="373991" y="0"/>
                  </a:lnTo>
                  <a:lnTo>
                    <a:pt x="83844" y="8532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716" name="Rectangle 1227">
            <a:extLst>
              <a:ext uri="{FF2B5EF4-FFF2-40B4-BE49-F238E27FC236}">
                <a16:creationId xmlns:a16="http://schemas.microsoft.com/office/drawing/2014/main" id="{52559943-7E93-261A-A2FD-A53C69893B2D}"/>
              </a:ext>
            </a:extLst>
          </p:cNvPr>
          <p:cNvSpPr/>
          <p:nvPr userDrawn="1"/>
        </p:nvSpPr>
        <p:spPr>
          <a:xfrm rot="13500000">
            <a:off x="11215513" y="2853912"/>
            <a:ext cx="1905843" cy="1905843"/>
          </a:xfrm>
          <a:custGeom>
            <a:avLst/>
            <a:gdLst>
              <a:gd name="connsiteX0" fmla="*/ 0 w 1905843"/>
              <a:gd name="connsiteY0" fmla="*/ 0 h 1905843"/>
              <a:gd name="connsiteX1" fmla="*/ 1905843 w 1905843"/>
              <a:gd name="connsiteY1" fmla="*/ 0 h 1905843"/>
              <a:gd name="connsiteX2" fmla="*/ 1905843 w 1905843"/>
              <a:gd name="connsiteY2" fmla="*/ 1905843 h 1905843"/>
              <a:gd name="connsiteX3" fmla="*/ 0 w 1905843"/>
              <a:gd name="connsiteY3" fmla="*/ 1905843 h 1905843"/>
              <a:gd name="connsiteX4" fmla="*/ 0 w 1905843"/>
              <a:gd name="connsiteY4" fmla="*/ 0 h 1905843"/>
              <a:gd name="connsiteX0" fmla="*/ 0 w 1905843"/>
              <a:gd name="connsiteY0" fmla="*/ 0 h 1905843"/>
              <a:gd name="connsiteX1" fmla="*/ 1905843 w 1905843"/>
              <a:gd name="connsiteY1" fmla="*/ 0 h 1905843"/>
              <a:gd name="connsiteX2" fmla="*/ 1905843 w 1905843"/>
              <a:gd name="connsiteY2" fmla="*/ 1905843 h 1905843"/>
              <a:gd name="connsiteX3" fmla="*/ 0 w 1905843"/>
              <a:gd name="connsiteY3" fmla="*/ 0 h 19058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5843" h="1905843">
                <a:moveTo>
                  <a:pt x="0" y="0"/>
                </a:moveTo>
                <a:lnTo>
                  <a:pt x="1905843" y="0"/>
                </a:lnTo>
                <a:lnTo>
                  <a:pt x="1905843" y="1905843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bg1">
                  <a:alpha val="17723"/>
                </a:schemeClr>
              </a:gs>
              <a:gs pos="100000">
                <a:schemeClr val="bg1">
                  <a:alpha val="29237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717" name="Rectangle 1227">
            <a:extLst>
              <a:ext uri="{FF2B5EF4-FFF2-40B4-BE49-F238E27FC236}">
                <a16:creationId xmlns:a16="http://schemas.microsoft.com/office/drawing/2014/main" id="{DD2EA4A4-DC57-9B9D-BA32-5DB152B90156}"/>
              </a:ext>
            </a:extLst>
          </p:cNvPr>
          <p:cNvSpPr/>
          <p:nvPr userDrawn="1"/>
        </p:nvSpPr>
        <p:spPr>
          <a:xfrm rot="13500000">
            <a:off x="11227295" y="2657272"/>
            <a:ext cx="1905843" cy="1905843"/>
          </a:xfrm>
          <a:custGeom>
            <a:avLst/>
            <a:gdLst>
              <a:gd name="connsiteX0" fmla="*/ 0 w 1905843"/>
              <a:gd name="connsiteY0" fmla="*/ 0 h 1905843"/>
              <a:gd name="connsiteX1" fmla="*/ 1905843 w 1905843"/>
              <a:gd name="connsiteY1" fmla="*/ 0 h 1905843"/>
              <a:gd name="connsiteX2" fmla="*/ 1905843 w 1905843"/>
              <a:gd name="connsiteY2" fmla="*/ 1905843 h 1905843"/>
              <a:gd name="connsiteX3" fmla="*/ 0 w 1905843"/>
              <a:gd name="connsiteY3" fmla="*/ 1905843 h 1905843"/>
              <a:gd name="connsiteX4" fmla="*/ 0 w 1905843"/>
              <a:gd name="connsiteY4" fmla="*/ 0 h 1905843"/>
              <a:gd name="connsiteX0" fmla="*/ 0 w 1905843"/>
              <a:gd name="connsiteY0" fmla="*/ 0 h 1905843"/>
              <a:gd name="connsiteX1" fmla="*/ 1905843 w 1905843"/>
              <a:gd name="connsiteY1" fmla="*/ 0 h 1905843"/>
              <a:gd name="connsiteX2" fmla="*/ 1905843 w 1905843"/>
              <a:gd name="connsiteY2" fmla="*/ 1905843 h 1905843"/>
              <a:gd name="connsiteX3" fmla="*/ 0 w 1905843"/>
              <a:gd name="connsiteY3" fmla="*/ 0 h 19058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5843" h="1905843">
                <a:moveTo>
                  <a:pt x="0" y="0"/>
                </a:moveTo>
                <a:lnTo>
                  <a:pt x="1905843" y="0"/>
                </a:lnTo>
                <a:lnTo>
                  <a:pt x="1905843" y="1905843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bg1">
                  <a:alpha val="15000"/>
                </a:schemeClr>
              </a:gs>
              <a:gs pos="100000">
                <a:schemeClr val="bg1">
                  <a:alpha val="29237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718" name="Rectangle 1227">
            <a:extLst>
              <a:ext uri="{FF2B5EF4-FFF2-40B4-BE49-F238E27FC236}">
                <a16:creationId xmlns:a16="http://schemas.microsoft.com/office/drawing/2014/main" id="{332F23DB-3B4B-C4C4-89D9-181443B1F11E}"/>
              </a:ext>
            </a:extLst>
          </p:cNvPr>
          <p:cNvSpPr/>
          <p:nvPr userDrawn="1"/>
        </p:nvSpPr>
        <p:spPr>
          <a:xfrm rot="13500000">
            <a:off x="11239077" y="2465816"/>
            <a:ext cx="1905843" cy="1905843"/>
          </a:xfrm>
          <a:custGeom>
            <a:avLst/>
            <a:gdLst>
              <a:gd name="connsiteX0" fmla="*/ 0 w 1905843"/>
              <a:gd name="connsiteY0" fmla="*/ 0 h 1905843"/>
              <a:gd name="connsiteX1" fmla="*/ 1905843 w 1905843"/>
              <a:gd name="connsiteY1" fmla="*/ 0 h 1905843"/>
              <a:gd name="connsiteX2" fmla="*/ 1905843 w 1905843"/>
              <a:gd name="connsiteY2" fmla="*/ 1905843 h 1905843"/>
              <a:gd name="connsiteX3" fmla="*/ 0 w 1905843"/>
              <a:gd name="connsiteY3" fmla="*/ 1905843 h 1905843"/>
              <a:gd name="connsiteX4" fmla="*/ 0 w 1905843"/>
              <a:gd name="connsiteY4" fmla="*/ 0 h 1905843"/>
              <a:gd name="connsiteX0" fmla="*/ 0 w 1905843"/>
              <a:gd name="connsiteY0" fmla="*/ 0 h 1905843"/>
              <a:gd name="connsiteX1" fmla="*/ 1905843 w 1905843"/>
              <a:gd name="connsiteY1" fmla="*/ 0 h 1905843"/>
              <a:gd name="connsiteX2" fmla="*/ 1905843 w 1905843"/>
              <a:gd name="connsiteY2" fmla="*/ 1905843 h 1905843"/>
              <a:gd name="connsiteX3" fmla="*/ 0 w 1905843"/>
              <a:gd name="connsiteY3" fmla="*/ 0 h 19058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5843" h="1905843">
                <a:moveTo>
                  <a:pt x="0" y="0"/>
                </a:moveTo>
                <a:lnTo>
                  <a:pt x="1905843" y="0"/>
                </a:lnTo>
                <a:lnTo>
                  <a:pt x="1905843" y="1905843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bg1">
                  <a:alpha val="22857"/>
                </a:schemeClr>
              </a:gs>
              <a:gs pos="100000">
                <a:schemeClr val="bg1">
                  <a:alpha val="29237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721" name="Title 1">
            <a:extLst>
              <a:ext uri="{FF2B5EF4-FFF2-40B4-BE49-F238E27FC236}">
                <a16:creationId xmlns:a16="http://schemas.microsoft.com/office/drawing/2014/main" id="{294BD90D-FDB3-48E8-6DA2-12979CE9D0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95620" y="2948941"/>
            <a:ext cx="5587502" cy="1403902"/>
          </a:xfrm>
        </p:spPr>
        <p:txBody>
          <a:bodyPr anchor="ctr">
            <a:noAutofit/>
          </a:bodyPr>
          <a:lstStyle>
            <a:lvl1pPr algn="l">
              <a:defRPr sz="4800" b="1">
                <a:solidFill>
                  <a:srgbClr val="7030A0"/>
                </a:solidFill>
                <a:latin typeface="Century Gothic" panose="020B0502020202020204" pitchFamily="34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95B473C-14D6-91C1-AC6C-4EDB086CC90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98023" y="998"/>
            <a:ext cx="2220685" cy="559241"/>
          </a:xfrm>
          <a:prstGeom prst="rect">
            <a:avLst/>
          </a:prstGeom>
        </p:spPr>
      </p:pic>
      <p:sp>
        <p:nvSpPr>
          <p:cNvPr id="726" name="Subtitle 2">
            <a:extLst>
              <a:ext uri="{FF2B5EF4-FFF2-40B4-BE49-F238E27FC236}">
                <a16:creationId xmlns:a16="http://schemas.microsoft.com/office/drawing/2014/main" id="{2D9AD196-A3DF-E96B-8C7E-B130821C412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5620" y="5217202"/>
            <a:ext cx="5600380" cy="300975"/>
          </a:xfrm>
        </p:spPr>
        <p:txBody>
          <a:bodyPr/>
          <a:lstStyle>
            <a:lvl1pPr marL="0" indent="0" algn="l">
              <a:buNone/>
              <a:defRPr sz="1800">
                <a:solidFill>
                  <a:srgbClr val="484848"/>
                </a:solidFill>
                <a:latin typeface="Century Gothic" panose="020B0502020202020204" pitchFamily="34" charset="0"/>
                <a:ea typeface="Roboto" panose="02000000000000000000" pitchFamily="2" charset="0"/>
                <a:cs typeface="Poppins Light" panose="00000400000000000000" pitchFamily="50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Email/Contact:</a:t>
            </a:r>
          </a:p>
        </p:txBody>
      </p:sp>
    </p:spTree>
    <p:extLst>
      <p:ext uri="{BB962C8B-B14F-4D97-AF65-F5344CB8AC3E}">
        <p14:creationId xmlns:p14="http://schemas.microsoft.com/office/powerpoint/2010/main" val="292987886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Slide_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991EB7A-4B7F-D485-3CB9-197626F5CEC9}"/>
              </a:ext>
            </a:extLst>
          </p:cNvPr>
          <p:cNvSpPr/>
          <p:nvPr userDrawn="1"/>
        </p:nvSpPr>
        <p:spPr>
          <a:xfrm>
            <a:off x="-13855" y="0"/>
            <a:ext cx="12205855" cy="6858000"/>
          </a:xfrm>
          <a:prstGeom prst="rect">
            <a:avLst/>
          </a:prstGeom>
          <a:blipFill dpi="0" rotWithShape="1">
            <a:blip r:embed="rId2"/>
            <a:srcRect/>
            <a:stretch>
              <a:fillRect l="-14000" r="-12000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B26EB35B-A32F-A7DC-EE38-DF54D30B4258}"/>
              </a:ext>
            </a:extLst>
          </p:cNvPr>
          <p:cNvGrpSpPr/>
          <p:nvPr userDrawn="1"/>
        </p:nvGrpSpPr>
        <p:grpSpPr>
          <a:xfrm>
            <a:off x="-18472" y="3934623"/>
            <a:ext cx="6315959" cy="2069366"/>
            <a:chOff x="0" y="2439953"/>
            <a:chExt cx="6407869" cy="2239348"/>
          </a:xfrm>
          <a:solidFill>
            <a:schemeClr val="accent2"/>
          </a:solidFill>
        </p:grpSpPr>
        <p:sp>
          <p:nvSpPr>
            <p:cNvPr id="4" name="Rectangle 13">
              <a:extLst>
                <a:ext uri="{FF2B5EF4-FFF2-40B4-BE49-F238E27FC236}">
                  <a16:creationId xmlns:a16="http://schemas.microsoft.com/office/drawing/2014/main" id="{C8741BB1-A73D-9882-C348-28AA9537B6EB}"/>
                </a:ext>
              </a:extLst>
            </p:cNvPr>
            <p:cNvSpPr/>
            <p:nvPr/>
          </p:nvSpPr>
          <p:spPr>
            <a:xfrm>
              <a:off x="0" y="2439953"/>
              <a:ext cx="5853919" cy="2239347"/>
            </a:xfrm>
            <a:custGeom>
              <a:avLst/>
              <a:gdLst>
                <a:gd name="connsiteX0" fmla="*/ 0 w 5952931"/>
                <a:gd name="connsiteY0" fmla="*/ 0 h 2239347"/>
                <a:gd name="connsiteX1" fmla="*/ 5952931 w 5952931"/>
                <a:gd name="connsiteY1" fmla="*/ 0 h 2239347"/>
                <a:gd name="connsiteX2" fmla="*/ 5952931 w 5952931"/>
                <a:gd name="connsiteY2" fmla="*/ 2239347 h 2239347"/>
                <a:gd name="connsiteX3" fmla="*/ 0 w 5952931"/>
                <a:gd name="connsiteY3" fmla="*/ 2239347 h 2239347"/>
                <a:gd name="connsiteX4" fmla="*/ 0 w 5952931"/>
                <a:gd name="connsiteY4" fmla="*/ 0 h 2239347"/>
                <a:gd name="connsiteX0" fmla="*/ 0 w 5952931"/>
                <a:gd name="connsiteY0" fmla="*/ 0 h 2239347"/>
                <a:gd name="connsiteX1" fmla="*/ 5853919 w 5952931"/>
                <a:gd name="connsiteY1" fmla="*/ 0 h 2239347"/>
                <a:gd name="connsiteX2" fmla="*/ 5952931 w 5952931"/>
                <a:gd name="connsiteY2" fmla="*/ 2239347 h 2239347"/>
                <a:gd name="connsiteX3" fmla="*/ 0 w 5952931"/>
                <a:gd name="connsiteY3" fmla="*/ 2239347 h 2239347"/>
                <a:gd name="connsiteX4" fmla="*/ 0 w 5952931"/>
                <a:gd name="connsiteY4" fmla="*/ 0 h 2239347"/>
                <a:gd name="connsiteX0" fmla="*/ 0 w 5853919"/>
                <a:gd name="connsiteY0" fmla="*/ 0 h 2239347"/>
                <a:gd name="connsiteX1" fmla="*/ 5853919 w 5853919"/>
                <a:gd name="connsiteY1" fmla="*/ 0 h 2239347"/>
                <a:gd name="connsiteX2" fmla="*/ 5766556 w 5853919"/>
                <a:gd name="connsiteY2" fmla="*/ 2227699 h 2239347"/>
                <a:gd name="connsiteX3" fmla="*/ 0 w 5853919"/>
                <a:gd name="connsiteY3" fmla="*/ 2239347 h 2239347"/>
                <a:gd name="connsiteX4" fmla="*/ 0 w 5853919"/>
                <a:gd name="connsiteY4" fmla="*/ 0 h 22393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853919" h="2239347">
                  <a:moveTo>
                    <a:pt x="0" y="0"/>
                  </a:moveTo>
                  <a:lnTo>
                    <a:pt x="5853919" y="0"/>
                  </a:lnTo>
                  <a:lnTo>
                    <a:pt x="5766556" y="2227699"/>
                  </a:lnTo>
                  <a:lnTo>
                    <a:pt x="0" y="2239347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ill Sans MT" panose="020B0502020104020203"/>
                <a:ea typeface="+mn-ea"/>
                <a:cs typeface="+mn-cs"/>
              </a:endParaRPr>
            </a:p>
          </p:txBody>
        </p:sp>
        <p:sp>
          <p:nvSpPr>
            <p:cNvPr id="5" name="Arrow: Pentagon 4">
              <a:extLst>
                <a:ext uri="{FF2B5EF4-FFF2-40B4-BE49-F238E27FC236}">
                  <a16:creationId xmlns:a16="http://schemas.microsoft.com/office/drawing/2014/main" id="{59E99D46-9AB1-339E-ACC6-CE62279C5843}"/>
                </a:ext>
              </a:extLst>
            </p:cNvPr>
            <p:cNvSpPr/>
            <p:nvPr/>
          </p:nvSpPr>
          <p:spPr>
            <a:xfrm>
              <a:off x="4747020" y="2439954"/>
              <a:ext cx="1660849" cy="2239347"/>
            </a:xfrm>
            <a:prstGeom prst="homePlate">
              <a:avLst>
                <a:gd name="adj" fmla="val 2809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Gill Sans MT" panose="020B0502020104020203"/>
                  <a:ea typeface="+mn-ea"/>
                  <a:cs typeface="+mn-cs"/>
                </a:rPr>
                <a:t> 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E14619E-CAE3-C579-99C1-91782B57AD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3216" y="4440667"/>
            <a:ext cx="4435763" cy="1057275"/>
          </a:xfrm>
        </p:spPr>
        <p:txBody>
          <a:bodyPr anchor="t">
            <a:normAutofit/>
          </a:bodyPr>
          <a:lstStyle>
            <a:lvl1pPr>
              <a:defRPr sz="3200" b="1">
                <a:solidFill>
                  <a:schemeClr val="bg1"/>
                </a:solidFill>
                <a:latin typeface="Century Gothic" panose="020B0502020202020204" pitchFamily="34" charset="0"/>
                <a:ea typeface="Roboto" panose="02000000000000000000" pitchFamily="2" charset="0"/>
                <a:cs typeface="Poppins" panose="00000500000000000000" pitchFamily="50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28250854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1E3A09-6B04-2BF7-2744-7B8C0D07750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1850" y="399654"/>
            <a:ext cx="10515600" cy="737392"/>
          </a:xfrm>
        </p:spPr>
        <p:txBody>
          <a:bodyPr anchor="t">
            <a:normAutofit/>
          </a:bodyPr>
          <a:lstStyle>
            <a:lvl1pPr>
              <a:defRPr sz="3200" b="1">
                <a:solidFill>
                  <a:srgbClr val="7030A0"/>
                </a:solidFill>
                <a:latin typeface="Century Gothic" panose="020B0502020202020204" pitchFamily="34" charset="0"/>
                <a:ea typeface="Roboto Light" panose="02000000000000000000" pitchFamily="2" charset="0"/>
                <a:cs typeface="Poppins" panose="00000500000000000000" pitchFamily="50" charset="0"/>
              </a:defRPr>
            </a:lvl1pPr>
          </a:lstStyle>
          <a:p>
            <a:r>
              <a:rPr lang="en-US"/>
              <a:t>CLICK TO EDIT THE MASTER TITLE STYLE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4D67F91-8521-F5B9-0F3D-373F5F5B2C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1850" y="1442241"/>
            <a:ext cx="10515600" cy="5124813"/>
          </a:xfrm>
        </p:spPr>
        <p:txBody>
          <a:bodyPr>
            <a:normAutofit/>
          </a:bodyPr>
          <a:lstStyle>
            <a:lvl1pPr>
              <a:defRPr sz="1600">
                <a:latin typeface="Century Gothic" panose="020B0502020202020204" pitchFamily="34" charset="0"/>
                <a:ea typeface="Roboto Light" panose="02000000000000000000" pitchFamily="2" charset="0"/>
                <a:cs typeface="Poppins Light" panose="00000400000000000000" pitchFamily="50" charset="0"/>
              </a:defRPr>
            </a:lvl1pPr>
            <a:lvl2pPr>
              <a:defRPr sz="1600">
                <a:latin typeface="Century Gothic" panose="020B0502020202020204" pitchFamily="34" charset="0"/>
                <a:ea typeface="Roboto Light" panose="02000000000000000000" pitchFamily="2" charset="0"/>
                <a:cs typeface="Poppins Light" panose="00000400000000000000" pitchFamily="50" charset="0"/>
              </a:defRPr>
            </a:lvl2pPr>
            <a:lvl3pPr>
              <a:defRPr sz="1600">
                <a:latin typeface="Century Gothic" panose="020B0502020202020204" pitchFamily="34" charset="0"/>
                <a:ea typeface="Roboto Light" panose="02000000000000000000" pitchFamily="2" charset="0"/>
                <a:cs typeface="Poppins Light" panose="00000400000000000000" pitchFamily="50" charset="0"/>
              </a:defRPr>
            </a:lvl3pPr>
            <a:lvl4pPr>
              <a:defRPr sz="1600">
                <a:latin typeface="Century Gothic" panose="020B0502020202020204" pitchFamily="34" charset="0"/>
                <a:ea typeface="Roboto Light" panose="02000000000000000000" pitchFamily="2" charset="0"/>
                <a:cs typeface="Poppins Light" panose="00000400000000000000" pitchFamily="50" charset="0"/>
              </a:defRPr>
            </a:lvl4pPr>
            <a:lvl5pPr>
              <a:defRPr sz="1600">
                <a:latin typeface="Century Gothic" panose="020B0502020202020204" pitchFamily="34" charset="0"/>
                <a:ea typeface="Roboto Light" panose="02000000000000000000" pitchFamily="2" charset="0"/>
                <a:cs typeface="Poppins Light" panose="00000400000000000000" pitchFamily="50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4395380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14619E-CAE3-C579-99C1-91782B57AD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6366164" cy="1057275"/>
          </a:xfrm>
        </p:spPr>
        <p:txBody>
          <a:bodyPr anchor="t">
            <a:normAutofit/>
          </a:bodyPr>
          <a:lstStyle>
            <a:lvl1pPr>
              <a:defRPr sz="3200" b="1">
                <a:solidFill>
                  <a:srgbClr val="7030A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Poppins" panose="00000500000000000000" pitchFamily="50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A3E96E-B3D5-AE12-D12B-C2A056C19B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10461"/>
            <a:ext cx="6366164" cy="4275066"/>
          </a:xfrm>
        </p:spPr>
        <p:txBody>
          <a:bodyPr>
            <a:normAutofit/>
          </a:bodyPr>
          <a:lstStyle>
            <a:lvl1pPr>
              <a:defRPr sz="1600">
                <a:latin typeface="Century Gothic" panose="020B0502020202020204" pitchFamily="34" charset="0"/>
                <a:ea typeface="Roboto Light" panose="02000000000000000000" pitchFamily="2" charset="0"/>
                <a:cs typeface="Poppins Light" panose="00000400000000000000" pitchFamily="50" charset="0"/>
              </a:defRPr>
            </a:lvl1pPr>
            <a:lvl2pPr>
              <a:defRPr sz="1600">
                <a:latin typeface="Century Gothic" panose="020B0502020202020204" pitchFamily="34" charset="0"/>
                <a:ea typeface="Roboto Light" panose="02000000000000000000" pitchFamily="2" charset="0"/>
                <a:cs typeface="Poppins Light" panose="00000400000000000000" pitchFamily="50" charset="0"/>
              </a:defRPr>
            </a:lvl2pPr>
            <a:lvl3pPr>
              <a:defRPr sz="1600">
                <a:latin typeface="Century Gothic" panose="020B0502020202020204" pitchFamily="34" charset="0"/>
                <a:ea typeface="Roboto Light" panose="02000000000000000000" pitchFamily="2" charset="0"/>
                <a:cs typeface="Poppins Light" panose="00000400000000000000" pitchFamily="50" charset="0"/>
              </a:defRPr>
            </a:lvl3pPr>
            <a:lvl4pPr>
              <a:defRPr sz="1600">
                <a:latin typeface="Century Gothic" panose="020B0502020202020204" pitchFamily="34" charset="0"/>
                <a:ea typeface="Roboto Light" panose="02000000000000000000" pitchFamily="2" charset="0"/>
                <a:cs typeface="Poppins Light" panose="00000400000000000000" pitchFamily="50" charset="0"/>
              </a:defRPr>
            </a:lvl4pPr>
            <a:lvl5pPr>
              <a:defRPr sz="1600">
                <a:latin typeface="Century Gothic" panose="020B0502020202020204" pitchFamily="34" charset="0"/>
                <a:ea typeface="Roboto Light" panose="02000000000000000000" pitchFamily="2" charset="0"/>
                <a:cs typeface="Poppins Light" panose="00000400000000000000" pitchFamily="50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439311E6-520F-6EFE-5184-8351896DC106}"/>
              </a:ext>
            </a:extLst>
          </p:cNvPr>
          <p:cNvSpPr>
            <a:spLocks noGrp="1"/>
          </p:cNvSpPr>
          <p:nvPr>
            <p:ph type="subTitle" idx="10"/>
          </p:nvPr>
        </p:nvSpPr>
        <p:spPr>
          <a:xfrm>
            <a:off x="838200" y="1580788"/>
            <a:ext cx="6366164" cy="571285"/>
          </a:xfrm>
        </p:spPr>
        <p:txBody>
          <a:bodyPr/>
          <a:lstStyle>
            <a:lvl1pPr marL="0" indent="0" algn="l">
              <a:buNone/>
              <a:defRPr sz="2400">
                <a:latin typeface="Century Gothic" panose="020B0502020202020204" pitchFamily="34" charset="0"/>
                <a:ea typeface="Roboto" panose="02000000000000000000" pitchFamily="2" charset="0"/>
                <a:cs typeface="Poppins" panose="00000500000000000000" pitchFamily="50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FB496EA-1174-0005-BB38-28EEA3036CAF}"/>
              </a:ext>
            </a:extLst>
          </p:cNvPr>
          <p:cNvSpPr/>
          <p:nvPr userDrawn="1"/>
        </p:nvSpPr>
        <p:spPr>
          <a:xfrm>
            <a:off x="7379855" y="0"/>
            <a:ext cx="4812145" cy="6858000"/>
          </a:xfrm>
          <a:prstGeom prst="rect">
            <a:avLst/>
          </a:prstGeom>
          <a:blipFill dpi="0" rotWithShape="1">
            <a:blip r:embed="rId2"/>
            <a:srcRect/>
            <a:stretch>
              <a:fillRect l="-17000" r="-16000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9094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slideLayout" Target="../slideLayouts/slideLayout11.xml"/><Relationship Id="rId3" Type="http://schemas.openxmlformats.org/officeDocument/2006/relationships/slideLayout" Target="../slideLayouts/slideLayout12.xml"/><Relationship Id="rId4" Type="http://schemas.openxmlformats.org/officeDocument/2006/relationships/slideLayout" Target="../slideLayouts/slideLayout13.xml"/><Relationship Id="rId5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6.xml"/><Relationship Id="rId8" Type="http://schemas.openxmlformats.org/officeDocument/2006/relationships/slideLayout" Target="../slideLayouts/slideLayout17.xml"/><Relationship Id="rId9" Type="http://schemas.openxmlformats.org/officeDocument/2006/relationships/slideLayout" Target="../slideLayouts/slideLayout18.xml"/><Relationship Id="rId10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2.xml"/><Relationship Id="rId14" Type="http://schemas.openxmlformats.org/officeDocument/2006/relationships/theme" Target="../theme/theme2.xml"/><Relationship Id="rId15" Type="http://schemas.openxmlformats.org/officeDocument/2006/relationships/image" Target="../media/image7.emf"/><Relationship Id="rId16" Type="http://schemas.openxmlformats.org/officeDocument/2006/relationships/image" Target="../media/image8.emf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3.xml"/><Relationship Id="rId12" Type="http://schemas.openxmlformats.org/officeDocument/2006/relationships/slideLayout" Target="../slideLayouts/slideLayout34.xml"/><Relationship Id="rId13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104851-F3AE-AD78-A537-77A3458D7D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513" y="148995"/>
            <a:ext cx="11205081" cy="8356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THE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436F07-E0A0-18D4-0393-CFB87F8FFB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5513" y="1253331"/>
            <a:ext cx="1120508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Shape 42">
            <a:extLst>
              <a:ext uri="{FF2B5EF4-FFF2-40B4-BE49-F238E27FC236}">
                <a16:creationId xmlns:a16="http://schemas.microsoft.com/office/drawing/2014/main" id="{475BB1A6-FA4B-D6EB-85D4-D5F7F49E24FB}"/>
              </a:ext>
            </a:extLst>
          </p:cNvPr>
          <p:cNvSpPr txBox="1">
            <a:spLocks/>
          </p:cNvSpPr>
          <p:nvPr userDrawn="1"/>
        </p:nvSpPr>
        <p:spPr>
          <a:xfrm>
            <a:off x="11670594" y="6427642"/>
            <a:ext cx="521406" cy="247651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rgbClr val="C1C0BE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86CB4B4D-7CA3-9044-876B-883B54F8677D}" type="slidenum">
              <a:rPr lang="en-US" sz="1050" smtClean="0">
                <a:solidFill>
                  <a:schemeClr val="tx1">
                    <a:lumMod val="65000"/>
                    <a:lumOff val="35000"/>
                  </a:schemeClr>
                </a:solidFill>
              </a:rPr>
              <a:pPr algn="ctr"/>
              <a:t>‹#›</a:t>
            </a:fld>
            <a:endParaRPr lang="en-US" sz="105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FA594B-89EE-5684-96FB-F49D67CD91D6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6642100"/>
            <a:ext cx="1165225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IN" sz="1000">
                <a:solidFill>
                  <a:srgbClr val="000000">
                    <a:alpha val="50000"/>
                  </a:srgb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Classification: Internal</a:t>
            </a:r>
          </a:p>
        </p:txBody>
      </p:sp>
    </p:spTree>
    <p:extLst>
      <p:ext uri="{BB962C8B-B14F-4D97-AF65-F5344CB8AC3E}">
        <p14:creationId xmlns:p14="http://schemas.microsoft.com/office/powerpoint/2010/main" val="10881748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  <p:sldLayoutId id="2147483687" r:id="rId2"/>
    <p:sldLayoutId id="2147483688" r:id="rId3"/>
    <p:sldLayoutId id="2147483689" r:id="rId4"/>
    <p:sldLayoutId id="2147483690" r:id="rId5"/>
    <p:sldLayoutId id="2147483691" r:id="rId6"/>
    <p:sldLayoutId id="2147483692" r:id="rId7"/>
    <p:sldLayoutId id="2147483732" r:id="rId8"/>
    <p:sldLayoutId id="2147483733" r:id="rId9"/>
  </p:sldLayoutIdLst>
  <p:hf sldNum="0" hdr="0" ft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800" b="1" kern="1200">
          <a:solidFill>
            <a:srgbClr val="7030A0"/>
          </a:solidFill>
          <a:latin typeface="Century Gothic" panose="020B0502020202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600" kern="1200">
          <a:solidFill>
            <a:srgbClr val="7C7C7C"/>
          </a:solidFill>
          <a:latin typeface="Century Gothic" panose="020B0502020202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rgbClr val="7C7C7C"/>
          </a:solidFill>
          <a:latin typeface="Century Gothic" panose="020B0502020202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rgbClr val="7C7C7C"/>
          </a:solidFill>
          <a:latin typeface="Century Gothic" panose="020B0502020202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rgbClr val="7C7C7C"/>
          </a:solidFill>
          <a:latin typeface="Century Gothic" panose="020B0502020202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rgbClr val="7C7C7C"/>
          </a:solidFill>
          <a:latin typeface="Century Gothic" panose="020B05020202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Box 36"/>
          <p:cNvSpPr txBox="1"/>
          <p:nvPr/>
        </p:nvSpPr>
        <p:spPr>
          <a:xfrm>
            <a:off x="11842224" y="6551115"/>
            <a:ext cx="349776" cy="256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fld id="{111F478C-84AE-4601-9BE4-60468A3A6C06}" type="slidenum">
              <a:rPr lang="en-US" sz="1067" b="0" i="0" smtClean="0">
                <a:solidFill>
                  <a:schemeClr val="tx1">
                    <a:alpha val="50000"/>
                  </a:schemeClr>
                </a:solidFill>
                <a:latin typeface="+mn-lt"/>
              </a:rPr>
              <a:pPr algn="l"/>
              <a:t>‹#›</a:t>
            </a:fld>
            <a:endParaRPr lang="en-US" sz="1067" b="0" i="0">
              <a:solidFill>
                <a:schemeClr val="tx1">
                  <a:alpha val="50000"/>
                </a:schemeClr>
              </a:solidFill>
              <a:latin typeface="+mn-lt"/>
            </a:endParaRPr>
          </a:p>
        </p:txBody>
      </p:sp>
      <p:sp>
        <p:nvSpPr>
          <p:cNvPr id="13" name="Text Placeholder 53"/>
          <p:cNvSpPr>
            <a:spLocks noGrp="1"/>
          </p:cNvSpPr>
          <p:nvPr>
            <p:ph type="body" idx="1"/>
          </p:nvPr>
        </p:nvSpPr>
        <p:spPr>
          <a:xfrm>
            <a:off x="352215" y="827083"/>
            <a:ext cx="11445341" cy="120969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</a:t>
            </a:r>
          </a:p>
        </p:txBody>
      </p:sp>
      <p:sp>
        <p:nvSpPr>
          <p:cNvPr id="16" name="Title Placeholder 1"/>
          <p:cNvSpPr>
            <a:spLocks noGrp="1"/>
          </p:cNvSpPr>
          <p:nvPr>
            <p:ph type="title"/>
          </p:nvPr>
        </p:nvSpPr>
        <p:spPr>
          <a:xfrm>
            <a:off x="352213" y="46655"/>
            <a:ext cx="9108000" cy="640080"/>
          </a:xfrm>
          <a:prstGeom prst="rect">
            <a:avLst/>
          </a:prstGeom>
        </p:spPr>
        <p:txBody>
          <a:bodyPr vert="horz" lIns="72000" tIns="0" rIns="91440" bIns="0" rtlCol="0" anchor="ctr">
            <a:normAutofit/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4AEEDCA-9AEA-934A-9941-5F6114A67B61}"/>
              </a:ext>
            </a:extLst>
          </p:cNvPr>
          <p:cNvSpPr txBox="1"/>
          <p:nvPr/>
        </p:nvSpPr>
        <p:spPr>
          <a:xfrm>
            <a:off x="1" y="6548295"/>
            <a:ext cx="259077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indent="0" algn="r" defTabSz="121914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b="0" i="0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rPr>
              <a:t>© Hitachi Digital Services 2024. All Rights Reserved.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0AEBC27-A79E-53CE-4512-D363B80E7D54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033200" y="216515"/>
            <a:ext cx="1915200" cy="20734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847706C-1534-C157-29C2-808E446E45A1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031730" y="214070"/>
            <a:ext cx="1915795" cy="20741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0BFA3EF-D0A9-A68C-EF10-30C265D71AAB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6642100"/>
            <a:ext cx="1165225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IN" sz="1000">
                <a:solidFill>
                  <a:srgbClr val="000000">
                    <a:alpha val="50000"/>
                  </a:srgb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Classification: Internal</a:t>
            </a:r>
          </a:p>
        </p:txBody>
      </p:sp>
    </p:spTree>
    <p:extLst>
      <p:ext uri="{BB962C8B-B14F-4D97-AF65-F5344CB8AC3E}">
        <p14:creationId xmlns:p14="http://schemas.microsoft.com/office/powerpoint/2010/main" val="38912967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  <p:sldLayoutId id="2147483717" r:id="rId13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ftr="0" dt="0"/>
  <p:txStyles>
    <p:titleStyle>
      <a:lvl1pPr algn="l" defTabSz="1219140" rtl="0" eaLnBrk="1" latinLnBrk="0" hangingPunct="1">
        <a:lnSpc>
          <a:spcPct val="85000"/>
        </a:lnSpc>
        <a:spcBef>
          <a:spcPct val="0"/>
        </a:spcBef>
        <a:buNone/>
        <a:defRPr lang="en-US" sz="2400" b="1" i="0" kern="1200" cap="none" dirty="0" smtClean="0">
          <a:solidFill>
            <a:schemeClr val="accent2"/>
          </a:solidFill>
          <a:latin typeface="+mn-lt"/>
          <a:ea typeface="+mj-ea"/>
          <a:cs typeface="+mj-cs"/>
        </a:defRPr>
      </a:lvl1pPr>
    </p:titleStyle>
    <p:bodyStyle>
      <a:lvl1pPr marL="335984" indent="-143992" algn="l" defTabSz="1219140" rtl="0" eaLnBrk="1" latinLnBrk="0" hangingPunct="1">
        <a:lnSpc>
          <a:spcPct val="100000"/>
        </a:lnSpc>
        <a:spcBef>
          <a:spcPts val="0"/>
        </a:spcBef>
        <a:spcAft>
          <a:spcPts val="267"/>
        </a:spcAft>
        <a:buClr>
          <a:schemeClr val="accent2"/>
        </a:buClr>
        <a:buFont typeface="Arial" panose="020B0604020202020204" pitchFamily="34" charset="0"/>
        <a:buChar char="•"/>
        <a:defRPr lang="en-US" sz="1800" b="0" i="0" kern="1200" dirty="0" smtClean="0">
          <a:solidFill>
            <a:schemeClr val="tx1"/>
          </a:solidFill>
          <a:latin typeface="+mn-lt"/>
          <a:ea typeface="+mn-ea"/>
          <a:cs typeface="+mn-cs"/>
        </a:defRPr>
      </a:lvl1pPr>
      <a:lvl2pPr marL="479976" indent="-143992" algn="l" defTabSz="1219140" rtl="0" eaLnBrk="1" latinLnBrk="0" hangingPunct="1">
        <a:lnSpc>
          <a:spcPct val="95000"/>
        </a:lnSpc>
        <a:spcBef>
          <a:spcPts val="0"/>
        </a:spcBef>
        <a:spcAft>
          <a:spcPts val="533"/>
        </a:spcAft>
        <a:buClr>
          <a:schemeClr val="accent2"/>
        </a:buClr>
        <a:buFont typeface="Arial" panose="020B0604020202020204" pitchFamily="34" charset="0"/>
        <a:buChar char="•"/>
        <a:defRPr lang="en-US" sz="1400" b="0" i="0" kern="1200" dirty="0" smtClean="0">
          <a:solidFill>
            <a:schemeClr val="tx1"/>
          </a:solidFill>
          <a:latin typeface="+mn-lt"/>
          <a:ea typeface="+mn-ea"/>
          <a:cs typeface="+mn-cs"/>
        </a:defRPr>
      </a:lvl2pPr>
      <a:lvl3pPr marL="623968" indent="-143992" algn="l" defTabSz="1219140" rtl="0" eaLnBrk="1" latinLnBrk="0" hangingPunct="1">
        <a:lnSpc>
          <a:spcPct val="95000"/>
        </a:lnSpc>
        <a:spcBef>
          <a:spcPts val="0"/>
        </a:spcBef>
        <a:spcAft>
          <a:spcPts val="667"/>
        </a:spcAft>
        <a:buClr>
          <a:schemeClr val="accent2"/>
        </a:buClr>
        <a:buFont typeface="Arial" panose="020B0604020202020204" pitchFamily="34" charset="0"/>
        <a:buChar char="•"/>
        <a:defRPr lang="en-US" sz="1051" b="0" i="0" kern="1200" dirty="0" smtClean="0">
          <a:solidFill>
            <a:schemeClr val="tx1"/>
          </a:solidFill>
          <a:latin typeface="+mn-lt"/>
          <a:ea typeface="+mn-ea"/>
          <a:cs typeface="+mn-cs"/>
        </a:defRPr>
      </a:lvl3pPr>
      <a:lvl4pPr marL="767962" indent="-143992" algn="l" defTabSz="1219140" rtl="0" eaLnBrk="1" latinLnBrk="0" hangingPunct="1">
        <a:lnSpc>
          <a:spcPct val="95000"/>
        </a:lnSpc>
        <a:spcBef>
          <a:spcPts val="0"/>
        </a:spcBef>
        <a:spcAft>
          <a:spcPts val="667"/>
        </a:spcAft>
        <a:buClr>
          <a:schemeClr val="accent2"/>
        </a:buClr>
        <a:buFont typeface="Arial" panose="020B0604020202020204" pitchFamily="34" charset="0"/>
        <a:buChar char="•"/>
        <a:defRPr lang="en-US" sz="1000" b="0" i="0" kern="1200" dirty="0" smtClean="0">
          <a:solidFill>
            <a:schemeClr val="tx1"/>
          </a:solidFill>
          <a:latin typeface="+mn-lt"/>
          <a:ea typeface="+mn-ea"/>
          <a:cs typeface="+mn-cs"/>
        </a:defRPr>
      </a:lvl4pPr>
      <a:lvl5pPr marL="911955" indent="-143992" algn="l" defTabSz="1219140" rtl="0" eaLnBrk="1" latinLnBrk="0" hangingPunct="1">
        <a:lnSpc>
          <a:spcPct val="95000"/>
        </a:lnSpc>
        <a:spcBef>
          <a:spcPts val="0"/>
        </a:spcBef>
        <a:spcAft>
          <a:spcPts val="667"/>
        </a:spcAft>
        <a:buClr>
          <a:schemeClr val="accent2"/>
        </a:buClr>
        <a:buFont typeface="Arial" panose="020B0604020202020204" pitchFamily="34" charset="0"/>
        <a:buChar char="•"/>
        <a:defRPr lang="en-US" sz="1000" b="0" i="0" kern="1200" dirty="0">
          <a:solidFill>
            <a:schemeClr val="tx1"/>
          </a:solidFill>
          <a:latin typeface="+mn-lt"/>
          <a:ea typeface="+mn-ea"/>
          <a:cs typeface="+mn-cs"/>
        </a:defRPr>
      </a:lvl5pPr>
      <a:lvl6pPr marL="3352632" indent="-304784" algn="l" defTabSz="121914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202" indent="-304784" algn="l" defTabSz="121914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772" indent="-304784" algn="l" defTabSz="121914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341" indent="-304784" algn="l" defTabSz="121914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70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40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09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278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848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418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987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557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43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104851-F3AE-AD78-A537-77A3458D7D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513" y="148995"/>
            <a:ext cx="11205081" cy="8356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THE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436F07-E0A0-18D4-0393-CFB87F8FFB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5513" y="1253331"/>
            <a:ext cx="1120508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Shape 42">
            <a:extLst>
              <a:ext uri="{FF2B5EF4-FFF2-40B4-BE49-F238E27FC236}">
                <a16:creationId xmlns:a16="http://schemas.microsoft.com/office/drawing/2014/main" id="{475BB1A6-FA4B-D6EB-85D4-D5F7F49E24FB}"/>
              </a:ext>
            </a:extLst>
          </p:cNvPr>
          <p:cNvSpPr txBox="1">
            <a:spLocks/>
          </p:cNvSpPr>
          <p:nvPr userDrawn="1"/>
        </p:nvSpPr>
        <p:spPr>
          <a:xfrm>
            <a:off x="11670594" y="6427642"/>
            <a:ext cx="521406" cy="247651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rgbClr val="C1C0BE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86CB4B4D-7CA3-9044-876B-883B54F8677D}" type="slidenum">
              <a:rPr lang="en-US" sz="1050" smtClean="0">
                <a:solidFill>
                  <a:schemeClr val="tx1">
                    <a:lumMod val="65000"/>
                    <a:lumOff val="35000"/>
                  </a:schemeClr>
                </a:solidFill>
              </a:rPr>
              <a:pPr algn="ctr"/>
              <a:t>‹#›</a:t>
            </a:fld>
            <a:endParaRPr lang="en-US" sz="105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EA26907-8C59-7DC5-5136-0A7C76E61345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6642100"/>
            <a:ext cx="1165225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IN" sz="1000">
                <a:solidFill>
                  <a:srgbClr val="000000">
                    <a:alpha val="50000"/>
                  </a:srgb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Classification: Internal</a:t>
            </a:r>
          </a:p>
        </p:txBody>
      </p:sp>
    </p:spTree>
    <p:extLst>
      <p:ext uri="{BB962C8B-B14F-4D97-AF65-F5344CB8AC3E}">
        <p14:creationId xmlns:p14="http://schemas.microsoft.com/office/powerpoint/2010/main" val="7173157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  <p:sldLayoutId id="2147483722" r:id="rId4"/>
    <p:sldLayoutId id="2147483723" r:id="rId5"/>
    <p:sldLayoutId id="2147483724" r:id="rId6"/>
    <p:sldLayoutId id="2147483725" r:id="rId7"/>
    <p:sldLayoutId id="2147483726" r:id="rId8"/>
    <p:sldLayoutId id="2147483727" r:id="rId9"/>
    <p:sldLayoutId id="2147483728" r:id="rId10"/>
    <p:sldLayoutId id="2147483729" r:id="rId11"/>
    <p:sldLayoutId id="2147483730" r:id="rId12"/>
  </p:sldLayoutIdLst>
  <p:hf sldNum="0" hdr="0" ft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800" b="1" kern="1200">
          <a:solidFill>
            <a:srgbClr val="7030A0"/>
          </a:solidFill>
          <a:latin typeface="Century Gothic" panose="020B0502020202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600" kern="1200">
          <a:solidFill>
            <a:srgbClr val="7C7C7C"/>
          </a:solidFill>
          <a:latin typeface="Century Gothic" panose="020B0502020202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rgbClr val="7C7C7C"/>
          </a:solidFill>
          <a:latin typeface="Century Gothic" panose="020B0502020202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rgbClr val="7C7C7C"/>
          </a:solidFill>
          <a:latin typeface="Century Gothic" panose="020B0502020202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rgbClr val="7C7C7C"/>
          </a:solidFill>
          <a:latin typeface="Century Gothic" panose="020B0502020202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rgbClr val="7C7C7C"/>
          </a:solidFill>
          <a:latin typeface="Century Gothic" panose="020B05020202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b="1">
                <a:latin typeface="Inter"/>
              </a:rPr>
              <a:t>StadiumBite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>
                <a:latin typeface="Inter"/>
              </a:rPr>
              <a:t>Live food ratings from the stands — powered by Gemini AI  |  3 May 2026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sz="1200">
                <a:solidFill>
                  <a:srgbClr val="757575"/>
                </a:solidFill>
                <a:latin typeface="Inter"/>
              </a:rPr>
              <a:t>Prepared for: Build With AI :: Agentic Premier League, Delhi</a:t>
            </a:r>
          </a:p>
          <a:p>
            <a:pPr algn="l"/>
            <a:r>
              <a:rPr sz="1200">
                <a:solidFill>
                  <a:srgbClr val="757575"/>
                </a:solidFill>
                <a:latin typeface="Inter"/>
              </a:rPr>
              <a:t>Prepared by: StadiumBite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Inter"/>
              </a:rPr>
              <a:t>The Problem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0"/>
          </p:nvPr>
        </p:nvSpPr>
        <p:spPr/>
        <p:txBody>
          <a:bodyPr/>
          <a:lstStyle/>
          <a:p>
            <a:r>
              <a:rPr>
                <a:latin typeface="Inter"/>
              </a:rPr>
              <a:t>Stadium food is a gamble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a:indent="-164592" a:marL="256032"/>
            <a:r>
              <a:rPr sz="1400">
                <a:solidFill>
                  <a:srgbClr val="212121"/>
                </a:solidFill>
                <a:latin typeface="Inter"/>
              </a:rPr>
              <a:t>•  </a:t>
            </a:r>
            <a:r>
              <a:rPr sz="1400" b="0" i="0">
                <a:solidFill>
                  <a:srgbClr val="212121"/>
                </a:solidFill>
                <a:latin typeface="Inter"/>
              </a:rPr>
              <a:t>30,000+ fans. 20+ food stalls. Zero transparency.</a:t>
            </a:r>
          </a:p>
          <a:p>
            <a:pPr algn="l" a:indent="-164592" a:marL="256032"/>
            <a:r>
              <a:rPr sz="1400">
                <a:solidFill>
                  <a:srgbClr val="212121"/>
                </a:solidFill>
                <a:latin typeface="Inter"/>
              </a:rPr>
              <a:t>•  </a:t>
            </a:r>
            <a:r>
              <a:rPr sz="1400" b="0" i="0">
                <a:solidFill>
                  <a:srgbClr val="212121"/>
                </a:solidFill>
                <a:latin typeface="Inter"/>
              </a:rPr>
              <a:t>No way to know what's good before you queue 15 minutes</a:t>
            </a:r>
          </a:p>
          <a:p>
            <a:pPr algn="l" a:indent="-164592" a:marL="256032"/>
            <a:r>
              <a:rPr sz="1400">
                <a:solidFill>
                  <a:srgbClr val="212121"/>
                </a:solidFill>
                <a:latin typeface="Inter"/>
              </a:rPr>
              <a:t>•  </a:t>
            </a:r>
            <a:r>
              <a:rPr sz="1400" b="0" i="0">
                <a:solidFill>
                  <a:srgbClr val="212121"/>
                </a:solidFill>
                <a:latin typeface="Inter"/>
              </a:rPr>
              <a:t>Stall owners get no real-time feedback to improve</a:t>
            </a:r>
          </a:p>
          <a:p>
            <a:pPr algn="l" a:indent="-164592" a:marL="256032"/>
            <a:r>
              <a:rPr sz="1400">
                <a:solidFill>
                  <a:srgbClr val="212121"/>
                </a:solidFill>
                <a:latin typeface="Inter"/>
              </a:rPr>
              <a:t>•  </a:t>
            </a:r>
            <a:r>
              <a:rPr sz="1400" b="0" i="0">
                <a:solidFill>
                  <a:srgbClr val="212121"/>
                </a:solidFill>
                <a:latin typeface="Inter"/>
              </a:rPr>
              <a:t>Organizers are blind to food quality during the event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Inter"/>
              </a:rPr>
              <a:t>How StadiumBite Works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0"/>
          </p:nvPr>
        </p:nvSpPr>
        <p:spPr/>
        <p:txBody>
          <a:bodyPr/>
          <a:lstStyle/>
          <a:p>
            <a:r>
              <a:rPr>
                <a:latin typeface="Inter"/>
              </a:rPr>
              <a:t>Scan → Snap → Rate → Live leaderboard. Under 10 seconds.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194560" y="3856481"/>
            <a:ext cx="768096" cy="0"/>
          </a:xfrm>
          <a:prstGeom prst="line">
            <a:avLst/>
          </a:prstGeom>
          <a:ln w="19050">
            <a:solidFill>
              <a:srgbClr val="1A237E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4608576" y="3856481"/>
            <a:ext cx="548640" cy="0"/>
          </a:xfrm>
          <a:prstGeom prst="line">
            <a:avLst/>
          </a:prstGeom>
          <a:ln w="19050">
            <a:solidFill>
              <a:srgbClr val="1A237E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334256" y="3728465"/>
            <a:ext cx="1097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1">
                <a:solidFill>
                  <a:srgbClr val="757575"/>
                </a:solidFill>
                <a:latin typeface="Inter"/>
              </a:rPr>
              <a:t>Gemini Vision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022592" y="3856481"/>
            <a:ext cx="548639" cy="0"/>
          </a:xfrm>
          <a:prstGeom prst="line">
            <a:avLst/>
          </a:prstGeom>
          <a:ln w="19050">
            <a:solidFill>
              <a:srgbClr val="1A237E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997695" y="3856481"/>
            <a:ext cx="548640" cy="0"/>
          </a:xfrm>
          <a:prstGeom prst="line">
            <a:avLst/>
          </a:prstGeom>
          <a:ln w="19050">
            <a:solidFill>
              <a:srgbClr val="1A237E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723375" y="3728465"/>
            <a:ext cx="1097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1">
                <a:solidFill>
                  <a:srgbClr val="757575"/>
                </a:solidFill>
                <a:latin typeface="Inter"/>
              </a:rPr>
              <a:t>SSE push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50691"/>
            <a:ext cx="1645919" cy="1211580"/>
          </a:xfrm>
          <a:prstGeom prst="roundRect">
            <a:avLst/>
          </a:prstGeom>
          <a:solidFill>
            <a:srgbClr val="D32F2F"/>
          </a:solidFill>
          <a:ln w="15875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Scan QR
&amp; Open PWA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62656" y="3250691"/>
            <a:ext cx="1645919" cy="1211580"/>
          </a:xfrm>
          <a:prstGeom prst="roundRect">
            <a:avLst/>
          </a:prstGeom>
          <a:solidFill>
            <a:srgbClr val="FF6F00"/>
          </a:solidFill>
          <a:ln w="15875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OTP Login
10 seconds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57216" y="3250691"/>
            <a:ext cx="1865376" cy="1211580"/>
          </a:xfrm>
          <a:prstGeom prst="roundRect">
            <a:avLst/>
          </a:prstGeom>
          <a:solidFill>
            <a:srgbClr val="00897B"/>
          </a:solidFill>
          <a:ln w="15875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Snap photo
AI detects
food item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71231" y="3250691"/>
            <a:ext cx="1426464" cy="1211580"/>
          </a:xfrm>
          <a:prstGeom prst="roundRect">
            <a:avLst/>
          </a:prstGeom>
          <a:solidFill>
            <a:srgbClr val="1565C0"/>
          </a:solidFill>
          <a:ln w="15875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Rate &amp;
Review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46336" y="3250691"/>
            <a:ext cx="1755648" cy="1211580"/>
          </a:xfrm>
          <a:prstGeom prst="roundRect">
            <a:avLst/>
          </a:prstGeom>
          <a:solidFill>
            <a:srgbClr val="D32F2F"/>
          </a:solidFill>
          <a:ln w="15875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Live
Leaderboard
updates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b="1">
                <a:latin typeface="Inter"/>
              </a:rPr>
              <a:t>Gemini AI Integration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Inter"/>
              </a:rPr>
              <a:t>AI Food Classification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0"/>
          </p:nvPr>
        </p:nvSpPr>
        <p:spPr/>
        <p:txBody>
          <a:bodyPr/>
          <a:lstStyle/>
          <a:p>
            <a:r>
              <a:rPr>
                <a:latin typeface="Inter"/>
              </a:rPr>
              <a:t>Gemini Vision identifies food from photos — no manual search needed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743200" y="3735324"/>
            <a:ext cx="877824" cy="0"/>
          </a:xfrm>
          <a:prstGeom prst="line">
            <a:avLst/>
          </a:prstGeom>
          <a:ln w="19050">
            <a:solidFill>
              <a:srgbClr val="1A237E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6364224" y="3052072"/>
            <a:ext cx="987551" cy="286012"/>
          </a:xfrm>
          <a:prstGeom prst="line">
            <a:avLst/>
          </a:prstGeom>
          <a:ln w="19050">
            <a:solidFill>
              <a:srgbClr val="1A237E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309360" y="3067062"/>
            <a:ext cx="1097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1">
                <a:solidFill>
                  <a:srgbClr val="757575"/>
                </a:solidFill>
                <a:latin typeface="Inter"/>
              </a:rPr>
              <a:t>high match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364224" y="4231873"/>
            <a:ext cx="987551" cy="357515"/>
          </a:xfrm>
          <a:prstGeom prst="line">
            <a:avLst/>
          </a:prstGeom>
          <a:ln w="19050">
            <a:solidFill>
              <a:srgbClr val="1A237E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4282614"/>
            <a:ext cx="1097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1">
                <a:solidFill>
                  <a:srgbClr val="757575"/>
                </a:solidFill>
                <a:latin typeface="Inter"/>
              </a:rPr>
              <a:t>partial match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364224" y="3765019"/>
            <a:ext cx="3401568" cy="73645"/>
          </a:xfrm>
          <a:prstGeom prst="line">
            <a:avLst/>
          </a:prstGeom>
          <a:ln w="19050">
            <a:solidFill>
              <a:srgbClr val="1A237E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516368" y="3673826"/>
            <a:ext cx="1097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1">
                <a:solidFill>
                  <a:srgbClr val="757575"/>
                </a:solidFill>
                <a:latin typeface="Inter"/>
              </a:rPr>
              <a:t>no match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8096" y="3008376"/>
            <a:ext cx="1975104" cy="1453895"/>
          </a:xfrm>
          <a:prstGeom prst="roundRect">
            <a:avLst/>
          </a:prstGeom>
          <a:solidFill>
            <a:srgbClr val="FF6F00"/>
          </a:solidFill>
          <a:ln w="15875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Fan uploads
food photo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21024" y="2523744"/>
            <a:ext cx="2743200" cy="2423160"/>
          </a:xfrm>
          <a:prstGeom prst="roundRect">
            <a:avLst/>
          </a:prstGeom>
          <a:solidFill>
            <a:srgbClr val="1A237E"/>
          </a:solidFill>
          <a:ln w="15875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Gemini 2.5 Flash
Vision API
thinking_budget=0
(fast + cheap)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51775" y="2039112"/>
            <a:ext cx="1975104" cy="1453895"/>
          </a:xfrm>
          <a:prstGeom prst="roundRect">
            <a:avLst/>
          </a:prstGeom>
          <a:solidFill>
            <a:srgbClr val="00897B"/>
          </a:solidFill>
          <a:ln w="15875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≥75%
confidence
→ auto-select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51775" y="4219956"/>
            <a:ext cx="1975104" cy="1453895"/>
          </a:xfrm>
          <a:prstGeom prst="roundRect">
            <a:avLst/>
          </a:prstGeom>
          <a:solidFill>
            <a:srgbClr val="F9A825"/>
          </a:solidFill>
          <a:ln w="15875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1">
                <a:solidFill>
                  <a:srgbClr val="212121"/>
                </a:solidFill>
                <a:latin typeface="Inter"/>
              </a:rPr>
              <a:t>≥40%
confidence
→ suggestions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765792" y="3250691"/>
            <a:ext cx="1645919" cy="1211580"/>
          </a:xfrm>
          <a:prstGeom prst="roundRect">
            <a:avLst/>
          </a:prstGeom>
          <a:solidFill>
            <a:srgbClr val="757575"/>
          </a:solidFill>
          <a:ln w="15875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Not food?
→ manual
selection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Inter"/>
              </a:rPr>
              <a:t>AI Content Moderation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0"/>
          </p:nvPr>
        </p:nvSpPr>
        <p:spPr/>
        <p:txBody>
          <a:bodyPr/>
          <a:lstStyle/>
          <a:p>
            <a:r>
              <a:rPr>
                <a:latin typeface="Inter"/>
              </a:rPr>
              <a:t>Every review checked for safety, abuse, and PII — without blocking the user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072384" y="3735324"/>
            <a:ext cx="1097280" cy="0"/>
          </a:xfrm>
          <a:prstGeom prst="line">
            <a:avLst/>
          </a:prstGeom>
          <a:ln w="19050">
            <a:solidFill>
              <a:srgbClr val="1A237E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072384" y="3607308"/>
            <a:ext cx="1097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1">
                <a:solidFill>
                  <a:srgbClr val="757575"/>
                </a:solidFill>
                <a:latin typeface="Inter"/>
              </a:rPr>
              <a:t>async background</a:t>
            </a:r>
          </a:p>
        </p:txBody>
      </p:sp>
      <p:cxnSp>
        <p:nvCxnSpPr>
          <p:cNvPr id="7" name="Connector 6"/>
          <p:cNvCxnSpPr/>
          <p:nvPr/>
        </p:nvCxnSpPr>
        <p:spPr>
          <a:xfrm flipV="1">
            <a:off x="7242048" y="3062224"/>
            <a:ext cx="1207008" cy="296164"/>
          </a:xfrm>
          <a:prstGeom prst="line">
            <a:avLst/>
          </a:prstGeom>
          <a:ln w="19050">
            <a:solidFill>
              <a:srgbClr val="1A237E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296912" y="3082290"/>
            <a:ext cx="1097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1">
                <a:solidFill>
                  <a:srgbClr val="757575"/>
                </a:solidFill>
                <a:latin typeface="Inter"/>
              </a:rPr>
              <a:t>safe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242048" y="4206494"/>
            <a:ext cx="1207008" cy="370205"/>
          </a:xfrm>
          <a:prstGeom prst="line">
            <a:avLst/>
          </a:prstGeom>
          <a:ln w="19050">
            <a:solidFill>
              <a:srgbClr val="1A237E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296912" y="4263580"/>
            <a:ext cx="1097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1">
                <a:solidFill>
                  <a:srgbClr val="757575"/>
                </a:solidFill>
                <a:latin typeface="Inter"/>
              </a:rPr>
              <a:t>unsafe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0" y="3008376"/>
            <a:ext cx="1975104" cy="1453895"/>
          </a:xfrm>
          <a:prstGeom prst="roundRect">
            <a:avLst/>
          </a:prstGeom>
          <a:solidFill>
            <a:srgbClr val="FF6F00"/>
          </a:solidFill>
          <a:ln w="15875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Review
submitted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69663" y="2523744"/>
            <a:ext cx="3072384" cy="2423160"/>
          </a:xfrm>
          <a:prstGeom prst="roundRect">
            <a:avLst/>
          </a:prstGeom>
          <a:solidFill>
            <a:srgbClr val="1A237E"/>
          </a:solidFill>
          <a:ln w="15875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Gemini 2.5 Flash
Safety check
Relevance check
PII detection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49056" y="2039112"/>
            <a:ext cx="2414016" cy="1453895"/>
          </a:xfrm>
          <a:prstGeom prst="roundRect">
            <a:avLst/>
          </a:prstGeom>
          <a:solidFill>
            <a:srgbClr val="00897B"/>
          </a:solidFill>
          <a:ln w="15875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Approved
→ Leaderboard
&amp; Feed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49056" y="4219956"/>
            <a:ext cx="2414016" cy="1453895"/>
          </a:xfrm>
          <a:prstGeom prst="roundRect">
            <a:avLst/>
          </a:prstGeom>
          <a:solidFill>
            <a:srgbClr val="D32F2F"/>
          </a:solidFill>
          <a:ln w="15875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Flagged
→ Hidden from
aggregates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Inter"/>
              </a:rPr>
              <a:t>Features That Matter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0"/>
          </p:nvPr>
        </p:nvSpPr>
        <p:spPr/>
        <p:txBody>
          <a:bodyPr/>
          <a:lstStyle/>
          <a:p/>
        </p:txBody>
      </p:sp>
      <p:sp>
        <p:nvSpPr>
          <p:cNvPr id="5" name="Rectangle 4"/>
          <p:cNvSpPr/>
          <p:nvPr/>
        </p:nvSpPr>
        <p:spPr>
          <a:xfrm>
            <a:off x="6016752" y="1554480"/>
            <a:ext cx="36576" cy="4846320"/>
          </a:xfrm>
          <a:prstGeom prst="rect">
            <a:avLst/>
          </a:prstGeom>
          <a:solidFill>
            <a:srgbClr val="D3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5257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A237E"/>
                </a:solidFill>
                <a:latin typeface="Inter"/>
              </a:rPr>
              <a:t>For Fans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27064" y="1554480"/>
            <a:ext cx="5257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A237E"/>
                </a:solidFill>
                <a:latin typeface="Inter"/>
              </a:rPr>
              <a:t>For Organizers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57400"/>
            <a:ext cx="525780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a:indent="-164592" a:marL="256032"/>
            <a:r>
              <a:rPr sz="1300">
                <a:solidFill>
                  <a:srgbClr val="212121"/>
                </a:solidFill>
                <a:latin typeface="Inter"/>
              </a:rPr>
              <a:t>•  </a:t>
            </a:r>
            <a:r>
              <a:rPr sz="1300" b="0" i="0">
                <a:solidFill>
                  <a:srgbClr val="212121"/>
                </a:solidFill>
                <a:latin typeface="Inter"/>
              </a:rPr>
              <a:t>Photo-first reviews — snap and AI identifies the food</a:t>
            </a:r>
          </a:p>
          <a:p>
            <a:pPr algn="l" a:indent="-164592" a:marL="256032"/>
            <a:r>
              <a:rPr sz="1300">
                <a:solidFill>
                  <a:srgbClr val="212121"/>
                </a:solidFill>
                <a:latin typeface="Inter"/>
              </a:rPr>
              <a:t>•  </a:t>
            </a:r>
            <a:r>
              <a:rPr sz="1300" b="0" i="0">
                <a:solidFill>
                  <a:srgbClr val="212121"/>
                </a:solidFill>
                <a:latin typeface="Inter"/>
              </a:rPr>
              <a:t>Live leaderboard — top picks update in real time via SSE</a:t>
            </a:r>
          </a:p>
          <a:p>
            <a:pPr algn="l" a:indent="-164592" a:marL="256032"/>
            <a:r>
              <a:rPr sz="1300">
                <a:solidFill>
                  <a:srgbClr val="212121"/>
                </a:solidFill>
                <a:latin typeface="Inter"/>
              </a:rPr>
              <a:t>•  </a:t>
            </a:r>
            <a:r>
              <a:rPr sz="1300" b="0" i="0">
                <a:solidFill>
                  <a:srgbClr val="212121"/>
                </a:solidFill>
                <a:latin typeface="Inter"/>
              </a:rPr>
              <a:t>Social feed — browse reviews with photos, filter by type</a:t>
            </a:r>
          </a:p>
          <a:p>
            <a:pPr algn="l" a:indent="-164592" a:marL="256032"/>
            <a:r>
              <a:rPr sz="1300">
                <a:solidFill>
                  <a:srgbClr val="212121"/>
                </a:solidFill>
                <a:latin typeface="Inter"/>
              </a:rPr>
              <a:t>•  </a:t>
            </a:r>
            <a:r>
              <a:rPr sz="1300" b="0" i="0">
                <a:solidFill>
                  <a:srgbClr val="212121"/>
                </a:solidFill>
                <a:latin typeface="Inter"/>
              </a:rPr>
              <a:t>PWA — install from browser, no app store needed</a:t>
            </a:r>
          </a:p>
          <a:p>
            <a:pPr algn="l" a:indent="-164592" a:marL="256032"/>
            <a:r>
              <a:rPr sz="1300">
                <a:solidFill>
                  <a:srgbClr val="212121"/>
                </a:solidFill>
                <a:latin typeface="Inter"/>
              </a:rPr>
              <a:t>•  </a:t>
            </a:r>
            <a:r>
              <a:rPr sz="1300" b="0" i="0">
                <a:solidFill>
                  <a:srgbClr val="212121"/>
                </a:solidFill>
                <a:latin typeface="Inter"/>
              </a:rPr>
              <a:t>OTP login — no passwords, 10-second onboarding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27064" y="2057400"/>
            <a:ext cx="525780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a:indent="-164592" a:marL="256032"/>
            <a:r>
              <a:rPr sz="1300">
                <a:solidFill>
                  <a:srgbClr val="212121"/>
                </a:solidFill>
                <a:latin typeface="Inter"/>
              </a:rPr>
              <a:t>•  </a:t>
            </a:r>
            <a:r>
              <a:rPr sz="1300" b="0" i="0">
                <a:solidFill>
                  <a:srgbClr val="212121"/>
                </a:solidFill>
                <a:latin typeface="Inter"/>
              </a:rPr>
              <a:t>Real-time quality signal across all stalls</a:t>
            </a:r>
          </a:p>
          <a:p>
            <a:pPr algn="l" a:indent="-164592" a:marL="256032"/>
            <a:r>
              <a:rPr sz="1300">
                <a:solidFill>
                  <a:srgbClr val="212121"/>
                </a:solidFill>
                <a:latin typeface="Inter"/>
              </a:rPr>
              <a:t>•  </a:t>
            </a:r>
            <a:r>
              <a:rPr sz="1300" b="0" i="0">
                <a:solidFill>
                  <a:srgbClr val="212121"/>
                </a:solidFill>
                <a:latin typeface="Inter"/>
              </a:rPr>
              <a:t>AI moderation — no manual review queue</a:t>
            </a:r>
          </a:p>
          <a:p>
            <a:pPr algn="l" a:indent="-164592" a:marL="256032"/>
            <a:r>
              <a:rPr sz="1300">
                <a:solidFill>
                  <a:srgbClr val="212121"/>
                </a:solidFill>
                <a:latin typeface="Inter"/>
              </a:rPr>
              <a:t>•  </a:t>
            </a:r>
            <a:r>
              <a:rPr sz="1300" b="0" i="0">
                <a:solidFill>
                  <a:srgbClr val="212121"/>
                </a:solidFill>
                <a:latin typeface="Inter"/>
              </a:rPr>
              <a:t>Admin dashboard — stats, charts, review management</a:t>
            </a:r>
          </a:p>
          <a:p>
            <a:pPr algn="l" a:indent="-164592" a:marL="256032"/>
            <a:r>
              <a:rPr sz="1300">
                <a:solidFill>
                  <a:srgbClr val="212121"/>
                </a:solidFill>
                <a:latin typeface="Inter"/>
              </a:rPr>
              <a:t>•  </a:t>
            </a:r>
            <a:r>
              <a:rPr sz="1300" b="0" i="0">
                <a:solidFill>
                  <a:srgbClr val="212121"/>
                </a:solidFill>
                <a:latin typeface="Inter"/>
              </a:rPr>
              <a:t>Food catalog CRUD — manage stalls and items live</a:t>
            </a:r>
          </a:p>
          <a:p>
            <a:pPr algn="l" a:indent="-164592" a:marL="256032"/>
            <a:r>
              <a:rPr sz="1300">
                <a:solidFill>
                  <a:srgbClr val="212121"/>
                </a:solidFill>
                <a:latin typeface="Inter"/>
              </a:rPr>
              <a:t>•  </a:t>
            </a:r>
            <a:r>
              <a:rPr sz="1300" b="0" i="0">
                <a:solidFill>
                  <a:srgbClr val="212121"/>
                </a:solidFill>
                <a:latin typeface="Inter"/>
              </a:rPr>
              <a:t>Single-URL deploy — one container, zero DevOps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Inter"/>
              </a:rPr>
              <a:t>Beyond Ratings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0"/>
          </p:nvPr>
        </p:nvSpPr>
        <p:spPr/>
        <p:txBody>
          <a:bodyPr/>
          <a:lstStyle/>
          <a:p/>
        </p:txBody>
      </p:sp>
      <p:sp>
        <p:nvSpPr>
          <p:cNvPr id="5" name="Rectangle 4"/>
          <p:cNvSpPr/>
          <p:nvPr/>
        </p:nvSpPr>
        <p:spPr>
          <a:xfrm>
            <a:off x="6016752" y="1554480"/>
            <a:ext cx="36576" cy="4846320"/>
          </a:xfrm>
          <a:prstGeom prst="rect">
            <a:avLst/>
          </a:prstGeom>
          <a:solidFill>
            <a:srgbClr val="D3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5257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A237E"/>
                </a:solidFill>
                <a:latin typeface="Inter"/>
              </a:rPr>
              <a:t>Social Feed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27064" y="1554480"/>
            <a:ext cx="5257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A237E"/>
                </a:solidFill>
                <a:latin typeface="Inter"/>
              </a:rPr>
              <a:t>Admin Dashboard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57400"/>
            <a:ext cx="525780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a:indent="-164592" a:marL="256032"/>
            <a:r>
              <a:rPr sz="1300">
                <a:solidFill>
                  <a:srgbClr val="212121"/>
                </a:solidFill>
                <a:latin typeface="Inter"/>
              </a:rPr>
              <a:t>•  </a:t>
            </a:r>
            <a:r>
              <a:rPr sz="1300" b="0" i="0">
                <a:solidFill>
                  <a:srgbClr val="212121"/>
                </a:solidFill>
                <a:latin typeface="Inter"/>
              </a:rPr>
              <a:t>Photo-first sorting — images surface first</a:t>
            </a:r>
          </a:p>
          <a:p>
            <a:pPr algn="l" a:indent="-164592" a:marL="256032"/>
            <a:r>
              <a:rPr sz="1300">
                <a:solidFill>
                  <a:srgbClr val="212121"/>
                </a:solidFill>
                <a:latin typeface="Inter"/>
              </a:rPr>
              <a:t>•  </a:t>
            </a:r>
            <a:r>
              <a:rPr sz="1300" b="0" i="0">
                <a:solidFill>
                  <a:srgbClr val="212121"/>
                </a:solidFill>
                <a:latin typeface="Inter"/>
              </a:rPr>
              <a:t>Three filter tabs: All, Photos, Text-only</a:t>
            </a:r>
          </a:p>
          <a:p>
            <a:pPr algn="l" a:indent="-164592" a:marL="256032"/>
            <a:r>
              <a:rPr sz="1300">
                <a:solidFill>
                  <a:srgbClr val="212121"/>
                </a:solidFill>
                <a:latin typeface="Inter"/>
              </a:rPr>
              <a:t>•  </a:t>
            </a:r>
            <a:r>
              <a:rPr sz="1300" b="0" i="0">
                <a:solidFill>
                  <a:srgbClr val="212121"/>
                </a:solidFill>
                <a:latin typeface="Inter"/>
              </a:rPr>
              <a:t>Lazy-loaded with fade-in animations</a:t>
            </a:r>
          </a:p>
          <a:p>
            <a:pPr algn="l" a:indent="-164592" a:marL="256032"/>
            <a:r>
              <a:rPr sz="1300">
                <a:solidFill>
                  <a:srgbClr val="212121"/>
                </a:solidFill>
                <a:latin typeface="Inter"/>
              </a:rPr>
              <a:t>•  </a:t>
            </a:r>
            <a:r>
              <a:rPr sz="1300" b="0" i="0">
                <a:solidFill>
                  <a:srgbClr val="212121"/>
                </a:solidFill>
                <a:latin typeface="Inter"/>
              </a:rPr>
              <a:t>Auto-refresh every 30 seconds</a:t>
            </a:r>
          </a:p>
          <a:p>
            <a:pPr algn="l" a:indent="-164592" a:marL="256032"/>
            <a:r>
              <a:rPr sz="1300">
                <a:solidFill>
                  <a:srgbClr val="212121"/>
                </a:solidFill>
                <a:latin typeface="Inter"/>
              </a:rPr>
              <a:t>•  </a:t>
            </a:r>
            <a:r>
              <a:rPr sz="1300" b="0" i="0">
                <a:solidFill>
                  <a:srgbClr val="212121"/>
                </a:solidFill>
                <a:latin typeface="Inter"/>
              </a:rPr>
              <a:t>Privacy-safe — user IDs masked (1234</a:t>
            </a:r>
            <a:r>
              <a:rPr sz="1300" b="0" i="1">
                <a:solidFill>
                  <a:srgbClr val="212121"/>
                </a:solidFill>
                <a:latin typeface="Inter"/>
              </a:rPr>
              <a:t>*</a:t>
            </a:r>
            <a:r>
              <a:rPr sz="1300" b="0" i="0">
                <a:solidFill>
                  <a:srgbClr val="212121"/>
                </a:solidFill>
                <a:latin typeface="Inter"/>
              </a:rPr>
              <a:t>*)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27064" y="2057400"/>
            <a:ext cx="525780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a:indent="-164592" a:marL="256032"/>
            <a:r>
              <a:rPr sz="1300">
                <a:solidFill>
                  <a:srgbClr val="212121"/>
                </a:solidFill>
                <a:latin typeface="Inter"/>
              </a:rPr>
              <a:t>•  </a:t>
            </a:r>
            <a:r>
              <a:rPr sz="1300" b="0" i="0">
                <a:solidFill>
                  <a:srgbClr val="212121"/>
                </a:solidFill>
                <a:latin typeface="Inter"/>
              </a:rPr>
              <a:t>Stats panel: reviews, avg rating, users, foods</a:t>
            </a:r>
          </a:p>
          <a:p>
            <a:pPr algn="l" a:indent="-164592" a:marL="256032"/>
            <a:r>
              <a:rPr sz="1300">
                <a:solidFill>
                  <a:srgbClr val="212121"/>
                </a:solidFill>
                <a:latin typeface="Inter"/>
              </a:rPr>
              <a:t>•  </a:t>
            </a:r>
            <a:r>
              <a:rPr sz="1300" b="0" i="0">
                <a:solidFill>
                  <a:srgbClr val="212121"/>
                </a:solidFill>
                <a:latin typeface="Inter"/>
              </a:rPr>
              <a:t>Moderation breakdown: pending/approved/flagged</a:t>
            </a:r>
          </a:p>
          <a:p>
            <a:pPr algn="l" a:indent="-164592" a:marL="256032"/>
            <a:r>
              <a:rPr sz="1300">
                <a:solidFill>
                  <a:srgbClr val="212121"/>
                </a:solidFill>
                <a:latin typeface="Inter"/>
              </a:rPr>
              <a:t>•  </a:t>
            </a:r>
            <a:r>
              <a:rPr sz="1300" b="0" i="0">
                <a:solidFill>
                  <a:srgbClr val="212121"/>
                </a:solidFill>
                <a:latin typeface="Inter"/>
              </a:rPr>
              <a:t>24-hour reviews-per-hour bar chart</a:t>
            </a:r>
          </a:p>
          <a:p>
            <a:pPr algn="l" a:indent="-164592" a:marL="256032"/>
            <a:r>
              <a:rPr sz="1300">
                <a:solidFill>
                  <a:srgbClr val="212121"/>
                </a:solidFill>
                <a:latin typeface="Inter"/>
              </a:rPr>
              <a:t>•  </a:t>
            </a:r>
            <a:r>
              <a:rPr sz="1300" b="0" i="0">
                <a:solidFill>
                  <a:srgbClr val="212121"/>
                </a:solidFill>
                <a:latin typeface="Inter"/>
              </a:rPr>
              <a:t>Review management: hide or hard-delete with aggregate rollback</a:t>
            </a:r>
          </a:p>
          <a:p>
            <a:pPr algn="l" a:indent="-164592" a:marL="256032"/>
            <a:r>
              <a:rPr sz="1300">
                <a:solidFill>
                  <a:srgbClr val="212121"/>
                </a:solidFill>
                <a:latin typeface="Inter"/>
              </a:rPr>
              <a:t>•  </a:t>
            </a:r>
            <a:r>
              <a:rPr sz="1300" b="0" i="0">
                <a:solidFill>
                  <a:srgbClr val="212121"/>
                </a:solidFill>
                <a:latin typeface="Inter"/>
              </a:rPr>
              <a:t>Inline food catalog editing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Inter"/>
              </a:rPr>
              <a:t>Built to Ship Fast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0"/>
          </p:nvPr>
        </p:nvSpPr>
        <p:spPr/>
        <p:txBody>
          <a:bodyPr/>
          <a:lstStyle/>
          <a:p>
            <a:r>
              <a:rPr>
                <a:latin typeface="Inter"/>
              </a:rPr>
              <a:t>Modern stack, single Dockerfile, zero DevOps overhead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554480"/>
          <a:ext cx="10972800" cy="2176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362712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AFAFA"/>
                          </a:solidFill>
                          <a:latin typeface="Inter"/>
                        </a:rPr>
                        <a:t>Layer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AFAFA"/>
                          </a:solidFill>
                          <a:latin typeface="Inter"/>
                        </a:rPr>
                        <a:t>Technology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AFAFA"/>
                          </a:solidFill>
                          <a:latin typeface="Inter"/>
                        </a:rPr>
                        <a:t>Why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362712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12121"/>
                          </a:solidFill>
                          <a:latin typeface="Inter"/>
                        </a:rPr>
                        <a:t>Frontend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12121"/>
                          </a:solidFill>
                          <a:latin typeface="Inter"/>
                        </a:rPr>
                        <a:t>React 19 + Vite + TanStack + Tailwind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12121"/>
                          </a:solidFill>
                          <a:latin typeface="Inter"/>
                        </a:rPr>
                        <a:t>PWA-ready, type-safe, instant HMR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362712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12121"/>
                          </a:solidFill>
                          <a:latin typeface="Inter"/>
                        </a:rPr>
                        <a:t>Backend</a:t>
                      </a:r>
                    </a:p>
                  </a:txBody>
                  <a:tcPr>
                    <a:solidFill>
                      <a:srgbClr val="D32F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12121"/>
                          </a:solidFill>
                          <a:latin typeface="Inter"/>
                        </a:rPr>
                        <a:t>FastAPI + Firestore + PyJWT</a:t>
                      </a:r>
                    </a:p>
                  </a:txBody>
                  <a:tcPr>
                    <a:solidFill>
                      <a:srgbClr val="D32F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12121"/>
                          </a:solidFill>
                          <a:latin typeface="Inter"/>
                        </a:rPr>
                        <a:t>Async, Pydantic validation, SSE-native</a:t>
                      </a:r>
                    </a:p>
                  </a:txBody>
                  <a:tcPr>
                    <a:solidFill>
                      <a:srgbClr val="D32F2F"/>
                    </a:solidFill>
                  </a:tcPr>
                </a:tc>
              </a:tr>
              <a:tr h="362712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12121"/>
                          </a:solidFill>
                          <a:latin typeface="Inter"/>
                        </a:rPr>
                        <a:t>AI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12121"/>
                          </a:solidFill>
                          <a:latin typeface="Inter"/>
                        </a:rPr>
                        <a:t>Gemini 2.5 Flash (google-genai)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12121"/>
                          </a:solidFill>
                          <a:latin typeface="Inter"/>
                        </a:rPr>
                        <a:t>Vision + text, ~$0.001/call, thinking_budget=0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362712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12121"/>
                          </a:solidFill>
                          <a:latin typeface="Inter"/>
                        </a:rPr>
                        <a:t>Real-time</a:t>
                      </a:r>
                    </a:p>
                  </a:txBody>
                  <a:tcPr>
                    <a:solidFill>
                      <a:srgbClr val="D32F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12121"/>
                          </a:solidFill>
                          <a:latin typeface="Inter"/>
                        </a:rPr>
                        <a:t>Server-Sent Events (SSE)</a:t>
                      </a:r>
                    </a:p>
                  </a:txBody>
                  <a:tcPr>
                    <a:solidFill>
                      <a:srgbClr val="D32F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12121"/>
                          </a:solidFill>
                          <a:latin typeface="Inter"/>
                        </a:rPr>
                        <a:t>One-way push, auto-reconnect, no WS overhead</a:t>
                      </a:r>
                    </a:p>
                  </a:txBody>
                  <a:tcPr>
                    <a:solidFill>
                      <a:srgbClr val="D32F2F"/>
                    </a:solidFill>
                  </a:tcPr>
                </a:tc>
              </a:tr>
              <a:tr h="362712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12121"/>
                          </a:solidFill>
                          <a:latin typeface="Inter"/>
                        </a:rPr>
                        <a:t>Deploy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12121"/>
                          </a:solidFill>
                          <a:latin typeface="Inter"/>
                        </a:rPr>
                        <a:t>Cloud Run (single container)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12121"/>
                          </a:solidFill>
                          <a:latin typeface="Inter"/>
                        </a:rPr>
                        <a:t>API + SPA in one, auto-scale, $0 at idle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Inter"/>
              </a:rPr>
              <a:t>Engineering Decisions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0"/>
          </p:nvPr>
        </p:nvSpPr>
        <p:spPr/>
        <p:txBody>
          <a:bodyPr/>
          <a:lstStyle/>
          <a:p>
            <a:r>
              <a:rPr>
                <a:latin typeface="Inter"/>
              </a:rPr>
              <a:t>Built for stadium conditions — unreliable WiFi, thousands of concurrent users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a:indent="-164592" a:marL="256032"/>
            <a:r>
              <a:rPr sz="1400">
                <a:solidFill>
                  <a:srgbClr val="212121"/>
                </a:solidFill>
                <a:latin typeface="Inter"/>
              </a:rPr>
              <a:t>•  </a:t>
            </a:r>
            <a:r>
              <a:rPr sz="1400" b="1" i="0">
                <a:solidFill>
                  <a:srgbClr val="212121"/>
                </a:solidFill>
                <a:latin typeface="Inter"/>
              </a:rPr>
              <a:t>Firestore transactions</a:t>
            </a:r>
            <a:r>
              <a:rPr sz="1400" b="0" i="0">
                <a:solidFill>
                  <a:srgbClr val="212121"/>
                </a:solidFill>
                <a:latin typeface="Inter"/>
              </a:rPr>
              <a:t> — review + aggregates + user count in one atomic op</a:t>
            </a:r>
          </a:p>
          <a:p>
            <a:pPr algn="l" a:indent="-164592" a:marL="256032"/>
            <a:r>
              <a:rPr sz="1400">
                <a:solidFill>
                  <a:srgbClr val="212121"/>
                </a:solidFill>
                <a:latin typeface="Inter"/>
              </a:rPr>
              <a:t>•  </a:t>
            </a:r>
            <a:r>
              <a:rPr sz="1400" b="1" i="0">
                <a:solidFill>
                  <a:srgbClr val="212121"/>
                </a:solidFill>
                <a:latin typeface="Inter"/>
              </a:rPr>
              <a:t>Client-side image resize</a:t>
            </a:r>
            <a:r>
              <a:rPr sz="1400" b="0" i="0">
                <a:solidFill>
                  <a:srgbClr val="212121"/>
                </a:solidFill>
                <a:latin typeface="Inter"/>
              </a:rPr>
              <a:t> — 800px max, 0.7 JPEG quality before upload (stadium WiFi)</a:t>
            </a:r>
          </a:p>
          <a:p>
            <a:pPr algn="l" a:indent="-164592" a:marL="256032"/>
            <a:r>
              <a:rPr sz="1400">
                <a:solidFill>
                  <a:srgbClr val="212121"/>
                </a:solidFill>
                <a:latin typeface="Inter"/>
              </a:rPr>
              <a:t>•  </a:t>
            </a:r>
            <a:r>
              <a:rPr sz="1400" b="1" i="0">
                <a:solidFill>
                  <a:srgbClr val="212121"/>
                </a:solidFill>
                <a:latin typeface="Inter"/>
              </a:rPr>
              <a:t>Fail-open AI</a:t>
            </a:r>
            <a:r>
              <a:rPr sz="1400" b="0" i="0">
                <a:solidFill>
                  <a:srgbClr val="212121"/>
                </a:solidFill>
                <a:latin typeface="Inter"/>
              </a:rPr>
              <a:t> — if Gemini is down, reviews auto-approve. Reliability &gt; strictness</a:t>
            </a:r>
          </a:p>
          <a:p>
            <a:pPr algn="l" a:indent="-164592" a:marL="256032"/>
            <a:r>
              <a:rPr sz="1400">
                <a:solidFill>
                  <a:srgbClr val="212121"/>
                </a:solidFill>
                <a:latin typeface="Inter"/>
              </a:rPr>
              <a:t>•  </a:t>
            </a:r>
            <a:r>
              <a:rPr sz="1400" b="1" i="0">
                <a:solidFill>
                  <a:srgbClr val="212121"/>
                </a:solidFill>
                <a:latin typeface="Inter"/>
              </a:rPr>
              <a:t>SSE with hash diffing</a:t>
            </a:r>
            <a:r>
              <a:rPr sz="1400" b="0" i="0">
                <a:solidFill>
                  <a:srgbClr val="212121"/>
                </a:solidFill>
                <a:latin typeface="Inter"/>
              </a:rPr>
              <a:t> — only pushes when data actually changes, not on every poll</a:t>
            </a:r>
          </a:p>
          <a:p>
            <a:pPr algn="l" a:indent="-164592" a:marL="256032"/>
            <a:r>
              <a:rPr sz="1400">
                <a:solidFill>
                  <a:srgbClr val="212121"/>
                </a:solidFill>
                <a:latin typeface="Inter"/>
              </a:rPr>
              <a:t>•  </a:t>
            </a:r>
            <a:r>
              <a:rPr sz="1400" b="1" i="0">
                <a:solidFill>
                  <a:srgbClr val="212121"/>
                </a:solidFill>
                <a:latin typeface="Inter"/>
              </a:rPr>
              <a:t>Transactional aggregate rollback</a:t>
            </a:r>
            <a:r>
              <a:rPr sz="1400" b="0" i="0">
                <a:solidFill>
                  <a:srgbClr val="212121"/>
                </a:solidFill>
                <a:latin typeface="Inter"/>
              </a:rPr>
              <a:t> — admin deletes correctly decrement all counters</a:t>
            </a:r>
          </a:p>
          <a:p>
            <a:pPr algn="l" a:indent="-164592" a:marL="256032"/>
            <a:r>
              <a:rPr sz="1400">
                <a:solidFill>
                  <a:srgbClr val="212121"/>
                </a:solidFill>
                <a:latin typeface="Inter"/>
              </a:rPr>
              <a:t>•  </a:t>
            </a:r>
            <a:r>
              <a:rPr sz="1400" b="1" i="0">
                <a:solidFill>
                  <a:srgbClr val="212121"/>
                </a:solidFill>
                <a:latin typeface="Inter"/>
              </a:rPr>
              <a:t>SPA fallback serving</a:t>
            </a:r>
            <a:r>
              <a:rPr sz="1400" b="0" i="0">
                <a:solidFill>
                  <a:srgbClr val="212121"/>
                </a:solidFill>
                <a:latin typeface="Inter"/>
              </a:rPr>
              <a:t> — FastAPI serves static files + catch-all for client routing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Inter"/>
              </a:rPr>
              <a:t>Why This Matters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0"/>
          </p:nvPr>
        </p:nvSpPr>
        <p:spPr/>
        <p:txBody>
          <a:bodyPr/>
          <a:lstStyle/>
          <a:p>
            <a:r>
              <a:rPr>
                <a:latin typeface="Inter"/>
              </a:rPr>
              <a:t>Real engagement, real signal, real-time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a:indent="-164592" a:marL="256032"/>
            <a:r>
              <a:rPr sz="1400">
                <a:solidFill>
                  <a:srgbClr val="212121"/>
                </a:solidFill>
                <a:latin typeface="Inter"/>
              </a:rPr>
              <a:t>•  </a:t>
            </a:r>
            <a:r>
              <a:rPr sz="1400" b="0" i="0">
                <a:solidFill>
                  <a:srgbClr val="212121"/>
                </a:solidFill>
                <a:latin typeface="Inter"/>
              </a:rPr>
              <a:t>Turns passive spectators into active participants</a:t>
            </a:r>
          </a:p>
          <a:p>
            <a:pPr algn="l" a:indent="-164592" a:marL="256032"/>
            <a:r>
              <a:rPr sz="1400">
                <a:solidFill>
                  <a:srgbClr val="212121"/>
                </a:solidFill>
                <a:latin typeface="Inter"/>
              </a:rPr>
              <a:t>•  </a:t>
            </a:r>
            <a:r>
              <a:rPr sz="1400" b="0" i="0">
                <a:solidFill>
                  <a:srgbClr val="212121"/>
                </a:solidFill>
                <a:latin typeface="Inter"/>
              </a:rPr>
              <a:t>Social feedback loop — reviews drive curiosity, curiosity drives reviews</a:t>
            </a:r>
          </a:p>
          <a:p>
            <a:pPr algn="l" a:indent="-164592" a:marL="256032"/>
            <a:r>
              <a:rPr sz="1400">
                <a:solidFill>
                  <a:srgbClr val="212121"/>
                </a:solidFill>
                <a:latin typeface="Inter"/>
              </a:rPr>
              <a:t>•  </a:t>
            </a:r>
            <a:r>
              <a:rPr sz="1400" b="0" i="0">
                <a:solidFill>
                  <a:srgbClr val="212121"/>
                </a:solidFill>
                <a:latin typeface="Inter"/>
              </a:rPr>
              <a:t>Stall owners can adapt mid-event based on live ratings</a:t>
            </a:r>
          </a:p>
          <a:p>
            <a:pPr algn="l" a:indent="-164592" a:marL="256032"/>
            <a:r>
              <a:rPr sz="1400">
                <a:solidFill>
                  <a:srgbClr val="212121"/>
                </a:solidFill>
                <a:latin typeface="Inter"/>
              </a:rPr>
              <a:t>•  </a:t>
            </a:r>
            <a:r>
              <a:rPr sz="1400" b="0" i="0">
                <a:solidFill>
                  <a:srgbClr val="212121"/>
                </a:solidFill>
                <a:latin typeface="Inter"/>
              </a:rPr>
              <a:t>Organizers get data to negotiate better vendors next time</a:t>
            </a:r>
          </a:p>
          <a:p>
            <a:pPr algn="l" a:indent="-164592" a:marL="256032"/>
            <a:r>
              <a:rPr sz="1400">
                <a:solidFill>
                  <a:srgbClr val="212121"/>
                </a:solidFill>
                <a:latin typeface="Inter"/>
              </a:rPr>
              <a:t>•  </a:t>
            </a:r>
            <a:r>
              <a:rPr sz="1400" b="0" i="0">
                <a:solidFill>
                  <a:srgbClr val="212121"/>
                </a:solidFill>
                <a:latin typeface="Inter"/>
              </a:rPr>
              <a:t>Works at any live event — concerts, expos, conferences, not just cricket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Inter"/>
              </a:rPr>
              <a:t>Live Demo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0"/>
          </p:nvPr>
        </p:nvSpPr>
        <p:spPr/>
        <p:txBody>
          <a:bodyPr/>
          <a:lstStyle/>
          <a:p>
            <a:r>
              <a:rPr>
                <a:latin typeface="Inter"/>
              </a:rPr>
              <a:t>Open your phone. Scan the QR. Rate something.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414016" y="3856482"/>
            <a:ext cx="548640" cy="0"/>
          </a:xfrm>
          <a:prstGeom prst="line">
            <a:avLst/>
          </a:prstGeom>
          <a:ln w="19050">
            <a:solidFill>
              <a:srgbClr val="1A237E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4828031" y="3856482"/>
            <a:ext cx="548641" cy="0"/>
          </a:xfrm>
          <a:prstGeom prst="line">
            <a:avLst/>
          </a:prstGeom>
          <a:ln w="19050">
            <a:solidFill>
              <a:srgbClr val="1A237E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7242048" y="3856481"/>
            <a:ext cx="987551" cy="1"/>
          </a:xfrm>
          <a:prstGeom prst="line">
            <a:avLst/>
          </a:prstGeom>
          <a:ln w="19050">
            <a:solidFill>
              <a:srgbClr val="1A237E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48640" y="3008376"/>
            <a:ext cx="1865376" cy="1696211"/>
          </a:xfrm>
          <a:prstGeom prst="roundRect">
            <a:avLst/>
          </a:prstGeom>
          <a:solidFill>
            <a:srgbClr val="1A237E"/>
          </a:solidFill>
          <a:ln w="15875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Scan QR
&amp; Install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62656" y="3008376"/>
            <a:ext cx="1865376" cy="1696211"/>
          </a:xfrm>
          <a:prstGeom prst="roundRect">
            <a:avLst/>
          </a:prstGeom>
          <a:solidFill>
            <a:srgbClr val="00897B"/>
          </a:solidFill>
          <a:ln w="15875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Login
+91 + OTP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76672" y="3008376"/>
            <a:ext cx="1865376" cy="1696211"/>
          </a:xfrm>
          <a:prstGeom prst="roundRect">
            <a:avLst/>
          </a:prstGeom>
          <a:solidFill>
            <a:srgbClr val="F9A825"/>
          </a:solidFill>
          <a:ln w="15875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1">
                <a:solidFill>
                  <a:srgbClr val="212121"/>
                </a:solidFill>
                <a:latin typeface="Inter"/>
              </a:rPr>
              <a:t>Snap food
AI classifies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599" y="2523744"/>
            <a:ext cx="3072384" cy="2665476"/>
          </a:xfrm>
          <a:prstGeom prst="roundRect">
            <a:avLst/>
          </a:prstGeom>
          <a:solidFill>
            <a:srgbClr val="D32F2F"/>
          </a:solidFill>
          <a:ln w="15875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FFFFFF"/>
                </a:solidFill>
                <a:latin typeface="Inter"/>
              </a:rPr>
              <a:t>Watch the
leaderboard
update LIVE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b="1">
                <a:latin typeface="Inter"/>
              </a:rPr>
              <a:t>StadiumBite — Rate. Rave. Repeat.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4.oZbb0sXNdu8BCibsgsUw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heme/theme1.xml><?xml version="1.0" encoding="utf-8"?>
<a:theme xmlns:a="http://schemas.openxmlformats.org/drawingml/2006/main" name="2_Office Theme">
  <a:themeElements>
    <a:clrScheme name="Custom 3">
      <a:dk1>
        <a:srgbClr val="000000"/>
      </a:dk1>
      <a:lt1>
        <a:srgbClr val="FEFFFF"/>
      </a:lt1>
      <a:dk2>
        <a:srgbClr val="0027E4"/>
      </a:dk2>
      <a:lt2>
        <a:srgbClr val="6F309F"/>
      </a:lt2>
      <a:accent1>
        <a:srgbClr val="4472C4"/>
      </a:accent1>
      <a:accent2>
        <a:srgbClr val="FF7000"/>
      </a:accent2>
      <a:accent3>
        <a:srgbClr val="8E8E8E"/>
      </a:accent3>
      <a:accent4>
        <a:srgbClr val="FFC000"/>
      </a:accent4>
      <a:accent5>
        <a:srgbClr val="5B9BD5"/>
      </a:accent5>
      <a:accent6>
        <a:srgbClr val="70AD47"/>
      </a:accent6>
      <a:hlink>
        <a:srgbClr val="0027E4"/>
      </a:hlink>
      <a:folHlink>
        <a:srgbClr val="6F309F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HitachiDS">
  <a:themeElements>
    <a:clrScheme name="HV2022">
      <a:dk1>
        <a:srgbClr val="414141"/>
      </a:dk1>
      <a:lt1>
        <a:srgbClr val="FFFFFF"/>
      </a:lt1>
      <a:dk2>
        <a:srgbClr val="000000"/>
      </a:dk2>
      <a:lt2>
        <a:srgbClr val="B4B4BC"/>
      </a:lt2>
      <a:accent1>
        <a:srgbClr val="00477B"/>
      </a:accent1>
      <a:accent2>
        <a:srgbClr val="CC0000"/>
      </a:accent2>
      <a:accent3>
        <a:srgbClr val="001933"/>
      </a:accent3>
      <a:accent4>
        <a:srgbClr val="3CACB1"/>
      </a:accent4>
      <a:accent5>
        <a:srgbClr val="4B58A2"/>
      </a:accent5>
      <a:accent6>
        <a:srgbClr val="FEC22B"/>
      </a:accent6>
      <a:hlink>
        <a:srgbClr val="CC0000"/>
      </a:hlink>
      <a:folHlink>
        <a:srgbClr val="525252"/>
      </a:folHlink>
    </a:clrScheme>
    <a:fontScheme name="HDS 201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/>
      <a:lstStyle>
        <a:defPPr algn="ctr">
          <a:defRPr dirty="0" smtClean="0">
            <a:latin typeface="+mj-lt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bg1">
              <a:lumMod val="65000"/>
            </a:schemeClr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lnSpc>
            <a:spcPct val="90000"/>
          </a:lnSpc>
          <a:spcBef>
            <a:spcPts val="600"/>
          </a:spcBef>
          <a:defRPr sz="1600" dirty="0" smtClean="0">
            <a:solidFill>
              <a:schemeClr val="accent3"/>
            </a:solidFill>
            <a:latin typeface="Neue Haas Grotesk Text Pro" panose="020B0504020202020204" pitchFamily="34" charset="7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3C84206B-A8B8-0A42-BB40-EC158466111E}" vid="{A600524D-9B4E-7E44-8AA4-1E381BD40F90}"/>
    </a:ext>
  </a:extLst>
</a:theme>
</file>

<file path=ppt/theme/theme3.xml><?xml version="1.0" encoding="utf-8"?>
<a:theme xmlns:a="http://schemas.openxmlformats.org/drawingml/2006/main" name="3_Office Theme">
  <a:themeElements>
    <a:clrScheme name="Custom 3">
      <a:dk1>
        <a:srgbClr val="000000"/>
      </a:dk1>
      <a:lt1>
        <a:srgbClr val="FEFFFF"/>
      </a:lt1>
      <a:dk2>
        <a:srgbClr val="0027E4"/>
      </a:dk2>
      <a:lt2>
        <a:srgbClr val="6F309F"/>
      </a:lt2>
      <a:accent1>
        <a:srgbClr val="4472C4"/>
      </a:accent1>
      <a:accent2>
        <a:srgbClr val="FF7000"/>
      </a:accent2>
      <a:accent3>
        <a:srgbClr val="8E8E8E"/>
      </a:accent3>
      <a:accent4>
        <a:srgbClr val="FFC000"/>
      </a:accent4>
      <a:accent5>
        <a:srgbClr val="5B9BD5"/>
      </a:accent5>
      <a:accent6>
        <a:srgbClr val="70AD47"/>
      </a:accent6>
      <a:hlink>
        <a:srgbClr val="0027E4"/>
      </a:hlink>
      <a:folHlink>
        <a:srgbClr val="6F309F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>
            <a:lumMod val="85000"/>
            <a:lumOff val="15000"/>
          </a:schemeClr>
        </a:solidFill>
        <a:ln>
          <a:noFill/>
        </a:ln>
      </a:spPr>
      <a:bodyPr wrap="square" rtlCol="0" anchor="ctr">
        <a:noAutofit/>
      </a:bodyPr>
      <a:lstStyle>
        <a:defPPr algn="ctr">
          <a:defRPr dirty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5BB73D9DDA13E4283199FCCF5B056AB" ma:contentTypeVersion="3" ma:contentTypeDescription="Create a new document." ma:contentTypeScope="" ma:versionID="fce6a3ad943957eec0e31e269e5a9a45">
  <xsd:schema xmlns:xsd="http://www.w3.org/2001/XMLSchema" xmlns:xs="http://www.w3.org/2001/XMLSchema" xmlns:p="http://schemas.microsoft.com/office/2006/metadata/properties" xmlns:ns2="235c4571-58f2-4c60-a047-52d3f9ea63e4" targetNamespace="http://schemas.microsoft.com/office/2006/metadata/properties" ma:root="true" ma:fieldsID="6f259b6a95daa2815944ae697129ead5" ns2:_="">
    <xsd:import namespace="235c4571-58f2-4c60-a047-52d3f9ea63e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5c4571-58f2-4c60-a047-52d3f9ea63e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B766B9A-DF9B-4CC0-A499-2ABBD1407EF4}">
  <ds:schemaRefs>
    <ds:schemaRef ds:uri="http://purl.org/dc/elements/1.1/"/>
    <ds:schemaRef ds:uri="http://schemas.microsoft.com/office/infopath/2007/PartnerControls"/>
    <ds:schemaRef ds:uri="http://purl.org/dc/dcmitype/"/>
    <ds:schemaRef ds:uri="235c4571-58f2-4c60-a047-52d3f9ea63e4"/>
    <ds:schemaRef ds:uri="http://schemas.microsoft.com/office/2006/documentManagement/types"/>
    <ds:schemaRef ds:uri="http://purl.org/dc/terms/"/>
    <ds:schemaRef ds:uri="http://www.w3.org/XML/1998/namespace"/>
    <ds:schemaRef ds:uri="http://schemas.openxmlformats.org/package/2006/metadata/core-properties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B8D58704-C48D-4D67-BA76-C840D6E06B0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466649A-29A8-4175-B9CC-46018650D61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35c4571-58f2-4c60-a047-52d3f9ea63e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3431</TotalTime>
  <Words>2259</Words>
  <Application>Microsoft Office PowerPoint</Application>
  <PresentationFormat>Widescreen</PresentationFormat>
  <Paragraphs>196</Paragraphs>
  <Slides>10</Slides>
  <Notes>9</Notes>
  <HiddenSlides>0</HiddenSlides>
  <MMClips>0</MMClips>
  <ScaleCrop>false</ScaleCrop>
  <HeadingPairs>
    <vt:vector size="4" baseType="variant">
      <vt:variant>
        <vt:lpstr>Theme</vt:lpstr>
      </vt:variant>
      <vt:variant>
        <vt:i4>3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2_Office Theme</vt:lpstr>
      <vt:lpstr>HitachiDS</vt:lpstr>
      <vt:lpstr>3_Office Theme</vt:lpstr>
      <vt:lpstr>AI Coworker Strategy</vt:lpstr>
      <vt:lpstr>The Augmented Delivery Model: Scaling Intelligence</vt:lpstr>
      <vt:lpstr>E2E Delivery Roster</vt:lpstr>
      <vt:lpstr>E2E Delivery Roster</vt:lpstr>
      <vt:lpstr>E2E Delivery Roster</vt:lpstr>
      <vt:lpstr>E2E Delivery Roster</vt:lpstr>
      <vt:lpstr>Implementation Plan </vt:lpstr>
      <vt:lpstr>Rollout Plan </vt:lpstr>
      <vt:lpstr>The Multi-Agent State Graph Architecture</vt:lpstr>
      <vt:lpstr>Questions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ASUS</dc:creator>
  <cp:lastModifiedBy>Kishore Jasti</cp:lastModifiedBy>
  <cp:revision>14</cp:revision>
  <dcterms:created xsi:type="dcterms:W3CDTF">2023-10-29T11:02:18Z</dcterms:created>
  <dcterms:modified xsi:type="dcterms:W3CDTF">2026-04-07T12:03:21Z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0x010100D5BB73D9DDA13E4283199FCCF5B056AB</vt:lpwstr>
  </property>
  <property fmtid="{D5CDD505-2E9C-101B-9397-08002B2CF9AE}" pid="3" name="MediaServiceImageTags">
    <vt:lpwstr/>
  </property>
  <property fmtid="{D5CDD505-2E9C-101B-9397-08002B2CF9AE}" pid="4" name="MSIP_Label_fef39d43-8418-422c-8c76-1ee262f4d65b_Enabled">
    <vt:lpwstr>true</vt:lpwstr>
  </property>
  <property fmtid="{D5CDD505-2E9C-101B-9397-08002B2CF9AE}" pid="5" name="MSIP_Label_fef39d43-8418-422c-8c76-1ee262f4d65b_SetDate">
    <vt:lpwstr>2026-03-17T12:32:23Z</vt:lpwstr>
  </property>
  <property fmtid="{D5CDD505-2E9C-101B-9397-08002B2CF9AE}" pid="6" name="MSIP_Label_fef39d43-8418-422c-8c76-1ee262f4d65b_Method">
    <vt:lpwstr>Privileged</vt:lpwstr>
  </property>
  <property fmtid="{D5CDD505-2E9C-101B-9397-08002B2CF9AE}" pid="7" name="MSIP_Label_fef39d43-8418-422c-8c76-1ee262f4d65b_Name">
    <vt:lpwstr>Internal</vt:lpwstr>
  </property>
  <property fmtid="{D5CDD505-2E9C-101B-9397-08002B2CF9AE}" pid="8" name="MSIP_Label_fef39d43-8418-422c-8c76-1ee262f4d65b_SiteId">
    <vt:lpwstr>a82f4af2-28cf-4f2a-babf-84eec18c0dee</vt:lpwstr>
  </property>
  <property fmtid="{D5CDD505-2E9C-101B-9397-08002B2CF9AE}" pid="9" name="MSIP_Label_fef39d43-8418-422c-8c76-1ee262f4d65b_ActionId">
    <vt:lpwstr>37752c36-a80e-4272-937b-8415102cfa21</vt:lpwstr>
  </property>
  <property fmtid="{D5CDD505-2E9C-101B-9397-08002B2CF9AE}" pid="10" name="MSIP_Label_fef39d43-8418-422c-8c76-1ee262f4d65b_ContentBits">
    <vt:lpwstr>2</vt:lpwstr>
  </property>
  <property fmtid="{D5CDD505-2E9C-101B-9397-08002B2CF9AE}" pid="11" name="MSIP_Label_fef39d43-8418-422c-8c76-1ee262f4d65b_Tag">
    <vt:lpwstr>10, 0, 1, 1</vt:lpwstr>
  </property>
  <property fmtid="{D5CDD505-2E9C-101B-9397-08002B2CF9AE}" pid="12" name="ClassificationContentMarkingFooterLocations">
    <vt:lpwstr>2_Office Theme:6\HitachiDS:5\3_Office Theme:6</vt:lpwstr>
  </property>
  <property fmtid="{D5CDD505-2E9C-101B-9397-08002B2CF9AE}" pid="13" name="ClassificationContentMarkingFooterText">
    <vt:lpwstr>Classification: Internal</vt:lpwstr>
  </property>
</Properties>
</file>